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3" r:id="rId1"/>
    <p:sldMasterId id="2147483674" r:id="rId2"/>
  </p:sldMasterIdLst>
  <p:notesMasterIdLst>
    <p:notesMasterId r:id="rId73"/>
  </p:notesMasterIdLst>
  <p:sldIdLst>
    <p:sldId id="256" r:id="rId3"/>
    <p:sldId id="258" r:id="rId4"/>
    <p:sldId id="261" r:id="rId5"/>
    <p:sldId id="314" r:id="rId6"/>
    <p:sldId id="316" r:id="rId7"/>
    <p:sldId id="317" r:id="rId8"/>
    <p:sldId id="318" r:id="rId9"/>
    <p:sldId id="319" r:id="rId10"/>
    <p:sldId id="321" r:id="rId11"/>
    <p:sldId id="320" r:id="rId12"/>
    <p:sldId id="322" r:id="rId13"/>
    <p:sldId id="323" r:id="rId14"/>
    <p:sldId id="315" r:id="rId15"/>
    <p:sldId id="324" r:id="rId16"/>
    <p:sldId id="325" r:id="rId17"/>
    <p:sldId id="326" r:id="rId18"/>
    <p:sldId id="327" r:id="rId19"/>
    <p:sldId id="259" r:id="rId20"/>
    <p:sldId id="299" r:id="rId21"/>
    <p:sldId id="300" r:id="rId22"/>
    <p:sldId id="264" r:id="rId23"/>
    <p:sldId id="267" r:id="rId24"/>
    <p:sldId id="301" r:id="rId25"/>
    <p:sldId id="302" r:id="rId26"/>
    <p:sldId id="303" r:id="rId27"/>
    <p:sldId id="304" r:id="rId28"/>
    <p:sldId id="305" r:id="rId29"/>
    <p:sldId id="306" r:id="rId30"/>
    <p:sldId id="308" r:id="rId31"/>
    <p:sldId id="307" r:id="rId32"/>
    <p:sldId id="309" r:id="rId33"/>
    <p:sldId id="310" r:id="rId34"/>
    <p:sldId id="311" r:id="rId35"/>
    <p:sldId id="312" r:id="rId36"/>
    <p:sldId id="313" r:id="rId37"/>
    <p:sldId id="260" r:id="rId38"/>
    <p:sldId id="262" r:id="rId39"/>
    <p:sldId id="263" r:id="rId40"/>
    <p:sldId id="265" r:id="rId41"/>
    <p:sldId id="266" r:id="rId42"/>
    <p:sldId id="268" r:id="rId43"/>
    <p:sldId id="269" r:id="rId44"/>
    <p:sldId id="270" r:id="rId45"/>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 id="285" r:id="rId60"/>
    <p:sldId id="286" r:id="rId61"/>
    <p:sldId id="287" r:id="rId62"/>
    <p:sldId id="288" r:id="rId63"/>
    <p:sldId id="289" r:id="rId64"/>
    <p:sldId id="290" r:id="rId65"/>
    <p:sldId id="291" r:id="rId66"/>
    <p:sldId id="292" r:id="rId67"/>
    <p:sldId id="293" r:id="rId68"/>
    <p:sldId id="294" r:id="rId69"/>
    <p:sldId id="295" r:id="rId70"/>
    <p:sldId id="296" r:id="rId71"/>
    <p:sldId id="297" r:id="rId72"/>
  </p:sldIdLst>
  <p:sldSz cx="9144000" cy="5143500" type="screen16x9"/>
  <p:notesSz cx="6858000" cy="9144000"/>
  <p:embeddedFontLst>
    <p:embeddedFont>
      <p:font typeface="Amatic SC" panose="00000500000000000000" pitchFamily="2" charset="-79"/>
      <p:regular r:id="rId74"/>
      <p:bold r:id="rId75"/>
    </p:embeddedFont>
    <p:embeddedFont>
      <p:font typeface="Bahnschrift" panose="020B0502040204020203" pitchFamily="34" charset="0"/>
      <p:regular r:id="rId76"/>
      <p:bold r:id="rId77"/>
    </p:embeddedFont>
    <p:embeddedFont>
      <p:font typeface="Cambria Math" panose="02040503050406030204" pitchFamily="18" charset="0"/>
      <p:regular r:id="rId78"/>
    </p:embeddedFont>
    <p:embeddedFont>
      <p:font typeface="Jost" panose="020B0604020202020204" charset="0"/>
      <p:regular r:id="rId79"/>
      <p:bold r:id="rId80"/>
      <p:italic r:id="rId81"/>
      <p:boldItalic r:id="rId82"/>
    </p:embeddedFont>
    <p:embeddedFont>
      <p:font typeface="Montserrat" panose="00000500000000000000" pitchFamily="2" charset="0"/>
      <p:regular r:id="rId83"/>
      <p:bold r:id="rId84"/>
      <p:italic r:id="rId85"/>
      <p:boldItalic r:id="rId86"/>
    </p:embeddedFont>
    <p:embeddedFont>
      <p:font typeface="Montserrat Bold" panose="00000800000000000000" charset="0"/>
      <p:regular r:id="rId87"/>
    </p:embeddedFont>
    <p:embeddedFont>
      <p:font typeface="Montserrat Medium" panose="00000600000000000000" pitchFamily="2" charset="0"/>
      <p:regular r:id="rId88"/>
      <p:bold r:id="rId89"/>
      <p:italic r:id="rId90"/>
      <p:boldItalic r:id="rId91"/>
    </p:embeddedFont>
    <p:embeddedFont>
      <p:font typeface="Proxima Nova" panose="020B0604020202020204" charset="0"/>
      <p:regular r:id="rId92"/>
      <p:bold r:id="rId93"/>
      <p:italic r:id="rId94"/>
      <p:boldItalic r:id="rId95"/>
    </p:embeddedFont>
    <p:embeddedFont>
      <p:font typeface="Roboto Medium" panose="02000000000000000000" pitchFamily="2" charset="0"/>
      <p:regular r:id="rId96"/>
      <p:bold r:id="rId97"/>
      <p:italic r:id="rId98"/>
      <p:boldItalic r:id="rId99"/>
    </p:embeddedFont>
    <p:embeddedFont>
      <p:font typeface="Tajawal" panose="020B0604020202020204" charset="-78"/>
      <p:regular r:id="rId100"/>
      <p:bold r:id="rId10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9AA0A6"/>
          </p15:clr>
        </p15:guide>
        <p15:guide id="2" pos="2880">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87C0"/>
    <a:srgbClr val="80F141"/>
    <a:srgbClr val="00D200"/>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FC00F51-45D2-421A-A7FA-149D3B7C5888}" v="412" dt="2026-10-06T08:21:38.176"/>
  </p1510:revLst>
</p1510:revInfo>
</file>

<file path=ppt/tableStyles.xml><?xml version="1.0" encoding="utf-8"?>
<a:tblStyleLst xmlns:a="http://schemas.openxmlformats.org/drawingml/2006/main" def="{7AEFDC93-782D-4E4C-A218-EDA5358B997B}">
  <a:tblStyle styleId="{7AEFDC93-782D-4E4C-A218-EDA5358B997B}"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401" autoAdjust="0"/>
  </p:normalViewPr>
  <p:slideViewPr>
    <p:cSldViewPr snapToGrid="0">
      <p:cViewPr>
        <p:scale>
          <a:sx n="100" d="100"/>
          <a:sy n="100" d="100"/>
        </p:scale>
        <p:origin x="373" y="-68"/>
      </p:cViewPr>
      <p:guideLst>
        <p:guide orient="horz" pos="1620"/>
        <p:guide pos="2880"/>
      </p:guideLst>
    </p:cSldViewPr>
  </p:slid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font" Target="fonts/font11.fntdata"/><Relationship Id="rId89" Type="http://schemas.openxmlformats.org/officeDocument/2006/relationships/font" Target="fonts/font16.fntdata"/><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font" Target="fonts/font19.fntdata"/><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07" Type="http://schemas.microsoft.com/office/2015/10/relationships/revisionInfo" Target="revisionInfo.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74" Type="http://schemas.openxmlformats.org/officeDocument/2006/relationships/font" Target="fonts/font1.fntdata"/><Relationship Id="rId79" Type="http://schemas.openxmlformats.org/officeDocument/2006/relationships/font" Target="fonts/font6.fntdata"/><Relationship Id="rId87" Type="http://schemas.openxmlformats.org/officeDocument/2006/relationships/font" Target="fonts/font14.fntdata"/><Relationship Id="rId102"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slide" Target="slides/slide59.xml"/><Relationship Id="rId82" Type="http://schemas.openxmlformats.org/officeDocument/2006/relationships/font" Target="fonts/font9.fntdata"/><Relationship Id="rId90" Type="http://schemas.openxmlformats.org/officeDocument/2006/relationships/font" Target="fonts/font17.fntdata"/><Relationship Id="rId95" Type="http://schemas.openxmlformats.org/officeDocument/2006/relationships/font" Target="fonts/font22.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font" Target="fonts/font4.fntdata"/><Relationship Id="rId100" Type="http://schemas.openxmlformats.org/officeDocument/2006/relationships/font" Target="fonts/font27.fntdata"/><Relationship Id="rId105"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font" Target="fonts/font7.fntdata"/><Relationship Id="rId85" Type="http://schemas.openxmlformats.org/officeDocument/2006/relationships/font" Target="fonts/font12.fntdata"/><Relationship Id="rId93" Type="http://schemas.openxmlformats.org/officeDocument/2006/relationships/font" Target="fonts/font20.fntdata"/><Relationship Id="rId98" Type="http://schemas.openxmlformats.org/officeDocument/2006/relationships/font" Target="fonts/font25.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103"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font" Target="fonts/font2.fntdata"/><Relationship Id="rId83" Type="http://schemas.openxmlformats.org/officeDocument/2006/relationships/font" Target="fonts/font10.fntdata"/><Relationship Id="rId88" Type="http://schemas.openxmlformats.org/officeDocument/2006/relationships/font" Target="fonts/font15.fntdata"/><Relationship Id="rId91" Type="http://schemas.openxmlformats.org/officeDocument/2006/relationships/font" Target="fonts/font18.fntdata"/><Relationship Id="rId96" Type="http://schemas.openxmlformats.org/officeDocument/2006/relationships/font" Target="fonts/font23.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6" Type="http://schemas.microsoft.com/office/2016/11/relationships/changesInfo" Target="changesInfos/changesInfo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notesMaster" Target="notesMasters/notesMaster1.xml"/><Relationship Id="rId78" Type="http://schemas.openxmlformats.org/officeDocument/2006/relationships/font" Target="fonts/font5.fntdata"/><Relationship Id="rId81" Type="http://schemas.openxmlformats.org/officeDocument/2006/relationships/font" Target="fonts/font8.fntdata"/><Relationship Id="rId86" Type="http://schemas.openxmlformats.org/officeDocument/2006/relationships/font" Target="fonts/font13.fntdata"/><Relationship Id="rId94" Type="http://schemas.openxmlformats.org/officeDocument/2006/relationships/font" Target="fonts/font21.fntdata"/><Relationship Id="rId99" Type="http://schemas.openxmlformats.org/officeDocument/2006/relationships/font" Target="fonts/font26.fntdata"/><Relationship Id="rId101" Type="http://schemas.openxmlformats.org/officeDocument/2006/relationships/font" Target="fonts/font28.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3.fntdata"/><Relationship Id="rId97" Type="http://schemas.openxmlformats.org/officeDocument/2006/relationships/font" Target="fonts/font24.fntdata"/><Relationship Id="rId10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han Thanh Duy" userId="7fe205da-551d-4fae-b045-58d66fb40073" providerId="ADAL" clId="{A441D81C-AEF8-464D-902E-B6449B34371D}"/>
    <pc:docChg chg="undo redo custSel addSld delSld modSld sldOrd">
      <pc:chgData name="Phan Thanh Duy" userId="7fe205da-551d-4fae-b045-58d66fb40073" providerId="ADAL" clId="{A441D81C-AEF8-464D-902E-B6449B34371D}" dt="2026-10-06T08:21:38.176" v="2630" actId="962"/>
      <pc:docMkLst>
        <pc:docMk/>
      </pc:docMkLst>
      <pc:sldChg chg="modSp mod">
        <pc:chgData name="Phan Thanh Duy" userId="7fe205da-551d-4fae-b045-58d66fb40073" providerId="ADAL" clId="{A441D81C-AEF8-464D-902E-B6449B34371D}" dt="2026-10-06T05:56:23.967" v="1476" actId="962"/>
        <pc:sldMkLst>
          <pc:docMk/>
          <pc:sldMk cId="0" sldId="256"/>
        </pc:sldMkLst>
        <pc:spChg chg="mod">
          <ac:chgData name="Phan Thanh Duy" userId="7fe205da-551d-4fae-b045-58d66fb40073" providerId="ADAL" clId="{A441D81C-AEF8-464D-902E-B6449B34371D}" dt="2026-10-05T12:29:20.629" v="365" actId="20577"/>
          <ac:spMkLst>
            <pc:docMk/>
            <pc:sldMk cId="0" sldId="256"/>
            <ac:spMk id="3" creationId="{3F496BDD-1524-F04C-C6CE-C173D16EDAD0}"/>
          </ac:spMkLst>
        </pc:spChg>
        <pc:spChg chg="mod">
          <ac:chgData name="Phan Thanh Duy" userId="7fe205da-551d-4fae-b045-58d66fb40073" providerId="ADAL" clId="{A441D81C-AEF8-464D-902E-B6449B34371D}" dt="2026-10-06T05:56:23.967" v="1476" actId="962"/>
          <ac:spMkLst>
            <pc:docMk/>
            <pc:sldMk cId="0" sldId="256"/>
            <ac:spMk id="923" creationId="{00000000-0000-0000-0000-000000000000}"/>
          </ac:spMkLst>
        </pc:spChg>
        <pc:spChg chg="mod">
          <ac:chgData name="Phan Thanh Duy" userId="7fe205da-551d-4fae-b045-58d66fb40073" providerId="ADAL" clId="{A441D81C-AEF8-464D-902E-B6449B34371D}" dt="2026-10-05T12:28:17.722" v="359" actId="20577"/>
          <ac:spMkLst>
            <pc:docMk/>
            <pc:sldMk cId="0" sldId="256"/>
            <ac:spMk id="924" creationId="{00000000-0000-0000-0000-000000000000}"/>
          </ac:spMkLst>
        </pc:spChg>
        <pc:grpChg chg="mod">
          <ac:chgData name="Phan Thanh Duy" userId="7fe205da-551d-4fae-b045-58d66fb40073" providerId="ADAL" clId="{A441D81C-AEF8-464D-902E-B6449B34371D}" dt="2026-10-06T05:56:16.367" v="1475" actId="962"/>
          <ac:grpSpMkLst>
            <pc:docMk/>
            <pc:sldMk cId="0" sldId="256"/>
            <ac:grpSpMk id="960" creationId="{00000000-0000-0000-0000-000000000000}"/>
          </ac:grpSpMkLst>
        </pc:grpChg>
      </pc:sldChg>
      <pc:sldChg chg="delSp modSp mod modTransition addAnim delAnim modAnim">
        <pc:chgData name="Phan Thanh Duy" userId="7fe205da-551d-4fae-b045-58d66fb40073" providerId="ADAL" clId="{A441D81C-AEF8-464D-902E-B6449B34371D}" dt="2026-10-06T08:21:34.225" v="2629" actId="962"/>
        <pc:sldMkLst>
          <pc:docMk/>
          <pc:sldMk cId="0" sldId="258"/>
        </pc:sldMkLst>
        <pc:spChg chg="mod">
          <ac:chgData name="Phan Thanh Duy" userId="7fe205da-551d-4fae-b045-58d66fb40073" providerId="ADAL" clId="{A441D81C-AEF8-464D-902E-B6449B34371D}" dt="2026-10-06T05:56:28.408" v="1477" actId="962"/>
          <ac:spMkLst>
            <pc:docMk/>
            <pc:sldMk cId="0" sldId="258"/>
            <ac:spMk id="984" creationId="{00000000-0000-0000-0000-000000000000}"/>
          </ac:spMkLst>
        </pc:spChg>
        <pc:spChg chg="mod">
          <ac:chgData name="Phan Thanh Duy" userId="7fe205da-551d-4fae-b045-58d66fb40073" providerId="ADAL" clId="{A441D81C-AEF8-464D-902E-B6449B34371D}" dt="2026-10-06T08:21:34.225" v="2629" actId="962"/>
          <ac:spMkLst>
            <pc:docMk/>
            <pc:sldMk cId="0" sldId="258"/>
            <ac:spMk id="985" creationId="{00000000-0000-0000-0000-000000000000}"/>
          </ac:spMkLst>
        </pc:spChg>
        <pc:spChg chg="mod">
          <ac:chgData name="Phan Thanh Duy" userId="7fe205da-551d-4fae-b045-58d66fb40073" providerId="ADAL" clId="{A441D81C-AEF8-464D-902E-B6449B34371D}" dt="2026-10-06T05:49:51.692" v="1439" actId="962"/>
          <ac:spMkLst>
            <pc:docMk/>
            <pc:sldMk cId="0" sldId="258"/>
            <ac:spMk id="986" creationId="{00000000-0000-0000-0000-000000000000}"/>
          </ac:spMkLst>
        </pc:spChg>
        <pc:spChg chg="mod">
          <ac:chgData name="Phan Thanh Duy" userId="7fe205da-551d-4fae-b045-58d66fb40073" providerId="ADAL" clId="{A441D81C-AEF8-464D-902E-B6449B34371D}" dt="2026-10-05T12:32:23.653" v="502" actId="1076"/>
          <ac:spMkLst>
            <pc:docMk/>
            <pc:sldMk cId="0" sldId="258"/>
            <ac:spMk id="1011" creationId="{00000000-0000-0000-0000-000000000000}"/>
          </ac:spMkLst>
        </pc:spChg>
        <pc:spChg chg="del">
          <ac:chgData name="Phan Thanh Duy" userId="7fe205da-551d-4fae-b045-58d66fb40073" providerId="ADAL" clId="{A441D81C-AEF8-464D-902E-B6449B34371D}" dt="2026-10-05T12:30:44.015" v="485" actId="478"/>
          <ac:spMkLst>
            <pc:docMk/>
            <pc:sldMk cId="0" sldId="258"/>
            <ac:spMk id="1026" creationId="{00000000-0000-0000-0000-000000000000}"/>
          </ac:spMkLst>
        </pc:spChg>
        <pc:spChg chg="mod">
          <ac:chgData name="Phan Thanh Duy" userId="7fe205da-551d-4fae-b045-58d66fb40073" providerId="ADAL" clId="{A441D81C-AEF8-464D-902E-B6449B34371D}" dt="2026-10-05T12:32:32.452" v="503" actId="1076"/>
          <ac:spMkLst>
            <pc:docMk/>
            <pc:sldMk cId="0" sldId="258"/>
            <ac:spMk id="1043" creationId="{0B415B78-EAAC-C929-1148-A0476AD3DC05}"/>
          </ac:spMkLst>
        </pc:spChg>
        <pc:spChg chg="mod">
          <ac:chgData name="Phan Thanh Duy" userId="7fe205da-551d-4fae-b045-58d66fb40073" providerId="ADAL" clId="{A441D81C-AEF8-464D-902E-B6449B34371D}" dt="2026-10-05T12:32:32.452" v="503" actId="1076"/>
          <ac:spMkLst>
            <pc:docMk/>
            <pc:sldMk cId="0" sldId="258"/>
            <ac:spMk id="1044" creationId="{274496B1-4277-8C10-E45A-7F3A3835AA3A}"/>
          </ac:spMkLst>
        </pc:spChg>
        <pc:spChg chg="mod">
          <ac:chgData name="Phan Thanh Duy" userId="7fe205da-551d-4fae-b045-58d66fb40073" providerId="ADAL" clId="{A441D81C-AEF8-464D-902E-B6449B34371D}" dt="2026-10-05T12:32:32.452" v="503" actId="1076"/>
          <ac:spMkLst>
            <pc:docMk/>
            <pc:sldMk cId="0" sldId="258"/>
            <ac:spMk id="1045" creationId="{DF6971A0-A1E9-0F55-917D-337AD4A7F7DF}"/>
          </ac:spMkLst>
        </pc:spChg>
        <pc:spChg chg="mod">
          <ac:chgData name="Phan Thanh Duy" userId="7fe205da-551d-4fae-b045-58d66fb40073" providerId="ADAL" clId="{A441D81C-AEF8-464D-902E-B6449B34371D}" dt="2026-10-05T12:32:23.653" v="502" actId="1076"/>
          <ac:spMkLst>
            <pc:docMk/>
            <pc:sldMk cId="0" sldId="258"/>
            <ac:spMk id="1046" creationId="{094EDEBF-1B32-6DA5-7A5C-3FF31FD78297}"/>
          </ac:spMkLst>
        </pc:spChg>
        <pc:spChg chg="mod">
          <ac:chgData name="Phan Thanh Duy" userId="7fe205da-551d-4fae-b045-58d66fb40073" providerId="ADAL" clId="{A441D81C-AEF8-464D-902E-B6449B34371D}" dt="2026-10-05T12:32:10.416" v="500" actId="1076"/>
          <ac:spMkLst>
            <pc:docMk/>
            <pc:sldMk cId="0" sldId="258"/>
            <ac:spMk id="1049" creationId="{4F9E34A8-C194-FA37-3FFE-EC13AE16E3DD}"/>
          </ac:spMkLst>
        </pc:spChg>
        <pc:spChg chg="mod">
          <ac:chgData name="Phan Thanh Duy" userId="7fe205da-551d-4fae-b045-58d66fb40073" providerId="ADAL" clId="{A441D81C-AEF8-464D-902E-B6449B34371D}" dt="2026-10-05T12:32:23.653" v="502" actId="1076"/>
          <ac:spMkLst>
            <pc:docMk/>
            <pc:sldMk cId="0" sldId="258"/>
            <ac:spMk id="1050" creationId="{27D34426-108B-5332-08FB-A5351AE5D73E}"/>
          </ac:spMkLst>
        </pc:spChg>
        <pc:spChg chg="mod">
          <ac:chgData name="Phan Thanh Duy" userId="7fe205da-551d-4fae-b045-58d66fb40073" providerId="ADAL" clId="{A441D81C-AEF8-464D-902E-B6449B34371D}" dt="2026-10-05T12:32:23.653" v="502" actId="1076"/>
          <ac:spMkLst>
            <pc:docMk/>
            <pc:sldMk cId="0" sldId="258"/>
            <ac:spMk id="1051" creationId="{8CD73502-F18E-DC4F-88B9-90FA9D0045D5}"/>
          </ac:spMkLst>
        </pc:spChg>
        <pc:spChg chg="mod">
          <ac:chgData name="Phan Thanh Duy" userId="7fe205da-551d-4fae-b045-58d66fb40073" providerId="ADAL" clId="{A441D81C-AEF8-464D-902E-B6449B34371D}" dt="2026-10-05T12:32:23.653" v="502" actId="1076"/>
          <ac:spMkLst>
            <pc:docMk/>
            <pc:sldMk cId="0" sldId="258"/>
            <ac:spMk id="1052" creationId="{A8773934-9794-FF72-90DE-C76D6351978B}"/>
          </ac:spMkLst>
        </pc:spChg>
        <pc:spChg chg="del">
          <ac:chgData name="Phan Thanh Duy" userId="7fe205da-551d-4fae-b045-58d66fb40073" providerId="ADAL" clId="{A441D81C-AEF8-464D-902E-B6449B34371D}" dt="2026-10-05T12:30:39.359" v="484" actId="478"/>
          <ac:spMkLst>
            <pc:docMk/>
            <pc:sldMk cId="0" sldId="258"/>
            <ac:spMk id="1054" creationId="{53DB717C-9C07-2CA3-790A-15801E86148D}"/>
          </ac:spMkLst>
        </pc:spChg>
        <pc:spChg chg="del">
          <ac:chgData name="Phan Thanh Duy" userId="7fe205da-551d-4fae-b045-58d66fb40073" providerId="ADAL" clId="{A441D81C-AEF8-464D-902E-B6449B34371D}" dt="2026-10-05T12:30:39.359" v="484" actId="478"/>
          <ac:spMkLst>
            <pc:docMk/>
            <pc:sldMk cId="0" sldId="258"/>
            <ac:spMk id="1055" creationId="{C3B5F6BA-D148-DDCE-3DB8-AA8D9D59BD01}"/>
          </ac:spMkLst>
        </pc:spChg>
        <pc:grpChg chg="mod">
          <ac:chgData name="Phan Thanh Duy" userId="7fe205da-551d-4fae-b045-58d66fb40073" providerId="ADAL" clId="{A441D81C-AEF8-464D-902E-B6449B34371D}" dt="2026-10-06T05:56:11.153" v="1474" actId="962"/>
          <ac:grpSpMkLst>
            <pc:docMk/>
            <pc:sldMk cId="0" sldId="258"/>
            <ac:grpSpMk id="1017" creationId="{00000000-0000-0000-0000-000000000000}"/>
          </ac:grpSpMkLst>
        </pc:grpChg>
        <pc:grpChg chg="mod">
          <ac:chgData name="Phan Thanh Duy" userId="7fe205da-551d-4fae-b045-58d66fb40073" providerId="ADAL" clId="{A441D81C-AEF8-464D-902E-B6449B34371D}" dt="2026-10-06T05:50:44.702" v="1445" actId="962"/>
          <ac:grpSpMkLst>
            <pc:docMk/>
            <pc:sldMk cId="0" sldId="258"/>
            <ac:grpSpMk id="1023" creationId="{00000000-0000-0000-0000-000000000000}"/>
          </ac:grpSpMkLst>
        </pc:grpChg>
        <pc:cxnChg chg="mod">
          <ac:chgData name="Phan Thanh Duy" userId="7fe205da-551d-4fae-b045-58d66fb40073" providerId="ADAL" clId="{A441D81C-AEF8-464D-902E-B6449B34371D}" dt="2026-10-05T12:31:44.152" v="495" actId="14100"/>
          <ac:cxnSpMkLst>
            <pc:docMk/>
            <pc:sldMk cId="0" sldId="258"/>
            <ac:cxnSpMk id="1024" creationId="{00000000-0000-0000-0000-000000000000}"/>
          </ac:cxnSpMkLst>
        </pc:cxnChg>
      </pc:sldChg>
      <pc:sldChg chg="modSp mod">
        <pc:chgData name="Phan Thanh Duy" userId="7fe205da-551d-4fae-b045-58d66fb40073" providerId="ADAL" clId="{A441D81C-AEF8-464D-902E-B6449B34371D}" dt="2026-10-05T12:32:58.473" v="549" actId="20577"/>
        <pc:sldMkLst>
          <pc:docMk/>
          <pc:sldMk cId="0" sldId="259"/>
        </pc:sldMkLst>
        <pc:spChg chg="mod">
          <ac:chgData name="Phan Thanh Duy" userId="7fe205da-551d-4fae-b045-58d66fb40073" providerId="ADAL" clId="{A441D81C-AEF8-464D-902E-B6449B34371D}" dt="2026-10-05T12:32:58.473" v="549" actId="20577"/>
          <ac:spMkLst>
            <pc:docMk/>
            <pc:sldMk cId="0" sldId="259"/>
            <ac:spMk id="1039" creationId="{00000000-0000-0000-0000-000000000000}"/>
          </ac:spMkLst>
        </pc:spChg>
      </pc:sldChg>
      <pc:sldChg chg="addSp modSp mod modTransition">
        <pc:chgData name="Phan Thanh Duy" userId="7fe205da-551d-4fae-b045-58d66fb40073" providerId="ADAL" clId="{A441D81C-AEF8-464D-902E-B6449B34371D}" dt="2026-10-06T08:21:38.176" v="2630" actId="962"/>
        <pc:sldMkLst>
          <pc:docMk/>
          <pc:sldMk cId="0" sldId="261"/>
        </pc:sldMkLst>
        <pc:spChg chg="add mod">
          <ac:chgData name="Phan Thanh Duy" userId="7fe205da-551d-4fae-b045-58d66fb40073" providerId="ADAL" clId="{A441D81C-AEF8-464D-902E-B6449B34371D}" dt="2026-10-05T13:16:30.860" v="944" actId="1076"/>
          <ac:spMkLst>
            <pc:docMk/>
            <pc:sldMk cId="0" sldId="261"/>
            <ac:spMk id="2" creationId="{1C145CFC-A352-4897-61C0-3C71D82F494E}"/>
          </ac:spMkLst>
        </pc:spChg>
        <pc:spChg chg="mod">
          <ac:chgData name="Phan Thanh Duy" userId="7fe205da-551d-4fae-b045-58d66fb40073" providerId="ADAL" clId="{A441D81C-AEF8-464D-902E-B6449B34371D}" dt="2026-10-06T08:21:38.176" v="2630" actId="962"/>
          <ac:spMkLst>
            <pc:docMk/>
            <pc:sldMk cId="0" sldId="261"/>
            <ac:spMk id="1112" creationId="{00000000-0000-0000-0000-000000000000}"/>
          </ac:spMkLst>
        </pc:spChg>
        <pc:spChg chg="mod">
          <ac:chgData name="Phan Thanh Duy" userId="7fe205da-551d-4fae-b045-58d66fb40073" providerId="ADAL" clId="{A441D81C-AEF8-464D-902E-B6449B34371D}" dt="2026-10-06T05:50:42.406" v="1444" actId="962"/>
          <ac:spMkLst>
            <pc:docMk/>
            <pc:sldMk cId="0" sldId="261"/>
            <ac:spMk id="1113" creationId="{00000000-0000-0000-0000-000000000000}"/>
          </ac:spMkLst>
        </pc:spChg>
        <pc:grpChg chg="mod">
          <ac:chgData name="Phan Thanh Duy" userId="7fe205da-551d-4fae-b045-58d66fb40073" providerId="ADAL" clId="{A441D81C-AEF8-464D-902E-B6449B34371D}" dt="2026-10-06T05:51:01.053" v="1446" actId="962"/>
          <ac:grpSpMkLst>
            <pc:docMk/>
            <pc:sldMk cId="0" sldId="261"/>
            <ac:grpSpMk id="1115" creationId="{00000000-0000-0000-0000-000000000000}"/>
          </ac:grpSpMkLst>
        </pc:grpChg>
      </pc:sldChg>
      <pc:sldChg chg="del">
        <pc:chgData name="Phan Thanh Duy" userId="7fe205da-551d-4fae-b045-58d66fb40073" providerId="ADAL" clId="{A441D81C-AEF8-464D-902E-B6449B34371D}" dt="2026-10-06T08:17:46.336" v="2613" actId="47"/>
        <pc:sldMkLst>
          <pc:docMk/>
          <pc:sldMk cId="322402986" sldId="298"/>
        </pc:sldMkLst>
      </pc:sldChg>
      <pc:sldChg chg="addSp delSp modSp add mod ord modTransition">
        <pc:chgData name="Phan Thanh Duy" userId="7fe205da-551d-4fae-b045-58d66fb40073" providerId="ADAL" clId="{A441D81C-AEF8-464D-902E-B6449B34371D}" dt="2026-10-06T07:39:42.238" v="2257" actId="20577"/>
        <pc:sldMkLst>
          <pc:docMk/>
          <pc:sldMk cId="218281110" sldId="314"/>
        </pc:sldMkLst>
        <pc:spChg chg="add del mod">
          <ac:chgData name="Phan Thanh Duy" userId="7fe205da-551d-4fae-b045-58d66fb40073" providerId="ADAL" clId="{A441D81C-AEF8-464D-902E-B6449B34371D}" dt="2026-10-05T12:45:11.254" v="570" actId="478"/>
          <ac:spMkLst>
            <pc:docMk/>
            <pc:sldMk cId="218281110" sldId="314"/>
            <ac:spMk id="3" creationId="{4594DB76-1D71-77F4-6B95-5538C9680947}"/>
          </ac:spMkLst>
        </pc:spChg>
        <pc:spChg chg="add mod ord">
          <ac:chgData name="Phan Thanh Duy" userId="7fe205da-551d-4fae-b045-58d66fb40073" providerId="ADAL" clId="{A441D81C-AEF8-464D-902E-B6449B34371D}" dt="2026-10-05T13:35:36.033" v="1149" actId="1076"/>
          <ac:spMkLst>
            <pc:docMk/>
            <pc:sldMk cId="218281110" sldId="314"/>
            <ac:spMk id="4" creationId="{7B3B2126-8876-58BD-7BC5-FBA72783A962}"/>
          </ac:spMkLst>
        </pc:spChg>
        <pc:spChg chg="del mod">
          <ac:chgData name="Phan Thanh Duy" userId="7fe205da-551d-4fae-b045-58d66fb40073" providerId="ADAL" clId="{A441D81C-AEF8-464D-902E-B6449B34371D}" dt="2026-10-06T06:36:51.252" v="1763" actId="478"/>
          <ac:spMkLst>
            <pc:docMk/>
            <pc:sldMk cId="218281110" sldId="314"/>
            <ac:spMk id="5" creationId="{A0436251-54CA-6368-FA94-BAD82D78D99B}"/>
          </ac:spMkLst>
        </pc:spChg>
        <pc:spChg chg="add del mod">
          <ac:chgData name="Phan Thanh Duy" userId="7fe205da-551d-4fae-b045-58d66fb40073" providerId="ADAL" clId="{A441D81C-AEF8-464D-902E-B6449B34371D}" dt="2026-10-05T12:45:15.843" v="572" actId="478"/>
          <ac:spMkLst>
            <pc:docMk/>
            <pc:sldMk cId="218281110" sldId="314"/>
            <ac:spMk id="7" creationId="{323320BC-C7D6-2BC0-24EE-A13A4D9DD530}"/>
          </ac:spMkLst>
        </pc:spChg>
        <pc:spChg chg="add del mod">
          <ac:chgData name="Phan Thanh Duy" userId="7fe205da-551d-4fae-b045-58d66fb40073" providerId="ADAL" clId="{A441D81C-AEF8-464D-902E-B6449B34371D}" dt="2026-10-05T12:47:04.198" v="615" actId="478"/>
          <ac:spMkLst>
            <pc:docMk/>
            <pc:sldMk cId="218281110" sldId="314"/>
            <ac:spMk id="8" creationId="{44D406AC-DD70-93EC-1C94-C7B1429C99D5}"/>
          </ac:spMkLst>
        </pc:spChg>
        <pc:spChg chg="add del mod">
          <ac:chgData name="Phan Thanh Duy" userId="7fe205da-551d-4fae-b045-58d66fb40073" providerId="ADAL" clId="{A441D81C-AEF8-464D-902E-B6449B34371D}" dt="2026-10-05T13:35:24.832" v="1146" actId="478"/>
          <ac:spMkLst>
            <pc:docMk/>
            <pc:sldMk cId="218281110" sldId="314"/>
            <ac:spMk id="9" creationId="{4F182C45-51F6-1331-08BE-058742CB612A}"/>
          </ac:spMkLst>
        </pc:spChg>
        <pc:spChg chg="del">
          <ac:chgData name="Phan Thanh Duy" userId="7fe205da-551d-4fae-b045-58d66fb40073" providerId="ADAL" clId="{A441D81C-AEF8-464D-902E-B6449B34371D}" dt="2026-10-05T12:42:57.672" v="564" actId="478"/>
          <ac:spMkLst>
            <pc:docMk/>
            <pc:sldMk cId="218281110" sldId="314"/>
            <ac:spMk id="14" creationId="{76FA141E-AF41-0CFB-C4CC-5C6E7C6618D1}"/>
          </ac:spMkLst>
        </pc:spChg>
        <pc:spChg chg="del">
          <ac:chgData name="Phan Thanh Duy" userId="7fe205da-551d-4fae-b045-58d66fb40073" providerId="ADAL" clId="{A441D81C-AEF8-464D-902E-B6449B34371D}" dt="2026-10-05T12:44:43.094" v="565" actId="478"/>
          <ac:spMkLst>
            <pc:docMk/>
            <pc:sldMk cId="218281110" sldId="314"/>
            <ac:spMk id="18" creationId="{99147169-3EAE-06D5-D154-9FFC62FCACE1}"/>
          </ac:spMkLst>
        </pc:spChg>
        <pc:spChg chg="del">
          <ac:chgData name="Phan Thanh Duy" userId="7fe205da-551d-4fae-b045-58d66fb40073" providerId="ADAL" clId="{A441D81C-AEF8-464D-902E-B6449B34371D}" dt="2026-10-05T12:42:57.672" v="564" actId="478"/>
          <ac:spMkLst>
            <pc:docMk/>
            <pc:sldMk cId="218281110" sldId="314"/>
            <ac:spMk id="19" creationId="{7D617F1E-8FFD-BDAE-D19E-E30A1F6520C8}"/>
          </ac:spMkLst>
        </pc:spChg>
        <pc:spChg chg="del">
          <ac:chgData name="Phan Thanh Duy" userId="7fe205da-551d-4fae-b045-58d66fb40073" providerId="ADAL" clId="{A441D81C-AEF8-464D-902E-B6449B34371D}" dt="2026-10-05T12:45:13.507" v="571" actId="478"/>
          <ac:spMkLst>
            <pc:docMk/>
            <pc:sldMk cId="218281110" sldId="314"/>
            <ac:spMk id="20" creationId="{B70671DD-A30D-967E-6843-218079B58FF3}"/>
          </ac:spMkLst>
        </pc:spChg>
        <pc:spChg chg="del">
          <ac:chgData name="Phan Thanh Duy" userId="7fe205da-551d-4fae-b045-58d66fb40073" providerId="ADAL" clId="{A441D81C-AEF8-464D-902E-B6449B34371D}" dt="2026-10-05T12:45:22.323" v="575" actId="478"/>
          <ac:spMkLst>
            <pc:docMk/>
            <pc:sldMk cId="218281110" sldId="314"/>
            <ac:spMk id="21" creationId="{8B411025-4E00-738C-4C93-A6FCD59316B4}"/>
          </ac:spMkLst>
        </pc:spChg>
        <pc:spChg chg="add del mod">
          <ac:chgData name="Phan Thanh Duy" userId="7fe205da-551d-4fae-b045-58d66fb40073" providerId="ADAL" clId="{A441D81C-AEF8-464D-902E-B6449B34371D}" dt="2026-10-05T12:45:54.246" v="597" actId="478"/>
          <ac:spMkLst>
            <pc:docMk/>
            <pc:sldMk cId="218281110" sldId="314"/>
            <ac:spMk id="22" creationId="{81F26B27-6286-65F8-C888-207632B93842}"/>
          </ac:spMkLst>
        </pc:spChg>
        <pc:spChg chg="add del mod">
          <ac:chgData name="Phan Thanh Duy" userId="7fe205da-551d-4fae-b045-58d66fb40073" providerId="ADAL" clId="{A441D81C-AEF8-464D-902E-B6449B34371D}" dt="2026-10-05T13:35:24.832" v="1146" actId="478"/>
          <ac:spMkLst>
            <pc:docMk/>
            <pc:sldMk cId="218281110" sldId="314"/>
            <ac:spMk id="26" creationId="{E1DA7548-42BF-0E86-943C-729A3579C05E}"/>
          </ac:spMkLst>
        </pc:spChg>
        <pc:spChg chg="add del mod">
          <ac:chgData name="Phan Thanh Duy" userId="7fe205da-551d-4fae-b045-58d66fb40073" providerId="ADAL" clId="{A441D81C-AEF8-464D-902E-B6449B34371D}" dt="2026-10-05T13:34:57.197" v="1144" actId="478"/>
          <ac:spMkLst>
            <pc:docMk/>
            <pc:sldMk cId="218281110" sldId="314"/>
            <ac:spMk id="1024" creationId="{668B4D09-1A0D-8DA2-9BB1-EE126C074B80}"/>
          </ac:spMkLst>
        </pc:spChg>
        <pc:spChg chg="add del mod">
          <ac:chgData name="Phan Thanh Duy" userId="7fe205da-551d-4fae-b045-58d66fb40073" providerId="ADAL" clId="{A441D81C-AEF8-464D-902E-B6449B34371D}" dt="2026-10-05T13:34:57.197" v="1144" actId="478"/>
          <ac:spMkLst>
            <pc:docMk/>
            <pc:sldMk cId="218281110" sldId="314"/>
            <ac:spMk id="1032" creationId="{4F677DCA-E2B8-45FD-E504-5642E20FE1D5}"/>
          </ac:spMkLst>
        </pc:spChg>
        <pc:spChg chg="mod">
          <ac:chgData name="Phan Thanh Duy" userId="7fe205da-551d-4fae-b045-58d66fb40073" providerId="ADAL" clId="{A441D81C-AEF8-464D-902E-B6449B34371D}" dt="2026-10-06T07:39:42.238" v="2257" actId="20577"/>
          <ac:spMkLst>
            <pc:docMk/>
            <pc:sldMk cId="218281110" sldId="314"/>
            <ac:spMk id="1039" creationId="{5C9284D6-3587-0531-7B11-C8B13FECE930}"/>
          </ac:spMkLst>
        </pc:spChg>
        <pc:spChg chg="del">
          <ac:chgData name="Phan Thanh Duy" userId="7fe205da-551d-4fae-b045-58d66fb40073" providerId="ADAL" clId="{A441D81C-AEF8-464D-902E-B6449B34371D}" dt="2026-10-05T12:45:13.507" v="571" actId="478"/>
          <ac:spMkLst>
            <pc:docMk/>
            <pc:sldMk cId="218281110" sldId="314"/>
            <ac:spMk id="1040" creationId="{46817A39-5EB5-8B63-317F-6363569A577C}"/>
          </ac:spMkLst>
        </pc:spChg>
        <pc:spChg chg="del">
          <ac:chgData name="Phan Thanh Duy" userId="7fe205da-551d-4fae-b045-58d66fb40073" providerId="ADAL" clId="{A441D81C-AEF8-464D-902E-B6449B34371D}" dt="2026-10-05T12:44:43.094" v="565" actId="478"/>
          <ac:spMkLst>
            <pc:docMk/>
            <pc:sldMk cId="218281110" sldId="314"/>
            <ac:spMk id="1041" creationId="{8CEEF251-9EB9-FB18-688F-94EE49DADF66}"/>
          </ac:spMkLst>
        </pc:spChg>
        <pc:spChg chg="add del mod">
          <ac:chgData name="Phan Thanh Duy" userId="7fe205da-551d-4fae-b045-58d66fb40073" providerId="ADAL" clId="{A441D81C-AEF8-464D-902E-B6449B34371D}" dt="2026-10-05T13:34:57.197" v="1144" actId="478"/>
          <ac:spMkLst>
            <pc:docMk/>
            <pc:sldMk cId="218281110" sldId="314"/>
            <ac:spMk id="1052" creationId="{0247F9F6-DD13-2472-4142-D8F285E745B5}"/>
          </ac:spMkLst>
        </pc:spChg>
        <pc:spChg chg="add del mod">
          <ac:chgData name="Phan Thanh Duy" userId="7fe205da-551d-4fae-b045-58d66fb40073" providerId="ADAL" clId="{A441D81C-AEF8-464D-902E-B6449B34371D}" dt="2026-10-05T13:04:53.219" v="822" actId="478"/>
          <ac:spMkLst>
            <pc:docMk/>
            <pc:sldMk cId="218281110" sldId="314"/>
            <ac:spMk id="1107" creationId="{4D6F7383-1718-2DB0-A8E5-38E2CA9225D9}"/>
          </ac:spMkLst>
        </pc:spChg>
        <pc:spChg chg="add del mod">
          <ac:chgData name="Phan Thanh Duy" userId="7fe205da-551d-4fae-b045-58d66fb40073" providerId="ADAL" clId="{A441D81C-AEF8-464D-902E-B6449B34371D}" dt="2026-10-05T13:34:57.197" v="1144" actId="478"/>
          <ac:spMkLst>
            <pc:docMk/>
            <pc:sldMk cId="218281110" sldId="314"/>
            <ac:spMk id="1109" creationId="{A05ADBAE-7FEA-FABC-F413-8001F0B948DD}"/>
          </ac:spMkLst>
        </pc:spChg>
        <pc:spChg chg="add del mod">
          <ac:chgData name="Phan Thanh Duy" userId="7fe205da-551d-4fae-b045-58d66fb40073" providerId="ADAL" clId="{A441D81C-AEF8-464D-902E-B6449B34371D}" dt="2026-10-05T13:34:57.197" v="1144" actId="478"/>
          <ac:spMkLst>
            <pc:docMk/>
            <pc:sldMk cId="218281110" sldId="314"/>
            <ac:spMk id="1111" creationId="{A6BC4E17-3C16-DD65-5F96-496FDBDA525C}"/>
          </ac:spMkLst>
        </pc:spChg>
        <pc:spChg chg="add del mod">
          <ac:chgData name="Phan Thanh Duy" userId="7fe205da-551d-4fae-b045-58d66fb40073" providerId="ADAL" clId="{A441D81C-AEF8-464D-902E-B6449B34371D}" dt="2026-10-05T13:17:19.667" v="954" actId="478"/>
          <ac:spMkLst>
            <pc:docMk/>
            <pc:sldMk cId="218281110" sldId="314"/>
            <ac:spMk id="1134" creationId="{CA48BD44-F652-1E84-5501-D2CC03FE28E8}"/>
          </ac:spMkLst>
        </pc:spChg>
        <pc:spChg chg="add del mod">
          <ac:chgData name="Phan Thanh Duy" userId="7fe205da-551d-4fae-b045-58d66fb40073" providerId="ADAL" clId="{A441D81C-AEF8-464D-902E-B6449B34371D}" dt="2026-10-05T13:17:05.994" v="953" actId="478"/>
          <ac:spMkLst>
            <pc:docMk/>
            <pc:sldMk cId="218281110" sldId="314"/>
            <ac:spMk id="1150" creationId="{0349AEC5-4111-22C3-0515-1A0018E45F3E}"/>
          </ac:spMkLst>
        </pc:spChg>
        <pc:spChg chg="add del mod">
          <ac:chgData name="Phan Thanh Duy" userId="7fe205da-551d-4fae-b045-58d66fb40073" providerId="ADAL" clId="{A441D81C-AEF8-464D-902E-B6449B34371D}" dt="2026-10-05T13:34:57.197" v="1144" actId="478"/>
          <ac:spMkLst>
            <pc:docMk/>
            <pc:sldMk cId="218281110" sldId="314"/>
            <ac:spMk id="1342" creationId="{04A278E8-8DA8-76BA-1E58-30ECD913A80F}"/>
          </ac:spMkLst>
        </pc:spChg>
        <pc:spChg chg="add del mod">
          <ac:chgData name="Phan Thanh Duy" userId="7fe205da-551d-4fae-b045-58d66fb40073" providerId="ADAL" clId="{A441D81C-AEF8-464D-902E-B6449B34371D}" dt="2026-10-05T13:34:57.197" v="1144" actId="478"/>
          <ac:spMkLst>
            <pc:docMk/>
            <pc:sldMk cId="218281110" sldId="314"/>
            <ac:spMk id="1348" creationId="{59AA8E13-6892-70F8-6725-A15D615748F7}"/>
          </ac:spMkLst>
        </pc:spChg>
        <pc:grpChg chg="mod">
          <ac:chgData name="Phan Thanh Duy" userId="7fe205da-551d-4fae-b045-58d66fb40073" providerId="ADAL" clId="{A441D81C-AEF8-464D-902E-B6449B34371D}" dt="2026-10-06T05:51:16.476" v="1447" actId="962"/>
          <ac:grpSpMkLst>
            <pc:docMk/>
            <pc:sldMk cId="218281110" sldId="314"/>
            <ac:grpSpMk id="1042" creationId="{3B113246-55C0-0EC3-9B4C-CA8398F73D66}"/>
          </ac:grpSpMkLst>
        </pc:grpChg>
        <pc:picChg chg="del">
          <ac:chgData name="Phan Thanh Duy" userId="7fe205da-551d-4fae-b045-58d66fb40073" providerId="ADAL" clId="{A441D81C-AEF8-464D-902E-B6449B34371D}" dt="2026-10-05T12:42:53.676" v="562" actId="478"/>
          <ac:picMkLst>
            <pc:docMk/>
            <pc:sldMk cId="218281110" sldId="314"/>
            <ac:picMk id="16" creationId="{044F3C1A-180A-A48C-4A64-6ABB3E6F21AB}"/>
          </ac:picMkLst>
        </pc:picChg>
        <pc:picChg chg="del">
          <ac:chgData name="Phan Thanh Duy" userId="7fe205da-551d-4fae-b045-58d66fb40073" providerId="ADAL" clId="{A441D81C-AEF8-464D-902E-B6449B34371D}" dt="2026-10-05T12:42:55.077" v="563" actId="478"/>
          <ac:picMkLst>
            <pc:docMk/>
            <pc:sldMk cId="218281110" sldId="314"/>
            <ac:picMk id="17" creationId="{321A2D2B-1B96-67CF-AE2E-189D554B25BE}"/>
          </ac:picMkLst>
        </pc:picChg>
        <pc:cxnChg chg="add del mod">
          <ac:chgData name="Phan Thanh Duy" userId="7fe205da-551d-4fae-b045-58d66fb40073" providerId="ADAL" clId="{A441D81C-AEF8-464D-902E-B6449B34371D}" dt="2026-10-05T13:35:24.832" v="1146" actId="478"/>
          <ac:cxnSpMkLst>
            <pc:docMk/>
            <pc:sldMk cId="218281110" sldId="314"/>
            <ac:cxnSpMk id="11" creationId="{513884CF-0840-329D-7DC4-7B1E32241A65}"/>
          </ac:cxnSpMkLst>
        </pc:cxnChg>
        <pc:cxnChg chg="add del mod">
          <ac:chgData name="Phan Thanh Duy" userId="7fe205da-551d-4fae-b045-58d66fb40073" providerId="ADAL" clId="{A441D81C-AEF8-464D-902E-B6449B34371D}" dt="2026-10-05T13:35:24.832" v="1146" actId="478"/>
          <ac:cxnSpMkLst>
            <pc:docMk/>
            <pc:sldMk cId="218281110" sldId="314"/>
            <ac:cxnSpMk id="27" creationId="{F749D455-CA3F-AF27-9A02-2481818529F5}"/>
          </ac:cxnSpMkLst>
        </pc:cxnChg>
        <pc:cxnChg chg="add del mod">
          <ac:chgData name="Phan Thanh Duy" userId="7fe205da-551d-4fae-b045-58d66fb40073" providerId="ADAL" clId="{A441D81C-AEF8-464D-902E-B6449B34371D}" dt="2026-10-05T13:35:02.775" v="1145" actId="478"/>
          <ac:cxnSpMkLst>
            <pc:docMk/>
            <pc:sldMk cId="218281110" sldId="314"/>
            <ac:cxnSpMk id="1025" creationId="{6C803C88-784E-915C-D00C-DD008D39CB57}"/>
          </ac:cxnSpMkLst>
        </pc:cxnChg>
        <pc:cxnChg chg="add del mod">
          <ac:chgData name="Phan Thanh Duy" userId="7fe205da-551d-4fae-b045-58d66fb40073" providerId="ADAL" clId="{A441D81C-AEF8-464D-902E-B6449B34371D}" dt="2026-10-05T13:35:02.775" v="1145" actId="478"/>
          <ac:cxnSpMkLst>
            <pc:docMk/>
            <pc:sldMk cId="218281110" sldId="314"/>
            <ac:cxnSpMk id="1033" creationId="{305D08A7-42EB-F1AB-144D-AF456E5C092F}"/>
          </ac:cxnSpMkLst>
        </pc:cxnChg>
        <pc:cxnChg chg="add del mod">
          <ac:chgData name="Phan Thanh Duy" userId="7fe205da-551d-4fae-b045-58d66fb40073" providerId="ADAL" clId="{A441D81C-AEF8-464D-902E-B6449B34371D}" dt="2026-10-05T13:35:02.775" v="1145" actId="478"/>
          <ac:cxnSpMkLst>
            <pc:docMk/>
            <pc:sldMk cId="218281110" sldId="314"/>
            <ac:cxnSpMk id="1102" creationId="{35D37DD6-554E-D470-E4C0-21E49A46BEFD}"/>
          </ac:cxnSpMkLst>
        </pc:cxnChg>
        <pc:cxnChg chg="add del mod">
          <ac:chgData name="Phan Thanh Duy" userId="7fe205da-551d-4fae-b045-58d66fb40073" providerId="ADAL" clId="{A441D81C-AEF8-464D-902E-B6449B34371D}" dt="2026-10-05T13:35:02.775" v="1145" actId="478"/>
          <ac:cxnSpMkLst>
            <pc:docMk/>
            <pc:sldMk cId="218281110" sldId="314"/>
            <ac:cxnSpMk id="1112" creationId="{C4CD2DD7-21BB-86AD-C763-B47D864BB106}"/>
          </ac:cxnSpMkLst>
        </pc:cxnChg>
        <pc:cxnChg chg="add del mod">
          <ac:chgData name="Phan Thanh Duy" userId="7fe205da-551d-4fae-b045-58d66fb40073" providerId="ADAL" clId="{A441D81C-AEF8-464D-902E-B6449B34371D}" dt="2026-10-05T13:35:02.775" v="1145" actId="478"/>
          <ac:cxnSpMkLst>
            <pc:docMk/>
            <pc:sldMk cId="218281110" sldId="314"/>
            <ac:cxnSpMk id="1115" creationId="{E2E03665-5FA4-CA18-8ED3-459ED057DCEC}"/>
          </ac:cxnSpMkLst>
        </pc:cxnChg>
        <pc:cxnChg chg="add del mod">
          <ac:chgData name="Phan Thanh Duy" userId="7fe205da-551d-4fae-b045-58d66fb40073" providerId="ADAL" clId="{A441D81C-AEF8-464D-902E-B6449B34371D}" dt="2026-10-05T13:35:02.775" v="1145" actId="478"/>
          <ac:cxnSpMkLst>
            <pc:docMk/>
            <pc:sldMk cId="218281110" sldId="314"/>
            <ac:cxnSpMk id="1343" creationId="{24EC6AC1-95E4-6E31-3C86-EEAF37CBE5E9}"/>
          </ac:cxnSpMkLst>
        </pc:cxnChg>
        <pc:cxnChg chg="add del mod">
          <ac:chgData name="Phan Thanh Duy" userId="7fe205da-551d-4fae-b045-58d66fb40073" providerId="ADAL" clId="{A441D81C-AEF8-464D-902E-B6449B34371D}" dt="2026-10-05T13:35:02.775" v="1145" actId="478"/>
          <ac:cxnSpMkLst>
            <pc:docMk/>
            <pc:sldMk cId="218281110" sldId="314"/>
            <ac:cxnSpMk id="1349" creationId="{9330784B-A701-29D9-F64C-4B5AB50326A3}"/>
          </ac:cxnSpMkLst>
        </pc:cxnChg>
      </pc:sldChg>
      <pc:sldChg chg="addSp delSp modSp add mod modTransition">
        <pc:chgData name="Phan Thanh Duy" userId="7fe205da-551d-4fae-b045-58d66fb40073" providerId="ADAL" clId="{A441D81C-AEF8-464D-902E-B6449B34371D}" dt="2026-10-06T07:38:09.315" v="2251"/>
        <pc:sldMkLst>
          <pc:docMk/>
          <pc:sldMk cId="1055492456" sldId="315"/>
        </pc:sldMkLst>
        <pc:spChg chg="del mod">
          <ac:chgData name="Phan Thanh Duy" userId="7fe205da-551d-4fae-b045-58d66fb40073" providerId="ADAL" clId="{A441D81C-AEF8-464D-902E-B6449B34371D}" dt="2026-10-06T07:25:56.741" v="2170" actId="478"/>
          <ac:spMkLst>
            <pc:docMk/>
            <pc:sldMk cId="1055492456" sldId="315"/>
            <ac:spMk id="4" creationId="{8DEDD76A-B51F-65DD-11FA-8A0D671DA773}"/>
          </ac:spMkLst>
        </pc:spChg>
        <pc:spChg chg="del ord">
          <ac:chgData name="Phan Thanh Duy" userId="7fe205da-551d-4fae-b045-58d66fb40073" providerId="ADAL" clId="{A441D81C-AEF8-464D-902E-B6449B34371D}" dt="2026-10-06T06:37:01.683" v="1769" actId="478"/>
          <ac:spMkLst>
            <pc:docMk/>
            <pc:sldMk cId="1055492456" sldId="315"/>
            <ac:spMk id="5" creationId="{31FDF23C-9F7C-6DB4-0950-D433804DE45E}"/>
          </ac:spMkLst>
        </pc:spChg>
        <pc:spChg chg="del mod">
          <ac:chgData name="Phan Thanh Duy" userId="7fe205da-551d-4fae-b045-58d66fb40073" providerId="ADAL" clId="{A441D81C-AEF8-464D-902E-B6449B34371D}" dt="2026-10-06T07:25:56.741" v="2170" actId="478"/>
          <ac:spMkLst>
            <pc:docMk/>
            <pc:sldMk cId="1055492456" sldId="315"/>
            <ac:spMk id="9" creationId="{5F9C4091-CF98-D695-955D-B6C63F12D4DA}"/>
          </ac:spMkLst>
        </pc:spChg>
        <pc:spChg chg="del mod">
          <ac:chgData name="Phan Thanh Duy" userId="7fe205da-551d-4fae-b045-58d66fb40073" providerId="ADAL" clId="{A441D81C-AEF8-464D-902E-B6449B34371D}" dt="2026-10-06T07:25:56.741" v="2170" actId="478"/>
          <ac:spMkLst>
            <pc:docMk/>
            <pc:sldMk cId="1055492456" sldId="315"/>
            <ac:spMk id="26" creationId="{32E18724-FECF-2B15-9461-2C40A9CEDA11}"/>
          </ac:spMkLst>
        </pc:spChg>
        <pc:spChg chg="del mod">
          <ac:chgData name="Phan Thanh Duy" userId="7fe205da-551d-4fae-b045-58d66fb40073" providerId="ADAL" clId="{A441D81C-AEF8-464D-902E-B6449B34371D}" dt="2026-10-06T07:25:56.741" v="2170" actId="478"/>
          <ac:spMkLst>
            <pc:docMk/>
            <pc:sldMk cId="1055492456" sldId="315"/>
            <ac:spMk id="1024" creationId="{B93C8567-2430-997E-B4E6-F29D1298115E}"/>
          </ac:spMkLst>
        </pc:spChg>
        <pc:spChg chg="add mod">
          <ac:chgData name="Phan Thanh Duy" userId="7fe205da-551d-4fae-b045-58d66fb40073" providerId="ADAL" clId="{A441D81C-AEF8-464D-902E-B6449B34371D}" dt="2026-10-06T07:26:08.353" v="2172" actId="1076"/>
          <ac:spMkLst>
            <pc:docMk/>
            <pc:sldMk cId="1055492456" sldId="315"/>
            <ac:spMk id="1026" creationId="{CDC06A4B-7578-6749-9A80-50C9EF0456D9}"/>
          </ac:spMkLst>
        </pc:spChg>
        <pc:spChg chg="add mod">
          <ac:chgData name="Phan Thanh Duy" userId="7fe205da-551d-4fae-b045-58d66fb40073" providerId="ADAL" clId="{A441D81C-AEF8-464D-902E-B6449B34371D}" dt="2026-10-06T07:26:08.353" v="2172" actId="1076"/>
          <ac:spMkLst>
            <pc:docMk/>
            <pc:sldMk cId="1055492456" sldId="315"/>
            <ac:spMk id="1027" creationId="{BF849ECB-B9A7-932B-7B6C-FCC99292D834}"/>
          </ac:spMkLst>
        </pc:spChg>
        <pc:spChg chg="add mod">
          <ac:chgData name="Phan Thanh Duy" userId="7fe205da-551d-4fae-b045-58d66fb40073" providerId="ADAL" clId="{A441D81C-AEF8-464D-902E-B6449B34371D}" dt="2026-10-06T07:26:08.353" v="2172" actId="1076"/>
          <ac:spMkLst>
            <pc:docMk/>
            <pc:sldMk cId="1055492456" sldId="315"/>
            <ac:spMk id="1029" creationId="{6F883EC5-7ED1-2EBF-BAB8-F68385730236}"/>
          </ac:spMkLst>
        </pc:spChg>
        <pc:spChg chg="del mod">
          <ac:chgData name="Phan Thanh Duy" userId="7fe205da-551d-4fae-b045-58d66fb40073" providerId="ADAL" clId="{A441D81C-AEF8-464D-902E-B6449B34371D}" dt="2026-10-06T07:25:56.741" v="2170" actId="478"/>
          <ac:spMkLst>
            <pc:docMk/>
            <pc:sldMk cId="1055492456" sldId="315"/>
            <ac:spMk id="1032" creationId="{0EB745C1-56CB-27FB-AFCA-443A37C66A4B}"/>
          </ac:spMkLst>
        </pc:spChg>
        <pc:spChg chg="mod">
          <ac:chgData name="Phan Thanh Duy" userId="7fe205da-551d-4fae-b045-58d66fb40073" providerId="ADAL" clId="{A441D81C-AEF8-464D-902E-B6449B34371D}" dt="2026-10-06T06:38:30.315" v="1803"/>
          <ac:spMkLst>
            <pc:docMk/>
            <pc:sldMk cId="1055492456" sldId="315"/>
            <ac:spMk id="1039" creationId="{9B565E59-812C-4135-261F-FBD76E37DF94}"/>
          </ac:spMkLst>
        </pc:spChg>
        <pc:spChg chg="del mod">
          <ac:chgData name="Phan Thanh Duy" userId="7fe205da-551d-4fae-b045-58d66fb40073" providerId="ADAL" clId="{A441D81C-AEF8-464D-902E-B6449B34371D}" dt="2026-10-06T07:25:56.741" v="2170" actId="478"/>
          <ac:spMkLst>
            <pc:docMk/>
            <pc:sldMk cId="1055492456" sldId="315"/>
            <ac:spMk id="1052" creationId="{049CAA75-BF47-C9F2-5A51-1D9C361CCA84}"/>
          </ac:spMkLst>
        </pc:spChg>
        <pc:spChg chg="del mod">
          <ac:chgData name="Phan Thanh Duy" userId="7fe205da-551d-4fae-b045-58d66fb40073" providerId="ADAL" clId="{A441D81C-AEF8-464D-902E-B6449B34371D}" dt="2026-10-06T07:25:56.741" v="2170" actId="478"/>
          <ac:spMkLst>
            <pc:docMk/>
            <pc:sldMk cId="1055492456" sldId="315"/>
            <ac:spMk id="1109" creationId="{4CBFF249-061A-8FE8-C44B-2B9EC7B0F636}"/>
          </ac:spMkLst>
        </pc:spChg>
        <pc:spChg chg="del mod">
          <ac:chgData name="Phan Thanh Duy" userId="7fe205da-551d-4fae-b045-58d66fb40073" providerId="ADAL" clId="{A441D81C-AEF8-464D-902E-B6449B34371D}" dt="2026-10-06T07:25:56.741" v="2170" actId="478"/>
          <ac:spMkLst>
            <pc:docMk/>
            <pc:sldMk cId="1055492456" sldId="315"/>
            <ac:spMk id="1111" creationId="{8BF3F8D7-0A36-82FD-FC62-AD156F062C77}"/>
          </ac:spMkLst>
        </pc:spChg>
        <pc:spChg chg="del mod">
          <ac:chgData name="Phan Thanh Duy" userId="7fe205da-551d-4fae-b045-58d66fb40073" providerId="ADAL" clId="{A441D81C-AEF8-464D-902E-B6449B34371D}" dt="2026-10-06T07:25:56.741" v="2170" actId="478"/>
          <ac:spMkLst>
            <pc:docMk/>
            <pc:sldMk cId="1055492456" sldId="315"/>
            <ac:spMk id="1342" creationId="{981D97BC-4D09-044A-C8A5-8CAD299BBC5E}"/>
          </ac:spMkLst>
        </pc:spChg>
        <pc:spChg chg="del mod">
          <ac:chgData name="Phan Thanh Duy" userId="7fe205da-551d-4fae-b045-58d66fb40073" providerId="ADAL" clId="{A441D81C-AEF8-464D-902E-B6449B34371D}" dt="2026-10-06T07:25:56.741" v="2170" actId="478"/>
          <ac:spMkLst>
            <pc:docMk/>
            <pc:sldMk cId="1055492456" sldId="315"/>
            <ac:spMk id="1348" creationId="{05AAC781-D2D2-1971-BA77-ABF56BC90A93}"/>
          </ac:spMkLst>
        </pc:spChg>
        <pc:spChg chg="add mod">
          <ac:chgData name="Phan Thanh Duy" userId="7fe205da-551d-4fae-b045-58d66fb40073" providerId="ADAL" clId="{A441D81C-AEF8-464D-902E-B6449B34371D}" dt="2026-10-06T07:26:08.353" v="2172" actId="1076"/>
          <ac:spMkLst>
            <pc:docMk/>
            <pc:sldMk cId="1055492456" sldId="315"/>
            <ac:spMk id="1362" creationId="{A1B06E0A-B5CB-CAB4-2D19-22AF98AA3F1C}"/>
          </ac:spMkLst>
        </pc:spChg>
        <pc:spChg chg="add mod">
          <ac:chgData name="Phan Thanh Duy" userId="7fe205da-551d-4fae-b045-58d66fb40073" providerId="ADAL" clId="{A441D81C-AEF8-464D-902E-B6449B34371D}" dt="2026-10-06T07:26:08.353" v="2172" actId="1076"/>
          <ac:spMkLst>
            <pc:docMk/>
            <pc:sldMk cId="1055492456" sldId="315"/>
            <ac:spMk id="1363" creationId="{4DA2E47A-AC8D-314F-8073-1C6FE8CE9148}"/>
          </ac:spMkLst>
        </pc:spChg>
        <pc:spChg chg="add mod">
          <ac:chgData name="Phan Thanh Duy" userId="7fe205da-551d-4fae-b045-58d66fb40073" providerId="ADAL" clId="{A441D81C-AEF8-464D-902E-B6449B34371D}" dt="2026-10-06T07:26:08.353" v="2172" actId="1076"/>
          <ac:spMkLst>
            <pc:docMk/>
            <pc:sldMk cId="1055492456" sldId="315"/>
            <ac:spMk id="1365" creationId="{0717CB98-EE17-DA5A-9A1A-2169B7588C52}"/>
          </ac:spMkLst>
        </pc:spChg>
        <pc:spChg chg="add mod">
          <ac:chgData name="Phan Thanh Duy" userId="7fe205da-551d-4fae-b045-58d66fb40073" providerId="ADAL" clId="{A441D81C-AEF8-464D-902E-B6449B34371D}" dt="2026-10-06T07:26:08.353" v="2172" actId="1076"/>
          <ac:spMkLst>
            <pc:docMk/>
            <pc:sldMk cId="1055492456" sldId="315"/>
            <ac:spMk id="1368" creationId="{4CDCD42F-8975-CEC9-2D1B-212953D956FC}"/>
          </ac:spMkLst>
        </pc:spChg>
        <pc:spChg chg="add mod">
          <ac:chgData name="Phan Thanh Duy" userId="7fe205da-551d-4fae-b045-58d66fb40073" providerId="ADAL" clId="{A441D81C-AEF8-464D-902E-B6449B34371D}" dt="2026-10-06T07:26:08.353" v="2172" actId="1076"/>
          <ac:spMkLst>
            <pc:docMk/>
            <pc:sldMk cId="1055492456" sldId="315"/>
            <ac:spMk id="1370" creationId="{B2EA0261-DDD3-3E1B-3C85-E92294924E8E}"/>
          </ac:spMkLst>
        </pc:spChg>
        <pc:spChg chg="add mod">
          <ac:chgData name="Phan Thanh Duy" userId="7fe205da-551d-4fae-b045-58d66fb40073" providerId="ADAL" clId="{A441D81C-AEF8-464D-902E-B6449B34371D}" dt="2026-10-06T07:26:08.353" v="2172" actId="1076"/>
          <ac:spMkLst>
            <pc:docMk/>
            <pc:sldMk cId="1055492456" sldId="315"/>
            <ac:spMk id="1371" creationId="{ADECCD05-C958-548A-3FF9-B36693C9359A}"/>
          </ac:spMkLst>
        </pc:spChg>
        <pc:spChg chg="add mod">
          <ac:chgData name="Phan Thanh Duy" userId="7fe205da-551d-4fae-b045-58d66fb40073" providerId="ADAL" clId="{A441D81C-AEF8-464D-902E-B6449B34371D}" dt="2026-10-06T07:26:08.353" v="2172" actId="1076"/>
          <ac:spMkLst>
            <pc:docMk/>
            <pc:sldMk cId="1055492456" sldId="315"/>
            <ac:spMk id="1374" creationId="{4512187B-E62F-D5D9-8C8B-8DCFFFBBA2CB}"/>
          </ac:spMkLst>
        </pc:spChg>
        <pc:grpChg chg="mod">
          <ac:chgData name="Phan Thanh Duy" userId="7fe205da-551d-4fae-b045-58d66fb40073" providerId="ADAL" clId="{A441D81C-AEF8-464D-902E-B6449B34371D}" dt="2026-10-06T06:02:10.191" v="1507" actId="962"/>
          <ac:grpSpMkLst>
            <pc:docMk/>
            <pc:sldMk cId="1055492456" sldId="315"/>
            <ac:grpSpMk id="1042" creationId="{909914BE-3186-CD77-CF0C-B7D5E046809E}"/>
          </ac:grpSpMkLst>
        </pc:grpChg>
        <pc:cxnChg chg="mod">
          <ac:chgData name="Phan Thanh Duy" userId="7fe205da-551d-4fae-b045-58d66fb40073" providerId="ADAL" clId="{A441D81C-AEF8-464D-902E-B6449B34371D}" dt="2026-10-06T07:17:28.037" v="2107" actId="1076"/>
          <ac:cxnSpMkLst>
            <pc:docMk/>
            <pc:sldMk cId="1055492456" sldId="315"/>
            <ac:cxnSpMk id="11" creationId="{6D5379C7-EF9F-B75E-E896-34D6CEF430D9}"/>
          </ac:cxnSpMkLst>
        </pc:cxnChg>
        <pc:cxnChg chg="mod">
          <ac:chgData name="Phan Thanh Duy" userId="7fe205da-551d-4fae-b045-58d66fb40073" providerId="ADAL" clId="{A441D81C-AEF8-464D-902E-B6449B34371D}" dt="2026-10-06T07:17:26.548" v="2095" actId="14100"/>
          <ac:cxnSpMkLst>
            <pc:docMk/>
            <pc:sldMk cId="1055492456" sldId="315"/>
            <ac:cxnSpMk id="27" creationId="{0522F564-EF06-AABF-2C43-7A746EE55273}"/>
          </ac:cxnSpMkLst>
        </pc:cxnChg>
        <pc:cxnChg chg="mod">
          <ac:chgData name="Phan Thanh Duy" userId="7fe205da-551d-4fae-b045-58d66fb40073" providerId="ADAL" clId="{A441D81C-AEF8-464D-902E-B6449B34371D}" dt="2026-10-06T07:19:41.806" v="2124" actId="962"/>
          <ac:cxnSpMkLst>
            <pc:docMk/>
            <pc:sldMk cId="1055492456" sldId="315"/>
            <ac:cxnSpMk id="1025" creationId="{018DD508-4D1F-C22B-93A6-1DE5A4968E16}"/>
          </ac:cxnSpMkLst>
        </pc:cxnChg>
        <pc:cxnChg chg="mod">
          <ac:chgData name="Phan Thanh Duy" userId="7fe205da-551d-4fae-b045-58d66fb40073" providerId="ADAL" clId="{A441D81C-AEF8-464D-902E-B6449B34371D}" dt="2026-10-06T07:19:38.546" v="2123" actId="962"/>
          <ac:cxnSpMkLst>
            <pc:docMk/>
            <pc:sldMk cId="1055492456" sldId="315"/>
            <ac:cxnSpMk id="1033" creationId="{B18BB718-4491-2C67-C15A-3AE51BFD6D2D}"/>
          </ac:cxnSpMkLst>
        </pc:cxnChg>
        <pc:cxnChg chg="mod">
          <ac:chgData name="Phan Thanh Duy" userId="7fe205da-551d-4fae-b045-58d66fb40073" providerId="ADAL" clId="{A441D81C-AEF8-464D-902E-B6449B34371D}" dt="2026-10-06T07:19:35.080" v="2122" actId="962"/>
          <ac:cxnSpMkLst>
            <pc:docMk/>
            <pc:sldMk cId="1055492456" sldId="315"/>
            <ac:cxnSpMk id="1102" creationId="{06F8F0D7-5C00-8E3B-18E8-CCE3B0EDA416}"/>
          </ac:cxnSpMkLst>
        </pc:cxnChg>
        <pc:cxnChg chg="mod">
          <ac:chgData name="Phan Thanh Duy" userId="7fe205da-551d-4fae-b045-58d66fb40073" providerId="ADAL" clId="{A441D81C-AEF8-464D-902E-B6449B34371D}" dt="2026-10-06T07:19:03.457" v="2118" actId="962"/>
          <ac:cxnSpMkLst>
            <pc:docMk/>
            <pc:sldMk cId="1055492456" sldId="315"/>
            <ac:cxnSpMk id="1112" creationId="{CEA11B03-323F-5071-0F53-8DD9D1270D00}"/>
          </ac:cxnSpMkLst>
        </pc:cxnChg>
        <pc:cxnChg chg="mod ord">
          <ac:chgData name="Phan Thanh Duy" userId="7fe205da-551d-4fae-b045-58d66fb40073" providerId="ADAL" clId="{A441D81C-AEF8-464D-902E-B6449B34371D}" dt="2026-10-06T07:19:07.239" v="2119" actId="962"/>
          <ac:cxnSpMkLst>
            <pc:docMk/>
            <pc:sldMk cId="1055492456" sldId="315"/>
            <ac:cxnSpMk id="1115" creationId="{F9FF9ABC-62CE-C2AF-0378-9F38ABB097FA}"/>
          </ac:cxnSpMkLst>
        </pc:cxnChg>
        <pc:cxnChg chg="mod">
          <ac:chgData name="Phan Thanh Duy" userId="7fe205da-551d-4fae-b045-58d66fb40073" providerId="ADAL" clId="{A441D81C-AEF8-464D-902E-B6449B34371D}" dt="2026-10-06T07:17:27.065" v="2103" actId="14100"/>
          <ac:cxnSpMkLst>
            <pc:docMk/>
            <pc:sldMk cId="1055492456" sldId="315"/>
            <ac:cxnSpMk id="1343" creationId="{2379B2F6-326B-B146-F006-69A824660BA5}"/>
          </ac:cxnSpMkLst>
        </pc:cxnChg>
        <pc:cxnChg chg="mod">
          <ac:chgData name="Phan Thanh Duy" userId="7fe205da-551d-4fae-b045-58d66fb40073" providerId="ADAL" clId="{A441D81C-AEF8-464D-902E-B6449B34371D}" dt="2026-10-06T07:17:27.760" v="2106" actId="1076"/>
          <ac:cxnSpMkLst>
            <pc:docMk/>
            <pc:sldMk cId="1055492456" sldId="315"/>
            <ac:cxnSpMk id="1349" creationId="{B01FA730-1600-3E87-2017-AACACFBAD1C3}"/>
          </ac:cxnSpMkLst>
        </pc:cxnChg>
      </pc:sldChg>
      <pc:sldChg chg="addSp delSp modSp add mod ord modTransition addAnim delAnim modAnim">
        <pc:chgData name="Phan Thanh Duy" userId="7fe205da-551d-4fae-b045-58d66fb40073" providerId="ADAL" clId="{A441D81C-AEF8-464D-902E-B6449B34371D}" dt="2026-10-06T06:38:47.356" v="1804" actId="1076"/>
        <pc:sldMkLst>
          <pc:docMk/>
          <pc:sldMk cId="3959107077" sldId="316"/>
        </pc:sldMkLst>
        <pc:spChg chg="del">
          <ac:chgData name="Phan Thanh Duy" userId="7fe205da-551d-4fae-b045-58d66fb40073" providerId="ADAL" clId="{A441D81C-AEF8-464D-902E-B6449B34371D}" dt="2026-10-06T06:36:53.040" v="1764" actId="478"/>
          <ac:spMkLst>
            <pc:docMk/>
            <pc:sldMk cId="3959107077" sldId="316"/>
            <ac:spMk id="5" creationId="{D7F25476-83B4-94D4-9160-52F15E3656FA}"/>
          </ac:spMkLst>
        </pc:spChg>
        <pc:spChg chg="add mod">
          <ac:chgData name="Phan Thanh Duy" userId="7fe205da-551d-4fae-b045-58d66fb40073" providerId="ADAL" clId="{A441D81C-AEF8-464D-902E-B6449B34371D}" dt="2026-10-06T03:43:40.952" v="1261" actId="1076"/>
          <ac:spMkLst>
            <pc:docMk/>
            <pc:sldMk cId="3959107077" sldId="316"/>
            <ac:spMk id="7" creationId="{0791BE73-4301-8BAF-695B-9DFA2BD3C542}"/>
          </ac:spMkLst>
        </pc:spChg>
        <pc:spChg chg="mod">
          <ac:chgData name="Phan Thanh Duy" userId="7fe205da-551d-4fae-b045-58d66fb40073" providerId="ADAL" clId="{A441D81C-AEF8-464D-902E-B6449B34371D}" dt="2026-10-06T06:38:47.356" v="1804" actId="1076"/>
          <ac:spMkLst>
            <pc:docMk/>
            <pc:sldMk cId="3959107077" sldId="316"/>
            <ac:spMk id="9" creationId="{F1A9FAD3-D3A6-6924-FAA4-786CD3A31D19}"/>
          </ac:spMkLst>
        </pc:spChg>
        <pc:spChg chg="del">
          <ac:chgData name="Phan Thanh Duy" userId="7fe205da-551d-4fae-b045-58d66fb40073" providerId="ADAL" clId="{A441D81C-AEF8-464D-902E-B6449B34371D}" dt="2026-10-05T13:35:44.133" v="1153" actId="478"/>
          <ac:spMkLst>
            <pc:docMk/>
            <pc:sldMk cId="3959107077" sldId="316"/>
            <ac:spMk id="26" creationId="{286939C9-0F98-3619-AD6F-33D1A4303643}"/>
          </ac:spMkLst>
        </pc:spChg>
        <pc:spChg chg="del">
          <ac:chgData name="Phan Thanh Duy" userId="7fe205da-551d-4fae-b045-58d66fb40073" providerId="ADAL" clId="{A441D81C-AEF8-464D-902E-B6449B34371D}" dt="2026-10-05T13:35:44.133" v="1153" actId="478"/>
          <ac:spMkLst>
            <pc:docMk/>
            <pc:sldMk cId="3959107077" sldId="316"/>
            <ac:spMk id="1024" creationId="{D8A80AFE-1B72-D555-59F1-2C19B38DC976}"/>
          </ac:spMkLst>
        </pc:spChg>
        <pc:spChg chg="del">
          <ac:chgData name="Phan Thanh Duy" userId="7fe205da-551d-4fae-b045-58d66fb40073" providerId="ADAL" clId="{A441D81C-AEF8-464D-902E-B6449B34371D}" dt="2026-10-05T13:35:44.133" v="1153" actId="478"/>
          <ac:spMkLst>
            <pc:docMk/>
            <pc:sldMk cId="3959107077" sldId="316"/>
            <ac:spMk id="1032" creationId="{646A1CD2-8FA9-9205-297A-FD6CC61CDA0F}"/>
          </ac:spMkLst>
        </pc:spChg>
        <pc:spChg chg="mod">
          <ac:chgData name="Phan Thanh Duy" userId="7fe205da-551d-4fae-b045-58d66fb40073" providerId="ADAL" clId="{A441D81C-AEF8-464D-902E-B6449B34371D}" dt="2026-10-06T06:38:11.290" v="1791" actId="207"/>
          <ac:spMkLst>
            <pc:docMk/>
            <pc:sldMk cId="3959107077" sldId="316"/>
            <ac:spMk id="1039" creationId="{D9425BFF-AD2E-3F63-A29D-CAF94A7DA5D8}"/>
          </ac:spMkLst>
        </pc:spChg>
        <pc:spChg chg="del">
          <ac:chgData name="Phan Thanh Duy" userId="7fe205da-551d-4fae-b045-58d66fb40073" providerId="ADAL" clId="{A441D81C-AEF8-464D-902E-B6449B34371D}" dt="2026-10-05T13:35:44.133" v="1153" actId="478"/>
          <ac:spMkLst>
            <pc:docMk/>
            <pc:sldMk cId="3959107077" sldId="316"/>
            <ac:spMk id="1052" creationId="{C1395930-CCC1-B2D0-45DC-7C8664F77227}"/>
          </ac:spMkLst>
        </pc:spChg>
        <pc:spChg chg="del">
          <ac:chgData name="Phan Thanh Duy" userId="7fe205da-551d-4fae-b045-58d66fb40073" providerId="ADAL" clId="{A441D81C-AEF8-464D-902E-B6449B34371D}" dt="2026-10-05T13:35:44.133" v="1153" actId="478"/>
          <ac:spMkLst>
            <pc:docMk/>
            <pc:sldMk cId="3959107077" sldId="316"/>
            <ac:spMk id="1109" creationId="{3B8D8848-ED38-E25B-E6CA-DAC32AEECC6A}"/>
          </ac:spMkLst>
        </pc:spChg>
        <pc:spChg chg="del">
          <ac:chgData name="Phan Thanh Duy" userId="7fe205da-551d-4fae-b045-58d66fb40073" providerId="ADAL" clId="{A441D81C-AEF8-464D-902E-B6449B34371D}" dt="2026-10-05T13:35:44.133" v="1153" actId="478"/>
          <ac:spMkLst>
            <pc:docMk/>
            <pc:sldMk cId="3959107077" sldId="316"/>
            <ac:spMk id="1111" creationId="{F32FA967-ABCC-0728-5A5C-9E2E2749833D}"/>
          </ac:spMkLst>
        </pc:spChg>
        <pc:spChg chg="del">
          <ac:chgData name="Phan Thanh Duy" userId="7fe205da-551d-4fae-b045-58d66fb40073" providerId="ADAL" clId="{A441D81C-AEF8-464D-902E-B6449B34371D}" dt="2026-10-05T13:35:44.133" v="1153" actId="478"/>
          <ac:spMkLst>
            <pc:docMk/>
            <pc:sldMk cId="3959107077" sldId="316"/>
            <ac:spMk id="1342" creationId="{674802F4-BB33-E7BC-8586-AD53E0547144}"/>
          </ac:spMkLst>
        </pc:spChg>
        <pc:spChg chg="del">
          <ac:chgData name="Phan Thanh Duy" userId="7fe205da-551d-4fae-b045-58d66fb40073" providerId="ADAL" clId="{A441D81C-AEF8-464D-902E-B6449B34371D}" dt="2026-10-05T13:35:44.133" v="1153" actId="478"/>
          <ac:spMkLst>
            <pc:docMk/>
            <pc:sldMk cId="3959107077" sldId="316"/>
            <ac:spMk id="1348" creationId="{A8F596F7-B274-159B-AAE2-E957E47674D2}"/>
          </ac:spMkLst>
        </pc:spChg>
        <pc:grpChg chg="mod">
          <ac:chgData name="Phan Thanh Duy" userId="7fe205da-551d-4fae-b045-58d66fb40073" providerId="ADAL" clId="{A441D81C-AEF8-464D-902E-B6449B34371D}" dt="2026-10-06T06:00:07.092" v="1498" actId="962"/>
          <ac:grpSpMkLst>
            <pc:docMk/>
            <pc:sldMk cId="3959107077" sldId="316"/>
            <ac:grpSpMk id="1042" creationId="{F14889BF-4F38-978F-1C02-4B50915D1053}"/>
          </ac:grpSpMkLst>
        </pc:grpChg>
        <pc:picChg chg="add mod">
          <ac:chgData name="Phan Thanh Duy" userId="7fe205da-551d-4fae-b045-58d66fb40073" providerId="ADAL" clId="{A441D81C-AEF8-464D-902E-B6449B34371D}" dt="2026-10-06T03:44:18.723" v="1272" actId="1076"/>
          <ac:picMkLst>
            <pc:docMk/>
            <pc:sldMk cId="3959107077" sldId="316"/>
            <ac:picMk id="3" creationId="{D2B753BF-C31F-35D0-BA9B-3CDD4B2172D7}"/>
          </ac:picMkLst>
        </pc:picChg>
        <pc:picChg chg="add del mod">
          <ac:chgData name="Phan Thanh Duy" userId="7fe205da-551d-4fae-b045-58d66fb40073" providerId="ADAL" clId="{A441D81C-AEF8-464D-902E-B6449B34371D}" dt="2026-10-06T03:40:51.271" v="1236" actId="478"/>
          <ac:picMkLst>
            <pc:docMk/>
            <pc:sldMk cId="3959107077" sldId="316"/>
            <ac:picMk id="10" creationId="{EFDA53DB-1A87-C298-ECD4-65D129373569}"/>
          </ac:picMkLst>
        </pc:picChg>
        <pc:picChg chg="add mod">
          <ac:chgData name="Phan Thanh Duy" userId="7fe205da-551d-4fae-b045-58d66fb40073" providerId="ADAL" clId="{A441D81C-AEF8-464D-902E-B6449B34371D}" dt="2026-10-06T03:44:21.818" v="1273" actId="1076"/>
          <ac:picMkLst>
            <pc:docMk/>
            <pc:sldMk cId="3959107077" sldId="316"/>
            <ac:picMk id="12" creationId="{9A9CCFC9-2F07-ECF8-9E76-5596E56F6378}"/>
          </ac:picMkLst>
        </pc:picChg>
        <pc:picChg chg="add del">
          <ac:chgData name="Phan Thanh Duy" userId="7fe205da-551d-4fae-b045-58d66fb40073" providerId="ADAL" clId="{A441D81C-AEF8-464D-902E-B6449B34371D}" dt="2026-10-06T03:43:05.406" v="1250" actId="22"/>
          <ac:picMkLst>
            <pc:docMk/>
            <pc:sldMk cId="3959107077" sldId="316"/>
            <ac:picMk id="15" creationId="{A471F0F7-C06D-5135-E236-EEC71348997F}"/>
          </ac:picMkLst>
        </pc:picChg>
        <pc:cxnChg chg="add mod">
          <ac:chgData name="Phan Thanh Duy" userId="7fe205da-551d-4fae-b045-58d66fb40073" providerId="ADAL" clId="{A441D81C-AEF8-464D-902E-B6449B34371D}" dt="2026-10-06T06:04:01.108" v="1514" actId="962"/>
          <ac:cxnSpMkLst>
            <pc:docMk/>
            <pc:sldMk cId="3959107077" sldId="316"/>
            <ac:cxnSpMk id="6" creationId="{212E7686-FB91-8335-2128-722C5F284037}"/>
          </ac:cxnSpMkLst>
        </pc:cxnChg>
        <pc:cxnChg chg="del mod">
          <ac:chgData name="Phan Thanh Duy" userId="7fe205da-551d-4fae-b045-58d66fb40073" providerId="ADAL" clId="{A441D81C-AEF8-464D-902E-B6449B34371D}" dt="2026-10-05T13:36:22.319" v="1158" actId="478"/>
          <ac:cxnSpMkLst>
            <pc:docMk/>
            <pc:sldMk cId="3959107077" sldId="316"/>
            <ac:cxnSpMk id="11" creationId="{CB3FEBB2-ADF9-0A78-B779-636F886D606E}"/>
          </ac:cxnSpMkLst>
        </pc:cxnChg>
        <pc:cxnChg chg="add mod">
          <ac:chgData name="Phan Thanh Duy" userId="7fe205da-551d-4fae-b045-58d66fb40073" providerId="ADAL" clId="{A441D81C-AEF8-464D-902E-B6449B34371D}" dt="2026-10-06T03:43:02.122" v="1248"/>
          <ac:cxnSpMkLst>
            <pc:docMk/>
            <pc:sldMk cId="3959107077" sldId="316"/>
            <ac:cxnSpMk id="13" creationId="{9B14AC7E-22CE-BB57-2BAA-F6F45ACFECDC}"/>
          </ac:cxnSpMkLst>
        </pc:cxnChg>
        <pc:cxnChg chg="add mod">
          <ac:chgData name="Phan Thanh Duy" userId="7fe205da-551d-4fae-b045-58d66fb40073" providerId="ADAL" clId="{A441D81C-AEF8-464D-902E-B6449B34371D}" dt="2026-10-06T03:43:47.567" v="1265" actId="1076"/>
          <ac:cxnSpMkLst>
            <pc:docMk/>
            <pc:sldMk cId="3959107077" sldId="316"/>
            <ac:cxnSpMk id="16" creationId="{F5A8A28D-7CAA-0DD5-D4F4-F7A130309709}"/>
          </ac:cxnSpMkLst>
        </pc:cxnChg>
        <pc:cxnChg chg="add mod">
          <ac:chgData name="Phan Thanh Duy" userId="7fe205da-551d-4fae-b045-58d66fb40073" providerId="ADAL" clId="{A441D81C-AEF8-464D-902E-B6449B34371D}" dt="2026-10-06T03:43:59.035" v="1270" actId="14100"/>
          <ac:cxnSpMkLst>
            <pc:docMk/>
            <pc:sldMk cId="3959107077" sldId="316"/>
            <ac:cxnSpMk id="17" creationId="{A5CB7226-20EA-FE53-3822-302DB86CFD3A}"/>
          </ac:cxnSpMkLst>
        </pc:cxnChg>
        <pc:cxnChg chg="del mod">
          <ac:chgData name="Phan Thanh Duy" userId="7fe205da-551d-4fae-b045-58d66fb40073" providerId="ADAL" clId="{A441D81C-AEF8-464D-902E-B6449B34371D}" dt="2026-10-05T13:35:50.280" v="1154" actId="478"/>
          <ac:cxnSpMkLst>
            <pc:docMk/>
            <pc:sldMk cId="3959107077" sldId="316"/>
            <ac:cxnSpMk id="27" creationId="{A6E140EA-C925-420A-4CFF-816DC01B8382}"/>
          </ac:cxnSpMkLst>
        </pc:cxnChg>
        <pc:cxnChg chg="del">
          <ac:chgData name="Phan Thanh Duy" userId="7fe205da-551d-4fae-b045-58d66fb40073" providerId="ADAL" clId="{A441D81C-AEF8-464D-902E-B6449B34371D}" dt="2026-10-05T13:35:50.280" v="1154" actId="478"/>
          <ac:cxnSpMkLst>
            <pc:docMk/>
            <pc:sldMk cId="3959107077" sldId="316"/>
            <ac:cxnSpMk id="1025" creationId="{761AADC0-CA98-1996-D0AB-224CEE215CDD}"/>
          </ac:cxnSpMkLst>
        </pc:cxnChg>
        <pc:cxnChg chg="del">
          <ac:chgData name="Phan Thanh Duy" userId="7fe205da-551d-4fae-b045-58d66fb40073" providerId="ADAL" clId="{A441D81C-AEF8-464D-902E-B6449B34371D}" dt="2026-10-05T13:35:50.280" v="1154" actId="478"/>
          <ac:cxnSpMkLst>
            <pc:docMk/>
            <pc:sldMk cId="3959107077" sldId="316"/>
            <ac:cxnSpMk id="1033" creationId="{8B33E53F-DA39-E9B2-117B-6DA2ED6AA5A3}"/>
          </ac:cxnSpMkLst>
        </pc:cxnChg>
        <pc:cxnChg chg="del mod">
          <ac:chgData name="Phan Thanh Duy" userId="7fe205da-551d-4fae-b045-58d66fb40073" providerId="ADAL" clId="{A441D81C-AEF8-464D-902E-B6449B34371D}" dt="2026-10-05T13:35:50.280" v="1154" actId="478"/>
          <ac:cxnSpMkLst>
            <pc:docMk/>
            <pc:sldMk cId="3959107077" sldId="316"/>
            <ac:cxnSpMk id="1112" creationId="{D37E1C2E-67B6-E407-7EB2-68516B82C4D9}"/>
          </ac:cxnSpMkLst>
        </pc:cxnChg>
        <pc:cxnChg chg="del">
          <ac:chgData name="Phan Thanh Duy" userId="7fe205da-551d-4fae-b045-58d66fb40073" providerId="ADAL" clId="{A441D81C-AEF8-464D-902E-B6449B34371D}" dt="2026-10-05T13:35:50.280" v="1154" actId="478"/>
          <ac:cxnSpMkLst>
            <pc:docMk/>
            <pc:sldMk cId="3959107077" sldId="316"/>
            <ac:cxnSpMk id="1115" creationId="{91AE18B4-4D64-2E30-A94B-38CA0BFFFEA2}"/>
          </ac:cxnSpMkLst>
        </pc:cxnChg>
        <pc:cxnChg chg="del">
          <ac:chgData name="Phan Thanh Duy" userId="7fe205da-551d-4fae-b045-58d66fb40073" providerId="ADAL" clId="{A441D81C-AEF8-464D-902E-B6449B34371D}" dt="2026-10-05T13:35:50.280" v="1154" actId="478"/>
          <ac:cxnSpMkLst>
            <pc:docMk/>
            <pc:sldMk cId="3959107077" sldId="316"/>
            <ac:cxnSpMk id="1343" creationId="{54235C09-7DCA-77B7-AC61-146ED63E1C01}"/>
          </ac:cxnSpMkLst>
        </pc:cxnChg>
        <pc:cxnChg chg="del mod">
          <ac:chgData name="Phan Thanh Duy" userId="7fe205da-551d-4fae-b045-58d66fb40073" providerId="ADAL" clId="{A441D81C-AEF8-464D-902E-B6449B34371D}" dt="2026-10-05T13:35:50.280" v="1154" actId="478"/>
          <ac:cxnSpMkLst>
            <pc:docMk/>
            <pc:sldMk cId="3959107077" sldId="316"/>
            <ac:cxnSpMk id="1349" creationId="{5E464772-3291-81A8-8B18-064C038B3B45}"/>
          </ac:cxnSpMkLst>
        </pc:cxnChg>
      </pc:sldChg>
      <pc:sldChg chg="addSp delSp modSp add mod ord modTransition addAnim delAnim modAnim">
        <pc:chgData name="Phan Thanh Duy" userId="7fe205da-551d-4fae-b045-58d66fb40073" providerId="ADAL" clId="{A441D81C-AEF8-464D-902E-B6449B34371D}" dt="2026-10-06T06:38:50.518" v="1805" actId="1076"/>
        <pc:sldMkLst>
          <pc:docMk/>
          <pc:sldMk cId="3279762119" sldId="317"/>
        </pc:sldMkLst>
        <pc:spChg chg="del mod ord">
          <ac:chgData name="Phan Thanh Duy" userId="7fe205da-551d-4fae-b045-58d66fb40073" providerId="ADAL" clId="{A441D81C-AEF8-464D-902E-B6449B34371D}" dt="2026-10-06T06:36:55.383" v="1766" actId="478"/>
          <ac:spMkLst>
            <pc:docMk/>
            <pc:sldMk cId="3279762119" sldId="317"/>
            <ac:spMk id="5" creationId="{3EE33205-DDDD-C6A9-E47D-59913DFF9BBB}"/>
          </ac:spMkLst>
        </pc:spChg>
        <pc:spChg chg="add mod">
          <ac:chgData name="Phan Thanh Duy" userId="7fe205da-551d-4fae-b045-58d66fb40073" providerId="ADAL" clId="{A441D81C-AEF8-464D-902E-B6449B34371D}" dt="2026-10-06T03:53:51.421" v="1328" actId="1076"/>
          <ac:spMkLst>
            <pc:docMk/>
            <pc:sldMk cId="3279762119" sldId="317"/>
            <ac:spMk id="13" creationId="{A448F1F6-CD1B-2FD0-F9ED-B3B8F31B6673}"/>
          </ac:spMkLst>
        </pc:spChg>
        <pc:spChg chg="add mod">
          <ac:chgData name="Phan Thanh Duy" userId="7fe205da-551d-4fae-b045-58d66fb40073" providerId="ADAL" clId="{A441D81C-AEF8-464D-902E-B6449B34371D}" dt="2026-10-06T03:56:10.210" v="1398" actId="1076"/>
          <ac:spMkLst>
            <pc:docMk/>
            <pc:sldMk cId="3279762119" sldId="317"/>
            <ac:spMk id="16" creationId="{5B9427C6-9064-BBA6-4AD5-B00FDE2E0F5F}"/>
          </ac:spMkLst>
        </pc:spChg>
        <pc:spChg chg="add mod">
          <ac:chgData name="Phan Thanh Duy" userId="7fe205da-551d-4fae-b045-58d66fb40073" providerId="ADAL" clId="{A441D81C-AEF8-464D-902E-B6449B34371D}" dt="2026-10-06T03:56:10.210" v="1398" actId="1076"/>
          <ac:spMkLst>
            <pc:docMk/>
            <pc:sldMk cId="3279762119" sldId="317"/>
            <ac:spMk id="18" creationId="{5D88FE5C-DC1A-682B-5D96-9B334D0FB10A}"/>
          </ac:spMkLst>
        </pc:spChg>
        <pc:spChg chg="mod">
          <ac:chgData name="Phan Thanh Duy" userId="7fe205da-551d-4fae-b045-58d66fb40073" providerId="ADAL" clId="{A441D81C-AEF8-464D-902E-B6449B34371D}" dt="2026-10-06T06:38:50.518" v="1805" actId="1076"/>
          <ac:spMkLst>
            <pc:docMk/>
            <pc:sldMk cId="3279762119" sldId="317"/>
            <ac:spMk id="26" creationId="{43EBB679-3353-B34F-AD72-18EE3155D145}"/>
          </ac:spMkLst>
        </pc:spChg>
        <pc:spChg chg="del">
          <ac:chgData name="Phan Thanh Duy" userId="7fe205da-551d-4fae-b045-58d66fb40073" providerId="ADAL" clId="{A441D81C-AEF8-464D-902E-B6449B34371D}" dt="2026-10-06T03:45:08.146" v="1283" actId="478"/>
          <ac:spMkLst>
            <pc:docMk/>
            <pc:sldMk cId="3279762119" sldId="317"/>
            <ac:spMk id="1024" creationId="{AD3BA1DD-620B-E818-C724-A2139478CF90}"/>
          </ac:spMkLst>
        </pc:spChg>
        <pc:spChg chg="del">
          <ac:chgData name="Phan Thanh Duy" userId="7fe205da-551d-4fae-b045-58d66fb40073" providerId="ADAL" clId="{A441D81C-AEF8-464D-902E-B6449B34371D}" dt="2026-10-06T03:45:08.146" v="1283" actId="478"/>
          <ac:spMkLst>
            <pc:docMk/>
            <pc:sldMk cId="3279762119" sldId="317"/>
            <ac:spMk id="1032" creationId="{F165D985-D9EF-9A9E-043F-AEEFF30DA0E8}"/>
          </ac:spMkLst>
        </pc:spChg>
        <pc:spChg chg="mod">
          <ac:chgData name="Phan Thanh Duy" userId="7fe205da-551d-4fae-b045-58d66fb40073" providerId="ADAL" clId="{A441D81C-AEF8-464D-902E-B6449B34371D}" dt="2026-10-06T06:38:17.116" v="1794"/>
          <ac:spMkLst>
            <pc:docMk/>
            <pc:sldMk cId="3279762119" sldId="317"/>
            <ac:spMk id="1039" creationId="{DCA1960C-9471-F1EF-358B-688971390D72}"/>
          </ac:spMkLst>
        </pc:spChg>
        <pc:spChg chg="del">
          <ac:chgData name="Phan Thanh Duy" userId="7fe205da-551d-4fae-b045-58d66fb40073" providerId="ADAL" clId="{A441D81C-AEF8-464D-902E-B6449B34371D}" dt="2026-10-06T03:44:57.387" v="1281" actId="478"/>
          <ac:spMkLst>
            <pc:docMk/>
            <pc:sldMk cId="3279762119" sldId="317"/>
            <ac:spMk id="1052" creationId="{CE609597-7D0A-2783-F76C-9B90AFBAC13D}"/>
          </ac:spMkLst>
        </pc:spChg>
        <pc:spChg chg="del">
          <ac:chgData name="Phan Thanh Duy" userId="7fe205da-551d-4fae-b045-58d66fb40073" providerId="ADAL" clId="{A441D81C-AEF8-464D-902E-B6449B34371D}" dt="2026-10-06T03:44:57.387" v="1281" actId="478"/>
          <ac:spMkLst>
            <pc:docMk/>
            <pc:sldMk cId="3279762119" sldId="317"/>
            <ac:spMk id="1109" creationId="{31550894-0603-A360-0749-A7E568A3A42D}"/>
          </ac:spMkLst>
        </pc:spChg>
        <pc:spChg chg="del">
          <ac:chgData name="Phan Thanh Duy" userId="7fe205da-551d-4fae-b045-58d66fb40073" providerId="ADAL" clId="{A441D81C-AEF8-464D-902E-B6449B34371D}" dt="2026-10-06T03:44:57.387" v="1281" actId="478"/>
          <ac:spMkLst>
            <pc:docMk/>
            <pc:sldMk cId="3279762119" sldId="317"/>
            <ac:spMk id="1111" creationId="{7549997E-5575-76DE-59EF-01960F8D6B23}"/>
          </ac:spMkLst>
        </pc:spChg>
        <pc:spChg chg="del">
          <ac:chgData name="Phan Thanh Duy" userId="7fe205da-551d-4fae-b045-58d66fb40073" providerId="ADAL" clId="{A441D81C-AEF8-464D-902E-B6449B34371D}" dt="2026-10-06T03:44:57.387" v="1281" actId="478"/>
          <ac:spMkLst>
            <pc:docMk/>
            <pc:sldMk cId="3279762119" sldId="317"/>
            <ac:spMk id="1342" creationId="{2614DD13-98BB-A2A2-3DF6-9232AC5EF5CC}"/>
          </ac:spMkLst>
        </pc:spChg>
        <pc:spChg chg="del">
          <ac:chgData name="Phan Thanh Duy" userId="7fe205da-551d-4fae-b045-58d66fb40073" providerId="ADAL" clId="{A441D81C-AEF8-464D-902E-B6449B34371D}" dt="2026-10-06T03:44:57.387" v="1281" actId="478"/>
          <ac:spMkLst>
            <pc:docMk/>
            <pc:sldMk cId="3279762119" sldId="317"/>
            <ac:spMk id="1348" creationId="{2F3A0742-7EE6-2C11-232B-21F12042E478}"/>
          </ac:spMkLst>
        </pc:spChg>
        <pc:grpChg chg="mod">
          <ac:chgData name="Phan Thanh Duy" userId="7fe205da-551d-4fae-b045-58d66fb40073" providerId="ADAL" clId="{A441D81C-AEF8-464D-902E-B6449B34371D}" dt="2026-10-06T06:01:25.576" v="1502" actId="962"/>
          <ac:grpSpMkLst>
            <pc:docMk/>
            <pc:sldMk cId="3279762119" sldId="317"/>
            <ac:grpSpMk id="1042" creationId="{51FADE43-C112-EC0E-C8A8-37F89C52873B}"/>
          </ac:grpSpMkLst>
        </pc:grpChg>
        <pc:picChg chg="add del mod">
          <ac:chgData name="Phan Thanh Duy" userId="7fe205da-551d-4fae-b045-58d66fb40073" providerId="ADAL" clId="{A441D81C-AEF8-464D-902E-B6449B34371D}" dt="2026-10-06T03:51:29.464" v="1309" actId="478"/>
          <ac:picMkLst>
            <pc:docMk/>
            <pc:sldMk cId="3279762119" sldId="317"/>
            <ac:picMk id="6" creationId="{36EC96AC-D0EF-01E3-8F2E-E9D53A338855}"/>
          </ac:picMkLst>
        </pc:picChg>
        <pc:picChg chg="add mod">
          <ac:chgData name="Phan Thanh Duy" userId="7fe205da-551d-4fae-b045-58d66fb40073" providerId="ADAL" clId="{A441D81C-AEF8-464D-902E-B6449B34371D}" dt="2026-10-06T03:56:14.999" v="1399" actId="1076"/>
          <ac:picMkLst>
            <pc:docMk/>
            <pc:sldMk cId="3279762119" sldId="317"/>
            <ac:picMk id="10" creationId="{24004966-944B-DB1E-AEF0-48F96F7F4D0B}"/>
          </ac:picMkLst>
        </pc:picChg>
        <pc:picChg chg="add mod">
          <ac:chgData name="Phan Thanh Duy" userId="7fe205da-551d-4fae-b045-58d66fb40073" providerId="ADAL" clId="{A441D81C-AEF8-464D-902E-B6449B34371D}" dt="2026-10-06T03:53:38.455" v="1324" actId="1076"/>
          <ac:picMkLst>
            <pc:docMk/>
            <pc:sldMk cId="3279762119" sldId="317"/>
            <ac:picMk id="15" creationId="{A31DBF2D-05B8-DC33-5F0D-42CE7CF08774}"/>
          </ac:picMkLst>
        </pc:picChg>
        <pc:cxnChg chg="add del mod">
          <ac:chgData name="Phan Thanh Duy" userId="7fe205da-551d-4fae-b045-58d66fb40073" providerId="ADAL" clId="{A441D81C-AEF8-464D-902E-B6449B34371D}" dt="2026-10-06T03:51:26.505" v="1308" actId="478"/>
          <ac:cxnSpMkLst>
            <pc:docMk/>
            <pc:sldMk cId="3279762119" sldId="317"/>
            <ac:cxnSpMk id="7" creationId="{F4E464F8-4440-AEBA-6217-2AF389D5A86A}"/>
          </ac:cxnSpMkLst>
        </pc:cxnChg>
        <pc:cxnChg chg="mod">
          <ac:chgData name="Phan Thanh Duy" userId="7fe205da-551d-4fae-b045-58d66fb40073" providerId="ADAL" clId="{A441D81C-AEF8-464D-902E-B6449B34371D}" dt="2026-10-06T06:04:27.686" v="1515" actId="962"/>
          <ac:cxnSpMkLst>
            <pc:docMk/>
            <pc:sldMk cId="3279762119" sldId="317"/>
            <ac:cxnSpMk id="11" creationId="{18B7753E-EBE7-516E-06C1-345620BC13D0}"/>
          </ac:cxnSpMkLst>
        </pc:cxnChg>
        <pc:cxnChg chg="add mod">
          <ac:chgData name="Phan Thanh Duy" userId="7fe205da-551d-4fae-b045-58d66fb40073" providerId="ADAL" clId="{A441D81C-AEF8-464D-902E-B6449B34371D}" dt="2026-10-06T06:04:45.879" v="1516" actId="962"/>
          <ac:cxnSpMkLst>
            <pc:docMk/>
            <pc:sldMk cId="3279762119" sldId="317"/>
            <ac:cxnSpMk id="19" creationId="{4BE9414B-0903-B00B-C192-9E777720F061}"/>
          </ac:cxnSpMkLst>
        </pc:cxnChg>
        <pc:cxnChg chg="del mod">
          <ac:chgData name="Phan Thanh Duy" userId="7fe205da-551d-4fae-b045-58d66fb40073" providerId="ADAL" clId="{A441D81C-AEF8-464D-902E-B6449B34371D}" dt="2026-10-06T03:45:16.898" v="1287" actId="478"/>
          <ac:cxnSpMkLst>
            <pc:docMk/>
            <pc:sldMk cId="3279762119" sldId="317"/>
            <ac:cxnSpMk id="27" creationId="{9B7E9BA0-4706-07F3-149E-6E93A5F03918}"/>
          </ac:cxnSpMkLst>
        </pc:cxnChg>
        <pc:cxnChg chg="del mod">
          <ac:chgData name="Phan Thanh Duy" userId="7fe205da-551d-4fae-b045-58d66fb40073" providerId="ADAL" clId="{A441D81C-AEF8-464D-902E-B6449B34371D}" dt="2026-10-06T03:45:11.491" v="1285" actId="21"/>
          <ac:cxnSpMkLst>
            <pc:docMk/>
            <pc:sldMk cId="3279762119" sldId="317"/>
            <ac:cxnSpMk id="1025" creationId="{1D4A71DC-ACC7-45E1-E69E-5D7DDE31C06C}"/>
          </ac:cxnSpMkLst>
        </pc:cxnChg>
        <pc:cxnChg chg="del mod">
          <ac:chgData name="Phan Thanh Duy" userId="7fe205da-551d-4fae-b045-58d66fb40073" providerId="ADAL" clId="{A441D81C-AEF8-464D-902E-B6449B34371D}" dt="2026-10-06T03:45:09.795" v="1284" actId="21"/>
          <ac:cxnSpMkLst>
            <pc:docMk/>
            <pc:sldMk cId="3279762119" sldId="317"/>
            <ac:cxnSpMk id="1033" creationId="{08C6F128-4EFA-E247-A62B-66B5849A451B}"/>
          </ac:cxnSpMkLst>
        </pc:cxnChg>
        <pc:cxnChg chg="mod">
          <ac:chgData name="Phan Thanh Duy" userId="7fe205da-551d-4fae-b045-58d66fb40073" providerId="ADAL" clId="{A441D81C-AEF8-464D-902E-B6449B34371D}" dt="2026-10-06T03:45:08.146" v="1283" actId="478"/>
          <ac:cxnSpMkLst>
            <pc:docMk/>
            <pc:sldMk cId="3279762119" sldId="317"/>
            <ac:cxnSpMk id="1102" creationId="{E197D24C-3EB3-037F-6489-5F4EB3151AC0}"/>
          </ac:cxnSpMkLst>
        </pc:cxnChg>
        <pc:cxnChg chg="del mod">
          <ac:chgData name="Phan Thanh Duy" userId="7fe205da-551d-4fae-b045-58d66fb40073" providerId="ADAL" clId="{A441D81C-AEF8-464D-902E-B6449B34371D}" dt="2026-10-06T03:45:01.269" v="1282" actId="478"/>
          <ac:cxnSpMkLst>
            <pc:docMk/>
            <pc:sldMk cId="3279762119" sldId="317"/>
            <ac:cxnSpMk id="1112" creationId="{99ACCC93-26D1-9191-F1C0-4BEDBB775F2D}"/>
          </ac:cxnSpMkLst>
        </pc:cxnChg>
        <pc:cxnChg chg="del mod">
          <ac:chgData name="Phan Thanh Duy" userId="7fe205da-551d-4fae-b045-58d66fb40073" providerId="ADAL" clId="{A441D81C-AEF8-464D-902E-B6449B34371D}" dt="2026-10-06T03:45:01.269" v="1282" actId="478"/>
          <ac:cxnSpMkLst>
            <pc:docMk/>
            <pc:sldMk cId="3279762119" sldId="317"/>
            <ac:cxnSpMk id="1115" creationId="{802DA32F-0204-D4DF-3C9F-FBB50ED11FDC}"/>
          </ac:cxnSpMkLst>
        </pc:cxnChg>
        <pc:cxnChg chg="del mod">
          <ac:chgData name="Phan Thanh Duy" userId="7fe205da-551d-4fae-b045-58d66fb40073" providerId="ADAL" clId="{A441D81C-AEF8-464D-902E-B6449B34371D}" dt="2026-10-06T03:45:01.269" v="1282" actId="478"/>
          <ac:cxnSpMkLst>
            <pc:docMk/>
            <pc:sldMk cId="3279762119" sldId="317"/>
            <ac:cxnSpMk id="1343" creationId="{A973542F-B3ED-7474-F3D6-D077CD569CF2}"/>
          </ac:cxnSpMkLst>
        </pc:cxnChg>
        <pc:cxnChg chg="del mod">
          <ac:chgData name="Phan Thanh Duy" userId="7fe205da-551d-4fae-b045-58d66fb40073" providerId="ADAL" clId="{A441D81C-AEF8-464D-902E-B6449B34371D}" dt="2026-10-06T03:45:01.269" v="1282" actId="478"/>
          <ac:cxnSpMkLst>
            <pc:docMk/>
            <pc:sldMk cId="3279762119" sldId="317"/>
            <ac:cxnSpMk id="1349" creationId="{331B1969-B3D4-B896-6974-E0E0E98E2236}"/>
          </ac:cxnSpMkLst>
        </pc:cxnChg>
      </pc:sldChg>
      <pc:sldChg chg="addSp delSp modSp add mod modTransition addAnim delAnim modAnim">
        <pc:chgData name="Phan Thanh Duy" userId="7fe205da-551d-4fae-b045-58d66fb40073" providerId="ADAL" clId="{A441D81C-AEF8-464D-902E-B6449B34371D}" dt="2026-10-06T06:39:21.039" v="1810" actId="1076"/>
        <pc:sldMkLst>
          <pc:docMk/>
          <pc:sldMk cId="3371537904" sldId="318"/>
        </pc:sldMkLst>
        <pc:spChg chg="add mod">
          <ac:chgData name="Phan Thanh Duy" userId="7fe205da-551d-4fae-b045-58d66fb40073" providerId="ADAL" clId="{A441D81C-AEF8-464D-902E-B6449B34371D}" dt="2026-10-06T06:39:11.789" v="1808" actId="14100"/>
          <ac:spMkLst>
            <pc:docMk/>
            <pc:sldMk cId="3371537904" sldId="318"/>
            <ac:spMk id="3" creationId="{EE7E3078-6D73-F6ED-3BA2-C6A67C97C60C}"/>
          </ac:spMkLst>
        </pc:spChg>
        <pc:spChg chg="del">
          <ac:chgData name="Phan Thanh Duy" userId="7fe205da-551d-4fae-b045-58d66fb40073" providerId="ADAL" clId="{A441D81C-AEF8-464D-902E-B6449B34371D}" dt="2026-10-06T06:36:57.348" v="1767" actId="478"/>
          <ac:spMkLst>
            <pc:docMk/>
            <pc:sldMk cId="3371537904" sldId="318"/>
            <ac:spMk id="5" creationId="{B5FD1A11-1DEC-9563-1BD3-53DBB842081D}"/>
          </ac:spMkLst>
        </pc:spChg>
        <pc:spChg chg="add mod">
          <ac:chgData name="Phan Thanh Duy" userId="7fe205da-551d-4fae-b045-58d66fb40073" providerId="ADAL" clId="{A441D81C-AEF8-464D-902E-B6449B34371D}" dt="2026-10-06T06:39:21.039" v="1810" actId="1076"/>
          <ac:spMkLst>
            <pc:docMk/>
            <pc:sldMk cId="3371537904" sldId="318"/>
            <ac:spMk id="8" creationId="{1A534D41-C79A-D9D4-E8DF-FFC9692C3DB7}"/>
          </ac:spMkLst>
        </pc:spChg>
        <pc:spChg chg="add mod">
          <ac:chgData name="Phan Thanh Duy" userId="7fe205da-551d-4fae-b045-58d66fb40073" providerId="ADAL" clId="{A441D81C-AEF8-464D-902E-B6449B34371D}" dt="2026-10-06T06:39:14.517" v="1809" actId="14100"/>
          <ac:spMkLst>
            <pc:docMk/>
            <pc:sldMk cId="3371537904" sldId="318"/>
            <ac:spMk id="14" creationId="{8FEB0EF2-E3F3-27DD-7A58-9DC24C657FBD}"/>
          </ac:spMkLst>
        </pc:spChg>
        <pc:spChg chg="add mod">
          <ac:chgData name="Phan Thanh Duy" userId="7fe205da-551d-4fae-b045-58d66fb40073" providerId="ADAL" clId="{A441D81C-AEF8-464D-902E-B6449B34371D}" dt="2026-10-06T06:39:21.039" v="1810" actId="1076"/>
          <ac:spMkLst>
            <pc:docMk/>
            <pc:sldMk cId="3371537904" sldId="318"/>
            <ac:spMk id="16" creationId="{033E73B2-0401-5A06-CB52-232184A0FD5A}"/>
          </ac:spMkLst>
        </pc:spChg>
        <pc:spChg chg="mod">
          <ac:chgData name="Phan Thanh Duy" userId="7fe205da-551d-4fae-b045-58d66fb40073" providerId="ADAL" clId="{A441D81C-AEF8-464D-902E-B6449B34371D}" dt="2026-10-06T06:01:44.758" v="1504" actId="962"/>
          <ac:spMkLst>
            <pc:docMk/>
            <pc:sldMk cId="3371537904" sldId="318"/>
            <ac:spMk id="26" creationId="{F4FF1992-D42A-F6DB-9111-4DE6B0C0AA23}"/>
          </ac:spMkLst>
        </pc:spChg>
        <pc:spChg chg="mod">
          <ac:chgData name="Phan Thanh Duy" userId="7fe205da-551d-4fae-b045-58d66fb40073" providerId="ADAL" clId="{A441D81C-AEF8-464D-902E-B6449B34371D}" dt="2026-10-06T06:39:01.916" v="1806" actId="1076"/>
          <ac:spMkLst>
            <pc:docMk/>
            <pc:sldMk cId="3371537904" sldId="318"/>
            <ac:spMk id="1024" creationId="{127E8D95-BA85-858C-B884-84924D66E802}"/>
          </ac:spMkLst>
        </pc:spChg>
        <pc:spChg chg="del">
          <ac:chgData name="Phan Thanh Duy" userId="7fe205da-551d-4fae-b045-58d66fb40073" providerId="ADAL" clId="{A441D81C-AEF8-464D-902E-B6449B34371D}" dt="2026-10-06T03:57:14.524" v="1401" actId="478"/>
          <ac:spMkLst>
            <pc:docMk/>
            <pc:sldMk cId="3371537904" sldId="318"/>
            <ac:spMk id="1032" creationId="{D48905E1-6D75-A1DE-E61A-EC012961A42C}"/>
          </ac:spMkLst>
        </pc:spChg>
        <pc:spChg chg="mod">
          <ac:chgData name="Phan Thanh Duy" userId="7fe205da-551d-4fae-b045-58d66fb40073" providerId="ADAL" clId="{A441D81C-AEF8-464D-902E-B6449B34371D}" dt="2026-10-06T06:38:20.806" v="1797"/>
          <ac:spMkLst>
            <pc:docMk/>
            <pc:sldMk cId="3371537904" sldId="318"/>
            <ac:spMk id="1039" creationId="{BE5BA653-B4F1-F2E1-BFCD-EFCDC2597FCE}"/>
          </ac:spMkLst>
        </pc:spChg>
        <pc:spChg chg="del">
          <ac:chgData name="Phan Thanh Duy" userId="7fe205da-551d-4fae-b045-58d66fb40073" providerId="ADAL" clId="{A441D81C-AEF8-464D-902E-B6449B34371D}" dt="2026-10-06T03:57:14.524" v="1401" actId="478"/>
          <ac:spMkLst>
            <pc:docMk/>
            <pc:sldMk cId="3371537904" sldId="318"/>
            <ac:spMk id="1052" creationId="{DB3A13E9-395A-CB86-B5FC-BA682AB33197}"/>
          </ac:spMkLst>
        </pc:spChg>
        <pc:spChg chg="del">
          <ac:chgData name="Phan Thanh Duy" userId="7fe205da-551d-4fae-b045-58d66fb40073" providerId="ADAL" clId="{A441D81C-AEF8-464D-902E-B6449B34371D}" dt="2026-10-06T03:57:14.524" v="1401" actId="478"/>
          <ac:spMkLst>
            <pc:docMk/>
            <pc:sldMk cId="3371537904" sldId="318"/>
            <ac:spMk id="1109" creationId="{1B8429FF-DD95-5633-E771-68837E427658}"/>
          </ac:spMkLst>
        </pc:spChg>
        <pc:spChg chg="del">
          <ac:chgData name="Phan Thanh Duy" userId="7fe205da-551d-4fae-b045-58d66fb40073" providerId="ADAL" clId="{A441D81C-AEF8-464D-902E-B6449B34371D}" dt="2026-10-06T03:57:14.524" v="1401" actId="478"/>
          <ac:spMkLst>
            <pc:docMk/>
            <pc:sldMk cId="3371537904" sldId="318"/>
            <ac:spMk id="1111" creationId="{E410955F-4C99-8719-9238-BB76A5D79C52}"/>
          </ac:spMkLst>
        </pc:spChg>
        <pc:spChg chg="del">
          <ac:chgData name="Phan Thanh Duy" userId="7fe205da-551d-4fae-b045-58d66fb40073" providerId="ADAL" clId="{A441D81C-AEF8-464D-902E-B6449B34371D}" dt="2026-10-06T03:57:14.524" v="1401" actId="478"/>
          <ac:spMkLst>
            <pc:docMk/>
            <pc:sldMk cId="3371537904" sldId="318"/>
            <ac:spMk id="1342" creationId="{FD56F190-F1A4-E2D2-AF45-949408F13067}"/>
          </ac:spMkLst>
        </pc:spChg>
        <pc:spChg chg="del">
          <ac:chgData name="Phan Thanh Duy" userId="7fe205da-551d-4fae-b045-58d66fb40073" providerId="ADAL" clId="{A441D81C-AEF8-464D-902E-B6449B34371D}" dt="2026-10-06T03:57:14.524" v="1401" actId="478"/>
          <ac:spMkLst>
            <pc:docMk/>
            <pc:sldMk cId="3371537904" sldId="318"/>
            <ac:spMk id="1348" creationId="{FAFE983D-98DE-9FC6-635D-808647F5D16A}"/>
          </ac:spMkLst>
        </pc:spChg>
        <pc:grpChg chg="mod">
          <ac:chgData name="Phan Thanh Duy" userId="7fe205da-551d-4fae-b045-58d66fb40073" providerId="ADAL" clId="{A441D81C-AEF8-464D-902E-B6449B34371D}" dt="2026-10-06T06:25:16.138" v="1694" actId="1076"/>
          <ac:grpSpMkLst>
            <pc:docMk/>
            <pc:sldMk cId="3371537904" sldId="318"/>
            <ac:grpSpMk id="1056" creationId="{625944F9-0A4A-0CF5-AEB4-18E0C953F7E0}"/>
          </ac:grpSpMkLst>
        </pc:grpChg>
        <pc:picChg chg="add mod">
          <ac:chgData name="Phan Thanh Duy" userId="7fe205da-551d-4fae-b045-58d66fb40073" providerId="ADAL" clId="{A441D81C-AEF8-464D-902E-B6449B34371D}" dt="2026-10-06T06:39:08.054" v="1807" actId="1076"/>
          <ac:picMkLst>
            <pc:docMk/>
            <pc:sldMk cId="3371537904" sldId="318"/>
            <ac:picMk id="12" creationId="{1DA53A22-E522-222F-0242-B269022E0B02}"/>
          </ac:picMkLst>
        </pc:picChg>
        <pc:picChg chg="add mod">
          <ac:chgData name="Phan Thanh Duy" userId="7fe205da-551d-4fae-b045-58d66fb40073" providerId="ADAL" clId="{A441D81C-AEF8-464D-902E-B6449B34371D}" dt="2026-10-06T06:39:08.054" v="1807" actId="1076"/>
          <ac:picMkLst>
            <pc:docMk/>
            <pc:sldMk cId="3371537904" sldId="318"/>
            <ac:picMk id="18" creationId="{14FADED8-D5BB-2987-BC5B-53054F813AD8}"/>
          </ac:picMkLst>
        </pc:picChg>
        <pc:cxnChg chg="add del mod">
          <ac:chgData name="Phan Thanh Duy" userId="7fe205da-551d-4fae-b045-58d66fb40073" providerId="ADAL" clId="{A441D81C-AEF8-464D-902E-B6449B34371D}" dt="2026-10-06T03:57:36.676" v="1407" actId="478"/>
          <ac:cxnSpMkLst>
            <pc:docMk/>
            <pc:sldMk cId="3371537904" sldId="318"/>
            <ac:cxnSpMk id="3" creationId="{CF556555-534C-659A-C199-6EBCCF34F121}"/>
          </ac:cxnSpMkLst>
        </pc:cxnChg>
        <pc:cxnChg chg="add mod">
          <ac:chgData name="Phan Thanh Duy" userId="7fe205da-551d-4fae-b045-58d66fb40073" providerId="ADAL" clId="{A441D81C-AEF8-464D-902E-B6449B34371D}" dt="2026-10-06T06:05:22.317" v="1519" actId="962"/>
          <ac:cxnSpMkLst>
            <pc:docMk/>
            <pc:sldMk cId="3371537904" sldId="318"/>
            <ac:cxnSpMk id="7" creationId="{C903402A-10BA-FB6D-054F-C2262D3C3160}"/>
          </ac:cxnSpMkLst>
        </pc:cxnChg>
        <pc:cxnChg chg="mod">
          <ac:chgData name="Phan Thanh Duy" userId="7fe205da-551d-4fae-b045-58d66fb40073" providerId="ADAL" clId="{A441D81C-AEF8-464D-902E-B6449B34371D}" dt="2026-10-06T06:04:50.618" v="1517" actId="962"/>
          <ac:cxnSpMkLst>
            <pc:docMk/>
            <pc:sldMk cId="3371537904" sldId="318"/>
            <ac:cxnSpMk id="27" creationId="{101FEF39-780E-05F8-045E-C4092045D3CD}"/>
          </ac:cxnSpMkLst>
        </pc:cxnChg>
        <pc:cxnChg chg="del mod">
          <ac:chgData name="Phan Thanh Duy" userId="7fe205da-551d-4fae-b045-58d66fb40073" providerId="ADAL" clId="{A441D81C-AEF8-464D-902E-B6449B34371D}" dt="2026-10-06T03:57:23.772" v="1404" actId="478"/>
          <ac:cxnSpMkLst>
            <pc:docMk/>
            <pc:sldMk cId="3371537904" sldId="318"/>
            <ac:cxnSpMk id="1025" creationId="{309498D2-CC14-C95A-AD88-1F1310E9EF56}"/>
          </ac:cxnSpMkLst>
        </pc:cxnChg>
        <pc:cxnChg chg="del mod">
          <ac:chgData name="Phan Thanh Duy" userId="7fe205da-551d-4fae-b045-58d66fb40073" providerId="ADAL" clId="{A441D81C-AEF8-464D-902E-B6449B34371D}" dt="2026-10-06T03:57:19.759" v="1402" actId="478"/>
          <ac:cxnSpMkLst>
            <pc:docMk/>
            <pc:sldMk cId="3371537904" sldId="318"/>
            <ac:cxnSpMk id="1033" creationId="{2D450F7C-9AF7-A88C-36A4-D402A3E6208E}"/>
          </ac:cxnSpMkLst>
        </pc:cxnChg>
        <pc:cxnChg chg="del mod">
          <ac:chgData name="Phan Thanh Duy" userId="7fe205da-551d-4fae-b045-58d66fb40073" providerId="ADAL" clId="{A441D81C-AEF8-464D-902E-B6449B34371D}" dt="2026-10-06T03:57:14.524" v="1401" actId="478"/>
          <ac:cxnSpMkLst>
            <pc:docMk/>
            <pc:sldMk cId="3371537904" sldId="318"/>
            <ac:cxnSpMk id="1102" creationId="{63463918-3295-1E64-EA38-481A87B037B3}"/>
          </ac:cxnSpMkLst>
        </pc:cxnChg>
        <pc:cxnChg chg="del mod">
          <ac:chgData name="Phan Thanh Duy" userId="7fe205da-551d-4fae-b045-58d66fb40073" providerId="ADAL" clId="{A441D81C-AEF8-464D-902E-B6449B34371D}" dt="2026-10-06T03:57:14.524" v="1401" actId="478"/>
          <ac:cxnSpMkLst>
            <pc:docMk/>
            <pc:sldMk cId="3371537904" sldId="318"/>
            <ac:cxnSpMk id="1115" creationId="{718669E7-CC28-409F-6460-0A56B4E037AE}"/>
          </ac:cxnSpMkLst>
        </pc:cxnChg>
        <pc:cxnChg chg="del mod">
          <ac:chgData name="Phan Thanh Duy" userId="7fe205da-551d-4fae-b045-58d66fb40073" providerId="ADAL" clId="{A441D81C-AEF8-464D-902E-B6449B34371D}" dt="2026-10-06T03:57:14.524" v="1401" actId="478"/>
          <ac:cxnSpMkLst>
            <pc:docMk/>
            <pc:sldMk cId="3371537904" sldId="318"/>
            <ac:cxnSpMk id="1349" creationId="{710A995A-CB77-91B7-A7BE-AB211A3B208A}"/>
          </ac:cxnSpMkLst>
        </pc:cxnChg>
      </pc:sldChg>
      <pc:sldChg chg="add del">
        <pc:chgData name="Phan Thanh Duy" userId="7fe205da-551d-4fae-b045-58d66fb40073" providerId="ADAL" clId="{A441D81C-AEF8-464D-902E-B6449B34371D}" dt="2026-10-06T03:55:13.998" v="1384"/>
        <pc:sldMkLst>
          <pc:docMk/>
          <pc:sldMk cId="2103371489" sldId="319"/>
        </pc:sldMkLst>
      </pc:sldChg>
      <pc:sldChg chg="addSp delSp modSp add mod addAnim delAnim modAnim">
        <pc:chgData name="Phan Thanh Duy" userId="7fe205da-551d-4fae-b045-58d66fb40073" providerId="ADAL" clId="{A441D81C-AEF8-464D-902E-B6449B34371D}" dt="2026-10-06T06:59:44.422" v="1909" actId="14100"/>
        <pc:sldMkLst>
          <pc:docMk/>
          <pc:sldMk cId="3275686439" sldId="319"/>
        </pc:sldMkLst>
        <pc:spChg chg="del">
          <ac:chgData name="Phan Thanh Duy" userId="7fe205da-551d-4fae-b045-58d66fb40073" providerId="ADAL" clId="{A441D81C-AEF8-464D-902E-B6449B34371D}" dt="2026-10-06T06:28:49.068" v="1714" actId="478"/>
          <ac:spMkLst>
            <pc:docMk/>
            <pc:sldMk cId="3275686439" sldId="319"/>
            <ac:spMk id="3" creationId="{F6FC0737-C68D-0DBF-57B8-E4E1F26622F8}"/>
          </ac:spMkLst>
        </pc:spChg>
        <pc:spChg chg="del">
          <ac:chgData name="Phan Thanh Duy" userId="7fe205da-551d-4fae-b045-58d66fb40073" providerId="ADAL" clId="{A441D81C-AEF8-464D-902E-B6449B34371D}" dt="2026-10-06T06:36:59.312" v="1768" actId="478"/>
          <ac:spMkLst>
            <pc:docMk/>
            <pc:sldMk cId="3275686439" sldId="319"/>
            <ac:spMk id="5" creationId="{A5CE051C-0ECB-6AF3-1023-61555FC4C5E5}"/>
          </ac:spMkLst>
        </pc:spChg>
        <pc:spChg chg="add">
          <ac:chgData name="Phan Thanh Duy" userId="7fe205da-551d-4fae-b045-58d66fb40073" providerId="ADAL" clId="{A441D81C-AEF8-464D-902E-B6449B34371D}" dt="2026-10-06T06:28:20.466" v="1705" actId="22"/>
          <ac:spMkLst>
            <pc:docMk/>
            <pc:sldMk cId="3275686439" sldId="319"/>
            <ac:spMk id="6" creationId="{6D928B00-EC7A-DC85-A1CA-91F1AB8C56A4}"/>
          </ac:spMkLst>
        </pc:spChg>
        <pc:spChg chg="del">
          <ac:chgData name="Phan Thanh Duy" userId="7fe205da-551d-4fae-b045-58d66fb40073" providerId="ADAL" clId="{A441D81C-AEF8-464D-902E-B6449B34371D}" dt="2026-10-06T06:28:49.068" v="1714" actId="478"/>
          <ac:spMkLst>
            <pc:docMk/>
            <pc:sldMk cId="3275686439" sldId="319"/>
            <ac:spMk id="8" creationId="{3172766F-3AAF-CDAE-6284-0761E39FAB1C}"/>
          </ac:spMkLst>
        </pc:spChg>
        <pc:spChg chg="del">
          <ac:chgData name="Phan Thanh Duy" userId="7fe205da-551d-4fae-b045-58d66fb40073" providerId="ADAL" clId="{A441D81C-AEF8-464D-902E-B6449B34371D}" dt="2026-10-06T06:28:44.713" v="1713" actId="478"/>
          <ac:spMkLst>
            <pc:docMk/>
            <pc:sldMk cId="3275686439" sldId="319"/>
            <ac:spMk id="14" creationId="{BD207B38-FDD8-28FC-FB2F-BAA943735F3E}"/>
          </ac:spMkLst>
        </pc:spChg>
        <pc:spChg chg="del">
          <ac:chgData name="Phan Thanh Duy" userId="7fe205da-551d-4fae-b045-58d66fb40073" providerId="ADAL" clId="{A441D81C-AEF8-464D-902E-B6449B34371D}" dt="2026-10-06T06:28:44.713" v="1713" actId="478"/>
          <ac:spMkLst>
            <pc:docMk/>
            <pc:sldMk cId="3275686439" sldId="319"/>
            <ac:spMk id="16" creationId="{531F5773-CF07-DB1A-3FCC-A47BF2C5B6AC}"/>
          </ac:spMkLst>
        </pc:spChg>
        <pc:spChg chg="add mod">
          <ac:chgData name="Phan Thanh Duy" userId="7fe205da-551d-4fae-b045-58d66fb40073" providerId="ADAL" clId="{A441D81C-AEF8-464D-902E-B6449B34371D}" dt="2026-10-06T06:40:16.254" v="1813" actId="1076"/>
          <ac:spMkLst>
            <pc:docMk/>
            <pc:sldMk cId="3275686439" sldId="319"/>
            <ac:spMk id="17" creationId="{ACB155BD-E8ED-612F-236B-4A980AF802A5}"/>
          </ac:spMkLst>
        </pc:spChg>
        <pc:spChg chg="add mod">
          <ac:chgData name="Phan Thanh Duy" userId="7fe205da-551d-4fae-b045-58d66fb40073" providerId="ADAL" clId="{A441D81C-AEF8-464D-902E-B6449B34371D}" dt="2026-10-06T06:40:16.254" v="1813" actId="1076"/>
          <ac:spMkLst>
            <pc:docMk/>
            <pc:sldMk cId="3275686439" sldId="319"/>
            <ac:spMk id="22" creationId="{DFDDE10F-B2A7-1E87-B5D5-0A4A07C0C3D6}"/>
          </ac:spMkLst>
        </pc:spChg>
        <pc:spChg chg="del mod">
          <ac:chgData name="Phan Thanh Duy" userId="7fe205da-551d-4fae-b045-58d66fb40073" providerId="ADAL" clId="{A441D81C-AEF8-464D-902E-B6449B34371D}" dt="2026-10-06T06:28:42.243" v="1712" actId="478"/>
          <ac:spMkLst>
            <pc:docMk/>
            <pc:sldMk cId="3275686439" sldId="319"/>
            <ac:spMk id="1024" creationId="{8E35E3BA-DB13-760E-6AB8-79C92B30231D}"/>
          </ac:spMkLst>
        </pc:spChg>
        <pc:spChg chg="add mod ord">
          <ac:chgData name="Phan Thanh Duy" userId="7fe205da-551d-4fae-b045-58d66fb40073" providerId="ADAL" clId="{A441D81C-AEF8-464D-902E-B6449B34371D}" dt="2026-10-06T06:59:44.422" v="1909" actId="14100"/>
          <ac:spMkLst>
            <pc:docMk/>
            <pc:sldMk cId="3275686439" sldId="319"/>
            <ac:spMk id="1034" creationId="{D4BDCF0C-750D-B434-D5CF-77526E04AB80}"/>
          </ac:spMkLst>
        </pc:spChg>
        <pc:spChg chg="mod">
          <ac:chgData name="Phan Thanh Duy" userId="7fe205da-551d-4fae-b045-58d66fb40073" providerId="ADAL" clId="{A441D81C-AEF8-464D-902E-B6449B34371D}" dt="2026-10-06T06:38:25.266" v="1800"/>
          <ac:spMkLst>
            <pc:docMk/>
            <pc:sldMk cId="3275686439" sldId="319"/>
            <ac:spMk id="1039" creationId="{FBAD4EEC-FD83-2AC3-056A-96ABCF3AA357}"/>
          </ac:spMkLst>
        </pc:spChg>
        <pc:grpChg chg="del">
          <ac:chgData name="Phan Thanh Duy" userId="7fe205da-551d-4fae-b045-58d66fb40073" providerId="ADAL" clId="{A441D81C-AEF8-464D-902E-B6449B34371D}" dt="2026-10-06T06:28:44.713" v="1713" actId="478"/>
          <ac:grpSpMkLst>
            <pc:docMk/>
            <pc:sldMk cId="3275686439" sldId="319"/>
            <ac:grpSpMk id="1056" creationId="{412583AE-C5F6-04EB-E779-8B11610B5540}"/>
          </ac:grpSpMkLst>
        </pc:grpChg>
        <pc:grpChg chg="del">
          <ac:chgData name="Phan Thanh Duy" userId="7fe205da-551d-4fae-b045-58d66fb40073" providerId="ADAL" clId="{A441D81C-AEF8-464D-902E-B6449B34371D}" dt="2026-10-06T06:28:44.713" v="1713" actId="478"/>
          <ac:grpSpMkLst>
            <pc:docMk/>
            <pc:sldMk cId="3275686439" sldId="319"/>
            <ac:grpSpMk id="1061" creationId="{1716541F-A2CE-F579-1112-2C77B9F3DB31}"/>
          </ac:grpSpMkLst>
        </pc:grpChg>
        <pc:picChg chg="del">
          <ac:chgData name="Phan Thanh Duy" userId="7fe205da-551d-4fae-b045-58d66fb40073" providerId="ADAL" clId="{A441D81C-AEF8-464D-902E-B6449B34371D}" dt="2026-10-06T06:28:49.068" v="1714" actId="478"/>
          <ac:picMkLst>
            <pc:docMk/>
            <pc:sldMk cId="3275686439" sldId="319"/>
            <ac:picMk id="12" creationId="{C3E7C9B8-5160-CAAA-5AC5-38991A063EF0}"/>
          </ac:picMkLst>
        </pc:picChg>
        <pc:picChg chg="del">
          <ac:chgData name="Phan Thanh Duy" userId="7fe205da-551d-4fae-b045-58d66fb40073" providerId="ADAL" clId="{A441D81C-AEF8-464D-902E-B6449B34371D}" dt="2026-10-06T06:28:44.713" v="1713" actId="478"/>
          <ac:picMkLst>
            <pc:docMk/>
            <pc:sldMk cId="3275686439" sldId="319"/>
            <ac:picMk id="18" creationId="{32D096B1-3518-E661-D9B2-538DE752AAA1}"/>
          </ac:picMkLst>
        </pc:picChg>
        <pc:picChg chg="add del mod">
          <ac:chgData name="Phan Thanh Duy" userId="7fe205da-551d-4fae-b045-58d66fb40073" providerId="ADAL" clId="{A441D81C-AEF8-464D-902E-B6449B34371D}" dt="2026-10-06T06:30:03.936" v="1724" actId="478"/>
          <ac:picMkLst>
            <pc:docMk/>
            <pc:sldMk cId="3275686439" sldId="319"/>
            <ac:picMk id="19" creationId="{6843EB07-957C-B804-D01D-60B0E2A6942F}"/>
          </ac:picMkLst>
        </pc:picChg>
        <pc:picChg chg="add mod">
          <ac:chgData name="Phan Thanh Duy" userId="7fe205da-551d-4fae-b045-58d66fb40073" providerId="ADAL" clId="{A441D81C-AEF8-464D-902E-B6449B34371D}" dt="2026-10-06T06:40:18.988" v="1814" actId="1076"/>
          <ac:picMkLst>
            <pc:docMk/>
            <pc:sldMk cId="3275686439" sldId="319"/>
            <ac:picMk id="20" creationId="{5E678B7F-E625-DE2F-D89C-E40E244AEC61}"/>
          </ac:picMkLst>
        </pc:picChg>
        <pc:cxnChg chg="add mod">
          <ac:chgData name="Phan Thanh Duy" userId="7fe205da-551d-4fae-b045-58d66fb40073" providerId="ADAL" clId="{A441D81C-AEF8-464D-902E-B6449B34371D}" dt="2026-10-06T06:28:23.384" v="1706"/>
          <ac:cxnSpMkLst>
            <pc:docMk/>
            <pc:sldMk cId="3275686439" sldId="319"/>
            <ac:cxnSpMk id="10" creationId="{8BBF1135-C201-0BB9-5639-8FF721AC599A}"/>
          </ac:cxnSpMkLst>
        </pc:cxnChg>
        <pc:cxnChg chg="add mod">
          <ac:chgData name="Phan Thanh Duy" userId="7fe205da-551d-4fae-b045-58d66fb40073" providerId="ADAL" clId="{A441D81C-AEF8-464D-902E-B6449B34371D}" dt="2026-10-06T06:28:37.522" v="1710"/>
          <ac:cxnSpMkLst>
            <pc:docMk/>
            <pc:sldMk cId="3275686439" sldId="319"/>
            <ac:cxnSpMk id="13" creationId="{961D5F97-7F71-809C-D64F-62E740808C74}"/>
          </ac:cxnSpMkLst>
        </pc:cxnChg>
        <pc:cxnChg chg="add mod">
          <ac:chgData name="Phan Thanh Duy" userId="7fe205da-551d-4fae-b045-58d66fb40073" providerId="ADAL" clId="{A441D81C-AEF8-464D-902E-B6449B34371D}" dt="2026-10-06T06:47:04.610" v="1848" actId="962"/>
          <ac:cxnSpMkLst>
            <pc:docMk/>
            <pc:sldMk cId="3275686439" sldId="319"/>
            <ac:cxnSpMk id="24" creationId="{03CEB09B-C7D4-C731-6D1A-0E069E568DCD}"/>
          </ac:cxnSpMkLst>
        </pc:cxnChg>
        <pc:cxnChg chg="add mod">
          <ac:chgData name="Phan Thanh Duy" userId="7fe205da-551d-4fae-b045-58d66fb40073" providerId="ADAL" clId="{A441D81C-AEF8-464D-902E-B6449B34371D}" dt="2026-10-06T06:35:24.235" v="1753" actId="1076"/>
          <ac:cxnSpMkLst>
            <pc:docMk/>
            <pc:sldMk cId="3275686439" sldId="319"/>
            <ac:cxnSpMk id="29" creationId="{C966B800-3B70-1C6D-072D-A2821A7C8BB6}"/>
          </ac:cxnSpMkLst>
        </pc:cxnChg>
        <pc:cxnChg chg="add mod">
          <ac:chgData name="Phan Thanh Duy" userId="7fe205da-551d-4fae-b045-58d66fb40073" providerId="ADAL" clId="{A441D81C-AEF8-464D-902E-B6449B34371D}" dt="2026-10-06T06:35:53.234" v="1762" actId="14100"/>
          <ac:cxnSpMkLst>
            <pc:docMk/>
            <pc:sldMk cId="3275686439" sldId="319"/>
            <ac:cxnSpMk id="1025" creationId="{07C7F881-B4AE-1F19-BFB5-CEFCEA9E1DC7}"/>
          </ac:cxnSpMkLst>
        </pc:cxnChg>
      </pc:sldChg>
      <pc:sldChg chg="delSp modSp add del mod ord">
        <pc:chgData name="Phan Thanh Duy" userId="7fe205da-551d-4fae-b045-58d66fb40073" providerId="ADAL" clId="{A441D81C-AEF8-464D-902E-B6449B34371D}" dt="2026-10-06T06:28:12.865" v="1703" actId="47"/>
        <pc:sldMkLst>
          <pc:docMk/>
          <pc:sldMk cId="3295629829" sldId="319"/>
        </pc:sldMkLst>
        <pc:spChg chg="mod">
          <ac:chgData name="Phan Thanh Duy" userId="7fe205da-551d-4fae-b045-58d66fb40073" providerId="ADAL" clId="{A441D81C-AEF8-464D-902E-B6449B34371D}" dt="2026-10-06T06:28:10.986" v="1702" actId="6549"/>
          <ac:spMkLst>
            <pc:docMk/>
            <pc:sldMk cId="3295629829" sldId="319"/>
            <ac:spMk id="1032" creationId="{042C8873-BAC4-3643-2E0C-C9FA4A23E234}"/>
          </ac:spMkLst>
        </pc:spChg>
        <pc:spChg chg="del">
          <ac:chgData name="Phan Thanh Duy" userId="7fe205da-551d-4fae-b045-58d66fb40073" providerId="ADAL" clId="{A441D81C-AEF8-464D-902E-B6449B34371D}" dt="2026-10-06T06:27:53.647" v="1700" actId="478"/>
          <ac:spMkLst>
            <pc:docMk/>
            <pc:sldMk cId="3295629829" sldId="319"/>
            <ac:spMk id="1052" creationId="{DDBEF92C-9F1D-2841-4A7B-B843324EB0FF}"/>
          </ac:spMkLst>
        </pc:spChg>
        <pc:spChg chg="del">
          <ac:chgData name="Phan Thanh Duy" userId="7fe205da-551d-4fae-b045-58d66fb40073" providerId="ADAL" clId="{A441D81C-AEF8-464D-902E-B6449B34371D}" dt="2026-10-06T06:27:53.647" v="1700" actId="478"/>
          <ac:spMkLst>
            <pc:docMk/>
            <pc:sldMk cId="3295629829" sldId="319"/>
            <ac:spMk id="1109" creationId="{BA34E07A-8AA3-DADE-0F39-595D797734C0}"/>
          </ac:spMkLst>
        </pc:spChg>
        <pc:spChg chg="del">
          <ac:chgData name="Phan Thanh Duy" userId="7fe205da-551d-4fae-b045-58d66fb40073" providerId="ADAL" clId="{A441D81C-AEF8-464D-902E-B6449B34371D}" dt="2026-10-06T06:27:53.647" v="1700" actId="478"/>
          <ac:spMkLst>
            <pc:docMk/>
            <pc:sldMk cId="3295629829" sldId="319"/>
            <ac:spMk id="1111" creationId="{411FC549-FA36-61C0-FD16-D62E174D6193}"/>
          </ac:spMkLst>
        </pc:spChg>
        <pc:spChg chg="del">
          <ac:chgData name="Phan Thanh Duy" userId="7fe205da-551d-4fae-b045-58d66fb40073" providerId="ADAL" clId="{A441D81C-AEF8-464D-902E-B6449B34371D}" dt="2026-10-06T06:27:53.647" v="1700" actId="478"/>
          <ac:spMkLst>
            <pc:docMk/>
            <pc:sldMk cId="3295629829" sldId="319"/>
            <ac:spMk id="1342" creationId="{961C81DD-77E0-54CE-CB7F-49B6E9FC4661}"/>
          </ac:spMkLst>
        </pc:spChg>
        <pc:spChg chg="del">
          <ac:chgData name="Phan Thanh Duy" userId="7fe205da-551d-4fae-b045-58d66fb40073" providerId="ADAL" clId="{A441D81C-AEF8-464D-902E-B6449B34371D}" dt="2026-10-06T06:27:53.647" v="1700" actId="478"/>
          <ac:spMkLst>
            <pc:docMk/>
            <pc:sldMk cId="3295629829" sldId="319"/>
            <ac:spMk id="1348" creationId="{DF6935BE-EFA7-658F-A200-9E8D93D205FE}"/>
          </ac:spMkLst>
        </pc:spChg>
        <pc:cxnChg chg="del mod">
          <ac:chgData name="Phan Thanh Duy" userId="7fe205da-551d-4fae-b045-58d66fb40073" providerId="ADAL" clId="{A441D81C-AEF8-464D-902E-B6449B34371D}" dt="2026-10-06T06:28:01.692" v="1701" actId="478"/>
          <ac:cxnSpMkLst>
            <pc:docMk/>
            <pc:sldMk cId="3295629829" sldId="319"/>
            <ac:cxnSpMk id="1102" creationId="{58869CBD-484E-7A37-EFC4-0C532BCBD04C}"/>
          </ac:cxnSpMkLst>
        </pc:cxnChg>
        <pc:cxnChg chg="del mod">
          <ac:chgData name="Phan Thanh Duy" userId="7fe205da-551d-4fae-b045-58d66fb40073" providerId="ADAL" clId="{A441D81C-AEF8-464D-902E-B6449B34371D}" dt="2026-10-06T06:27:53.647" v="1700" actId="478"/>
          <ac:cxnSpMkLst>
            <pc:docMk/>
            <pc:sldMk cId="3295629829" sldId="319"/>
            <ac:cxnSpMk id="1112" creationId="{7C2DCE22-D05A-39BE-C54C-F8832CFC72DE}"/>
          </ac:cxnSpMkLst>
        </pc:cxnChg>
        <pc:cxnChg chg="del mod">
          <ac:chgData name="Phan Thanh Duy" userId="7fe205da-551d-4fae-b045-58d66fb40073" providerId="ADAL" clId="{A441D81C-AEF8-464D-902E-B6449B34371D}" dt="2026-10-06T06:27:53.647" v="1700" actId="478"/>
          <ac:cxnSpMkLst>
            <pc:docMk/>
            <pc:sldMk cId="3295629829" sldId="319"/>
            <ac:cxnSpMk id="1115" creationId="{8E2E4DBC-1888-80B6-C3C3-F2248686A1D7}"/>
          </ac:cxnSpMkLst>
        </pc:cxnChg>
        <pc:cxnChg chg="del mod">
          <ac:chgData name="Phan Thanh Duy" userId="7fe205da-551d-4fae-b045-58d66fb40073" providerId="ADAL" clId="{A441D81C-AEF8-464D-902E-B6449B34371D}" dt="2026-10-06T06:27:53.647" v="1700" actId="478"/>
          <ac:cxnSpMkLst>
            <pc:docMk/>
            <pc:sldMk cId="3295629829" sldId="319"/>
            <ac:cxnSpMk id="1343" creationId="{37893703-F996-1D2A-95B9-4B786E3CD0A8}"/>
          </ac:cxnSpMkLst>
        </pc:cxnChg>
        <pc:cxnChg chg="del mod">
          <ac:chgData name="Phan Thanh Duy" userId="7fe205da-551d-4fae-b045-58d66fb40073" providerId="ADAL" clId="{A441D81C-AEF8-464D-902E-B6449B34371D}" dt="2026-10-06T06:27:53.647" v="1700" actId="478"/>
          <ac:cxnSpMkLst>
            <pc:docMk/>
            <pc:sldMk cId="3295629829" sldId="319"/>
            <ac:cxnSpMk id="1349" creationId="{D6BF8959-2A7B-5132-2A39-C88F237324D7}"/>
          </ac:cxnSpMkLst>
        </pc:cxnChg>
      </pc:sldChg>
      <pc:sldChg chg="addSp delSp modSp add mod modTransition addAnim delAnim modAnim">
        <pc:chgData name="Phan Thanh Duy" userId="7fe205da-551d-4fae-b045-58d66fb40073" providerId="ADAL" clId="{A441D81C-AEF8-464D-902E-B6449B34371D}" dt="2026-10-06T07:01:05.968" v="1920" actId="478"/>
        <pc:sldMkLst>
          <pc:docMk/>
          <pc:sldMk cId="2251343422" sldId="320"/>
        </pc:sldMkLst>
        <pc:spChg chg="add del">
          <ac:chgData name="Phan Thanh Duy" userId="7fe205da-551d-4fae-b045-58d66fb40073" providerId="ADAL" clId="{A441D81C-AEF8-464D-902E-B6449B34371D}" dt="2026-10-06T06:41:00.545" v="1817" actId="22"/>
          <ac:spMkLst>
            <pc:docMk/>
            <pc:sldMk cId="2251343422" sldId="320"/>
            <ac:spMk id="3" creationId="{2B2679C6-0FDA-F746-A74B-FCF6D2292EFD}"/>
          </ac:spMkLst>
        </pc:spChg>
        <pc:spChg chg="mod">
          <ac:chgData name="Phan Thanh Duy" userId="7fe205da-551d-4fae-b045-58d66fb40073" providerId="ADAL" clId="{A441D81C-AEF8-464D-902E-B6449B34371D}" dt="2026-10-06T06:42:12.461" v="1826" actId="1076"/>
          <ac:spMkLst>
            <pc:docMk/>
            <pc:sldMk cId="2251343422" sldId="320"/>
            <ac:spMk id="4" creationId="{C8F145AF-4031-4AEE-60D9-735C60D9A547}"/>
          </ac:spMkLst>
        </pc:spChg>
        <pc:spChg chg="mod">
          <ac:chgData name="Phan Thanh Duy" userId="7fe205da-551d-4fae-b045-58d66fb40073" providerId="ADAL" clId="{A441D81C-AEF8-464D-902E-B6449B34371D}" dt="2026-10-06T06:42:12.461" v="1826" actId="1076"/>
          <ac:spMkLst>
            <pc:docMk/>
            <pc:sldMk cId="2251343422" sldId="320"/>
            <ac:spMk id="6" creationId="{FE8AB7D2-B6AC-583F-D695-6E297C5C2405}"/>
          </ac:spMkLst>
        </pc:spChg>
        <pc:spChg chg="add mod">
          <ac:chgData name="Phan Thanh Duy" userId="7fe205da-551d-4fae-b045-58d66fb40073" providerId="ADAL" clId="{A441D81C-AEF8-464D-902E-B6449B34371D}" dt="2026-10-06T06:42:12.461" v="1826" actId="1076"/>
          <ac:spMkLst>
            <pc:docMk/>
            <pc:sldMk cId="2251343422" sldId="320"/>
            <ac:spMk id="8" creationId="{0CB3E866-207D-4DD1-F951-495AB342C045}"/>
          </ac:spMkLst>
        </pc:spChg>
        <pc:spChg chg="mod">
          <ac:chgData name="Phan Thanh Duy" userId="7fe205da-551d-4fae-b045-58d66fb40073" providerId="ADAL" clId="{A441D81C-AEF8-464D-902E-B6449B34371D}" dt="2026-10-06T06:42:12.461" v="1826" actId="1076"/>
          <ac:spMkLst>
            <pc:docMk/>
            <pc:sldMk cId="2251343422" sldId="320"/>
            <ac:spMk id="9" creationId="{5FA0759E-EDB3-2D08-7D3C-446157F12A59}"/>
          </ac:spMkLst>
        </pc:spChg>
        <pc:spChg chg="add mod">
          <ac:chgData name="Phan Thanh Duy" userId="7fe205da-551d-4fae-b045-58d66fb40073" providerId="ADAL" clId="{A441D81C-AEF8-464D-902E-B6449B34371D}" dt="2026-10-06T06:42:12.461" v="1826" actId="1076"/>
          <ac:spMkLst>
            <pc:docMk/>
            <pc:sldMk cId="2251343422" sldId="320"/>
            <ac:spMk id="12" creationId="{0E8092EB-43CE-5265-74F5-CF9ABEC56E20}"/>
          </ac:spMkLst>
        </pc:spChg>
        <pc:spChg chg="add del">
          <ac:chgData name="Phan Thanh Duy" userId="7fe205da-551d-4fae-b045-58d66fb40073" providerId="ADAL" clId="{A441D81C-AEF8-464D-902E-B6449B34371D}" dt="2026-10-06T06:53:07.580" v="1862" actId="22"/>
          <ac:spMkLst>
            <pc:docMk/>
            <pc:sldMk cId="2251343422" sldId="320"/>
            <ac:spMk id="16" creationId="{CBE3728F-20B9-4C0E-0C04-67EFEEBCAD76}"/>
          </ac:spMkLst>
        </pc:spChg>
        <pc:spChg chg="del">
          <ac:chgData name="Phan Thanh Duy" userId="7fe205da-551d-4fae-b045-58d66fb40073" providerId="ADAL" clId="{A441D81C-AEF8-464D-902E-B6449B34371D}" dt="2026-10-06T06:41:19.468" v="1819" actId="478"/>
          <ac:spMkLst>
            <pc:docMk/>
            <pc:sldMk cId="2251343422" sldId="320"/>
            <ac:spMk id="17" creationId="{F490660C-C23C-B263-622D-768BE76821D9}"/>
          </ac:spMkLst>
        </pc:spChg>
        <pc:spChg chg="add mod">
          <ac:chgData name="Phan Thanh Duy" userId="7fe205da-551d-4fae-b045-58d66fb40073" providerId="ADAL" clId="{A441D81C-AEF8-464D-902E-B6449B34371D}" dt="2026-10-06T06:56:52.653" v="1874" actId="1076"/>
          <ac:spMkLst>
            <pc:docMk/>
            <pc:sldMk cId="2251343422" sldId="320"/>
            <ac:spMk id="19" creationId="{3AA3A210-D3D0-A45C-1E98-0A9EB22E418E}"/>
          </ac:spMkLst>
        </pc:spChg>
        <pc:spChg chg="del">
          <ac:chgData name="Phan Thanh Duy" userId="7fe205da-551d-4fae-b045-58d66fb40073" providerId="ADAL" clId="{A441D81C-AEF8-464D-902E-B6449B34371D}" dt="2026-10-06T06:41:19.468" v="1819" actId="478"/>
          <ac:spMkLst>
            <pc:docMk/>
            <pc:sldMk cId="2251343422" sldId="320"/>
            <ac:spMk id="22" creationId="{245CF0A5-E610-7473-0A63-3DF1E78C1C30}"/>
          </ac:spMkLst>
        </pc:spChg>
        <pc:spChg chg="mod">
          <ac:chgData name="Phan Thanh Duy" userId="7fe205da-551d-4fae-b045-58d66fb40073" providerId="ADAL" clId="{A441D81C-AEF8-464D-902E-B6449B34371D}" dt="2026-10-06T06:42:12.461" v="1826" actId="1076"/>
          <ac:spMkLst>
            <pc:docMk/>
            <pc:sldMk cId="2251343422" sldId="320"/>
            <ac:spMk id="26" creationId="{4D157BEA-18BF-3CFC-69DE-07F4EDBBC54D}"/>
          </ac:spMkLst>
        </pc:spChg>
        <pc:spChg chg="add del mod">
          <ac:chgData name="Phan Thanh Duy" userId="7fe205da-551d-4fae-b045-58d66fb40073" providerId="ADAL" clId="{A441D81C-AEF8-464D-902E-B6449B34371D}" dt="2026-10-06T07:01:05.968" v="1920" actId="478"/>
          <ac:spMkLst>
            <pc:docMk/>
            <pc:sldMk cId="2251343422" sldId="320"/>
            <ac:spMk id="1033" creationId="{FD1BAD1C-4844-508E-30FA-3A2CA6DB8855}"/>
          </ac:spMkLst>
        </pc:spChg>
        <pc:spChg chg="add mod ord">
          <ac:chgData name="Phan Thanh Duy" userId="7fe205da-551d-4fae-b045-58d66fb40073" providerId="ADAL" clId="{A441D81C-AEF8-464D-902E-B6449B34371D}" dt="2026-10-06T06:59:22.072" v="1902" actId="14100"/>
          <ac:spMkLst>
            <pc:docMk/>
            <pc:sldMk cId="2251343422" sldId="320"/>
            <ac:spMk id="1035" creationId="{2C3C9BFC-E239-0BFE-F44C-DE900A9FFDF2}"/>
          </ac:spMkLst>
        </pc:spChg>
        <pc:spChg chg="add del mod">
          <ac:chgData name="Phan Thanh Duy" userId="7fe205da-551d-4fae-b045-58d66fb40073" providerId="ADAL" clId="{A441D81C-AEF8-464D-902E-B6449B34371D}" dt="2026-10-06T07:00:50.106" v="1917" actId="478"/>
          <ac:spMkLst>
            <pc:docMk/>
            <pc:sldMk cId="2251343422" sldId="320"/>
            <ac:spMk id="1037" creationId="{EB0721F3-2420-1DF6-08D0-C7F6E62987BA}"/>
          </ac:spMkLst>
        </pc:spChg>
        <pc:spChg chg="add mod">
          <ac:chgData name="Phan Thanh Duy" userId="7fe205da-551d-4fae-b045-58d66fb40073" providerId="ADAL" clId="{A441D81C-AEF8-464D-902E-B6449B34371D}" dt="2026-10-06T07:00:48.687" v="1914" actId="1076"/>
          <ac:spMkLst>
            <pc:docMk/>
            <pc:sldMk cId="2251343422" sldId="320"/>
            <ac:spMk id="1038" creationId="{7A723AFA-E8DB-7601-DFD1-9E21A3460746}"/>
          </ac:spMkLst>
        </pc:spChg>
        <pc:spChg chg="add mod">
          <ac:chgData name="Phan Thanh Duy" userId="7fe205da-551d-4fae-b045-58d66fb40073" providerId="ADAL" clId="{A441D81C-AEF8-464D-902E-B6449B34371D}" dt="2026-10-06T07:00:49.373" v="1916"/>
          <ac:spMkLst>
            <pc:docMk/>
            <pc:sldMk cId="2251343422" sldId="320"/>
            <ac:spMk id="1040" creationId="{0AB0D16F-F658-FFB1-0B1B-9FAE19B3B07A}"/>
          </ac:spMkLst>
        </pc:spChg>
        <pc:spChg chg="add mod">
          <ac:chgData name="Phan Thanh Duy" userId="7fe205da-551d-4fae-b045-58d66fb40073" providerId="ADAL" clId="{A441D81C-AEF8-464D-902E-B6449B34371D}" dt="2026-10-06T07:00:48.687" v="1914" actId="1076"/>
          <ac:spMkLst>
            <pc:docMk/>
            <pc:sldMk cId="2251343422" sldId="320"/>
            <ac:spMk id="1041" creationId="{32D26E0B-8950-6CC2-2491-75F7B207A8A0}"/>
          </ac:spMkLst>
        </pc:spChg>
        <pc:picChg chg="mod">
          <ac:chgData name="Phan Thanh Duy" userId="7fe205da-551d-4fae-b045-58d66fb40073" providerId="ADAL" clId="{A441D81C-AEF8-464D-902E-B6449B34371D}" dt="2026-10-06T06:56:57.896" v="1876" actId="1076"/>
          <ac:picMkLst>
            <pc:docMk/>
            <pc:sldMk cId="2251343422" sldId="320"/>
            <ac:picMk id="20" creationId="{78FA93D2-854F-8475-5720-9891B27702E9}"/>
          </ac:picMkLst>
        </pc:picChg>
        <pc:cxnChg chg="mod">
          <ac:chgData name="Phan Thanh Duy" userId="7fe205da-551d-4fae-b045-58d66fb40073" providerId="ADAL" clId="{A441D81C-AEF8-464D-902E-B6449B34371D}" dt="2026-10-06T06:42:12.461" v="1826" actId="1076"/>
          <ac:cxnSpMkLst>
            <pc:docMk/>
            <pc:sldMk cId="2251343422" sldId="320"/>
            <ac:cxnSpMk id="7" creationId="{60897FDA-3572-564B-D677-3D0DDE5C9D16}"/>
          </ac:cxnSpMkLst>
        </pc:cxnChg>
        <pc:cxnChg chg="mod">
          <ac:chgData name="Phan Thanh Duy" userId="7fe205da-551d-4fae-b045-58d66fb40073" providerId="ADAL" clId="{A441D81C-AEF8-464D-902E-B6449B34371D}" dt="2026-10-06T06:42:12.461" v="1826" actId="1076"/>
          <ac:cxnSpMkLst>
            <pc:docMk/>
            <pc:sldMk cId="2251343422" sldId="320"/>
            <ac:cxnSpMk id="11" creationId="{666838D1-9592-9E8B-3A4B-119ADA16D25A}"/>
          </ac:cxnSpMkLst>
        </pc:cxnChg>
        <pc:cxnChg chg="add mod">
          <ac:chgData name="Phan Thanh Duy" userId="7fe205da-551d-4fae-b045-58d66fb40073" providerId="ADAL" clId="{A441D81C-AEF8-464D-902E-B6449B34371D}" dt="2026-10-06T06:48:32.455" v="1849" actId="962"/>
          <ac:cxnSpMkLst>
            <pc:docMk/>
            <pc:sldMk cId="2251343422" sldId="320"/>
            <ac:cxnSpMk id="13" creationId="{F7C817CB-BD85-418D-5332-988B4C35E4F9}"/>
          </ac:cxnSpMkLst>
        </pc:cxnChg>
        <pc:cxnChg chg="add mod">
          <ac:chgData name="Phan Thanh Duy" userId="7fe205da-551d-4fae-b045-58d66fb40073" providerId="ADAL" clId="{A441D81C-AEF8-464D-902E-B6449B34371D}" dt="2026-10-06T06:41:54.196" v="1823" actId="1076"/>
          <ac:cxnSpMkLst>
            <pc:docMk/>
            <pc:sldMk cId="2251343422" sldId="320"/>
            <ac:cxnSpMk id="14" creationId="{55B3CBC7-451D-237E-528B-47F808998BEE}"/>
          </ac:cxnSpMkLst>
        </pc:cxnChg>
        <pc:cxnChg chg="del mod">
          <ac:chgData name="Phan Thanh Duy" userId="7fe205da-551d-4fae-b045-58d66fb40073" providerId="ADAL" clId="{A441D81C-AEF8-464D-902E-B6449B34371D}" dt="2026-10-06T06:41:19.468" v="1819" actId="478"/>
          <ac:cxnSpMkLst>
            <pc:docMk/>
            <pc:sldMk cId="2251343422" sldId="320"/>
            <ac:cxnSpMk id="24" creationId="{ECAA6740-94E0-AAD9-5E15-865589D77FB6}"/>
          </ac:cxnSpMkLst>
        </pc:cxnChg>
        <pc:cxnChg chg="mod">
          <ac:chgData name="Phan Thanh Duy" userId="7fe205da-551d-4fae-b045-58d66fb40073" providerId="ADAL" clId="{A441D81C-AEF8-464D-902E-B6449B34371D}" dt="2026-10-06T06:42:12.461" v="1826" actId="1076"/>
          <ac:cxnSpMkLst>
            <pc:docMk/>
            <pc:sldMk cId="2251343422" sldId="320"/>
            <ac:cxnSpMk id="27" creationId="{B9B8162B-3576-75A5-95A5-1AA860741F2E}"/>
          </ac:cxnSpMkLst>
        </pc:cxnChg>
        <pc:cxnChg chg="del mod">
          <ac:chgData name="Phan Thanh Duy" userId="7fe205da-551d-4fae-b045-58d66fb40073" providerId="ADAL" clId="{A441D81C-AEF8-464D-902E-B6449B34371D}" dt="2026-10-06T06:42:15.531" v="1827" actId="478"/>
          <ac:cxnSpMkLst>
            <pc:docMk/>
            <pc:sldMk cId="2251343422" sldId="320"/>
            <ac:cxnSpMk id="29" creationId="{10B856BD-7082-8F8D-CBEB-2FB92C695F08}"/>
          </ac:cxnSpMkLst>
        </pc:cxnChg>
        <pc:cxnChg chg="add mod">
          <ac:chgData name="Phan Thanh Duy" userId="7fe205da-551d-4fae-b045-58d66fb40073" providerId="ADAL" clId="{A441D81C-AEF8-464D-902E-B6449B34371D}" dt="2026-10-06T06:57:28.237" v="1889" actId="14100"/>
          <ac:cxnSpMkLst>
            <pc:docMk/>
            <pc:sldMk cId="2251343422" sldId="320"/>
            <ac:cxnSpMk id="30" creationId="{7EA4A336-B849-8556-8C33-2B3E961926CA}"/>
          </ac:cxnSpMkLst>
        </pc:cxnChg>
        <pc:cxnChg chg="mod">
          <ac:chgData name="Phan Thanh Duy" userId="7fe205da-551d-4fae-b045-58d66fb40073" providerId="ADAL" clId="{A441D81C-AEF8-464D-902E-B6449B34371D}" dt="2026-10-06T06:57:08.981" v="1880" actId="14100"/>
          <ac:cxnSpMkLst>
            <pc:docMk/>
            <pc:sldMk cId="2251343422" sldId="320"/>
            <ac:cxnSpMk id="1025" creationId="{020CC4BF-5B77-3B42-A61A-3BC1437CCCA2}"/>
          </ac:cxnSpMkLst>
        </pc:cxnChg>
        <pc:cxnChg chg="add mod">
          <ac:chgData name="Phan Thanh Duy" userId="7fe205da-551d-4fae-b045-58d66fb40073" providerId="ADAL" clId="{A441D81C-AEF8-464D-902E-B6449B34371D}" dt="2026-10-06T06:57:34.901" v="1891" actId="1076"/>
          <ac:cxnSpMkLst>
            <pc:docMk/>
            <pc:sldMk cId="2251343422" sldId="320"/>
            <ac:cxnSpMk id="1031" creationId="{2BFEAD1F-F2D0-1017-FD2E-1AC060339A4B}"/>
          </ac:cxnSpMkLst>
        </pc:cxnChg>
        <pc:cxnChg chg="add mod">
          <ac:chgData name="Phan Thanh Duy" userId="7fe205da-551d-4fae-b045-58d66fb40073" providerId="ADAL" clId="{A441D81C-AEF8-464D-902E-B6449B34371D}" dt="2026-10-06T06:57:38.983" v="1893" actId="1076"/>
          <ac:cxnSpMkLst>
            <pc:docMk/>
            <pc:sldMk cId="2251343422" sldId="320"/>
            <ac:cxnSpMk id="1032" creationId="{1EA8E95F-58F7-9306-9ABF-E5DA1B078B75}"/>
          </ac:cxnSpMkLst>
        </pc:cxnChg>
      </pc:sldChg>
      <pc:sldChg chg="addSp delSp modSp add mod modTransition modAnim">
        <pc:chgData name="Phan Thanh Duy" userId="7fe205da-551d-4fae-b045-58d66fb40073" providerId="ADAL" clId="{A441D81C-AEF8-464D-902E-B6449B34371D}" dt="2026-10-06T07:02:43.029" v="1921" actId="478"/>
        <pc:sldMkLst>
          <pc:docMk/>
          <pc:sldMk cId="2365168681" sldId="321"/>
        </pc:sldMkLst>
        <pc:spChg chg="add">
          <ac:chgData name="Phan Thanh Duy" userId="7fe205da-551d-4fae-b045-58d66fb40073" providerId="ADAL" clId="{A441D81C-AEF8-464D-902E-B6449B34371D}" dt="2026-10-06T06:44:43.783" v="1841" actId="22"/>
          <ac:spMkLst>
            <pc:docMk/>
            <pc:sldMk cId="2365168681" sldId="321"/>
            <ac:spMk id="3" creationId="{9F6DEF1A-5F50-578D-AFD0-6826753391AC}"/>
          </ac:spMkLst>
        </pc:spChg>
        <pc:spChg chg="add mod">
          <ac:chgData name="Phan Thanh Duy" userId="7fe205da-551d-4fae-b045-58d66fb40073" providerId="ADAL" clId="{A441D81C-AEF8-464D-902E-B6449B34371D}" dt="2026-10-06T06:45:20.850" v="1842"/>
          <ac:spMkLst>
            <pc:docMk/>
            <pc:sldMk cId="2365168681" sldId="321"/>
            <ac:spMk id="5" creationId="{C975EDB1-1BA5-495D-8EAE-A6E7606F799D}"/>
          </ac:spMkLst>
        </pc:spChg>
        <pc:spChg chg="del">
          <ac:chgData name="Phan Thanh Duy" userId="7fe205da-551d-4fae-b045-58d66fb40073" providerId="ADAL" clId="{A441D81C-AEF8-464D-902E-B6449B34371D}" dt="2026-10-06T06:45:28.681" v="1844" actId="478"/>
          <ac:spMkLst>
            <pc:docMk/>
            <pc:sldMk cId="2365168681" sldId="321"/>
            <ac:spMk id="17" creationId="{4F1BBFE1-2124-6D30-051B-24DEEAE52E1D}"/>
          </ac:spMkLst>
        </pc:spChg>
        <pc:spChg chg="del">
          <ac:chgData name="Phan Thanh Duy" userId="7fe205da-551d-4fae-b045-58d66fb40073" providerId="ADAL" clId="{A441D81C-AEF8-464D-902E-B6449B34371D}" dt="2026-10-06T06:45:28.681" v="1844" actId="478"/>
          <ac:spMkLst>
            <pc:docMk/>
            <pc:sldMk cId="2365168681" sldId="321"/>
            <ac:spMk id="22" creationId="{9E3D067C-AB05-6E25-1D76-18A1BB7BFBBC}"/>
          </ac:spMkLst>
        </pc:spChg>
        <pc:picChg chg="del">
          <ac:chgData name="Phan Thanh Duy" userId="7fe205da-551d-4fae-b045-58d66fb40073" providerId="ADAL" clId="{A441D81C-AEF8-464D-902E-B6449B34371D}" dt="2026-10-06T06:45:25.922" v="1843" actId="478"/>
          <ac:picMkLst>
            <pc:docMk/>
            <pc:sldMk cId="2365168681" sldId="321"/>
            <ac:picMk id="20" creationId="{FC14E014-9857-C951-C332-954A6F83CF99}"/>
          </ac:picMkLst>
        </pc:picChg>
        <pc:cxnChg chg="add mod">
          <ac:chgData name="Phan Thanh Duy" userId="7fe205da-551d-4fae-b045-58d66fb40073" providerId="ADAL" clId="{A441D81C-AEF8-464D-902E-B6449B34371D}" dt="2026-10-06T06:45:20.850" v="1842"/>
          <ac:cxnSpMkLst>
            <pc:docMk/>
            <pc:sldMk cId="2365168681" sldId="321"/>
            <ac:cxnSpMk id="8" creationId="{87DA8B5F-573F-5E6E-6BF8-ECAECDA9593B}"/>
          </ac:cxnSpMkLst>
        </pc:cxnChg>
        <pc:cxnChg chg="del mod">
          <ac:chgData name="Phan Thanh Duy" userId="7fe205da-551d-4fae-b045-58d66fb40073" providerId="ADAL" clId="{A441D81C-AEF8-464D-902E-B6449B34371D}" dt="2026-10-06T06:45:28.681" v="1844" actId="478"/>
          <ac:cxnSpMkLst>
            <pc:docMk/>
            <pc:sldMk cId="2365168681" sldId="321"/>
            <ac:cxnSpMk id="24" creationId="{44270E91-722F-A492-F862-C160B8B34362}"/>
          </ac:cxnSpMkLst>
        </pc:cxnChg>
        <pc:cxnChg chg="del">
          <ac:chgData name="Phan Thanh Duy" userId="7fe205da-551d-4fae-b045-58d66fb40073" providerId="ADAL" clId="{A441D81C-AEF8-464D-902E-B6449B34371D}" dt="2026-10-06T07:02:43.029" v="1921" actId="478"/>
          <ac:cxnSpMkLst>
            <pc:docMk/>
            <pc:sldMk cId="2365168681" sldId="321"/>
            <ac:cxnSpMk id="29" creationId="{8AAA0C99-4964-3E3E-BC04-7D7DB7706921}"/>
          </ac:cxnSpMkLst>
        </pc:cxnChg>
        <pc:cxnChg chg="del">
          <ac:chgData name="Phan Thanh Duy" userId="7fe205da-551d-4fae-b045-58d66fb40073" providerId="ADAL" clId="{A441D81C-AEF8-464D-902E-B6449B34371D}" dt="2026-10-06T07:02:43.029" v="1921" actId="478"/>
          <ac:cxnSpMkLst>
            <pc:docMk/>
            <pc:sldMk cId="2365168681" sldId="321"/>
            <ac:cxnSpMk id="1025" creationId="{E5C6E8C5-9D0A-0907-74D8-8C657BFD0BFD}"/>
          </ac:cxnSpMkLst>
        </pc:cxnChg>
      </pc:sldChg>
      <pc:sldChg chg="addSp delSp modSp add mod addAnim delAnim modAnim">
        <pc:chgData name="Phan Thanh Duy" userId="7fe205da-551d-4fae-b045-58d66fb40073" providerId="ADAL" clId="{A441D81C-AEF8-464D-902E-B6449B34371D}" dt="2026-10-06T07:19:50.573" v="2126" actId="962"/>
        <pc:sldMkLst>
          <pc:docMk/>
          <pc:sldMk cId="1646853774" sldId="322"/>
        </pc:sldMkLst>
        <pc:spChg chg="add mod">
          <ac:chgData name="Phan Thanh Duy" userId="7fe205da-551d-4fae-b045-58d66fb40073" providerId="ADAL" clId="{A441D81C-AEF8-464D-902E-B6449B34371D}" dt="2026-10-06T07:03:28.944" v="1923"/>
          <ac:spMkLst>
            <pc:docMk/>
            <pc:sldMk cId="1646853774" sldId="322"/>
            <ac:spMk id="2" creationId="{AD31A267-7BF5-88B0-13B1-926F40706709}"/>
          </ac:spMkLst>
        </pc:spChg>
        <pc:spChg chg="add mod">
          <ac:chgData name="Phan Thanh Duy" userId="7fe205da-551d-4fae-b045-58d66fb40073" providerId="ADAL" clId="{A441D81C-AEF8-464D-902E-B6449B34371D}" dt="2026-10-06T07:03:28.944" v="1923"/>
          <ac:spMkLst>
            <pc:docMk/>
            <pc:sldMk cId="1646853774" sldId="322"/>
            <ac:spMk id="3" creationId="{82A8D86E-381D-1ECF-A0B8-A2A295BF4667}"/>
          </ac:spMkLst>
        </pc:spChg>
        <pc:spChg chg="add mod">
          <ac:chgData name="Phan Thanh Duy" userId="7fe205da-551d-4fae-b045-58d66fb40073" providerId="ADAL" clId="{A441D81C-AEF8-464D-902E-B6449B34371D}" dt="2026-10-06T07:03:28.944" v="1923"/>
          <ac:spMkLst>
            <pc:docMk/>
            <pc:sldMk cId="1646853774" sldId="322"/>
            <ac:spMk id="5" creationId="{B3F1E6B9-11A9-DB21-26BF-E0FE86508405}"/>
          </ac:spMkLst>
        </pc:spChg>
        <pc:spChg chg="mod">
          <ac:chgData name="Phan Thanh Duy" userId="7fe205da-551d-4fae-b045-58d66fb40073" providerId="ADAL" clId="{A441D81C-AEF8-464D-902E-B6449B34371D}" dt="2026-10-06T07:17:30.096" v="2113" actId="1076"/>
          <ac:spMkLst>
            <pc:docMk/>
            <pc:sldMk cId="1646853774" sldId="322"/>
            <ac:spMk id="12" creationId="{85D227AD-0276-03B1-A4BA-024840CF2676}"/>
          </ac:spMkLst>
        </pc:spChg>
        <pc:spChg chg="add mod">
          <ac:chgData name="Phan Thanh Duy" userId="7fe205da-551d-4fae-b045-58d66fb40073" providerId="ADAL" clId="{A441D81C-AEF8-464D-902E-B6449B34371D}" dt="2026-10-06T07:17:29.472" v="2112" actId="14100"/>
          <ac:spMkLst>
            <pc:docMk/>
            <pc:sldMk cId="1646853774" sldId="322"/>
            <ac:spMk id="16" creationId="{102B88ED-5095-5475-AD75-CC9BE08836E8}"/>
          </ac:spMkLst>
        </pc:spChg>
        <pc:spChg chg="del">
          <ac:chgData name="Phan Thanh Duy" userId="7fe205da-551d-4fae-b045-58d66fb40073" providerId="ADAL" clId="{A441D81C-AEF8-464D-902E-B6449B34371D}" dt="2026-10-06T07:03:43.579" v="1926" actId="478"/>
          <ac:spMkLst>
            <pc:docMk/>
            <pc:sldMk cId="1646853774" sldId="322"/>
            <ac:spMk id="19" creationId="{3D5EA274-011D-871C-37E9-85F338B81A78}"/>
          </ac:spMkLst>
        </pc:spChg>
        <pc:spChg chg="add mod">
          <ac:chgData name="Phan Thanh Duy" userId="7fe205da-551d-4fae-b045-58d66fb40073" providerId="ADAL" clId="{A441D81C-AEF8-464D-902E-B6449B34371D}" dt="2026-10-06T07:08:37.778" v="2030" actId="1076"/>
          <ac:spMkLst>
            <pc:docMk/>
            <pc:sldMk cId="1646853774" sldId="322"/>
            <ac:spMk id="22" creationId="{A4AD9DB4-273C-265E-6D3F-E564647AA013}"/>
          </ac:spMkLst>
        </pc:spChg>
        <pc:spChg chg="add mod">
          <ac:chgData name="Phan Thanh Duy" userId="7fe205da-551d-4fae-b045-58d66fb40073" providerId="ADAL" clId="{A441D81C-AEF8-464D-902E-B6449B34371D}" dt="2026-10-06T07:08:18.659" v="2027" actId="14100"/>
          <ac:spMkLst>
            <pc:docMk/>
            <pc:sldMk cId="1646853774" sldId="322"/>
            <ac:spMk id="29" creationId="{A753BF58-633F-677C-0762-D4D89E4D85D6}"/>
          </ac:spMkLst>
        </pc:spChg>
        <pc:spChg chg="mod">
          <ac:chgData name="Phan Thanh Duy" userId="7fe205da-551d-4fae-b045-58d66fb40073" providerId="ADAL" clId="{A441D81C-AEF8-464D-902E-B6449B34371D}" dt="2026-10-06T07:08:27.058" v="2029" actId="14100"/>
          <ac:spMkLst>
            <pc:docMk/>
            <pc:sldMk cId="1646853774" sldId="322"/>
            <ac:spMk id="1035" creationId="{E2A07D6D-62F8-2E01-9F2D-C312263126E0}"/>
          </ac:spMkLst>
        </pc:spChg>
        <pc:cxnChg chg="mod">
          <ac:chgData name="Phan Thanh Duy" userId="7fe205da-551d-4fae-b045-58d66fb40073" providerId="ADAL" clId="{A441D81C-AEF8-464D-902E-B6449B34371D}" dt="2026-10-06T07:19:50.573" v="2126" actId="962"/>
          <ac:cxnSpMkLst>
            <pc:docMk/>
            <pc:sldMk cId="1646853774" sldId="322"/>
            <ac:cxnSpMk id="7" creationId="{DF64C152-3D2A-F452-6AD0-CF83DA13C5D3}"/>
          </ac:cxnSpMkLst>
        </pc:cxnChg>
        <pc:cxnChg chg="mod">
          <ac:chgData name="Phan Thanh Duy" userId="7fe205da-551d-4fae-b045-58d66fb40073" providerId="ADAL" clId="{A441D81C-AEF8-464D-902E-B6449B34371D}" dt="2026-10-06T07:19:29.904" v="2121" actId="962"/>
          <ac:cxnSpMkLst>
            <pc:docMk/>
            <pc:sldMk cId="1646853774" sldId="322"/>
            <ac:cxnSpMk id="10" creationId="{E68F4B88-88A1-CE16-9A75-4116239CA1F5}"/>
          </ac:cxnSpMkLst>
        </pc:cxnChg>
        <pc:cxnChg chg="mod">
          <ac:chgData name="Phan Thanh Duy" userId="7fe205da-551d-4fae-b045-58d66fb40073" providerId="ADAL" clId="{A441D81C-AEF8-464D-902E-B6449B34371D}" dt="2026-10-06T07:19:25.642" v="2120" actId="962"/>
          <ac:cxnSpMkLst>
            <pc:docMk/>
            <pc:sldMk cId="1646853774" sldId="322"/>
            <ac:cxnSpMk id="13" creationId="{84B6D5D4-0048-415D-AC76-76402F1D571C}"/>
          </ac:cxnSpMkLst>
        </pc:cxnChg>
        <pc:cxnChg chg="mod">
          <ac:chgData name="Phan Thanh Duy" userId="7fe205da-551d-4fae-b045-58d66fb40073" providerId="ADAL" clId="{A441D81C-AEF8-464D-902E-B6449B34371D}" dt="2026-10-06T07:18:37.794" v="2115" actId="962"/>
          <ac:cxnSpMkLst>
            <pc:docMk/>
            <pc:sldMk cId="1646853774" sldId="322"/>
            <ac:cxnSpMk id="14" creationId="{8DD7EF70-58FA-AFB8-C06E-B2F5C839350C}"/>
          </ac:cxnSpMkLst>
        </pc:cxnChg>
        <pc:cxnChg chg="add mod">
          <ac:chgData name="Phan Thanh Duy" userId="7fe205da-551d-4fae-b045-58d66fb40073" providerId="ADAL" clId="{A441D81C-AEF8-464D-902E-B6449B34371D}" dt="2026-10-06T07:18:54.541" v="2117" actId="962"/>
          <ac:cxnSpMkLst>
            <pc:docMk/>
            <pc:sldMk cId="1646853774" sldId="322"/>
            <ac:cxnSpMk id="17" creationId="{0EB65A74-27FE-6A28-8A10-DFC7572A4B79}"/>
          </ac:cxnSpMkLst>
        </pc:cxnChg>
        <pc:cxnChg chg="del">
          <ac:chgData name="Phan Thanh Duy" userId="7fe205da-551d-4fae-b045-58d66fb40073" providerId="ADAL" clId="{A441D81C-AEF8-464D-902E-B6449B34371D}" dt="2026-10-06T07:04:36.243" v="1935" actId="478"/>
          <ac:cxnSpMkLst>
            <pc:docMk/>
            <pc:sldMk cId="1646853774" sldId="322"/>
            <ac:cxnSpMk id="30" creationId="{0EB3EA57-2C4B-1A87-74AB-1EB9B53F6FC9}"/>
          </ac:cxnSpMkLst>
        </pc:cxnChg>
        <pc:cxnChg chg="mod">
          <ac:chgData name="Phan Thanh Duy" userId="7fe205da-551d-4fae-b045-58d66fb40073" providerId="ADAL" clId="{A441D81C-AEF8-464D-902E-B6449B34371D}" dt="2026-10-06T07:04:34.693" v="1934" actId="1076"/>
          <ac:cxnSpMkLst>
            <pc:docMk/>
            <pc:sldMk cId="1646853774" sldId="322"/>
            <ac:cxnSpMk id="1025" creationId="{8B426C2B-A673-E0CA-CAEC-99304FC42965}"/>
          </ac:cxnSpMkLst>
        </pc:cxnChg>
        <pc:cxnChg chg="del">
          <ac:chgData name="Phan Thanh Duy" userId="7fe205da-551d-4fae-b045-58d66fb40073" providerId="ADAL" clId="{A441D81C-AEF8-464D-902E-B6449B34371D}" dt="2026-10-06T07:04:39.315" v="1936" actId="478"/>
          <ac:cxnSpMkLst>
            <pc:docMk/>
            <pc:sldMk cId="1646853774" sldId="322"/>
            <ac:cxnSpMk id="1031" creationId="{DDA18A0A-A42F-2671-5633-9CD5960B86CA}"/>
          </ac:cxnSpMkLst>
        </pc:cxnChg>
        <pc:cxnChg chg="mod">
          <ac:chgData name="Phan Thanh Duy" userId="7fe205da-551d-4fae-b045-58d66fb40073" providerId="ADAL" clId="{A441D81C-AEF8-464D-902E-B6449B34371D}" dt="2026-10-06T07:04:46.930" v="1939" actId="14100"/>
          <ac:cxnSpMkLst>
            <pc:docMk/>
            <pc:sldMk cId="1646853774" sldId="322"/>
            <ac:cxnSpMk id="1032" creationId="{9E5DB5EB-C5DC-BB63-1FD8-C07006D4626C}"/>
          </ac:cxnSpMkLst>
        </pc:cxnChg>
      </pc:sldChg>
      <pc:sldChg chg="add del">
        <pc:chgData name="Phan Thanh Duy" userId="7fe205da-551d-4fae-b045-58d66fb40073" providerId="ADAL" clId="{A441D81C-AEF8-464D-902E-B6449B34371D}" dt="2026-10-06T06:44:41.228" v="1840"/>
        <pc:sldMkLst>
          <pc:docMk/>
          <pc:sldMk cId="1920517127" sldId="322"/>
        </pc:sldMkLst>
      </pc:sldChg>
      <pc:sldChg chg="addSp delSp modSp add mod modTransition modAnim">
        <pc:chgData name="Phan Thanh Duy" userId="7fe205da-551d-4fae-b045-58d66fb40073" providerId="ADAL" clId="{A441D81C-AEF8-464D-902E-B6449B34371D}" dt="2026-10-06T07:37:59.367" v="2247"/>
        <pc:sldMkLst>
          <pc:docMk/>
          <pc:sldMk cId="2439464774" sldId="323"/>
        </pc:sldMkLst>
        <pc:spChg chg="add mod">
          <ac:chgData name="Phan Thanh Duy" userId="7fe205da-551d-4fae-b045-58d66fb40073" providerId="ADAL" clId="{A441D81C-AEF8-464D-902E-B6449B34371D}" dt="2026-10-06T07:22:47.908" v="2137" actId="14100"/>
          <ac:spMkLst>
            <pc:docMk/>
            <pc:sldMk cId="2439464774" sldId="323"/>
            <ac:spMk id="3" creationId="{AED2C872-E2A2-0AD0-B2F2-77B48CE3CB78}"/>
          </ac:spMkLst>
        </pc:spChg>
        <pc:spChg chg="add mod">
          <ac:chgData name="Phan Thanh Duy" userId="7fe205da-551d-4fae-b045-58d66fb40073" providerId="ADAL" clId="{A441D81C-AEF8-464D-902E-B6449B34371D}" dt="2026-10-06T07:23:31.772" v="2147" actId="1076"/>
          <ac:spMkLst>
            <pc:docMk/>
            <pc:sldMk cId="2439464774" sldId="323"/>
            <ac:spMk id="19" creationId="{FDA71ACE-50D9-D7A0-F084-09496F56493F}"/>
          </ac:spMkLst>
        </pc:spChg>
        <pc:spChg chg="del">
          <ac:chgData name="Phan Thanh Duy" userId="7fe205da-551d-4fae-b045-58d66fb40073" providerId="ADAL" clId="{A441D81C-AEF8-464D-902E-B6449B34371D}" dt="2026-10-06T07:24:51.264" v="2164" actId="478"/>
          <ac:spMkLst>
            <pc:docMk/>
            <pc:sldMk cId="2439464774" sldId="323"/>
            <ac:spMk id="22" creationId="{1FDFCC22-1B40-44B4-E768-7696C0D4E314}"/>
          </ac:spMkLst>
        </pc:spChg>
        <pc:spChg chg="del">
          <ac:chgData name="Phan Thanh Duy" userId="7fe205da-551d-4fae-b045-58d66fb40073" providerId="ADAL" clId="{A441D81C-AEF8-464D-902E-B6449B34371D}" dt="2026-10-06T07:24:55.473" v="2165" actId="478"/>
          <ac:spMkLst>
            <pc:docMk/>
            <pc:sldMk cId="2439464774" sldId="323"/>
            <ac:spMk id="29" creationId="{3F2D1A4C-43EC-BF8A-56A7-9143B0F258CE}"/>
          </ac:spMkLst>
        </pc:spChg>
        <pc:spChg chg="add mod">
          <ac:chgData name="Phan Thanh Duy" userId="7fe205da-551d-4fae-b045-58d66fb40073" providerId="ADAL" clId="{A441D81C-AEF8-464D-902E-B6449B34371D}" dt="2026-10-06T07:24:34.188" v="2163" actId="1076"/>
          <ac:spMkLst>
            <pc:docMk/>
            <pc:sldMk cId="2439464774" sldId="323"/>
            <ac:spMk id="1026" creationId="{B2754B4E-C1EF-A262-EADB-D311C2E0045E}"/>
          </ac:spMkLst>
        </pc:spChg>
        <pc:spChg chg="del">
          <ac:chgData name="Phan Thanh Duy" userId="7fe205da-551d-4fae-b045-58d66fb40073" providerId="ADAL" clId="{A441D81C-AEF8-464D-902E-B6449B34371D}" dt="2026-10-06T07:24:57.581" v="2166" actId="478"/>
          <ac:spMkLst>
            <pc:docMk/>
            <pc:sldMk cId="2439464774" sldId="323"/>
            <ac:spMk id="1035" creationId="{2250ADB3-753F-24EE-6229-53181F0E97A2}"/>
          </ac:spMkLst>
        </pc:spChg>
        <pc:picChg chg="del">
          <ac:chgData name="Phan Thanh Duy" userId="7fe205da-551d-4fae-b045-58d66fb40073" providerId="ADAL" clId="{A441D81C-AEF8-464D-902E-B6449B34371D}" dt="2026-10-06T07:24:55.473" v="2165" actId="478"/>
          <ac:picMkLst>
            <pc:docMk/>
            <pc:sldMk cId="2439464774" sldId="323"/>
            <ac:picMk id="20" creationId="{959CEB23-6646-2954-5E19-8C4FD57E9911}"/>
          </ac:picMkLst>
        </pc:picChg>
        <pc:cxnChg chg="mod">
          <ac:chgData name="Phan Thanh Duy" userId="7fe205da-551d-4fae-b045-58d66fb40073" providerId="ADAL" clId="{A441D81C-AEF8-464D-902E-B6449B34371D}" dt="2026-10-06T07:22:47.908" v="2137" actId="14100"/>
          <ac:cxnSpMkLst>
            <pc:docMk/>
            <pc:sldMk cId="2439464774" sldId="323"/>
            <ac:cxnSpMk id="17" creationId="{9623D83E-E102-DB53-2F38-28EAC8CA6A62}"/>
          </ac:cxnSpMkLst>
        </pc:cxnChg>
        <pc:cxnChg chg="add mod">
          <ac:chgData name="Phan Thanh Duy" userId="7fe205da-551d-4fae-b045-58d66fb40073" providerId="ADAL" clId="{A441D81C-AEF8-464D-902E-B6449B34371D}" dt="2026-10-06T07:23:31.772" v="2147" actId="1076"/>
          <ac:cxnSpMkLst>
            <pc:docMk/>
            <pc:sldMk cId="2439464774" sldId="323"/>
            <ac:cxnSpMk id="21" creationId="{9165CEA1-BDB1-4BBF-334F-9E143A51B8E4}"/>
          </ac:cxnSpMkLst>
        </pc:cxnChg>
        <pc:cxnChg chg="add mod">
          <ac:chgData name="Phan Thanh Duy" userId="7fe205da-551d-4fae-b045-58d66fb40073" providerId="ADAL" clId="{A441D81C-AEF8-464D-902E-B6449B34371D}" dt="2026-10-06T07:24:34.188" v="2163" actId="1076"/>
          <ac:cxnSpMkLst>
            <pc:docMk/>
            <pc:sldMk cId="2439464774" sldId="323"/>
            <ac:cxnSpMk id="1027" creationId="{9ADCA3AD-F7C5-E768-AD9D-3D2A13A51B0D}"/>
          </ac:cxnSpMkLst>
        </pc:cxnChg>
        <pc:cxnChg chg="del">
          <ac:chgData name="Phan Thanh Duy" userId="7fe205da-551d-4fae-b045-58d66fb40073" providerId="ADAL" clId="{A441D81C-AEF8-464D-902E-B6449B34371D}" dt="2026-10-06T07:24:57.581" v="2166" actId="478"/>
          <ac:cxnSpMkLst>
            <pc:docMk/>
            <pc:sldMk cId="2439464774" sldId="323"/>
            <ac:cxnSpMk id="1032" creationId="{C91F8190-1567-E835-1CBE-01F69554ABFF}"/>
          </ac:cxnSpMkLst>
        </pc:cxnChg>
      </pc:sldChg>
      <pc:sldChg chg="modSp add mod ord modTransition">
        <pc:chgData name="Phan Thanh Duy" userId="7fe205da-551d-4fae-b045-58d66fb40073" providerId="ADAL" clId="{A441D81C-AEF8-464D-902E-B6449B34371D}" dt="2026-10-06T08:17:10.770" v="2559"/>
        <pc:sldMkLst>
          <pc:docMk/>
          <pc:sldMk cId="3965440558" sldId="324"/>
        </pc:sldMkLst>
        <pc:spChg chg="mod">
          <ac:chgData name="Phan Thanh Duy" userId="7fe205da-551d-4fae-b045-58d66fb40073" providerId="ADAL" clId="{A441D81C-AEF8-464D-902E-B6449B34371D}" dt="2026-10-06T07:30:50.235" v="2239" actId="1076"/>
          <ac:spMkLst>
            <pc:docMk/>
            <pc:sldMk cId="3965440558" sldId="324"/>
            <ac:spMk id="1026" creationId="{8BADA2A0-7A0B-DC9D-85EE-47F44C053F1C}"/>
          </ac:spMkLst>
        </pc:spChg>
        <pc:spChg chg="mod">
          <ac:chgData name="Phan Thanh Duy" userId="7fe205da-551d-4fae-b045-58d66fb40073" providerId="ADAL" clId="{A441D81C-AEF8-464D-902E-B6449B34371D}" dt="2026-10-06T07:31:10.649" v="2242" actId="1076"/>
          <ac:spMkLst>
            <pc:docMk/>
            <pc:sldMk cId="3965440558" sldId="324"/>
            <ac:spMk id="1027" creationId="{7EEDCE09-478B-41BF-E429-A27934A95BA3}"/>
          </ac:spMkLst>
        </pc:spChg>
        <pc:spChg chg="mod">
          <ac:chgData name="Phan Thanh Duy" userId="7fe205da-551d-4fae-b045-58d66fb40073" providerId="ADAL" clId="{A441D81C-AEF8-464D-902E-B6449B34371D}" dt="2026-10-06T07:31:05.399" v="2241" actId="1076"/>
          <ac:spMkLst>
            <pc:docMk/>
            <pc:sldMk cId="3965440558" sldId="324"/>
            <ac:spMk id="1029" creationId="{50788305-10F6-B10A-9835-8D1CE9AAB879}"/>
          </ac:spMkLst>
        </pc:spChg>
        <pc:spChg chg="mod">
          <ac:chgData name="Phan Thanh Duy" userId="7fe205da-551d-4fae-b045-58d66fb40073" providerId="ADAL" clId="{A441D81C-AEF8-464D-902E-B6449B34371D}" dt="2026-10-06T07:29:31.800" v="2221" actId="1076"/>
          <ac:spMkLst>
            <pc:docMk/>
            <pc:sldMk cId="3965440558" sldId="324"/>
            <ac:spMk id="1362" creationId="{27B3E3DC-A636-37EE-1812-96838C08730F}"/>
          </ac:spMkLst>
        </pc:spChg>
        <pc:spChg chg="mod">
          <ac:chgData name="Phan Thanh Duy" userId="7fe205da-551d-4fae-b045-58d66fb40073" providerId="ADAL" clId="{A441D81C-AEF8-464D-902E-B6449B34371D}" dt="2026-10-06T07:30:37.461" v="2237" actId="14100"/>
          <ac:spMkLst>
            <pc:docMk/>
            <pc:sldMk cId="3965440558" sldId="324"/>
            <ac:spMk id="1363" creationId="{8580FF8D-0CAD-1777-063D-8F76F6EF06DF}"/>
          </ac:spMkLst>
        </pc:spChg>
        <pc:spChg chg="mod">
          <ac:chgData name="Phan Thanh Duy" userId="7fe205da-551d-4fae-b045-58d66fb40073" providerId="ADAL" clId="{A441D81C-AEF8-464D-902E-B6449B34371D}" dt="2026-10-06T07:30:02.540" v="2228" actId="1076"/>
          <ac:spMkLst>
            <pc:docMk/>
            <pc:sldMk cId="3965440558" sldId="324"/>
            <ac:spMk id="1365" creationId="{A64DB122-0222-A6D1-DB26-FFAD2A8D87E6}"/>
          </ac:spMkLst>
        </pc:spChg>
        <pc:spChg chg="mod">
          <ac:chgData name="Phan Thanh Duy" userId="7fe205da-551d-4fae-b045-58d66fb40073" providerId="ADAL" clId="{A441D81C-AEF8-464D-902E-B6449B34371D}" dt="2026-10-06T07:30:25.865" v="2235" actId="1076"/>
          <ac:spMkLst>
            <pc:docMk/>
            <pc:sldMk cId="3965440558" sldId="324"/>
            <ac:spMk id="1368" creationId="{94C7B1B3-EE87-C7E9-E334-93172B12E419}"/>
          </ac:spMkLst>
        </pc:spChg>
        <pc:spChg chg="mod">
          <ac:chgData name="Phan Thanh Duy" userId="7fe205da-551d-4fae-b045-58d66fb40073" providerId="ADAL" clId="{A441D81C-AEF8-464D-902E-B6449B34371D}" dt="2026-10-06T07:30:21.686" v="2234" actId="1076"/>
          <ac:spMkLst>
            <pc:docMk/>
            <pc:sldMk cId="3965440558" sldId="324"/>
            <ac:spMk id="1370" creationId="{6503DD52-3AA3-214E-5091-E2AF839DC5B5}"/>
          </ac:spMkLst>
        </pc:spChg>
        <pc:spChg chg="mod">
          <ac:chgData name="Phan Thanh Duy" userId="7fe205da-551d-4fae-b045-58d66fb40073" providerId="ADAL" clId="{A441D81C-AEF8-464D-902E-B6449B34371D}" dt="2026-10-06T07:28:34.387" v="2207" actId="1076"/>
          <ac:spMkLst>
            <pc:docMk/>
            <pc:sldMk cId="3965440558" sldId="324"/>
            <ac:spMk id="1371" creationId="{45B37B2E-F22E-FF55-DD67-638F734B4B49}"/>
          </ac:spMkLst>
        </pc:spChg>
        <pc:spChg chg="mod">
          <ac:chgData name="Phan Thanh Duy" userId="7fe205da-551d-4fae-b045-58d66fb40073" providerId="ADAL" clId="{A441D81C-AEF8-464D-902E-B6449B34371D}" dt="2026-10-06T07:30:46.943" v="2238" actId="1076"/>
          <ac:spMkLst>
            <pc:docMk/>
            <pc:sldMk cId="3965440558" sldId="324"/>
            <ac:spMk id="1374" creationId="{E0D0003E-D054-DE9A-2E3D-6E5D9B701C63}"/>
          </ac:spMkLst>
        </pc:spChg>
        <pc:cxnChg chg="mod">
          <ac:chgData name="Phan Thanh Duy" userId="7fe205da-551d-4fae-b045-58d66fb40073" providerId="ADAL" clId="{A441D81C-AEF8-464D-902E-B6449B34371D}" dt="2026-10-06T07:31:10.649" v="2242" actId="1076"/>
          <ac:cxnSpMkLst>
            <pc:docMk/>
            <pc:sldMk cId="3965440558" sldId="324"/>
            <ac:cxnSpMk id="1028" creationId="{B65C42B6-1A9C-AB5B-D7FA-0C0702573720}"/>
          </ac:cxnSpMkLst>
        </pc:cxnChg>
        <pc:cxnChg chg="mod">
          <ac:chgData name="Phan Thanh Duy" userId="7fe205da-551d-4fae-b045-58d66fb40073" providerId="ADAL" clId="{A441D81C-AEF8-464D-902E-B6449B34371D}" dt="2026-10-06T07:31:10.649" v="2242" actId="1076"/>
          <ac:cxnSpMkLst>
            <pc:docMk/>
            <pc:sldMk cId="3965440558" sldId="324"/>
            <ac:cxnSpMk id="1030" creationId="{95860942-AB0B-6CC0-796C-1D0A99B9626E}"/>
          </ac:cxnSpMkLst>
        </pc:cxnChg>
        <pc:cxnChg chg="mod">
          <ac:chgData name="Phan Thanh Duy" userId="7fe205da-551d-4fae-b045-58d66fb40073" providerId="ADAL" clId="{A441D81C-AEF8-464D-902E-B6449B34371D}" dt="2026-10-06T07:30:37.461" v="2237" actId="14100"/>
          <ac:cxnSpMkLst>
            <pc:docMk/>
            <pc:sldMk cId="3965440558" sldId="324"/>
            <ac:cxnSpMk id="1364" creationId="{1D780935-4306-7473-0F4E-181A866E34EB}"/>
          </ac:cxnSpMkLst>
        </pc:cxnChg>
        <pc:cxnChg chg="mod">
          <ac:chgData name="Phan Thanh Duy" userId="7fe205da-551d-4fae-b045-58d66fb40073" providerId="ADAL" clId="{A441D81C-AEF8-464D-902E-B6449B34371D}" dt="2026-10-06T07:30:37.461" v="2237" actId="14100"/>
          <ac:cxnSpMkLst>
            <pc:docMk/>
            <pc:sldMk cId="3965440558" sldId="324"/>
            <ac:cxnSpMk id="1366" creationId="{6A644823-E5C1-4506-9E08-DFC20516A482}"/>
          </ac:cxnSpMkLst>
        </pc:cxnChg>
        <pc:cxnChg chg="mod">
          <ac:chgData name="Phan Thanh Duy" userId="7fe205da-551d-4fae-b045-58d66fb40073" providerId="ADAL" clId="{A441D81C-AEF8-464D-902E-B6449B34371D}" dt="2026-10-06T07:30:25.865" v="2235" actId="1076"/>
          <ac:cxnSpMkLst>
            <pc:docMk/>
            <pc:sldMk cId="3965440558" sldId="324"/>
            <ac:cxnSpMk id="1367" creationId="{536CEEEC-94F6-8C3F-EB18-D628909264EA}"/>
          </ac:cxnSpMkLst>
        </pc:cxnChg>
        <pc:cxnChg chg="mod">
          <ac:chgData name="Phan Thanh Duy" userId="7fe205da-551d-4fae-b045-58d66fb40073" providerId="ADAL" clId="{A441D81C-AEF8-464D-902E-B6449B34371D}" dt="2026-10-06T07:30:25.865" v="2235" actId="1076"/>
          <ac:cxnSpMkLst>
            <pc:docMk/>
            <pc:sldMk cId="3965440558" sldId="324"/>
            <ac:cxnSpMk id="1369" creationId="{D5E3FE73-5F51-4B16-5478-687B1BDA9ECD}"/>
          </ac:cxnSpMkLst>
        </pc:cxnChg>
        <pc:cxnChg chg="mod">
          <ac:chgData name="Phan Thanh Duy" userId="7fe205da-551d-4fae-b045-58d66fb40073" providerId="ADAL" clId="{A441D81C-AEF8-464D-902E-B6449B34371D}" dt="2026-10-06T07:30:21.686" v="2234" actId="1076"/>
          <ac:cxnSpMkLst>
            <pc:docMk/>
            <pc:sldMk cId="3965440558" sldId="324"/>
            <ac:cxnSpMk id="1372" creationId="{B89B46AC-4136-02FF-5E2C-EB9E081B0346}"/>
          </ac:cxnSpMkLst>
        </pc:cxnChg>
        <pc:cxnChg chg="mod">
          <ac:chgData name="Phan Thanh Duy" userId="7fe205da-551d-4fae-b045-58d66fb40073" providerId="ADAL" clId="{A441D81C-AEF8-464D-902E-B6449B34371D}" dt="2026-10-06T07:30:46.943" v="2238" actId="1076"/>
          <ac:cxnSpMkLst>
            <pc:docMk/>
            <pc:sldMk cId="3965440558" sldId="324"/>
            <ac:cxnSpMk id="1373" creationId="{669AE882-4D9A-971D-15C1-EE8389F4D670}"/>
          </ac:cxnSpMkLst>
        </pc:cxnChg>
        <pc:cxnChg chg="mod">
          <ac:chgData name="Phan Thanh Duy" userId="7fe205da-551d-4fae-b045-58d66fb40073" providerId="ADAL" clId="{A441D81C-AEF8-464D-902E-B6449B34371D}" dt="2026-10-06T07:30:50.235" v="2239" actId="1076"/>
          <ac:cxnSpMkLst>
            <pc:docMk/>
            <pc:sldMk cId="3965440558" sldId="324"/>
            <ac:cxnSpMk id="1375" creationId="{41B0AACC-ACD7-752F-CC48-4E753DB00A7D}"/>
          </ac:cxnSpMkLst>
        </pc:cxnChg>
      </pc:sldChg>
      <pc:sldChg chg="addSp delSp modSp add mod ord">
        <pc:chgData name="Phan Thanh Duy" userId="7fe205da-551d-4fae-b045-58d66fb40073" providerId="ADAL" clId="{A441D81C-AEF8-464D-902E-B6449B34371D}" dt="2026-10-06T08:10:53.381" v="2543"/>
        <pc:sldMkLst>
          <pc:docMk/>
          <pc:sldMk cId="2610422756" sldId="325"/>
        </pc:sldMkLst>
        <pc:spChg chg="add del mod">
          <ac:chgData name="Phan Thanh Duy" userId="7fe205da-551d-4fae-b045-58d66fb40073" providerId="ADAL" clId="{A441D81C-AEF8-464D-902E-B6449B34371D}" dt="2026-10-06T07:47:32.580" v="2350" actId="478"/>
          <ac:spMkLst>
            <pc:docMk/>
            <pc:sldMk cId="2610422756" sldId="325"/>
            <ac:spMk id="2" creationId="{4AD01DE3-1BCE-ECE1-B6EC-7FA5F436A4E5}"/>
          </ac:spMkLst>
        </pc:spChg>
        <pc:spChg chg="add del mod">
          <ac:chgData name="Phan Thanh Duy" userId="7fe205da-551d-4fae-b045-58d66fb40073" providerId="ADAL" clId="{A441D81C-AEF8-464D-902E-B6449B34371D}" dt="2026-10-06T07:47:25.366" v="2348" actId="478"/>
          <ac:spMkLst>
            <pc:docMk/>
            <pc:sldMk cId="2610422756" sldId="325"/>
            <ac:spMk id="3" creationId="{F4C09ED6-8291-236D-87D0-74B5CA945C95}"/>
          </ac:spMkLst>
        </pc:spChg>
        <pc:spChg chg="add del">
          <ac:chgData name="Phan Thanh Duy" userId="7fe205da-551d-4fae-b045-58d66fb40073" providerId="ADAL" clId="{A441D81C-AEF8-464D-902E-B6449B34371D}" dt="2026-10-06T07:43:58.877" v="2333" actId="478"/>
          <ac:spMkLst>
            <pc:docMk/>
            <pc:sldMk cId="2610422756" sldId="325"/>
            <ac:spMk id="4" creationId="{F41E2287-1B9C-D94C-964A-65D97E090ACB}"/>
          </ac:spMkLst>
        </pc:spChg>
        <pc:spChg chg="add mod">
          <ac:chgData name="Phan Thanh Duy" userId="7fe205da-551d-4fae-b045-58d66fb40073" providerId="ADAL" clId="{A441D81C-AEF8-464D-902E-B6449B34371D}" dt="2026-10-06T08:08:55.028" v="2523" actId="1076"/>
          <ac:spMkLst>
            <pc:docMk/>
            <pc:sldMk cId="2610422756" sldId="325"/>
            <ac:spMk id="5" creationId="{04847F15-C740-2014-7EFF-DB851A9BC533}"/>
          </ac:spMkLst>
        </pc:spChg>
        <pc:spChg chg="add del mod">
          <ac:chgData name="Phan Thanh Duy" userId="7fe205da-551d-4fae-b045-58d66fb40073" providerId="ADAL" clId="{A441D81C-AEF8-464D-902E-B6449B34371D}" dt="2026-10-06T07:50:55.705" v="2370" actId="478"/>
          <ac:spMkLst>
            <pc:docMk/>
            <pc:sldMk cId="2610422756" sldId="325"/>
            <ac:spMk id="6" creationId="{B88B6AC8-DA2C-6D32-1F9B-D94F4362C079}"/>
          </ac:spMkLst>
        </pc:spChg>
        <pc:spChg chg="add del mod">
          <ac:chgData name="Phan Thanh Duy" userId="7fe205da-551d-4fae-b045-58d66fb40073" providerId="ADAL" clId="{A441D81C-AEF8-464D-902E-B6449B34371D}" dt="2026-10-06T07:47:27.957" v="2349" actId="478"/>
          <ac:spMkLst>
            <pc:docMk/>
            <pc:sldMk cId="2610422756" sldId="325"/>
            <ac:spMk id="10" creationId="{9ED94ED9-A65F-3C1A-B84E-4341D7DCDACC}"/>
          </ac:spMkLst>
        </pc:spChg>
        <pc:spChg chg="add del mod">
          <ac:chgData name="Phan Thanh Duy" userId="7fe205da-551d-4fae-b045-58d66fb40073" providerId="ADAL" clId="{A441D81C-AEF8-464D-902E-B6449B34371D}" dt="2026-10-06T07:51:00.753" v="2371" actId="478"/>
          <ac:spMkLst>
            <pc:docMk/>
            <pc:sldMk cId="2610422756" sldId="325"/>
            <ac:spMk id="14" creationId="{05908A5D-19AA-BEB4-FD1D-92E547995375}"/>
          </ac:spMkLst>
        </pc:spChg>
        <pc:spChg chg="add mod">
          <ac:chgData name="Phan Thanh Duy" userId="7fe205da-551d-4fae-b045-58d66fb40073" providerId="ADAL" clId="{A441D81C-AEF8-464D-902E-B6449B34371D}" dt="2026-10-06T08:08:55.028" v="2523" actId="1076"/>
          <ac:spMkLst>
            <pc:docMk/>
            <pc:sldMk cId="2610422756" sldId="325"/>
            <ac:spMk id="15" creationId="{25E3DD8B-31E3-A77D-430B-C88D7A0D9B8A}"/>
          </ac:spMkLst>
        </pc:spChg>
        <pc:spChg chg="add mod">
          <ac:chgData name="Phan Thanh Duy" userId="7fe205da-551d-4fae-b045-58d66fb40073" providerId="ADAL" clId="{A441D81C-AEF8-464D-902E-B6449B34371D}" dt="2026-10-06T08:09:06.325" v="2524" actId="1076"/>
          <ac:spMkLst>
            <pc:docMk/>
            <pc:sldMk cId="2610422756" sldId="325"/>
            <ac:spMk id="17" creationId="{A119E2EF-EFDD-C465-9DCA-8AC4A4399505}"/>
          </ac:spMkLst>
        </pc:spChg>
        <pc:spChg chg="add mod">
          <ac:chgData name="Phan Thanh Duy" userId="7fe205da-551d-4fae-b045-58d66fb40073" providerId="ADAL" clId="{A441D81C-AEF8-464D-902E-B6449B34371D}" dt="2026-10-06T08:10:53.381" v="2543"/>
          <ac:spMkLst>
            <pc:docMk/>
            <pc:sldMk cId="2610422756" sldId="325"/>
            <ac:spMk id="19" creationId="{F3387ECB-B4FA-8197-FA21-BAA0E13A1047}"/>
          </ac:spMkLst>
        </pc:spChg>
        <pc:spChg chg="mod">
          <ac:chgData name="Phan Thanh Duy" userId="7fe205da-551d-4fae-b045-58d66fb40073" providerId="ADAL" clId="{A441D81C-AEF8-464D-902E-B6449B34371D}" dt="2026-10-06T07:43:51.901" v="2314" actId="1076"/>
          <ac:spMkLst>
            <pc:docMk/>
            <pc:sldMk cId="2610422756" sldId="325"/>
            <ac:spMk id="23" creationId="{ADBAD4C6-3041-A2C6-7126-FBD2BE94DC91}"/>
          </ac:spMkLst>
        </pc:spChg>
        <pc:spChg chg="mod">
          <ac:chgData name="Phan Thanh Duy" userId="7fe205da-551d-4fae-b045-58d66fb40073" providerId="ADAL" clId="{A441D81C-AEF8-464D-902E-B6449B34371D}" dt="2026-10-06T07:43:58.253" v="2332" actId="20577"/>
          <ac:spMkLst>
            <pc:docMk/>
            <pc:sldMk cId="2610422756" sldId="325"/>
            <ac:spMk id="1039" creationId="{71776D9E-9DD6-1691-E6B0-7B1DF8AA8B12}"/>
          </ac:spMkLst>
        </pc:spChg>
        <pc:grpChg chg="mod">
          <ac:chgData name="Phan Thanh Duy" userId="7fe205da-551d-4fae-b045-58d66fb40073" providerId="ADAL" clId="{A441D81C-AEF8-464D-902E-B6449B34371D}" dt="2026-10-06T07:43:52.093" v="2315" actId="14100"/>
          <ac:grpSpMkLst>
            <pc:docMk/>
            <pc:sldMk cId="2610422756" sldId="325"/>
            <ac:grpSpMk id="1042" creationId="{781AF829-8B26-C8CD-BAAF-6310F7FB9CCF}"/>
          </ac:grpSpMkLst>
        </pc:grpChg>
        <pc:grpChg chg="mod">
          <ac:chgData name="Phan Thanh Duy" userId="7fe205da-551d-4fae-b045-58d66fb40073" providerId="ADAL" clId="{A441D81C-AEF8-464D-902E-B6449B34371D}" dt="2026-10-06T08:08:44.704" v="2520" actId="1076"/>
          <ac:grpSpMkLst>
            <pc:docMk/>
            <pc:sldMk cId="2610422756" sldId="325"/>
            <ac:grpSpMk id="1056" creationId="{2115F11A-675B-69B9-6143-4D238BE741F1}"/>
          </ac:grpSpMkLst>
        </pc:grpChg>
        <pc:grpChg chg="mod">
          <ac:chgData name="Phan Thanh Duy" userId="7fe205da-551d-4fae-b045-58d66fb40073" providerId="ADAL" clId="{A441D81C-AEF8-464D-902E-B6449B34371D}" dt="2026-10-06T08:08:44.704" v="2520" actId="1076"/>
          <ac:grpSpMkLst>
            <pc:docMk/>
            <pc:sldMk cId="2610422756" sldId="325"/>
            <ac:grpSpMk id="1061" creationId="{711806E7-8CF0-D52D-C0A4-28D80F9552E9}"/>
          </ac:grpSpMkLst>
        </pc:grpChg>
        <pc:picChg chg="add mod">
          <ac:chgData name="Phan Thanh Duy" userId="7fe205da-551d-4fae-b045-58d66fb40073" providerId="ADAL" clId="{A441D81C-AEF8-464D-902E-B6449B34371D}" dt="2026-10-06T08:08:55.028" v="2523" actId="1076"/>
          <ac:picMkLst>
            <pc:docMk/>
            <pc:sldMk cId="2610422756" sldId="325"/>
            <ac:picMk id="8" creationId="{AFE16B97-9C98-14BA-1EC6-34E3303DDC62}"/>
          </ac:picMkLst>
        </pc:picChg>
        <pc:picChg chg="add mod">
          <ac:chgData name="Phan Thanh Duy" userId="7fe205da-551d-4fae-b045-58d66fb40073" providerId="ADAL" clId="{A441D81C-AEF8-464D-902E-B6449B34371D}" dt="2026-10-06T08:09:06.325" v="2524" actId="1076"/>
          <ac:picMkLst>
            <pc:docMk/>
            <pc:sldMk cId="2610422756" sldId="325"/>
            <ac:picMk id="12" creationId="{BA5B7695-FAB7-0CD8-60A6-4A50CF4E394F}"/>
          </ac:picMkLst>
        </pc:picChg>
      </pc:sldChg>
      <pc:sldChg chg="modSp add mod modTransition">
        <pc:chgData name="Phan Thanh Duy" userId="7fe205da-551d-4fae-b045-58d66fb40073" providerId="ADAL" clId="{A441D81C-AEF8-464D-902E-B6449B34371D}" dt="2026-10-06T08:19:42.133" v="2620"/>
        <pc:sldMkLst>
          <pc:docMk/>
          <pc:sldMk cId="1618851655" sldId="326"/>
        </pc:sldMkLst>
        <pc:spChg chg="mod">
          <ac:chgData name="Phan Thanh Duy" userId="7fe205da-551d-4fae-b045-58d66fb40073" providerId="ADAL" clId="{A441D81C-AEF8-464D-902E-B6449B34371D}" dt="2026-10-06T08:12:15.244" v="2557" actId="20577"/>
          <ac:spMkLst>
            <pc:docMk/>
            <pc:sldMk cId="1618851655" sldId="326"/>
            <ac:spMk id="19" creationId="{476C6EAA-B154-C53C-800C-202DF0A7D3F6}"/>
          </ac:spMkLst>
        </pc:spChg>
        <pc:spChg chg="mod">
          <ac:chgData name="Phan Thanh Duy" userId="7fe205da-551d-4fae-b045-58d66fb40073" providerId="ADAL" clId="{A441D81C-AEF8-464D-902E-B6449B34371D}" dt="2026-10-06T08:18:17.085" v="2616" actId="962"/>
          <ac:spMkLst>
            <pc:docMk/>
            <pc:sldMk cId="1618851655" sldId="326"/>
            <ac:spMk id="23" creationId="{FF66CDA0-5654-1398-C5A1-558FCEE858E8}"/>
          </ac:spMkLst>
        </pc:spChg>
        <pc:picChg chg="mod">
          <ac:chgData name="Phan Thanh Duy" userId="7fe205da-551d-4fae-b045-58d66fb40073" providerId="ADAL" clId="{A441D81C-AEF8-464D-902E-B6449B34371D}" dt="2026-10-06T08:11:28.913" v="2547" actId="14100"/>
          <ac:picMkLst>
            <pc:docMk/>
            <pc:sldMk cId="1618851655" sldId="326"/>
            <ac:picMk id="8" creationId="{BCDA59AE-A0F0-4141-BE55-44395270D302}"/>
          </ac:picMkLst>
        </pc:picChg>
        <pc:picChg chg="mod">
          <ac:chgData name="Phan Thanh Duy" userId="7fe205da-551d-4fae-b045-58d66fb40073" providerId="ADAL" clId="{A441D81C-AEF8-464D-902E-B6449B34371D}" dt="2026-10-06T08:11:44.830" v="2550" actId="14100"/>
          <ac:picMkLst>
            <pc:docMk/>
            <pc:sldMk cId="1618851655" sldId="326"/>
            <ac:picMk id="12" creationId="{675C2594-4774-7E68-19FA-EEA2D4C73473}"/>
          </ac:picMkLst>
        </pc:picChg>
      </pc:sldChg>
      <pc:sldChg chg="modSp add mod ord modTransition">
        <pc:chgData name="Phan Thanh Duy" userId="7fe205da-551d-4fae-b045-58d66fb40073" providerId="ADAL" clId="{A441D81C-AEF8-464D-902E-B6449B34371D}" dt="2026-10-06T08:20:18.723" v="2623"/>
        <pc:sldMkLst>
          <pc:docMk/>
          <pc:sldMk cId="261101127" sldId="327"/>
        </pc:sldMkLst>
        <pc:spChg chg="mod">
          <ac:chgData name="Phan Thanh Duy" userId="7fe205da-551d-4fae-b045-58d66fb40073" providerId="ADAL" clId="{A441D81C-AEF8-464D-902E-B6449B34371D}" dt="2026-10-06T08:17:39.918" v="2609" actId="14100"/>
          <ac:spMkLst>
            <pc:docMk/>
            <pc:sldMk cId="261101127" sldId="327"/>
            <ac:spMk id="2" creationId="{0AFA97A6-0ABF-AF32-4650-772663227807}"/>
          </ac:spMkLst>
        </pc:spChg>
        <pc:spChg chg="mod">
          <ac:chgData name="Phan Thanh Duy" userId="7fe205da-551d-4fae-b045-58d66fb40073" providerId="ADAL" clId="{A441D81C-AEF8-464D-902E-B6449B34371D}" dt="2026-10-06T08:18:22.565" v="2617" actId="962"/>
          <ac:spMkLst>
            <pc:docMk/>
            <pc:sldMk cId="261101127" sldId="327"/>
            <ac:spMk id="1112" creationId="{80684CCA-BE9E-D357-A30B-52FB3D9BB0A4}"/>
          </ac:spMkLst>
        </pc:spChg>
        <pc:spChg chg="mod">
          <ac:chgData name="Phan Thanh Duy" userId="7fe205da-551d-4fae-b045-58d66fb40073" providerId="ADAL" clId="{A441D81C-AEF8-464D-902E-B6449B34371D}" dt="2026-10-06T08:17:31.208" v="2576" actId="14100"/>
          <ac:spMkLst>
            <pc:docMk/>
            <pc:sldMk cId="261101127" sldId="327"/>
            <ac:spMk id="1113" creationId="{237EA76C-FAB4-2EFC-D12F-9F5D78B5E54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9"/>
        <p:cNvGrpSpPr/>
        <p:nvPr/>
      </p:nvGrpSpPr>
      <p:grpSpPr>
        <a:xfrm>
          <a:off x="0" y="0"/>
          <a:ext cx="0" cy="0"/>
          <a:chOff x="0" y="0"/>
          <a:chExt cx="0" cy="0"/>
        </a:xfrm>
      </p:grpSpPr>
      <p:sp>
        <p:nvSpPr>
          <p:cNvPr id="920" name="Google Shape;920;g11f682941b8_0_1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1" name="Google Shape;921;g11f682941b8_0_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0"/>
        <p:cNvGrpSpPr/>
        <p:nvPr/>
      </p:nvGrpSpPr>
      <p:grpSpPr>
        <a:xfrm>
          <a:off x="0" y="0"/>
          <a:ext cx="0" cy="0"/>
          <a:chOff x="0" y="0"/>
          <a:chExt cx="0" cy="0"/>
        </a:xfrm>
      </p:grpSpPr>
      <p:sp>
        <p:nvSpPr>
          <p:cNvPr id="981" name="Google Shape;981;g11f3b086d1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2" name="Google Shape;982;g11f3b086d1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p:cNvGrpSpPr/>
        <p:nvPr/>
      </p:nvGrpSpPr>
      <p:grpSpPr>
        <a:xfrm>
          <a:off x="0" y="0"/>
          <a:ext cx="0" cy="0"/>
          <a:chOff x="0" y="0"/>
          <a:chExt cx="0" cy="0"/>
        </a:xfrm>
      </p:grpSpPr>
      <p:sp>
        <p:nvSpPr>
          <p:cNvPr id="1109" name="Google Shape;1109;g11efcb08b7f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 name="Google Shape;1110;g11efcb08b7f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1633E753-E83C-D42D-AA5C-CB8D418F2BA0}"/>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2292EB90-BB61-D1AD-ABCA-798B1AC69F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5853CED0-CDB5-9371-6819-CE0D08D2D5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082386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97EE4D9E-7E9F-9469-6463-D0FFEE18CD16}"/>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6C563766-A364-392B-480D-F3468EA639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63FF14F9-5026-8B80-C86A-D12596D3FD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512965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445EF57A-DA80-957C-ED40-7CF89835833D}"/>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E68F10F3-2476-268D-8CD3-5C8F08E0E6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92D3A457-7405-DB4C-E7B0-A4A7443D56D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351593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C9A64F5E-3C91-A502-221F-98435670F09F}"/>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CA201030-463C-4933-23FC-E5405C7A26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369CE23F-7945-B22E-1A85-6FD540EB05B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420774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81E636CD-74AC-6FB8-FB65-31476B5A51E7}"/>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51FC63BB-6A56-8C39-F3B3-1AAF6E3EB7D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A35A30DE-61D5-B371-D79B-EF1BF2FC59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826378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F0F658EC-4ABE-D046-E27B-5EBA3F858910}"/>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71E8AA75-B95C-C22F-4AEB-480E70AA9E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26CB9877-8151-71E6-237F-699A616AFD0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384060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A378926D-E29C-FC27-26B8-FC6ABEB2AC27}"/>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B974F2D0-B3A5-4353-C143-79BCC8018E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9A8B6C74-E4AE-AEA4-EAA2-1806B439F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450509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036FF75F-1EC9-5654-5ED0-4F8A3E55DEBB}"/>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050D6A01-C937-0360-C56D-9951FD08BB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35106767-C795-7B51-3C81-0C7DB64CDD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858140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AB9213D6-71CB-50A9-E95C-122AC89D93A1}"/>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1341EA40-D4E9-7D07-84EE-1BD2E33AAB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3D0885D6-4D32-E606-19E1-409AF79C08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642105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E895FB98-725D-0FF0-26DF-D0A285366531}"/>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8BBC706F-EA7C-2B54-26A9-F99216A859C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5BB3E8BB-AFF3-B9C5-8C6C-46D9CD8759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180431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ACB0C25F-AC06-C40D-01C5-57439A5B57C3}"/>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7F65599F-36A1-30C5-5B28-6FF34C5CAD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99E6A217-2D8D-AFF3-24BD-6C2AC369B9A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17610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36794879-8863-B667-5FC1-6DBF15FC6FC0}"/>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A408C243-C212-A69C-0830-113C1EB0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8B9213FD-C947-B67C-FF33-01FA11BC0C2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5751206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35C9B86D-5F19-81E0-F013-6F39B5DABDCA}"/>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5940D2B6-A23E-07B8-0977-8612B188842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C7E9EF34-2C30-118F-B9E7-E9D6049811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67133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a:extLst>
            <a:ext uri="{FF2B5EF4-FFF2-40B4-BE49-F238E27FC236}">
              <a16:creationId xmlns:a16="http://schemas.microsoft.com/office/drawing/2014/main" id="{88F17D75-1DB2-E7E2-D4C3-DAB1494300DA}"/>
            </a:ext>
          </a:extLst>
        </p:cNvPr>
        <p:cNvGrpSpPr/>
        <p:nvPr/>
      </p:nvGrpSpPr>
      <p:grpSpPr>
        <a:xfrm>
          <a:off x="0" y="0"/>
          <a:ext cx="0" cy="0"/>
          <a:chOff x="0" y="0"/>
          <a:chExt cx="0" cy="0"/>
        </a:xfrm>
      </p:grpSpPr>
      <p:sp>
        <p:nvSpPr>
          <p:cNvPr id="1109" name="Google Shape;1109;g11efcb08b7f_0_25:notes">
            <a:extLst>
              <a:ext uri="{FF2B5EF4-FFF2-40B4-BE49-F238E27FC236}">
                <a16:creationId xmlns:a16="http://schemas.microsoft.com/office/drawing/2014/main" id="{AFAE3E38-A5E0-93C9-AD26-F1D3354822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 name="Google Shape;1110;g11efcb08b7f_0_25:notes">
            <a:extLst>
              <a:ext uri="{FF2B5EF4-FFF2-40B4-BE49-F238E27FC236}">
                <a16:creationId xmlns:a16="http://schemas.microsoft.com/office/drawing/2014/main" id="{D18D5ABE-476D-EE77-FBE3-FBFE65316C1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54373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p:cNvGrpSpPr/>
        <p:nvPr/>
      </p:nvGrpSpPr>
      <p:grpSpPr>
        <a:xfrm>
          <a:off x="0" y="0"/>
          <a:ext cx="0" cy="0"/>
          <a:chOff x="0" y="0"/>
          <a:chExt cx="0" cy="0"/>
        </a:xfrm>
      </p:grpSpPr>
      <p:sp>
        <p:nvSpPr>
          <p:cNvPr id="1034" name="Google Shape;1034;g11efcb08b7f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E95A6C7A-8C87-9430-3BD7-DEE152D2D79F}"/>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9B22720F-50E3-1713-5979-D93A487590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86DB7F7C-F741-F1AB-4645-0897B86654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41395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a:extLst>
            <a:ext uri="{FF2B5EF4-FFF2-40B4-BE49-F238E27FC236}">
              <a16:creationId xmlns:a16="http://schemas.microsoft.com/office/drawing/2014/main" id="{00025741-BDE7-82C7-08A4-C10475928985}"/>
            </a:ext>
          </a:extLst>
        </p:cNvPr>
        <p:cNvGrpSpPr/>
        <p:nvPr/>
      </p:nvGrpSpPr>
      <p:grpSpPr>
        <a:xfrm>
          <a:off x="0" y="0"/>
          <a:ext cx="0" cy="0"/>
          <a:chOff x="0" y="0"/>
          <a:chExt cx="0" cy="0"/>
        </a:xfrm>
      </p:grpSpPr>
      <p:sp>
        <p:nvSpPr>
          <p:cNvPr id="1109" name="Google Shape;1109;g11efcb08b7f_0_25:notes">
            <a:extLst>
              <a:ext uri="{FF2B5EF4-FFF2-40B4-BE49-F238E27FC236}">
                <a16:creationId xmlns:a16="http://schemas.microsoft.com/office/drawing/2014/main" id="{FFD6E58E-6B5F-17C0-603E-45C4BA5FBB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 name="Google Shape;1110;g11efcb08b7f_0_25:notes">
            <a:extLst>
              <a:ext uri="{FF2B5EF4-FFF2-40B4-BE49-F238E27FC236}">
                <a16:creationId xmlns:a16="http://schemas.microsoft.com/office/drawing/2014/main" id="{66E054D3-0C95-169E-1F88-12CC389B28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408807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8"/>
        <p:cNvGrpSpPr/>
        <p:nvPr/>
      </p:nvGrpSpPr>
      <p:grpSpPr>
        <a:xfrm>
          <a:off x="0" y="0"/>
          <a:ext cx="0" cy="0"/>
          <a:chOff x="0" y="0"/>
          <a:chExt cx="0" cy="0"/>
        </a:xfrm>
      </p:grpSpPr>
      <p:sp>
        <p:nvSpPr>
          <p:cNvPr id="1249" name="Google Shape;1249;g11efcb08b7f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0" name="Google Shape;1250;g11efcb08b7f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p:cNvGrpSpPr/>
        <p:nvPr/>
      </p:nvGrpSpPr>
      <p:grpSpPr>
        <a:xfrm>
          <a:off x="0" y="0"/>
          <a:ext cx="0" cy="0"/>
          <a:chOff x="0" y="0"/>
          <a:chExt cx="0" cy="0"/>
        </a:xfrm>
      </p:grpSpPr>
      <p:sp>
        <p:nvSpPr>
          <p:cNvPr id="1340" name="Google Shape;1340;g11efcb08b7f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9FBA243E-9483-F76D-A1C0-97E07228E438}"/>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D5D82315-58F8-97D6-30A3-B5A3FCF270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46C60998-E0BB-B77C-BB57-E498DFAE83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02456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B7D63AB8-1645-4350-A5FE-40759F48434D}"/>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38708747-ECC9-31E5-8390-38FB22CD9A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AAB47AE2-5CC2-139E-3BE6-41B569872B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140374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5803FBA7-DF4D-F116-5A93-04FB6136775C}"/>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BBDD8A20-108E-E8B6-FF75-6D1D7AD8BA8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9FF0C70C-C08F-BC86-8C36-1B6EA44C5D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63494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E51B11A5-6A2D-8AE8-B862-EB438CA79497}"/>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6E237E0C-ACE7-6EE6-B1BF-062F16DADC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E721C204-9243-B60F-A8B3-03B7F882A5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985086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91B14C26-247A-7239-3102-F078C8B3DA7A}"/>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1EEFD883-CD3A-C1CC-0BD6-E65A916742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D3F80698-15A8-2BA6-6015-FC6696B970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3820573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a:extLst>
            <a:ext uri="{FF2B5EF4-FFF2-40B4-BE49-F238E27FC236}">
              <a16:creationId xmlns:a16="http://schemas.microsoft.com/office/drawing/2014/main" id="{B742F0C9-7198-22DE-03D6-062AD8CA038A}"/>
            </a:ext>
          </a:extLst>
        </p:cNvPr>
        <p:cNvGrpSpPr/>
        <p:nvPr/>
      </p:nvGrpSpPr>
      <p:grpSpPr>
        <a:xfrm>
          <a:off x="0" y="0"/>
          <a:ext cx="0" cy="0"/>
          <a:chOff x="0" y="0"/>
          <a:chExt cx="0" cy="0"/>
        </a:xfrm>
      </p:grpSpPr>
      <p:sp>
        <p:nvSpPr>
          <p:cNvPr id="1109" name="Google Shape;1109;g11efcb08b7f_0_25:notes">
            <a:extLst>
              <a:ext uri="{FF2B5EF4-FFF2-40B4-BE49-F238E27FC236}">
                <a16:creationId xmlns:a16="http://schemas.microsoft.com/office/drawing/2014/main" id="{3C611B4B-8E3C-9496-83D7-35FDE7B2EE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 name="Google Shape;1110;g11efcb08b7f_0_25:notes">
            <a:extLst>
              <a:ext uri="{FF2B5EF4-FFF2-40B4-BE49-F238E27FC236}">
                <a16:creationId xmlns:a16="http://schemas.microsoft.com/office/drawing/2014/main" id="{F5CD46F4-2C71-E74F-F4DB-82E29783EC4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2950785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BABCD982-DDE3-5EE0-381D-FE2644722468}"/>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7469BBCA-D873-8088-0384-73BCC61E29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204D413B-AB2C-11E5-A22E-74FAE07F35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200681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2C1F8924-CEFA-2FEE-5228-D313EB810305}"/>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D621F2C5-3EBF-720F-AEAA-B712C64600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7EBC0465-3FB3-9428-159C-A60C479220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914398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6A3515D7-D5C6-0711-BC60-7267743EB801}"/>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A7E482B0-1456-E5C4-A4D6-CA20E8AFF3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A8484413-54A5-342C-7296-2ADCDF01B81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4254848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827A6EEC-E1BE-0241-BA49-0D5B9652466D}"/>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03B6C526-64D1-69E1-2CE1-D3965DE3F0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1AA88782-C373-5A80-7F6E-A1D739D296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132483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F804D810-5167-0BBD-3FCB-115537D2299A}"/>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1FD85FFE-2580-E22A-9302-93274169D6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2C9C1183-03AB-88DF-C564-9973FBCF99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04410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3F314688-75EF-D270-5468-FB9D1E6BF6A6}"/>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3B7B607A-5A9A-24CA-75FB-649086055EE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286CD6A5-4A92-2F8A-4ADD-D33E062896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643359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BB7BFC9E-6C88-14E9-B537-366EA5F17CDF}"/>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1957E0FE-1143-D150-6AF3-0E503FC735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C59D3AB5-E543-BD36-8507-F1D81315BF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862244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9"/>
        <p:cNvGrpSpPr/>
        <p:nvPr/>
      </p:nvGrpSpPr>
      <p:grpSpPr>
        <a:xfrm>
          <a:off x="0" y="0"/>
          <a:ext cx="0" cy="0"/>
          <a:chOff x="0" y="0"/>
          <a:chExt cx="0" cy="0"/>
        </a:xfrm>
      </p:grpSpPr>
      <p:sp>
        <p:nvSpPr>
          <p:cNvPr id="1070" name="Google Shape;1070;g11f3b086d1c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1" name="Google Shape;1071;g11f3b086d1c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2"/>
        <p:cNvGrpSpPr/>
        <p:nvPr/>
      </p:nvGrpSpPr>
      <p:grpSpPr>
        <a:xfrm>
          <a:off x="0" y="0"/>
          <a:ext cx="0" cy="0"/>
          <a:chOff x="0" y="0"/>
          <a:chExt cx="0" cy="0"/>
        </a:xfrm>
      </p:grpSpPr>
      <p:sp>
        <p:nvSpPr>
          <p:cNvPr id="1153" name="Google Shape;1153;g11efcb08b7f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4" name="Google Shape;1154;g11efcb08b7f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9"/>
        <p:cNvGrpSpPr/>
        <p:nvPr/>
      </p:nvGrpSpPr>
      <p:grpSpPr>
        <a:xfrm>
          <a:off x="0" y="0"/>
          <a:ext cx="0" cy="0"/>
          <a:chOff x="0" y="0"/>
          <a:chExt cx="0" cy="0"/>
        </a:xfrm>
      </p:grpSpPr>
      <p:sp>
        <p:nvSpPr>
          <p:cNvPr id="1210" name="Google Shape;1210;g11efcb08b7f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1" name="Google Shape;1211;g11efcb08b7f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0"/>
        <p:cNvGrpSpPr/>
        <p:nvPr/>
      </p:nvGrpSpPr>
      <p:grpSpPr>
        <a:xfrm>
          <a:off x="0" y="0"/>
          <a:ext cx="0" cy="0"/>
          <a:chOff x="0" y="0"/>
          <a:chExt cx="0" cy="0"/>
        </a:xfrm>
      </p:grpSpPr>
      <p:sp>
        <p:nvSpPr>
          <p:cNvPr id="1261" name="Google Shape;1261;g11efcb08b7f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2" name="Google Shape;1262;g11efcb08b7f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4"/>
        <p:cNvGrpSpPr/>
        <p:nvPr/>
      </p:nvGrpSpPr>
      <p:grpSpPr>
        <a:xfrm>
          <a:off x="0" y="0"/>
          <a:ext cx="0" cy="0"/>
          <a:chOff x="0" y="0"/>
          <a:chExt cx="0" cy="0"/>
        </a:xfrm>
      </p:grpSpPr>
      <p:sp>
        <p:nvSpPr>
          <p:cNvPr id="1315" name="Google Shape;1315;g11efcb08b7f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6" name="Google Shape;1316;g11efcb08b7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9"/>
        <p:cNvGrpSpPr/>
        <p:nvPr/>
      </p:nvGrpSpPr>
      <p:grpSpPr>
        <a:xfrm>
          <a:off x="0" y="0"/>
          <a:ext cx="0" cy="0"/>
          <a:chOff x="0" y="0"/>
          <a:chExt cx="0" cy="0"/>
        </a:xfrm>
      </p:grpSpPr>
      <p:sp>
        <p:nvSpPr>
          <p:cNvPr id="1370" name="Google Shape;1370;g11efcb08b7f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1" name="Google Shape;1371;g11efcb08b7f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0"/>
        <p:cNvGrpSpPr/>
        <p:nvPr/>
      </p:nvGrpSpPr>
      <p:grpSpPr>
        <a:xfrm>
          <a:off x="0" y="0"/>
          <a:ext cx="0" cy="0"/>
          <a:chOff x="0" y="0"/>
          <a:chExt cx="0" cy="0"/>
        </a:xfrm>
      </p:grpSpPr>
      <p:sp>
        <p:nvSpPr>
          <p:cNvPr id="1421" name="Google Shape;1421;g11efcb08b7f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2" name="Google Shape;1422;g11efcb08b7f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0"/>
        <p:cNvGrpSpPr/>
        <p:nvPr/>
      </p:nvGrpSpPr>
      <p:grpSpPr>
        <a:xfrm>
          <a:off x="0" y="0"/>
          <a:ext cx="0" cy="0"/>
          <a:chOff x="0" y="0"/>
          <a:chExt cx="0" cy="0"/>
        </a:xfrm>
      </p:grpSpPr>
      <p:sp>
        <p:nvSpPr>
          <p:cNvPr id="1441" name="Google Shape;1441;g11efcb08b7f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2" name="Google Shape;1442;g11efcb08b7f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3"/>
        <p:cNvGrpSpPr/>
        <p:nvPr/>
      </p:nvGrpSpPr>
      <p:grpSpPr>
        <a:xfrm>
          <a:off x="0" y="0"/>
          <a:ext cx="0" cy="0"/>
          <a:chOff x="0" y="0"/>
          <a:chExt cx="0" cy="0"/>
        </a:xfrm>
      </p:grpSpPr>
      <p:sp>
        <p:nvSpPr>
          <p:cNvPr id="1494" name="Google Shape;1494;g11efcb08b7f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5" name="Google Shape;1495;g11efcb08b7f_0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7"/>
        <p:cNvGrpSpPr/>
        <p:nvPr/>
      </p:nvGrpSpPr>
      <p:grpSpPr>
        <a:xfrm>
          <a:off x="0" y="0"/>
          <a:ext cx="0" cy="0"/>
          <a:chOff x="0" y="0"/>
          <a:chExt cx="0" cy="0"/>
        </a:xfrm>
      </p:grpSpPr>
      <p:sp>
        <p:nvSpPr>
          <p:cNvPr id="1538" name="Google Shape;1538;g11f3b086d1c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9" name="Google Shape;1539;g11f3b086d1c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3"/>
        <p:cNvGrpSpPr/>
        <p:nvPr/>
      </p:nvGrpSpPr>
      <p:grpSpPr>
        <a:xfrm>
          <a:off x="0" y="0"/>
          <a:ext cx="0" cy="0"/>
          <a:chOff x="0" y="0"/>
          <a:chExt cx="0" cy="0"/>
        </a:xfrm>
      </p:grpSpPr>
      <p:sp>
        <p:nvSpPr>
          <p:cNvPr id="1544" name="Google Shape;1544;g11efcb08b7f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5" name="Google Shape;1545;g11efcb08b7f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6"/>
        <p:cNvGrpSpPr/>
        <p:nvPr/>
      </p:nvGrpSpPr>
      <p:grpSpPr>
        <a:xfrm>
          <a:off x="0" y="0"/>
          <a:ext cx="0" cy="0"/>
          <a:chOff x="0" y="0"/>
          <a:chExt cx="0" cy="0"/>
        </a:xfrm>
      </p:grpSpPr>
      <p:sp>
        <p:nvSpPr>
          <p:cNvPr id="1627" name="Google Shape;1627;g11efcb08b7f_0_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8" name="Google Shape;1628;g11efcb08b7f_0_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4"/>
        <p:cNvGrpSpPr/>
        <p:nvPr/>
      </p:nvGrpSpPr>
      <p:grpSpPr>
        <a:xfrm>
          <a:off x="0" y="0"/>
          <a:ext cx="0" cy="0"/>
          <a:chOff x="0" y="0"/>
          <a:chExt cx="0" cy="0"/>
        </a:xfrm>
      </p:grpSpPr>
      <p:sp>
        <p:nvSpPr>
          <p:cNvPr id="1635" name="Google Shape;1635;g11efcb08b7f_0_1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6" name="Google Shape;1636;g11efcb08b7f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6"/>
        <p:cNvGrpSpPr/>
        <p:nvPr/>
      </p:nvGrpSpPr>
      <p:grpSpPr>
        <a:xfrm>
          <a:off x="0" y="0"/>
          <a:ext cx="0" cy="0"/>
          <a:chOff x="0" y="0"/>
          <a:chExt cx="0" cy="0"/>
        </a:xfrm>
      </p:grpSpPr>
      <p:sp>
        <p:nvSpPr>
          <p:cNvPr id="1657" name="Google Shape;1657;g11efcb08b7f_0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8" name="Google Shape;1658;g11efcb08b7f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5"/>
        <p:cNvGrpSpPr/>
        <p:nvPr/>
      </p:nvGrpSpPr>
      <p:grpSpPr>
        <a:xfrm>
          <a:off x="0" y="0"/>
          <a:ext cx="0" cy="0"/>
          <a:chOff x="0" y="0"/>
          <a:chExt cx="0" cy="0"/>
        </a:xfrm>
      </p:grpSpPr>
      <p:sp>
        <p:nvSpPr>
          <p:cNvPr id="1686" name="Google Shape;1686;g11f3b086d1c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7" name="Google Shape;1687;g11f3b086d1c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3"/>
        <p:cNvGrpSpPr/>
        <p:nvPr/>
      </p:nvGrpSpPr>
      <p:grpSpPr>
        <a:xfrm>
          <a:off x="0" y="0"/>
          <a:ext cx="0" cy="0"/>
          <a:chOff x="0" y="0"/>
          <a:chExt cx="0" cy="0"/>
        </a:xfrm>
      </p:grpSpPr>
      <p:sp>
        <p:nvSpPr>
          <p:cNvPr id="1704" name="Google Shape;1704;g11efcb08b7f_10_13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5" name="Google Shape;1705;g11efcb08b7f_10_13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7"/>
        <p:cNvGrpSpPr/>
        <p:nvPr/>
      </p:nvGrpSpPr>
      <p:grpSpPr>
        <a:xfrm>
          <a:off x="0" y="0"/>
          <a:ext cx="0" cy="0"/>
          <a:chOff x="0" y="0"/>
          <a:chExt cx="0" cy="0"/>
        </a:xfrm>
      </p:grpSpPr>
      <p:sp>
        <p:nvSpPr>
          <p:cNvPr id="1718" name="Google Shape;1718;g11efcb08b7f_10_13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9" name="Google Shape;1719;g11efcb08b7f_10_13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0"/>
        <p:cNvGrpSpPr/>
        <p:nvPr/>
      </p:nvGrpSpPr>
      <p:grpSpPr>
        <a:xfrm>
          <a:off x="0" y="0"/>
          <a:ext cx="0" cy="0"/>
          <a:chOff x="0" y="0"/>
          <a:chExt cx="0" cy="0"/>
        </a:xfrm>
      </p:grpSpPr>
      <p:sp>
        <p:nvSpPr>
          <p:cNvPr id="1731" name="Google Shape;1731;g11efcb08b7f_0_141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2" name="Google Shape;1732;g11efcb08b7f_0_14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7"/>
        <p:cNvGrpSpPr/>
        <p:nvPr/>
      </p:nvGrpSpPr>
      <p:grpSpPr>
        <a:xfrm>
          <a:off x="0" y="0"/>
          <a:ext cx="0" cy="0"/>
          <a:chOff x="0" y="0"/>
          <a:chExt cx="0" cy="0"/>
        </a:xfrm>
      </p:grpSpPr>
      <p:sp>
        <p:nvSpPr>
          <p:cNvPr id="1738" name="Google Shape;1738;g11efcb08b7f_0_141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9" name="Google Shape;1739;g11efcb08b7f_0_14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4"/>
        <p:cNvGrpSpPr/>
        <p:nvPr/>
      </p:nvGrpSpPr>
      <p:grpSpPr>
        <a:xfrm>
          <a:off x="0" y="0"/>
          <a:ext cx="0" cy="0"/>
          <a:chOff x="0" y="0"/>
          <a:chExt cx="0" cy="0"/>
        </a:xfrm>
      </p:grpSpPr>
      <p:sp>
        <p:nvSpPr>
          <p:cNvPr id="1745" name="Google Shape;1745;g11efcb08b7f_0_141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6" name="Google Shape;1746;g11efcb08b7f_0_141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5"/>
        <p:cNvGrpSpPr/>
        <p:nvPr/>
      </p:nvGrpSpPr>
      <p:grpSpPr>
        <a:xfrm>
          <a:off x="0" y="0"/>
          <a:ext cx="0" cy="0"/>
          <a:chOff x="0" y="0"/>
          <a:chExt cx="0" cy="0"/>
        </a:xfrm>
      </p:grpSpPr>
      <p:sp>
        <p:nvSpPr>
          <p:cNvPr id="1756" name="Google Shape;1756;g11efcb08b7f_0_141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7" name="Google Shape;1757;g11efcb08b7f_0_14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1"/>
        <p:cNvGrpSpPr/>
        <p:nvPr/>
      </p:nvGrpSpPr>
      <p:grpSpPr>
        <a:xfrm>
          <a:off x="0" y="0"/>
          <a:ext cx="0" cy="0"/>
          <a:chOff x="0" y="0"/>
          <a:chExt cx="0" cy="0"/>
        </a:xfrm>
      </p:grpSpPr>
      <p:sp>
        <p:nvSpPr>
          <p:cNvPr id="1772" name="Google Shape;1772;g11efcb08b7f_0_141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3" name="Google Shape;1773;g11efcb08b7f_0_141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8"/>
        <p:cNvGrpSpPr/>
        <p:nvPr/>
      </p:nvGrpSpPr>
      <p:grpSpPr>
        <a:xfrm>
          <a:off x="0" y="0"/>
          <a:ext cx="0" cy="0"/>
          <a:chOff x="0" y="0"/>
          <a:chExt cx="0" cy="0"/>
        </a:xfrm>
      </p:grpSpPr>
      <p:sp>
        <p:nvSpPr>
          <p:cNvPr id="2109" name="Google Shape;2109;g11efcb08b7f_0_145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0" name="Google Shape;2110;g11efcb08b7f_0_145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22"/>
        <p:cNvGrpSpPr/>
        <p:nvPr/>
      </p:nvGrpSpPr>
      <p:grpSpPr>
        <a:xfrm>
          <a:off x="0" y="0"/>
          <a:ext cx="0" cy="0"/>
          <a:chOff x="0" y="0"/>
          <a:chExt cx="0" cy="0"/>
        </a:xfrm>
      </p:grpSpPr>
      <p:sp>
        <p:nvSpPr>
          <p:cNvPr id="8023" name="Google Shape;8023;g11efcb08b7f_0_204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24" name="Google Shape;8024;g11efcb08b7f_0_204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49"/>
        <p:cNvGrpSpPr/>
        <p:nvPr/>
      </p:nvGrpSpPr>
      <p:grpSpPr>
        <a:xfrm>
          <a:off x="0" y="0"/>
          <a:ext cx="0" cy="0"/>
          <a:chOff x="0" y="0"/>
          <a:chExt cx="0" cy="0"/>
        </a:xfrm>
      </p:grpSpPr>
      <p:sp>
        <p:nvSpPr>
          <p:cNvPr id="8450" name="Google Shape;8450;g11efcb08b7f_0_208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51" name="Google Shape;8451;g11efcb08b7f_0_208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12"/>
        <p:cNvGrpSpPr/>
        <p:nvPr/>
      </p:nvGrpSpPr>
      <p:grpSpPr>
        <a:xfrm>
          <a:off x="0" y="0"/>
          <a:ext cx="0" cy="0"/>
          <a:chOff x="0" y="0"/>
          <a:chExt cx="0" cy="0"/>
        </a:xfrm>
      </p:grpSpPr>
      <p:sp>
        <p:nvSpPr>
          <p:cNvPr id="8613" name="Google Shape;8613;g11efcb08b7f_0_210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14" name="Google Shape;8614;g11efcb08b7f_0_210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14"/>
        <p:cNvGrpSpPr/>
        <p:nvPr/>
      </p:nvGrpSpPr>
      <p:grpSpPr>
        <a:xfrm>
          <a:off x="0" y="0"/>
          <a:ext cx="0" cy="0"/>
          <a:chOff x="0" y="0"/>
          <a:chExt cx="0" cy="0"/>
        </a:xfrm>
      </p:grpSpPr>
      <p:sp>
        <p:nvSpPr>
          <p:cNvPr id="9015" name="Google Shape;9015;g11efcb08b7f_0_214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16" name="Google Shape;9016;g11efcb08b7f_0_214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5"/>
        <p:cNvGrpSpPr/>
        <p:nvPr/>
      </p:nvGrpSpPr>
      <p:grpSpPr>
        <a:xfrm>
          <a:off x="0" y="0"/>
          <a:ext cx="0" cy="0"/>
          <a:chOff x="0" y="0"/>
          <a:chExt cx="0" cy="0"/>
        </a:xfrm>
      </p:grpSpPr>
      <p:sp>
        <p:nvSpPr>
          <p:cNvPr id="9386" name="Google Shape;9386;g11efcb08b7f_0_217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7" name="Google Shape;9387;g11efcb08b7f_0_217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62"/>
        <p:cNvGrpSpPr/>
        <p:nvPr/>
      </p:nvGrpSpPr>
      <p:grpSpPr>
        <a:xfrm>
          <a:off x="0" y="0"/>
          <a:ext cx="0" cy="0"/>
          <a:chOff x="0" y="0"/>
          <a:chExt cx="0" cy="0"/>
        </a:xfrm>
      </p:grpSpPr>
      <p:sp>
        <p:nvSpPr>
          <p:cNvPr id="9763" name="Google Shape;9763;g11efcb08b7f_0_221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64" name="Google Shape;9764;g11efcb08b7f_0_221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93"/>
        <p:cNvGrpSpPr/>
        <p:nvPr/>
      </p:nvGrpSpPr>
      <p:grpSpPr>
        <a:xfrm>
          <a:off x="0" y="0"/>
          <a:ext cx="0" cy="0"/>
          <a:chOff x="0" y="0"/>
          <a:chExt cx="0" cy="0"/>
        </a:xfrm>
      </p:grpSpPr>
      <p:sp>
        <p:nvSpPr>
          <p:cNvPr id="10194" name="Google Shape;10194;g11efcb08b7f_0_225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95" name="Google Shape;10195;g11efcb08b7f_0_225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86"/>
        <p:cNvGrpSpPr/>
        <p:nvPr/>
      </p:nvGrpSpPr>
      <p:grpSpPr>
        <a:xfrm>
          <a:off x="0" y="0"/>
          <a:ext cx="0" cy="0"/>
          <a:chOff x="0" y="0"/>
          <a:chExt cx="0" cy="0"/>
        </a:xfrm>
      </p:grpSpPr>
      <p:sp>
        <p:nvSpPr>
          <p:cNvPr id="10987" name="Google Shape;10987;g11efcb08b7f_0_2337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88" name="Google Shape;10988;g11efcb08b7f_0_233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27"/>
        <p:cNvGrpSpPr/>
        <p:nvPr/>
      </p:nvGrpSpPr>
      <p:grpSpPr>
        <a:xfrm>
          <a:off x="0" y="0"/>
          <a:ext cx="0" cy="0"/>
          <a:chOff x="0" y="0"/>
          <a:chExt cx="0" cy="0"/>
        </a:xfrm>
      </p:grpSpPr>
      <p:sp>
        <p:nvSpPr>
          <p:cNvPr id="11728" name="Google Shape;11728;g11efcb08b7f_0_241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29" name="Google Shape;11729;g11efcb08b7f_0_24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20"/>
        <p:cNvGrpSpPr/>
        <p:nvPr/>
      </p:nvGrpSpPr>
      <p:grpSpPr>
        <a:xfrm>
          <a:off x="0" y="0"/>
          <a:ext cx="0" cy="0"/>
          <a:chOff x="0" y="0"/>
          <a:chExt cx="0" cy="0"/>
        </a:xfrm>
      </p:grpSpPr>
      <p:sp>
        <p:nvSpPr>
          <p:cNvPr id="12421" name="Google Shape;12421;g11efcb08b7f_0_248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22" name="Google Shape;12422;g11efcb08b7f_0_248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22"/>
        <p:cNvGrpSpPr/>
        <p:nvPr/>
      </p:nvGrpSpPr>
      <p:grpSpPr>
        <a:xfrm>
          <a:off x="0" y="0"/>
          <a:ext cx="0" cy="0"/>
          <a:chOff x="0" y="0"/>
          <a:chExt cx="0" cy="0"/>
        </a:xfrm>
      </p:grpSpPr>
      <p:sp>
        <p:nvSpPr>
          <p:cNvPr id="12723" name="Google Shape;12723;g11efcb08b7f_0_251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24" name="Google Shape;12724;g11efcb08b7f_0_25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62"/>
        <p:cNvGrpSpPr/>
        <p:nvPr/>
      </p:nvGrpSpPr>
      <p:grpSpPr>
        <a:xfrm>
          <a:off x="0" y="0"/>
          <a:ext cx="0" cy="0"/>
          <a:chOff x="0" y="0"/>
          <a:chExt cx="0" cy="0"/>
        </a:xfrm>
      </p:grpSpPr>
      <p:sp>
        <p:nvSpPr>
          <p:cNvPr id="13363" name="Google Shape;13363;g11efcb08b7f_0_277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364" name="Google Shape;13364;g11efcb08b7f_0_277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bit.ly/2Tynxth"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flipH="1">
            <a:off x="743325" y="1454185"/>
            <a:ext cx="6952800" cy="1339500"/>
          </a:xfrm>
          <a:prstGeom prst="rect">
            <a:avLst/>
          </a:prstGeom>
        </p:spPr>
        <p:txBody>
          <a:bodyPr spcFirstLastPara="1" wrap="square" lIns="91425" tIns="0" rIns="91425" bIns="0" anchor="t" anchorCtr="0">
            <a:noAutofit/>
          </a:bodyPr>
          <a:lstStyle>
            <a:lvl1pPr lvl="0">
              <a:spcBef>
                <a:spcPts val="0"/>
              </a:spcBef>
              <a:spcAft>
                <a:spcPts val="0"/>
              </a:spcAft>
              <a:buSzPts val="5200"/>
              <a:buNone/>
              <a:defRPr sz="45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flipH="1">
            <a:off x="743375" y="3242315"/>
            <a:ext cx="6952800" cy="447000"/>
          </a:xfrm>
          <a:prstGeom prst="rect">
            <a:avLst/>
          </a:prstGeom>
        </p:spPr>
        <p:txBody>
          <a:bodyPr spcFirstLastPara="1" wrap="square" lIns="91425" tIns="0" rIns="91425" bIns="0" anchor="t" anchorCtr="0">
            <a:noAutofit/>
          </a:bodyPr>
          <a:lstStyle>
            <a:lvl1pPr lvl="0">
              <a:lnSpc>
                <a:spcPct val="100000"/>
              </a:lnSpc>
              <a:spcBef>
                <a:spcPts val="0"/>
              </a:spcBef>
              <a:spcAft>
                <a:spcPts val="0"/>
              </a:spcAft>
              <a:buSzPts val="2800"/>
              <a:buNone/>
              <a:defRPr sz="20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grpSp>
        <p:nvGrpSpPr>
          <p:cNvPr id="11" name="Google Shape;11;p2"/>
          <p:cNvGrpSpPr/>
          <p:nvPr/>
        </p:nvGrpSpPr>
        <p:grpSpPr>
          <a:xfrm flipH="1">
            <a:off x="3452019" y="-348332"/>
            <a:ext cx="1019565" cy="1290805"/>
            <a:chOff x="-4017975" y="-49702"/>
            <a:chExt cx="1162825" cy="1472177"/>
          </a:xfrm>
        </p:grpSpPr>
        <p:sp>
          <p:nvSpPr>
            <p:cNvPr id="12" name="Google Shape;12;p2"/>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 name="Google Shape;19;p2"/>
          <p:cNvGrpSpPr/>
          <p:nvPr/>
        </p:nvGrpSpPr>
        <p:grpSpPr>
          <a:xfrm flipH="1">
            <a:off x="8425338" y="2120543"/>
            <a:ext cx="1938846" cy="1720830"/>
            <a:chOff x="-1873362" y="2120543"/>
            <a:chExt cx="1938846" cy="1720830"/>
          </a:xfrm>
        </p:grpSpPr>
        <p:sp>
          <p:nvSpPr>
            <p:cNvPr id="20" name="Google Shape;20;p2"/>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 name="Google Shape;39;p2"/>
          <p:cNvGrpSpPr/>
          <p:nvPr/>
        </p:nvGrpSpPr>
        <p:grpSpPr>
          <a:xfrm flipH="1">
            <a:off x="-1155987" y="-912707"/>
            <a:ext cx="1938846" cy="1720830"/>
            <a:chOff x="-1873362" y="2120543"/>
            <a:chExt cx="1938846" cy="1720830"/>
          </a:xfrm>
        </p:grpSpPr>
        <p:sp>
          <p:nvSpPr>
            <p:cNvPr id="40" name="Google Shape;40;p2"/>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2"/>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 name="Google Shape;59;p2"/>
          <p:cNvGrpSpPr/>
          <p:nvPr/>
        </p:nvGrpSpPr>
        <p:grpSpPr>
          <a:xfrm flipH="1">
            <a:off x="6857372" y="-188512"/>
            <a:ext cx="1516025" cy="1489525"/>
            <a:chOff x="-3888525" y="-3012325"/>
            <a:chExt cx="1516025" cy="1489525"/>
          </a:xfrm>
        </p:grpSpPr>
        <p:sp>
          <p:nvSpPr>
            <p:cNvPr id="60" name="Google Shape;60;p2"/>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2"/>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2"/>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1"/>
        <p:cNvGrpSpPr/>
        <p:nvPr/>
      </p:nvGrpSpPr>
      <p:grpSpPr>
        <a:xfrm>
          <a:off x="0" y="0"/>
          <a:ext cx="0" cy="0"/>
          <a:chOff x="0" y="0"/>
          <a:chExt cx="0" cy="0"/>
        </a:xfrm>
      </p:grpSpPr>
      <p:sp>
        <p:nvSpPr>
          <p:cNvPr id="72" name="Google Shape;72;p3"/>
          <p:cNvSpPr txBox="1">
            <a:spLocks noGrp="1"/>
          </p:cNvSpPr>
          <p:nvPr>
            <p:ph type="title" hasCustomPrompt="1"/>
          </p:nvPr>
        </p:nvSpPr>
        <p:spPr>
          <a:xfrm>
            <a:off x="2598875" y="787425"/>
            <a:ext cx="3946500" cy="1175100"/>
          </a:xfrm>
          <a:prstGeom prst="rect">
            <a:avLst/>
          </a:prstGeom>
          <a:noFill/>
        </p:spPr>
        <p:txBody>
          <a:bodyPr spcFirstLastPara="1" wrap="square" lIns="91425" tIns="0" rIns="91425" bIns="0" anchor="t" anchorCtr="0">
            <a:noAutofit/>
          </a:bodyPr>
          <a:lstStyle>
            <a:lvl1pPr lvl="0" algn="r" rtl="0">
              <a:spcBef>
                <a:spcPts val="0"/>
              </a:spcBef>
              <a:spcAft>
                <a:spcPts val="0"/>
              </a:spcAft>
              <a:buSzPts val="4000"/>
              <a:buNone/>
              <a:defRPr sz="9000"/>
            </a:lvl1pPr>
            <a:lvl2pPr lvl="1" algn="ctr" rtl="0">
              <a:spcBef>
                <a:spcPts val="0"/>
              </a:spcBef>
              <a:spcAft>
                <a:spcPts val="0"/>
              </a:spcAft>
              <a:buSzPts val="4000"/>
              <a:buNone/>
              <a:defRPr sz="4000" b="1"/>
            </a:lvl2pPr>
            <a:lvl3pPr lvl="2" algn="ctr" rtl="0">
              <a:spcBef>
                <a:spcPts val="0"/>
              </a:spcBef>
              <a:spcAft>
                <a:spcPts val="0"/>
              </a:spcAft>
              <a:buSzPts val="4000"/>
              <a:buNone/>
              <a:defRPr sz="4000" b="1"/>
            </a:lvl3pPr>
            <a:lvl4pPr lvl="3" algn="ctr" rtl="0">
              <a:spcBef>
                <a:spcPts val="0"/>
              </a:spcBef>
              <a:spcAft>
                <a:spcPts val="0"/>
              </a:spcAft>
              <a:buSzPts val="4000"/>
              <a:buNone/>
              <a:defRPr sz="4000" b="1"/>
            </a:lvl4pPr>
            <a:lvl5pPr lvl="4" algn="ctr" rtl="0">
              <a:spcBef>
                <a:spcPts val="0"/>
              </a:spcBef>
              <a:spcAft>
                <a:spcPts val="0"/>
              </a:spcAft>
              <a:buSzPts val="4000"/>
              <a:buNone/>
              <a:defRPr sz="4000" b="1"/>
            </a:lvl5pPr>
            <a:lvl6pPr lvl="5" algn="ctr" rtl="0">
              <a:spcBef>
                <a:spcPts val="0"/>
              </a:spcBef>
              <a:spcAft>
                <a:spcPts val="0"/>
              </a:spcAft>
              <a:buSzPts val="4000"/>
              <a:buNone/>
              <a:defRPr sz="4000" b="1"/>
            </a:lvl6pPr>
            <a:lvl7pPr lvl="6" algn="ctr" rtl="0">
              <a:spcBef>
                <a:spcPts val="0"/>
              </a:spcBef>
              <a:spcAft>
                <a:spcPts val="0"/>
              </a:spcAft>
              <a:buSzPts val="4000"/>
              <a:buNone/>
              <a:defRPr sz="4000" b="1"/>
            </a:lvl7pPr>
            <a:lvl8pPr lvl="7" algn="ctr" rtl="0">
              <a:spcBef>
                <a:spcPts val="0"/>
              </a:spcBef>
              <a:spcAft>
                <a:spcPts val="0"/>
              </a:spcAft>
              <a:buSzPts val="4000"/>
              <a:buNone/>
              <a:defRPr sz="4000" b="1"/>
            </a:lvl8pPr>
            <a:lvl9pPr lvl="8" algn="ctr" rtl="0">
              <a:spcBef>
                <a:spcPts val="0"/>
              </a:spcBef>
              <a:spcAft>
                <a:spcPts val="0"/>
              </a:spcAft>
              <a:buSzPts val="4000"/>
              <a:buNone/>
              <a:defRPr sz="4000" b="1"/>
            </a:lvl9pPr>
          </a:lstStyle>
          <a:p>
            <a:r>
              <a:t>xx%</a:t>
            </a:r>
          </a:p>
        </p:txBody>
      </p:sp>
      <p:sp>
        <p:nvSpPr>
          <p:cNvPr id="73" name="Google Shape;73;p3"/>
          <p:cNvSpPr txBox="1">
            <a:spLocks noGrp="1"/>
          </p:cNvSpPr>
          <p:nvPr>
            <p:ph type="title" idx="2"/>
          </p:nvPr>
        </p:nvSpPr>
        <p:spPr>
          <a:xfrm>
            <a:off x="2598625" y="2347850"/>
            <a:ext cx="3946500" cy="1229100"/>
          </a:xfrm>
          <a:prstGeom prst="rect">
            <a:avLst/>
          </a:prstGeom>
        </p:spPr>
        <p:txBody>
          <a:bodyPr spcFirstLastPara="1" wrap="square" lIns="91425" tIns="0" rIns="91425" bIns="0" anchor="t" anchorCtr="0">
            <a:noAutofit/>
          </a:bodyPr>
          <a:lstStyle>
            <a:lvl1pPr lvl="0" algn="r" rtl="0">
              <a:spcBef>
                <a:spcPts val="0"/>
              </a:spcBef>
              <a:spcAft>
                <a:spcPts val="0"/>
              </a:spcAft>
              <a:buSzPts val="4000"/>
              <a:buNone/>
              <a:defRPr sz="4000">
                <a:latin typeface="Jost"/>
                <a:ea typeface="Jost"/>
                <a:cs typeface="Jost"/>
                <a:sym typeface="Jost"/>
              </a:defRPr>
            </a:lvl1pPr>
            <a:lvl2pPr lvl="1" algn="ctr" rtl="0">
              <a:spcBef>
                <a:spcPts val="0"/>
              </a:spcBef>
              <a:spcAft>
                <a:spcPts val="0"/>
              </a:spcAft>
              <a:buSzPts val="4000"/>
              <a:buNone/>
              <a:defRPr sz="4000"/>
            </a:lvl2pPr>
            <a:lvl3pPr lvl="2" algn="ctr" rtl="0">
              <a:spcBef>
                <a:spcPts val="0"/>
              </a:spcBef>
              <a:spcAft>
                <a:spcPts val="0"/>
              </a:spcAft>
              <a:buSzPts val="4000"/>
              <a:buNone/>
              <a:defRPr sz="4000"/>
            </a:lvl3pPr>
            <a:lvl4pPr lvl="3" algn="ctr" rtl="0">
              <a:spcBef>
                <a:spcPts val="0"/>
              </a:spcBef>
              <a:spcAft>
                <a:spcPts val="0"/>
              </a:spcAft>
              <a:buSzPts val="4000"/>
              <a:buNone/>
              <a:defRPr sz="4000"/>
            </a:lvl4pPr>
            <a:lvl5pPr lvl="4" algn="ctr" rtl="0">
              <a:spcBef>
                <a:spcPts val="0"/>
              </a:spcBef>
              <a:spcAft>
                <a:spcPts val="0"/>
              </a:spcAft>
              <a:buSzPts val="4000"/>
              <a:buNone/>
              <a:defRPr sz="4000"/>
            </a:lvl5pPr>
            <a:lvl6pPr lvl="5" algn="ctr" rtl="0">
              <a:spcBef>
                <a:spcPts val="0"/>
              </a:spcBef>
              <a:spcAft>
                <a:spcPts val="0"/>
              </a:spcAft>
              <a:buSzPts val="4000"/>
              <a:buNone/>
              <a:defRPr sz="4000"/>
            </a:lvl6pPr>
            <a:lvl7pPr lvl="6" algn="ctr" rtl="0">
              <a:spcBef>
                <a:spcPts val="0"/>
              </a:spcBef>
              <a:spcAft>
                <a:spcPts val="0"/>
              </a:spcAft>
              <a:buSzPts val="4000"/>
              <a:buNone/>
              <a:defRPr sz="4000"/>
            </a:lvl7pPr>
            <a:lvl8pPr lvl="7" algn="ctr" rtl="0">
              <a:spcBef>
                <a:spcPts val="0"/>
              </a:spcBef>
              <a:spcAft>
                <a:spcPts val="0"/>
              </a:spcAft>
              <a:buSzPts val="4000"/>
              <a:buNone/>
              <a:defRPr sz="4000"/>
            </a:lvl8pPr>
            <a:lvl9pPr lvl="8" algn="ctr" rtl="0">
              <a:spcBef>
                <a:spcPts val="0"/>
              </a:spcBef>
              <a:spcAft>
                <a:spcPts val="0"/>
              </a:spcAft>
              <a:buSzPts val="4000"/>
              <a:buNone/>
              <a:defRPr sz="4000"/>
            </a:lvl9pPr>
          </a:lstStyle>
          <a:p>
            <a:endParaRPr/>
          </a:p>
        </p:txBody>
      </p:sp>
      <p:sp>
        <p:nvSpPr>
          <p:cNvPr id="74" name="Google Shape;74;p3"/>
          <p:cNvSpPr txBox="1">
            <a:spLocks noGrp="1"/>
          </p:cNvSpPr>
          <p:nvPr>
            <p:ph type="subTitle" idx="1"/>
          </p:nvPr>
        </p:nvSpPr>
        <p:spPr>
          <a:xfrm>
            <a:off x="2598875" y="3643263"/>
            <a:ext cx="3946500" cy="7128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SzPts val="1400"/>
              <a:buNone/>
              <a:defRPr sz="1800"/>
            </a:lvl1pPr>
            <a:lvl2pPr lvl="1" algn="ctr" rtl="0">
              <a:lnSpc>
                <a:spcPct val="100000"/>
              </a:lnSpc>
              <a:spcBef>
                <a:spcPts val="0"/>
              </a:spcBef>
              <a:spcAft>
                <a:spcPts val="0"/>
              </a:spcAft>
              <a:buSzPts val="2000"/>
              <a:buNone/>
              <a:defRPr sz="2000"/>
            </a:lvl2pPr>
            <a:lvl3pPr lvl="2" algn="ctr" rtl="0">
              <a:lnSpc>
                <a:spcPct val="100000"/>
              </a:lnSpc>
              <a:spcBef>
                <a:spcPts val="0"/>
              </a:spcBef>
              <a:spcAft>
                <a:spcPts val="0"/>
              </a:spcAft>
              <a:buSzPts val="2000"/>
              <a:buNone/>
              <a:defRPr sz="2000"/>
            </a:lvl3pPr>
            <a:lvl4pPr lvl="3" algn="ctr" rtl="0">
              <a:lnSpc>
                <a:spcPct val="100000"/>
              </a:lnSpc>
              <a:spcBef>
                <a:spcPts val="0"/>
              </a:spcBef>
              <a:spcAft>
                <a:spcPts val="0"/>
              </a:spcAft>
              <a:buSzPts val="2000"/>
              <a:buNone/>
              <a:defRPr sz="2000"/>
            </a:lvl4pPr>
            <a:lvl5pPr lvl="4" algn="ctr" rtl="0">
              <a:lnSpc>
                <a:spcPct val="100000"/>
              </a:lnSpc>
              <a:spcBef>
                <a:spcPts val="0"/>
              </a:spcBef>
              <a:spcAft>
                <a:spcPts val="0"/>
              </a:spcAft>
              <a:buSzPts val="2000"/>
              <a:buNone/>
              <a:defRPr sz="2000"/>
            </a:lvl5pPr>
            <a:lvl6pPr lvl="5" algn="ctr" rtl="0">
              <a:lnSpc>
                <a:spcPct val="100000"/>
              </a:lnSpc>
              <a:spcBef>
                <a:spcPts val="0"/>
              </a:spcBef>
              <a:spcAft>
                <a:spcPts val="0"/>
              </a:spcAft>
              <a:buSzPts val="2000"/>
              <a:buNone/>
              <a:defRPr sz="2000"/>
            </a:lvl6pPr>
            <a:lvl7pPr lvl="6" algn="ctr" rtl="0">
              <a:lnSpc>
                <a:spcPct val="100000"/>
              </a:lnSpc>
              <a:spcBef>
                <a:spcPts val="0"/>
              </a:spcBef>
              <a:spcAft>
                <a:spcPts val="0"/>
              </a:spcAft>
              <a:buSzPts val="2000"/>
              <a:buNone/>
              <a:defRPr sz="2000"/>
            </a:lvl7pPr>
            <a:lvl8pPr lvl="7" algn="ctr" rtl="0">
              <a:lnSpc>
                <a:spcPct val="100000"/>
              </a:lnSpc>
              <a:spcBef>
                <a:spcPts val="0"/>
              </a:spcBef>
              <a:spcAft>
                <a:spcPts val="0"/>
              </a:spcAft>
              <a:buSzPts val="2000"/>
              <a:buNone/>
              <a:defRPr sz="2000"/>
            </a:lvl8pPr>
            <a:lvl9pPr lvl="8" algn="ctr" rtl="0">
              <a:lnSpc>
                <a:spcPct val="100000"/>
              </a:lnSpc>
              <a:spcBef>
                <a:spcPts val="0"/>
              </a:spcBef>
              <a:spcAft>
                <a:spcPts val="0"/>
              </a:spcAft>
              <a:buSzPts val="2000"/>
              <a:buNone/>
              <a:defRPr sz="2000"/>
            </a:lvl9pPr>
          </a:lstStyle>
          <a:p>
            <a:endParaRPr/>
          </a:p>
        </p:txBody>
      </p:sp>
      <p:grpSp>
        <p:nvGrpSpPr>
          <p:cNvPr id="75" name="Google Shape;75;p3"/>
          <p:cNvGrpSpPr/>
          <p:nvPr/>
        </p:nvGrpSpPr>
        <p:grpSpPr>
          <a:xfrm flipH="1">
            <a:off x="7451744" y="244568"/>
            <a:ext cx="1019565" cy="1290805"/>
            <a:chOff x="-4017975" y="-49702"/>
            <a:chExt cx="1162825" cy="1472177"/>
          </a:xfrm>
        </p:grpSpPr>
        <p:sp>
          <p:nvSpPr>
            <p:cNvPr id="76" name="Google Shape;76;p3"/>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3"/>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3"/>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3"/>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 name="Google Shape;83;p3"/>
          <p:cNvGrpSpPr/>
          <p:nvPr/>
        </p:nvGrpSpPr>
        <p:grpSpPr>
          <a:xfrm flipH="1">
            <a:off x="2648022" y="-702112"/>
            <a:ext cx="1516025" cy="1489525"/>
            <a:chOff x="-3888525" y="-3012325"/>
            <a:chExt cx="1516025" cy="1489525"/>
          </a:xfrm>
        </p:grpSpPr>
        <p:sp>
          <p:nvSpPr>
            <p:cNvPr id="84" name="Google Shape;84;p3"/>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3"/>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3"/>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3"/>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3"/>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3"/>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3"/>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3"/>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3"/>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3"/>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3"/>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oogle Shape;95;p3"/>
          <p:cNvGrpSpPr/>
          <p:nvPr/>
        </p:nvGrpSpPr>
        <p:grpSpPr>
          <a:xfrm flipH="1">
            <a:off x="579363" y="3923368"/>
            <a:ext cx="1938846" cy="1720830"/>
            <a:chOff x="-1873362" y="2120543"/>
            <a:chExt cx="1938846" cy="1720830"/>
          </a:xfrm>
        </p:grpSpPr>
        <p:sp>
          <p:nvSpPr>
            <p:cNvPr id="96" name="Google Shape;96;p3"/>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3"/>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3"/>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3"/>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3"/>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3"/>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3"/>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3"/>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3"/>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3"/>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3"/>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3"/>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3"/>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3"/>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3"/>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3"/>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3"/>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 name="Google Shape;115;p3"/>
          <p:cNvGrpSpPr/>
          <p:nvPr/>
        </p:nvGrpSpPr>
        <p:grpSpPr>
          <a:xfrm flipH="1">
            <a:off x="-1155987" y="-338232"/>
            <a:ext cx="1938846" cy="1720830"/>
            <a:chOff x="-1873362" y="2120543"/>
            <a:chExt cx="1938846" cy="1720830"/>
          </a:xfrm>
        </p:grpSpPr>
        <p:sp>
          <p:nvSpPr>
            <p:cNvPr id="116" name="Google Shape;116;p3"/>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3"/>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3"/>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3"/>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3"/>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3"/>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3"/>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3"/>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3"/>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3"/>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3"/>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3"/>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3"/>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3"/>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3"/>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3"/>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3"/>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3"/>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3"/>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35"/>
        <p:cNvGrpSpPr/>
        <p:nvPr/>
      </p:nvGrpSpPr>
      <p:grpSpPr>
        <a:xfrm>
          <a:off x="0" y="0"/>
          <a:ext cx="0" cy="0"/>
          <a:chOff x="0" y="0"/>
          <a:chExt cx="0" cy="0"/>
        </a:xfrm>
      </p:grpSpPr>
      <p:sp>
        <p:nvSpPr>
          <p:cNvPr id="136" name="Google Shape;136;p4"/>
          <p:cNvSpPr txBox="1">
            <a:spLocks noGrp="1"/>
          </p:cNvSpPr>
          <p:nvPr>
            <p:ph type="body" idx="1"/>
          </p:nvPr>
        </p:nvSpPr>
        <p:spPr>
          <a:xfrm>
            <a:off x="782850" y="1995825"/>
            <a:ext cx="3904500" cy="2591400"/>
          </a:xfrm>
          <a:prstGeom prst="rect">
            <a:avLst/>
          </a:prstGeom>
        </p:spPr>
        <p:txBody>
          <a:bodyPr spcFirstLastPara="1" wrap="square" lIns="91425" tIns="0" rIns="91425" bIns="0" anchor="t" anchorCtr="0">
            <a:noAutofit/>
          </a:bodyPr>
          <a:lstStyle>
            <a:lvl1pPr marL="457200" lvl="0" indent="-317500">
              <a:spcBef>
                <a:spcPts val="0"/>
              </a:spcBef>
              <a:spcAft>
                <a:spcPts val="0"/>
              </a:spcAft>
              <a:buSzPts val="1400"/>
              <a:buChar char="●"/>
              <a:defRPr/>
            </a:lvl1pPr>
            <a:lvl2pPr marL="914400" lvl="1" indent="-330200">
              <a:spcBef>
                <a:spcPts val="0"/>
              </a:spcBef>
              <a:spcAft>
                <a:spcPts val="0"/>
              </a:spcAft>
              <a:buSzPts val="1600"/>
              <a:buChar char="○"/>
              <a:defRPr/>
            </a:lvl2pPr>
            <a:lvl3pPr marL="1371600" lvl="2" indent="-330200">
              <a:spcBef>
                <a:spcPts val="0"/>
              </a:spcBef>
              <a:spcAft>
                <a:spcPts val="0"/>
              </a:spcAft>
              <a:buSzPts val="1600"/>
              <a:buChar char="■"/>
              <a:defRPr/>
            </a:lvl3pPr>
            <a:lvl4pPr marL="1828800" lvl="3" indent="-330200">
              <a:spcBef>
                <a:spcPts val="0"/>
              </a:spcBef>
              <a:spcAft>
                <a:spcPts val="0"/>
              </a:spcAft>
              <a:buSzPts val="1600"/>
              <a:buChar char="●"/>
              <a:defRPr/>
            </a:lvl4pPr>
            <a:lvl5pPr marL="2286000" lvl="4" indent="-330200">
              <a:spcBef>
                <a:spcPts val="0"/>
              </a:spcBef>
              <a:spcAft>
                <a:spcPts val="0"/>
              </a:spcAft>
              <a:buSzPts val="1600"/>
              <a:buChar char="○"/>
              <a:defRPr/>
            </a:lvl5pPr>
            <a:lvl6pPr marL="2743200" lvl="5" indent="-330200">
              <a:spcBef>
                <a:spcPts val="0"/>
              </a:spcBef>
              <a:spcAft>
                <a:spcPts val="0"/>
              </a:spcAft>
              <a:buSzPts val="1600"/>
              <a:buChar char="■"/>
              <a:defRPr/>
            </a:lvl6pPr>
            <a:lvl7pPr marL="3200400" lvl="6" indent="-330200">
              <a:spcBef>
                <a:spcPts val="0"/>
              </a:spcBef>
              <a:spcAft>
                <a:spcPts val="0"/>
              </a:spcAft>
              <a:buSzPts val="1600"/>
              <a:buChar char="●"/>
              <a:defRPr/>
            </a:lvl7pPr>
            <a:lvl8pPr marL="3657600" lvl="7" indent="-330200">
              <a:spcBef>
                <a:spcPts val="0"/>
              </a:spcBef>
              <a:spcAft>
                <a:spcPts val="0"/>
              </a:spcAft>
              <a:buSzPts val="1600"/>
              <a:buChar char="○"/>
              <a:defRPr/>
            </a:lvl8pPr>
            <a:lvl9pPr marL="4114800" lvl="8" indent="-330200">
              <a:spcBef>
                <a:spcPts val="0"/>
              </a:spcBef>
              <a:spcAft>
                <a:spcPts val="0"/>
              </a:spcAft>
              <a:buSzPts val="1600"/>
              <a:buChar char="■"/>
              <a:defRPr/>
            </a:lvl9pPr>
          </a:lstStyle>
          <a:p>
            <a:endParaRPr/>
          </a:p>
        </p:txBody>
      </p:sp>
      <p:sp>
        <p:nvSpPr>
          <p:cNvPr id="137" name="Google Shape;137;p4"/>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38" name="Google Shape;138;p4"/>
          <p:cNvSpPr txBox="1">
            <a:spLocks noGrp="1"/>
          </p:cNvSpPr>
          <p:nvPr>
            <p:ph type="subTitle" idx="2"/>
          </p:nvPr>
        </p:nvSpPr>
        <p:spPr>
          <a:xfrm>
            <a:off x="1682625" y="1355275"/>
            <a:ext cx="5779200" cy="535500"/>
          </a:xfrm>
          <a:prstGeom prst="rect">
            <a:avLst/>
          </a:prstGeom>
        </p:spPr>
        <p:txBody>
          <a:bodyPr spcFirstLastPara="1" wrap="square" lIns="91425" tIns="0" rIns="91425" bIns="0" anchor="t" anchorCtr="0">
            <a:noAutofit/>
          </a:bodyPr>
          <a:lstStyle>
            <a:lvl1pPr lvl="0" algn="ctr" rtl="0">
              <a:lnSpc>
                <a:spcPct val="100000"/>
              </a:lnSpc>
              <a:spcBef>
                <a:spcPts val="0"/>
              </a:spcBef>
              <a:spcAft>
                <a:spcPts val="0"/>
              </a:spcAft>
              <a:buSzPts val="21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39"/>
        <p:cNvGrpSpPr/>
        <p:nvPr/>
      </p:nvGrpSpPr>
      <p:grpSpPr>
        <a:xfrm>
          <a:off x="0" y="0"/>
          <a:ext cx="0" cy="0"/>
          <a:chOff x="0" y="0"/>
          <a:chExt cx="0" cy="0"/>
        </a:xfrm>
      </p:grpSpPr>
      <p:sp>
        <p:nvSpPr>
          <p:cNvPr id="140" name="Google Shape;140;p5"/>
          <p:cNvSpPr txBox="1">
            <a:spLocks noGrp="1"/>
          </p:cNvSpPr>
          <p:nvPr>
            <p:ph type="title"/>
          </p:nvPr>
        </p:nvSpPr>
        <p:spPr>
          <a:xfrm>
            <a:off x="917813" y="740425"/>
            <a:ext cx="3351600" cy="859200"/>
          </a:xfrm>
          <a:prstGeom prst="rect">
            <a:avLst/>
          </a:prstGeom>
        </p:spPr>
        <p:txBody>
          <a:bodyPr spcFirstLastPara="1" wrap="square" lIns="91425" tIns="0" rIns="91425" bIns="0" anchor="t" anchorCtr="0">
            <a:noAutofit/>
          </a:bodyPr>
          <a:lstStyle>
            <a:lvl1pPr marL="0" marR="0" lvl="0" indent="-127000" algn="l" rtl="0">
              <a:lnSpc>
                <a:spcPct val="100000"/>
              </a:lnSpc>
              <a:spcBef>
                <a:spcPts val="0"/>
              </a:spcBef>
              <a:spcAft>
                <a:spcPts val="0"/>
              </a:spcAft>
              <a:buClr>
                <a:schemeClr val="dk1"/>
              </a:buClr>
              <a:buSzPts val="2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41" name="Google Shape;141;p5"/>
          <p:cNvSpPr txBox="1">
            <a:spLocks noGrp="1"/>
          </p:cNvSpPr>
          <p:nvPr>
            <p:ph type="subTitle" idx="1"/>
          </p:nvPr>
        </p:nvSpPr>
        <p:spPr>
          <a:xfrm>
            <a:off x="4437188" y="3399874"/>
            <a:ext cx="3789000" cy="10032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142" name="Google Shape;142;p5"/>
          <p:cNvSpPr txBox="1">
            <a:spLocks noGrp="1"/>
          </p:cNvSpPr>
          <p:nvPr>
            <p:ph type="subTitle" idx="2"/>
          </p:nvPr>
        </p:nvSpPr>
        <p:spPr>
          <a:xfrm>
            <a:off x="4874588" y="2388438"/>
            <a:ext cx="3351600" cy="859200"/>
          </a:xfrm>
          <a:prstGeom prst="rect">
            <a:avLst/>
          </a:prstGeom>
        </p:spPr>
        <p:txBody>
          <a:bodyPr spcFirstLastPara="1" wrap="square" lIns="91425" tIns="0" rIns="91425" bIns="0" anchor="t" anchorCtr="0">
            <a:noAutofit/>
          </a:bodyPr>
          <a:lstStyle>
            <a:lvl1pPr lvl="0" algn="r" rtl="0">
              <a:spcBef>
                <a:spcPts val="0"/>
              </a:spcBef>
              <a:spcAft>
                <a:spcPts val="0"/>
              </a:spcAft>
              <a:buClr>
                <a:schemeClr val="dk1"/>
              </a:buClr>
              <a:buSzPts val="2000"/>
              <a:buNone/>
              <a:defRPr sz="28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143" name="Google Shape;143;p5"/>
          <p:cNvSpPr txBox="1">
            <a:spLocks noGrp="1"/>
          </p:cNvSpPr>
          <p:nvPr>
            <p:ph type="subTitle" idx="3"/>
          </p:nvPr>
        </p:nvSpPr>
        <p:spPr>
          <a:xfrm>
            <a:off x="917813" y="1751950"/>
            <a:ext cx="3789000" cy="10032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grpSp>
        <p:nvGrpSpPr>
          <p:cNvPr id="144" name="Google Shape;144;p5"/>
          <p:cNvGrpSpPr/>
          <p:nvPr/>
        </p:nvGrpSpPr>
        <p:grpSpPr>
          <a:xfrm rot="10800000">
            <a:off x="-287269" y="3176993"/>
            <a:ext cx="1803578" cy="1592367"/>
            <a:chOff x="-4912150" y="-393637"/>
            <a:chExt cx="2057000" cy="1816112"/>
          </a:xfrm>
        </p:grpSpPr>
        <p:sp>
          <p:nvSpPr>
            <p:cNvPr id="145" name="Google Shape;145;p5"/>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5"/>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5"/>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5"/>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5"/>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5"/>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5"/>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5"/>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5"/>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5"/>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5"/>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5"/>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5"/>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5"/>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5"/>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5"/>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5"/>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5"/>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5"/>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 name="Google Shape;164;p5"/>
          <p:cNvGrpSpPr/>
          <p:nvPr/>
        </p:nvGrpSpPr>
        <p:grpSpPr>
          <a:xfrm>
            <a:off x="6039350" y="414138"/>
            <a:ext cx="1040638" cy="901375"/>
            <a:chOff x="8457538" y="810363"/>
            <a:chExt cx="1040638" cy="901375"/>
          </a:xfrm>
        </p:grpSpPr>
        <p:grpSp>
          <p:nvGrpSpPr>
            <p:cNvPr id="165" name="Google Shape;165;p5"/>
            <p:cNvGrpSpPr/>
            <p:nvPr/>
          </p:nvGrpSpPr>
          <p:grpSpPr>
            <a:xfrm>
              <a:off x="8781450" y="810363"/>
              <a:ext cx="716725" cy="901375"/>
              <a:chOff x="-3888525" y="-2483300"/>
              <a:chExt cx="716725" cy="901375"/>
            </a:xfrm>
          </p:grpSpPr>
          <p:sp>
            <p:nvSpPr>
              <p:cNvPr id="166" name="Google Shape;166;p5"/>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5"/>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 name="Google Shape;168;p5"/>
            <p:cNvGrpSpPr/>
            <p:nvPr/>
          </p:nvGrpSpPr>
          <p:grpSpPr>
            <a:xfrm>
              <a:off x="8457538" y="1331488"/>
              <a:ext cx="323925" cy="323650"/>
              <a:chOff x="1608625" y="299800"/>
              <a:chExt cx="323925" cy="323650"/>
            </a:xfrm>
          </p:grpSpPr>
          <p:sp>
            <p:nvSpPr>
              <p:cNvPr id="169" name="Google Shape;169;p5"/>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5"/>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5"/>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72" name="Google Shape;172;p5"/>
          <p:cNvGrpSpPr/>
          <p:nvPr/>
        </p:nvGrpSpPr>
        <p:grpSpPr>
          <a:xfrm>
            <a:off x="2021856" y="3530393"/>
            <a:ext cx="1019565" cy="1290805"/>
            <a:chOff x="-4017975" y="-49702"/>
            <a:chExt cx="1162825" cy="1472177"/>
          </a:xfrm>
        </p:grpSpPr>
        <p:sp>
          <p:nvSpPr>
            <p:cNvPr id="173" name="Google Shape;173;p5"/>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5"/>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5"/>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5"/>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5"/>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5"/>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5"/>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 name="Google Shape;180;p5"/>
          <p:cNvGrpSpPr/>
          <p:nvPr/>
        </p:nvGrpSpPr>
        <p:grpSpPr>
          <a:xfrm>
            <a:off x="7572872" y="-168350"/>
            <a:ext cx="1929500" cy="2210100"/>
            <a:chOff x="295725" y="-3462825"/>
            <a:chExt cx="1929500" cy="2210100"/>
          </a:xfrm>
        </p:grpSpPr>
        <p:sp>
          <p:nvSpPr>
            <p:cNvPr id="181" name="Google Shape;181;p5"/>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5"/>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5"/>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5"/>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5"/>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5"/>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5"/>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5"/>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5"/>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5"/>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5"/>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5"/>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5"/>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5"/>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5"/>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5"/>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5"/>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5"/>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5"/>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5"/>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5"/>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06"/>
        <p:cNvGrpSpPr/>
        <p:nvPr/>
      </p:nvGrpSpPr>
      <p:grpSpPr>
        <a:xfrm>
          <a:off x="0" y="0"/>
          <a:ext cx="0" cy="0"/>
          <a:chOff x="0" y="0"/>
          <a:chExt cx="0" cy="0"/>
        </a:xfrm>
      </p:grpSpPr>
      <p:sp>
        <p:nvSpPr>
          <p:cNvPr id="207" name="Google Shape;207;p6"/>
          <p:cNvSpPr txBox="1">
            <a:spLocks noGrp="1"/>
          </p:cNvSpPr>
          <p:nvPr>
            <p:ph type="title"/>
          </p:nvPr>
        </p:nvSpPr>
        <p:spPr>
          <a:xfrm>
            <a:off x="782850" y="556250"/>
            <a:ext cx="7578300" cy="5232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208" name="Google Shape;208;p6"/>
          <p:cNvGrpSpPr/>
          <p:nvPr/>
        </p:nvGrpSpPr>
        <p:grpSpPr>
          <a:xfrm>
            <a:off x="8361160" y="-152294"/>
            <a:ext cx="1040638" cy="1353907"/>
            <a:chOff x="8361160" y="-152294"/>
            <a:chExt cx="1040638" cy="1353907"/>
          </a:xfrm>
        </p:grpSpPr>
        <p:grpSp>
          <p:nvGrpSpPr>
            <p:cNvPr id="209" name="Google Shape;209;p6"/>
            <p:cNvGrpSpPr/>
            <p:nvPr/>
          </p:nvGrpSpPr>
          <p:grpSpPr>
            <a:xfrm flipH="1">
              <a:off x="8361160" y="300238"/>
              <a:ext cx="1040638" cy="901375"/>
              <a:chOff x="948060" y="3972813"/>
              <a:chExt cx="1040638" cy="901375"/>
            </a:xfrm>
          </p:grpSpPr>
          <p:grpSp>
            <p:nvGrpSpPr>
              <p:cNvPr id="210" name="Google Shape;210;p6"/>
              <p:cNvGrpSpPr/>
              <p:nvPr/>
            </p:nvGrpSpPr>
            <p:grpSpPr>
              <a:xfrm flipH="1">
                <a:off x="948060" y="3972813"/>
                <a:ext cx="716725" cy="901375"/>
                <a:chOff x="-3888525" y="-2483300"/>
                <a:chExt cx="716725" cy="901375"/>
              </a:xfrm>
            </p:grpSpPr>
            <p:sp>
              <p:nvSpPr>
                <p:cNvPr id="211" name="Google Shape;211;p6"/>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6"/>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 name="Google Shape;213;p6"/>
              <p:cNvGrpSpPr/>
              <p:nvPr/>
            </p:nvGrpSpPr>
            <p:grpSpPr>
              <a:xfrm flipH="1">
                <a:off x="1664772" y="4493938"/>
                <a:ext cx="323925" cy="323650"/>
                <a:chOff x="1608625" y="299800"/>
                <a:chExt cx="323925" cy="323650"/>
              </a:xfrm>
            </p:grpSpPr>
            <p:sp>
              <p:nvSpPr>
                <p:cNvPr id="214" name="Google Shape;214;p6"/>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6"/>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6"/>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7" name="Google Shape;217;p6"/>
            <p:cNvGrpSpPr/>
            <p:nvPr/>
          </p:nvGrpSpPr>
          <p:grpSpPr>
            <a:xfrm rot="10800000">
              <a:off x="8442919" y="-152294"/>
              <a:ext cx="777174" cy="1001897"/>
              <a:chOff x="-4604150" y="-305525"/>
              <a:chExt cx="886375" cy="1142675"/>
            </a:xfrm>
          </p:grpSpPr>
          <p:sp>
            <p:nvSpPr>
              <p:cNvPr id="218" name="Google Shape;218;p6"/>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6"/>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6"/>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21" name="Google Shape;221;p6"/>
          <p:cNvGrpSpPr/>
          <p:nvPr/>
        </p:nvGrpSpPr>
        <p:grpSpPr>
          <a:xfrm>
            <a:off x="778838" y="379263"/>
            <a:ext cx="184175" cy="158025"/>
            <a:chOff x="-3626300" y="-1680825"/>
            <a:chExt cx="184175" cy="158025"/>
          </a:xfrm>
        </p:grpSpPr>
        <p:sp>
          <p:nvSpPr>
            <p:cNvPr id="222" name="Google Shape;222;p6"/>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6"/>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 name="Google Shape;224;p6"/>
          <p:cNvGrpSpPr/>
          <p:nvPr/>
        </p:nvGrpSpPr>
        <p:grpSpPr>
          <a:xfrm>
            <a:off x="-252062" y="300238"/>
            <a:ext cx="716725" cy="901375"/>
            <a:chOff x="-3888525" y="-2483300"/>
            <a:chExt cx="716725" cy="901375"/>
          </a:xfrm>
        </p:grpSpPr>
        <p:sp>
          <p:nvSpPr>
            <p:cNvPr id="225" name="Google Shape;225;p6"/>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6"/>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27"/>
        <p:cNvGrpSpPr/>
        <p:nvPr/>
      </p:nvGrpSpPr>
      <p:grpSpPr>
        <a:xfrm>
          <a:off x="0" y="0"/>
          <a:ext cx="0" cy="0"/>
          <a:chOff x="0" y="0"/>
          <a:chExt cx="0" cy="0"/>
        </a:xfrm>
      </p:grpSpPr>
      <p:sp>
        <p:nvSpPr>
          <p:cNvPr id="228" name="Google Shape;228;p7"/>
          <p:cNvSpPr txBox="1">
            <a:spLocks noGrp="1"/>
          </p:cNvSpPr>
          <p:nvPr>
            <p:ph type="subTitle" idx="1"/>
          </p:nvPr>
        </p:nvSpPr>
        <p:spPr>
          <a:xfrm>
            <a:off x="782850" y="1341548"/>
            <a:ext cx="7578300" cy="527100"/>
          </a:xfrm>
          <a:prstGeom prst="rect">
            <a:avLst/>
          </a:prstGeom>
        </p:spPr>
        <p:txBody>
          <a:bodyPr spcFirstLastPara="1" wrap="square" lIns="91425" tIns="0" rIns="91425" bIns="0" anchor="t" anchorCtr="0">
            <a:noAutofit/>
          </a:bodyPr>
          <a:lstStyle>
            <a:lvl1pPr lvl="0" algn="ctr" rtl="0">
              <a:lnSpc>
                <a:spcPct val="100000"/>
              </a:lnSpc>
              <a:spcBef>
                <a:spcPts val="0"/>
              </a:spcBef>
              <a:spcAft>
                <a:spcPts val="0"/>
              </a:spcAft>
              <a:buSzPts val="21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229" name="Google Shape;229;p7"/>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230" name="Google Shape;230;p7"/>
          <p:cNvGrpSpPr/>
          <p:nvPr/>
        </p:nvGrpSpPr>
        <p:grpSpPr>
          <a:xfrm>
            <a:off x="7433700" y="4482713"/>
            <a:ext cx="1040638" cy="901375"/>
            <a:chOff x="8457538" y="810363"/>
            <a:chExt cx="1040638" cy="901375"/>
          </a:xfrm>
        </p:grpSpPr>
        <p:grpSp>
          <p:nvGrpSpPr>
            <p:cNvPr id="231" name="Google Shape;231;p7"/>
            <p:cNvGrpSpPr/>
            <p:nvPr/>
          </p:nvGrpSpPr>
          <p:grpSpPr>
            <a:xfrm>
              <a:off x="8781450" y="810363"/>
              <a:ext cx="716725" cy="901375"/>
              <a:chOff x="-3888525" y="-2483300"/>
              <a:chExt cx="716725" cy="901375"/>
            </a:xfrm>
          </p:grpSpPr>
          <p:sp>
            <p:nvSpPr>
              <p:cNvPr id="232" name="Google Shape;232;p7"/>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7"/>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 name="Google Shape;234;p7"/>
            <p:cNvGrpSpPr/>
            <p:nvPr/>
          </p:nvGrpSpPr>
          <p:grpSpPr>
            <a:xfrm>
              <a:off x="8457538" y="1331488"/>
              <a:ext cx="323925" cy="323650"/>
              <a:chOff x="1608625" y="299800"/>
              <a:chExt cx="323925" cy="323650"/>
            </a:xfrm>
          </p:grpSpPr>
          <p:sp>
            <p:nvSpPr>
              <p:cNvPr id="235" name="Google Shape;235;p7"/>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7"/>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7"/>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38" name="Google Shape;238;p7"/>
          <p:cNvGrpSpPr/>
          <p:nvPr/>
        </p:nvGrpSpPr>
        <p:grpSpPr>
          <a:xfrm>
            <a:off x="388869" y="-29307"/>
            <a:ext cx="1019565" cy="1290805"/>
            <a:chOff x="-4017975" y="-49702"/>
            <a:chExt cx="1162825" cy="1472177"/>
          </a:xfrm>
        </p:grpSpPr>
        <p:sp>
          <p:nvSpPr>
            <p:cNvPr id="239" name="Google Shape;239;p7"/>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7"/>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7"/>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7"/>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7"/>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7"/>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7"/>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 name="Google Shape;246;p7"/>
          <p:cNvGrpSpPr/>
          <p:nvPr/>
        </p:nvGrpSpPr>
        <p:grpSpPr>
          <a:xfrm>
            <a:off x="7934047" y="1528575"/>
            <a:ext cx="1929500" cy="2210100"/>
            <a:chOff x="295725" y="-3462825"/>
            <a:chExt cx="1929500" cy="2210100"/>
          </a:xfrm>
        </p:grpSpPr>
        <p:sp>
          <p:nvSpPr>
            <p:cNvPr id="247" name="Google Shape;247;p7"/>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7"/>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7"/>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7"/>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7"/>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7"/>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7"/>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7"/>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7"/>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7"/>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7"/>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7"/>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7"/>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7"/>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7"/>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7"/>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7"/>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7"/>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7"/>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7"/>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7"/>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7"/>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7"/>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7"/>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7"/>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 name="Google Shape;272;p7"/>
          <p:cNvGrpSpPr/>
          <p:nvPr/>
        </p:nvGrpSpPr>
        <p:grpSpPr>
          <a:xfrm rot="10800000">
            <a:off x="-510906" y="2675681"/>
            <a:ext cx="1803578" cy="1592367"/>
            <a:chOff x="-4912150" y="-393637"/>
            <a:chExt cx="2057000" cy="1816112"/>
          </a:xfrm>
        </p:grpSpPr>
        <p:sp>
          <p:nvSpPr>
            <p:cNvPr id="273" name="Google Shape;273;p7"/>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7"/>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7"/>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7"/>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7"/>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7"/>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7"/>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7"/>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7"/>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7"/>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7"/>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7"/>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7"/>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7"/>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7"/>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7"/>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7"/>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7"/>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7"/>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92"/>
        <p:cNvGrpSpPr/>
        <p:nvPr/>
      </p:nvGrpSpPr>
      <p:grpSpPr>
        <a:xfrm>
          <a:off x="0" y="0"/>
          <a:ext cx="0" cy="0"/>
          <a:chOff x="0" y="0"/>
          <a:chExt cx="0" cy="0"/>
        </a:xfrm>
      </p:grpSpPr>
      <p:sp>
        <p:nvSpPr>
          <p:cNvPr id="293" name="Google Shape;293;p8"/>
          <p:cNvSpPr txBox="1">
            <a:spLocks noGrp="1"/>
          </p:cNvSpPr>
          <p:nvPr>
            <p:ph type="title"/>
          </p:nvPr>
        </p:nvSpPr>
        <p:spPr>
          <a:xfrm>
            <a:off x="1388100" y="556250"/>
            <a:ext cx="5904000" cy="4031100"/>
          </a:xfrm>
          <a:prstGeom prst="rect">
            <a:avLst/>
          </a:prstGeom>
        </p:spPr>
        <p:txBody>
          <a:bodyPr spcFirstLastPara="1" wrap="square" lIns="91425" tIns="0" rIns="91425" bIns="0" anchor="ctr" anchorCtr="0">
            <a:noAutofit/>
          </a:bodyPr>
          <a:lstStyle>
            <a:lvl1pPr lvl="0">
              <a:spcBef>
                <a:spcPts val="0"/>
              </a:spcBef>
              <a:spcAft>
                <a:spcPts val="0"/>
              </a:spcAft>
              <a:buSzPts val="4800"/>
              <a:buNone/>
              <a:defRPr sz="9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294" name="Google Shape;294;p8"/>
          <p:cNvGrpSpPr/>
          <p:nvPr/>
        </p:nvGrpSpPr>
        <p:grpSpPr>
          <a:xfrm flipH="1">
            <a:off x="7745597" y="3097813"/>
            <a:ext cx="1516025" cy="1489525"/>
            <a:chOff x="-3888525" y="-3012325"/>
            <a:chExt cx="1516025" cy="1489525"/>
          </a:xfrm>
        </p:grpSpPr>
        <p:sp>
          <p:nvSpPr>
            <p:cNvPr id="295" name="Google Shape;295;p8"/>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8"/>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8"/>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8"/>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8"/>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8"/>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8"/>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8"/>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8"/>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8"/>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8"/>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 name="Google Shape;306;p8"/>
          <p:cNvGrpSpPr/>
          <p:nvPr/>
        </p:nvGrpSpPr>
        <p:grpSpPr>
          <a:xfrm>
            <a:off x="7994347" y="735313"/>
            <a:ext cx="873188" cy="546900"/>
            <a:chOff x="1115510" y="4327288"/>
            <a:chExt cx="873188" cy="546900"/>
          </a:xfrm>
        </p:grpSpPr>
        <p:sp>
          <p:nvSpPr>
            <p:cNvPr id="307" name="Google Shape;307;p8"/>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8" name="Google Shape;308;p8"/>
            <p:cNvGrpSpPr/>
            <p:nvPr/>
          </p:nvGrpSpPr>
          <p:grpSpPr>
            <a:xfrm flipH="1">
              <a:off x="1664772" y="4493938"/>
              <a:ext cx="323925" cy="323650"/>
              <a:chOff x="1608625" y="299800"/>
              <a:chExt cx="323925" cy="323650"/>
            </a:xfrm>
          </p:grpSpPr>
          <p:sp>
            <p:nvSpPr>
              <p:cNvPr id="309" name="Google Shape;309;p8"/>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8"/>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8"/>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2" name="Google Shape;312;p8"/>
          <p:cNvGrpSpPr/>
          <p:nvPr/>
        </p:nvGrpSpPr>
        <p:grpSpPr>
          <a:xfrm flipH="1">
            <a:off x="6119781" y="4587350"/>
            <a:ext cx="713803" cy="706547"/>
            <a:chOff x="-4017975" y="616650"/>
            <a:chExt cx="814100" cy="805825"/>
          </a:xfrm>
        </p:grpSpPr>
        <p:sp>
          <p:nvSpPr>
            <p:cNvPr id="313" name="Google Shape;313;p8"/>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8"/>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8"/>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8"/>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 name="Google Shape;317;p8"/>
          <p:cNvGrpSpPr/>
          <p:nvPr/>
        </p:nvGrpSpPr>
        <p:grpSpPr>
          <a:xfrm>
            <a:off x="665435" y="-108237"/>
            <a:ext cx="1040638" cy="901375"/>
            <a:chOff x="948060" y="3972813"/>
            <a:chExt cx="1040638" cy="901375"/>
          </a:xfrm>
        </p:grpSpPr>
        <p:grpSp>
          <p:nvGrpSpPr>
            <p:cNvPr id="318" name="Google Shape;318;p8"/>
            <p:cNvGrpSpPr/>
            <p:nvPr/>
          </p:nvGrpSpPr>
          <p:grpSpPr>
            <a:xfrm flipH="1">
              <a:off x="948060" y="3972813"/>
              <a:ext cx="716725" cy="901375"/>
              <a:chOff x="-3888525" y="-2483300"/>
              <a:chExt cx="716725" cy="901375"/>
            </a:xfrm>
          </p:grpSpPr>
          <p:sp>
            <p:nvSpPr>
              <p:cNvPr id="319" name="Google Shape;319;p8"/>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8"/>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 name="Google Shape;321;p8"/>
            <p:cNvGrpSpPr/>
            <p:nvPr/>
          </p:nvGrpSpPr>
          <p:grpSpPr>
            <a:xfrm flipH="1">
              <a:off x="1664772" y="4493938"/>
              <a:ext cx="323925" cy="323650"/>
              <a:chOff x="1608625" y="299800"/>
              <a:chExt cx="323925" cy="323650"/>
            </a:xfrm>
          </p:grpSpPr>
          <p:sp>
            <p:nvSpPr>
              <p:cNvPr id="322" name="Google Shape;322;p8"/>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8"/>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8"/>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25"/>
        <p:cNvGrpSpPr/>
        <p:nvPr/>
      </p:nvGrpSpPr>
      <p:grpSpPr>
        <a:xfrm>
          <a:off x="0" y="0"/>
          <a:ext cx="0" cy="0"/>
          <a:chOff x="0" y="0"/>
          <a:chExt cx="0" cy="0"/>
        </a:xfrm>
      </p:grpSpPr>
      <p:sp>
        <p:nvSpPr>
          <p:cNvPr id="326" name="Google Shape;326;p9"/>
          <p:cNvSpPr txBox="1">
            <a:spLocks noGrp="1"/>
          </p:cNvSpPr>
          <p:nvPr>
            <p:ph type="title"/>
          </p:nvPr>
        </p:nvSpPr>
        <p:spPr>
          <a:xfrm>
            <a:off x="782850" y="1013625"/>
            <a:ext cx="3435300" cy="1305000"/>
          </a:xfrm>
          <a:prstGeom prst="rect">
            <a:avLst/>
          </a:prstGeom>
        </p:spPr>
        <p:txBody>
          <a:bodyPr spcFirstLastPara="1" wrap="square" lIns="91425" tIns="0" rIns="91425" bIns="0" anchor="t" anchorCtr="0">
            <a:noAutofit/>
          </a:bodyPr>
          <a:lstStyle>
            <a:lvl1pPr lvl="0">
              <a:spcBef>
                <a:spcPts val="0"/>
              </a:spcBef>
              <a:spcAft>
                <a:spcPts val="0"/>
              </a:spcAft>
              <a:buSzPts val="4200"/>
              <a:buNone/>
              <a:defRPr sz="40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27" name="Google Shape;327;p9"/>
          <p:cNvSpPr txBox="1">
            <a:spLocks noGrp="1"/>
          </p:cNvSpPr>
          <p:nvPr>
            <p:ph type="subTitle" idx="1"/>
          </p:nvPr>
        </p:nvSpPr>
        <p:spPr>
          <a:xfrm>
            <a:off x="782850" y="2824875"/>
            <a:ext cx="3435300" cy="1305000"/>
          </a:xfrm>
          <a:prstGeom prst="rect">
            <a:avLst/>
          </a:prstGeom>
        </p:spPr>
        <p:txBody>
          <a:bodyPr spcFirstLastPara="1" wrap="square" lIns="91425" tIns="0" rIns="91425" bIns="0" anchor="t" anchorCtr="0">
            <a:noAutofit/>
          </a:bodyPr>
          <a:lstStyle>
            <a:lvl1pPr lvl="0">
              <a:lnSpc>
                <a:spcPct val="100000"/>
              </a:lnSpc>
              <a:spcBef>
                <a:spcPts val="0"/>
              </a:spcBef>
              <a:spcAft>
                <a:spcPts val="0"/>
              </a:spcAft>
              <a:buSzPts val="2100"/>
              <a:buNone/>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grpSp>
        <p:nvGrpSpPr>
          <p:cNvPr id="328" name="Google Shape;328;p9"/>
          <p:cNvGrpSpPr/>
          <p:nvPr/>
        </p:nvGrpSpPr>
        <p:grpSpPr>
          <a:xfrm>
            <a:off x="8457538" y="810363"/>
            <a:ext cx="1040638" cy="901375"/>
            <a:chOff x="8457538" y="810363"/>
            <a:chExt cx="1040638" cy="901375"/>
          </a:xfrm>
        </p:grpSpPr>
        <p:grpSp>
          <p:nvGrpSpPr>
            <p:cNvPr id="329" name="Google Shape;329;p9"/>
            <p:cNvGrpSpPr/>
            <p:nvPr/>
          </p:nvGrpSpPr>
          <p:grpSpPr>
            <a:xfrm>
              <a:off x="8781450" y="810363"/>
              <a:ext cx="716725" cy="901375"/>
              <a:chOff x="-3888525" y="-2483300"/>
              <a:chExt cx="716725" cy="901375"/>
            </a:xfrm>
          </p:grpSpPr>
          <p:sp>
            <p:nvSpPr>
              <p:cNvPr id="330" name="Google Shape;330;p9"/>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9"/>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 name="Google Shape;332;p9"/>
            <p:cNvGrpSpPr/>
            <p:nvPr/>
          </p:nvGrpSpPr>
          <p:grpSpPr>
            <a:xfrm>
              <a:off x="8457538" y="1331488"/>
              <a:ext cx="323925" cy="323650"/>
              <a:chOff x="1608625" y="299800"/>
              <a:chExt cx="323925" cy="323650"/>
            </a:xfrm>
          </p:grpSpPr>
          <p:sp>
            <p:nvSpPr>
              <p:cNvPr id="333" name="Google Shape;333;p9"/>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9"/>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9"/>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36"/>
        <p:cNvGrpSpPr/>
        <p:nvPr/>
      </p:nvGrpSpPr>
      <p:grpSpPr>
        <a:xfrm>
          <a:off x="0" y="0"/>
          <a:ext cx="0" cy="0"/>
          <a:chOff x="0" y="0"/>
          <a:chExt cx="0" cy="0"/>
        </a:xfrm>
      </p:grpSpPr>
      <p:sp>
        <p:nvSpPr>
          <p:cNvPr id="337" name="Google Shape;337;p10"/>
          <p:cNvSpPr txBox="1">
            <a:spLocks noGrp="1"/>
          </p:cNvSpPr>
          <p:nvPr>
            <p:ph type="title"/>
          </p:nvPr>
        </p:nvSpPr>
        <p:spPr>
          <a:xfrm>
            <a:off x="782850" y="1941300"/>
            <a:ext cx="5137800" cy="1260900"/>
          </a:xfrm>
          <a:prstGeom prst="rect">
            <a:avLst/>
          </a:prstGeom>
          <a:noFill/>
        </p:spPr>
        <p:txBody>
          <a:bodyPr spcFirstLastPara="1" wrap="square" lIns="91425" tIns="0" rIns="91425" bIns="0" anchor="t" anchorCtr="0">
            <a:noAutofit/>
          </a:bodyPr>
          <a:lstStyle>
            <a:lvl1pPr lvl="0" algn="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338"/>
        <p:cNvGrpSpPr/>
        <p:nvPr/>
      </p:nvGrpSpPr>
      <p:grpSpPr>
        <a:xfrm>
          <a:off x="0" y="0"/>
          <a:ext cx="0" cy="0"/>
          <a:chOff x="0" y="0"/>
          <a:chExt cx="0" cy="0"/>
        </a:xfrm>
      </p:grpSpPr>
      <p:sp>
        <p:nvSpPr>
          <p:cNvPr id="339" name="Google Shape;339;p11"/>
          <p:cNvSpPr txBox="1">
            <a:spLocks noGrp="1"/>
          </p:cNvSpPr>
          <p:nvPr>
            <p:ph type="title" hasCustomPrompt="1"/>
          </p:nvPr>
        </p:nvSpPr>
        <p:spPr>
          <a:xfrm>
            <a:off x="1267387" y="1365025"/>
            <a:ext cx="6609300" cy="1407900"/>
          </a:xfrm>
          <a:prstGeom prst="rect">
            <a:avLst/>
          </a:prstGeom>
        </p:spPr>
        <p:txBody>
          <a:bodyPr spcFirstLastPara="1" wrap="square" lIns="91425" tIns="0" rIns="91425" bIns="0" anchor="t" anchorCtr="0">
            <a:noAutofit/>
          </a:bodyPr>
          <a:lstStyle>
            <a:lvl1pPr lvl="0" algn="ctr">
              <a:spcBef>
                <a:spcPts val="0"/>
              </a:spcBef>
              <a:spcAft>
                <a:spcPts val="0"/>
              </a:spcAft>
              <a:buSzPts val="12000"/>
              <a:buNone/>
              <a:defRPr sz="9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40" name="Google Shape;340;p11"/>
          <p:cNvSpPr txBox="1">
            <a:spLocks noGrp="1"/>
          </p:cNvSpPr>
          <p:nvPr>
            <p:ph type="subTitle" idx="1"/>
          </p:nvPr>
        </p:nvSpPr>
        <p:spPr>
          <a:xfrm>
            <a:off x="1267375" y="3255875"/>
            <a:ext cx="6609300" cy="522600"/>
          </a:xfrm>
          <a:prstGeom prst="rect">
            <a:avLst/>
          </a:prstGeom>
        </p:spPr>
        <p:txBody>
          <a:bodyPr spcFirstLastPara="1" wrap="square" lIns="91425" tIns="0" rIns="91425" bIns="0" anchor="t" anchorCtr="0">
            <a:noAutofit/>
          </a:bodyPr>
          <a:lstStyle>
            <a:lvl1pPr lvl="0" algn="ctr" rtl="0">
              <a:lnSpc>
                <a:spcPct val="100000"/>
              </a:lnSpc>
              <a:spcBef>
                <a:spcPts val="0"/>
              </a:spcBef>
              <a:spcAft>
                <a:spcPts val="0"/>
              </a:spcAft>
              <a:buSzPts val="2100"/>
              <a:buNone/>
              <a:defRPr sz="18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grpSp>
        <p:nvGrpSpPr>
          <p:cNvPr id="341" name="Google Shape;341;p11"/>
          <p:cNvGrpSpPr/>
          <p:nvPr/>
        </p:nvGrpSpPr>
        <p:grpSpPr>
          <a:xfrm flipH="1">
            <a:off x="6844388" y="3930543"/>
            <a:ext cx="1938846" cy="1720830"/>
            <a:chOff x="-1873362" y="2120543"/>
            <a:chExt cx="1938846" cy="1720830"/>
          </a:xfrm>
        </p:grpSpPr>
        <p:sp>
          <p:nvSpPr>
            <p:cNvPr id="342" name="Google Shape;342;p11"/>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11"/>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11"/>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11"/>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11"/>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11"/>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11"/>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11"/>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11"/>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11"/>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11"/>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11"/>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11"/>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11"/>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11"/>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11"/>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11"/>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11"/>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11"/>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 name="Google Shape;361;p11"/>
          <p:cNvGrpSpPr/>
          <p:nvPr/>
        </p:nvGrpSpPr>
        <p:grpSpPr>
          <a:xfrm flipH="1">
            <a:off x="1408072" y="4117288"/>
            <a:ext cx="1929500" cy="2210100"/>
            <a:chOff x="295725" y="-3462825"/>
            <a:chExt cx="1929500" cy="2210100"/>
          </a:xfrm>
        </p:grpSpPr>
        <p:sp>
          <p:nvSpPr>
            <p:cNvPr id="362" name="Google Shape;362;p11"/>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11"/>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11"/>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11"/>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11"/>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11"/>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11"/>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11"/>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11"/>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11"/>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11"/>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11"/>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11"/>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11"/>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11"/>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11"/>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11"/>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11"/>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11"/>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11"/>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11"/>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11"/>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11"/>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11"/>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11"/>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7" name="Google Shape;387;p11"/>
          <p:cNvGrpSpPr/>
          <p:nvPr/>
        </p:nvGrpSpPr>
        <p:grpSpPr>
          <a:xfrm flipH="1">
            <a:off x="6292047" y="-450687"/>
            <a:ext cx="1516025" cy="1489525"/>
            <a:chOff x="-3888525" y="-3012325"/>
            <a:chExt cx="1516025" cy="1489525"/>
          </a:xfrm>
        </p:grpSpPr>
        <p:sp>
          <p:nvSpPr>
            <p:cNvPr id="388" name="Google Shape;388;p11"/>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11"/>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11"/>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11"/>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11"/>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11"/>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11"/>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11"/>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11"/>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11"/>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11"/>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9" name="Google Shape;399;p11"/>
          <p:cNvGrpSpPr/>
          <p:nvPr/>
        </p:nvGrpSpPr>
        <p:grpSpPr>
          <a:xfrm flipH="1">
            <a:off x="-128787" y="-450682"/>
            <a:ext cx="1938846" cy="1720830"/>
            <a:chOff x="-1873362" y="2120543"/>
            <a:chExt cx="1938846" cy="1720830"/>
          </a:xfrm>
        </p:grpSpPr>
        <p:sp>
          <p:nvSpPr>
            <p:cNvPr id="400" name="Google Shape;400;p11"/>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11"/>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11"/>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11"/>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11"/>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11"/>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11"/>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11"/>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11"/>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11"/>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11"/>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1"/>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11"/>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11"/>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11"/>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11"/>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11"/>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11"/>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11"/>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dk2"/>
        </a:solidFill>
        <a:effectLst/>
      </p:bgPr>
    </p:bg>
    <p:spTree>
      <p:nvGrpSpPr>
        <p:cNvPr id="1" name="Shape 41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420"/>
        <p:cNvGrpSpPr/>
        <p:nvPr/>
      </p:nvGrpSpPr>
      <p:grpSpPr>
        <a:xfrm>
          <a:off x="0" y="0"/>
          <a:ext cx="0" cy="0"/>
          <a:chOff x="0" y="0"/>
          <a:chExt cx="0" cy="0"/>
        </a:xfrm>
      </p:grpSpPr>
      <p:sp>
        <p:nvSpPr>
          <p:cNvPr id="421" name="Google Shape;421;p13"/>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22" name="Google Shape;422;p13"/>
          <p:cNvSpPr txBox="1">
            <a:spLocks noGrp="1"/>
          </p:cNvSpPr>
          <p:nvPr>
            <p:ph type="title" idx="2" hasCustomPrompt="1"/>
          </p:nvPr>
        </p:nvSpPr>
        <p:spPr>
          <a:xfrm flipH="1">
            <a:off x="1033550" y="1377577"/>
            <a:ext cx="940500" cy="572700"/>
          </a:xfrm>
          <a:prstGeom prst="rect">
            <a:avLst/>
          </a:prstGeom>
        </p:spPr>
        <p:txBody>
          <a:bodyPr spcFirstLastPara="1" wrap="square" lIns="91425" tIns="0" rIns="91425" bIns="0" anchor="t" anchorCtr="0">
            <a:noAutofit/>
          </a:bodyPr>
          <a:lstStyle>
            <a:lvl1pPr lvl="0" rtl="0">
              <a:spcBef>
                <a:spcPts val="0"/>
              </a:spcBef>
              <a:spcAft>
                <a:spcPts val="0"/>
              </a:spcAft>
              <a:buSzPts val="2500"/>
              <a:buNone/>
              <a:defRPr sz="4000" b="1"/>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423" name="Google Shape;423;p13"/>
          <p:cNvSpPr txBox="1">
            <a:spLocks noGrp="1"/>
          </p:cNvSpPr>
          <p:nvPr>
            <p:ph type="subTitle" idx="1"/>
          </p:nvPr>
        </p:nvSpPr>
        <p:spPr>
          <a:xfrm>
            <a:off x="1033550" y="2480675"/>
            <a:ext cx="2636100" cy="3810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sz="1400"/>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424" name="Google Shape;424;p13"/>
          <p:cNvSpPr txBox="1">
            <a:spLocks noGrp="1"/>
          </p:cNvSpPr>
          <p:nvPr>
            <p:ph type="subTitle" idx="3"/>
          </p:nvPr>
        </p:nvSpPr>
        <p:spPr>
          <a:xfrm>
            <a:off x="1033550" y="1945416"/>
            <a:ext cx="31929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425" name="Google Shape;425;p13"/>
          <p:cNvSpPr txBox="1">
            <a:spLocks noGrp="1"/>
          </p:cNvSpPr>
          <p:nvPr>
            <p:ph type="title" idx="4" hasCustomPrompt="1"/>
          </p:nvPr>
        </p:nvSpPr>
        <p:spPr>
          <a:xfrm flipH="1">
            <a:off x="1033525" y="3039450"/>
            <a:ext cx="940500" cy="572700"/>
          </a:xfrm>
          <a:prstGeom prst="rect">
            <a:avLst/>
          </a:prstGeom>
        </p:spPr>
        <p:txBody>
          <a:bodyPr spcFirstLastPara="1" wrap="square" lIns="91425" tIns="0" rIns="91425" bIns="0" anchor="t" anchorCtr="0">
            <a:noAutofit/>
          </a:bodyPr>
          <a:lstStyle>
            <a:lvl1pPr lvl="0" rtl="0">
              <a:spcBef>
                <a:spcPts val="0"/>
              </a:spcBef>
              <a:spcAft>
                <a:spcPts val="0"/>
              </a:spcAft>
              <a:buSzPts val="2500"/>
              <a:buNone/>
              <a:defRPr sz="4000" b="1"/>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426" name="Google Shape;426;p13"/>
          <p:cNvSpPr txBox="1">
            <a:spLocks noGrp="1"/>
          </p:cNvSpPr>
          <p:nvPr>
            <p:ph type="subTitle" idx="5"/>
          </p:nvPr>
        </p:nvSpPr>
        <p:spPr>
          <a:xfrm>
            <a:off x="1033550" y="4167677"/>
            <a:ext cx="2636100" cy="3810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sz="1400"/>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427" name="Google Shape;427;p13"/>
          <p:cNvSpPr txBox="1">
            <a:spLocks noGrp="1"/>
          </p:cNvSpPr>
          <p:nvPr>
            <p:ph type="subTitle" idx="6"/>
          </p:nvPr>
        </p:nvSpPr>
        <p:spPr>
          <a:xfrm>
            <a:off x="1033550" y="3613450"/>
            <a:ext cx="31929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428" name="Google Shape;428;p13"/>
          <p:cNvSpPr txBox="1">
            <a:spLocks noGrp="1"/>
          </p:cNvSpPr>
          <p:nvPr>
            <p:ph type="title" idx="7" hasCustomPrompt="1"/>
          </p:nvPr>
        </p:nvSpPr>
        <p:spPr>
          <a:xfrm flipH="1">
            <a:off x="7169950" y="1377578"/>
            <a:ext cx="940500" cy="572700"/>
          </a:xfrm>
          <a:prstGeom prst="rect">
            <a:avLst/>
          </a:prstGeom>
        </p:spPr>
        <p:txBody>
          <a:bodyPr spcFirstLastPara="1" wrap="square" lIns="91425" tIns="0" rIns="91425" bIns="0" anchor="t" anchorCtr="0">
            <a:noAutofit/>
          </a:bodyPr>
          <a:lstStyle>
            <a:lvl1pPr lvl="0" algn="r" rtl="0">
              <a:spcBef>
                <a:spcPts val="0"/>
              </a:spcBef>
              <a:spcAft>
                <a:spcPts val="0"/>
              </a:spcAft>
              <a:buSzPts val="2500"/>
              <a:buNone/>
              <a:defRPr sz="4000" b="1"/>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429" name="Google Shape;429;p13"/>
          <p:cNvSpPr txBox="1">
            <a:spLocks noGrp="1"/>
          </p:cNvSpPr>
          <p:nvPr>
            <p:ph type="subTitle" idx="8"/>
          </p:nvPr>
        </p:nvSpPr>
        <p:spPr>
          <a:xfrm>
            <a:off x="5474325" y="2480675"/>
            <a:ext cx="2636100" cy="3810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Clr>
                <a:schemeClr val="dk1"/>
              </a:buClr>
              <a:buSzPts val="1600"/>
              <a:buNone/>
              <a:defRPr sz="1400"/>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430" name="Google Shape;430;p13"/>
          <p:cNvSpPr txBox="1">
            <a:spLocks noGrp="1"/>
          </p:cNvSpPr>
          <p:nvPr>
            <p:ph type="subTitle" idx="9"/>
          </p:nvPr>
        </p:nvSpPr>
        <p:spPr>
          <a:xfrm>
            <a:off x="4917550" y="1945416"/>
            <a:ext cx="3192900" cy="338400"/>
          </a:xfrm>
          <a:prstGeom prst="rect">
            <a:avLst/>
          </a:prstGeom>
        </p:spPr>
        <p:txBody>
          <a:bodyPr spcFirstLastPara="1" wrap="square" lIns="91425" tIns="0" rIns="91425" bIns="0" anchor="t" anchorCtr="0">
            <a:noAutofit/>
          </a:bodyPr>
          <a:lstStyle>
            <a:lvl1pPr lvl="0" algn="r"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431" name="Google Shape;431;p13"/>
          <p:cNvSpPr txBox="1">
            <a:spLocks noGrp="1"/>
          </p:cNvSpPr>
          <p:nvPr>
            <p:ph type="title" idx="13" hasCustomPrompt="1"/>
          </p:nvPr>
        </p:nvSpPr>
        <p:spPr>
          <a:xfrm flipH="1">
            <a:off x="7169950" y="3039450"/>
            <a:ext cx="940500" cy="572700"/>
          </a:xfrm>
          <a:prstGeom prst="rect">
            <a:avLst/>
          </a:prstGeom>
        </p:spPr>
        <p:txBody>
          <a:bodyPr spcFirstLastPara="1" wrap="square" lIns="91425" tIns="0" rIns="91425" bIns="0" anchor="t" anchorCtr="0">
            <a:noAutofit/>
          </a:bodyPr>
          <a:lstStyle>
            <a:lvl1pPr lvl="0" algn="r" rtl="0">
              <a:spcBef>
                <a:spcPts val="0"/>
              </a:spcBef>
              <a:spcAft>
                <a:spcPts val="0"/>
              </a:spcAft>
              <a:buSzPts val="2500"/>
              <a:buNone/>
              <a:defRPr sz="4000" b="1"/>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432" name="Google Shape;432;p13"/>
          <p:cNvSpPr txBox="1">
            <a:spLocks noGrp="1"/>
          </p:cNvSpPr>
          <p:nvPr>
            <p:ph type="subTitle" idx="14"/>
          </p:nvPr>
        </p:nvSpPr>
        <p:spPr>
          <a:xfrm>
            <a:off x="5474325" y="4167677"/>
            <a:ext cx="2636100" cy="3810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Clr>
                <a:schemeClr val="dk1"/>
              </a:buClr>
              <a:buSzPts val="1600"/>
              <a:buNone/>
              <a:defRPr sz="1400"/>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433" name="Google Shape;433;p13"/>
          <p:cNvSpPr txBox="1">
            <a:spLocks noGrp="1"/>
          </p:cNvSpPr>
          <p:nvPr>
            <p:ph type="subTitle" idx="15"/>
          </p:nvPr>
        </p:nvSpPr>
        <p:spPr>
          <a:xfrm>
            <a:off x="4917550" y="3613450"/>
            <a:ext cx="3192900" cy="338400"/>
          </a:xfrm>
          <a:prstGeom prst="rect">
            <a:avLst/>
          </a:prstGeom>
        </p:spPr>
        <p:txBody>
          <a:bodyPr spcFirstLastPara="1" wrap="square" lIns="91425" tIns="0" rIns="91425" bIns="0" anchor="t" anchorCtr="0">
            <a:noAutofit/>
          </a:bodyPr>
          <a:lstStyle>
            <a:lvl1pPr lvl="0" algn="r"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grpSp>
        <p:nvGrpSpPr>
          <p:cNvPr id="434" name="Google Shape;434;p13"/>
          <p:cNvGrpSpPr/>
          <p:nvPr/>
        </p:nvGrpSpPr>
        <p:grpSpPr>
          <a:xfrm>
            <a:off x="-969899" y="3989306"/>
            <a:ext cx="1803578" cy="1558580"/>
            <a:chOff x="-969899" y="3989306"/>
            <a:chExt cx="1803578" cy="1558580"/>
          </a:xfrm>
        </p:grpSpPr>
        <p:grpSp>
          <p:nvGrpSpPr>
            <p:cNvPr id="435" name="Google Shape;435;p13"/>
            <p:cNvGrpSpPr/>
            <p:nvPr/>
          </p:nvGrpSpPr>
          <p:grpSpPr>
            <a:xfrm>
              <a:off x="-699845" y="4032775"/>
              <a:ext cx="777174" cy="1001897"/>
              <a:chOff x="-699845" y="4032775"/>
              <a:chExt cx="777174" cy="1001897"/>
            </a:xfrm>
          </p:grpSpPr>
          <p:sp>
            <p:nvSpPr>
              <p:cNvPr id="436" name="Google Shape;436;p13"/>
              <p:cNvSpPr/>
              <p:nvPr/>
            </p:nvSpPr>
            <p:spPr>
              <a:xfrm>
                <a:off x="-699845" y="4054782"/>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3"/>
              <p:cNvSpPr/>
              <p:nvPr/>
            </p:nvSpPr>
            <p:spPr>
              <a:xfrm>
                <a:off x="22507" y="4032775"/>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3"/>
              <p:cNvSpPr/>
              <p:nvPr/>
            </p:nvSpPr>
            <p:spPr>
              <a:xfrm>
                <a:off x="-344653" y="4547149"/>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9" name="Google Shape;439;p13"/>
            <p:cNvSpPr/>
            <p:nvPr/>
          </p:nvSpPr>
          <p:spPr>
            <a:xfrm>
              <a:off x="-621306" y="4385709"/>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3"/>
            <p:cNvSpPr/>
            <p:nvPr/>
          </p:nvSpPr>
          <p:spPr>
            <a:xfrm>
              <a:off x="-2920" y="4363854"/>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3"/>
            <p:cNvSpPr/>
            <p:nvPr/>
          </p:nvSpPr>
          <p:spPr>
            <a:xfrm>
              <a:off x="-348577" y="4011249"/>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13"/>
            <p:cNvSpPr/>
            <p:nvPr/>
          </p:nvSpPr>
          <p:spPr>
            <a:xfrm>
              <a:off x="-138934" y="3989307"/>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13"/>
            <p:cNvSpPr/>
            <p:nvPr/>
          </p:nvSpPr>
          <p:spPr>
            <a:xfrm>
              <a:off x="-372053" y="4223325"/>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3"/>
            <p:cNvSpPr/>
            <p:nvPr/>
          </p:nvSpPr>
          <p:spPr>
            <a:xfrm>
              <a:off x="-164361" y="4868277"/>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13"/>
            <p:cNvSpPr/>
            <p:nvPr/>
          </p:nvSpPr>
          <p:spPr>
            <a:xfrm>
              <a:off x="226779" y="4995523"/>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13"/>
            <p:cNvSpPr/>
            <p:nvPr/>
          </p:nvSpPr>
          <p:spPr>
            <a:xfrm>
              <a:off x="474081" y="4841338"/>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13"/>
            <p:cNvSpPr/>
            <p:nvPr/>
          </p:nvSpPr>
          <p:spPr>
            <a:xfrm>
              <a:off x="-185887" y="5498214"/>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3"/>
            <p:cNvSpPr/>
            <p:nvPr/>
          </p:nvSpPr>
          <p:spPr>
            <a:xfrm>
              <a:off x="38925" y="4786012"/>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13"/>
            <p:cNvSpPr/>
            <p:nvPr/>
          </p:nvSpPr>
          <p:spPr>
            <a:xfrm>
              <a:off x="-589259" y="4875599"/>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13"/>
            <p:cNvSpPr/>
            <p:nvPr/>
          </p:nvSpPr>
          <p:spPr>
            <a:xfrm>
              <a:off x="-677815" y="5502489"/>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3"/>
            <p:cNvSpPr/>
            <p:nvPr/>
          </p:nvSpPr>
          <p:spPr>
            <a:xfrm>
              <a:off x="-969899" y="4645526"/>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13"/>
            <p:cNvSpPr/>
            <p:nvPr/>
          </p:nvSpPr>
          <p:spPr>
            <a:xfrm>
              <a:off x="289933" y="3989306"/>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13"/>
            <p:cNvSpPr/>
            <p:nvPr/>
          </p:nvSpPr>
          <p:spPr>
            <a:xfrm>
              <a:off x="615706" y="4527246"/>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13"/>
            <p:cNvSpPr/>
            <p:nvPr/>
          </p:nvSpPr>
          <p:spPr>
            <a:xfrm>
              <a:off x="682255" y="4585290"/>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 name="Google Shape;455;p13"/>
          <p:cNvGrpSpPr/>
          <p:nvPr/>
        </p:nvGrpSpPr>
        <p:grpSpPr>
          <a:xfrm flipH="1">
            <a:off x="-74415" y="391900"/>
            <a:ext cx="1040638" cy="901375"/>
            <a:chOff x="948060" y="3972813"/>
            <a:chExt cx="1040638" cy="901375"/>
          </a:xfrm>
        </p:grpSpPr>
        <p:grpSp>
          <p:nvGrpSpPr>
            <p:cNvPr id="456" name="Google Shape;456;p13"/>
            <p:cNvGrpSpPr/>
            <p:nvPr/>
          </p:nvGrpSpPr>
          <p:grpSpPr>
            <a:xfrm flipH="1">
              <a:off x="948060" y="3972813"/>
              <a:ext cx="716725" cy="901375"/>
              <a:chOff x="-3888525" y="-2483300"/>
              <a:chExt cx="716725" cy="901375"/>
            </a:xfrm>
          </p:grpSpPr>
          <p:sp>
            <p:nvSpPr>
              <p:cNvPr id="457" name="Google Shape;457;p13"/>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3"/>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 name="Google Shape;459;p13"/>
            <p:cNvGrpSpPr/>
            <p:nvPr/>
          </p:nvGrpSpPr>
          <p:grpSpPr>
            <a:xfrm flipH="1">
              <a:off x="1664772" y="4493938"/>
              <a:ext cx="323925" cy="323650"/>
              <a:chOff x="1608625" y="299800"/>
              <a:chExt cx="323925" cy="323650"/>
            </a:xfrm>
          </p:grpSpPr>
          <p:sp>
            <p:nvSpPr>
              <p:cNvPr id="460" name="Google Shape;460;p13"/>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3"/>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13"/>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3" name="Google Shape;463;p13"/>
          <p:cNvGrpSpPr/>
          <p:nvPr/>
        </p:nvGrpSpPr>
        <p:grpSpPr>
          <a:xfrm>
            <a:off x="8530769" y="1433443"/>
            <a:ext cx="1019565" cy="1290805"/>
            <a:chOff x="-4017975" y="-49702"/>
            <a:chExt cx="1162825" cy="1472177"/>
          </a:xfrm>
        </p:grpSpPr>
        <p:sp>
          <p:nvSpPr>
            <p:cNvPr id="464" name="Google Shape;464;p13"/>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13"/>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3"/>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13"/>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3"/>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13"/>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13"/>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CUSTOM_2">
    <p:spTree>
      <p:nvGrpSpPr>
        <p:cNvPr id="1" name="Shape 471"/>
        <p:cNvGrpSpPr/>
        <p:nvPr/>
      </p:nvGrpSpPr>
      <p:grpSpPr>
        <a:xfrm>
          <a:off x="0" y="0"/>
          <a:ext cx="0" cy="0"/>
          <a:chOff x="0" y="0"/>
          <a:chExt cx="0" cy="0"/>
        </a:xfrm>
      </p:grpSpPr>
      <p:sp>
        <p:nvSpPr>
          <p:cNvPr id="472" name="Google Shape;472;p14"/>
          <p:cNvSpPr txBox="1">
            <a:spLocks noGrp="1"/>
          </p:cNvSpPr>
          <p:nvPr>
            <p:ph type="title"/>
          </p:nvPr>
        </p:nvSpPr>
        <p:spPr>
          <a:xfrm>
            <a:off x="1940550" y="3438075"/>
            <a:ext cx="5262900" cy="363000"/>
          </a:xfrm>
          <a:prstGeom prst="rect">
            <a:avLst/>
          </a:prstGeom>
          <a:noFill/>
        </p:spPr>
        <p:txBody>
          <a:bodyPr spcFirstLastPara="1" wrap="square" lIns="91425" tIns="0" rIns="91425" bIns="0" anchor="t" anchorCtr="0">
            <a:noAutofit/>
          </a:bodyPr>
          <a:lstStyle>
            <a:lvl1pPr lvl="0" rtl="0">
              <a:spcBef>
                <a:spcPts val="0"/>
              </a:spcBef>
              <a:spcAft>
                <a:spcPts val="0"/>
              </a:spcAft>
              <a:buClr>
                <a:schemeClr val="dk2"/>
              </a:buClr>
              <a:buSzPts val="4200"/>
              <a:buNone/>
              <a:defRPr sz="2000" b="1"/>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473" name="Google Shape;473;p14"/>
          <p:cNvSpPr txBox="1">
            <a:spLocks noGrp="1"/>
          </p:cNvSpPr>
          <p:nvPr>
            <p:ph type="subTitle" idx="1"/>
          </p:nvPr>
        </p:nvSpPr>
        <p:spPr>
          <a:xfrm>
            <a:off x="1940550" y="1342425"/>
            <a:ext cx="5262900" cy="15924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SzPts val="2100"/>
              <a:buNone/>
              <a:defRPr sz="25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grpSp>
        <p:nvGrpSpPr>
          <p:cNvPr id="474" name="Google Shape;474;p14"/>
          <p:cNvGrpSpPr/>
          <p:nvPr/>
        </p:nvGrpSpPr>
        <p:grpSpPr>
          <a:xfrm>
            <a:off x="8103363" y="1111063"/>
            <a:ext cx="1040638" cy="901375"/>
            <a:chOff x="8457538" y="810363"/>
            <a:chExt cx="1040638" cy="901375"/>
          </a:xfrm>
        </p:grpSpPr>
        <p:grpSp>
          <p:nvGrpSpPr>
            <p:cNvPr id="475" name="Google Shape;475;p14"/>
            <p:cNvGrpSpPr/>
            <p:nvPr/>
          </p:nvGrpSpPr>
          <p:grpSpPr>
            <a:xfrm>
              <a:off x="8781450" y="810363"/>
              <a:ext cx="716725" cy="901375"/>
              <a:chOff x="-3888525" y="-2483300"/>
              <a:chExt cx="716725" cy="901375"/>
            </a:xfrm>
          </p:grpSpPr>
          <p:sp>
            <p:nvSpPr>
              <p:cNvPr id="476" name="Google Shape;476;p14"/>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14"/>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 name="Google Shape;478;p14"/>
            <p:cNvGrpSpPr/>
            <p:nvPr/>
          </p:nvGrpSpPr>
          <p:grpSpPr>
            <a:xfrm>
              <a:off x="8457538" y="1331488"/>
              <a:ext cx="323925" cy="323650"/>
              <a:chOff x="1608625" y="299800"/>
              <a:chExt cx="323925" cy="323650"/>
            </a:xfrm>
          </p:grpSpPr>
          <p:sp>
            <p:nvSpPr>
              <p:cNvPr id="479" name="Google Shape;479;p14"/>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14"/>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14"/>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82" name="Google Shape;482;p14"/>
          <p:cNvGrpSpPr/>
          <p:nvPr/>
        </p:nvGrpSpPr>
        <p:grpSpPr>
          <a:xfrm>
            <a:off x="214269" y="2098393"/>
            <a:ext cx="1019565" cy="1290805"/>
            <a:chOff x="-4017975" y="-49702"/>
            <a:chExt cx="1162825" cy="1472177"/>
          </a:xfrm>
        </p:grpSpPr>
        <p:sp>
          <p:nvSpPr>
            <p:cNvPr id="483" name="Google Shape;483;p14"/>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14"/>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14"/>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14"/>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14"/>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14"/>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14"/>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CUSTOM_4">
    <p:spTree>
      <p:nvGrpSpPr>
        <p:cNvPr id="1" name="Shape 490"/>
        <p:cNvGrpSpPr/>
        <p:nvPr/>
      </p:nvGrpSpPr>
      <p:grpSpPr>
        <a:xfrm>
          <a:off x="0" y="0"/>
          <a:ext cx="0" cy="0"/>
          <a:chOff x="0" y="0"/>
          <a:chExt cx="0" cy="0"/>
        </a:xfrm>
      </p:grpSpPr>
      <p:sp>
        <p:nvSpPr>
          <p:cNvPr id="491" name="Google Shape;491;p15"/>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492" name="Google Shape;492;p15"/>
          <p:cNvGrpSpPr/>
          <p:nvPr/>
        </p:nvGrpSpPr>
        <p:grpSpPr>
          <a:xfrm>
            <a:off x="8289563" y="4025418"/>
            <a:ext cx="1369850" cy="1342825"/>
            <a:chOff x="-3742350" y="-3012325"/>
            <a:chExt cx="1369850" cy="1342825"/>
          </a:xfrm>
        </p:grpSpPr>
        <p:sp>
          <p:nvSpPr>
            <p:cNvPr id="493" name="Google Shape;493;p15"/>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5"/>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15"/>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15"/>
            <p:cNvSpPr/>
            <p:nvPr/>
          </p:nvSpPr>
          <p:spPr>
            <a:xfrm>
              <a:off x="-3470900" y="-26570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5"/>
            <p:cNvSpPr/>
            <p:nvPr/>
          </p:nvSpPr>
          <p:spPr>
            <a:xfrm>
              <a:off x="-3720275" y="-2216400"/>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15"/>
            <p:cNvSpPr/>
            <p:nvPr/>
          </p:nvSpPr>
          <p:spPr>
            <a:xfrm>
              <a:off x="-2825862" y="-2936687"/>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15"/>
            <p:cNvSpPr/>
            <p:nvPr/>
          </p:nvSpPr>
          <p:spPr>
            <a:xfrm>
              <a:off x="-2758612" y="-2892062"/>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5"/>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15"/>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15"/>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5"/>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 name="Google Shape;504;p15"/>
          <p:cNvGrpSpPr/>
          <p:nvPr/>
        </p:nvGrpSpPr>
        <p:grpSpPr>
          <a:xfrm>
            <a:off x="-275103" y="120400"/>
            <a:ext cx="1369850" cy="1342825"/>
            <a:chOff x="-3742350" y="-3012325"/>
            <a:chExt cx="1369850" cy="1342825"/>
          </a:xfrm>
        </p:grpSpPr>
        <p:sp>
          <p:nvSpPr>
            <p:cNvPr id="505" name="Google Shape;505;p15"/>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5"/>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15"/>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5"/>
            <p:cNvSpPr/>
            <p:nvPr/>
          </p:nvSpPr>
          <p:spPr>
            <a:xfrm>
              <a:off x="-3470900" y="-26570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5"/>
            <p:cNvSpPr/>
            <p:nvPr/>
          </p:nvSpPr>
          <p:spPr>
            <a:xfrm>
              <a:off x="-3720275" y="-2216400"/>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5"/>
            <p:cNvSpPr/>
            <p:nvPr/>
          </p:nvSpPr>
          <p:spPr>
            <a:xfrm>
              <a:off x="-2825862" y="-2936687"/>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15"/>
            <p:cNvSpPr/>
            <p:nvPr/>
          </p:nvSpPr>
          <p:spPr>
            <a:xfrm>
              <a:off x="-2758612" y="-2892062"/>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15"/>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5"/>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5"/>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5"/>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 name="Google Shape;516;p15"/>
          <p:cNvGrpSpPr/>
          <p:nvPr/>
        </p:nvGrpSpPr>
        <p:grpSpPr>
          <a:xfrm>
            <a:off x="7444085" y="-614062"/>
            <a:ext cx="1040637" cy="901375"/>
            <a:chOff x="7772485" y="-345137"/>
            <a:chExt cx="1040637" cy="901375"/>
          </a:xfrm>
        </p:grpSpPr>
        <p:grpSp>
          <p:nvGrpSpPr>
            <p:cNvPr id="517" name="Google Shape;517;p15"/>
            <p:cNvGrpSpPr/>
            <p:nvPr/>
          </p:nvGrpSpPr>
          <p:grpSpPr>
            <a:xfrm>
              <a:off x="8096397" y="-345137"/>
              <a:ext cx="716725" cy="901375"/>
              <a:chOff x="-3888525" y="-2483300"/>
              <a:chExt cx="716725" cy="901375"/>
            </a:xfrm>
          </p:grpSpPr>
          <p:sp>
            <p:nvSpPr>
              <p:cNvPr id="518" name="Google Shape;518;p15"/>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5"/>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 name="Google Shape;520;p15"/>
            <p:cNvGrpSpPr/>
            <p:nvPr/>
          </p:nvGrpSpPr>
          <p:grpSpPr>
            <a:xfrm>
              <a:off x="7772485" y="175988"/>
              <a:ext cx="323925" cy="323650"/>
              <a:chOff x="1608625" y="299800"/>
              <a:chExt cx="323925" cy="323650"/>
            </a:xfrm>
          </p:grpSpPr>
          <p:sp>
            <p:nvSpPr>
              <p:cNvPr id="521" name="Google Shape;521;p15"/>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5"/>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5"/>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CUSTOM_4_1">
    <p:spTree>
      <p:nvGrpSpPr>
        <p:cNvPr id="1" name="Shape 524"/>
        <p:cNvGrpSpPr/>
        <p:nvPr/>
      </p:nvGrpSpPr>
      <p:grpSpPr>
        <a:xfrm>
          <a:off x="0" y="0"/>
          <a:ext cx="0" cy="0"/>
          <a:chOff x="0" y="0"/>
          <a:chExt cx="0" cy="0"/>
        </a:xfrm>
      </p:grpSpPr>
      <p:sp>
        <p:nvSpPr>
          <p:cNvPr id="525" name="Google Shape;525;p16"/>
          <p:cNvSpPr txBox="1">
            <a:spLocks noGrp="1"/>
          </p:cNvSpPr>
          <p:nvPr>
            <p:ph type="title"/>
          </p:nvPr>
        </p:nvSpPr>
        <p:spPr>
          <a:xfrm>
            <a:off x="782850" y="556250"/>
            <a:ext cx="7578300" cy="4956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526" name="Google Shape;526;p16"/>
          <p:cNvGrpSpPr/>
          <p:nvPr/>
        </p:nvGrpSpPr>
        <p:grpSpPr>
          <a:xfrm>
            <a:off x="7771338" y="4403813"/>
            <a:ext cx="1040638" cy="901375"/>
            <a:chOff x="8457538" y="810363"/>
            <a:chExt cx="1040638" cy="901375"/>
          </a:xfrm>
        </p:grpSpPr>
        <p:grpSp>
          <p:nvGrpSpPr>
            <p:cNvPr id="527" name="Google Shape;527;p16"/>
            <p:cNvGrpSpPr/>
            <p:nvPr/>
          </p:nvGrpSpPr>
          <p:grpSpPr>
            <a:xfrm>
              <a:off x="8781450" y="810363"/>
              <a:ext cx="716725" cy="901375"/>
              <a:chOff x="-3888525" y="-2483300"/>
              <a:chExt cx="716725" cy="901375"/>
            </a:xfrm>
          </p:grpSpPr>
          <p:sp>
            <p:nvSpPr>
              <p:cNvPr id="528" name="Google Shape;528;p16"/>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6"/>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 name="Google Shape;530;p16"/>
            <p:cNvGrpSpPr/>
            <p:nvPr/>
          </p:nvGrpSpPr>
          <p:grpSpPr>
            <a:xfrm>
              <a:off x="8457538" y="1331488"/>
              <a:ext cx="323925" cy="323650"/>
              <a:chOff x="1608625" y="299800"/>
              <a:chExt cx="323925" cy="323650"/>
            </a:xfrm>
          </p:grpSpPr>
          <p:sp>
            <p:nvSpPr>
              <p:cNvPr id="531" name="Google Shape;531;p16"/>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16"/>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16"/>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4" name="Google Shape;534;p16"/>
          <p:cNvGrpSpPr/>
          <p:nvPr/>
        </p:nvGrpSpPr>
        <p:grpSpPr>
          <a:xfrm>
            <a:off x="7771359" y="4167517"/>
            <a:ext cx="761479" cy="750124"/>
            <a:chOff x="-642191" y="1634242"/>
            <a:chExt cx="761479" cy="750124"/>
          </a:xfrm>
        </p:grpSpPr>
        <p:sp>
          <p:nvSpPr>
            <p:cNvPr id="535" name="Google Shape;535;p16"/>
            <p:cNvSpPr/>
            <p:nvPr/>
          </p:nvSpPr>
          <p:spPr>
            <a:xfrm rot="10800000">
              <a:off x="-642191" y="235071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6"/>
            <p:cNvSpPr/>
            <p:nvPr/>
          </p:nvSpPr>
          <p:spPr>
            <a:xfrm rot="10800000">
              <a:off x="-553634" y="1723763"/>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6"/>
            <p:cNvSpPr/>
            <p:nvPr/>
          </p:nvSpPr>
          <p:spPr>
            <a:xfrm rot="10800000">
              <a:off x="78166" y="1634242"/>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 name="Google Shape;538;p16"/>
          <p:cNvGrpSpPr/>
          <p:nvPr/>
        </p:nvGrpSpPr>
        <p:grpSpPr>
          <a:xfrm>
            <a:off x="330444" y="-221875"/>
            <a:ext cx="713803" cy="706547"/>
            <a:chOff x="-4017975" y="616650"/>
            <a:chExt cx="814100" cy="805825"/>
          </a:xfrm>
        </p:grpSpPr>
        <p:sp>
          <p:nvSpPr>
            <p:cNvPr id="539" name="Google Shape;539;p16"/>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16"/>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16"/>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16"/>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hree columns">
  <p:cSld name="CUSTOM_5">
    <p:spTree>
      <p:nvGrpSpPr>
        <p:cNvPr id="1" name="Shape 543"/>
        <p:cNvGrpSpPr/>
        <p:nvPr/>
      </p:nvGrpSpPr>
      <p:grpSpPr>
        <a:xfrm>
          <a:off x="0" y="0"/>
          <a:ext cx="0" cy="0"/>
          <a:chOff x="0" y="0"/>
          <a:chExt cx="0" cy="0"/>
        </a:xfrm>
      </p:grpSpPr>
      <p:sp>
        <p:nvSpPr>
          <p:cNvPr id="544" name="Google Shape;544;p17"/>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45" name="Google Shape;545;p17"/>
          <p:cNvSpPr txBox="1">
            <a:spLocks noGrp="1"/>
          </p:cNvSpPr>
          <p:nvPr>
            <p:ph type="subTitle" idx="1"/>
          </p:nvPr>
        </p:nvSpPr>
        <p:spPr>
          <a:xfrm>
            <a:off x="782850" y="2955251"/>
            <a:ext cx="2311200" cy="7662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546" name="Google Shape;546;p17"/>
          <p:cNvSpPr txBox="1">
            <a:spLocks noGrp="1"/>
          </p:cNvSpPr>
          <p:nvPr>
            <p:ph type="subTitle" idx="2"/>
          </p:nvPr>
        </p:nvSpPr>
        <p:spPr>
          <a:xfrm>
            <a:off x="782850" y="2538925"/>
            <a:ext cx="23112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547" name="Google Shape;547;p17"/>
          <p:cNvSpPr txBox="1">
            <a:spLocks noGrp="1"/>
          </p:cNvSpPr>
          <p:nvPr>
            <p:ph type="subTitle" idx="3"/>
          </p:nvPr>
        </p:nvSpPr>
        <p:spPr>
          <a:xfrm>
            <a:off x="3416400" y="2955251"/>
            <a:ext cx="2311200" cy="7662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548" name="Google Shape;548;p17"/>
          <p:cNvSpPr txBox="1">
            <a:spLocks noGrp="1"/>
          </p:cNvSpPr>
          <p:nvPr>
            <p:ph type="subTitle" idx="4"/>
          </p:nvPr>
        </p:nvSpPr>
        <p:spPr>
          <a:xfrm>
            <a:off x="3416400" y="2538925"/>
            <a:ext cx="23112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549" name="Google Shape;549;p17"/>
          <p:cNvSpPr txBox="1">
            <a:spLocks noGrp="1"/>
          </p:cNvSpPr>
          <p:nvPr>
            <p:ph type="subTitle" idx="5"/>
          </p:nvPr>
        </p:nvSpPr>
        <p:spPr>
          <a:xfrm>
            <a:off x="6049950" y="2955251"/>
            <a:ext cx="2311200" cy="7662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550" name="Google Shape;550;p17"/>
          <p:cNvSpPr txBox="1">
            <a:spLocks noGrp="1"/>
          </p:cNvSpPr>
          <p:nvPr>
            <p:ph type="subTitle" idx="6"/>
          </p:nvPr>
        </p:nvSpPr>
        <p:spPr>
          <a:xfrm>
            <a:off x="6049950" y="2538925"/>
            <a:ext cx="23112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grpSp>
        <p:nvGrpSpPr>
          <p:cNvPr id="551" name="Google Shape;551;p17"/>
          <p:cNvGrpSpPr/>
          <p:nvPr/>
        </p:nvGrpSpPr>
        <p:grpSpPr>
          <a:xfrm>
            <a:off x="-382087" y="624425"/>
            <a:ext cx="1040638" cy="901375"/>
            <a:chOff x="8457538" y="810363"/>
            <a:chExt cx="1040638" cy="901375"/>
          </a:xfrm>
        </p:grpSpPr>
        <p:grpSp>
          <p:nvGrpSpPr>
            <p:cNvPr id="552" name="Google Shape;552;p17"/>
            <p:cNvGrpSpPr/>
            <p:nvPr/>
          </p:nvGrpSpPr>
          <p:grpSpPr>
            <a:xfrm>
              <a:off x="8781450" y="810363"/>
              <a:ext cx="716725" cy="901375"/>
              <a:chOff x="-3888525" y="-2483300"/>
              <a:chExt cx="716725" cy="901375"/>
            </a:xfrm>
          </p:grpSpPr>
          <p:sp>
            <p:nvSpPr>
              <p:cNvPr id="553" name="Google Shape;553;p17"/>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17"/>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 name="Google Shape;555;p17"/>
            <p:cNvGrpSpPr/>
            <p:nvPr/>
          </p:nvGrpSpPr>
          <p:grpSpPr>
            <a:xfrm>
              <a:off x="8457538" y="1331488"/>
              <a:ext cx="323925" cy="323650"/>
              <a:chOff x="1608625" y="299800"/>
              <a:chExt cx="323925" cy="323650"/>
            </a:xfrm>
          </p:grpSpPr>
          <p:sp>
            <p:nvSpPr>
              <p:cNvPr id="556" name="Google Shape;556;p17"/>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7"/>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7"/>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9" name="Google Shape;559;p17"/>
          <p:cNvGrpSpPr/>
          <p:nvPr/>
        </p:nvGrpSpPr>
        <p:grpSpPr>
          <a:xfrm rot="10800000">
            <a:off x="8274244" y="624418"/>
            <a:ext cx="1803578" cy="1592367"/>
            <a:chOff x="-4912150" y="-393637"/>
            <a:chExt cx="2057000" cy="1816112"/>
          </a:xfrm>
        </p:grpSpPr>
        <p:sp>
          <p:nvSpPr>
            <p:cNvPr id="560" name="Google Shape;560;p17"/>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7"/>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17"/>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17"/>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7"/>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7"/>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7"/>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17"/>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7"/>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7"/>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17"/>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7"/>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17"/>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17"/>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7"/>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7"/>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7"/>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7"/>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7"/>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 name="Google Shape;579;p17"/>
          <p:cNvGrpSpPr/>
          <p:nvPr/>
        </p:nvGrpSpPr>
        <p:grpSpPr>
          <a:xfrm rot="10800000">
            <a:off x="1179219" y="4287293"/>
            <a:ext cx="1803578" cy="1592367"/>
            <a:chOff x="-4912150" y="-393637"/>
            <a:chExt cx="2057000" cy="1816112"/>
          </a:xfrm>
        </p:grpSpPr>
        <p:sp>
          <p:nvSpPr>
            <p:cNvPr id="580" name="Google Shape;580;p17"/>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7"/>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7"/>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17"/>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17"/>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17"/>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17"/>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7"/>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7"/>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7"/>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7"/>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7"/>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7"/>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7"/>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7"/>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7"/>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7"/>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7"/>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7"/>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four columns">
  <p:cSld name="CUSTOM_5_1">
    <p:spTree>
      <p:nvGrpSpPr>
        <p:cNvPr id="1" name="Shape 599"/>
        <p:cNvGrpSpPr/>
        <p:nvPr/>
      </p:nvGrpSpPr>
      <p:grpSpPr>
        <a:xfrm>
          <a:off x="0" y="0"/>
          <a:ext cx="0" cy="0"/>
          <a:chOff x="0" y="0"/>
          <a:chExt cx="0" cy="0"/>
        </a:xfrm>
      </p:grpSpPr>
      <p:sp>
        <p:nvSpPr>
          <p:cNvPr id="600" name="Google Shape;600;p18"/>
          <p:cNvSpPr txBox="1">
            <a:spLocks noGrp="1"/>
          </p:cNvSpPr>
          <p:nvPr>
            <p:ph type="title"/>
          </p:nvPr>
        </p:nvSpPr>
        <p:spPr>
          <a:xfrm flipH="1">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01" name="Google Shape;601;p18"/>
          <p:cNvSpPr txBox="1">
            <a:spLocks noGrp="1"/>
          </p:cNvSpPr>
          <p:nvPr>
            <p:ph type="subTitle" idx="1"/>
          </p:nvPr>
        </p:nvSpPr>
        <p:spPr>
          <a:xfrm>
            <a:off x="1589125" y="2349175"/>
            <a:ext cx="2541000" cy="5217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02" name="Google Shape;602;p18"/>
          <p:cNvSpPr txBox="1">
            <a:spLocks noGrp="1"/>
          </p:cNvSpPr>
          <p:nvPr>
            <p:ph type="subTitle" idx="2"/>
          </p:nvPr>
        </p:nvSpPr>
        <p:spPr>
          <a:xfrm>
            <a:off x="1589125" y="2011200"/>
            <a:ext cx="25410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03" name="Google Shape;603;p18"/>
          <p:cNvSpPr txBox="1">
            <a:spLocks noGrp="1"/>
          </p:cNvSpPr>
          <p:nvPr>
            <p:ph type="subTitle" idx="3"/>
          </p:nvPr>
        </p:nvSpPr>
        <p:spPr>
          <a:xfrm>
            <a:off x="5013850" y="2351975"/>
            <a:ext cx="2541000" cy="5217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04" name="Google Shape;604;p18"/>
          <p:cNvSpPr txBox="1">
            <a:spLocks noGrp="1"/>
          </p:cNvSpPr>
          <p:nvPr>
            <p:ph type="subTitle" idx="4"/>
          </p:nvPr>
        </p:nvSpPr>
        <p:spPr>
          <a:xfrm>
            <a:off x="5013850" y="2014000"/>
            <a:ext cx="25410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05" name="Google Shape;605;p18"/>
          <p:cNvSpPr txBox="1">
            <a:spLocks noGrp="1"/>
          </p:cNvSpPr>
          <p:nvPr>
            <p:ph type="subTitle" idx="5"/>
          </p:nvPr>
        </p:nvSpPr>
        <p:spPr>
          <a:xfrm>
            <a:off x="1589125" y="3960125"/>
            <a:ext cx="2541000" cy="5217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06" name="Google Shape;606;p18"/>
          <p:cNvSpPr txBox="1">
            <a:spLocks noGrp="1"/>
          </p:cNvSpPr>
          <p:nvPr>
            <p:ph type="subTitle" idx="6"/>
          </p:nvPr>
        </p:nvSpPr>
        <p:spPr>
          <a:xfrm>
            <a:off x="1589125" y="3622150"/>
            <a:ext cx="25410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07" name="Google Shape;607;p18"/>
          <p:cNvSpPr txBox="1">
            <a:spLocks noGrp="1"/>
          </p:cNvSpPr>
          <p:nvPr>
            <p:ph type="subTitle" idx="7"/>
          </p:nvPr>
        </p:nvSpPr>
        <p:spPr>
          <a:xfrm>
            <a:off x="5013850" y="3960098"/>
            <a:ext cx="2541000" cy="5217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08" name="Google Shape;608;p18"/>
          <p:cNvSpPr txBox="1">
            <a:spLocks noGrp="1"/>
          </p:cNvSpPr>
          <p:nvPr>
            <p:ph type="subTitle" idx="8"/>
          </p:nvPr>
        </p:nvSpPr>
        <p:spPr>
          <a:xfrm>
            <a:off x="5013850" y="3622123"/>
            <a:ext cx="25410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grpSp>
        <p:nvGrpSpPr>
          <p:cNvPr id="609" name="Google Shape;609;p18"/>
          <p:cNvGrpSpPr/>
          <p:nvPr/>
        </p:nvGrpSpPr>
        <p:grpSpPr>
          <a:xfrm flipH="1">
            <a:off x="205972" y="3517863"/>
            <a:ext cx="873188" cy="546900"/>
            <a:chOff x="1115510" y="4327288"/>
            <a:chExt cx="873188" cy="546900"/>
          </a:xfrm>
        </p:grpSpPr>
        <p:sp>
          <p:nvSpPr>
            <p:cNvPr id="610" name="Google Shape;610;p18"/>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1" name="Google Shape;611;p18"/>
            <p:cNvGrpSpPr/>
            <p:nvPr/>
          </p:nvGrpSpPr>
          <p:grpSpPr>
            <a:xfrm flipH="1">
              <a:off x="1664772" y="4493938"/>
              <a:ext cx="323925" cy="323650"/>
              <a:chOff x="1608625" y="299800"/>
              <a:chExt cx="323925" cy="323650"/>
            </a:xfrm>
          </p:grpSpPr>
          <p:sp>
            <p:nvSpPr>
              <p:cNvPr id="612" name="Google Shape;612;p18"/>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18"/>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18"/>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5" name="Google Shape;615;p18"/>
          <p:cNvGrpSpPr/>
          <p:nvPr/>
        </p:nvGrpSpPr>
        <p:grpSpPr>
          <a:xfrm>
            <a:off x="-234937" y="-460907"/>
            <a:ext cx="1938846" cy="1720830"/>
            <a:chOff x="-1873362" y="2120543"/>
            <a:chExt cx="1938846" cy="1720830"/>
          </a:xfrm>
        </p:grpSpPr>
        <p:sp>
          <p:nvSpPr>
            <p:cNvPr id="616" name="Google Shape;616;p18"/>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18"/>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18"/>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18"/>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8"/>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18"/>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18"/>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18"/>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18"/>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18"/>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18"/>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18"/>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18"/>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18"/>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18"/>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18"/>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18"/>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18"/>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18"/>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 name="Google Shape;635;p18"/>
          <p:cNvGrpSpPr/>
          <p:nvPr/>
        </p:nvGrpSpPr>
        <p:grpSpPr>
          <a:xfrm>
            <a:off x="7932072" y="2686300"/>
            <a:ext cx="1929500" cy="2210100"/>
            <a:chOff x="295725" y="-3462825"/>
            <a:chExt cx="1929500" cy="2210100"/>
          </a:xfrm>
        </p:grpSpPr>
        <p:sp>
          <p:nvSpPr>
            <p:cNvPr id="636" name="Google Shape;636;p18"/>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18"/>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18"/>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18"/>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18"/>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18"/>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18"/>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18"/>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18"/>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18"/>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18"/>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18"/>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18"/>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18"/>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8"/>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8"/>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18"/>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18"/>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8"/>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8"/>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8"/>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8"/>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8"/>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18"/>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8"/>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six columns">
  <p:cSld name="CUSTOM_5_1_1">
    <p:spTree>
      <p:nvGrpSpPr>
        <p:cNvPr id="1" name="Shape 661"/>
        <p:cNvGrpSpPr/>
        <p:nvPr/>
      </p:nvGrpSpPr>
      <p:grpSpPr>
        <a:xfrm>
          <a:off x="0" y="0"/>
          <a:ext cx="0" cy="0"/>
          <a:chOff x="0" y="0"/>
          <a:chExt cx="0" cy="0"/>
        </a:xfrm>
      </p:grpSpPr>
      <p:sp>
        <p:nvSpPr>
          <p:cNvPr id="662" name="Google Shape;662;p19"/>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63" name="Google Shape;663;p19"/>
          <p:cNvSpPr txBox="1">
            <a:spLocks noGrp="1"/>
          </p:cNvSpPr>
          <p:nvPr>
            <p:ph type="subTitle" idx="1"/>
          </p:nvPr>
        </p:nvSpPr>
        <p:spPr>
          <a:xfrm>
            <a:off x="785913" y="20885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64" name="Google Shape;664;p19"/>
          <p:cNvSpPr txBox="1">
            <a:spLocks noGrp="1"/>
          </p:cNvSpPr>
          <p:nvPr>
            <p:ph type="subTitle" idx="2"/>
          </p:nvPr>
        </p:nvSpPr>
        <p:spPr>
          <a:xfrm>
            <a:off x="785913" y="17176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65" name="Google Shape;665;p19"/>
          <p:cNvSpPr txBox="1">
            <a:spLocks noGrp="1"/>
          </p:cNvSpPr>
          <p:nvPr>
            <p:ph type="subTitle" idx="3"/>
          </p:nvPr>
        </p:nvSpPr>
        <p:spPr>
          <a:xfrm>
            <a:off x="3428113" y="20885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66" name="Google Shape;666;p19"/>
          <p:cNvSpPr txBox="1">
            <a:spLocks noGrp="1"/>
          </p:cNvSpPr>
          <p:nvPr>
            <p:ph type="subTitle" idx="4"/>
          </p:nvPr>
        </p:nvSpPr>
        <p:spPr>
          <a:xfrm>
            <a:off x="3428100" y="17176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67" name="Google Shape;667;p19"/>
          <p:cNvSpPr txBox="1">
            <a:spLocks noGrp="1"/>
          </p:cNvSpPr>
          <p:nvPr>
            <p:ph type="subTitle" idx="5"/>
          </p:nvPr>
        </p:nvSpPr>
        <p:spPr>
          <a:xfrm>
            <a:off x="6070288" y="20885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68" name="Google Shape;668;p19"/>
          <p:cNvSpPr txBox="1">
            <a:spLocks noGrp="1"/>
          </p:cNvSpPr>
          <p:nvPr>
            <p:ph type="subTitle" idx="6"/>
          </p:nvPr>
        </p:nvSpPr>
        <p:spPr>
          <a:xfrm>
            <a:off x="6070288" y="17176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69" name="Google Shape;669;p19"/>
          <p:cNvSpPr txBox="1">
            <a:spLocks noGrp="1"/>
          </p:cNvSpPr>
          <p:nvPr>
            <p:ph type="subTitle" idx="7"/>
          </p:nvPr>
        </p:nvSpPr>
        <p:spPr>
          <a:xfrm>
            <a:off x="785913" y="38246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70" name="Google Shape;670;p19"/>
          <p:cNvSpPr txBox="1">
            <a:spLocks noGrp="1"/>
          </p:cNvSpPr>
          <p:nvPr>
            <p:ph type="subTitle" idx="8"/>
          </p:nvPr>
        </p:nvSpPr>
        <p:spPr>
          <a:xfrm>
            <a:off x="785913" y="34537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71" name="Google Shape;671;p19"/>
          <p:cNvSpPr txBox="1">
            <a:spLocks noGrp="1"/>
          </p:cNvSpPr>
          <p:nvPr>
            <p:ph type="subTitle" idx="9"/>
          </p:nvPr>
        </p:nvSpPr>
        <p:spPr>
          <a:xfrm>
            <a:off x="3428113" y="38246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72" name="Google Shape;672;p19"/>
          <p:cNvSpPr txBox="1">
            <a:spLocks noGrp="1"/>
          </p:cNvSpPr>
          <p:nvPr>
            <p:ph type="subTitle" idx="13"/>
          </p:nvPr>
        </p:nvSpPr>
        <p:spPr>
          <a:xfrm>
            <a:off x="3428100" y="34537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73" name="Google Shape;673;p19"/>
          <p:cNvSpPr txBox="1">
            <a:spLocks noGrp="1"/>
          </p:cNvSpPr>
          <p:nvPr>
            <p:ph type="subTitle" idx="14"/>
          </p:nvPr>
        </p:nvSpPr>
        <p:spPr>
          <a:xfrm>
            <a:off x="6070288" y="38246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74" name="Google Shape;674;p19"/>
          <p:cNvSpPr txBox="1">
            <a:spLocks noGrp="1"/>
          </p:cNvSpPr>
          <p:nvPr>
            <p:ph type="subTitle" idx="15"/>
          </p:nvPr>
        </p:nvSpPr>
        <p:spPr>
          <a:xfrm>
            <a:off x="6070288" y="34537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grpSp>
        <p:nvGrpSpPr>
          <p:cNvPr id="675" name="Google Shape;675;p19"/>
          <p:cNvGrpSpPr/>
          <p:nvPr/>
        </p:nvGrpSpPr>
        <p:grpSpPr>
          <a:xfrm>
            <a:off x="8352588" y="816213"/>
            <a:ext cx="1040638" cy="901375"/>
            <a:chOff x="8457538" y="810363"/>
            <a:chExt cx="1040638" cy="901375"/>
          </a:xfrm>
        </p:grpSpPr>
        <p:grpSp>
          <p:nvGrpSpPr>
            <p:cNvPr id="676" name="Google Shape;676;p19"/>
            <p:cNvGrpSpPr/>
            <p:nvPr/>
          </p:nvGrpSpPr>
          <p:grpSpPr>
            <a:xfrm>
              <a:off x="8781450" y="810363"/>
              <a:ext cx="716725" cy="901375"/>
              <a:chOff x="-3888525" y="-2483300"/>
              <a:chExt cx="716725" cy="901375"/>
            </a:xfrm>
          </p:grpSpPr>
          <p:sp>
            <p:nvSpPr>
              <p:cNvPr id="677" name="Google Shape;677;p19"/>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19"/>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 name="Google Shape;679;p19"/>
            <p:cNvGrpSpPr/>
            <p:nvPr/>
          </p:nvGrpSpPr>
          <p:grpSpPr>
            <a:xfrm>
              <a:off x="8457538" y="1331488"/>
              <a:ext cx="323925" cy="323650"/>
              <a:chOff x="1608625" y="299800"/>
              <a:chExt cx="323925" cy="323650"/>
            </a:xfrm>
          </p:grpSpPr>
          <p:sp>
            <p:nvSpPr>
              <p:cNvPr id="680" name="Google Shape;680;p19"/>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9"/>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9"/>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3" name="Google Shape;683;p19"/>
          <p:cNvGrpSpPr/>
          <p:nvPr/>
        </p:nvGrpSpPr>
        <p:grpSpPr>
          <a:xfrm>
            <a:off x="4841575" y="4619788"/>
            <a:ext cx="1040638" cy="901375"/>
            <a:chOff x="8457538" y="810363"/>
            <a:chExt cx="1040638" cy="901375"/>
          </a:xfrm>
        </p:grpSpPr>
        <p:grpSp>
          <p:nvGrpSpPr>
            <p:cNvPr id="684" name="Google Shape;684;p19"/>
            <p:cNvGrpSpPr/>
            <p:nvPr/>
          </p:nvGrpSpPr>
          <p:grpSpPr>
            <a:xfrm>
              <a:off x="8781450" y="810363"/>
              <a:ext cx="716725" cy="901375"/>
              <a:chOff x="-3888525" y="-2483300"/>
              <a:chExt cx="716725" cy="901375"/>
            </a:xfrm>
          </p:grpSpPr>
          <p:sp>
            <p:nvSpPr>
              <p:cNvPr id="685" name="Google Shape;685;p19"/>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9"/>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 name="Google Shape;687;p19"/>
            <p:cNvGrpSpPr/>
            <p:nvPr/>
          </p:nvGrpSpPr>
          <p:grpSpPr>
            <a:xfrm>
              <a:off x="8457538" y="1331488"/>
              <a:ext cx="323925" cy="323650"/>
              <a:chOff x="1608625" y="299800"/>
              <a:chExt cx="323925" cy="323650"/>
            </a:xfrm>
          </p:grpSpPr>
          <p:sp>
            <p:nvSpPr>
              <p:cNvPr id="688" name="Google Shape;688;p19"/>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9"/>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19"/>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91" name="Google Shape;691;p19"/>
          <p:cNvGrpSpPr/>
          <p:nvPr/>
        </p:nvGrpSpPr>
        <p:grpSpPr>
          <a:xfrm>
            <a:off x="8352591" y="196800"/>
            <a:ext cx="713803" cy="706547"/>
            <a:chOff x="-4017975" y="616650"/>
            <a:chExt cx="814100" cy="805825"/>
          </a:xfrm>
        </p:grpSpPr>
        <p:sp>
          <p:nvSpPr>
            <p:cNvPr id="692" name="Google Shape;692;p19"/>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19"/>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19"/>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19"/>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 name="Google Shape;696;p19"/>
          <p:cNvGrpSpPr/>
          <p:nvPr/>
        </p:nvGrpSpPr>
        <p:grpSpPr>
          <a:xfrm rot="10800000">
            <a:off x="-728606" y="92693"/>
            <a:ext cx="1803578" cy="1592367"/>
            <a:chOff x="-4912150" y="-393637"/>
            <a:chExt cx="2057000" cy="1816112"/>
          </a:xfrm>
        </p:grpSpPr>
        <p:sp>
          <p:nvSpPr>
            <p:cNvPr id="697" name="Google Shape;697;p19"/>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9"/>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9"/>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19"/>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9"/>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19"/>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19"/>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9"/>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9"/>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9"/>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9"/>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19"/>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9"/>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9"/>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19"/>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19"/>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19"/>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19"/>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19"/>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Numbers and text">
  <p:cSld name="CUSTOM_6">
    <p:spTree>
      <p:nvGrpSpPr>
        <p:cNvPr id="1" name="Shape 716"/>
        <p:cNvGrpSpPr/>
        <p:nvPr/>
      </p:nvGrpSpPr>
      <p:grpSpPr>
        <a:xfrm>
          <a:off x="0" y="0"/>
          <a:ext cx="0" cy="0"/>
          <a:chOff x="0" y="0"/>
          <a:chExt cx="0" cy="0"/>
        </a:xfrm>
      </p:grpSpPr>
      <p:sp>
        <p:nvSpPr>
          <p:cNvPr id="717" name="Google Shape;717;p20"/>
          <p:cNvSpPr txBox="1">
            <a:spLocks noGrp="1"/>
          </p:cNvSpPr>
          <p:nvPr>
            <p:ph type="title" hasCustomPrompt="1"/>
          </p:nvPr>
        </p:nvSpPr>
        <p:spPr>
          <a:xfrm>
            <a:off x="1862850" y="556250"/>
            <a:ext cx="5418300" cy="6363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accent3"/>
              </a:buClr>
              <a:buSzPts val="4800"/>
              <a:buNone/>
              <a:defRPr sz="4000" b="1"/>
            </a:lvl1pPr>
            <a:lvl2pPr lvl="1" algn="ctr" rtl="0">
              <a:spcBef>
                <a:spcPts val="0"/>
              </a:spcBef>
              <a:spcAft>
                <a:spcPts val="0"/>
              </a:spcAft>
              <a:buClr>
                <a:schemeClr val="accent3"/>
              </a:buClr>
              <a:buSzPts val="12000"/>
              <a:buNone/>
              <a:defRPr sz="12000">
                <a:solidFill>
                  <a:schemeClr val="accent3"/>
                </a:solidFill>
              </a:defRPr>
            </a:lvl2pPr>
            <a:lvl3pPr lvl="2" algn="ctr" rtl="0">
              <a:spcBef>
                <a:spcPts val="0"/>
              </a:spcBef>
              <a:spcAft>
                <a:spcPts val="0"/>
              </a:spcAft>
              <a:buClr>
                <a:schemeClr val="accent3"/>
              </a:buClr>
              <a:buSzPts val="12000"/>
              <a:buNone/>
              <a:defRPr sz="12000">
                <a:solidFill>
                  <a:schemeClr val="accent3"/>
                </a:solidFill>
              </a:defRPr>
            </a:lvl3pPr>
            <a:lvl4pPr lvl="3" algn="ctr" rtl="0">
              <a:spcBef>
                <a:spcPts val="0"/>
              </a:spcBef>
              <a:spcAft>
                <a:spcPts val="0"/>
              </a:spcAft>
              <a:buClr>
                <a:schemeClr val="accent3"/>
              </a:buClr>
              <a:buSzPts val="12000"/>
              <a:buNone/>
              <a:defRPr sz="12000">
                <a:solidFill>
                  <a:schemeClr val="accent3"/>
                </a:solidFill>
              </a:defRPr>
            </a:lvl4pPr>
            <a:lvl5pPr lvl="4" algn="ctr" rtl="0">
              <a:spcBef>
                <a:spcPts val="0"/>
              </a:spcBef>
              <a:spcAft>
                <a:spcPts val="0"/>
              </a:spcAft>
              <a:buClr>
                <a:schemeClr val="accent3"/>
              </a:buClr>
              <a:buSzPts val="12000"/>
              <a:buNone/>
              <a:defRPr sz="12000">
                <a:solidFill>
                  <a:schemeClr val="accent3"/>
                </a:solidFill>
              </a:defRPr>
            </a:lvl5pPr>
            <a:lvl6pPr lvl="5" algn="ctr" rtl="0">
              <a:spcBef>
                <a:spcPts val="0"/>
              </a:spcBef>
              <a:spcAft>
                <a:spcPts val="0"/>
              </a:spcAft>
              <a:buClr>
                <a:schemeClr val="accent3"/>
              </a:buClr>
              <a:buSzPts val="12000"/>
              <a:buNone/>
              <a:defRPr sz="12000">
                <a:solidFill>
                  <a:schemeClr val="accent3"/>
                </a:solidFill>
              </a:defRPr>
            </a:lvl6pPr>
            <a:lvl7pPr lvl="6" algn="ctr" rtl="0">
              <a:spcBef>
                <a:spcPts val="0"/>
              </a:spcBef>
              <a:spcAft>
                <a:spcPts val="0"/>
              </a:spcAft>
              <a:buClr>
                <a:schemeClr val="accent3"/>
              </a:buClr>
              <a:buSzPts val="12000"/>
              <a:buNone/>
              <a:defRPr sz="12000">
                <a:solidFill>
                  <a:schemeClr val="accent3"/>
                </a:solidFill>
              </a:defRPr>
            </a:lvl7pPr>
            <a:lvl8pPr lvl="7" algn="ctr" rtl="0">
              <a:spcBef>
                <a:spcPts val="0"/>
              </a:spcBef>
              <a:spcAft>
                <a:spcPts val="0"/>
              </a:spcAft>
              <a:buClr>
                <a:schemeClr val="accent3"/>
              </a:buClr>
              <a:buSzPts val="12000"/>
              <a:buNone/>
              <a:defRPr sz="12000">
                <a:solidFill>
                  <a:schemeClr val="accent3"/>
                </a:solidFill>
              </a:defRPr>
            </a:lvl8pPr>
            <a:lvl9pPr lvl="8" algn="ctr" rtl="0">
              <a:spcBef>
                <a:spcPts val="0"/>
              </a:spcBef>
              <a:spcAft>
                <a:spcPts val="0"/>
              </a:spcAft>
              <a:buClr>
                <a:schemeClr val="accent3"/>
              </a:buClr>
              <a:buSzPts val="12000"/>
              <a:buNone/>
              <a:defRPr sz="12000">
                <a:solidFill>
                  <a:schemeClr val="accent3"/>
                </a:solidFill>
              </a:defRPr>
            </a:lvl9pPr>
          </a:lstStyle>
          <a:p>
            <a:r>
              <a:t>xx%</a:t>
            </a:r>
          </a:p>
        </p:txBody>
      </p:sp>
      <p:sp>
        <p:nvSpPr>
          <p:cNvPr id="718" name="Google Shape;718;p20"/>
          <p:cNvSpPr txBox="1">
            <a:spLocks noGrp="1"/>
          </p:cNvSpPr>
          <p:nvPr>
            <p:ph type="subTitle" idx="1"/>
          </p:nvPr>
        </p:nvSpPr>
        <p:spPr>
          <a:xfrm>
            <a:off x="1862850" y="1192550"/>
            <a:ext cx="5418300" cy="2934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dk1"/>
              </a:buClr>
              <a:buSzPts val="1600"/>
              <a:buNone/>
              <a:defRPr/>
            </a:lvl1pPr>
            <a:lvl2pPr lvl="1" rtl="0">
              <a:spcBef>
                <a:spcPts val="0"/>
              </a:spcBef>
              <a:spcAft>
                <a:spcPts val="0"/>
              </a:spcAft>
              <a:buClr>
                <a:schemeClr val="dk1"/>
              </a:buClr>
              <a:buSzPts val="1600"/>
              <a:buNone/>
              <a:defRPr>
                <a:solidFill>
                  <a:schemeClr val="dk1"/>
                </a:solidFill>
              </a:defRPr>
            </a:lvl2pPr>
            <a:lvl3pPr lvl="2" rtl="0">
              <a:spcBef>
                <a:spcPts val="0"/>
              </a:spcBef>
              <a:spcAft>
                <a:spcPts val="0"/>
              </a:spcAft>
              <a:buClr>
                <a:schemeClr val="dk1"/>
              </a:buClr>
              <a:buSzPts val="1600"/>
              <a:buNone/>
              <a:defRPr>
                <a:solidFill>
                  <a:schemeClr val="dk1"/>
                </a:solidFill>
              </a:defRPr>
            </a:lvl3pPr>
            <a:lvl4pPr lvl="3" rtl="0">
              <a:spcBef>
                <a:spcPts val="0"/>
              </a:spcBef>
              <a:spcAft>
                <a:spcPts val="0"/>
              </a:spcAft>
              <a:buClr>
                <a:schemeClr val="dk1"/>
              </a:buClr>
              <a:buSzPts val="1600"/>
              <a:buNone/>
              <a:defRPr>
                <a:solidFill>
                  <a:schemeClr val="dk1"/>
                </a:solidFill>
              </a:defRPr>
            </a:lvl4pPr>
            <a:lvl5pPr lvl="4" rtl="0">
              <a:spcBef>
                <a:spcPts val="0"/>
              </a:spcBef>
              <a:spcAft>
                <a:spcPts val="0"/>
              </a:spcAft>
              <a:buClr>
                <a:schemeClr val="dk1"/>
              </a:buClr>
              <a:buSzPts val="1600"/>
              <a:buNone/>
              <a:defRPr>
                <a:solidFill>
                  <a:schemeClr val="dk1"/>
                </a:solidFill>
              </a:defRPr>
            </a:lvl5pPr>
            <a:lvl6pPr lvl="5" rtl="0">
              <a:spcBef>
                <a:spcPts val="0"/>
              </a:spcBef>
              <a:spcAft>
                <a:spcPts val="0"/>
              </a:spcAft>
              <a:buClr>
                <a:schemeClr val="dk1"/>
              </a:buClr>
              <a:buSzPts val="1600"/>
              <a:buNone/>
              <a:defRPr>
                <a:solidFill>
                  <a:schemeClr val="dk1"/>
                </a:solidFill>
              </a:defRPr>
            </a:lvl6pPr>
            <a:lvl7pPr lvl="6" rtl="0">
              <a:spcBef>
                <a:spcPts val="0"/>
              </a:spcBef>
              <a:spcAft>
                <a:spcPts val="0"/>
              </a:spcAft>
              <a:buClr>
                <a:schemeClr val="dk1"/>
              </a:buClr>
              <a:buSzPts val="1600"/>
              <a:buNone/>
              <a:defRPr>
                <a:solidFill>
                  <a:schemeClr val="dk1"/>
                </a:solidFill>
              </a:defRPr>
            </a:lvl7pPr>
            <a:lvl8pPr lvl="7" rtl="0">
              <a:spcBef>
                <a:spcPts val="0"/>
              </a:spcBef>
              <a:spcAft>
                <a:spcPts val="0"/>
              </a:spcAft>
              <a:buClr>
                <a:schemeClr val="dk1"/>
              </a:buClr>
              <a:buSzPts val="1600"/>
              <a:buNone/>
              <a:defRPr>
                <a:solidFill>
                  <a:schemeClr val="dk1"/>
                </a:solidFill>
              </a:defRPr>
            </a:lvl8pPr>
            <a:lvl9pPr lvl="8" rtl="0">
              <a:spcBef>
                <a:spcPts val="0"/>
              </a:spcBef>
              <a:spcAft>
                <a:spcPts val="0"/>
              </a:spcAft>
              <a:buClr>
                <a:schemeClr val="dk1"/>
              </a:buClr>
              <a:buSzPts val="1600"/>
              <a:buNone/>
              <a:defRPr>
                <a:solidFill>
                  <a:schemeClr val="dk1"/>
                </a:solidFill>
              </a:defRPr>
            </a:lvl9pPr>
          </a:lstStyle>
          <a:p>
            <a:endParaRPr/>
          </a:p>
        </p:txBody>
      </p:sp>
      <p:sp>
        <p:nvSpPr>
          <p:cNvPr id="719" name="Google Shape;719;p20"/>
          <p:cNvSpPr txBox="1">
            <a:spLocks noGrp="1"/>
          </p:cNvSpPr>
          <p:nvPr>
            <p:ph type="title" idx="2" hasCustomPrompt="1"/>
          </p:nvPr>
        </p:nvSpPr>
        <p:spPr>
          <a:xfrm>
            <a:off x="1862850" y="2106900"/>
            <a:ext cx="5418300" cy="6363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accent3"/>
              </a:buClr>
              <a:buSzPts val="4800"/>
              <a:buNone/>
              <a:defRPr sz="4000" b="1"/>
            </a:lvl1pPr>
            <a:lvl2pPr lvl="1" algn="ctr" rtl="0">
              <a:spcBef>
                <a:spcPts val="0"/>
              </a:spcBef>
              <a:spcAft>
                <a:spcPts val="0"/>
              </a:spcAft>
              <a:buClr>
                <a:schemeClr val="accent3"/>
              </a:buClr>
              <a:buSzPts val="12000"/>
              <a:buNone/>
              <a:defRPr sz="12000">
                <a:solidFill>
                  <a:schemeClr val="accent3"/>
                </a:solidFill>
              </a:defRPr>
            </a:lvl2pPr>
            <a:lvl3pPr lvl="2" algn="ctr" rtl="0">
              <a:spcBef>
                <a:spcPts val="0"/>
              </a:spcBef>
              <a:spcAft>
                <a:spcPts val="0"/>
              </a:spcAft>
              <a:buClr>
                <a:schemeClr val="accent3"/>
              </a:buClr>
              <a:buSzPts val="12000"/>
              <a:buNone/>
              <a:defRPr sz="12000">
                <a:solidFill>
                  <a:schemeClr val="accent3"/>
                </a:solidFill>
              </a:defRPr>
            </a:lvl3pPr>
            <a:lvl4pPr lvl="3" algn="ctr" rtl="0">
              <a:spcBef>
                <a:spcPts val="0"/>
              </a:spcBef>
              <a:spcAft>
                <a:spcPts val="0"/>
              </a:spcAft>
              <a:buClr>
                <a:schemeClr val="accent3"/>
              </a:buClr>
              <a:buSzPts val="12000"/>
              <a:buNone/>
              <a:defRPr sz="12000">
                <a:solidFill>
                  <a:schemeClr val="accent3"/>
                </a:solidFill>
              </a:defRPr>
            </a:lvl4pPr>
            <a:lvl5pPr lvl="4" algn="ctr" rtl="0">
              <a:spcBef>
                <a:spcPts val="0"/>
              </a:spcBef>
              <a:spcAft>
                <a:spcPts val="0"/>
              </a:spcAft>
              <a:buClr>
                <a:schemeClr val="accent3"/>
              </a:buClr>
              <a:buSzPts val="12000"/>
              <a:buNone/>
              <a:defRPr sz="12000">
                <a:solidFill>
                  <a:schemeClr val="accent3"/>
                </a:solidFill>
              </a:defRPr>
            </a:lvl5pPr>
            <a:lvl6pPr lvl="5" algn="ctr" rtl="0">
              <a:spcBef>
                <a:spcPts val="0"/>
              </a:spcBef>
              <a:spcAft>
                <a:spcPts val="0"/>
              </a:spcAft>
              <a:buClr>
                <a:schemeClr val="accent3"/>
              </a:buClr>
              <a:buSzPts val="12000"/>
              <a:buNone/>
              <a:defRPr sz="12000">
                <a:solidFill>
                  <a:schemeClr val="accent3"/>
                </a:solidFill>
              </a:defRPr>
            </a:lvl6pPr>
            <a:lvl7pPr lvl="6" algn="ctr" rtl="0">
              <a:spcBef>
                <a:spcPts val="0"/>
              </a:spcBef>
              <a:spcAft>
                <a:spcPts val="0"/>
              </a:spcAft>
              <a:buClr>
                <a:schemeClr val="accent3"/>
              </a:buClr>
              <a:buSzPts val="12000"/>
              <a:buNone/>
              <a:defRPr sz="12000">
                <a:solidFill>
                  <a:schemeClr val="accent3"/>
                </a:solidFill>
              </a:defRPr>
            </a:lvl7pPr>
            <a:lvl8pPr lvl="7" algn="ctr" rtl="0">
              <a:spcBef>
                <a:spcPts val="0"/>
              </a:spcBef>
              <a:spcAft>
                <a:spcPts val="0"/>
              </a:spcAft>
              <a:buClr>
                <a:schemeClr val="accent3"/>
              </a:buClr>
              <a:buSzPts val="12000"/>
              <a:buNone/>
              <a:defRPr sz="12000">
                <a:solidFill>
                  <a:schemeClr val="accent3"/>
                </a:solidFill>
              </a:defRPr>
            </a:lvl8pPr>
            <a:lvl9pPr lvl="8" algn="ctr" rtl="0">
              <a:spcBef>
                <a:spcPts val="0"/>
              </a:spcBef>
              <a:spcAft>
                <a:spcPts val="0"/>
              </a:spcAft>
              <a:buClr>
                <a:schemeClr val="accent3"/>
              </a:buClr>
              <a:buSzPts val="12000"/>
              <a:buNone/>
              <a:defRPr sz="12000">
                <a:solidFill>
                  <a:schemeClr val="accent3"/>
                </a:solidFill>
              </a:defRPr>
            </a:lvl9pPr>
          </a:lstStyle>
          <a:p>
            <a:r>
              <a:t>xx%</a:t>
            </a:r>
          </a:p>
        </p:txBody>
      </p:sp>
      <p:sp>
        <p:nvSpPr>
          <p:cNvPr id="720" name="Google Shape;720;p20"/>
          <p:cNvSpPr txBox="1">
            <a:spLocks noGrp="1"/>
          </p:cNvSpPr>
          <p:nvPr>
            <p:ph type="subTitle" idx="3"/>
          </p:nvPr>
        </p:nvSpPr>
        <p:spPr>
          <a:xfrm>
            <a:off x="1862850" y="2743200"/>
            <a:ext cx="5418300" cy="2934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dk1"/>
              </a:buClr>
              <a:buSzPts val="1600"/>
              <a:buNone/>
              <a:defRPr/>
            </a:lvl1pPr>
            <a:lvl2pPr lvl="1" rtl="0">
              <a:spcBef>
                <a:spcPts val="0"/>
              </a:spcBef>
              <a:spcAft>
                <a:spcPts val="0"/>
              </a:spcAft>
              <a:buClr>
                <a:schemeClr val="dk1"/>
              </a:buClr>
              <a:buSzPts val="1600"/>
              <a:buNone/>
              <a:defRPr>
                <a:solidFill>
                  <a:schemeClr val="dk1"/>
                </a:solidFill>
              </a:defRPr>
            </a:lvl2pPr>
            <a:lvl3pPr lvl="2" rtl="0">
              <a:spcBef>
                <a:spcPts val="0"/>
              </a:spcBef>
              <a:spcAft>
                <a:spcPts val="0"/>
              </a:spcAft>
              <a:buClr>
                <a:schemeClr val="dk1"/>
              </a:buClr>
              <a:buSzPts val="1600"/>
              <a:buNone/>
              <a:defRPr>
                <a:solidFill>
                  <a:schemeClr val="dk1"/>
                </a:solidFill>
              </a:defRPr>
            </a:lvl3pPr>
            <a:lvl4pPr lvl="3" rtl="0">
              <a:spcBef>
                <a:spcPts val="0"/>
              </a:spcBef>
              <a:spcAft>
                <a:spcPts val="0"/>
              </a:spcAft>
              <a:buClr>
                <a:schemeClr val="dk1"/>
              </a:buClr>
              <a:buSzPts val="1600"/>
              <a:buNone/>
              <a:defRPr>
                <a:solidFill>
                  <a:schemeClr val="dk1"/>
                </a:solidFill>
              </a:defRPr>
            </a:lvl4pPr>
            <a:lvl5pPr lvl="4" rtl="0">
              <a:spcBef>
                <a:spcPts val="0"/>
              </a:spcBef>
              <a:spcAft>
                <a:spcPts val="0"/>
              </a:spcAft>
              <a:buClr>
                <a:schemeClr val="dk1"/>
              </a:buClr>
              <a:buSzPts val="1600"/>
              <a:buNone/>
              <a:defRPr>
                <a:solidFill>
                  <a:schemeClr val="dk1"/>
                </a:solidFill>
              </a:defRPr>
            </a:lvl5pPr>
            <a:lvl6pPr lvl="5" rtl="0">
              <a:spcBef>
                <a:spcPts val="0"/>
              </a:spcBef>
              <a:spcAft>
                <a:spcPts val="0"/>
              </a:spcAft>
              <a:buClr>
                <a:schemeClr val="dk1"/>
              </a:buClr>
              <a:buSzPts val="1600"/>
              <a:buNone/>
              <a:defRPr>
                <a:solidFill>
                  <a:schemeClr val="dk1"/>
                </a:solidFill>
              </a:defRPr>
            </a:lvl6pPr>
            <a:lvl7pPr lvl="6" rtl="0">
              <a:spcBef>
                <a:spcPts val="0"/>
              </a:spcBef>
              <a:spcAft>
                <a:spcPts val="0"/>
              </a:spcAft>
              <a:buClr>
                <a:schemeClr val="dk1"/>
              </a:buClr>
              <a:buSzPts val="1600"/>
              <a:buNone/>
              <a:defRPr>
                <a:solidFill>
                  <a:schemeClr val="dk1"/>
                </a:solidFill>
              </a:defRPr>
            </a:lvl7pPr>
            <a:lvl8pPr lvl="7" rtl="0">
              <a:spcBef>
                <a:spcPts val="0"/>
              </a:spcBef>
              <a:spcAft>
                <a:spcPts val="0"/>
              </a:spcAft>
              <a:buClr>
                <a:schemeClr val="dk1"/>
              </a:buClr>
              <a:buSzPts val="1600"/>
              <a:buNone/>
              <a:defRPr>
                <a:solidFill>
                  <a:schemeClr val="dk1"/>
                </a:solidFill>
              </a:defRPr>
            </a:lvl8pPr>
            <a:lvl9pPr lvl="8" rtl="0">
              <a:spcBef>
                <a:spcPts val="0"/>
              </a:spcBef>
              <a:spcAft>
                <a:spcPts val="0"/>
              </a:spcAft>
              <a:buClr>
                <a:schemeClr val="dk1"/>
              </a:buClr>
              <a:buSzPts val="1600"/>
              <a:buNone/>
              <a:defRPr>
                <a:solidFill>
                  <a:schemeClr val="dk1"/>
                </a:solidFill>
              </a:defRPr>
            </a:lvl9pPr>
          </a:lstStyle>
          <a:p>
            <a:endParaRPr/>
          </a:p>
        </p:txBody>
      </p:sp>
      <p:sp>
        <p:nvSpPr>
          <p:cNvPr id="721" name="Google Shape;721;p20"/>
          <p:cNvSpPr txBox="1">
            <a:spLocks noGrp="1"/>
          </p:cNvSpPr>
          <p:nvPr>
            <p:ph type="title" idx="4" hasCustomPrompt="1"/>
          </p:nvPr>
        </p:nvSpPr>
        <p:spPr>
          <a:xfrm>
            <a:off x="1862850" y="3657550"/>
            <a:ext cx="5418300" cy="6363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accent3"/>
              </a:buClr>
              <a:buSzPts val="4800"/>
              <a:buNone/>
              <a:defRPr sz="4000" b="1"/>
            </a:lvl1pPr>
            <a:lvl2pPr lvl="1" algn="ctr" rtl="0">
              <a:spcBef>
                <a:spcPts val="0"/>
              </a:spcBef>
              <a:spcAft>
                <a:spcPts val="0"/>
              </a:spcAft>
              <a:buClr>
                <a:schemeClr val="accent3"/>
              </a:buClr>
              <a:buSzPts val="12000"/>
              <a:buNone/>
              <a:defRPr sz="12000">
                <a:solidFill>
                  <a:schemeClr val="accent3"/>
                </a:solidFill>
              </a:defRPr>
            </a:lvl2pPr>
            <a:lvl3pPr lvl="2" algn="ctr" rtl="0">
              <a:spcBef>
                <a:spcPts val="0"/>
              </a:spcBef>
              <a:spcAft>
                <a:spcPts val="0"/>
              </a:spcAft>
              <a:buClr>
                <a:schemeClr val="accent3"/>
              </a:buClr>
              <a:buSzPts val="12000"/>
              <a:buNone/>
              <a:defRPr sz="12000">
                <a:solidFill>
                  <a:schemeClr val="accent3"/>
                </a:solidFill>
              </a:defRPr>
            </a:lvl3pPr>
            <a:lvl4pPr lvl="3" algn="ctr" rtl="0">
              <a:spcBef>
                <a:spcPts val="0"/>
              </a:spcBef>
              <a:spcAft>
                <a:spcPts val="0"/>
              </a:spcAft>
              <a:buClr>
                <a:schemeClr val="accent3"/>
              </a:buClr>
              <a:buSzPts val="12000"/>
              <a:buNone/>
              <a:defRPr sz="12000">
                <a:solidFill>
                  <a:schemeClr val="accent3"/>
                </a:solidFill>
              </a:defRPr>
            </a:lvl4pPr>
            <a:lvl5pPr lvl="4" algn="ctr" rtl="0">
              <a:spcBef>
                <a:spcPts val="0"/>
              </a:spcBef>
              <a:spcAft>
                <a:spcPts val="0"/>
              </a:spcAft>
              <a:buClr>
                <a:schemeClr val="accent3"/>
              </a:buClr>
              <a:buSzPts val="12000"/>
              <a:buNone/>
              <a:defRPr sz="12000">
                <a:solidFill>
                  <a:schemeClr val="accent3"/>
                </a:solidFill>
              </a:defRPr>
            </a:lvl5pPr>
            <a:lvl6pPr lvl="5" algn="ctr" rtl="0">
              <a:spcBef>
                <a:spcPts val="0"/>
              </a:spcBef>
              <a:spcAft>
                <a:spcPts val="0"/>
              </a:spcAft>
              <a:buClr>
                <a:schemeClr val="accent3"/>
              </a:buClr>
              <a:buSzPts val="12000"/>
              <a:buNone/>
              <a:defRPr sz="12000">
                <a:solidFill>
                  <a:schemeClr val="accent3"/>
                </a:solidFill>
              </a:defRPr>
            </a:lvl6pPr>
            <a:lvl7pPr lvl="6" algn="ctr" rtl="0">
              <a:spcBef>
                <a:spcPts val="0"/>
              </a:spcBef>
              <a:spcAft>
                <a:spcPts val="0"/>
              </a:spcAft>
              <a:buClr>
                <a:schemeClr val="accent3"/>
              </a:buClr>
              <a:buSzPts val="12000"/>
              <a:buNone/>
              <a:defRPr sz="12000">
                <a:solidFill>
                  <a:schemeClr val="accent3"/>
                </a:solidFill>
              </a:defRPr>
            </a:lvl7pPr>
            <a:lvl8pPr lvl="7" algn="ctr" rtl="0">
              <a:spcBef>
                <a:spcPts val="0"/>
              </a:spcBef>
              <a:spcAft>
                <a:spcPts val="0"/>
              </a:spcAft>
              <a:buClr>
                <a:schemeClr val="accent3"/>
              </a:buClr>
              <a:buSzPts val="12000"/>
              <a:buNone/>
              <a:defRPr sz="12000">
                <a:solidFill>
                  <a:schemeClr val="accent3"/>
                </a:solidFill>
              </a:defRPr>
            </a:lvl8pPr>
            <a:lvl9pPr lvl="8" algn="ctr" rtl="0">
              <a:spcBef>
                <a:spcPts val="0"/>
              </a:spcBef>
              <a:spcAft>
                <a:spcPts val="0"/>
              </a:spcAft>
              <a:buClr>
                <a:schemeClr val="accent3"/>
              </a:buClr>
              <a:buSzPts val="12000"/>
              <a:buNone/>
              <a:defRPr sz="12000">
                <a:solidFill>
                  <a:schemeClr val="accent3"/>
                </a:solidFill>
              </a:defRPr>
            </a:lvl9pPr>
          </a:lstStyle>
          <a:p>
            <a:r>
              <a:t>xx%</a:t>
            </a:r>
          </a:p>
        </p:txBody>
      </p:sp>
      <p:sp>
        <p:nvSpPr>
          <p:cNvPr id="722" name="Google Shape;722;p20"/>
          <p:cNvSpPr txBox="1">
            <a:spLocks noGrp="1"/>
          </p:cNvSpPr>
          <p:nvPr>
            <p:ph type="subTitle" idx="5"/>
          </p:nvPr>
        </p:nvSpPr>
        <p:spPr>
          <a:xfrm>
            <a:off x="1862850" y="4293850"/>
            <a:ext cx="5418300" cy="2934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dk1"/>
              </a:buClr>
              <a:buSzPts val="1600"/>
              <a:buNone/>
              <a:defRPr/>
            </a:lvl1pPr>
            <a:lvl2pPr lvl="1" rtl="0">
              <a:spcBef>
                <a:spcPts val="0"/>
              </a:spcBef>
              <a:spcAft>
                <a:spcPts val="0"/>
              </a:spcAft>
              <a:buClr>
                <a:schemeClr val="dk1"/>
              </a:buClr>
              <a:buSzPts val="1600"/>
              <a:buNone/>
              <a:defRPr>
                <a:solidFill>
                  <a:schemeClr val="dk1"/>
                </a:solidFill>
              </a:defRPr>
            </a:lvl2pPr>
            <a:lvl3pPr lvl="2" rtl="0">
              <a:spcBef>
                <a:spcPts val="0"/>
              </a:spcBef>
              <a:spcAft>
                <a:spcPts val="0"/>
              </a:spcAft>
              <a:buClr>
                <a:schemeClr val="dk1"/>
              </a:buClr>
              <a:buSzPts val="1600"/>
              <a:buNone/>
              <a:defRPr>
                <a:solidFill>
                  <a:schemeClr val="dk1"/>
                </a:solidFill>
              </a:defRPr>
            </a:lvl3pPr>
            <a:lvl4pPr lvl="3" rtl="0">
              <a:spcBef>
                <a:spcPts val="0"/>
              </a:spcBef>
              <a:spcAft>
                <a:spcPts val="0"/>
              </a:spcAft>
              <a:buClr>
                <a:schemeClr val="dk1"/>
              </a:buClr>
              <a:buSzPts val="1600"/>
              <a:buNone/>
              <a:defRPr>
                <a:solidFill>
                  <a:schemeClr val="dk1"/>
                </a:solidFill>
              </a:defRPr>
            </a:lvl4pPr>
            <a:lvl5pPr lvl="4" rtl="0">
              <a:spcBef>
                <a:spcPts val="0"/>
              </a:spcBef>
              <a:spcAft>
                <a:spcPts val="0"/>
              </a:spcAft>
              <a:buClr>
                <a:schemeClr val="dk1"/>
              </a:buClr>
              <a:buSzPts val="1600"/>
              <a:buNone/>
              <a:defRPr>
                <a:solidFill>
                  <a:schemeClr val="dk1"/>
                </a:solidFill>
              </a:defRPr>
            </a:lvl5pPr>
            <a:lvl6pPr lvl="5" rtl="0">
              <a:spcBef>
                <a:spcPts val="0"/>
              </a:spcBef>
              <a:spcAft>
                <a:spcPts val="0"/>
              </a:spcAft>
              <a:buClr>
                <a:schemeClr val="dk1"/>
              </a:buClr>
              <a:buSzPts val="1600"/>
              <a:buNone/>
              <a:defRPr>
                <a:solidFill>
                  <a:schemeClr val="dk1"/>
                </a:solidFill>
              </a:defRPr>
            </a:lvl6pPr>
            <a:lvl7pPr lvl="6" rtl="0">
              <a:spcBef>
                <a:spcPts val="0"/>
              </a:spcBef>
              <a:spcAft>
                <a:spcPts val="0"/>
              </a:spcAft>
              <a:buClr>
                <a:schemeClr val="dk1"/>
              </a:buClr>
              <a:buSzPts val="1600"/>
              <a:buNone/>
              <a:defRPr>
                <a:solidFill>
                  <a:schemeClr val="dk1"/>
                </a:solidFill>
              </a:defRPr>
            </a:lvl7pPr>
            <a:lvl8pPr lvl="7" rtl="0">
              <a:spcBef>
                <a:spcPts val="0"/>
              </a:spcBef>
              <a:spcAft>
                <a:spcPts val="0"/>
              </a:spcAft>
              <a:buClr>
                <a:schemeClr val="dk1"/>
              </a:buClr>
              <a:buSzPts val="1600"/>
              <a:buNone/>
              <a:defRPr>
                <a:solidFill>
                  <a:schemeClr val="dk1"/>
                </a:solidFill>
              </a:defRPr>
            </a:lvl8pPr>
            <a:lvl9pPr lvl="8" rtl="0">
              <a:spcBef>
                <a:spcPts val="0"/>
              </a:spcBef>
              <a:spcAft>
                <a:spcPts val="0"/>
              </a:spcAft>
              <a:buClr>
                <a:schemeClr val="dk1"/>
              </a:buClr>
              <a:buSzPts val="1600"/>
              <a:buNone/>
              <a:defRPr>
                <a:solidFill>
                  <a:schemeClr val="dk1"/>
                </a:solidFill>
              </a:defRPr>
            </a:lvl9pPr>
          </a:lstStyle>
          <a:p>
            <a:endParaRPr/>
          </a:p>
        </p:txBody>
      </p:sp>
      <p:grpSp>
        <p:nvGrpSpPr>
          <p:cNvPr id="723" name="Google Shape;723;p20"/>
          <p:cNvGrpSpPr/>
          <p:nvPr/>
        </p:nvGrpSpPr>
        <p:grpSpPr>
          <a:xfrm flipH="1">
            <a:off x="7051226" y="-890069"/>
            <a:ext cx="1938846" cy="1720830"/>
            <a:chOff x="-1873362" y="2120543"/>
            <a:chExt cx="1938846" cy="1720830"/>
          </a:xfrm>
        </p:grpSpPr>
        <p:sp>
          <p:nvSpPr>
            <p:cNvPr id="724" name="Google Shape;724;p20"/>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20"/>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20"/>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20"/>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20"/>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20"/>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20"/>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20"/>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20"/>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20"/>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20"/>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20"/>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0"/>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0"/>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0"/>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20"/>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20"/>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0"/>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0"/>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 name="Google Shape;743;p20"/>
          <p:cNvGrpSpPr/>
          <p:nvPr/>
        </p:nvGrpSpPr>
        <p:grpSpPr>
          <a:xfrm flipH="1">
            <a:off x="-693003" y="-88512"/>
            <a:ext cx="1516025" cy="1489525"/>
            <a:chOff x="-3888525" y="-3012325"/>
            <a:chExt cx="1516025" cy="1489525"/>
          </a:xfrm>
        </p:grpSpPr>
        <p:sp>
          <p:nvSpPr>
            <p:cNvPr id="744" name="Google Shape;744;p20"/>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20"/>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0"/>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0"/>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0"/>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0"/>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0"/>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20"/>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20"/>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20"/>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0"/>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 name="Google Shape;755;p20"/>
          <p:cNvGrpSpPr/>
          <p:nvPr/>
        </p:nvGrpSpPr>
        <p:grpSpPr>
          <a:xfrm flipH="1">
            <a:off x="8030519" y="1531768"/>
            <a:ext cx="1019565" cy="1290805"/>
            <a:chOff x="-4017975" y="-49702"/>
            <a:chExt cx="1162825" cy="1472177"/>
          </a:xfrm>
        </p:grpSpPr>
        <p:sp>
          <p:nvSpPr>
            <p:cNvPr id="756" name="Google Shape;756;p20"/>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0"/>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0"/>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0"/>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0"/>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0"/>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0"/>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 name="Google Shape;763;p20"/>
          <p:cNvGrpSpPr/>
          <p:nvPr/>
        </p:nvGrpSpPr>
        <p:grpSpPr>
          <a:xfrm flipH="1">
            <a:off x="-3" y="3171850"/>
            <a:ext cx="1929500" cy="2210100"/>
            <a:chOff x="295725" y="-3462825"/>
            <a:chExt cx="1929500" cy="2210100"/>
          </a:xfrm>
        </p:grpSpPr>
        <p:sp>
          <p:nvSpPr>
            <p:cNvPr id="764" name="Google Shape;764;p20"/>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0"/>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20"/>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20"/>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20"/>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20"/>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20"/>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20"/>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20"/>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20"/>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20"/>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20"/>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20"/>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20"/>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20"/>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20"/>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20"/>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20"/>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20"/>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20"/>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20"/>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20"/>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20"/>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20"/>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20"/>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p:cSld name="CUSTOM_6_1">
    <p:spTree>
      <p:nvGrpSpPr>
        <p:cNvPr id="1" name="Shape 789"/>
        <p:cNvGrpSpPr/>
        <p:nvPr/>
      </p:nvGrpSpPr>
      <p:grpSpPr>
        <a:xfrm>
          <a:off x="0" y="0"/>
          <a:ext cx="0" cy="0"/>
          <a:chOff x="0" y="0"/>
          <a:chExt cx="0" cy="0"/>
        </a:xfrm>
      </p:grpSpPr>
      <p:sp>
        <p:nvSpPr>
          <p:cNvPr id="790" name="Google Shape;790;p21"/>
          <p:cNvSpPr txBox="1">
            <a:spLocks noGrp="1"/>
          </p:cNvSpPr>
          <p:nvPr>
            <p:ph type="body" idx="1"/>
          </p:nvPr>
        </p:nvSpPr>
        <p:spPr>
          <a:xfrm>
            <a:off x="1932150" y="1660875"/>
            <a:ext cx="5279700" cy="2239200"/>
          </a:xfrm>
          <a:prstGeom prst="rect">
            <a:avLst/>
          </a:prstGeom>
        </p:spPr>
        <p:txBody>
          <a:bodyPr spcFirstLastPara="1" wrap="square" lIns="91425" tIns="0" rIns="91425" bIns="0" anchor="t" anchorCtr="0">
            <a:noAutofit/>
          </a:bodyPr>
          <a:lstStyle>
            <a:lvl1pPr marL="457200" lvl="0" indent="-330200" rtl="0">
              <a:lnSpc>
                <a:spcPct val="100000"/>
              </a:lnSpc>
              <a:spcBef>
                <a:spcPts val="0"/>
              </a:spcBef>
              <a:spcAft>
                <a:spcPts val="0"/>
              </a:spcAft>
              <a:buSzPts val="1600"/>
              <a:buChar char="●"/>
              <a:defRPr/>
            </a:lvl1pPr>
            <a:lvl2pPr marL="914400" lvl="1" indent="-330200" rtl="0">
              <a:lnSpc>
                <a:spcPct val="100000"/>
              </a:lnSpc>
              <a:spcBef>
                <a:spcPts val="0"/>
              </a:spcBef>
              <a:spcAft>
                <a:spcPts val="0"/>
              </a:spcAft>
              <a:buSzPts val="1600"/>
              <a:buFont typeface="Montserrat"/>
              <a:buChar char="○"/>
              <a:defRPr sz="1200"/>
            </a:lvl2pPr>
            <a:lvl3pPr marL="1371600" lvl="2" indent="-330200" rtl="0">
              <a:spcBef>
                <a:spcPts val="0"/>
              </a:spcBef>
              <a:spcAft>
                <a:spcPts val="0"/>
              </a:spcAft>
              <a:buSzPts val="1600"/>
              <a:buFont typeface="Montserrat"/>
              <a:buChar char="■"/>
              <a:defRPr/>
            </a:lvl3pPr>
            <a:lvl4pPr marL="1828800" lvl="3" indent="-330200" rtl="0">
              <a:spcBef>
                <a:spcPts val="0"/>
              </a:spcBef>
              <a:spcAft>
                <a:spcPts val="0"/>
              </a:spcAft>
              <a:buSzPts val="1600"/>
              <a:buFont typeface="Montserrat"/>
              <a:buChar char="●"/>
              <a:defRPr/>
            </a:lvl4pPr>
            <a:lvl5pPr marL="2286000" lvl="4" indent="-330200" rtl="0">
              <a:spcBef>
                <a:spcPts val="0"/>
              </a:spcBef>
              <a:spcAft>
                <a:spcPts val="0"/>
              </a:spcAft>
              <a:buSzPts val="1600"/>
              <a:buFont typeface="Montserrat"/>
              <a:buChar char="○"/>
              <a:defRPr/>
            </a:lvl5pPr>
            <a:lvl6pPr marL="2743200" lvl="5" indent="-330200" rtl="0">
              <a:spcBef>
                <a:spcPts val="0"/>
              </a:spcBef>
              <a:spcAft>
                <a:spcPts val="0"/>
              </a:spcAft>
              <a:buSzPts val="1600"/>
              <a:buFont typeface="Montserrat"/>
              <a:buChar char="■"/>
              <a:defRPr/>
            </a:lvl6pPr>
            <a:lvl7pPr marL="3200400" lvl="6" indent="-330200" rtl="0">
              <a:spcBef>
                <a:spcPts val="0"/>
              </a:spcBef>
              <a:spcAft>
                <a:spcPts val="0"/>
              </a:spcAft>
              <a:buSzPts val="1600"/>
              <a:buFont typeface="Montserrat"/>
              <a:buChar char="●"/>
              <a:defRPr/>
            </a:lvl7pPr>
            <a:lvl8pPr marL="3657600" lvl="7" indent="-330200" rtl="0">
              <a:spcBef>
                <a:spcPts val="0"/>
              </a:spcBef>
              <a:spcAft>
                <a:spcPts val="0"/>
              </a:spcAft>
              <a:buSzPts val="1600"/>
              <a:buFont typeface="Montserrat"/>
              <a:buChar char="○"/>
              <a:defRPr/>
            </a:lvl8pPr>
            <a:lvl9pPr marL="4114800" lvl="8" indent="-330200" rtl="0">
              <a:spcBef>
                <a:spcPts val="0"/>
              </a:spcBef>
              <a:spcAft>
                <a:spcPts val="0"/>
              </a:spcAft>
              <a:buSzPts val="1600"/>
              <a:buFont typeface="Montserrat"/>
              <a:buChar char="■"/>
              <a:defRPr/>
            </a:lvl9pPr>
          </a:lstStyle>
          <a:p>
            <a:endParaRPr/>
          </a:p>
        </p:txBody>
      </p:sp>
      <p:sp>
        <p:nvSpPr>
          <p:cNvPr id="791" name="Google Shape;791;p21"/>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792" name="Google Shape;792;p21"/>
          <p:cNvGrpSpPr/>
          <p:nvPr/>
        </p:nvGrpSpPr>
        <p:grpSpPr>
          <a:xfrm rot="10800000">
            <a:off x="-615206" y="2336518"/>
            <a:ext cx="1803578" cy="1592367"/>
            <a:chOff x="-4912150" y="-393637"/>
            <a:chExt cx="2057000" cy="1816112"/>
          </a:xfrm>
        </p:grpSpPr>
        <p:sp>
          <p:nvSpPr>
            <p:cNvPr id="793" name="Google Shape;793;p21"/>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21"/>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21"/>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21"/>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21"/>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21"/>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1"/>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1"/>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1"/>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1"/>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1"/>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1"/>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21"/>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1"/>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1"/>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1"/>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1"/>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1"/>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21"/>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anks">
  <p:cSld name="CUSTOM_1">
    <p:spTree>
      <p:nvGrpSpPr>
        <p:cNvPr id="1" name="Shape 812"/>
        <p:cNvGrpSpPr/>
        <p:nvPr/>
      </p:nvGrpSpPr>
      <p:grpSpPr>
        <a:xfrm>
          <a:off x="0" y="0"/>
          <a:ext cx="0" cy="0"/>
          <a:chOff x="0" y="0"/>
          <a:chExt cx="0" cy="0"/>
        </a:xfrm>
      </p:grpSpPr>
      <p:sp>
        <p:nvSpPr>
          <p:cNvPr id="813" name="Google Shape;813;p22"/>
          <p:cNvSpPr txBox="1">
            <a:spLocks noGrp="1"/>
          </p:cNvSpPr>
          <p:nvPr>
            <p:ph type="ctrTitle"/>
          </p:nvPr>
        </p:nvSpPr>
        <p:spPr>
          <a:xfrm>
            <a:off x="782850" y="1264217"/>
            <a:ext cx="3380400" cy="712500"/>
          </a:xfrm>
          <a:prstGeom prst="rect">
            <a:avLst/>
          </a:prstGeom>
        </p:spPr>
        <p:txBody>
          <a:bodyPr spcFirstLastPara="1" wrap="square" lIns="91425" tIns="0" rIns="91425" bIns="0" anchor="ctr" anchorCtr="0">
            <a:noAutofit/>
          </a:bodyPr>
          <a:lstStyle>
            <a:lvl1pPr lvl="0" rtl="0">
              <a:spcBef>
                <a:spcPts val="0"/>
              </a:spcBef>
              <a:spcAft>
                <a:spcPts val="0"/>
              </a:spcAft>
              <a:buClr>
                <a:schemeClr val="dk2"/>
              </a:buClr>
              <a:buSzPts val="5200"/>
              <a:buNone/>
              <a:defRPr sz="6000" b="1"/>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814" name="Google Shape;814;p22"/>
          <p:cNvSpPr txBox="1">
            <a:spLocks noGrp="1"/>
          </p:cNvSpPr>
          <p:nvPr>
            <p:ph type="subTitle" idx="1"/>
          </p:nvPr>
        </p:nvSpPr>
        <p:spPr>
          <a:xfrm>
            <a:off x="782850" y="2542667"/>
            <a:ext cx="3687900" cy="13410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SzPts val="2800"/>
              <a:buNone/>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815" name="Google Shape;815;p22"/>
          <p:cNvSpPr txBox="1"/>
          <p:nvPr/>
        </p:nvSpPr>
        <p:spPr>
          <a:xfrm>
            <a:off x="3038500" y="3831325"/>
            <a:ext cx="4543500" cy="638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sz="1200">
                <a:solidFill>
                  <a:schemeClr val="dk1"/>
                </a:solidFill>
                <a:latin typeface="Tajawal"/>
                <a:ea typeface="Tajawal"/>
                <a:cs typeface="Tajawal"/>
                <a:sym typeface="Tajawal"/>
              </a:rPr>
              <a:t>CREDITS: This presentation template was created by </a:t>
            </a:r>
            <a:r>
              <a:rPr lang="en" sz="1200" b="1">
                <a:solidFill>
                  <a:schemeClr val="dk1"/>
                </a:solidFill>
                <a:uFill>
                  <a:noFill/>
                </a:uFill>
                <a:latin typeface="Tajawal"/>
                <a:ea typeface="Tajawal"/>
                <a:cs typeface="Tajawal"/>
                <a:sym typeface="Tajawal"/>
                <a:hlinkClick r:id="rId2">
                  <a:extLst>
                    <a:ext uri="{A12FA001-AC4F-418D-AE19-62706E023703}">
                      <ahyp:hlinkClr xmlns:ahyp="http://schemas.microsoft.com/office/drawing/2018/hyperlinkcolor" val="tx"/>
                    </a:ext>
                  </a:extLst>
                </a:hlinkClick>
              </a:rPr>
              <a:t>Slidesgo</a:t>
            </a:r>
            <a:r>
              <a:rPr lang="en" sz="1200">
                <a:solidFill>
                  <a:schemeClr val="dk1"/>
                </a:solidFill>
                <a:latin typeface="Tajawal"/>
                <a:ea typeface="Tajawal"/>
                <a:cs typeface="Tajawal"/>
                <a:sym typeface="Tajawal"/>
              </a:rPr>
              <a:t>, including icons by </a:t>
            </a:r>
            <a:r>
              <a:rPr lang="en" sz="1200" b="1">
                <a:solidFill>
                  <a:schemeClr val="dk1"/>
                </a:solidFill>
                <a:uFill>
                  <a:noFill/>
                </a:uFill>
                <a:latin typeface="Tajawal"/>
                <a:ea typeface="Tajawal"/>
                <a:cs typeface="Tajawal"/>
                <a:sym typeface="Tajawal"/>
                <a:hlinkClick r:id="rId3">
                  <a:extLst>
                    <a:ext uri="{A12FA001-AC4F-418D-AE19-62706E023703}">
                      <ahyp:hlinkClr xmlns:ahyp="http://schemas.microsoft.com/office/drawing/2018/hyperlinkcolor" val="tx"/>
                    </a:ext>
                  </a:extLst>
                </a:hlinkClick>
              </a:rPr>
              <a:t>Flaticon</a:t>
            </a:r>
            <a:r>
              <a:rPr lang="en" sz="1200">
                <a:solidFill>
                  <a:schemeClr val="dk1"/>
                </a:solidFill>
                <a:latin typeface="Tajawal"/>
                <a:ea typeface="Tajawal"/>
                <a:cs typeface="Tajawal"/>
                <a:sym typeface="Tajawal"/>
              </a:rPr>
              <a:t>, and infographics &amp; images by </a:t>
            </a:r>
            <a:r>
              <a:rPr lang="en" sz="1200" b="1">
                <a:solidFill>
                  <a:schemeClr val="dk1"/>
                </a:solidFill>
                <a:uFill>
                  <a:noFill/>
                </a:uFill>
                <a:latin typeface="Tajawal"/>
                <a:ea typeface="Tajawal"/>
                <a:cs typeface="Tajawal"/>
                <a:sym typeface="Tajawal"/>
                <a:hlinkClick r:id="rId4">
                  <a:extLst>
                    <a:ext uri="{A12FA001-AC4F-418D-AE19-62706E023703}">
                      <ahyp:hlinkClr xmlns:ahyp="http://schemas.microsoft.com/office/drawing/2018/hyperlinkcolor" val="tx"/>
                    </a:ext>
                  </a:extLst>
                </a:hlinkClick>
              </a:rPr>
              <a:t>Freepik</a:t>
            </a:r>
            <a:endParaRPr sz="1200" b="1" u="sng">
              <a:solidFill>
                <a:schemeClr val="dk1"/>
              </a:solidFill>
              <a:latin typeface="Tajawal"/>
              <a:ea typeface="Tajawal"/>
              <a:cs typeface="Tajawal"/>
              <a:sym typeface="Tajawal"/>
            </a:endParaRPr>
          </a:p>
        </p:txBody>
      </p:sp>
      <p:grpSp>
        <p:nvGrpSpPr>
          <p:cNvPr id="816" name="Google Shape;816;p22"/>
          <p:cNvGrpSpPr/>
          <p:nvPr/>
        </p:nvGrpSpPr>
        <p:grpSpPr>
          <a:xfrm flipH="1">
            <a:off x="-262674" y="3935863"/>
            <a:ext cx="716725" cy="901375"/>
            <a:chOff x="-3888525" y="-2483300"/>
            <a:chExt cx="716725" cy="901375"/>
          </a:xfrm>
        </p:grpSpPr>
        <p:sp>
          <p:nvSpPr>
            <p:cNvPr id="817" name="Google Shape;817;p22"/>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2"/>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 name="Google Shape;819;p22"/>
          <p:cNvGrpSpPr/>
          <p:nvPr/>
        </p:nvGrpSpPr>
        <p:grpSpPr>
          <a:xfrm flipH="1">
            <a:off x="454038" y="4456988"/>
            <a:ext cx="323925" cy="323650"/>
            <a:chOff x="1608625" y="299800"/>
            <a:chExt cx="323925" cy="323650"/>
          </a:xfrm>
        </p:grpSpPr>
        <p:sp>
          <p:nvSpPr>
            <p:cNvPr id="820" name="Google Shape;820;p22"/>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2"/>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22"/>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 name="Google Shape;823;p22"/>
          <p:cNvGrpSpPr/>
          <p:nvPr/>
        </p:nvGrpSpPr>
        <p:grpSpPr>
          <a:xfrm flipH="1">
            <a:off x="7896101" y="233975"/>
            <a:ext cx="1516025" cy="1489525"/>
            <a:chOff x="-3888525" y="-3012325"/>
            <a:chExt cx="1516025" cy="1489525"/>
          </a:xfrm>
        </p:grpSpPr>
        <p:sp>
          <p:nvSpPr>
            <p:cNvPr id="824" name="Google Shape;824;p22"/>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2"/>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22"/>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22"/>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2"/>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22"/>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22"/>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22"/>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2"/>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2"/>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22"/>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 name="Google Shape;835;p22"/>
          <p:cNvGrpSpPr/>
          <p:nvPr/>
        </p:nvGrpSpPr>
        <p:grpSpPr>
          <a:xfrm flipH="1">
            <a:off x="2309235" y="-400369"/>
            <a:ext cx="1019565" cy="1290805"/>
            <a:chOff x="-4017975" y="-49702"/>
            <a:chExt cx="1162825" cy="1472177"/>
          </a:xfrm>
        </p:grpSpPr>
        <p:sp>
          <p:nvSpPr>
            <p:cNvPr id="836" name="Google Shape;836;p22"/>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2"/>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22"/>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22"/>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2"/>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2"/>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22"/>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 name="Google Shape;843;p22"/>
          <p:cNvGrpSpPr/>
          <p:nvPr/>
        </p:nvGrpSpPr>
        <p:grpSpPr>
          <a:xfrm>
            <a:off x="3698801" y="156500"/>
            <a:ext cx="873200" cy="618275"/>
            <a:chOff x="2240101" y="2000"/>
            <a:chExt cx="873200" cy="618275"/>
          </a:xfrm>
        </p:grpSpPr>
        <p:grpSp>
          <p:nvGrpSpPr>
            <p:cNvPr id="844" name="Google Shape;844;p22"/>
            <p:cNvGrpSpPr/>
            <p:nvPr/>
          </p:nvGrpSpPr>
          <p:grpSpPr>
            <a:xfrm flipH="1">
              <a:off x="2240101" y="2000"/>
              <a:ext cx="323925" cy="323650"/>
              <a:chOff x="1608625" y="299800"/>
              <a:chExt cx="323925" cy="323650"/>
            </a:xfrm>
          </p:grpSpPr>
          <p:sp>
            <p:nvSpPr>
              <p:cNvPr id="845" name="Google Shape;845;p22"/>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22"/>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2"/>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8" name="Google Shape;848;p22"/>
            <p:cNvSpPr/>
            <p:nvPr/>
          </p:nvSpPr>
          <p:spPr>
            <a:xfrm flipH="1">
              <a:off x="2564026" y="7337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 name="Google Shape;849;p22"/>
          <p:cNvGrpSpPr/>
          <p:nvPr/>
        </p:nvGrpSpPr>
        <p:grpSpPr>
          <a:xfrm flipH="1">
            <a:off x="4163242" y="3973306"/>
            <a:ext cx="1938846" cy="1720830"/>
            <a:chOff x="-4912150" y="-540150"/>
            <a:chExt cx="2211275" cy="1962625"/>
          </a:xfrm>
        </p:grpSpPr>
        <p:sp>
          <p:nvSpPr>
            <p:cNvPr id="850" name="Google Shape;850;p22"/>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2"/>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2"/>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2"/>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2"/>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22"/>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22"/>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2"/>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22"/>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22"/>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22"/>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22"/>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22"/>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22"/>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22"/>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22"/>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22"/>
            <p:cNvSpPr/>
            <p:nvPr/>
          </p:nvSpPr>
          <p:spPr>
            <a:xfrm>
              <a:off x="-3248550" y="-540150"/>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22"/>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22"/>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9" name="Google Shape;869;p22"/>
          <p:cNvSpPr txBox="1"/>
          <p:nvPr/>
        </p:nvSpPr>
        <p:spPr>
          <a:xfrm>
            <a:off x="4980600" y="2573200"/>
            <a:ext cx="3380400" cy="800700"/>
          </a:xfrm>
          <a:prstGeom prst="rect">
            <a:avLst/>
          </a:prstGeom>
          <a:noFill/>
          <a:ln>
            <a:noFill/>
          </a:ln>
        </p:spPr>
        <p:txBody>
          <a:bodyPr spcFirstLastPara="1" wrap="square" lIns="91425" tIns="0" rIns="91425" bIns="0" anchor="t" anchorCtr="0">
            <a:noAutofit/>
          </a:bodyPr>
          <a:lstStyle/>
          <a:p>
            <a:pPr marL="0" marR="0" lvl="0" indent="0" algn="l" rtl="0">
              <a:lnSpc>
                <a:spcPct val="100000"/>
              </a:lnSpc>
              <a:spcBef>
                <a:spcPts val="0"/>
              </a:spcBef>
              <a:spcAft>
                <a:spcPts val="0"/>
              </a:spcAft>
              <a:buNone/>
            </a:pPr>
            <a:r>
              <a:rPr lang="en" sz="1200">
                <a:solidFill>
                  <a:schemeClr val="lt1"/>
                </a:solidFill>
                <a:latin typeface="Montserrat"/>
                <a:ea typeface="Montserrat"/>
                <a:cs typeface="Montserrat"/>
                <a:sym typeface="Montserrat"/>
              </a:rPr>
              <a:t>CRÉDITS: Ce modèle de présentation a été créé par </a:t>
            </a:r>
            <a:r>
              <a:rPr lang="en" sz="1200" b="1">
                <a:solidFill>
                  <a:schemeClr val="lt1"/>
                </a:solidFill>
                <a:uFill>
                  <a:noFill/>
                </a:uFill>
                <a:latin typeface="Montserrat"/>
                <a:ea typeface="Montserrat"/>
                <a:cs typeface="Montserrat"/>
                <a:sym typeface="Montserrat"/>
                <a:hlinkClick r:id="rId2">
                  <a:extLst>
                    <a:ext uri="{A12FA001-AC4F-418D-AE19-62706E023703}">
                      <ahyp:hlinkClr xmlns:ahyp="http://schemas.microsoft.com/office/drawing/2018/hyperlinkcolor" val="tx"/>
                    </a:ext>
                  </a:extLst>
                </a:hlinkClick>
              </a:rPr>
              <a:t>Slidesgo</a:t>
            </a:r>
            <a:r>
              <a:rPr lang="en" sz="1200">
                <a:solidFill>
                  <a:schemeClr val="lt1"/>
                </a:solidFill>
                <a:latin typeface="Montserrat"/>
                <a:ea typeface="Montserrat"/>
                <a:cs typeface="Montserrat"/>
                <a:sym typeface="Montserrat"/>
              </a:rPr>
              <a:t>, comprenant des icônes de </a:t>
            </a:r>
            <a:r>
              <a:rPr lang="en" sz="1200" b="1">
                <a:solidFill>
                  <a:schemeClr val="lt1"/>
                </a:solidFill>
                <a:uFill>
                  <a:noFill/>
                </a:uFill>
                <a:latin typeface="Montserrat"/>
                <a:ea typeface="Montserrat"/>
                <a:cs typeface="Montserrat"/>
                <a:sym typeface="Montserrat"/>
                <a:hlinkClick r:id="rId3">
                  <a:extLst>
                    <a:ext uri="{A12FA001-AC4F-418D-AE19-62706E023703}">
                      <ahyp:hlinkClr xmlns:ahyp="http://schemas.microsoft.com/office/drawing/2018/hyperlinkcolor" val="tx"/>
                    </a:ext>
                  </a:extLst>
                </a:hlinkClick>
              </a:rPr>
              <a:t>Flaticon</a:t>
            </a:r>
            <a:r>
              <a:rPr lang="en" sz="1200">
                <a:solidFill>
                  <a:schemeClr val="lt1"/>
                </a:solidFill>
                <a:latin typeface="Montserrat"/>
                <a:ea typeface="Montserrat"/>
                <a:cs typeface="Montserrat"/>
                <a:sym typeface="Montserrat"/>
              </a:rPr>
              <a:t>, des infographies et des images de </a:t>
            </a:r>
            <a:r>
              <a:rPr lang="en" sz="1200" b="1">
                <a:solidFill>
                  <a:schemeClr val="lt1"/>
                </a:solidFill>
                <a:uFill>
                  <a:noFill/>
                </a:uFill>
                <a:latin typeface="Montserrat"/>
                <a:ea typeface="Montserrat"/>
                <a:cs typeface="Montserrat"/>
                <a:sym typeface="Montserrat"/>
                <a:hlinkClick r:id="rId4">
                  <a:extLst>
                    <a:ext uri="{A12FA001-AC4F-418D-AE19-62706E023703}">
                      <ahyp:hlinkClr xmlns:ahyp="http://schemas.microsoft.com/office/drawing/2018/hyperlinkcolor" val="tx"/>
                    </a:ext>
                  </a:extLst>
                </a:hlinkClick>
              </a:rPr>
              <a:t>Freepik</a:t>
            </a:r>
            <a:endParaRPr sz="1200" b="1">
              <a:solidFill>
                <a:schemeClr val="lt1"/>
              </a:solidFill>
              <a:latin typeface="Montserrat"/>
              <a:ea typeface="Montserrat"/>
              <a:cs typeface="Montserrat"/>
              <a:sym typeface="Montserrat"/>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ackground">
  <p:cSld name="CUSTOM_7">
    <p:spTree>
      <p:nvGrpSpPr>
        <p:cNvPr id="1" name="Shape 870"/>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ackground 1">
  <p:cSld name="CUSTOM_7_1">
    <p:spTree>
      <p:nvGrpSpPr>
        <p:cNvPr id="1" name="Shape 871"/>
        <p:cNvGrpSpPr/>
        <p:nvPr/>
      </p:nvGrpSpPr>
      <p:grpSpPr>
        <a:xfrm>
          <a:off x="0" y="0"/>
          <a:ext cx="0" cy="0"/>
          <a:chOff x="0" y="0"/>
          <a:chExt cx="0" cy="0"/>
        </a:xfrm>
      </p:grpSpPr>
      <p:grpSp>
        <p:nvGrpSpPr>
          <p:cNvPr id="872" name="Google Shape;872;p24"/>
          <p:cNvGrpSpPr/>
          <p:nvPr/>
        </p:nvGrpSpPr>
        <p:grpSpPr>
          <a:xfrm>
            <a:off x="8352588" y="816213"/>
            <a:ext cx="1040638" cy="901375"/>
            <a:chOff x="8457538" y="810363"/>
            <a:chExt cx="1040638" cy="901375"/>
          </a:xfrm>
        </p:grpSpPr>
        <p:grpSp>
          <p:nvGrpSpPr>
            <p:cNvPr id="873" name="Google Shape;873;p24"/>
            <p:cNvGrpSpPr/>
            <p:nvPr/>
          </p:nvGrpSpPr>
          <p:grpSpPr>
            <a:xfrm>
              <a:off x="8781450" y="810363"/>
              <a:ext cx="716725" cy="901375"/>
              <a:chOff x="-3888525" y="-2483300"/>
              <a:chExt cx="716725" cy="901375"/>
            </a:xfrm>
          </p:grpSpPr>
          <p:sp>
            <p:nvSpPr>
              <p:cNvPr id="874" name="Google Shape;874;p24"/>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24"/>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 name="Google Shape;876;p24"/>
            <p:cNvGrpSpPr/>
            <p:nvPr/>
          </p:nvGrpSpPr>
          <p:grpSpPr>
            <a:xfrm>
              <a:off x="8457538" y="1331488"/>
              <a:ext cx="323925" cy="323650"/>
              <a:chOff x="1608625" y="299800"/>
              <a:chExt cx="323925" cy="323650"/>
            </a:xfrm>
          </p:grpSpPr>
          <p:sp>
            <p:nvSpPr>
              <p:cNvPr id="877" name="Google Shape;877;p24"/>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24"/>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24"/>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0" name="Google Shape;880;p24"/>
          <p:cNvGrpSpPr/>
          <p:nvPr/>
        </p:nvGrpSpPr>
        <p:grpSpPr>
          <a:xfrm>
            <a:off x="4841575" y="4619788"/>
            <a:ext cx="1040638" cy="901375"/>
            <a:chOff x="8457538" y="810363"/>
            <a:chExt cx="1040638" cy="901375"/>
          </a:xfrm>
        </p:grpSpPr>
        <p:grpSp>
          <p:nvGrpSpPr>
            <p:cNvPr id="881" name="Google Shape;881;p24"/>
            <p:cNvGrpSpPr/>
            <p:nvPr/>
          </p:nvGrpSpPr>
          <p:grpSpPr>
            <a:xfrm>
              <a:off x="8781450" y="810363"/>
              <a:ext cx="716725" cy="901375"/>
              <a:chOff x="-3888525" y="-2483300"/>
              <a:chExt cx="716725" cy="901375"/>
            </a:xfrm>
          </p:grpSpPr>
          <p:sp>
            <p:nvSpPr>
              <p:cNvPr id="882" name="Google Shape;882;p24"/>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24"/>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 name="Google Shape;884;p24"/>
            <p:cNvGrpSpPr/>
            <p:nvPr/>
          </p:nvGrpSpPr>
          <p:grpSpPr>
            <a:xfrm>
              <a:off x="8457538" y="1331488"/>
              <a:ext cx="323925" cy="323650"/>
              <a:chOff x="1608625" y="299800"/>
              <a:chExt cx="323925" cy="323650"/>
            </a:xfrm>
          </p:grpSpPr>
          <p:sp>
            <p:nvSpPr>
              <p:cNvPr id="885" name="Google Shape;885;p24"/>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24"/>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24"/>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8" name="Google Shape;888;p24"/>
          <p:cNvGrpSpPr/>
          <p:nvPr/>
        </p:nvGrpSpPr>
        <p:grpSpPr>
          <a:xfrm>
            <a:off x="8352591" y="196800"/>
            <a:ext cx="713803" cy="706547"/>
            <a:chOff x="-4017975" y="616650"/>
            <a:chExt cx="814100" cy="805825"/>
          </a:xfrm>
        </p:grpSpPr>
        <p:sp>
          <p:nvSpPr>
            <p:cNvPr id="889" name="Google Shape;889;p24"/>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24"/>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24"/>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24"/>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 name="Google Shape;893;p24"/>
          <p:cNvGrpSpPr/>
          <p:nvPr/>
        </p:nvGrpSpPr>
        <p:grpSpPr>
          <a:xfrm rot="10800000">
            <a:off x="-728606" y="92693"/>
            <a:ext cx="1803578" cy="1592367"/>
            <a:chOff x="-4912150" y="-393637"/>
            <a:chExt cx="2057000" cy="1816112"/>
          </a:xfrm>
        </p:grpSpPr>
        <p:sp>
          <p:nvSpPr>
            <p:cNvPr id="894" name="Google Shape;894;p24"/>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24"/>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24"/>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24"/>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24"/>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24"/>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24"/>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 name="Google Shape;901;p24"/>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24"/>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24"/>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24"/>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24"/>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24"/>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24"/>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24"/>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24"/>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24"/>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24"/>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24"/>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916"/>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917"/>
        <p:cNvGrpSpPr/>
        <p:nvPr/>
      </p:nvGrpSpPr>
      <p:grpSpPr>
        <a:xfrm>
          <a:off x="0" y="0"/>
          <a:ext cx="0" cy="0"/>
          <a:chOff x="0" y="0"/>
          <a:chExt cx="0" cy="0"/>
        </a:xfrm>
      </p:grpSpPr>
      <p:sp>
        <p:nvSpPr>
          <p:cNvPr id="918" name="Google Shape;918;p27"/>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5.xml"/><Relationship Id="rId1"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0" rIns="91425" bIns="0" anchor="t" anchorCtr="0">
            <a:noAutofit/>
          </a:bodyPr>
          <a:lstStyle>
            <a:lvl1pPr lvl="0">
              <a:lnSpc>
                <a:spcPct val="100000"/>
              </a:lnSpc>
              <a:spcBef>
                <a:spcPts val="0"/>
              </a:spcBef>
              <a:spcAft>
                <a:spcPts val="0"/>
              </a:spcAft>
              <a:buClr>
                <a:schemeClr val="lt1"/>
              </a:buClr>
              <a:buSzPts val="2800"/>
              <a:buFont typeface="Montserrat"/>
              <a:buNone/>
              <a:defRPr sz="2800" b="1">
                <a:solidFill>
                  <a:schemeClr val="lt1"/>
                </a:solidFill>
                <a:latin typeface="Montserrat"/>
                <a:ea typeface="Montserrat"/>
                <a:cs typeface="Montserrat"/>
                <a:sym typeface="Montserrat"/>
              </a:defRPr>
            </a:lvl1pPr>
            <a:lvl2pPr lvl="1">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2pPr>
            <a:lvl3pPr lvl="2">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3pPr>
            <a:lvl4pPr lvl="3">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4pPr>
            <a:lvl5pPr lvl="4">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5pPr>
            <a:lvl6pPr lvl="5">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6pPr>
            <a:lvl7pPr lvl="6">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7pPr>
            <a:lvl8pPr lvl="7">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8pPr>
            <a:lvl9pPr lvl="8">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0" rIns="91425" bIns="0" anchor="t" anchorCtr="0">
            <a:noAutofit/>
          </a:bodyPr>
          <a:lstStyle>
            <a:lvl1pPr marL="457200" lvl="0"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1pPr>
            <a:lvl2pPr marL="914400" lvl="1"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2pPr>
            <a:lvl3pPr marL="1371600" lvl="2"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3pPr>
            <a:lvl4pPr marL="1828800" lvl="3"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4pPr>
            <a:lvl5pPr marL="2286000" lvl="4"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5pPr>
            <a:lvl6pPr marL="2743200" lvl="5"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6pPr>
            <a:lvl7pPr marL="3200400" lvl="6"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7pPr>
            <a:lvl8pPr marL="3657600" lvl="7"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8pPr>
            <a:lvl9pPr marL="4114800" lvl="8"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913"/>
        <p:cNvGrpSpPr/>
        <p:nvPr/>
      </p:nvGrpSpPr>
      <p:grpSpPr>
        <a:xfrm>
          <a:off x="0" y="0"/>
          <a:ext cx="0" cy="0"/>
          <a:chOff x="0" y="0"/>
          <a:chExt cx="0" cy="0"/>
        </a:xfrm>
      </p:grpSpPr>
      <p:sp>
        <p:nvSpPr>
          <p:cNvPr id="914" name="Google Shape;914;p25"/>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915" name="Google Shape;915;p25"/>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1" r:id="rId1"/>
    <p:sldLayoutId id="2147483672"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6.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6.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6.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6.xml"/><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6.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6.xml"/><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16.xml"/><Relationship Id="rId5" Type="http://schemas.openxmlformats.org/officeDocument/2006/relationships/image" Target="../media/image20.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14.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14.xml"/><Relationship Id="rId5" Type="http://schemas.openxmlformats.org/officeDocument/2006/relationships/image" Target="../media/image25.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4.xml"/><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14.xml"/><Relationship Id="rId6" Type="http://schemas.openxmlformats.org/officeDocument/2006/relationships/image" Target="../media/image28.png"/><Relationship Id="rId5" Type="http://schemas.openxmlformats.org/officeDocument/2006/relationships/image" Target="../media/image150.png"/><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14.xml"/><Relationship Id="rId5" Type="http://schemas.openxmlformats.org/officeDocument/2006/relationships/image" Target="../media/image200.png"/><Relationship Id="rId4" Type="http://schemas.openxmlformats.org/officeDocument/2006/relationships/image" Target="../media/image190.png"/></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14.xml"/><Relationship Id="rId5" Type="http://schemas.openxmlformats.org/officeDocument/2006/relationships/image" Target="../media/image33.jp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29.xml"/><Relationship Id="rId1" Type="http://schemas.openxmlformats.org/officeDocument/2006/relationships/slideLayout" Target="../slideLayouts/slideLayout14.xml"/><Relationship Id="rId4" Type="http://schemas.openxmlformats.org/officeDocument/2006/relationships/image" Target="../media/image34.png"/></Relationships>
</file>

<file path=ppt/slides/_rels/slide30.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30.xml"/><Relationship Id="rId1" Type="http://schemas.openxmlformats.org/officeDocument/2006/relationships/slideLayout" Target="../slideLayouts/slideLayout14.xml"/><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31.xml"/><Relationship Id="rId1" Type="http://schemas.openxmlformats.org/officeDocument/2006/relationships/slideLayout" Target="../slideLayouts/slideLayout14.xml"/><Relationship Id="rId5" Type="http://schemas.openxmlformats.org/officeDocument/2006/relationships/image" Target="../media/image37.png"/><Relationship Id="rId4" Type="http://schemas.openxmlformats.org/officeDocument/2006/relationships/image" Target="../media/image36.png"/></Relationships>
</file>

<file path=ppt/slides/_rels/slide32.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32.xml"/><Relationship Id="rId1" Type="http://schemas.openxmlformats.org/officeDocument/2006/relationships/slideLayout" Target="../slideLayouts/slideLayout14.xml"/><Relationship Id="rId4" Type="http://schemas.openxmlformats.org/officeDocument/2006/relationships/image" Target="../media/image38.png"/></Relationships>
</file>

<file path=ppt/slides/_rels/slide33.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33.xml"/><Relationship Id="rId1" Type="http://schemas.openxmlformats.org/officeDocument/2006/relationships/slideLayout" Target="../slideLayouts/slideLayout14.xml"/><Relationship Id="rId4" Type="http://schemas.openxmlformats.org/officeDocument/2006/relationships/image" Target="../media/image39.png"/></Relationships>
</file>

<file path=ppt/slides/_rels/slide34.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34.xml"/><Relationship Id="rId1" Type="http://schemas.openxmlformats.org/officeDocument/2006/relationships/slideLayout" Target="../slideLayouts/slideLayout14.xml"/><Relationship Id="rId5" Type="http://schemas.openxmlformats.org/officeDocument/2006/relationships/image" Target="../media/image41.jpg"/><Relationship Id="rId4" Type="http://schemas.openxmlformats.org/officeDocument/2006/relationships/image" Target="../media/image40.jpg"/></Relationships>
</file>

<file path=ppt/slides/_rels/slide35.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35.xml"/><Relationship Id="rId1" Type="http://schemas.openxmlformats.org/officeDocument/2006/relationships/slideLayout" Target="../slideLayouts/slideLayout14.xml"/><Relationship Id="rId4" Type="http://schemas.openxmlformats.org/officeDocument/2006/relationships/image" Target="../media/image42.jpg"/></Relationships>
</file>

<file path=ppt/slides/_rels/slide36.xml.rels><?xml version="1.0" encoding="UTF-8" standalone="yes"?>
<Relationships xmlns="http://schemas.openxmlformats.org/package/2006/relationships"><Relationship Id="rId3" Type="http://schemas.openxmlformats.org/officeDocument/2006/relationships/image" Target="../media/image43.jpg"/><Relationship Id="rId2" Type="http://schemas.openxmlformats.org/officeDocument/2006/relationships/notesSlide" Target="../notesSlides/notesSlide36.xml"/><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0.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hyperlink" Target="https://docs.google.com/spreadsheets/d/1r1g_Iv7TtQamF_qoXS-0t_TS2o80QkVui6LYj0THQkM/copy#gid=1654711040" TargetMode="External"/><Relationship Id="rId7" Type="http://schemas.openxmlformats.org/officeDocument/2006/relationships/image" Target="../media/image45.png"/><Relationship Id="rId2" Type="http://schemas.openxmlformats.org/officeDocument/2006/relationships/notesSlide" Target="../notesSlides/notesSlide42.xml"/><Relationship Id="rId1" Type="http://schemas.openxmlformats.org/officeDocument/2006/relationships/slideLayout" Target="../slideLayouts/slideLayout5.xml"/><Relationship Id="rId6" Type="http://schemas.openxmlformats.org/officeDocument/2006/relationships/hyperlink" Target="https://docs.google.com/spreadsheets/d/1r1g_Iv7TtQamF_qoXS-0t_TS2o80QkVui6LYj0THQkM/copy#gid=1669512786" TargetMode="External"/><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image" Target="../media/image44.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8.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7.xml"/></Relationships>
</file>

<file path=ppt/slides/_rels/slide45.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9.xml"/></Relationships>
</file>

<file path=ppt/slides/_rels/slide49.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49.xml"/><Relationship Id="rId1" Type="http://schemas.openxmlformats.org/officeDocument/2006/relationships/slideLayout" Target="../slideLayouts/slideLayout6.xml"/><Relationship Id="rId5" Type="http://schemas.openxmlformats.org/officeDocument/2006/relationships/image" Target="../media/image49.png"/><Relationship Id="rId4" Type="http://schemas.openxmlformats.org/officeDocument/2006/relationships/image" Target="../media/image48.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1.xml"/></Relationships>
</file>

<file path=ppt/slides/_rels/slide51.xml.rels><?xml version="1.0" encoding="UTF-8" standalone="yes"?>
<Relationships xmlns="http://schemas.openxmlformats.org/package/2006/relationships"><Relationship Id="rId3" Type="http://schemas.openxmlformats.org/officeDocument/2006/relationships/hyperlink" Target="https://www.freepik.com/free-vector/circuits-blue-red-gradient-digital-background_12067352.htm/?utm_source=slidesgo_template&amp;utm_medium=referral-link&amp;utm_campaign=sg_resources&amp;utm_content=freepik" TargetMode="External"/><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hyperlink" Target="https://www.freepik.com/free-vector/flat-minimal-technology-twitch-background_18039050.htm/?utm_source=slidesgo_template&amp;utm_medium=referral-link&amp;utm_campaign=sg_resources&amp;utm_content=freepik" TargetMode="External"/><Relationship Id="rId2" Type="http://schemas.openxmlformats.org/officeDocument/2006/relationships/notesSlide" Target="../notesSlides/notesSlide52.xml"/><Relationship Id="rId1" Type="http://schemas.openxmlformats.org/officeDocument/2006/relationships/slideLayout" Target="../slideLayouts/slideLayout3.xml"/><Relationship Id="rId5" Type="http://schemas.openxmlformats.org/officeDocument/2006/relationships/hyperlink" Target="https://www.freepik.com/free-photo/people-working-as-team-company_19534447.htm/?utm_source=slidesgo_template&amp;utm_medium=referral-link&amp;utm_campaign=sg_resources&amp;utm_content=freepik" TargetMode="External"/><Relationship Id="rId4" Type="http://schemas.openxmlformats.org/officeDocument/2006/relationships/hyperlink" Target="https://www.freepik.com/free-photo/beautiful-women-working-together-startup-company_18843627.htm/?utm_source=slidesgo_template&amp;utm_medium=referral-link&amp;utm_campaign=sg_resources&amp;utm_content=freepik"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bit.ly/33VAFh3" TargetMode="External"/><Relationship Id="rId2" Type="http://schemas.openxmlformats.org/officeDocument/2006/relationships/notesSlide" Target="../notesSlides/notesSlide53.xml"/><Relationship Id="rId1" Type="http://schemas.openxmlformats.org/officeDocument/2006/relationships/slideLayout" Target="../slideLayouts/slideLayout25.xml"/><Relationship Id="rId6" Type="http://schemas.openxmlformats.org/officeDocument/2006/relationships/slide" Target="slide50.xml"/><Relationship Id="rId5" Type="http://schemas.openxmlformats.org/officeDocument/2006/relationships/hyperlink" Target="http://bit.ly/2PfT4lq" TargetMode="External"/><Relationship Id="rId4" Type="http://schemas.openxmlformats.org/officeDocument/2006/relationships/hyperlink" Target="http://bit.ly/30B07Gq" TargetMode="External"/></Relationships>
</file>

<file path=ppt/slides/_rels/slide54.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4.xml"/><Relationship Id="rId1" Type="http://schemas.openxmlformats.org/officeDocument/2006/relationships/slideLayout" Target="../slideLayouts/slideLayout25.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50.xml"/></Relationships>
</file>

<file path=ppt/slides/_rels/slide55.xml.rels><?xml version="1.0" encoding="UTF-8" standalone="yes"?>
<Relationships xmlns="http://schemas.openxmlformats.org/package/2006/relationships"><Relationship Id="rId3" Type="http://schemas.openxmlformats.org/officeDocument/2006/relationships/hyperlink" Target="https://fonts.google.com/specimen/Montserrat" TargetMode="External"/><Relationship Id="rId2" Type="http://schemas.openxmlformats.org/officeDocument/2006/relationships/notesSlide" Target="../notesSlides/notesSlide55.xml"/><Relationship Id="rId1" Type="http://schemas.openxmlformats.org/officeDocument/2006/relationships/slideLayout" Target="../slideLayouts/slideLayout25.xml"/></Relationships>
</file>

<file path=ppt/slides/_rels/slide56.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54.png"/><Relationship Id="rId2" Type="http://schemas.openxmlformats.org/officeDocument/2006/relationships/notesSlide" Target="../notesSlides/notesSlide56.xml"/><Relationship Id="rId1" Type="http://schemas.openxmlformats.org/officeDocument/2006/relationships/slideLayout" Target="../slideLayouts/slideLayout25.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53.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52.png"/><Relationship Id="rId4" Type="http://schemas.openxmlformats.org/officeDocument/2006/relationships/image" Target="../media/image50.png"/><Relationship Id="rId9" Type="http://schemas.openxmlformats.org/officeDocument/2006/relationships/image" Target="../media/image51.png"/></Relationships>
</file>

<file path=ppt/slides/_rels/slide57.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57.xml"/><Relationship Id="rId1" Type="http://schemas.openxmlformats.org/officeDocument/2006/relationships/slideLayout" Target="../slideLayouts/slideLayout2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63.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63.xml"/><Relationship Id="rId1" Type="http://schemas.openxmlformats.org/officeDocument/2006/relationships/slideLayout" Target="../slideLayouts/slideLayout2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70.xml"/><Relationship Id="rId1" Type="http://schemas.openxmlformats.org/officeDocument/2006/relationships/slideLayout" Target="../slideLayouts/slideLayout24.xml"/><Relationship Id="rId4"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2"/>
        <p:cNvGrpSpPr/>
        <p:nvPr/>
      </p:nvGrpSpPr>
      <p:grpSpPr>
        <a:xfrm>
          <a:off x="0" y="0"/>
          <a:ext cx="0" cy="0"/>
          <a:chOff x="0" y="0"/>
          <a:chExt cx="0" cy="0"/>
        </a:xfrm>
      </p:grpSpPr>
      <p:sp>
        <p:nvSpPr>
          <p:cNvPr id="923" name="!!4"/>
          <p:cNvSpPr txBox="1">
            <a:spLocks noGrp="1"/>
          </p:cNvSpPr>
          <p:nvPr>
            <p:ph type="ctrTitle"/>
          </p:nvPr>
        </p:nvSpPr>
        <p:spPr>
          <a:xfrm flipH="1">
            <a:off x="743324" y="1312330"/>
            <a:ext cx="6952800" cy="1302088"/>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sz="2800" b="0" dirty="0">
                <a:solidFill>
                  <a:srgbClr val="0070C0"/>
                </a:solidFill>
                <a:latin typeface="Montserrat Medium"/>
                <a:sym typeface="Montserrat Medium"/>
              </a:rPr>
              <a:t>DIGITAL SIGNAL PROCESSING</a:t>
            </a:r>
            <a:br>
              <a:rPr lang="en" sz="2800" b="0" dirty="0">
                <a:latin typeface="Montserrat Medium"/>
                <a:sym typeface="Montserrat Medium"/>
              </a:rPr>
            </a:br>
            <a:r>
              <a:rPr lang="en" sz="2800" dirty="0"/>
              <a:t>SPEECH AND SILENCE SEGMENTATION</a:t>
            </a:r>
            <a:endParaRPr sz="2800" dirty="0"/>
          </a:p>
        </p:txBody>
      </p:sp>
      <p:sp>
        <p:nvSpPr>
          <p:cNvPr id="924" name="Google Shape;924;p28"/>
          <p:cNvSpPr txBox="1">
            <a:spLocks noGrp="1"/>
          </p:cNvSpPr>
          <p:nvPr>
            <p:ph type="subTitle" idx="1"/>
          </p:nvPr>
        </p:nvSpPr>
        <p:spPr>
          <a:xfrm flipH="1">
            <a:off x="743324" y="2911203"/>
            <a:ext cx="6952800" cy="1640685"/>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sz="1400" dirty="0"/>
              <a:t>Instructor: </a:t>
            </a:r>
            <a:r>
              <a:rPr lang="en" sz="1400" b="1" dirty="0"/>
              <a:t>Dr. Ninh Khánh Duy</a:t>
            </a:r>
          </a:p>
          <a:p>
            <a:pPr marL="0" lvl="0" indent="0" algn="l" rtl="0">
              <a:spcBef>
                <a:spcPts val="0"/>
              </a:spcBef>
              <a:spcAft>
                <a:spcPts val="0"/>
              </a:spcAft>
              <a:buNone/>
            </a:pPr>
            <a:r>
              <a:rPr lang="en" sz="1400" dirty="0"/>
              <a:t>Class: </a:t>
            </a:r>
            <a:r>
              <a:rPr lang="en" sz="1400" b="1" dirty="0"/>
              <a:t>24.Nh12</a:t>
            </a:r>
          </a:p>
          <a:p>
            <a:pPr marL="0" lvl="0" indent="0" algn="l" rtl="0">
              <a:spcBef>
                <a:spcPts val="0"/>
              </a:spcBef>
              <a:spcAft>
                <a:spcPts val="0"/>
              </a:spcAft>
              <a:buNone/>
            </a:pPr>
            <a:r>
              <a:rPr lang="en" sz="1400" dirty="0"/>
              <a:t>Group: </a:t>
            </a:r>
            <a:r>
              <a:rPr lang="en" sz="1400" b="1" dirty="0"/>
              <a:t>25</a:t>
            </a:r>
          </a:p>
          <a:p>
            <a:pPr marL="0" lvl="0" indent="0" algn="l" rtl="0">
              <a:spcBef>
                <a:spcPts val="0"/>
              </a:spcBef>
              <a:spcAft>
                <a:spcPts val="0"/>
              </a:spcAft>
              <a:buNone/>
            </a:pPr>
            <a:r>
              <a:rPr lang="en" sz="1400" dirty="0"/>
              <a:t>Students:</a:t>
            </a:r>
          </a:p>
          <a:p>
            <a:pPr marL="742950" lvl="1" indent="-285750" algn="l">
              <a:buFont typeface="Arial" panose="020B0604020202020204" pitchFamily="34" charset="0"/>
              <a:buChar char="•"/>
            </a:pPr>
            <a:r>
              <a:rPr lang="en-US" sz="1400" b="1" dirty="0"/>
              <a:t>Phan Thanh Duy</a:t>
            </a:r>
            <a:r>
              <a:rPr lang="en-US" sz="1400" dirty="0"/>
              <a:t> – 102240130 – 24T_DT3</a:t>
            </a:r>
          </a:p>
          <a:p>
            <a:pPr marL="742950" lvl="1" indent="-285750" algn="l">
              <a:buFont typeface="Arial" panose="020B0604020202020204" pitchFamily="34" charset="0"/>
              <a:buChar char="•"/>
            </a:pPr>
            <a:r>
              <a:rPr lang="en-US" sz="1400" b="1" dirty="0"/>
              <a:t>Nguyễn Hoàng Hiếu </a:t>
            </a:r>
            <a:r>
              <a:rPr lang="en-US" sz="1400" dirty="0"/>
              <a:t>– 102240135 – 24T_DT3</a:t>
            </a:r>
          </a:p>
          <a:p>
            <a:pPr marL="742950" lvl="1" indent="-285750" algn="l">
              <a:buFont typeface="Arial" panose="020B0604020202020204" pitchFamily="34" charset="0"/>
              <a:buChar char="•"/>
            </a:pPr>
            <a:r>
              <a:rPr lang="en-US" sz="1400" b="1" dirty="0"/>
              <a:t>Huỳnh Hiếu Nghĩa </a:t>
            </a:r>
            <a:r>
              <a:rPr lang="en-US" sz="1400" dirty="0"/>
              <a:t>– 102240152 – 24T_DT3</a:t>
            </a:r>
            <a:endParaRPr sz="1400" dirty="0"/>
          </a:p>
        </p:txBody>
      </p:sp>
      <p:sp>
        <p:nvSpPr>
          <p:cNvPr id="925" name="Google Shape;925;p28"/>
          <p:cNvSpPr/>
          <p:nvPr/>
        </p:nvSpPr>
        <p:spPr>
          <a:xfrm flipH="1">
            <a:off x="-186582" y="5584563"/>
            <a:ext cx="29" cy="29"/>
          </a:xfrm>
          <a:custGeom>
            <a:avLst/>
            <a:gdLst/>
            <a:ahLst/>
            <a:cxnLst/>
            <a:rect l="l" t="t" r="r" b="b"/>
            <a:pathLst>
              <a:path w="1" h="1" fill="none" extrusionOk="0">
                <a:moveTo>
                  <a:pt x="1" y="1"/>
                </a:moveTo>
                <a:lnTo>
                  <a:pt x="1" y="1"/>
                </a:lnTo>
                <a:close/>
              </a:path>
            </a:pathLst>
          </a:custGeom>
          <a:solidFill>
            <a:schemeClr val="lt1"/>
          </a:solidFill>
          <a:ln w="565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6" name="Google Shape;926;p28"/>
          <p:cNvGrpSpPr/>
          <p:nvPr/>
        </p:nvGrpSpPr>
        <p:grpSpPr>
          <a:xfrm flipH="1">
            <a:off x="6613712" y="3446838"/>
            <a:ext cx="1929500" cy="2210100"/>
            <a:chOff x="295725" y="-3462825"/>
            <a:chExt cx="1929500" cy="2210100"/>
          </a:xfrm>
        </p:grpSpPr>
        <p:sp>
          <p:nvSpPr>
            <p:cNvPr id="927" name="Google Shape;927;p28"/>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8"/>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28"/>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28"/>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28"/>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8"/>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8"/>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28"/>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28"/>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28"/>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8"/>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28"/>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28"/>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28"/>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28"/>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28"/>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28"/>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28"/>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28"/>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28"/>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28"/>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28"/>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28"/>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28"/>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28"/>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 name="Google Shape;952;p28"/>
          <p:cNvGrpSpPr/>
          <p:nvPr/>
        </p:nvGrpSpPr>
        <p:grpSpPr>
          <a:xfrm>
            <a:off x="948060" y="3973813"/>
            <a:ext cx="1040638" cy="901375"/>
            <a:chOff x="948060" y="3972813"/>
            <a:chExt cx="1040638" cy="901375"/>
          </a:xfrm>
        </p:grpSpPr>
        <p:grpSp>
          <p:nvGrpSpPr>
            <p:cNvPr id="953" name="Google Shape;953;p28"/>
            <p:cNvGrpSpPr/>
            <p:nvPr/>
          </p:nvGrpSpPr>
          <p:grpSpPr>
            <a:xfrm flipH="1">
              <a:off x="948060" y="3972813"/>
              <a:ext cx="716725" cy="901375"/>
              <a:chOff x="-3888525" y="-2483300"/>
              <a:chExt cx="716725" cy="901375"/>
            </a:xfrm>
          </p:grpSpPr>
          <p:sp>
            <p:nvSpPr>
              <p:cNvPr id="954" name="Google Shape;954;p28"/>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28"/>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 name="Google Shape;956;p28"/>
            <p:cNvGrpSpPr/>
            <p:nvPr/>
          </p:nvGrpSpPr>
          <p:grpSpPr>
            <a:xfrm flipH="1">
              <a:off x="1664772" y="4493938"/>
              <a:ext cx="323925" cy="323650"/>
              <a:chOff x="1608625" y="299800"/>
              <a:chExt cx="323925" cy="323650"/>
            </a:xfrm>
          </p:grpSpPr>
          <p:sp>
            <p:nvSpPr>
              <p:cNvPr id="957" name="Google Shape;957;p28"/>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8"/>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8"/>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0" name="!!3"/>
          <p:cNvGrpSpPr/>
          <p:nvPr/>
        </p:nvGrpSpPr>
        <p:grpSpPr>
          <a:xfrm>
            <a:off x="844385" y="2575157"/>
            <a:ext cx="4208350" cy="192185"/>
            <a:chOff x="948060" y="2996029"/>
            <a:chExt cx="4208350" cy="192185"/>
          </a:xfrm>
        </p:grpSpPr>
        <p:sp>
          <p:nvSpPr>
            <p:cNvPr id="961" name="Google Shape;961;p28"/>
            <p:cNvSpPr/>
            <p:nvPr/>
          </p:nvSpPr>
          <p:spPr>
            <a:xfrm rot="-2700000" flipH="1">
              <a:off x="1692865" y="3024234"/>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62" name="Google Shape;962;p28"/>
            <p:cNvCxnSpPr>
              <a:stCxn id="963" idx="6"/>
              <a:endCxn id="964" idx="2"/>
            </p:cNvCxnSpPr>
            <p:nvPr/>
          </p:nvCxnSpPr>
          <p:spPr>
            <a:xfrm rot="10800000">
              <a:off x="1005010" y="3091118"/>
              <a:ext cx="4094400" cy="0"/>
            </a:xfrm>
            <a:prstGeom prst="straightConnector1">
              <a:avLst/>
            </a:prstGeom>
            <a:noFill/>
            <a:ln w="9525" cap="flat" cmpd="sng">
              <a:solidFill>
                <a:schemeClr val="lt1"/>
              </a:solidFill>
              <a:prstDash val="solid"/>
              <a:round/>
              <a:headEnd type="none" w="med" len="med"/>
              <a:tailEnd type="none" w="med" len="med"/>
            </a:ln>
          </p:spPr>
        </p:cxnSp>
        <p:sp>
          <p:nvSpPr>
            <p:cNvPr id="963" name="Google Shape;963;p28"/>
            <p:cNvSpPr/>
            <p:nvPr/>
          </p:nvSpPr>
          <p:spPr>
            <a:xfrm flipH="1">
              <a:off x="5099410" y="3062618"/>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8"/>
            <p:cNvSpPr/>
            <p:nvPr/>
          </p:nvSpPr>
          <p:spPr>
            <a:xfrm flipH="1">
              <a:off x="948060" y="306264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Freeform 8">
            <a:extLst>
              <a:ext uri="{FF2B5EF4-FFF2-40B4-BE49-F238E27FC236}">
                <a16:creationId xmlns:a16="http://schemas.microsoft.com/office/drawing/2014/main" id="{88E7451B-84AC-51FD-201A-3F7DED00C5C9}"/>
              </a:ext>
            </a:extLst>
          </p:cNvPr>
          <p:cNvSpPr/>
          <p:nvPr/>
        </p:nvSpPr>
        <p:spPr>
          <a:xfrm>
            <a:off x="325024" y="129906"/>
            <a:ext cx="757350" cy="790619"/>
          </a:xfrm>
          <a:custGeom>
            <a:avLst/>
            <a:gdLst/>
            <a:ahLst/>
            <a:cxnLst/>
            <a:rect l="l" t="t" r="r" b="b"/>
            <a:pathLst>
              <a:path w="1344936" h="1404015">
                <a:moveTo>
                  <a:pt x="0" y="0"/>
                </a:moveTo>
                <a:lnTo>
                  <a:pt x="1344936" y="0"/>
                </a:lnTo>
                <a:lnTo>
                  <a:pt x="1344936" y="1404015"/>
                </a:lnTo>
                <a:lnTo>
                  <a:pt x="0" y="1404015"/>
                </a:lnTo>
                <a:lnTo>
                  <a:pt x="0" y="0"/>
                </a:lnTo>
                <a:close/>
              </a:path>
            </a:pathLst>
          </a:custGeom>
          <a:blipFill>
            <a:blip r:embed="rId3"/>
            <a:stretch>
              <a:fillRect l="-5502" t="-2761" r="-5925" b="-3977"/>
            </a:stretch>
          </a:blipFill>
        </p:spPr>
        <p:txBody>
          <a:bodyPr/>
          <a:lstStyle/>
          <a:p>
            <a:endParaRPr lang="en-US" dirty="0"/>
          </a:p>
        </p:txBody>
      </p:sp>
      <p:sp>
        <p:nvSpPr>
          <p:cNvPr id="3" name="TextBox 9">
            <a:extLst>
              <a:ext uri="{FF2B5EF4-FFF2-40B4-BE49-F238E27FC236}">
                <a16:creationId xmlns:a16="http://schemas.microsoft.com/office/drawing/2014/main" id="{3F496BDD-1524-F04C-C6CE-C173D16EDAD0}"/>
              </a:ext>
            </a:extLst>
          </p:cNvPr>
          <p:cNvSpPr txBox="1"/>
          <p:nvPr/>
        </p:nvSpPr>
        <p:spPr>
          <a:xfrm>
            <a:off x="2627296" y="129906"/>
            <a:ext cx="3889408" cy="707886"/>
          </a:xfrm>
          <a:prstGeom prst="rect">
            <a:avLst/>
          </a:prstGeom>
        </p:spPr>
        <p:txBody>
          <a:bodyPr wrap="square" lIns="0" tIns="0" rIns="0" bIns="0" rtlCol="0" anchor="t">
            <a:spAutoFit/>
          </a:bodyPr>
          <a:lstStyle/>
          <a:p>
            <a:pPr algn="ctr">
              <a:spcBef>
                <a:spcPts val="300"/>
              </a:spcBef>
              <a:spcAft>
                <a:spcPts val="300"/>
              </a:spcAft>
            </a:pPr>
            <a:r>
              <a:rPr lang="en-US" sz="1200" dirty="0">
                <a:solidFill>
                  <a:srgbClr val="004AAD"/>
                </a:solidFill>
                <a:latin typeface="Montserrat"/>
                <a:ea typeface="Montserrat"/>
                <a:cs typeface="Montserrat"/>
                <a:sym typeface="Montserrat"/>
              </a:rPr>
              <a:t>THE UNIVERSITY OF DA NANG</a:t>
            </a:r>
          </a:p>
          <a:p>
            <a:pPr algn="ctr">
              <a:spcBef>
                <a:spcPts val="300"/>
              </a:spcBef>
              <a:spcAft>
                <a:spcPts val="300"/>
              </a:spcAft>
            </a:pPr>
            <a:r>
              <a:rPr lang="en-US" sz="1200" dirty="0">
                <a:solidFill>
                  <a:srgbClr val="004AAD"/>
                </a:solidFill>
                <a:latin typeface="Montserrat"/>
                <a:ea typeface="Montserrat"/>
                <a:cs typeface="Montserrat"/>
                <a:sym typeface="Montserrat"/>
              </a:rPr>
              <a:t>UNIVERSITY OF SCIENCE AND TECHNOLOGY</a:t>
            </a:r>
          </a:p>
          <a:p>
            <a:pPr algn="ctr">
              <a:spcBef>
                <a:spcPts val="300"/>
              </a:spcBef>
              <a:spcAft>
                <a:spcPts val="300"/>
              </a:spcAft>
            </a:pPr>
            <a:r>
              <a:rPr lang="en-US" sz="1200" b="1" dirty="0">
                <a:solidFill>
                  <a:srgbClr val="004AAD"/>
                </a:solidFill>
                <a:latin typeface="Montserrat Bold"/>
                <a:ea typeface="Montserrat Bold"/>
                <a:cs typeface="Montserrat Bold"/>
                <a:sym typeface="Montserrat Bold"/>
              </a:rPr>
              <a:t>IT FACULTY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3"/>
        <p:cNvGrpSpPr/>
        <p:nvPr/>
      </p:nvGrpSpPr>
      <p:grpSpPr>
        <a:xfrm>
          <a:off x="0" y="0"/>
          <a:ext cx="0" cy="0"/>
          <a:chOff x="0" y="0"/>
          <a:chExt cx="0" cy="0"/>
        </a:xfrm>
      </p:grpSpPr>
      <p:sp>
        <p:nvSpPr>
          <p:cNvPr id="984" name="!!4"/>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dirty="0"/>
              <a:t>TABLE OF CONTENTS</a:t>
            </a:r>
            <a:endParaRPr dirty="0"/>
          </a:p>
        </p:txBody>
      </p:sp>
      <p:sp>
        <p:nvSpPr>
          <p:cNvPr id="985" name="!!5"/>
          <p:cNvSpPr txBox="1">
            <a:spLocks noGrp="1"/>
          </p:cNvSpPr>
          <p:nvPr>
            <p:ph type="title" idx="2"/>
          </p:nvPr>
        </p:nvSpPr>
        <p:spPr>
          <a:xfrm flipH="1">
            <a:off x="573274" y="2140454"/>
            <a:ext cx="755189" cy="5727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dirty="0"/>
              <a:t>01</a:t>
            </a:r>
            <a:endParaRPr dirty="0"/>
          </a:p>
        </p:txBody>
      </p:sp>
      <p:sp>
        <p:nvSpPr>
          <p:cNvPr id="986" name="!!1"/>
          <p:cNvSpPr txBox="1">
            <a:spLocks noGrp="1"/>
          </p:cNvSpPr>
          <p:nvPr>
            <p:ph type="subTitle" idx="1"/>
          </p:nvPr>
        </p:nvSpPr>
        <p:spPr>
          <a:xfrm>
            <a:off x="319347" y="2976424"/>
            <a:ext cx="1195800" cy="3810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dirty="0"/>
              <a:t>Histogram</a:t>
            </a:r>
          </a:p>
          <a:p>
            <a:pPr marL="0" lvl="0" indent="0" algn="ctr" rtl="0">
              <a:spcBef>
                <a:spcPts val="0"/>
              </a:spcBef>
              <a:spcAft>
                <a:spcPts val="0"/>
              </a:spcAft>
              <a:buNone/>
            </a:pPr>
            <a:r>
              <a:rPr lang="en" dirty="0"/>
              <a:t>Algorithm</a:t>
            </a:r>
            <a:endParaRPr dirty="0"/>
          </a:p>
        </p:txBody>
      </p:sp>
      <p:grpSp>
        <p:nvGrpSpPr>
          <p:cNvPr id="991" name="Google Shape;991;p30"/>
          <p:cNvGrpSpPr/>
          <p:nvPr/>
        </p:nvGrpSpPr>
        <p:grpSpPr>
          <a:xfrm rot="10800000">
            <a:off x="7379194" y="-538557"/>
            <a:ext cx="1803578" cy="1592367"/>
            <a:chOff x="-4912150" y="-393637"/>
            <a:chExt cx="2057000" cy="1816112"/>
          </a:xfrm>
        </p:grpSpPr>
        <p:sp>
          <p:nvSpPr>
            <p:cNvPr id="992" name="Google Shape;992;p30"/>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30"/>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30"/>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30"/>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30"/>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30"/>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30"/>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30"/>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30"/>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30"/>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30"/>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30"/>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30"/>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30"/>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30"/>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30"/>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30"/>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30"/>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30"/>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1" name="Google Shape;1011;p30"/>
          <p:cNvSpPr txBox="1">
            <a:spLocks noGrp="1"/>
          </p:cNvSpPr>
          <p:nvPr>
            <p:ph type="title" idx="7"/>
          </p:nvPr>
        </p:nvSpPr>
        <p:spPr>
          <a:xfrm flipH="1">
            <a:off x="5382559" y="2153119"/>
            <a:ext cx="832085" cy="5727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t>03</a:t>
            </a:r>
            <a:endParaRPr dirty="0"/>
          </a:p>
        </p:txBody>
      </p:sp>
      <p:grpSp>
        <p:nvGrpSpPr>
          <p:cNvPr id="1017" name="!!3"/>
          <p:cNvGrpSpPr/>
          <p:nvPr/>
        </p:nvGrpSpPr>
        <p:grpSpPr>
          <a:xfrm>
            <a:off x="2868450" y="1078488"/>
            <a:ext cx="3407100" cy="135774"/>
            <a:chOff x="1512197" y="1097509"/>
            <a:chExt cx="3407100" cy="135774"/>
          </a:xfrm>
        </p:grpSpPr>
        <p:grpSp>
          <p:nvGrpSpPr>
            <p:cNvPr id="1018" name="Google Shape;1018;p30"/>
            <p:cNvGrpSpPr/>
            <p:nvPr/>
          </p:nvGrpSpPr>
          <p:grpSpPr>
            <a:xfrm>
              <a:off x="1512197" y="1097509"/>
              <a:ext cx="3350100" cy="135774"/>
              <a:chOff x="2944697" y="1097509"/>
              <a:chExt cx="3350100" cy="135774"/>
            </a:xfrm>
          </p:grpSpPr>
          <p:sp>
            <p:nvSpPr>
              <p:cNvPr id="1019" name="Google Shape;1019;p30"/>
              <p:cNvSpPr/>
              <p:nvPr/>
            </p:nvSpPr>
            <p:spPr>
              <a:xfrm rot="-2700000" flipH="1">
                <a:off x="4508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20" name="Google Shape;1020;p30"/>
              <p:cNvCxnSpPr>
                <a:cxnSpLocks/>
                <a:stCxn id="1021" idx="6"/>
                <a:endCxn id="1022" idx="2"/>
              </p:cNvCxnSpPr>
              <p:nvPr/>
            </p:nvCxnSpPr>
            <p:spPr>
              <a:xfrm rot="10800000">
                <a:off x="3001697" y="1164492"/>
                <a:ext cx="3293100" cy="900"/>
              </a:xfrm>
              <a:prstGeom prst="straightConnector1">
                <a:avLst/>
              </a:prstGeom>
              <a:noFill/>
              <a:ln w="9525" cap="flat" cmpd="sng">
                <a:solidFill>
                  <a:schemeClr val="lt1"/>
                </a:solidFill>
                <a:prstDash val="solid"/>
                <a:round/>
                <a:headEnd type="none" w="med" len="med"/>
                <a:tailEnd type="none" w="med" len="med"/>
              </a:ln>
            </p:spPr>
          </p:cxnSp>
          <p:sp>
            <p:nvSpPr>
              <p:cNvPr id="1022" name="Google Shape;1022;p30"/>
              <p:cNvSpPr/>
              <p:nvPr/>
            </p:nvSpPr>
            <p:spPr>
              <a:xfrm flipH="1">
                <a:off x="29446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sp>
          <p:nvSpPr>
            <p:cNvPr id="1021" name="Google Shape;1021;p30"/>
            <p:cNvSpPr/>
            <p:nvPr/>
          </p:nvSpPr>
          <p:spPr>
            <a:xfrm flipH="1">
              <a:off x="4862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 name="!!2"/>
          <p:cNvGrpSpPr/>
          <p:nvPr/>
        </p:nvGrpSpPr>
        <p:grpSpPr>
          <a:xfrm>
            <a:off x="917247" y="2781658"/>
            <a:ext cx="7148250" cy="80583"/>
            <a:chOff x="1148150" y="2414921"/>
            <a:chExt cx="6059195" cy="57000"/>
          </a:xfrm>
        </p:grpSpPr>
        <p:cxnSp>
          <p:nvCxnSpPr>
            <p:cNvPr id="1024" name="Google Shape;1024;p30"/>
            <p:cNvCxnSpPr>
              <a:cxnSpLocks/>
              <a:stCxn id="1025" idx="2"/>
              <a:endCxn id="1051" idx="2"/>
            </p:cNvCxnSpPr>
            <p:nvPr/>
          </p:nvCxnSpPr>
          <p:spPr>
            <a:xfrm>
              <a:off x="1205150" y="2443421"/>
              <a:ext cx="6002195" cy="2757"/>
            </a:xfrm>
            <a:prstGeom prst="straightConnector1">
              <a:avLst/>
            </a:prstGeom>
            <a:noFill/>
            <a:ln w="9525" cap="flat" cmpd="sng">
              <a:solidFill>
                <a:schemeClr val="lt1"/>
              </a:solidFill>
              <a:prstDash val="solid"/>
              <a:round/>
              <a:headEnd type="none" w="med" len="med"/>
              <a:tailEnd type="none" w="med" len="med"/>
            </a:ln>
          </p:spPr>
        </p:cxnSp>
        <p:sp>
          <p:nvSpPr>
            <p:cNvPr id="1025" name="Google Shape;1025;p30"/>
            <p:cNvSpPr/>
            <p:nvPr/>
          </p:nvSpPr>
          <p:spPr>
            <a:xfrm flipH="1">
              <a:off x="1148150" y="2414921"/>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sp>
        <p:nvSpPr>
          <p:cNvPr id="1043" name="Google Shape;1025;p30">
            <a:extLst>
              <a:ext uri="{FF2B5EF4-FFF2-40B4-BE49-F238E27FC236}">
                <a16:creationId xmlns:a16="http://schemas.microsoft.com/office/drawing/2014/main" id="{0B415B78-EAAC-C929-1148-A0476AD3DC05}"/>
              </a:ext>
            </a:extLst>
          </p:cNvPr>
          <p:cNvSpPr/>
          <p:nvPr/>
        </p:nvSpPr>
        <p:spPr>
          <a:xfrm flipH="1">
            <a:off x="3469099" y="2788550"/>
            <a:ext cx="67245" cy="80583"/>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044" name="Google Shape;985;p30">
            <a:extLst>
              <a:ext uri="{FF2B5EF4-FFF2-40B4-BE49-F238E27FC236}">
                <a16:creationId xmlns:a16="http://schemas.microsoft.com/office/drawing/2014/main" id="{274496B1-4277-8C10-E45A-7F3A3835AA3A}"/>
              </a:ext>
            </a:extLst>
          </p:cNvPr>
          <p:cNvSpPr txBox="1">
            <a:spLocks/>
          </p:cNvSpPr>
          <p:nvPr/>
        </p:nvSpPr>
        <p:spPr>
          <a:xfrm flipH="1">
            <a:off x="3086678" y="2140237"/>
            <a:ext cx="832085" cy="5727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500"/>
              <a:buFont typeface="Montserrat"/>
              <a:buNone/>
              <a:defRPr sz="4000" b="1" i="0" u="none" strike="noStrike" cap="none">
                <a:solidFill>
                  <a:schemeClr val="lt1"/>
                </a:solidFill>
                <a:latin typeface="Montserrat"/>
                <a:ea typeface="Montserrat"/>
                <a:cs typeface="Montserrat"/>
                <a:sym typeface="Montserrat"/>
              </a:defRPr>
            </a:lvl1pPr>
            <a:lvl2pPr marR="0" lvl="1"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2pPr>
            <a:lvl3pPr marR="0" lvl="2"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3pPr>
            <a:lvl4pPr marR="0" lvl="3"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4pPr>
            <a:lvl5pPr marR="0" lvl="4"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5pPr>
            <a:lvl6pPr marR="0" lvl="5"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6pPr>
            <a:lvl7pPr marR="0" lvl="6"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7pPr>
            <a:lvl8pPr marR="0" lvl="7"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8pPr>
            <a:lvl9pPr marR="0" lvl="8"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9pPr>
          </a:lstStyle>
          <a:p>
            <a:r>
              <a:rPr lang="en" dirty="0"/>
              <a:t>02</a:t>
            </a:r>
          </a:p>
        </p:txBody>
      </p:sp>
      <p:sp>
        <p:nvSpPr>
          <p:cNvPr id="1045" name="Google Shape;986;p30">
            <a:extLst>
              <a:ext uri="{FF2B5EF4-FFF2-40B4-BE49-F238E27FC236}">
                <a16:creationId xmlns:a16="http://schemas.microsoft.com/office/drawing/2014/main" id="{DF6971A0-A1E9-0F55-917D-337AD4A7F7DF}"/>
              </a:ext>
            </a:extLst>
          </p:cNvPr>
          <p:cNvSpPr txBox="1">
            <a:spLocks/>
          </p:cNvSpPr>
          <p:nvPr/>
        </p:nvSpPr>
        <p:spPr>
          <a:xfrm>
            <a:off x="2709042" y="2976207"/>
            <a:ext cx="1518149" cy="3810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4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a:t>Binary Search Algorithm</a:t>
            </a:r>
          </a:p>
        </p:txBody>
      </p:sp>
      <p:sp>
        <p:nvSpPr>
          <p:cNvPr id="1046" name="Google Shape;1025;p30">
            <a:extLst>
              <a:ext uri="{FF2B5EF4-FFF2-40B4-BE49-F238E27FC236}">
                <a16:creationId xmlns:a16="http://schemas.microsoft.com/office/drawing/2014/main" id="{094EDEBF-1B32-6DA5-7A5C-3FF31FD78297}"/>
              </a:ext>
            </a:extLst>
          </p:cNvPr>
          <p:cNvSpPr/>
          <p:nvPr/>
        </p:nvSpPr>
        <p:spPr>
          <a:xfrm flipH="1">
            <a:off x="5798602" y="2788766"/>
            <a:ext cx="67245" cy="80583"/>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049" name="Google Shape;986;p30">
            <a:extLst>
              <a:ext uri="{FF2B5EF4-FFF2-40B4-BE49-F238E27FC236}">
                <a16:creationId xmlns:a16="http://schemas.microsoft.com/office/drawing/2014/main" id="{4F9E34A8-C194-FA37-3FFE-EC13AE16E3DD}"/>
              </a:ext>
            </a:extLst>
          </p:cNvPr>
          <p:cNvSpPr txBox="1">
            <a:spLocks/>
          </p:cNvSpPr>
          <p:nvPr/>
        </p:nvSpPr>
        <p:spPr>
          <a:xfrm>
            <a:off x="4703919" y="2976424"/>
            <a:ext cx="2189364" cy="3810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4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a:t>Simple Statistics Algorithm</a:t>
            </a:r>
          </a:p>
        </p:txBody>
      </p:sp>
      <p:sp>
        <p:nvSpPr>
          <p:cNvPr id="1050" name="Google Shape;1011;p30">
            <a:extLst>
              <a:ext uri="{FF2B5EF4-FFF2-40B4-BE49-F238E27FC236}">
                <a16:creationId xmlns:a16="http://schemas.microsoft.com/office/drawing/2014/main" id="{27D34426-108B-5332-08FB-A5351AE5D73E}"/>
              </a:ext>
            </a:extLst>
          </p:cNvPr>
          <p:cNvSpPr txBox="1">
            <a:spLocks/>
          </p:cNvSpPr>
          <p:nvPr/>
        </p:nvSpPr>
        <p:spPr>
          <a:xfrm flipH="1">
            <a:off x="7513564" y="2149909"/>
            <a:ext cx="900730" cy="5727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lt1"/>
              </a:buClr>
              <a:buSzPts val="2500"/>
              <a:buFont typeface="Montserrat"/>
              <a:buNone/>
              <a:defRPr sz="4000" b="1" i="0" u="none" strike="noStrike" cap="none">
                <a:solidFill>
                  <a:schemeClr val="lt1"/>
                </a:solidFill>
                <a:latin typeface="Montserrat"/>
                <a:ea typeface="Montserrat"/>
                <a:cs typeface="Montserrat"/>
                <a:sym typeface="Montserrat"/>
              </a:defRPr>
            </a:lvl1pPr>
            <a:lvl2pPr marR="0" lvl="1"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2pPr>
            <a:lvl3pPr marR="0" lvl="2"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3pPr>
            <a:lvl4pPr marR="0" lvl="3"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4pPr>
            <a:lvl5pPr marR="0" lvl="4"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5pPr>
            <a:lvl6pPr marR="0" lvl="5"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6pPr>
            <a:lvl7pPr marR="0" lvl="6"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7pPr>
            <a:lvl8pPr marR="0" lvl="7"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8pPr>
            <a:lvl9pPr marR="0" lvl="8"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9pPr>
          </a:lstStyle>
          <a:p>
            <a:r>
              <a:rPr lang="en" dirty="0"/>
              <a:t>04</a:t>
            </a:r>
          </a:p>
        </p:txBody>
      </p:sp>
      <p:sp>
        <p:nvSpPr>
          <p:cNvPr id="1051" name="Google Shape;1025;p30">
            <a:extLst>
              <a:ext uri="{FF2B5EF4-FFF2-40B4-BE49-F238E27FC236}">
                <a16:creationId xmlns:a16="http://schemas.microsoft.com/office/drawing/2014/main" id="{8CD73502-F18E-DC4F-88B9-90FA9D0045D5}"/>
              </a:ext>
            </a:extLst>
          </p:cNvPr>
          <p:cNvSpPr/>
          <p:nvPr/>
        </p:nvSpPr>
        <p:spPr>
          <a:xfrm flipH="1">
            <a:off x="7998252" y="2785556"/>
            <a:ext cx="67245" cy="80583"/>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052" name="Google Shape;986;p30">
            <a:extLst>
              <a:ext uri="{FF2B5EF4-FFF2-40B4-BE49-F238E27FC236}">
                <a16:creationId xmlns:a16="http://schemas.microsoft.com/office/drawing/2014/main" id="{A8773934-9794-FF72-90DE-C76D6351978B}"/>
              </a:ext>
            </a:extLst>
          </p:cNvPr>
          <p:cNvSpPr txBox="1">
            <a:spLocks/>
          </p:cNvSpPr>
          <p:nvPr/>
        </p:nvSpPr>
        <p:spPr>
          <a:xfrm>
            <a:off x="6974996" y="2974935"/>
            <a:ext cx="1827135" cy="3810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4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a:t>Comparison Table</a:t>
            </a:r>
          </a:p>
        </p:txBody>
      </p:sp>
    </p:spTree>
  </p:cSld>
  <p:clrMapOvr>
    <a:masterClrMapping/>
  </p:clrMapOvr>
  <mc:AlternateContent xmlns:mc="http://schemas.openxmlformats.org/markup-compatibility/2006">
    <mc:Choice xmlns:p14="http://schemas.microsoft.com/office/powerpoint/2010/main" Requires="p14">
      <p:transition spd="slow" p14:dur="800">
        <p14:flythrough/>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21" fill="hold" nodeType="withEffect">
                                  <p:stCondLst>
                                    <p:cond delay="0"/>
                                  </p:stCondLst>
                                  <p:childTnLst>
                                    <p:set>
                                      <p:cBhvr>
                                        <p:cTn id="6" dur="1" fill="hold">
                                          <p:stCondLst>
                                            <p:cond delay="0"/>
                                          </p:stCondLst>
                                        </p:cTn>
                                        <p:tgtEl>
                                          <p:spTgt spid="1023"/>
                                        </p:tgtEl>
                                        <p:attrNameLst>
                                          <p:attrName>style.visibility</p:attrName>
                                        </p:attrNameLst>
                                      </p:cBhvr>
                                      <p:to>
                                        <p:strVal val="visible"/>
                                      </p:to>
                                    </p:set>
                                    <p:animEffect transition="in" filter="barn(inVertical)">
                                      <p:cBhvr>
                                        <p:cTn id="7" dur="500"/>
                                        <p:tgtEl>
                                          <p:spTgt spid="10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11"/>
        <p:cNvGrpSpPr/>
        <p:nvPr/>
      </p:nvGrpSpPr>
      <p:grpSpPr>
        <a:xfrm>
          <a:off x="0" y="0"/>
          <a:ext cx="0" cy="0"/>
          <a:chOff x="0" y="0"/>
          <a:chExt cx="0" cy="0"/>
        </a:xfrm>
      </p:grpSpPr>
      <p:sp>
        <p:nvSpPr>
          <p:cNvPr id="1112" name="!!5"/>
          <p:cNvSpPr txBox="1">
            <a:spLocks noGrp="1"/>
          </p:cNvSpPr>
          <p:nvPr>
            <p:ph type="title"/>
          </p:nvPr>
        </p:nvSpPr>
        <p:spPr>
          <a:xfrm>
            <a:off x="2512660" y="715539"/>
            <a:ext cx="3946500" cy="18213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t>01</a:t>
            </a:r>
            <a:endParaRPr dirty="0"/>
          </a:p>
        </p:txBody>
      </p:sp>
      <p:sp>
        <p:nvSpPr>
          <p:cNvPr id="1113" name="!!1"/>
          <p:cNvSpPr txBox="1">
            <a:spLocks noGrp="1"/>
          </p:cNvSpPr>
          <p:nvPr>
            <p:ph type="title" idx="2"/>
          </p:nvPr>
        </p:nvSpPr>
        <p:spPr>
          <a:xfrm>
            <a:off x="2512410" y="2275964"/>
            <a:ext cx="3946500" cy="114705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latin typeface="Montserrat"/>
                <a:ea typeface="Montserrat"/>
                <a:cs typeface="Montserrat"/>
                <a:sym typeface="Montserrat"/>
              </a:rPr>
              <a:t>HISTOGRAM</a:t>
            </a:r>
            <a:br>
              <a:rPr lang="en" dirty="0">
                <a:latin typeface="Montserrat"/>
                <a:ea typeface="Montserrat"/>
                <a:cs typeface="Montserrat"/>
                <a:sym typeface="Montserrat"/>
              </a:rPr>
            </a:br>
            <a:r>
              <a:rPr lang="en" dirty="0">
                <a:latin typeface="Montserrat"/>
                <a:ea typeface="Montserrat"/>
                <a:cs typeface="Montserrat"/>
                <a:sym typeface="Montserrat"/>
              </a:rPr>
              <a:t>ALGORITHM</a:t>
            </a:r>
            <a:endParaRPr dirty="0">
              <a:latin typeface="Montserrat"/>
              <a:ea typeface="Montserrat"/>
              <a:cs typeface="Montserrat"/>
              <a:sym typeface="Montserrat"/>
            </a:endParaRPr>
          </a:p>
        </p:txBody>
      </p:sp>
      <p:grpSp>
        <p:nvGrpSpPr>
          <p:cNvPr id="1115" name="!!2"/>
          <p:cNvGrpSpPr/>
          <p:nvPr/>
        </p:nvGrpSpPr>
        <p:grpSpPr>
          <a:xfrm>
            <a:off x="2886682" y="2017430"/>
            <a:ext cx="3478000" cy="297870"/>
            <a:chOff x="4788672" y="2177404"/>
            <a:chExt cx="3478000" cy="192185"/>
          </a:xfrm>
        </p:grpSpPr>
        <p:sp>
          <p:nvSpPr>
            <p:cNvPr id="1116" name="Google Shape;1116;p33"/>
            <p:cNvSpPr/>
            <p:nvPr/>
          </p:nvSpPr>
          <p:spPr>
            <a:xfrm rot="-2700000" flipH="1">
              <a:off x="72509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7" name="Google Shape;1117;p33"/>
            <p:cNvCxnSpPr>
              <a:stCxn id="1118" idx="6"/>
              <a:endCxn id="1119" idx="2"/>
            </p:cNvCxnSpPr>
            <p:nvPr/>
          </p:nvCxnSpPr>
          <p:spPr>
            <a:xfrm rot="10800000">
              <a:off x="4845772" y="2272517"/>
              <a:ext cx="3363900" cy="0"/>
            </a:xfrm>
            <a:prstGeom prst="straightConnector1">
              <a:avLst/>
            </a:prstGeom>
            <a:noFill/>
            <a:ln w="9525" cap="flat" cmpd="sng">
              <a:solidFill>
                <a:schemeClr val="lt1"/>
              </a:solidFill>
              <a:prstDash val="solid"/>
              <a:round/>
              <a:headEnd type="none" w="med" len="med"/>
              <a:tailEnd type="none" w="med" len="med"/>
            </a:ln>
          </p:spPr>
        </p:cxnSp>
        <p:sp>
          <p:nvSpPr>
            <p:cNvPr id="1119" name="Google Shape;1119;p33"/>
            <p:cNvSpPr/>
            <p:nvPr/>
          </p:nvSpPr>
          <p:spPr>
            <a:xfrm flipH="1">
              <a:off x="4788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33"/>
            <p:cNvSpPr/>
            <p:nvPr/>
          </p:nvSpPr>
          <p:spPr>
            <a:xfrm flipH="1">
              <a:off x="8209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33"/>
          <p:cNvGrpSpPr/>
          <p:nvPr/>
        </p:nvGrpSpPr>
        <p:grpSpPr>
          <a:xfrm flipH="1">
            <a:off x="7834772" y="2544125"/>
            <a:ext cx="1929500" cy="2210100"/>
            <a:chOff x="295725" y="-3462825"/>
            <a:chExt cx="1929500" cy="2210100"/>
          </a:xfrm>
        </p:grpSpPr>
        <p:sp>
          <p:nvSpPr>
            <p:cNvPr id="1121" name="Google Shape;1121;p33"/>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33"/>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33"/>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33"/>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3"/>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3"/>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3"/>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33"/>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33"/>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33"/>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3"/>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3"/>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3"/>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3"/>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3"/>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3"/>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3"/>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3"/>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33"/>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33"/>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33"/>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33"/>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33"/>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33"/>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33"/>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 name="Google Shape;1146;p33"/>
          <p:cNvGrpSpPr/>
          <p:nvPr/>
        </p:nvGrpSpPr>
        <p:grpSpPr>
          <a:xfrm>
            <a:off x="1005972" y="2347838"/>
            <a:ext cx="873188" cy="546900"/>
            <a:chOff x="1115510" y="4327288"/>
            <a:chExt cx="873188" cy="546900"/>
          </a:xfrm>
        </p:grpSpPr>
        <p:sp>
          <p:nvSpPr>
            <p:cNvPr id="1147" name="Google Shape;1147;p33"/>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8" name="Google Shape;1148;p33"/>
            <p:cNvGrpSpPr/>
            <p:nvPr/>
          </p:nvGrpSpPr>
          <p:grpSpPr>
            <a:xfrm flipH="1">
              <a:off x="1664772" y="4493938"/>
              <a:ext cx="323925" cy="323650"/>
              <a:chOff x="1608625" y="299800"/>
              <a:chExt cx="323925" cy="323650"/>
            </a:xfrm>
          </p:grpSpPr>
          <p:sp>
            <p:nvSpPr>
              <p:cNvPr id="1149" name="Google Shape;1149;p33"/>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33"/>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33"/>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 name="Rectangle: Rounded Corners 1">
            <a:extLst>
              <a:ext uri="{FF2B5EF4-FFF2-40B4-BE49-F238E27FC236}">
                <a16:creationId xmlns:a16="http://schemas.microsoft.com/office/drawing/2014/main" id="{1C145CFC-A352-4897-61C0-3C71D82F494E}"/>
              </a:ext>
            </a:extLst>
          </p:cNvPr>
          <p:cNvSpPr/>
          <p:nvPr/>
        </p:nvSpPr>
        <p:spPr>
          <a:xfrm>
            <a:off x="3243050" y="3849326"/>
            <a:ext cx="3152633" cy="387487"/>
          </a:xfrm>
          <a:prstGeom prst="roundRect">
            <a:avLst/>
          </a:prstGeom>
          <a:ln>
            <a:solidFill>
              <a:schemeClr val="bg1">
                <a:lumMod val="5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latin typeface="Montserrat" panose="00000500000000000000" pitchFamily="2" charset="0"/>
              </a:rPr>
              <a:t>Presented by Phan Thanh Duy</a:t>
            </a:r>
          </a:p>
        </p:txBody>
      </p:sp>
    </p:spTree>
  </p:cSld>
  <p:clrMapOvr>
    <a:masterClrMapping/>
  </p:clrMapOvr>
  <mc:AlternateContent xmlns:mc="http://schemas.openxmlformats.org/markup-compatibility/2006">
    <mc:Choice xmlns:p14="http://schemas.microsoft.com/office/powerpoint/2010/main" Requires="p14">
      <p:transition spd="slow" p14:dur="1300">
        <p14:pan dir="u"/>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152BF10C-2099-D266-6EBD-AA5CC609A184}"/>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7B3B2126-8876-58BD-7BC5-FBA72783A962}"/>
              </a:ext>
            </a:extLst>
          </p:cNvPr>
          <p:cNvSpPr/>
          <p:nvPr/>
        </p:nvSpPr>
        <p:spPr>
          <a:xfrm>
            <a:off x="221578" y="1034553"/>
            <a:ext cx="1438888" cy="79103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Start</a:t>
            </a:r>
          </a:p>
        </p:txBody>
      </p:sp>
      <p:sp>
        <p:nvSpPr>
          <p:cNvPr id="1039" name="!!1">
            <a:extLst>
              <a:ext uri="{FF2B5EF4-FFF2-40B4-BE49-F238E27FC236}">
                <a16:creationId xmlns:a16="http://schemas.microsoft.com/office/drawing/2014/main" id="{5C9284D6-3587-0531-7B11-C8B13FECE930}"/>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2">
            <a:extLst>
              <a:ext uri="{FF2B5EF4-FFF2-40B4-BE49-F238E27FC236}">
                <a16:creationId xmlns:a16="http://schemas.microsoft.com/office/drawing/2014/main" id="{3B113246-55C0-0EC3-9B4C-CA8398F73D66}"/>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63C4CAE0-3E74-A42D-8294-655714772C08}"/>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8AEDCBE1-936F-B593-FA92-D592F5FBE339}"/>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13CDC18F-DD60-8EB9-C247-E07D9FE7C721}"/>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B2990419-5205-7915-47C3-64D69C92C8D3}"/>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223C076C-4BA3-1B31-4F49-92B4A3C944E0}"/>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42C3164D-738F-8022-AEF0-86180930A0FA}"/>
              </a:ext>
            </a:extLst>
          </p:cNvPr>
          <p:cNvGrpSpPr/>
          <p:nvPr/>
        </p:nvGrpSpPr>
        <p:grpSpPr>
          <a:xfrm>
            <a:off x="6534260" y="3849310"/>
            <a:ext cx="713803" cy="706547"/>
            <a:chOff x="-4017975" y="616650"/>
            <a:chExt cx="814100" cy="805825"/>
          </a:xfrm>
        </p:grpSpPr>
        <p:sp>
          <p:nvSpPr>
            <p:cNvPr id="1057" name="Google Shape;1057;p31">
              <a:extLst>
                <a:ext uri="{FF2B5EF4-FFF2-40B4-BE49-F238E27FC236}">
                  <a16:creationId xmlns:a16="http://schemas.microsoft.com/office/drawing/2014/main" id="{BE8C51B7-ED1A-1739-2E43-457CC1B35ABE}"/>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1982F730-CC45-9E85-FF89-7A517FB4AC8C}"/>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D9570FC5-0856-9A40-40FB-BCB76CF17153}"/>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20F72A10-50D7-B48B-2DE6-0DC2FDDA6DB0}"/>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421233A9-BF91-D0E9-C69F-51058B180CC0}"/>
              </a:ext>
            </a:extLst>
          </p:cNvPr>
          <p:cNvGrpSpPr/>
          <p:nvPr/>
        </p:nvGrpSpPr>
        <p:grpSpPr>
          <a:xfrm>
            <a:off x="7454804" y="3283448"/>
            <a:ext cx="1040638" cy="901375"/>
            <a:chOff x="8457538" y="810363"/>
            <a:chExt cx="1040638" cy="901375"/>
          </a:xfrm>
        </p:grpSpPr>
        <p:grpSp>
          <p:nvGrpSpPr>
            <p:cNvPr id="1062" name="Google Shape;1062;p31">
              <a:extLst>
                <a:ext uri="{FF2B5EF4-FFF2-40B4-BE49-F238E27FC236}">
                  <a16:creationId xmlns:a16="http://schemas.microsoft.com/office/drawing/2014/main" id="{C34AAADA-5A8D-7745-FC2B-0D1D9562BE82}"/>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1C90042B-EC70-1AAC-424F-5DAEF1490095}"/>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BB80AB2F-E134-486B-6DA2-C2846BD6AEB8}"/>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3F3233D0-972A-7F71-4CC0-39E1AA3F94D4}"/>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38AC76E7-ED6B-D22C-86BD-97E26D1B4946}"/>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76B67F15-8034-FA40-7AE4-5DB40B22A604}"/>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FE408B85-367F-1094-DA80-8A0209605FAA}"/>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Google Shape;1039;p31">
            <a:extLst>
              <a:ext uri="{FF2B5EF4-FFF2-40B4-BE49-F238E27FC236}">
                <a16:creationId xmlns:a16="http://schemas.microsoft.com/office/drawing/2014/main" id="{CCF892AB-ACE4-3D14-B7FB-85300A6FD181}"/>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Tree>
    <p:extLst>
      <p:ext uri="{BB962C8B-B14F-4D97-AF65-F5344CB8AC3E}">
        <p14:creationId xmlns:p14="http://schemas.microsoft.com/office/powerpoint/2010/main" val="21828111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2D0E6CB8-A109-3FFA-0B06-402858B615CA}"/>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BA3E6D3D-8C0B-FC37-7BCD-2929D229F249}"/>
              </a:ext>
            </a:extLst>
          </p:cNvPr>
          <p:cNvSpPr/>
          <p:nvPr/>
        </p:nvSpPr>
        <p:spPr>
          <a:xfrm>
            <a:off x="612749"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D9425BFF-AD2E-3F63-A29D-CAF94A7DA5D8}"/>
              </a:ext>
            </a:extLst>
          </p:cNvPr>
          <p:cNvSpPr txBox="1">
            <a:spLocks noGrp="1"/>
          </p:cNvSpPr>
          <p:nvPr>
            <p:ph type="title"/>
          </p:nvPr>
        </p:nvSpPr>
        <p:spPr>
          <a:xfrm>
            <a:off x="775166" y="118260"/>
            <a:ext cx="7578300" cy="572700"/>
          </a:xfrm>
          <a:prstGeom prst="rect">
            <a:avLst/>
          </a:prstGeom>
          <a:ln>
            <a:noFill/>
          </a:ln>
        </p:spPr>
        <p:txBody>
          <a:bodyPr spcFirstLastPara="1" wrap="square" lIns="91425" tIns="0" rIns="91425" bIns="0" anchor="ctr" anchorCtr="0">
            <a:noAutofit/>
          </a:bodyPr>
          <a:lstStyle/>
          <a:p>
            <a:pPr marL="0" lvl="0" indent="0" algn="ctr" rtl="0">
              <a:spcBef>
                <a:spcPts val="0"/>
              </a:spcBef>
              <a:spcAft>
                <a:spcPts val="0"/>
              </a:spcAft>
              <a:buNone/>
            </a:pPr>
            <a:r>
              <a:rPr lang="en" dirty="0"/>
              <a:t>HISTOGRAM: </a:t>
            </a:r>
            <a:r>
              <a:rPr lang="en" dirty="0">
                <a:solidFill>
                  <a:schemeClr val="bg1">
                    <a:lumMod val="50000"/>
                  </a:schemeClr>
                </a:solidFill>
              </a:rPr>
              <a:t>IDEA</a:t>
            </a:r>
            <a:endParaRPr dirty="0">
              <a:solidFill>
                <a:schemeClr val="bg1">
                  <a:lumMod val="50000"/>
                </a:schemeClr>
              </a:solidFill>
            </a:endParaRPr>
          </a:p>
        </p:txBody>
      </p:sp>
      <p:grpSp>
        <p:nvGrpSpPr>
          <p:cNvPr id="1042" name="!!2">
            <a:extLst>
              <a:ext uri="{FF2B5EF4-FFF2-40B4-BE49-F238E27FC236}">
                <a16:creationId xmlns:a16="http://schemas.microsoft.com/office/drawing/2014/main" id="{F14889BF-4F38-978F-1C02-4B50915D1053}"/>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15267AEC-E8E6-8962-DD15-FB2A75E5562F}"/>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1E5643A8-ED6C-94F6-53DB-E8F3085C384F}"/>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153350C3-BB22-73C7-5D26-5B2A9488975A}"/>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B757A2BA-2EE3-0B1E-B327-048EF5257612}"/>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609B2666-8F62-9976-40AB-EE6C4EE2881C}"/>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A068F1F6-AE9C-05C3-BC9E-B0D7E434D1F2}"/>
              </a:ext>
            </a:extLst>
          </p:cNvPr>
          <p:cNvGrpSpPr/>
          <p:nvPr/>
        </p:nvGrpSpPr>
        <p:grpSpPr>
          <a:xfrm>
            <a:off x="6534260" y="3849310"/>
            <a:ext cx="713803" cy="706547"/>
            <a:chOff x="-4017975" y="616650"/>
            <a:chExt cx="814100" cy="805825"/>
          </a:xfrm>
        </p:grpSpPr>
        <p:sp>
          <p:nvSpPr>
            <p:cNvPr id="1057" name="Google Shape;1057;p31">
              <a:extLst>
                <a:ext uri="{FF2B5EF4-FFF2-40B4-BE49-F238E27FC236}">
                  <a16:creationId xmlns:a16="http://schemas.microsoft.com/office/drawing/2014/main" id="{BE32672F-27CC-BD67-CA63-943769766401}"/>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B3C96CEB-A9E1-BB1C-4949-D67D9EF5B8DE}"/>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C16855F4-45DB-5B5A-6C67-12CD1225BAF1}"/>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37D01DD0-4DF5-2FB2-4F4E-67D51C68035E}"/>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BD87ABC2-356B-B533-5CBF-9D443BB8A412}"/>
              </a:ext>
            </a:extLst>
          </p:cNvPr>
          <p:cNvGrpSpPr/>
          <p:nvPr/>
        </p:nvGrpSpPr>
        <p:grpSpPr>
          <a:xfrm>
            <a:off x="7454804" y="3283448"/>
            <a:ext cx="1040638" cy="901375"/>
            <a:chOff x="8457538" y="810363"/>
            <a:chExt cx="1040638" cy="901375"/>
          </a:xfrm>
        </p:grpSpPr>
        <p:grpSp>
          <p:nvGrpSpPr>
            <p:cNvPr id="1062" name="Google Shape;1062;p31">
              <a:extLst>
                <a:ext uri="{FF2B5EF4-FFF2-40B4-BE49-F238E27FC236}">
                  <a16:creationId xmlns:a16="http://schemas.microsoft.com/office/drawing/2014/main" id="{4B2AAC21-C579-959D-18B5-0AE167381F1E}"/>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3C47CF73-8635-B961-4991-38897AB90DB1}"/>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E4C6EF28-A127-02C1-713A-E9C02732DE78}"/>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361B854C-D2B7-77CD-9012-0CF34FC143D8}"/>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50A389DE-00E8-91A0-6B51-8FED04CE6677}"/>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DEC2CAAE-1F1C-011E-6903-D67FC252A164}"/>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E556DD0C-1161-BB55-F9BD-ED559B5C7686}"/>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Google Shape;1039;p31">
            <a:extLst>
              <a:ext uri="{FF2B5EF4-FFF2-40B4-BE49-F238E27FC236}">
                <a16:creationId xmlns:a16="http://schemas.microsoft.com/office/drawing/2014/main" id="{4849AEFB-022D-D959-24F0-9EE8D33D0CAD}"/>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F1A9FAD3-D3A6-6924-FAA4-786CD3A31D19}"/>
              </a:ext>
            </a:extLst>
          </p:cNvPr>
          <p:cNvSpPr/>
          <p:nvPr/>
        </p:nvSpPr>
        <p:spPr>
          <a:xfrm>
            <a:off x="3125368" y="877125"/>
            <a:ext cx="2893264" cy="96708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Audio Signals </a:t>
            </a:r>
          </a:p>
          <a:p>
            <a:pPr algn="ctr"/>
            <a:r>
              <a:rPr lang="en-US" sz="1800" dirty="0">
                <a:latin typeface="Bahnschrift" panose="020B0502040204020203" pitchFamily="34" charset="0"/>
              </a:rPr>
              <a:t>(.wav and .lab files)</a:t>
            </a:r>
          </a:p>
        </p:txBody>
      </p:sp>
      <p:cxnSp>
        <p:nvCxnSpPr>
          <p:cNvPr id="1102" name="Straight Arrow Connector 1101">
            <a:extLst>
              <a:ext uri="{FF2B5EF4-FFF2-40B4-BE49-F238E27FC236}">
                <a16:creationId xmlns:a16="http://schemas.microsoft.com/office/drawing/2014/main" id="{B22EF019-E3E5-BE43-55CC-F7A6F49CAEC0}"/>
              </a:ext>
            </a:extLst>
          </p:cNvPr>
          <p:cNvCxnSpPr>
            <a:cxnSpLocks/>
          </p:cNvCxnSpPr>
          <p:nvPr/>
        </p:nvCxnSpPr>
        <p:spPr>
          <a:xfrm flipV="1">
            <a:off x="1744850" y="4691621"/>
            <a:ext cx="316210" cy="1248"/>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10">
            <a:extLst>
              <a:ext uri="{FF2B5EF4-FFF2-40B4-BE49-F238E27FC236}">
                <a16:creationId xmlns:a16="http://schemas.microsoft.com/office/drawing/2014/main" id="{212E7686-FB91-8335-2128-722C5F284037}"/>
              </a:ext>
            </a:extLst>
          </p:cNvPr>
          <p:cNvCxnSpPr>
            <a:cxnSpLocks/>
          </p:cNvCxnSpPr>
          <p:nvPr/>
        </p:nvCxnSpPr>
        <p:spPr>
          <a:xfrm flipH="1">
            <a:off x="973201"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D2B753BF-C31F-35D0-BA9B-3CDD4B2172D7}"/>
              </a:ext>
            </a:extLst>
          </p:cNvPr>
          <p:cNvPicPr>
            <a:picLocks noChangeAspect="1"/>
          </p:cNvPicPr>
          <p:nvPr/>
        </p:nvPicPr>
        <p:blipFill>
          <a:blip r:embed="rId3"/>
          <a:stretch>
            <a:fillRect/>
          </a:stretch>
        </p:blipFill>
        <p:spPr>
          <a:xfrm>
            <a:off x="309702" y="2217174"/>
            <a:ext cx="1874920" cy="2128495"/>
          </a:xfrm>
          <a:prstGeom prst="rect">
            <a:avLst/>
          </a:prstGeom>
          <a:ln w="28575">
            <a:solidFill>
              <a:schemeClr val="bg1">
                <a:lumMod val="50000"/>
              </a:schemeClr>
            </a:solidFill>
          </a:ln>
        </p:spPr>
      </p:pic>
      <p:sp>
        <p:nvSpPr>
          <p:cNvPr id="7" name="Google Shape;1040;p31">
            <a:extLst>
              <a:ext uri="{FF2B5EF4-FFF2-40B4-BE49-F238E27FC236}">
                <a16:creationId xmlns:a16="http://schemas.microsoft.com/office/drawing/2014/main" id="{0791BE73-4301-8BAF-695B-9DFA2BD3C542}"/>
              </a:ext>
            </a:extLst>
          </p:cNvPr>
          <p:cNvSpPr txBox="1">
            <a:spLocks noGrp="1"/>
          </p:cNvSpPr>
          <p:nvPr>
            <p:ph type="subTitle" idx="1"/>
          </p:nvPr>
        </p:nvSpPr>
        <p:spPr>
          <a:xfrm>
            <a:off x="2440692" y="2883948"/>
            <a:ext cx="3708217" cy="1187433"/>
          </a:xfrm>
          <a:prstGeom prst="rect">
            <a:avLst/>
          </a:prstGeom>
        </p:spPr>
        <p:txBody>
          <a:bodyPr spcFirstLastPara="1" wrap="square" lIns="91425" tIns="0" rIns="91425" bIns="0" anchor="ctr" anchorCtr="0">
            <a:noAutofit/>
          </a:bodyPr>
          <a:lstStyle/>
          <a:p>
            <a:pPr marL="0" lvl="0" indent="0" algn="ctr" rtl="0">
              <a:lnSpc>
                <a:spcPct val="150000"/>
              </a:lnSpc>
              <a:spcBef>
                <a:spcPts val="0"/>
              </a:spcBef>
              <a:spcAft>
                <a:spcPts val="0"/>
              </a:spcAft>
              <a:buClr>
                <a:schemeClr val="bg1"/>
              </a:buClr>
            </a:pPr>
            <a:r>
              <a:rPr lang="en-US" sz="1800" dirty="0">
                <a:solidFill>
                  <a:schemeClr val="bg1"/>
                </a:solidFill>
              </a:rPr>
              <a:t>Read files from </a:t>
            </a:r>
            <a:r>
              <a:rPr lang="en-US" sz="1800" b="1" dirty="0" err="1">
                <a:solidFill>
                  <a:schemeClr val="bg1"/>
                </a:solidFill>
              </a:rPr>
              <a:t>TinHieuHuanLuyen</a:t>
            </a:r>
            <a:r>
              <a:rPr lang="en-US" sz="1800" dirty="0">
                <a:solidFill>
                  <a:schemeClr val="bg1"/>
                </a:solidFill>
              </a:rPr>
              <a:t> directory.</a:t>
            </a:r>
            <a:endParaRPr sz="1800" dirty="0">
              <a:solidFill>
                <a:schemeClr val="bg1"/>
              </a:solidFill>
            </a:endParaRPr>
          </a:p>
        </p:txBody>
      </p:sp>
      <p:pic>
        <p:nvPicPr>
          <p:cNvPr id="12" name="Picture 11">
            <a:extLst>
              <a:ext uri="{FF2B5EF4-FFF2-40B4-BE49-F238E27FC236}">
                <a16:creationId xmlns:a16="http://schemas.microsoft.com/office/drawing/2014/main" id="{9A9CCFC9-2F07-ECF8-9E76-5596E56F6378}"/>
              </a:ext>
            </a:extLst>
          </p:cNvPr>
          <p:cNvPicPr>
            <a:picLocks noChangeAspect="1"/>
          </p:cNvPicPr>
          <p:nvPr/>
        </p:nvPicPr>
        <p:blipFill>
          <a:blip r:embed="rId4"/>
          <a:stretch>
            <a:fillRect/>
          </a:stretch>
        </p:blipFill>
        <p:spPr>
          <a:xfrm>
            <a:off x="6361512" y="1729381"/>
            <a:ext cx="2512134" cy="3112549"/>
          </a:xfrm>
          <a:prstGeom prst="rect">
            <a:avLst/>
          </a:prstGeom>
          <a:ln w="28575">
            <a:solidFill>
              <a:schemeClr val="bg1">
                <a:lumMod val="50000"/>
              </a:schemeClr>
            </a:solidFill>
          </a:ln>
        </p:spPr>
      </p:pic>
      <p:cxnSp>
        <p:nvCxnSpPr>
          <p:cNvPr id="16" name="Connector: Curved 15">
            <a:extLst>
              <a:ext uri="{FF2B5EF4-FFF2-40B4-BE49-F238E27FC236}">
                <a16:creationId xmlns:a16="http://schemas.microsoft.com/office/drawing/2014/main" id="{F5A8A28D-7CAA-0DD5-D4F4-F7A130309709}"/>
              </a:ext>
            </a:extLst>
          </p:cNvPr>
          <p:cNvCxnSpPr>
            <a:cxnSpLocks/>
          </p:cNvCxnSpPr>
          <p:nvPr/>
        </p:nvCxnSpPr>
        <p:spPr>
          <a:xfrm>
            <a:off x="2455523" y="2786542"/>
            <a:ext cx="654965" cy="498911"/>
          </a:xfrm>
          <a:prstGeom prst="curvedConnector3">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7" name="Connector: Curved 16">
            <a:extLst>
              <a:ext uri="{FF2B5EF4-FFF2-40B4-BE49-F238E27FC236}">
                <a16:creationId xmlns:a16="http://schemas.microsoft.com/office/drawing/2014/main" id="{A5CB7226-20EA-FE53-3822-302DB86CFD3A}"/>
              </a:ext>
            </a:extLst>
          </p:cNvPr>
          <p:cNvCxnSpPr>
            <a:cxnSpLocks/>
          </p:cNvCxnSpPr>
          <p:nvPr/>
        </p:nvCxnSpPr>
        <p:spPr>
          <a:xfrm flipV="1">
            <a:off x="5460150" y="2766012"/>
            <a:ext cx="703590" cy="517436"/>
          </a:xfrm>
          <a:prstGeom prst="curvedConnector3">
            <a:avLst>
              <a:gd name="adj1" fmla="val 50000"/>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91070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3BA94978-C6EA-D202-3EB9-D92CD03DFDEA}"/>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4213C951-AB40-8102-60DA-3B52F61E8E20}"/>
              </a:ext>
            </a:extLst>
          </p:cNvPr>
          <p:cNvSpPr/>
          <p:nvPr/>
        </p:nvSpPr>
        <p:spPr>
          <a:xfrm>
            <a:off x="612749"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DCA1960C-9471-F1EF-358B-688971390D72}"/>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2">
            <a:extLst>
              <a:ext uri="{FF2B5EF4-FFF2-40B4-BE49-F238E27FC236}">
                <a16:creationId xmlns:a16="http://schemas.microsoft.com/office/drawing/2014/main" id="{51FADE43-C112-EC0E-C8A8-37F89C52873B}"/>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2D96B5D3-A6D2-704A-21B7-89DBE8F99876}"/>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D2B5EEFA-BE74-A7CA-AFD0-BB7726AFDF31}"/>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420C2F8E-AC52-69BC-B33D-2548EB248013}"/>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CE33427A-82BF-36BF-8FAD-8CF1B4EB3168}"/>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E5372436-00A6-B57C-DB7B-D9DF12E9318D}"/>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E3F839D3-C61E-5B42-B790-EF3E10870C35}"/>
              </a:ext>
            </a:extLst>
          </p:cNvPr>
          <p:cNvGrpSpPr/>
          <p:nvPr/>
        </p:nvGrpSpPr>
        <p:grpSpPr>
          <a:xfrm>
            <a:off x="6534260" y="3849310"/>
            <a:ext cx="713803" cy="706547"/>
            <a:chOff x="-4017975" y="616650"/>
            <a:chExt cx="814100" cy="805825"/>
          </a:xfrm>
        </p:grpSpPr>
        <p:sp>
          <p:nvSpPr>
            <p:cNvPr id="1057" name="Google Shape;1057;p31">
              <a:extLst>
                <a:ext uri="{FF2B5EF4-FFF2-40B4-BE49-F238E27FC236}">
                  <a16:creationId xmlns:a16="http://schemas.microsoft.com/office/drawing/2014/main" id="{506690C4-E5FF-59C5-1808-A8138F78F4F5}"/>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309DFAF4-1783-904F-84D5-44953F376A13}"/>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CD69D19A-0940-169F-B225-08377F9CA257}"/>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7B2FD73D-9AE6-62A9-9720-ED060413884A}"/>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0074B9A3-0AF9-4DE1-FB12-5A8EFAB81C5C}"/>
              </a:ext>
            </a:extLst>
          </p:cNvPr>
          <p:cNvGrpSpPr/>
          <p:nvPr/>
        </p:nvGrpSpPr>
        <p:grpSpPr>
          <a:xfrm>
            <a:off x="7454804" y="3283448"/>
            <a:ext cx="1040638" cy="901375"/>
            <a:chOff x="8457538" y="810363"/>
            <a:chExt cx="1040638" cy="901375"/>
          </a:xfrm>
        </p:grpSpPr>
        <p:grpSp>
          <p:nvGrpSpPr>
            <p:cNvPr id="1062" name="Google Shape;1062;p31">
              <a:extLst>
                <a:ext uri="{FF2B5EF4-FFF2-40B4-BE49-F238E27FC236}">
                  <a16:creationId xmlns:a16="http://schemas.microsoft.com/office/drawing/2014/main" id="{252C92F6-45B9-48C8-AFC9-4AD191ABFE75}"/>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EC1E13B0-3D85-55C4-1448-906E86027C22}"/>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E384368C-E3B5-C7E0-758A-D67D67A34AB3}"/>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C04E41C6-8034-246C-2BC4-73BA6DB6DDED}"/>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D173270E-2FA3-40C6-17A3-9824B03EA315}"/>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A6DC78F6-84EE-64B6-A007-C72E93C89629}"/>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676D244D-B704-CBA4-AD51-34A81A0137EA}"/>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Google Shape;1039;p31">
            <a:extLst>
              <a:ext uri="{FF2B5EF4-FFF2-40B4-BE49-F238E27FC236}">
                <a16:creationId xmlns:a16="http://schemas.microsoft.com/office/drawing/2014/main" id="{27321151-B95E-2C81-8942-B754160F43A7}"/>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1CD8234D-4F4A-BBD4-DD88-EAC4CB8800C9}"/>
              </a:ext>
            </a:extLst>
          </p:cNvPr>
          <p:cNvSpPr/>
          <p:nvPr/>
        </p:nvSpPr>
        <p:spPr>
          <a:xfrm>
            <a:off x="195718"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18B7753E-EBE7-516E-06C1-345620BC13D0}"/>
              </a:ext>
            </a:extLst>
          </p:cNvPr>
          <p:cNvCxnSpPr>
            <a:cxnSpLocks/>
            <a:stCxn id="4" idx="4"/>
            <a:endCxn id="9" idx="0"/>
          </p:cNvCxnSpPr>
          <p:nvPr/>
        </p:nvCxnSpPr>
        <p:spPr>
          <a:xfrm flipH="1">
            <a:off x="973201"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43EBB679-3353-B34F-AD72-18EE3155D145}"/>
              </a:ext>
            </a:extLst>
          </p:cNvPr>
          <p:cNvSpPr/>
          <p:nvPr/>
        </p:nvSpPr>
        <p:spPr>
          <a:xfrm>
            <a:off x="3127261" y="861724"/>
            <a:ext cx="2889478" cy="97014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Break the signals into 25ms frames, 10ms shift.</a:t>
            </a:r>
          </a:p>
        </p:txBody>
      </p:sp>
      <p:cxnSp>
        <p:nvCxnSpPr>
          <p:cNvPr id="1102" name="Straight Arrow Connector 1101">
            <a:extLst>
              <a:ext uri="{FF2B5EF4-FFF2-40B4-BE49-F238E27FC236}">
                <a16:creationId xmlns:a16="http://schemas.microsoft.com/office/drawing/2014/main" id="{E197D24C-3EB3-037F-6489-5F4EB3151AC0}"/>
              </a:ext>
            </a:extLst>
          </p:cNvPr>
          <p:cNvCxnSpPr>
            <a:cxnSpLocks/>
          </p:cNvCxnSpPr>
          <p:nvPr/>
        </p:nvCxnSpPr>
        <p:spPr>
          <a:xfrm flipV="1">
            <a:off x="1744850" y="4691621"/>
            <a:ext cx="316210" cy="1248"/>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24004966-944B-DB1E-AEF0-48F96F7F4D0B}"/>
              </a:ext>
            </a:extLst>
          </p:cNvPr>
          <p:cNvPicPr>
            <a:picLocks noChangeAspect="1"/>
          </p:cNvPicPr>
          <p:nvPr/>
        </p:nvPicPr>
        <p:blipFill>
          <a:blip r:embed="rId3"/>
          <a:stretch>
            <a:fillRect/>
          </a:stretch>
        </p:blipFill>
        <p:spPr>
          <a:xfrm>
            <a:off x="216158" y="2741898"/>
            <a:ext cx="5302028" cy="2174600"/>
          </a:xfrm>
          <a:prstGeom prst="rect">
            <a:avLst/>
          </a:prstGeom>
          <a:ln w="28575">
            <a:solidFill>
              <a:schemeClr val="bg1">
                <a:lumMod val="50000"/>
              </a:schemeClr>
            </a:solidFill>
          </a:ln>
        </p:spPr>
      </p:pic>
      <p:sp>
        <p:nvSpPr>
          <p:cNvPr id="13" name="Arrow: Right 12">
            <a:extLst>
              <a:ext uri="{FF2B5EF4-FFF2-40B4-BE49-F238E27FC236}">
                <a16:creationId xmlns:a16="http://schemas.microsoft.com/office/drawing/2014/main" id="{A448F1F6-CD1B-2FD0-F9ED-B3B8F31B6673}"/>
              </a:ext>
            </a:extLst>
          </p:cNvPr>
          <p:cNvSpPr/>
          <p:nvPr/>
        </p:nvSpPr>
        <p:spPr>
          <a:xfrm>
            <a:off x="5669253" y="3498589"/>
            <a:ext cx="490310" cy="412784"/>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A31DBF2D-05B8-DC33-5F0D-42CE7CF08774}"/>
              </a:ext>
            </a:extLst>
          </p:cNvPr>
          <p:cNvPicPr>
            <a:picLocks noChangeAspect="1"/>
          </p:cNvPicPr>
          <p:nvPr/>
        </p:nvPicPr>
        <p:blipFill>
          <a:blip r:embed="rId4"/>
          <a:stretch>
            <a:fillRect/>
          </a:stretch>
        </p:blipFill>
        <p:spPr>
          <a:xfrm>
            <a:off x="6253651" y="3356279"/>
            <a:ext cx="2727855" cy="676201"/>
          </a:xfrm>
          <a:prstGeom prst="rect">
            <a:avLst/>
          </a:prstGeom>
        </p:spPr>
      </p:pic>
      <p:sp>
        <p:nvSpPr>
          <p:cNvPr id="16" name="Google Shape;1040;p31">
            <a:extLst>
              <a:ext uri="{FF2B5EF4-FFF2-40B4-BE49-F238E27FC236}">
                <a16:creationId xmlns:a16="http://schemas.microsoft.com/office/drawing/2014/main" id="{5B9427C6-9064-BBA6-4AD5-B00FDE2E0F5F}"/>
              </a:ext>
            </a:extLst>
          </p:cNvPr>
          <p:cNvSpPr txBox="1">
            <a:spLocks noGrp="1"/>
          </p:cNvSpPr>
          <p:nvPr>
            <p:ph type="subTitle" idx="1"/>
          </p:nvPr>
        </p:nvSpPr>
        <p:spPr>
          <a:xfrm>
            <a:off x="6110248" y="2184675"/>
            <a:ext cx="2830600" cy="951516"/>
          </a:xfrm>
          <a:prstGeom prst="rect">
            <a:avLst/>
          </a:prstGeom>
        </p:spPr>
        <p:txBody>
          <a:bodyPr spcFirstLastPara="1" wrap="square" lIns="91425" tIns="0" rIns="91425" bIns="0" anchor="ctr" anchorCtr="0">
            <a:noAutofit/>
          </a:bodyPr>
          <a:lstStyle/>
          <a:p>
            <a:pPr marL="0" lvl="0" indent="0" algn="ctr" rtl="0">
              <a:lnSpc>
                <a:spcPct val="150000"/>
              </a:lnSpc>
              <a:spcBef>
                <a:spcPts val="0"/>
              </a:spcBef>
              <a:spcAft>
                <a:spcPts val="0"/>
              </a:spcAft>
              <a:buClr>
                <a:schemeClr val="bg1"/>
              </a:buClr>
            </a:pPr>
            <a:r>
              <a:rPr lang="en-US" sz="1800" b="1" dirty="0">
                <a:solidFill>
                  <a:schemeClr val="bg1"/>
                </a:solidFill>
              </a:rPr>
              <a:t>FRAME_MS = 25 (</a:t>
            </a:r>
            <a:r>
              <a:rPr lang="en-US" sz="1800" b="1" dirty="0" err="1">
                <a:solidFill>
                  <a:schemeClr val="bg1"/>
                </a:solidFill>
              </a:rPr>
              <a:t>ms</a:t>
            </a:r>
            <a:r>
              <a:rPr lang="en-US" sz="1800" b="1" dirty="0">
                <a:solidFill>
                  <a:schemeClr val="bg1"/>
                </a:solidFill>
              </a:rPr>
              <a:t>)</a:t>
            </a:r>
          </a:p>
          <a:p>
            <a:pPr marL="0" lvl="0" indent="0" algn="ctr" rtl="0">
              <a:lnSpc>
                <a:spcPct val="150000"/>
              </a:lnSpc>
              <a:spcBef>
                <a:spcPts val="0"/>
              </a:spcBef>
              <a:spcAft>
                <a:spcPts val="0"/>
              </a:spcAft>
              <a:buClr>
                <a:schemeClr val="bg1"/>
              </a:buClr>
            </a:pPr>
            <a:r>
              <a:rPr lang="en-US" sz="1800" b="1" dirty="0">
                <a:solidFill>
                  <a:schemeClr val="bg1"/>
                </a:solidFill>
              </a:rPr>
              <a:t>SHIFT_MS = 10 (</a:t>
            </a:r>
            <a:r>
              <a:rPr lang="en-US" sz="1800" b="1" dirty="0" err="1">
                <a:solidFill>
                  <a:schemeClr val="bg1"/>
                </a:solidFill>
              </a:rPr>
              <a:t>ms</a:t>
            </a:r>
            <a:r>
              <a:rPr lang="en-US" sz="1800" b="1" dirty="0">
                <a:solidFill>
                  <a:schemeClr val="bg1"/>
                </a:solidFill>
              </a:rPr>
              <a:t>)</a:t>
            </a:r>
            <a:endParaRPr sz="1800" b="1" dirty="0">
              <a:solidFill>
                <a:schemeClr val="bg1"/>
              </a:solidFill>
            </a:endParaRPr>
          </a:p>
        </p:txBody>
      </p:sp>
      <p:sp>
        <p:nvSpPr>
          <p:cNvPr id="18" name="Rectangle: Rounded Corners 17">
            <a:extLst>
              <a:ext uri="{FF2B5EF4-FFF2-40B4-BE49-F238E27FC236}">
                <a16:creationId xmlns:a16="http://schemas.microsoft.com/office/drawing/2014/main" id="{5D88FE5C-DC1A-682B-5D96-9B334D0FB10A}"/>
              </a:ext>
            </a:extLst>
          </p:cNvPr>
          <p:cNvSpPr/>
          <p:nvPr/>
        </p:nvSpPr>
        <p:spPr>
          <a:xfrm>
            <a:off x="6110248" y="2188965"/>
            <a:ext cx="2845203" cy="951516"/>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26">
            <a:extLst>
              <a:ext uri="{FF2B5EF4-FFF2-40B4-BE49-F238E27FC236}">
                <a16:creationId xmlns:a16="http://schemas.microsoft.com/office/drawing/2014/main" id="{4BE9414B-0903-B00B-C192-9E777720F061}"/>
              </a:ext>
            </a:extLst>
          </p:cNvPr>
          <p:cNvCxnSpPr>
            <a:cxnSpLocks/>
          </p:cNvCxnSpPr>
          <p:nvPr/>
        </p:nvCxnSpPr>
        <p:spPr>
          <a:xfrm>
            <a:off x="973201"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7621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7" presetClass="entr" presetSubtype="0" fill="hold" nodeType="after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1000"/>
                                        <p:tgtEl>
                                          <p:spTgt spid="19"/>
                                        </p:tgtEl>
                                      </p:cBhvr>
                                    </p:animEffect>
                                    <p:anim calcmode="lin" valueType="num">
                                      <p:cBhvr>
                                        <p:cTn id="14" dur="1000" fill="hold"/>
                                        <p:tgtEl>
                                          <p:spTgt spid="19"/>
                                        </p:tgtEl>
                                        <p:attrNameLst>
                                          <p:attrName>ppt_x</p:attrName>
                                        </p:attrNameLst>
                                      </p:cBhvr>
                                      <p:tavLst>
                                        <p:tav tm="0">
                                          <p:val>
                                            <p:strVal val="#ppt_x"/>
                                          </p:val>
                                        </p:tav>
                                        <p:tav tm="100000">
                                          <p:val>
                                            <p:strVal val="#ppt_x"/>
                                          </p:val>
                                        </p:tav>
                                      </p:tavLst>
                                    </p:anim>
                                    <p:anim calcmode="lin" valueType="num">
                                      <p:cBhvr>
                                        <p:cTn id="15"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6C71D855-A718-3AE1-178E-C168049FCB10}"/>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8B86586F-E5F5-92C7-CAFC-99D1A67B3E9F}"/>
              </a:ext>
            </a:extLst>
          </p:cNvPr>
          <p:cNvSpPr/>
          <p:nvPr/>
        </p:nvSpPr>
        <p:spPr>
          <a:xfrm>
            <a:off x="612749"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BE5BA653-B4F1-F2E1-BFCD-EFCDC2597FCE}"/>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5E87D67C-C842-C54C-8A65-F2E677C6FF71}"/>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6FA2DB70-CD4D-3821-4533-1953AA910F39}"/>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4EA9B33D-F69B-2EC2-4E5E-E0D4E16D127D}"/>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F4D4D747-88B1-60EA-48E3-CFF5528354FF}"/>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8CB5FD44-C856-DBC0-1609-E9621AA501B8}"/>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558A54DF-DC23-0FB6-3436-F3DBBED83EC7}"/>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625944F9-0A4A-0CF5-AEB4-18E0C953F7E0}"/>
              </a:ext>
            </a:extLst>
          </p:cNvPr>
          <p:cNvGrpSpPr/>
          <p:nvPr/>
        </p:nvGrpSpPr>
        <p:grpSpPr>
          <a:xfrm>
            <a:off x="6883862" y="3804702"/>
            <a:ext cx="713803" cy="706547"/>
            <a:chOff x="-4017975" y="616650"/>
            <a:chExt cx="814100" cy="805825"/>
          </a:xfrm>
        </p:grpSpPr>
        <p:sp>
          <p:nvSpPr>
            <p:cNvPr id="1057" name="Google Shape;1057;p31">
              <a:extLst>
                <a:ext uri="{FF2B5EF4-FFF2-40B4-BE49-F238E27FC236}">
                  <a16:creationId xmlns:a16="http://schemas.microsoft.com/office/drawing/2014/main" id="{06B4B4F2-4191-EDDF-200D-D57BA4B71891}"/>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BC8DC6A8-B7C3-8C77-6B5F-C241C0DC6C3A}"/>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6CA076F8-5AB2-B219-368D-0B4A5FF7F0A1}"/>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6CE653BB-3BA1-E572-32DE-9383D5280068}"/>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C548AABB-FD5F-7D1E-9289-24ECDC1D0DE0}"/>
              </a:ext>
            </a:extLst>
          </p:cNvPr>
          <p:cNvGrpSpPr/>
          <p:nvPr/>
        </p:nvGrpSpPr>
        <p:grpSpPr>
          <a:xfrm>
            <a:off x="7454804" y="3283448"/>
            <a:ext cx="1040638" cy="901375"/>
            <a:chOff x="8457538" y="810363"/>
            <a:chExt cx="1040638" cy="901375"/>
          </a:xfrm>
        </p:grpSpPr>
        <p:grpSp>
          <p:nvGrpSpPr>
            <p:cNvPr id="1062" name="Google Shape;1062;p31">
              <a:extLst>
                <a:ext uri="{FF2B5EF4-FFF2-40B4-BE49-F238E27FC236}">
                  <a16:creationId xmlns:a16="http://schemas.microsoft.com/office/drawing/2014/main" id="{F28F5F45-1E5E-94D2-9D8D-D7073FFFC6DE}"/>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9CC55CED-3AF1-25D4-C115-45C84EBD8143}"/>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69596FC6-0F17-13F0-F18A-3DDBCB5F81BA}"/>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401BAF81-AABC-2AAE-D7CF-7E30C259D5E6}"/>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0613A564-4AB4-A354-73C6-E2566BBF3FB6}"/>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ACF29A12-59B7-F578-7BD2-4A7FBC4935E1}"/>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500CB619-45F4-E457-494B-B3E68778E9EC}"/>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Google Shape;1039;p31">
            <a:extLst>
              <a:ext uri="{FF2B5EF4-FFF2-40B4-BE49-F238E27FC236}">
                <a16:creationId xmlns:a16="http://schemas.microsoft.com/office/drawing/2014/main" id="{326E6173-9F8F-78E3-851C-11C1EDF6B804}"/>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D2B74860-3FDE-897B-38F4-3A451ECFF638}"/>
              </a:ext>
            </a:extLst>
          </p:cNvPr>
          <p:cNvSpPr/>
          <p:nvPr/>
        </p:nvSpPr>
        <p:spPr>
          <a:xfrm>
            <a:off x="195718"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4A17A59C-9990-42EC-AEB2-D76AE617ED90}"/>
              </a:ext>
            </a:extLst>
          </p:cNvPr>
          <p:cNvCxnSpPr>
            <a:cxnSpLocks/>
            <a:stCxn id="4" idx="4"/>
            <a:endCxn id="9" idx="0"/>
          </p:cNvCxnSpPr>
          <p:nvPr/>
        </p:nvCxnSpPr>
        <p:spPr>
          <a:xfrm flipH="1">
            <a:off x="973201"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F4FF1992-D42A-F6DB-9111-4DE6B0C0AA23}"/>
              </a:ext>
            </a:extLst>
          </p:cNvPr>
          <p:cNvSpPr/>
          <p:nvPr/>
        </p:nvSpPr>
        <p:spPr>
          <a:xfrm>
            <a:off x="207707"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101FEF39-780E-05F8-045E-C4092045D3CD}"/>
              </a:ext>
            </a:extLst>
          </p:cNvPr>
          <p:cNvCxnSpPr>
            <a:cxnSpLocks/>
            <a:stCxn id="9" idx="4"/>
            <a:endCxn id="26" idx="0"/>
          </p:cNvCxnSpPr>
          <p:nvPr/>
        </p:nvCxnSpPr>
        <p:spPr>
          <a:xfrm>
            <a:off x="973201"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4" name="Rectangle 1023">
            <a:extLst>
              <a:ext uri="{FF2B5EF4-FFF2-40B4-BE49-F238E27FC236}">
                <a16:creationId xmlns:a16="http://schemas.microsoft.com/office/drawing/2014/main" id="{127E8D95-BA85-858C-B884-84924D66E802}"/>
              </a:ext>
            </a:extLst>
          </p:cNvPr>
          <p:cNvSpPr/>
          <p:nvPr/>
        </p:nvSpPr>
        <p:spPr>
          <a:xfrm>
            <a:off x="3035536" y="820396"/>
            <a:ext cx="2865974" cy="72800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Extract STE and Spectral Centroid (SC) features.</a:t>
            </a:r>
          </a:p>
        </p:txBody>
      </p:sp>
      <p:cxnSp>
        <p:nvCxnSpPr>
          <p:cNvPr id="7" name="Straight Arrow Connector 27">
            <a:extLst>
              <a:ext uri="{FF2B5EF4-FFF2-40B4-BE49-F238E27FC236}">
                <a16:creationId xmlns:a16="http://schemas.microsoft.com/office/drawing/2014/main" id="{C903402A-10BA-FB6D-054F-C2262D3C3160}"/>
              </a:ext>
            </a:extLst>
          </p:cNvPr>
          <p:cNvCxnSpPr>
            <a:cxnSpLocks/>
          </p:cNvCxnSpPr>
          <p:nvPr/>
        </p:nvCxnSpPr>
        <p:spPr>
          <a:xfrm flipH="1">
            <a:off x="973802"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Rounded Corners 2">
            <a:extLst>
              <a:ext uri="{FF2B5EF4-FFF2-40B4-BE49-F238E27FC236}">
                <a16:creationId xmlns:a16="http://schemas.microsoft.com/office/drawing/2014/main" id="{EE7E3078-6D73-F6ED-3BA2-C6A67C97C60C}"/>
              </a:ext>
            </a:extLst>
          </p:cNvPr>
          <p:cNvSpPr/>
          <p:nvPr/>
        </p:nvSpPr>
        <p:spPr>
          <a:xfrm>
            <a:off x="2278617" y="1660410"/>
            <a:ext cx="2788435" cy="3201521"/>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8" name="Google Shape;1040;p31">
                <a:extLst>
                  <a:ext uri="{FF2B5EF4-FFF2-40B4-BE49-F238E27FC236}">
                    <a16:creationId xmlns:a16="http://schemas.microsoft.com/office/drawing/2014/main" id="{1A534D41-C79A-D9D4-E8DF-FFC9692C3DB7}"/>
                  </a:ext>
                </a:extLst>
              </p:cNvPr>
              <p:cNvSpPr txBox="1">
                <a:spLocks/>
              </p:cNvSpPr>
              <p:nvPr/>
            </p:nvSpPr>
            <p:spPr>
              <a:xfrm>
                <a:off x="2410662" y="3762672"/>
                <a:ext cx="2445978" cy="74857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spcAft>
                    <a:spcPts val="600"/>
                  </a:spcAft>
                  <a:buClr>
                    <a:schemeClr val="bg1"/>
                  </a:buClr>
                </a:pPr>
                <a:r>
                  <a:rPr lang="en-US" sz="1800" b="1" dirty="0">
                    <a:solidFill>
                      <a:schemeClr val="bg1"/>
                    </a:solidFill>
                    <a:latin typeface="Montserrat" panose="00000500000000000000" pitchFamily="2" charset="0"/>
                  </a:rPr>
                  <a:t>For </a:t>
                </a:r>
                <a:r>
                  <a:rPr lang="en-US" sz="1800" b="1" dirty="0" err="1">
                    <a:solidFill>
                      <a:schemeClr val="bg1"/>
                    </a:solidFill>
                    <a:latin typeface="Montserrat" panose="00000500000000000000" pitchFamily="2" charset="0"/>
                  </a:rPr>
                  <a:t>i-th</a:t>
                </a:r>
                <a:r>
                  <a:rPr lang="en-US" sz="1800" b="1" dirty="0">
                    <a:solidFill>
                      <a:schemeClr val="bg1"/>
                    </a:solidFill>
                    <a:latin typeface="Montserrat" panose="00000500000000000000" pitchFamily="2" charset="0"/>
                  </a:rPr>
                  <a:t> frame:</a:t>
                </a:r>
              </a:p>
              <a:p>
                <a:pPr algn="just">
                  <a:spcAft>
                    <a:spcPts val="600"/>
                  </a:spcAft>
                  <a:buClr>
                    <a:schemeClr val="bg1"/>
                  </a:buClr>
                </a:pPr>
                <a:r>
                  <a:rPr lang="en-US" sz="1800" dirty="0">
                    <a:solidFill>
                      <a:schemeClr val="bg1"/>
                    </a:solidFill>
                    <a:latin typeface="Montserrat" panose="00000500000000000000" pitchFamily="2" charset="0"/>
                  </a:rPr>
                  <a:t>STE = </a:t>
                </a:r>
                <a14:m>
                  <m:oMath xmlns:m="http://schemas.openxmlformats.org/officeDocument/2006/math">
                    <m:f>
                      <m:fPr>
                        <m:ctrlPr>
                          <a:rPr lang="en-US" sz="1800" b="0" i="1" smtClean="0">
                            <a:solidFill>
                              <a:schemeClr val="bg1"/>
                            </a:solidFill>
                            <a:latin typeface="Cambria Math" panose="02040503050406030204" pitchFamily="18" charset="0"/>
                          </a:rPr>
                        </m:ctrlPr>
                      </m:fPr>
                      <m:num>
                        <m:r>
                          <a:rPr lang="en-US" sz="1800" b="0" i="1" smtClean="0">
                            <a:solidFill>
                              <a:schemeClr val="bg1"/>
                            </a:solidFill>
                            <a:latin typeface="Cambria Math" panose="02040503050406030204" pitchFamily="18" charset="0"/>
                          </a:rPr>
                          <m:t>1</m:t>
                        </m:r>
                      </m:num>
                      <m:den>
                        <m:r>
                          <a:rPr lang="en-US" sz="1800" b="0" i="1" smtClean="0">
                            <a:solidFill>
                              <a:schemeClr val="bg1"/>
                            </a:solidFill>
                            <a:latin typeface="Cambria Math" panose="02040503050406030204" pitchFamily="18" charset="0"/>
                          </a:rPr>
                          <m:t>𝑁</m:t>
                        </m:r>
                      </m:den>
                    </m:f>
                    <m:nary>
                      <m:naryPr>
                        <m:chr m:val="∑"/>
                        <m:ctrlPr>
                          <a:rPr lang="en-US" sz="1800" b="0" i="1" smtClean="0">
                            <a:solidFill>
                              <a:schemeClr val="bg1"/>
                            </a:solidFill>
                            <a:latin typeface="Cambria Math" panose="02040503050406030204" pitchFamily="18" charset="0"/>
                          </a:rPr>
                        </m:ctrlPr>
                      </m:naryPr>
                      <m:sub>
                        <m:r>
                          <m:rPr>
                            <m:brk m:alnAt="23"/>
                          </m:rPr>
                          <a:rPr lang="en-US" sz="1800" b="0" i="1" smtClean="0">
                            <a:solidFill>
                              <a:schemeClr val="bg1"/>
                            </a:solidFill>
                            <a:latin typeface="Cambria Math" panose="02040503050406030204" pitchFamily="18" charset="0"/>
                          </a:rPr>
                          <m:t>𝑛</m:t>
                        </m:r>
                        <m:r>
                          <m:rPr>
                            <m:brk m:alnAt="23"/>
                          </m:rPr>
                          <a:rPr lang="en-US" sz="1800" b="0" i="1" smtClean="0">
                            <a:solidFill>
                              <a:schemeClr val="bg1"/>
                            </a:solidFill>
                            <a:latin typeface="Cambria Math" panose="02040503050406030204" pitchFamily="18" charset="0"/>
                          </a:rPr>
                          <m:t>=</m:t>
                        </m:r>
                        <m:r>
                          <m:rPr>
                            <m:brk m:alnAt="23"/>
                          </m:rPr>
                          <a:rPr lang="en-US" sz="1800" b="0" i="1" smtClean="0">
                            <a:solidFill>
                              <a:schemeClr val="bg1"/>
                            </a:solidFill>
                            <a:latin typeface="Cambria Math" panose="02040503050406030204" pitchFamily="18" charset="0"/>
                          </a:rPr>
                          <m:t>1</m:t>
                        </m:r>
                      </m:sub>
                      <m:sup>
                        <m:r>
                          <a:rPr lang="en-US" sz="1800" b="0" i="1" smtClean="0">
                            <a:solidFill>
                              <a:schemeClr val="bg1"/>
                            </a:solidFill>
                            <a:latin typeface="Cambria Math" panose="02040503050406030204" pitchFamily="18" charset="0"/>
                          </a:rPr>
                          <m:t>𝑁</m:t>
                        </m:r>
                      </m:sup>
                      <m:e>
                        <m:sSubSup>
                          <m:sSubSupPr>
                            <m:ctrlPr>
                              <a:rPr lang="en-US" sz="1800" b="0" i="1" smtClean="0">
                                <a:solidFill>
                                  <a:schemeClr val="bg1"/>
                                </a:solidFill>
                                <a:latin typeface="Cambria Math" panose="02040503050406030204" pitchFamily="18" charset="0"/>
                              </a:rPr>
                            </m:ctrlPr>
                          </m:sSubSupPr>
                          <m:e>
                            <m:r>
                              <a:rPr lang="en-US" sz="1800" b="0" i="1" smtClean="0">
                                <a:solidFill>
                                  <a:schemeClr val="bg1"/>
                                </a:solidFill>
                                <a:latin typeface="Cambria Math" panose="02040503050406030204" pitchFamily="18" charset="0"/>
                              </a:rPr>
                              <m:t>𝑥</m:t>
                            </m:r>
                          </m:e>
                          <m:sub>
                            <m:r>
                              <a:rPr lang="en-US" sz="1800" b="0" i="1" smtClean="0">
                                <a:solidFill>
                                  <a:schemeClr val="bg1"/>
                                </a:solidFill>
                                <a:latin typeface="Cambria Math" panose="02040503050406030204" pitchFamily="18" charset="0"/>
                              </a:rPr>
                              <m:t>𝑖</m:t>
                            </m:r>
                          </m:sub>
                          <m:sup>
                            <m:r>
                              <a:rPr lang="en-US" sz="1800" b="0" i="1" smtClean="0">
                                <a:solidFill>
                                  <a:schemeClr val="bg1"/>
                                </a:solidFill>
                                <a:latin typeface="Cambria Math" panose="02040503050406030204" pitchFamily="18" charset="0"/>
                              </a:rPr>
                              <m:t>2</m:t>
                            </m:r>
                          </m:sup>
                        </m:sSubSup>
                      </m:e>
                    </m:nary>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𝑛</m:t>
                    </m:r>
                    <m:r>
                      <a:rPr lang="en-US" sz="1800" b="0" i="1" smtClean="0">
                        <a:solidFill>
                          <a:schemeClr val="bg1"/>
                        </a:solidFill>
                        <a:latin typeface="Cambria Math" panose="02040503050406030204" pitchFamily="18" charset="0"/>
                      </a:rPr>
                      <m:t>)</m:t>
                    </m:r>
                  </m:oMath>
                </a14:m>
                <a:endParaRPr lang="vi-VN" sz="1800" dirty="0">
                  <a:solidFill>
                    <a:schemeClr val="bg1"/>
                  </a:solidFill>
                  <a:latin typeface="Montserrat" panose="00000500000000000000" pitchFamily="2" charset="0"/>
                </a:endParaRPr>
              </a:p>
            </p:txBody>
          </p:sp>
        </mc:Choice>
        <mc:Fallback>
          <p:sp>
            <p:nvSpPr>
              <p:cNvPr id="8" name="Google Shape;1040;p31">
                <a:extLst>
                  <a:ext uri="{FF2B5EF4-FFF2-40B4-BE49-F238E27FC236}">
                    <a16:creationId xmlns:a16="http://schemas.microsoft.com/office/drawing/2014/main" id="{1A534D41-C79A-D9D4-E8DF-FFC9692C3DB7}"/>
                  </a:ext>
                </a:extLst>
              </p:cNvPr>
              <p:cNvSpPr txBox="1">
                <a:spLocks noRot="1" noChangeAspect="1" noMove="1" noResize="1" noEditPoints="1" noAdjustHandles="1" noChangeArrowheads="1" noChangeShapeType="1" noTextEdit="1"/>
              </p:cNvSpPr>
              <p:nvPr/>
            </p:nvSpPr>
            <p:spPr>
              <a:xfrm>
                <a:off x="2410662" y="3762672"/>
                <a:ext cx="2445978" cy="748577"/>
              </a:xfrm>
              <a:prstGeom prst="rect">
                <a:avLst/>
              </a:prstGeom>
              <a:blipFill>
                <a:blip r:embed="rId3"/>
                <a:stretch>
                  <a:fillRect l="-1990" t="-15447" b="-84553"/>
                </a:stretch>
              </a:blipFill>
            </p:spPr>
            <p:txBody>
              <a:bodyPr/>
              <a:lstStyle/>
              <a:p>
                <a:r>
                  <a:rPr lang="en-US">
                    <a:noFill/>
                  </a:rPr>
                  <a:t> </a:t>
                </a:r>
              </a:p>
            </p:txBody>
          </p:sp>
        </mc:Fallback>
      </mc:AlternateContent>
      <p:pic>
        <p:nvPicPr>
          <p:cNvPr id="12" name="Picture 11">
            <a:extLst>
              <a:ext uri="{FF2B5EF4-FFF2-40B4-BE49-F238E27FC236}">
                <a16:creationId xmlns:a16="http://schemas.microsoft.com/office/drawing/2014/main" id="{1DA53A22-E522-222F-0242-B269022E0B02}"/>
              </a:ext>
            </a:extLst>
          </p:cNvPr>
          <p:cNvPicPr>
            <a:picLocks noChangeAspect="1"/>
          </p:cNvPicPr>
          <p:nvPr/>
        </p:nvPicPr>
        <p:blipFill>
          <a:blip r:embed="rId4"/>
          <a:srcRect/>
          <a:stretch/>
        </p:blipFill>
        <p:spPr>
          <a:xfrm>
            <a:off x="2415031" y="1813487"/>
            <a:ext cx="2526797" cy="1181843"/>
          </a:xfrm>
          <a:prstGeom prst="rect">
            <a:avLst/>
          </a:prstGeom>
          <a:ln w="28575">
            <a:solidFill>
              <a:schemeClr val="bg1"/>
            </a:solidFill>
          </a:ln>
        </p:spPr>
      </p:pic>
      <p:sp>
        <p:nvSpPr>
          <p:cNvPr id="14" name="Rectangle">
            <a:extLst>
              <a:ext uri="{FF2B5EF4-FFF2-40B4-BE49-F238E27FC236}">
                <a16:creationId xmlns:a16="http://schemas.microsoft.com/office/drawing/2014/main" id="{8FEB0EF2-E3F3-27DD-7A58-9DC24C657FBD}"/>
              </a:ext>
            </a:extLst>
          </p:cNvPr>
          <p:cNvSpPr/>
          <p:nvPr/>
        </p:nvSpPr>
        <p:spPr>
          <a:xfrm>
            <a:off x="5539556" y="1660411"/>
            <a:ext cx="2788435" cy="3200386"/>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6" name="Google Shape;1040;p31">
                <a:extLst>
                  <a:ext uri="{FF2B5EF4-FFF2-40B4-BE49-F238E27FC236}">
                    <a16:creationId xmlns:a16="http://schemas.microsoft.com/office/drawing/2014/main" id="{033E73B2-0401-5A06-CB52-232184A0FD5A}"/>
                  </a:ext>
                </a:extLst>
              </p:cNvPr>
              <p:cNvSpPr txBox="1">
                <a:spLocks/>
              </p:cNvSpPr>
              <p:nvPr/>
            </p:nvSpPr>
            <p:spPr>
              <a:xfrm>
                <a:off x="5680254" y="3753501"/>
                <a:ext cx="2507038" cy="908495"/>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spcAft>
                    <a:spcPts val="600"/>
                  </a:spcAft>
                  <a:buClr>
                    <a:schemeClr val="bg1"/>
                  </a:buClr>
                </a:pPr>
                <a:r>
                  <a:rPr lang="en-US" sz="1800" b="1" dirty="0">
                    <a:solidFill>
                      <a:schemeClr val="bg1"/>
                    </a:solidFill>
                    <a:latin typeface="Montserrat" panose="00000500000000000000" pitchFamily="2" charset="0"/>
                  </a:rPr>
                  <a:t>For </a:t>
                </a:r>
                <a:r>
                  <a:rPr lang="en-US" sz="1800" b="1" dirty="0" err="1">
                    <a:solidFill>
                      <a:schemeClr val="bg1"/>
                    </a:solidFill>
                    <a:latin typeface="Montserrat" panose="00000500000000000000" pitchFamily="2" charset="0"/>
                  </a:rPr>
                  <a:t>i-th</a:t>
                </a:r>
                <a:r>
                  <a:rPr lang="en-US" sz="1800" b="1" dirty="0">
                    <a:solidFill>
                      <a:schemeClr val="bg1"/>
                    </a:solidFill>
                    <a:latin typeface="Montserrat" panose="00000500000000000000" pitchFamily="2" charset="0"/>
                  </a:rPr>
                  <a:t> frame:</a:t>
                </a:r>
              </a:p>
              <a:p>
                <a:pPr algn="just">
                  <a:spcAft>
                    <a:spcPts val="600"/>
                  </a:spcAft>
                  <a:buClr>
                    <a:schemeClr val="bg1"/>
                  </a:buClr>
                </a:pPr>
                <a:r>
                  <a:rPr lang="en-US" sz="1800" dirty="0">
                    <a:solidFill>
                      <a:schemeClr val="bg1"/>
                    </a:solidFill>
                    <a:latin typeface="Montserrat" panose="00000500000000000000" pitchFamily="2" charset="0"/>
                  </a:rPr>
                  <a:t>SC = </a:t>
                </a:r>
                <a14:m>
                  <m:oMath xmlns:m="http://schemas.openxmlformats.org/officeDocument/2006/math">
                    <m:f>
                      <m:fPr>
                        <m:ctrlPr>
                          <a:rPr lang="en-US" sz="1800" b="0" i="1" smtClean="0">
                            <a:solidFill>
                              <a:schemeClr val="bg1"/>
                            </a:solidFill>
                            <a:latin typeface="Cambria Math" panose="02040503050406030204" pitchFamily="18" charset="0"/>
                          </a:rPr>
                        </m:ctrlPr>
                      </m:fPr>
                      <m:num>
                        <m:nary>
                          <m:naryPr>
                            <m:chr m:val="∑"/>
                            <m:ctrlPr>
                              <a:rPr lang="en-US" sz="1800" b="0" i="1" smtClean="0">
                                <a:solidFill>
                                  <a:schemeClr val="bg1"/>
                                </a:solidFill>
                                <a:latin typeface="Cambria Math" panose="02040503050406030204" pitchFamily="18" charset="0"/>
                              </a:rPr>
                            </m:ctrlPr>
                          </m:naryPr>
                          <m:sub>
                            <m:r>
                              <m:rPr>
                                <m:brk m:alnAt="23"/>
                              </m:rPr>
                              <a:rPr lang="en-US" sz="1800" b="0" i="1" smtClean="0">
                                <a:solidFill>
                                  <a:schemeClr val="bg1"/>
                                </a:solidFill>
                                <a:latin typeface="Cambria Math" panose="02040503050406030204" pitchFamily="18" charset="0"/>
                              </a:rPr>
                              <m:t>𝑘</m:t>
                            </m:r>
                            <m:r>
                              <m:rPr>
                                <m:brk m:alnAt="23"/>
                              </m:rPr>
                              <a:rPr lang="en-US" sz="1800" b="0" i="1" smtClean="0">
                                <a:solidFill>
                                  <a:schemeClr val="bg1"/>
                                </a:solidFill>
                                <a:latin typeface="Cambria Math" panose="02040503050406030204" pitchFamily="18" charset="0"/>
                              </a:rPr>
                              <m:t>=</m:t>
                            </m:r>
                            <m:r>
                              <m:rPr>
                                <m:brk m:alnAt="23"/>
                              </m:rPr>
                              <a:rPr lang="en-US" sz="1800" b="0" i="1" smtClean="0">
                                <a:solidFill>
                                  <a:schemeClr val="bg1"/>
                                </a:solidFill>
                                <a:latin typeface="Cambria Math" panose="02040503050406030204" pitchFamily="18" charset="0"/>
                              </a:rPr>
                              <m:t>1</m:t>
                            </m:r>
                          </m:sub>
                          <m:sup>
                            <m:r>
                              <a:rPr lang="en-US" sz="1800" b="0" i="1" smtClean="0">
                                <a:solidFill>
                                  <a:schemeClr val="bg1"/>
                                </a:solidFill>
                                <a:latin typeface="Cambria Math" panose="02040503050406030204" pitchFamily="18" charset="0"/>
                              </a:rPr>
                              <m:t>𝑁</m:t>
                            </m:r>
                          </m:sup>
                          <m:e>
                            <m:d>
                              <m:dPr>
                                <m:ctrlPr>
                                  <a:rPr lang="en-US" sz="1800" b="0" i="1" smtClean="0">
                                    <a:solidFill>
                                      <a:schemeClr val="bg1"/>
                                    </a:solidFill>
                                    <a:latin typeface="Cambria Math" panose="02040503050406030204" pitchFamily="18" charset="0"/>
                                  </a:rPr>
                                </m:ctrlPr>
                              </m:dPr>
                              <m:e>
                                <m:r>
                                  <a:rPr lang="en-US" sz="1800" b="0" i="1" smtClean="0">
                                    <a:solidFill>
                                      <a:schemeClr val="bg1"/>
                                    </a:solidFill>
                                    <a:latin typeface="Cambria Math" panose="02040503050406030204" pitchFamily="18" charset="0"/>
                                  </a:rPr>
                                  <m:t>𝑘</m:t>
                                </m:r>
                                <m:r>
                                  <a:rPr lang="en-US" sz="1800" b="0" i="1" smtClean="0">
                                    <a:solidFill>
                                      <a:schemeClr val="bg1"/>
                                    </a:solidFill>
                                    <a:latin typeface="Cambria Math" panose="02040503050406030204" pitchFamily="18" charset="0"/>
                                  </a:rPr>
                                  <m:t>+1</m:t>
                                </m:r>
                              </m:e>
                            </m:d>
                            <m:r>
                              <a:rPr lang="en-US" sz="1800" b="0" i="1" smtClean="0">
                                <a:solidFill>
                                  <a:schemeClr val="bg1"/>
                                </a:solidFill>
                                <a:latin typeface="Cambria Math" panose="02040503050406030204" pitchFamily="18" charset="0"/>
                              </a:rPr>
                              <m:t> </m:t>
                            </m:r>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𝑋</m:t>
                                </m:r>
                              </m:e>
                              <m:sub>
                                <m:r>
                                  <a:rPr lang="en-US" sz="1800" b="0" i="1" smtClean="0">
                                    <a:solidFill>
                                      <a:schemeClr val="bg1"/>
                                    </a:solidFill>
                                    <a:latin typeface="Cambria Math" panose="02040503050406030204" pitchFamily="18" charset="0"/>
                                  </a:rPr>
                                  <m:t>𝑖</m:t>
                                </m:r>
                              </m:sub>
                            </m:sSub>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𝑘</m:t>
                            </m:r>
                            <m:r>
                              <a:rPr lang="en-US" sz="1800" b="0" i="1" smtClean="0">
                                <a:solidFill>
                                  <a:schemeClr val="bg1"/>
                                </a:solidFill>
                                <a:latin typeface="Cambria Math" panose="02040503050406030204" pitchFamily="18" charset="0"/>
                              </a:rPr>
                              <m:t>)</m:t>
                            </m:r>
                          </m:e>
                        </m:nary>
                      </m:num>
                      <m:den>
                        <m:nary>
                          <m:naryPr>
                            <m:chr m:val="∑"/>
                            <m:ctrlPr>
                              <a:rPr lang="en-US" sz="1800" i="1">
                                <a:solidFill>
                                  <a:schemeClr val="bg1"/>
                                </a:solidFill>
                                <a:latin typeface="Cambria Math" panose="02040503050406030204" pitchFamily="18" charset="0"/>
                              </a:rPr>
                            </m:ctrlPr>
                          </m:naryPr>
                          <m:sub>
                            <m:r>
                              <m:rPr>
                                <m:brk m:alnAt="23"/>
                              </m:rPr>
                              <a:rPr lang="en-US" sz="1800" i="1">
                                <a:solidFill>
                                  <a:schemeClr val="bg1"/>
                                </a:solidFill>
                                <a:latin typeface="Cambria Math" panose="02040503050406030204" pitchFamily="18" charset="0"/>
                              </a:rPr>
                              <m:t>𝑘</m:t>
                            </m:r>
                            <m:r>
                              <m:rPr>
                                <m:brk m:alnAt="23"/>
                              </m:rPr>
                              <a:rPr lang="en-US" sz="1800" i="1">
                                <a:solidFill>
                                  <a:schemeClr val="bg1"/>
                                </a:solidFill>
                                <a:latin typeface="Cambria Math" panose="02040503050406030204" pitchFamily="18" charset="0"/>
                              </a:rPr>
                              <m:t>=</m:t>
                            </m:r>
                            <m:r>
                              <m:rPr>
                                <m:brk m:alnAt="23"/>
                              </m:rPr>
                              <a:rPr lang="en-US" sz="1800" i="1">
                                <a:solidFill>
                                  <a:schemeClr val="bg1"/>
                                </a:solidFill>
                                <a:latin typeface="Cambria Math" panose="02040503050406030204" pitchFamily="18" charset="0"/>
                              </a:rPr>
                              <m:t>1</m:t>
                            </m:r>
                          </m:sub>
                          <m:sup>
                            <m:r>
                              <a:rPr lang="en-US" sz="1800" i="1">
                                <a:solidFill>
                                  <a:schemeClr val="bg1"/>
                                </a:solidFill>
                                <a:latin typeface="Cambria Math" panose="02040503050406030204" pitchFamily="18" charset="0"/>
                              </a:rPr>
                              <m:t>𝑁</m:t>
                            </m:r>
                          </m:sup>
                          <m:e>
                            <m:r>
                              <a:rPr lang="en-US" sz="1800" i="1">
                                <a:solidFill>
                                  <a:schemeClr val="bg1"/>
                                </a:solidFill>
                                <a:latin typeface="Cambria Math" panose="02040503050406030204" pitchFamily="18" charset="0"/>
                              </a:rPr>
                              <m:t> </m:t>
                            </m:r>
                            <m:sSub>
                              <m:sSubPr>
                                <m:ctrlPr>
                                  <a:rPr lang="en-US" sz="1800" i="1">
                                    <a:solidFill>
                                      <a:schemeClr val="bg1"/>
                                    </a:solidFill>
                                    <a:latin typeface="Cambria Math" panose="02040503050406030204" pitchFamily="18" charset="0"/>
                                  </a:rPr>
                                </m:ctrlPr>
                              </m:sSubPr>
                              <m:e>
                                <m:r>
                                  <a:rPr lang="en-US" sz="1800" i="1">
                                    <a:solidFill>
                                      <a:schemeClr val="bg1"/>
                                    </a:solidFill>
                                    <a:latin typeface="Cambria Math" panose="02040503050406030204" pitchFamily="18" charset="0"/>
                                  </a:rPr>
                                  <m:t>𝑋</m:t>
                                </m:r>
                              </m:e>
                              <m:sub>
                                <m:r>
                                  <a:rPr lang="en-US" sz="1800" i="1">
                                    <a:solidFill>
                                      <a:schemeClr val="bg1"/>
                                    </a:solidFill>
                                    <a:latin typeface="Cambria Math" panose="02040503050406030204" pitchFamily="18" charset="0"/>
                                  </a:rPr>
                                  <m:t>𝑖</m:t>
                                </m:r>
                              </m:sub>
                            </m:sSub>
                            <m:r>
                              <a:rPr lang="en-US" sz="1800" i="1">
                                <a:solidFill>
                                  <a:schemeClr val="bg1"/>
                                </a:solidFill>
                                <a:latin typeface="Cambria Math" panose="02040503050406030204" pitchFamily="18" charset="0"/>
                              </a:rPr>
                              <m:t>(</m:t>
                            </m:r>
                            <m:r>
                              <a:rPr lang="en-US" sz="1800" i="1">
                                <a:solidFill>
                                  <a:schemeClr val="bg1"/>
                                </a:solidFill>
                                <a:latin typeface="Cambria Math" panose="02040503050406030204" pitchFamily="18" charset="0"/>
                              </a:rPr>
                              <m:t>𝑘</m:t>
                            </m:r>
                            <m:r>
                              <a:rPr lang="en-US" sz="1800" i="1">
                                <a:solidFill>
                                  <a:schemeClr val="bg1"/>
                                </a:solidFill>
                                <a:latin typeface="Cambria Math" panose="02040503050406030204" pitchFamily="18" charset="0"/>
                              </a:rPr>
                              <m:t>)</m:t>
                            </m:r>
                          </m:e>
                        </m:nary>
                      </m:den>
                    </m:f>
                  </m:oMath>
                </a14:m>
                <a:endParaRPr lang="vi-VN" sz="1800" dirty="0">
                  <a:solidFill>
                    <a:schemeClr val="bg1"/>
                  </a:solidFill>
                  <a:latin typeface="Montserrat" panose="00000500000000000000" pitchFamily="2" charset="0"/>
                </a:endParaRPr>
              </a:p>
            </p:txBody>
          </p:sp>
        </mc:Choice>
        <mc:Fallback>
          <p:sp>
            <p:nvSpPr>
              <p:cNvPr id="16" name="Google Shape;1040;p31">
                <a:extLst>
                  <a:ext uri="{FF2B5EF4-FFF2-40B4-BE49-F238E27FC236}">
                    <a16:creationId xmlns:a16="http://schemas.microsoft.com/office/drawing/2014/main" id="{033E73B2-0401-5A06-CB52-232184A0FD5A}"/>
                  </a:ext>
                </a:extLst>
              </p:cNvPr>
              <p:cNvSpPr txBox="1">
                <a:spLocks noRot="1" noChangeAspect="1" noMove="1" noResize="1" noEditPoints="1" noAdjustHandles="1" noChangeArrowheads="1" noChangeShapeType="1" noTextEdit="1"/>
              </p:cNvSpPr>
              <p:nvPr/>
            </p:nvSpPr>
            <p:spPr>
              <a:xfrm>
                <a:off x="5680254" y="3753501"/>
                <a:ext cx="2507038" cy="908495"/>
              </a:xfrm>
              <a:prstGeom prst="rect">
                <a:avLst/>
              </a:prstGeom>
              <a:blipFill>
                <a:blip r:embed="rId5"/>
                <a:stretch>
                  <a:fillRect l="-2190" t="-9396"/>
                </a:stretch>
              </a:blipFill>
            </p:spPr>
            <p:txBody>
              <a:bodyPr/>
              <a:lstStyle/>
              <a:p>
                <a:r>
                  <a:rPr lang="en-US">
                    <a:noFill/>
                  </a:rPr>
                  <a:t> </a:t>
                </a:r>
              </a:p>
            </p:txBody>
          </p:sp>
        </mc:Fallback>
      </mc:AlternateContent>
      <p:pic>
        <p:nvPicPr>
          <p:cNvPr id="18" name="Picture 17">
            <a:extLst>
              <a:ext uri="{FF2B5EF4-FFF2-40B4-BE49-F238E27FC236}">
                <a16:creationId xmlns:a16="http://schemas.microsoft.com/office/drawing/2014/main" id="{14FADED8-D5BB-2987-BC5B-53054F813AD8}"/>
              </a:ext>
            </a:extLst>
          </p:cNvPr>
          <p:cNvPicPr>
            <a:picLocks noChangeAspect="1"/>
          </p:cNvPicPr>
          <p:nvPr/>
        </p:nvPicPr>
        <p:blipFill>
          <a:blip r:embed="rId6"/>
          <a:srcRect/>
          <a:stretch/>
        </p:blipFill>
        <p:spPr>
          <a:xfrm>
            <a:off x="5680254" y="1806837"/>
            <a:ext cx="2507038" cy="1687524"/>
          </a:xfrm>
          <a:prstGeom prst="rect">
            <a:avLst/>
          </a:prstGeom>
          <a:ln w="28575">
            <a:solidFill>
              <a:schemeClr val="bg1"/>
            </a:solidFill>
          </a:ln>
        </p:spPr>
      </p:pic>
    </p:spTree>
    <p:extLst>
      <p:ext uri="{BB962C8B-B14F-4D97-AF65-F5344CB8AC3E}">
        <p14:creationId xmlns:p14="http://schemas.microsoft.com/office/powerpoint/2010/main" val="33715379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7" presetClass="entr" presetSubtype="0"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1000"/>
                                        <p:tgtEl>
                                          <p:spTgt spid="27"/>
                                        </p:tgtEl>
                                      </p:cBhvr>
                                    </p:animEffect>
                                    <p:anim calcmode="lin" valueType="num">
                                      <p:cBhvr>
                                        <p:cTn id="14" dur="1000" fill="hold"/>
                                        <p:tgtEl>
                                          <p:spTgt spid="27"/>
                                        </p:tgtEl>
                                        <p:attrNameLst>
                                          <p:attrName>ppt_x</p:attrName>
                                        </p:attrNameLst>
                                      </p:cBhvr>
                                      <p:tavLst>
                                        <p:tav tm="0">
                                          <p:val>
                                            <p:strVal val="#ppt_x"/>
                                          </p:val>
                                        </p:tav>
                                        <p:tav tm="100000">
                                          <p:val>
                                            <p:strVal val="#ppt_x"/>
                                          </p:val>
                                        </p:tav>
                                      </p:tavLst>
                                    </p:anim>
                                    <p:anim calcmode="lin" valueType="num">
                                      <p:cBhvr>
                                        <p:cTn id="15" dur="1000" fill="hold"/>
                                        <p:tgtEl>
                                          <p:spTgt spid="27"/>
                                        </p:tgtEl>
                                        <p:attrNameLst>
                                          <p:attrName>ppt_y</p:attrName>
                                        </p:attrNameLst>
                                      </p:cBhvr>
                                      <p:tavLst>
                                        <p:tav tm="0">
                                          <p:val>
                                            <p:strVal val="#ppt_y-.1"/>
                                          </p:val>
                                        </p:tav>
                                        <p:tav tm="100000">
                                          <p:val>
                                            <p:strVal val="#ppt_y"/>
                                          </p:val>
                                        </p:tav>
                                      </p:tavLst>
                                    </p:anim>
                                  </p:childTnLst>
                                </p:cTn>
                              </p:par>
                            </p:childTnLst>
                          </p:cTn>
                        </p:par>
                        <p:par>
                          <p:cTn id="16" fill="hold">
                            <p:stCondLst>
                              <p:cond delay="2000"/>
                            </p:stCondLst>
                            <p:childTnLst>
                              <p:par>
                                <p:cTn id="17" presetID="47" presetClass="entr" presetSubtype="0" fill="hold"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1000"/>
                                        <p:tgtEl>
                                          <p:spTgt spid="7"/>
                                        </p:tgtEl>
                                      </p:cBhvr>
                                    </p:animEffect>
                                    <p:anim calcmode="lin" valueType="num">
                                      <p:cBhvr>
                                        <p:cTn id="20" dur="1000" fill="hold"/>
                                        <p:tgtEl>
                                          <p:spTgt spid="7"/>
                                        </p:tgtEl>
                                        <p:attrNameLst>
                                          <p:attrName>ppt_x</p:attrName>
                                        </p:attrNameLst>
                                      </p:cBhvr>
                                      <p:tavLst>
                                        <p:tav tm="0">
                                          <p:val>
                                            <p:strVal val="#ppt_x"/>
                                          </p:val>
                                        </p:tav>
                                        <p:tav tm="100000">
                                          <p:val>
                                            <p:strVal val="#ppt_x"/>
                                          </p:val>
                                        </p:tav>
                                      </p:tavLst>
                                    </p:anim>
                                    <p:anim calcmode="lin" valueType="num">
                                      <p:cBhvr>
                                        <p:cTn id="21"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D9CACD86-84C0-B75C-0D0F-4355233A931F}"/>
            </a:ext>
          </a:extLst>
        </p:cNvPr>
        <p:cNvGrpSpPr/>
        <p:nvPr/>
      </p:nvGrpSpPr>
      <p:grpSpPr>
        <a:xfrm>
          <a:off x="0" y="0"/>
          <a:ext cx="0" cy="0"/>
          <a:chOff x="0" y="0"/>
          <a:chExt cx="0" cy="0"/>
        </a:xfrm>
      </p:grpSpPr>
      <p:sp>
        <p:nvSpPr>
          <p:cNvPr id="1034" name="Rectangle: Rounded Corners 1033">
            <a:extLst>
              <a:ext uri="{FF2B5EF4-FFF2-40B4-BE49-F238E27FC236}">
                <a16:creationId xmlns:a16="http://schemas.microsoft.com/office/drawing/2014/main" id="{D4BDCF0C-750D-B434-D5CF-77526E04AB80}"/>
              </a:ext>
            </a:extLst>
          </p:cNvPr>
          <p:cNvSpPr/>
          <p:nvPr/>
        </p:nvSpPr>
        <p:spPr>
          <a:xfrm>
            <a:off x="1836013" y="2972252"/>
            <a:ext cx="6829466" cy="1864513"/>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70EF1595-044C-EB48-58E7-9B3723590E35}"/>
              </a:ext>
            </a:extLst>
          </p:cNvPr>
          <p:cNvSpPr/>
          <p:nvPr/>
        </p:nvSpPr>
        <p:spPr>
          <a:xfrm>
            <a:off x="612749"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FBAD4EEC-FD83-2AC3-056A-96ABCF3AA357}"/>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9C7EC4B7-6165-F195-D04D-4050FDAB86A7}"/>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483B8DE3-0E53-C4F0-2F8F-A421E8FB0C8B}"/>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92957779-4135-4379-F695-B8A0B5A00D6C}"/>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2A1B4954-A701-9E2B-811E-5CC0C1F2548B}"/>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373209CE-658C-2F06-6932-7FB89F85A7B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AB8EDAD1-949F-ADAB-12C1-7CC0E0597062}"/>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8437A863-0154-3979-1463-872FD8FB1A2E}"/>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B9599720-CDAD-1107-CAE3-5E15B3B3D974}"/>
              </a:ext>
            </a:extLst>
          </p:cNvPr>
          <p:cNvSpPr/>
          <p:nvPr/>
        </p:nvSpPr>
        <p:spPr>
          <a:xfrm>
            <a:off x="195718"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672A0D1D-9452-A835-B64A-40ED6FBCA767}"/>
              </a:ext>
            </a:extLst>
          </p:cNvPr>
          <p:cNvCxnSpPr>
            <a:cxnSpLocks/>
            <a:stCxn id="4" idx="4"/>
            <a:endCxn id="9" idx="0"/>
          </p:cNvCxnSpPr>
          <p:nvPr/>
        </p:nvCxnSpPr>
        <p:spPr>
          <a:xfrm flipH="1">
            <a:off x="973201"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156D6326-D4B1-8BEE-A350-65BA07EABD79}"/>
              </a:ext>
            </a:extLst>
          </p:cNvPr>
          <p:cNvSpPr/>
          <p:nvPr/>
        </p:nvSpPr>
        <p:spPr>
          <a:xfrm>
            <a:off x="207707"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EE2E2854-BFDA-D670-A8B7-A82A732CD38E}"/>
              </a:ext>
            </a:extLst>
          </p:cNvPr>
          <p:cNvCxnSpPr>
            <a:cxnSpLocks/>
            <a:stCxn id="9" idx="4"/>
            <a:endCxn id="26" idx="0"/>
          </p:cNvCxnSpPr>
          <p:nvPr/>
        </p:nvCxnSpPr>
        <p:spPr>
          <a:xfrm>
            <a:off x="973201"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27">
            <a:extLst>
              <a:ext uri="{FF2B5EF4-FFF2-40B4-BE49-F238E27FC236}">
                <a16:creationId xmlns:a16="http://schemas.microsoft.com/office/drawing/2014/main" id="{2AB62795-2936-6D01-A91D-90F47453708B}"/>
              </a:ext>
            </a:extLst>
          </p:cNvPr>
          <p:cNvCxnSpPr>
            <a:cxnSpLocks/>
          </p:cNvCxnSpPr>
          <p:nvPr/>
        </p:nvCxnSpPr>
        <p:spPr>
          <a:xfrm flipH="1">
            <a:off x="973802"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D928B00-EC7A-DC85-A1CA-91F1AB8C56A4}"/>
              </a:ext>
            </a:extLst>
          </p:cNvPr>
          <p:cNvSpPr/>
          <p:nvPr/>
        </p:nvSpPr>
        <p:spPr>
          <a:xfrm>
            <a:off x="202314" y="3504332"/>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0" name="Straight Arrow Connector 9">
            <a:extLst>
              <a:ext uri="{FF2B5EF4-FFF2-40B4-BE49-F238E27FC236}">
                <a16:creationId xmlns:a16="http://schemas.microsoft.com/office/drawing/2014/main" id="{8BBF1135-C201-0BB9-5639-8FF721AC599A}"/>
              </a:ext>
            </a:extLst>
          </p:cNvPr>
          <p:cNvCxnSpPr>
            <a:cxnSpLocks/>
          </p:cNvCxnSpPr>
          <p:nvPr/>
        </p:nvCxnSpPr>
        <p:spPr>
          <a:xfrm flipH="1">
            <a:off x="970284" y="4015534"/>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ACB155BD-E8ED-612F-236B-4A980AF802A5}"/>
              </a:ext>
            </a:extLst>
          </p:cNvPr>
          <p:cNvSpPr/>
          <p:nvPr/>
        </p:nvSpPr>
        <p:spPr>
          <a:xfrm>
            <a:off x="2347815" y="871910"/>
            <a:ext cx="2749228" cy="853184"/>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Merge data to compute a combined histogram.</a:t>
            </a:r>
          </a:p>
        </p:txBody>
      </p:sp>
      <p:pic>
        <p:nvPicPr>
          <p:cNvPr id="20" name="Picture 19">
            <a:extLst>
              <a:ext uri="{FF2B5EF4-FFF2-40B4-BE49-F238E27FC236}">
                <a16:creationId xmlns:a16="http://schemas.microsoft.com/office/drawing/2014/main" id="{5E678B7F-E625-DE2F-D89C-E40E244AEC61}"/>
              </a:ext>
            </a:extLst>
          </p:cNvPr>
          <p:cNvPicPr>
            <a:picLocks noChangeAspect="1"/>
          </p:cNvPicPr>
          <p:nvPr/>
        </p:nvPicPr>
        <p:blipFill>
          <a:blip r:embed="rId3"/>
          <a:srcRect/>
          <a:stretch/>
        </p:blipFill>
        <p:spPr>
          <a:xfrm>
            <a:off x="2102074" y="2030651"/>
            <a:ext cx="6251392" cy="2500557"/>
          </a:xfrm>
          <a:prstGeom prst="rect">
            <a:avLst/>
          </a:prstGeom>
          <a:ln w="28575">
            <a:solidFill>
              <a:schemeClr val="bg1">
                <a:lumMod val="50000"/>
              </a:schemeClr>
            </a:solidFill>
          </a:ln>
        </p:spPr>
      </p:pic>
      <p:sp>
        <p:nvSpPr>
          <p:cNvPr id="22" name="Rectangle 21">
            <a:extLst>
              <a:ext uri="{FF2B5EF4-FFF2-40B4-BE49-F238E27FC236}">
                <a16:creationId xmlns:a16="http://schemas.microsoft.com/office/drawing/2014/main" id="{DFDDE10F-B2A7-1E87-B5D5-0A4A07C0C3D6}"/>
              </a:ext>
            </a:extLst>
          </p:cNvPr>
          <p:cNvSpPr/>
          <p:nvPr/>
        </p:nvSpPr>
        <p:spPr>
          <a:xfrm>
            <a:off x="5421572" y="871910"/>
            <a:ext cx="2749227" cy="853183"/>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Apply a smoothing filter to the histogram.</a:t>
            </a:r>
          </a:p>
        </p:txBody>
      </p:sp>
      <p:cxnSp>
        <p:nvCxnSpPr>
          <p:cNvPr id="24" name="Straight Arrow Connector 7">
            <a:extLst>
              <a:ext uri="{FF2B5EF4-FFF2-40B4-BE49-F238E27FC236}">
                <a16:creationId xmlns:a16="http://schemas.microsoft.com/office/drawing/2014/main" id="{03CEB09B-C7D4-C731-6D1A-0E069E568DCD}"/>
              </a:ext>
            </a:extLst>
          </p:cNvPr>
          <p:cNvCxnSpPr>
            <a:cxnSpLocks/>
            <a:stCxn id="17" idx="3"/>
            <a:endCxn id="22" idx="1"/>
          </p:cNvCxnSpPr>
          <p:nvPr/>
        </p:nvCxnSpPr>
        <p:spPr>
          <a:xfrm>
            <a:off x="5097043" y="1298502"/>
            <a:ext cx="324529" cy="0"/>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nector: Curved 28">
            <a:extLst>
              <a:ext uri="{FF2B5EF4-FFF2-40B4-BE49-F238E27FC236}">
                <a16:creationId xmlns:a16="http://schemas.microsoft.com/office/drawing/2014/main" id="{C966B800-3B70-1C6D-072D-A2821A7C8BB6}"/>
              </a:ext>
            </a:extLst>
          </p:cNvPr>
          <p:cNvCxnSpPr>
            <a:cxnSpLocks/>
          </p:cNvCxnSpPr>
          <p:nvPr/>
        </p:nvCxnSpPr>
        <p:spPr>
          <a:xfrm rot="10800000" flipV="1">
            <a:off x="2672768" y="2664657"/>
            <a:ext cx="691376" cy="439866"/>
          </a:xfrm>
          <a:prstGeom prst="curvedConnector3">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25" name="Connector: Curved 1024">
            <a:extLst>
              <a:ext uri="{FF2B5EF4-FFF2-40B4-BE49-F238E27FC236}">
                <a16:creationId xmlns:a16="http://schemas.microsoft.com/office/drawing/2014/main" id="{07C7F881-B4AE-1F19-BFB5-CEFCEA9E1DC7}"/>
              </a:ext>
            </a:extLst>
          </p:cNvPr>
          <p:cNvCxnSpPr>
            <a:cxnSpLocks/>
          </p:cNvCxnSpPr>
          <p:nvPr/>
        </p:nvCxnSpPr>
        <p:spPr>
          <a:xfrm rot="16200000" flipH="1">
            <a:off x="5452246" y="3147660"/>
            <a:ext cx="425155" cy="74340"/>
          </a:xfrm>
          <a:prstGeom prst="curvedConnector3">
            <a:avLst>
              <a:gd name="adj1" fmla="val 50000"/>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568643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7" presetClass="entr" presetSubtype="0"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1000"/>
                                        <p:tgtEl>
                                          <p:spTgt spid="27"/>
                                        </p:tgtEl>
                                      </p:cBhvr>
                                    </p:animEffect>
                                    <p:anim calcmode="lin" valueType="num">
                                      <p:cBhvr>
                                        <p:cTn id="14" dur="1000" fill="hold"/>
                                        <p:tgtEl>
                                          <p:spTgt spid="27"/>
                                        </p:tgtEl>
                                        <p:attrNameLst>
                                          <p:attrName>ppt_x</p:attrName>
                                        </p:attrNameLst>
                                      </p:cBhvr>
                                      <p:tavLst>
                                        <p:tav tm="0">
                                          <p:val>
                                            <p:strVal val="#ppt_x"/>
                                          </p:val>
                                        </p:tav>
                                        <p:tav tm="100000">
                                          <p:val>
                                            <p:strVal val="#ppt_x"/>
                                          </p:val>
                                        </p:tav>
                                      </p:tavLst>
                                    </p:anim>
                                    <p:anim calcmode="lin" valueType="num">
                                      <p:cBhvr>
                                        <p:cTn id="15" dur="1000" fill="hold"/>
                                        <p:tgtEl>
                                          <p:spTgt spid="27"/>
                                        </p:tgtEl>
                                        <p:attrNameLst>
                                          <p:attrName>ppt_y</p:attrName>
                                        </p:attrNameLst>
                                      </p:cBhvr>
                                      <p:tavLst>
                                        <p:tav tm="0">
                                          <p:val>
                                            <p:strVal val="#ppt_y-.1"/>
                                          </p:val>
                                        </p:tav>
                                        <p:tav tm="100000">
                                          <p:val>
                                            <p:strVal val="#ppt_y"/>
                                          </p:val>
                                        </p:tav>
                                      </p:tavLst>
                                    </p:anim>
                                  </p:childTnLst>
                                </p:cTn>
                              </p:par>
                            </p:childTnLst>
                          </p:cTn>
                        </p:par>
                        <p:par>
                          <p:cTn id="16" fill="hold">
                            <p:stCondLst>
                              <p:cond delay="2000"/>
                            </p:stCondLst>
                            <p:childTnLst>
                              <p:par>
                                <p:cTn id="17" presetID="47" presetClass="entr" presetSubtype="0" fill="hold"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1000"/>
                                        <p:tgtEl>
                                          <p:spTgt spid="7"/>
                                        </p:tgtEl>
                                      </p:cBhvr>
                                    </p:animEffect>
                                    <p:anim calcmode="lin" valueType="num">
                                      <p:cBhvr>
                                        <p:cTn id="20" dur="1000" fill="hold"/>
                                        <p:tgtEl>
                                          <p:spTgt spid="7"/>
                                        </p:tgtEl>
                                        <p:attrNameLst>
                                          <p:attrName>ppt_x</p:attrName>
                                        </p:attrNameLst>
                                      </p:cBhvr>
                                      <p:tavLst>
                                        <p:tav tm="0">
                                          <p:val>
                                            <p:strVal val="#ppt_x"/>
                                          </p:val>
                                        </p:tav>
                                        <p:tav tm="100000">
                                          <p:val>
                                            <p:strVal val="#ppt_x"/>
                                          </p:val>
                                        </p:tav>
                                      </p:tavLst>
                                    </p:anim>
                                    <p:anim calcmode="lin" valueType="num">
                                      <p:cBhvr>
                                        <p:cTn id="21" dur="1000" fill="hold"/>
                                        <p:tgtEl>
                                          <p:spTgt spid="7"/>
                                        </p:tgtEl>
                                        <p:attrNameLst>
                                          <p:attrName>ppt_y</p:attrName>
                                        </p:attrNameLst>
                                      </p:cBhvr>
                                      <p:tavLst>
                                        <p:tav tm="0">
                                          <p:val>
                                            <p:strVal val="#ppt_y-.1"/>
                                          </p:val>
                                        </p:tav>
                                        <p:tav tm="100000">
                                          <p:val>
                                            <p:strVal val="#ppt_y"/>
                                          </p:val>
                                        </p:tav>
                                      </p:tavLst>
                                    </p:anim>
                                  </p:childTnLst>
                                </p:cTn>
                              </p:par>
                            </p:childTnLst>
                          </p:cTn>
                        </p:par>
                        <p:par>
                          <p:cTn id="22" fill="hold">
                            <p:stCondLst>
                              <p:cond delay="3000"/>
                            </p:stCondLst>
                            <p:childTnLst>
                              <p:par>
                                <p:cTn id="23" presetID="47" presetClass="entr" presetSubtype="0" fill="hold"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1000"/>
                                        <p:tgtEl>
                                          <p:spTgt spid="10"/>
                                        </p:tgtEl>
                                      </p:cBhvr>
                                    </p:animEffect>
                                    <p:anim calcmode="lin" valueType="num">
                                      <p:cBhvr>
                                        <p:cTn id="26" dur="1000" fill="hold"/>
                                        <p:tgtEl>
                                          <p:spTgt spid="10"/>
                                        </p:tgtEl>
                                        <p:attrNameLst>
                                          <p:attrName>ppt_x</p:attrName>
                                        </p:attrNameLst>
                                      </p:cBhvr>
                                      <p:tavLst>
                                        <p:tav tm="0">
                                          <p:val>
                                            <p:strVal val="#ppt_x"/>
                                          </p:val>
                                        </p:tav>
                                        <p:tav tm="100000">
                                          <p:val>
                                            <p:strVal val="#ppt_x"/>
                                          </p:val>
                                        </p:tav>
                                      </p:tavLst>
                                    </p:anim>
                                    <p:anim calcmode="lin" valueType="num">
                                      <p:cBhvr>
                                        <p:cTn id="27"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995E6A3F-447F-8DA9-73C6-7461E8BE5F0D}"/>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7AA1B9BD-BFA4-ECDA-8E72-6085C05AD64F}"/>
              </a:ext>
            </a:extLst>
          </p:cNvPr>
          <p:cNvSpPr/>
          <p:nvPr/>
        </p:nvSpPr>
        <p:spPr>
          <a:xfrm>
            <a:off x="612749"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276AA00E-73B5-11D3-85A8-C3C8F4EE7B6F}"/>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31B18954-3E19-5082-BECC-CEBEFDF30871}"/>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60B7A544-47BB-FDB2-23A1-A01E52DB23BF}"/>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AA1E64CF-F209-3B6B-A295-366C60CCADF7}"/>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7AFC4A20-51E8-726C-FDFE-36703FE7BC28}"/>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B6349101-BAC0-B5F9-C965-A3079E44BAB2}"/>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CB007001-AE53-1C43-2699-CB8E596B6D94}"/>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734BAF78-594E-E424-5359-8120079B19B6}"/>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1AAAC33A-1A3A-97EB-E08E-35DD77F5B66A}"/>
              </a:ext>
            </a:extLst>
          </p:cNvPr>
          <p:cNvSpPr/>
          <p:nvPr/>
        </p:nvSpPr>
        <p:spPr>
          <a:xfrm>
            <a:off x="195718"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3FE1A831-90B2-D660-2C3A-69C395E96BED}"/>
              </a:ext>
            </a:extLst>
          </p:cNvPr>
          <p:cNvCxnSpPr>
            <a:cxnSpLocks/>
            <a:stCxn id="4" idx="4"/>
            <a:endCxn id="9" idx="0"/>
          </p:cNvCxnSpPr>
          <p:nvPr/>
        </p:nvCxnSpPr>
        <p:spPr>
          <a:xfrm flipH="1">
            <a:off x="973201"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22FD9885-D590-873F-6059-7D14EFC5CABB}"/>
              </a:ext>
            </a:extLst>
          </p:cNvPr>
          <p:cNvSpPr/>
          <p:nvPr/>
        </p:nvSpPr>
        <p:spPr>
          <a:xfrm>
            <a:off x="207707"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67260778-862F-8F54-4949-B8CB72CF344E}"/>
              </a:ext>
            </a:extLst>
          </p:cNvPr>
          <p:cNvCxnSpPr>
            <a:cxnSpLocks/>
            <a:stCxn id="9" idx="4"/>
            <a:endCxn id="26" idx="0"/>
          </p:cNvCxnSpPr>
          <p:nvPr/>
        </p:nvCxnSpPr>
        <p:spPr>
          <a:xfrm>
            <a:off x="973201"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27">
            <a:extLst>
              <a:ext uri="{FF2B5EF4-FFF2-40B4-BE49-F238E27FC236}">
                <a16:creationId xmlns:a16="http://schemas.microsoft.com/office/drawing/2014/main" id="{9387DBA0-A3A0-91D6-4CE7-8ECC0809AD81}"/>
              </a:ext>
            </a:extLst>
          </p:cNvPr>
          <p:cNvCxnSpPr>
            <a:cxnSpLocks/>
          </p:cNvCxnSpPr>
          <p:nvPr/>
        </p:nvCxnSpPr>
        <p:spPr>
          <a:xfrm flipH="1">
            <a:off x="973802"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8A62DDE9-AE3D-FD49-6299-57ED714C609E}"/>
              </a:ext>
            </a:extLst>
          </p:cNvPr>
          <p:cNvSpPr/>
          <p:nvPr/>
        </p:nvSpPr>
        <p:spPr>
          <a:xfrm>
            <a:off x="202314" y="3504332"/>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0" name="Straight Arrow Connector 9">
            <a:extLst>
              <a:ext uri="{FF2B5EF4-FFF2-40B4-BE49-F238E27FC236}">
                <a16:creationId xmlns:a16="http://schemas.microsoft.com/office/drawing/2014/main" id="{1A3CC69B-8130-3928-713D-47BC6434DB49}"/>
              </a:ext>
            </a:extLst>
          </p:cNvPr>
          <p:cNvCxnSpPr>
            <a:cxnSpLocks/>
          </p:cNvCxnSpPr>
          <p:nvPr/>
        </p:nvCxnSpPr>
        <p:spPr>
          <a:xfrm flipH="1">
            <a:off x="970284" y="4015534"/>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9F6DEF1A-5F50-578D-AFD0-6826753391AC}"/>
              </a:ext>
            </a:extLst>
          </p:cNvPr>
          <p:cNvSpPr/>
          <p:nvPr/>
        </p:nvSpPr>
        <p:spPr>
          <a:xfrm>
            <a:off x="189885" y="4385073"/>
            <a:ext cx="1560798" cy="51051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Merge data to compute a combined histogram.</a:t>
            </a:r>
          </a:p>
        </p:txBody>
      </p:sp>
      <p:sp>
        <p:nvSpPr>
          <p:cNvPr id="5" name="Rectangle 4">
            <a:extLst>
              <a:ext uri="{FF2B5EF4-FFF2-40B4-BE49-F238E27FC236}">
                <a16:creationId xmlns:a16="http://schemas.microsoft.com/office/drawing/2014/main" id="{C975EDB1-1BA5-495D-8EAE-A6E7606F799D}"/>
              </a:ext>
            </a:extLst>
          </p:cNvPr>
          <p:cNvSpPr/>
          <p:nvPr/>
        </p:nvSpPr>
        <p:spPr>
          <a:xfrm>
            <a:off x="2061060" y="4385073"/>
            <a:ext cx="139092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Apply a smoothing filter to the histogram.</a:t>
            </a:r>
          </a:p>
        </p:txBody>
      </p:sp>
      <p:cxnSp>
        <p:nvCxnSpPr>
          <p:cNvPr id="8" name="Straight Arrow Connector 7">
            <a:extLst>
              <a:ext uri="{FF2B5EF4-FFF2-40B4-BE49-F238E27FC236}">
                <a16:creationId xmlns:a16="http://schemas.microsoft.com/office/drawing/2014/main" id="{87DA8B5F-573F-5E6E-6BF8-ECAECDA9593B}"/>
              </a:ext>
            </a:extLst>
          </p:cNvPr>
          <p:cNvCxnSpPr>
            <a:cxnSpLocks/>
            <a:endCxn id="5" idx="1"/>
          </p:cNvCxnSpPr>
          <p:nvPr/>
        </p:nvCxnSpPr>
        <p:spPr>
          <a:xfrm>
            <a:off x="1750683" y="4640332"/>
            <a:ext cx="310377" cy="342"/>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516868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Click="0" advTm="0">
        <p159:morph option="byObject"/>
      </p:transition>
    </mc:Choice>
    <mc:Fallback>
      <p:transition spd="slow" advClick="0" advTm="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3F59A2AD-6B4B-226C-FC54-D056B5625E99}"/>
            </a:ext>
          </a:extLst>
        </p:cNvPr>
        <p:cNvGrpSpPr/>
        <p:nvPr/>
      </p:nvGrpSpPr>
      <p:grpSpPr>
        <a:xfrm>
          <a:off x="0" y="0"/>
          <a:ext cx="0" cy="0"/>
          <a:chOff x="0" y="0"/>
          <a:chExt cx="0" cy="0"/>
        </a:xfrm>
      </p:grpSpPr>
      <p:sp>
        <p:nvSpPr>
          <p:cNvPr id="1035" name="Rectangle: Rounded Corners 1034">
            <a:extLst>
              <a:ext uri="{FF2B5EF4-FFF2-40B4-BE49-F238E27FC236}">
                <a16:creationId xmlns:a16="http://schemas.microsoft.com/office/drawing/2014/main" id="{2C3C9BFC-E239-0BFE-F44C-DE900A9FFDF2}"/>
              </a:ext>
            </a:extLst>
          </p:cNvPr>
          <p:cNvSpPr/>
          <p:nvPr/>
        </p:nvSpPr>
        <p:spPr>
          <a:xfrm>
            <a:off x="1524000" y="2967835"/>
            <a:ext cx="6829466" cy="2095398"/>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C8F145AF-4031-4AEE-60D9-735C60D9A547}"/>
              </a:ext>
            </a:extLst>
          </p:cNvPr>
          <p:cNvSpPr/>
          <p:nvPr/>
        </p:nvSpPr>
        <p:spPr>
          <a:xfrm>
            <a:off x="-1235771"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A125CEEC-D17E-479E-C933-1BE3F727CF08}"/>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0B7245F3-4653-6315-62F2-48C14ADAA993}"/>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06DE7B0B-32B9-8B64-BE82-6B04FCF8B666}"/>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28A64BA3-81DE-7820-A2A5-52F2F1DAF9D5}"/>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F67DED6A-442E-C883-F543-7A4F072BFD8D}"/>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4194D378-CBAE-88F4-CAA9-E4F6F5A5DB83}"/>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687662AE-949F-DC21-2F3B-A85AC5F74349}"/>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C0185773-C0F6-EC76-DAFA-409BB16D455B}"/>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5FA0759E-EDB3-2D08-7D3C-446157F12A59}"/>
              </a:ext>
            </a:extLst>
          </p:cNvPr>
          <p:cNvSpPr/>
          <p:nvPr/>
        </p:nvSpPr>
        <p:spPr>
          <a:xfrm>
            <a:off x="-1652802"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666838D1-9592-9E8B-3A4B-119ADA16D25A}"/>
              </a:ext>
            </a:extLst>
          </p:cNvPr>
          <p:cNvCxnSpPr>
            <a:cxnSpLocks/>
            <a:stCxn id="4" idx="4"/>
            <a:endCxn id="9" idx="0"/>
          </p:cNvCxnSpPr>
          <p:nvPr/>
        </p:nvCxnSpPr>
        <p:spPr>
          <a:xfrm flipH="1">
            <a:off x="-875319"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4D157BEA-18BF-3CFC-69DE-07F4EDBBC54D}"/>
              </a:ext>
            </a:extLst>
          </p:cNvPr>
          <p:cNvSpPr/>
          <p:nvPr/>
        </p:nvSpPr>
        <p:spPr>
          <a:xfrm>
            <a:off x="-1640813"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B9B8162B-3576-75A5-95A5-1AA860741F2E}"/>
              </a:ext>
            </a:extLst>
          </p:cNvPr>
          <p:cNvCxnSpPr>
            <a:cxnSpLocks/>
            <a:stCxn id="9" idx="4"/>
            <a:endCxn id="26" idx="0"/>
          </p:cNvCxnSpPr>
          <p:nvPr/>
        </p:nvCxnSpPr>
        <p:spPr>
          <a:xfrm>
            <a:off x="-875319"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27">
            <a:extLst>
              <a:ext uri="{FF2B5EF4-FFF2-40B4-BE49-F238E27FC236}">
                <a16:creationId xmlns:a16="http://schemas.microsoft.com/office/drawing/2014/main" id="{60897FDA-3572-564B-D677-3D0DDE5C9D16}"/>
              </a:ext>
            </a:extLst>
          </p:cNvPr>
          <p:cNvCxnSpPr>
            <a:cxnSpLocks/>
          </p:cNvCxnSpPr>
          <p:nvPr/>
        </p:nvCxnSpPr>
        <p:spPr>
          <a:xfrm flipH="1">
            <a:off x="-874718"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FE8AB7D2-B6AC-583F-D695-6E297C5C2405}"/>
              </a:ext>
            </a:extLst>
          </p:cNvPr>
          <p:cNvSpPr/>
          <p:nvPr/>
        </p:nvSpPr>
        <p:spPr>
          <a:xfrm>
            <a:off x="-1646206" y="3504332"/>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0" name="Straight Arrow Connector 9">
            <a:extLst>
              <a:ext uri="{FF2B5EF4-FFF2-40B4-BE49-F238E27FC236}">
                <a16:creationId xmlns:a16="http://schemas.microsoft.com/office/drawing/2014/main" id="{5E4AACAB-2E21-C4F4-0F15-15068D91B68B}"/>
              </a:ext>
            </a:extLst>
          </p:cNvPr>
          <p:cNvCxnSpPr>
            <a:cxnSpLocks/>
          </p:cNvCxnSpPr>
          <p:nvPr/>
        </p:nvCxnSpPr>
        <p:spPr>
          <a:xfrm flipH="1">
            <a:off x="-878236" y="4015534"/>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78FA93D2-854F-8475-5720-9891B27702E9}"/>
              </a:ext>
            </a:extLst>
          </p:cNvPr>
          <p:cNvPicPr>
            <a:picLocks noChangeAspect="1"/>
          </p:cNvPicPr>
          <p:nvPr/>
        </p:nvPicPr>
        <p:blipFill>
          <a:blip r:embed="rId3"/>
          <a:srcRect/>
          <a:stretch/>
        </p:blipFill>
        <p:spPr>
          <a:xfrm>
            <a:off x="1770761" y="2062493"/>
            <a:ext cx="7160699" cy="2864280"/>
          </a:xfrm>
          <a:prstGeom prst="rect">
            <a:avLst/>
          </a:prstGeom>
          <a:ln w="28575">
            <a:solidFill>
              <a:schemeClr val="bg1">
                <a:lumMod val="50000"/>
              </a:schemeClr>
            </a:solidFill>
          </a:ln>
        </p:spPr>
      </p:pic>
      <p:cxnSp>
        <p:nvCxnSpPr>
          <p:cNvPr id="1025" name="Connector: Curved 1024">
            <a:extLst>
              <a:ext uri="{FF2B5EF4-FFF2-40B4-BE49-F238E27FC236}">
                <a16:creationId xmlns:a16="http://schemas.microsoft.com/office/drawing/2014/main" id="{020CC4BF-5B77-3B42-A61A-3BC1437CCCA2}"/>
              </a:ext>
            </a:extLst>
          </p:cNvPr>
          <p:cNvCxnSpPr>
            <a:cxnSpLocks/>
          </p:cNvCxnSpPr>
          <p:nvPr/>
        </p:nvCxnSpPr>
        <p:spPr>
          <a:xfrm rot="16200000" flipH="1">
            <a:off x="2020873" y="2406351"/>
            <a:ext cx="255939" cy="198121"/>
          </a:xfrm>
          <a:prstGeom prst="curvedConnector3">
            <a:avLst>
              <a:gd name="adj1" fmla="val 88705"/>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0CB3E866-207D-4DD1-F951-495AB342C045}"/>
              </a:ext>
            </a:extLst>
          </p:cNvPr>
          <p:cNvSpPr/>
          <p:nvPr/>
        </p:nvSpPr>
        <p:spPr>
          <a:xfrm>
            <a:off x="-1658635" y="4385073"/>
            <a:ext cx="1560798" cy="51051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Merge data to compute a combined histogram.</a:t>
            </a:r>
          </a:p>
        </p:txBody>
      </p:sp>
      <p:sp>
        <p:nvSpPr>
          <p:cNvPr id="12" name="Rectangle 11">
            <a:extLst>
              <a:ext uri="{FF2B5EF4-FFF2-40B4-BE49-F238E27FC236}">
                <a16:creationId xmlns:a16="http://schemas.microsoft.com/office/drawing/2014/main" id="{0E8092EB-43CE-5265-74F5-CF9ABEC56E20}"/>
              </a:ext>
            </a:extLst>
          </p:cNvPr>
          <p:cNvSpPr/>
          <p:nvPr/>
        </p:nvSpPr>
        <p:spPr>
          <a:xfrm>
            <a:off x="212540" y="4385073"/>
            <a:ext cx="139092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Apply a smoothing filter to the histogram.</a:t>
            </a:r>
          </a:p>
        </p:txBody>
      </p:sp>
      <p:cxnSp>
        <p:nvCxnSpPr>
          <p:cNvPr id="13" name="Straight Arrow Connector 7">
            <a:extLst>
              <a:ext uri="{FF2B5EF4-FFF2-40B4-BE49-F238E27FC236}">
                <a16:creationId xmlns:a16="http://schemas.microsoft.com/office/drawing/2014/main" id="{F7C817CB-BD85-418D-5332-988B4C35E4F9}"/>
              </a:ext>
            </a:extLst>
          </p:cNvPr>
          <p:cNvCxnSpPr>
            <a:cxnSpLocks/>
            <a:endCxn id="12" idx="1"/>
          </p:cNvCxnSpPr>
          <p:nvPr/>
        </p:nvCxnSpPr>
        <p:spPr>
          <a:xfrm>
            <a:off x="-97837" y="4640332"/>
            <a:ext cx="310377" cy="342"/>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5B3CBC7-451D-237E-528B-47F808998BEE}"/>
              </a:ext>
            </a:extLst>
          </p:cNvPr>
          <p:cNvCxnSpPr>
            <a:cxnSpLocks/>
            <a:stCxn id="12" idx="0"/>
          </p:cNvCxnSpPr>
          <p:nvPr/>
        </p:nvCxnSpPr>
        <p:spPr>
          <a:xfrm flipH="1" flipV="1">
            <a:off x="903401" y="4000229"/>
            <a:ext cx="4602" cy="384844"/>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3AA3A210-D3D0-A45C-1E98-0A9EB22E418E}"/>
              </a:ext>
            </a:extLst>
          </p:cNvPr>
          <p:cNvSpPr/>
          <p:nvPr/>
        </p:nvSpPr>
        <p:spPr>
          <a:xfrm>
            <a:off x="3734823" y="825909"/>
            <a:ext cx="2643630" cy="93146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Find two local maxima peaks (M1 and M2).</a:t>
            </a:r>
          </a:p>
        </p:txBody>
      </p:sp>
      <p:cxnSp>
        <p:nvCxnSpPr>
          <p:cNvPr id="30" name="Connector: Curved 29">
            <a:extLst>
              <a:ext uri="{FF2B5EF4-FFF2-40B4-BE49-F238E27FC236}">
                <a16:creationId xmlns:a16="http://schemas.microsoft.com/office/drawing/2014/main" id="{7EA4A336-B849-8556-8C33-2B3E961926CA}"/>
              </a:ext>
            </a:extLst>
          </p:cNvPr>
          <p:cNvCxnSpPr>
            <a:cxnSpLocks/>
          </p:cNvCxnSpPr>
          <p:nvPr/>
        </p:nvCxnSpPr>
        <p:spPr>
          <a:xfrm rot="10800000" flipV="1">
            <a:off x="2549018" y="2689859"/>
            <a:ext cx="247522" cy="194731"/>
          </a:xfrm>
          <a:prstGeom prst="curvedConnector3">
            <a:avLst>
              <a:gd name="adj1" fmla="val 6901"/>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31" name="Connector: Curved 1030">
            <a:extLst>
              <a:ext uri="{FF2B5EF4-FFF2-40B4-BE49-F238E27FC236}">
                <a16:creationId xmlns:a16="http://schemas.microsoft.com/office/drawing/2014/main" id="{2BFEAD1F-F2D0-1017-FD2E-1AC060339A4B}"/>
              </a:ext>
            </a:extLst>
          </p:cNvPr>
          <p:cNvCxnSpPr>
            <a:cxnSpLocks/>
          </p:cNvCxnSpPr>
          <p:nvPr/>
        </p:nvCxnSpPr>
        <p:spPr>
          <a:xfrm rot="16200000" flipH="1">
            <a:off x="5830873" y="2477052"/>
            <a:ext cx="255939" cy="198121"/>
          </a:xfrm>
          <a:prstGeom prst="curvedConnector3">
            <a:avLst>
              <a:gd name="adj1" fmla="val 88705"/>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32" name="Connector: Curved 1031">
            <a:extLst>
              <a:ext uri="{FF2B5EF4-FFF2-40B4-BE49-F238E27FC236}">
                <a16:creationId xmlns:a16="http://schemas.microsoft.com/office/drawing/2014/main" id="{1EA8E95F-58F7-9306-9ABF-E5DA1B078B75}"/>
              </a:ext>
            </a:extLst>
          </p:cNvPr>
          <p:cNvCxnSpPr>
            <a:cxnSpLocks/>
          </p:cNvCxnSpPr>
          <p:nvPr/>
        </p:nvCxnSpPr>
        <p:spPr>
          <a:xfrm rot="10800000" flipV="1">
            <a:off x="6225198" y="2448142"/>
            <a:ext cx="247522" cy="194731"/>
          </a:xfrm>
          <a:prstGeom prst="curvedConnector3">
            <a:avLst>
              <a:gd name="adj1" fmla="val 6901"/>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134342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000"/>
                                        <p:tgtEl>
                                          <p:spTgt spid="14"/>
                                        </p:tgtEl>
                                      </p:cBhvr>
                                    </p:animEffect>
                                    <p:anim calcmode="lin" valueType="num">
                                      <p:cBhvr>
                                        <p:cTn id="8" dur="1000" fill="hold"/>
                                        <p:tgtEl>
                                          <p:spTgt spid="14"/>
                                        </p:tgtEl>
                                        <p:attrNameLst>
                                          <p:attrName>ppt_x</p:attrName>
                                        </p:attrNameLst>
                                      </p:cBhvr>
                                      <p:tavLst>
                                        <p:tav tm="0">
                                          <p:val>
                                            <p:strVal val="#ppt_x"/>
                                          </p:val>
                                        </p:tav>
                                        <p:tav tm="100000">
                                          <p:val>
                                            <p:strVal val="#ppt_x"/>
                                          </p:val>
                                        </p:tav>
                                      </p:tavLst>
                                    </p:anim>
                                    <p:anim calcmode="lin" valueType="num">
                                      <p:cBhvr>
                                        <p:cTn id="9"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3CE6910F-909D-B159-5EE7-35418D0E2CEC}"/>
            </a:ext>
          </a:extLst>
        </p:cNvPr>
        <p:cNvGrpSpPr/>
        <p:nvPr/>
      </p:nvGrpSpPr>
      <p:grpSpPr>
        <a:xfrm>
          <a:off x="0" y="0"/>
          <a:ext cx="0" cy="0"/>
          <a:chOff x="0" y="0"/>
          <a:chExt cx="0" cy="0"/>
        </a:xfrm>
      </p:grpSpPr>
      <p:sp>
        <p:nvSpPr>
          <p:cNvPr id="1035" name="Rectangle: Rounded Corners 1034">
            <a:extLst>
              <a:ext uri="{FF2B5EF4-FFF2-40B4-BE49-F238E27FC236}">
                <a16:creationId xmlns:a16="http://schemas.microsoft.com/office/drawing/2014/main" id="{E2A07D6D-62F8-2E01-9F2D-C312263126E0}"/>
              </a:ext>
            </a:extLst>
          </p:cNvPr>
          <p:cNvSpPr/>
          <p:nvPr/>
        </p:nvSpPr>
        <p:spPr>
          <a:xfrm>
            <a:off x="6030955" y="981857"/>
            <a:ext cx="2514696" cy="933417"/>
          </a:xfrm>
          <a:prstGeom prst="roundRect">
            <a:avLst>
              <a:gd name="adj" fmla="val 20933"/>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0333A77A-A362-B186-3CBC-A482023D2AD3}"/>
              </a:ext>
            </a:extLst>
          </p:cNvPr>
          <p:cNvSpPr/>
          <p:nvPr/>
        </p:nvSpPr>
        <p:spPr>
          <a:xfrm>
            <a:off x="-1235771"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87FFD263-0DF4-FB6A-E39B-855748BF1F05}"/>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E799AC68-626B-0256-4407-C60ED3A60805}"/>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DB67C83C-319B-5291-6193-1808E889A43F}"/>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C13011E0-DE36-A128-1285-E3724D96A261}"/>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14EB9AFF-03F8-CA42-1CFD-C0607C418711}"/>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941C43A2-F101-E3FE-62EB-93400AF82463}"/>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64FD0F32-AFB3-6942-47DE-E34B92B22776}"/>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BC0C76BC-279E-2D83-1254-F21F31BE8DE5}"/>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EAD47421-4BE8-248A-6832-EC61196907EC}"/>
              </a:ext>
            </a:extLst>
          </p:cNvPr>
          <p:cNvSpPr/>
          <p:nvPr/>
        </p:nvSpPr>
        <p:spPr>
          <a:xfrm>
            <a:off x="-1652802"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A856D3E6-BFA3-291B-EC10-9353D6080AC2}"/>
              </a:ext>
            </a:extLst>
          </p:cNvPr>
          <p:cNvCxnSpPr>
            <a:cxnSpLocks/>
            <a:stCxn id="4" idx="4"/>
            <a:endCxn id="9" idx="0"/>
          </p:cNvCxnSpPr>
          <p:nvPr/>
        </p:nvCxnSpPr>
        <p:spPr>
          <a:xfrm flipH="1">
            <a:off x="-875319"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FD4ED33E-DDD4-2492-03E6-2F3577113A1F}"/>
              </a:ext>
            </a:extLst>
          </p:cNvPr>
          <p:cNvSpPr/>
          <p:nvPr/>
        </p:nvSpPr>
        <p:spPr>
          <a:xfrm>
            <a:off x="-1640813"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B33D7295-AED0-FE98-A08C-3D872EB895CA}"/>
              </a:ext>
            </a:extLst>
          </p:cNvPr>
          <p:cNvCxnSpPr>
            <a:cxnSpLocks/>
            <a:stCxn id="9" idx="4"/>
            <a:endCxn id="26" idx="0"/>
          </p:cNvCxnSpPr>
          <p:nvPr/>
        </p:nvCxnSpPr>
        <p:spPr>
          <a:xfrm>
            <a:off x="-875319"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11">
            <a:extLst>
              <a:ext uri="{FF2B5EF4-FFF2-40B4-BE49-F238E27FC236}">
                <a16:creationId xmlns:a16="http://schemas.microsoft.com/office/drawing/2014/main" id="{DF64C152-3D2A-F452-6AD0-CF83DA13C5D3}"/>
              </a:ext>
            </a:extLst>
          </p:cNvPr>
          <p:cNvCxnSpPr>
            <a:cxnSpLocks/>
          </p:cNvCxnSpPr>
          <p:nvPr/>
        </p:nvCxnSpPr>
        <p:spPr>
          <a:xfrm flipH="1">
            <a:off x="-874718"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429449D1-973B-A4D5-70FE-55DAD128604E}"/>
              </a:ext>
            </a:extLst>
          </p:cNvPr>
          <p:cNvSpPr/>
          <p:nvPr/>
        </p:nvSpPr>
        <p:spPr>
          <a:xfrm>
            <a:off x="-1646206" y="3504332"/>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0" name="!!6">
            <a:extLst>
              <a:ext uri="{FF2B5EF4-FFF2-40B4-BE49-F238E27FC236}">
                <a16:creationId xmlns:a16="http://schemas.microsoft.com/office/drawing/2014/main" id="{E68F4B88-88A1-CE16-9A75-4116239CA1F5}"/>
              </a:ext>
            </a:extLst>
          </p:cNvPr>
          <p:cNvCxnSpPr>
            <a:cxnSpLocks/>
          </p:cNvCxnSpPr>
          <p:nvPr/>
        </p:nvCxnSpPr>
        <p:spPr>
          <a:xfrm flipH="1">
            <a:off x="-878236" y="4015534"/>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0DB7D1C9-D06B-8861-81E8-C3489E8DEDFB}"/>
              </a:ext>
            </a:extLst>
          </p:cNvPr>
          <p:cNvPicPr>
            <a:picLocks noChangeAspect="1"/>
          </p:cNvPicPr>
          <p:nvPr/>
        </p:nvPicPr>
        <p:blipFill>
          <a:blip r:embed="rId3"/>
          <a:srcRect/>
          <a:stretch/>
        </p:blipFill>
        <p:spPr>
          <a:xfrm>
            <a:off x="1770761" y="2062493"/>
            <a:ext cx="7160699" cy="2864280"/>
          </a:xfrm>
          <a:prstGeom prst="rect">
            <a:avLst/>
          </a:prstGeom>
          <a:ln w="28575">
            <a:solidFill>
              <a:schemeClr val="bg1">
                <a:lumMod val="50000"/>
              </a:schemeClr>
            </a:solidFill>
          </a:ln>
        </p:spPr>
      </p:pic>
      <p:cxnSp>
        <p:nvCxnSpPr>
          <p:cNvPr id="1025" name="Connector: Curved 1024">
            <a:extLst>
              <a:ext uri="{FF2B5EF4-FFF2-40B4-BE49-F238E27FC236}">
                <a16:creationId xmlns:a16="http://schemas.microsoft.com/office/drawing/2014/main" id="{8B426C2B-A673-E0CA-CAEC-99304FC42965}"/>
              </a:ext>
            </a:extLst>
          </p:cNvPr>
          <p:cNvCxnSpPr>
            <a:cxnSpLocks/>
          </p:cNvCxnSpPr>
          <p:nvPr/>
        </p:nvCxnSpPr>
        <p:spPr>
          <a:xfrm rot="16200000" flipH="1">
            <a:off x="2089453" y="2131807"/>
            <a:ext cx="255939" cy="198121"/>
          </a:xfrm>
          <a:prstGeom prst="curvedConnector3">
            <a:avLst>
              <a:gd name="adj1" fmla="val 88705"/>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70A03C60-3380-9ADC-6C9C-BFC5132552FE}"/>
              </a:ext>
            </a:extLst>
          </p:cNvPr>
          <p:cNvSpPr/>
          <p:nvPr/>
        </p:nvSpPr>
        <p:spPr>
          <a:xfrm>
            <a:off x="-1658635" y="4385073"/>
            <a:ext cx="1560798" cy="51051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Merge data to compute a combined histogram.</a:t>
            </a:r>
          </a:p>
        </p:txBody>
      </p:sp>
      <p:sp>
        <p:nvSpPr>
          <p:cNvPr id="12" name="Rectangle 11">
            <a:extLst>
              <a:ext uri="{FF2B5EF4-FFF2-40B4-BE49-F238E27FC236}">
                <a16:creationId xmlns:a16="http://schemas.microsoft.com/office/drawing/2014/main" id="{85D227AD-0276-03B1-A4BA-024840CF2676}"/>
              </a:ext>
            </a:extLst>
          </p:cNvPr>
          <p:cNvSpPr/>
          <p:nvPr/>
        </p:nvSpPr>
        <p:spPr>
          <a:xfrm>
            <a:off x="203629" y="4377226"/>
            <a:ext cx="139092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Apply a smoothing filter to the histogram.</a:t>
            </a:r>
          </a:p>
        </p:txBody>
      </p:sp>
      <p:cxnSp>
        <p:nvCxnSpPr>
          <p:cNvPr id="13" name="!!7">
            <a:extLst>
              <a:ext uri="{FF2B5EF4-FFF2-40B4-BE49-F238E27FC236}">
                <a16:creationId xmlns:a16="http://schemas.microsoft.com/office/drawing/2014/main" id="{84B6D5D4-0048-415D-AC76-76402F1D571C}"/>
              </a:ext>
            </a:extLst>
          </p:cNvPr>
          <p:cNvCxnSpPr>
            <a:cxnSpLocks/>
            <a:endCxn id="12" idx="1"/>
          </p:cNvCxnSpPr>
          <p:nvPr/>
        </p:nvCxnSpPr>
        <p:spPr>
          <a:xfrm>
            <a:off x="-106748" y="4632485"/>
            <a:ext cx="310377" cy="342"/>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9">
            <a:extLst>
              <a:ext uri="{FF2B5EF4-FFF2-40B4-BE49-F238E27FC236}">
                <a16:creationId xmlns:a16="http://schemas.microsoft.com/office/drawing/2014/main" id="{8DD7EF70-58FA-AFB8-C06E-B2F5C839350C}"/>
              </a:ext>
            </a:extLst>
          </p:cNvPr>
          <p:cNvCxnSpPr>
            <a:cxnSpLocks/>
            <a:stCxn id="12" idx="0"/>
          </p:cNvCxnSpPr>
          <p:nvPr/>
        </p:nvCxnSpPr>
        <p:spPr>
          <a:xfrm flipH="1" flipV="1">
            <a:off x="894490" y="3992382"/>
            <a:ext cx="4602" cy="384844"/>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32" name="Connector: Curved 1031">
            <a:extLst>
              <a:ext uri="{FF2B5EF4-FFF2-40B4-BE49-F238E27FC236}">
                <a16:creationId xmlns:a16="http://schemas.microsoft.com/office/drawing/2014/main" id="{9E5DB5EB-C5DC-BB63-1FD8-C07006D4626C}"/>
              </a:ext>
            </a:extLst>
          </p:cNvPr>
          <p:cNvCxnSpPr>
            <a:cxnSpLocks/>
          </p:cNvCxnSpPr>
          <p:nvPr/>
        </p:nvCxnSpPr>
        <p:spPr>
          <a:xfrm rot="10800000">
            <a:off x="6141378" y="2566398"/>
            <a:ext cx="267042" cy="192043"/>
          </a:xfrm>
          <a:prstGeom prst="curvedConnector3">
            <a:avLst>
              <a:gd name="adj1" fmla="val -7070"/>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102B88ED-5095-5475-AD75-CC9BE08836E8}"/>
              </a:ext>
            </a:extLst>
          </p:cNvPr>
          <p:cNvSpPr/>
          <p:nvPr/>
        </p:nvSpPr>
        <p:spPr>
          <a:xfrm>
            <a:off x="212539" y="3504332"/>
            <a:ext cx="1387409" cy="51443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Find two local maxima peaks (M1 and M2).</a:t>
            </a:r>
          </a:p>
        </p:txBody>
      </p:sp>
      <p:cxnSp>
        <p:nvCxnSpPr>
          <p:cNvPr id="17" name="!!8">
            <a:extLst>
              <a:ext uri="{FF2B5EF4-FFF2-40B4-BE49-F238E27FC236}">
                <a16:creationId xmlns:a16="http://schemas.microsoft.com/office/drawing/2014/main" id="{0EB65A74-27FE-6A28-8A10-DFC7572A4B79}"/>
              </a:ext>
            </a:extLst>
          </p:cNvPr>
          <p:cNvCxnSpPr>
            <a:cxnSpLocks/>
            <a:stCxn id="16" idx="0"/>
          </p:cNvCxnSpPr>
          <p:nvPr/>
        </p:nvCxnSpPr>
        <p:spPr>
          <a:xfrm flipH="1" flipV="1">
            <a:off x="903401" y="3154333"/>
            <a:ext cx="2843" cy="34999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A4AD9DB4-273C-265E-6D3F-E564647AA013}"/>
              </a:ext>
            </a:extLst>
          </p:cNvPr>
          <p:cNvSpPr/>
          <p:nvPr/>
        </p:nvSpPr>
        <p:spPr>
          <a:xfrm>
            <a:off x="3297378" y="856163"/>
            <a:ext cx="2533876" cy="870953"/>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Calculate common thresholds T1 (STE) and T2 (SC).</a:t>
            </a:r>
          </a:p>
        </p:txBody>
      </p:sp>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A753BF58-633F-677C-0762-D4D89E4D85D6}"/>
                  </a:ext>
                </a:extLst>
              </p:cNvPr>
              <p:cNvSpPr txBox="1"/>
              <p:nvPr/>
            </p:nvSpPr>
            <p:spPr>
              <a:xfrm>
                <a:off x="6030954" y="1032019"/>
                <a:ext cx="2514697" cy="883255"/>
              </a:xfrm>
              <a:prstGeom prst="rect">
                <a:avLst/>
              </a:prstGeom>
              <a:noFill/>
            </p:spPr>
            <p:txBody>
              <a:bodyPr wrap="square">
                <a:spAutoFit/>
              </a:bodyPr>
              <a:lstStyle/>
              <a:p>
                <a:pPr algn="ctr">
                  <a:spcAft>
                    <a:spcPts val="600"/>
                  </a:spcAft>
                </a:pPr>
                <a:r>
                  <a:rPr lang="en-US" sz="2000" dirty="0">
                    <a:solidFill>
                      <a:schemeClr val="bg1"/>
                    </a:solidFill>
                    <a:latin typeface="Montserrat" panose="00000500000000000000" pitchFamily="2" charset="0"/>
                  </a:rPr>
                  <a:t>T = </a:t>
                </a:r>
                <a14:m>
                  <m:oMath xmlns:m="http://schemas.openxmlformats.org/officeDocument/2006/math">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𝑊</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𝑀</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𝑀</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𝑊</m:t>
                        </m:r>
                        <m:r>
                          <a:rPr lang="en-US" sz="2000" b="0" i="1" smtClean="0">
                            <a:solidFill>
                              <a:schemeClr val="bg1"/>
                            </a:solidFill>
                            <a:latin typeface="Cambria Math" panose="02040503050406030204" pitchFamily="18" charset="0"/>
                          </a:rPr>
                          <m:t>+1</m:t>
                        </m:r>
                      </m:den>
                    </m:f>
                  </m:oMath>
                </a14:m>
                <a:r>
                  <a:rPr lang="en-US" sz="2000" dirty="0">
                    <a:solidFill>
                      <a:schemeClr val="bg1"/>
                    </a:solidFill>
                    <a:latin typeface="Montserrat" panose="00000500000000000000" pitchFamily="2" charset="0"/>
                  </a:rPr>
                  <a:t> </a:t>
                </a:r>
              </a:p>
              <a:p>
                <a:pPr algn="ctr">
                  <a:spcAft>
                    <a:spcPts val="600"/>
                  </a:spcAft>
                </a:pPr>
                <a:r>
                  <a:rPr lang="en-US" sz="1800" i="1" dirty="0">
                    <a:solidFill>
                      <a:schemeClr val="bg1"/>
                    </a:solidFill>
                    <a:latin typeface="Montserrat" panose="00000500000000000000" pitchFamily="2" charset="0"/>
                  </a:rPr>
                  <a:t>(W is user-defined)</a:t>
                </a:r>
                <a:endParaRPr lang="vi-VN" sz="1800" i="1" dirty="0">
                  <a:solidFill>
                    <a:schemeClr val="bg1"/>
                  </a:solidFill>
                  <a:latin typeface="Montserrat" panose="00000500000000000000" pitchFamily="2" charset="0"/>
                </a:endParaRPr>
              </a:p>
            </p:txBody>
          </p:sp>
        </mc:Choice>
        <mc:Fallback>
          <p:sp>
            <p:nvSpPr>
              <p:cNvPr id="29" name="TextBox 28">
                <a:extLst>
                  <a:ext uri="{FF2B5EF4-FFF2-40B4-BE49-F238E27FC236}">
                    <a16:creationId xmlns:a16="http://schemas.microsoft.com/office/drawing/2014/main" id="{A753BF58-633F-677C-0762-D4D89E4D85D6}"/>
                  </a:ext>
                </a:extLst>
              </p:cNvPr>
              <p:cNvSpPr txBox="1">
                <a:spLocks noRot="1" noChangeAspect="1" noMove="1" noResize="1" noEditPoints="1" noAdjustHandles="1" noChangeArrowheads="1" noChangeShapeType="1" noTextEdit="1"/>
              </p:cNvSpPr>
              <p:nvPr/>
            </p:nvSpPr>
            <p:spPr>
              <a:xfrm>
                <a:off x="6030954" y="1032019"/>
                <a:ext cx="2514697" cy="883255"/>
              </a:xfrm>
              <a:prstGeom prst="rect">
                <a:avLst/>
              </a:prstGeom>
              <a:blipFill>
                <a:blip r:embed="rId4"/>
                <a:stretch>
                  <a:fillRect b="-10345"/>
                </a:stretch>
              </a:blipFill>
            </p:spPr>
            <p:txBody>
              <a:bodyPr/>
              <a:lstStyle/>
              <a:p>
                <a:r>
                  <a:rPr lang="en-US">
                    <a:noFill/>
                  </a:rPr>
                  <a:t> </a:t>
                </a:r>
              </a:p>
            </p:txBody>
          </p:sp>
        </mc:Fallback>
      </mc:AlternateContent>
    </p:spTree>
    <p:extLst>
      <p:ext uri="{BB962C8B-B14F-4D97-AF65-F5344CB8AC3E}">
        <p14:creationId xmlns:p14="http://schemas.microsoft.com/office/powerpoint/2010/main" val="164685377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000"/>
                                        <p:tgtEl>
                                          <p:spTgt spid="14"/>
                                        </p:tgtEl>
                                      </p:cBhvr>
                                    </p:animEffect>
                                    <p:anim calcmode="lin" valueType="num">
                                      <p:cBhvr>
                                        <p:cTn id="8" dur="1000" fill="hold"/>
                                        <p:tgtEl>
                                          <p:spTgt spid="14"/>
                                        </p:tgtEl>
                                        <p:attrNameLst>
                                          <p:attrName>ppt_x</p:attrName>
                                        </p:attrNameLst>
                                      </p:cBhvr>
                                      <p:tavLst>
                                        <p:tav tm="0">
                                          <p:val>
                                            <p:strVal val="#ppt_x"/>
                                          </p:val>
                                        </p:tav>
                                        <p:tav tm="100000">
                                          <p:val>
                                            <p:strVal val="#ppt_x"/>
                                          </p:val>
                                        </p:tav>
                                      </p:tavLst>
                                    </p:anim>
                                    <p:anim calcmode="lin" valueType="num">
                                      <p:cBhvr>
                                        <p:cTn id="9" dur="1000" fill="hold"/>
                                        <p:tgtEl>
                                          <p:spTgt spid="14"/>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2" presetClass="entr" presetSubtype="0" fill="hold" nodeType="after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1000"/>
                                        <p:tgtEl>
                                          <p:spTgt spid="17"/>
                                        </p:tgtEl>
                                      </p:cBhvr>
                                    </p:animEffect>
                                    <p:anim calcmode="lin" valueType="num">
                                      <p:cBhvr>
                                        <p:cTn id="14" dur="1000" fill="hold"/>
                                        <p:tgtEl>
                                          <p:spTgt spid="17"/>
                                        </p:tgtEl>
                                        <p:attrNameLst>
                                          <p:attrName>ppt_x</p:attrName>
                                        </p:attrNameLst>
                                      </p:cBhvr>
                                      <p:tavLst>
                                        <p:tav tm="0">
                                          <p:val>
                                            <p:strVal val="#ppt_x"/>
                                          </p:val>
                                        </p:tav>
                                        <p:tav tm="100000">
                                          <p:val>
                                            <p:strVal val="#ppt_x"/>
                                          </p:val>
                                        </p:tav>
                                      </p:tavLst>
                                    </p:anim>
                                    <p:anim calcmode="lin" valueType="num">
                                      <p:cBhvr>
                                        <p:cTn id="15"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D4218210-DECC-07F8-5BB9-3F20E51FAB90}"/>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FF38084D-D78C-8B32-E788-91E26620C724}"/>
              </a:ext>
            </a:extLst>
          </p:cNvPr>
          <p:cNvSpPr/>
          <p:nvPr/>
        </p:nvSpPr>
        <p:spPr>
          <a:xfrm>
            <a:off x="-1235771"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D439ADF4-715E-4635-D415-2CD58AA13E92}"/>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D9DBA809-260B-0BA7-3350-E8342806A4D4}"/>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0CCC397E-99AE-F100-91EA-A740DF838F10}"/>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D9E624D7-B6E0-A2C6-C29D-B5448ACF0F6C}"/>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9F995688-B801-A9E4-C943-B85782CC112E}"/>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CD3274E7-2F44-1ED2-78F2-71E8447F82A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7CF1723E-88D0-F81C-2D5E-CE50BC0E40E0}"/>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65ABA5F9-979C-5F56-9A78-198628EBF0BD}"/>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DCB99FDA-0C17-F7D6-925F-E8E0818DE487}"/>
              </a:ext>
            </a:extLst>
          </p:cNvPr>
          <p:cNvSpPr/>
          <p:nvPr/>
        </p:nvSpPr>
        <p:spPr>
          <a:xfrm>
            <a:off x="-1652802"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52267336-5D9F-3A22-247C-6129153D91E8}"/>
              </a:ext>
            </a:extLst>
          </p:cNvPr>
          <p:cNvCxnSpPr>
            <a:cxnSpLocks/>
            <a:stCxn id="4" idx="4"/>
            <a:endCxn id="9" idx="0"/>
          </p:cNvCxnSpPr>
          <p:nvPr/>
        </p:nvCxnSpPr>
        <p:spPr>
          <a:xfrm flipH="1">
            <a:off x="-875319"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61CF7F1B-615D-83CD-2AC8-04A23B8B3F49}"/>
              </a:ext>
            </a:extLst>
          </p:cNvPr>
          <p:cNvSpPr/>
          <p:nvPr/>
        </p:nvSpPr>
        <p:spPr>
          <a:xfrm>
            <a:off x="-1640813"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ABCEB0FA-7A5C-2778-2340-FB58377C3814}"/>
              </a:ext>
            </a:extLst>
          </p:cNvPr>
          <p:cNvCxnSpPr>
            <a:cxnSpLocks/>
            <a:stCxn id="9" idx="4"/>
            <a:endCxn id="26" idx="0"/>
          </p:cNvCxnSpPr>
          <p:nvPr/>
        </p:nvCxnSpPr>
        <p:spPr>
          <a:xfrm>
            <a:off x="-875319"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11">
            <a:extLst>
              <a:ext uri="{FF2B5EF4-FFF2-40B4-BE49-F238E27FC236}">
                <a16:creationId xmlns:a16="http://schemas.microsoft.com/office/drawing/2014/main" id="{2BF966AF-DD17-BF8D-191D-DC315CBA3FC1}"/>
              </a:ext>
            </a:extLst>
          </p:cNvPr>
          <p:cNvCxnSpPr>
            <a:cxnSpLocks/>
          </p:cNvCxnSpPr>
          <p:nvPr/>
        </p:nvCxnSpPr>
        <p:spPr>
          <a:xfrm flipH="1">
            <a:off x="-874718"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4BAAC674-7985-07BB-8120-D40D92AE03A8}"/>
              </a:ext>
            </a:extLst>
          </p:cNvPr>
          <p:cNvSpPr/>
          <p:nvPr/>
        </p:nvSpPr>
        <p:spPr>
          <a:xfrm>
            <a:off x="-1646206" y="3504332"/>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0" name="!!6">
            <a:extLst>
              <a:ext uri="{FF2B5EF4-FFF2-40B4-BE49-F238E27FC236}">
                <a16:creationId xmlns:a16="http://schemas.microsoft.com/office/drawing/2014/main" id="{CF5A9E42-9AA5-63A6-BA7D-AA85B2AAADB7}"/>
              </a:ext>
            </a:extLst>
          </p:cNvPr>
          <p:cNvCxnSpPr>
            <a:cxnSpLocks/>
          </p:cNvCxnSpPr>
          <p:nvPr/>
        </p:nvCxnSpPr>
        <p:spPr>
          <a:xfrm flipH="1">
            <a:off x="-878236" y="4015534"/>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25" name="Connector: Curved 1024">
            <a:extLst>
              <a:ext uri="{FF2B5EF4-FFF2-40B4-BE49-F238E27FC236}">
                <a16:creationId xmlns:a16="http://schemas.microsoft.com/office/drawing/2014/main" id="{2607232D-7D54-F46F-CBE6-EAB2E8472EC3}"/>
              </a:ext>
            </a:extLst>
          </p:cNvPr>
          <p:cNvCxnSpPr>
            <a:cxnSpLocks/>
          </p:cNvCxnSpPr>
          <p:nvPr/>
        </p:nvCxnSpPr>
        <p:spPr>
          <a:xfrm rot="16200000" flipH="1">
            <a:off x="2089453" y="2131807"/>
            <a:ext cx="255939" cy="198121"/>
          </a:xfrm>
          <a:prstGeom prst="curvedConnector3">
            <a:avLst>
              <a:gd name="adj1" fmla="val 88705"/>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FAFE167E-412B-438D-0ED5-476B3994AED0}"/>
              </a:ext>
            </a:extLst>
          </p:cNvPr>
          <p:cNvSpPr/>
          <p:nvPr/>
        </p:nvSpPr>
        <p:spPr>
          <a:xfrm>
            <a:off x="-1658635" y="4385073"/>
            <a:ext cx="1560798" cy="51051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Merge data to compute a combined histogram.</a:t>
            </a:r>
          </a:p>
        </p:txBody>
      </p:sp>
      <p:sp>
        <p:nvSpPr>
          <p:cNvPr id="12" name="Rectangle 11">
            <a:extLst>
              <a:ext uri="{FF2B5EF4-FFF2-40B4-BE49-F238E27FC236}">
                <a16:creationId xmlns:a16="http://schemas.microsoft.com/office/drawing/2014/main" id="{1DAAA2A8-6EF9-3DBE-5CBC-2065688173B9}"/>
              </a:ext>
            </a:extLst>
          </p:cNvPr>
          <p:cNvSpPr/>
          <p:nvPr/>
        </p:nvSpPr>
        <p:spPr>
          <a:xfrm>
            <a:off x="203629" y="4377226"/>
            <a:ext cx="139092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Apply a smoothing filter to the histogram.</a:t>
            </a:r>
          </a:p>
        </p:txBody>
      </p:sp>
      <p:cxnSp>
        <p:nvCxnSpPr>
          <p:cNvPr id="13" name="!!7">
            <a:extLst>
              <a:ext uri="{FF2B5EF4-FFF2-40B4-BE49-F238E27FC236}">
                <a16:creationId xmlns:a16="http://schemas.microsoft.com/office/drawing/2014/main" id="{769A83A7-5E30-62DD-D9B0-5C6033A14ADA}"/>
              </a:ext>
            </a:extLst>
          </p:cNvPr>
          <p:cNvCxnSpPr>
            <a:cxnSpLocks/>
            <a:endCxn id="12" idx="1"/>
          </p:cNvCxnSpPr>
          <p:nvPr/>
        </p:nvCxnSpPr>
        <p:spPr>
          <a:xfrm>
            <a:off x="-106748" y="4632485"/>
            <a:ext cx="310377" cy="342"/>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9">
            <a:extLst>
              <a:ext uri="{FF2B5EF4-FFF2-40B4-BE49-F238E27FC236}">
                <a16:creationId xmlns:a16="http://schemas.microsoft.com/office/drawing/2014/main" id="{8A3C4818-D09F-9DC5-678F-0A2687D1C550}"/>
              </a:ext>
            </a:extLst>
          </p:cNvPr>
          <p:cNvCxnSpPr>
            <a:cxnSpLocks/>
            <a:stCxn id="12" idx="0"/>
          </p:cNvCxnSpPr>
          <p:nvPr/>
        </p:nvCxnSpPr>
        <p:spPr>
          <a:xfrm flipH="1" flipV="1">
            <a:off x="894490" y="3992382"/>
            <a:ext cx="4602" cy="384844"/>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D58941A4-3D7D-55BE-D3E2-BDC9FD5F8F75}"/>
              </a:ext>
            </a:extLst>
          </p:cNvPr>
          <p:cNvSpPr/>
          <p:nvPr/>
        </p:nvSpPr>
        <p:spPr>
          <a:xfrm>
            <a:off x="212539" y="3504332"/>
            <a:ext cx="1387409" cy="51443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Find two local maxima peaks (M1 and M2).</a:t>
            </a:r>
          </a:p>
        </p:txBody>
      </p:sp>
      <p:cxnSp>
        <p:nvCxnSpPr>
          <p:cNvPr id="17" name="!!8">
            <a:extLst>
              <a:ext uri="{FF2B5EF4-FFF2-40B4-BE49-F238E27FC236}">
                <a16:creationId xmlns:a16="http://schemas.microsoft.com/office/drawing/2014/main" id="{9623D83E-E102-DB53-2F38-28EAC8CA6A62}"/>
              </a:ext>
            </a:extLst>
          </p:cNvPr>
          <p:cNvCxnSpPr>
            <a:cxnSpLocks/>
            <a:stCxn id="16" idx="0"/>
            <a:endCxn id="3" idx="2"/>
          </p:cNvCxnSpPr>
          <p:nvPr/>
        </p:nvCxnSpPr>
        <p:spPr>
          <a:xfrm flipV="1">
            <a:off x="906244" y="3151757"/>
            <a:ext cx="0" cy="352575"/>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AED2C872-E2A2-0AD0-B2F2-77B48CE3CB78}"/>
              </a:ext>
            </a:extLst>
          </p:cNvPr>
          <p:cNvSpPr/>
          <p:nvPr/>
        </p:nvSpPr>
        <p:spPr>
          <a:xfrm>
            <a:off x="212539" y="2633380"/>
            <a:ext cx="1387409" cy="51837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Calculate common thresholds T1 (STE) and T2 (SC).</a:t>
            </a:r>
          </a:p>
        </p:txBody>
      </p:sp>
      <p:sp>
        <p:nvSpPr>
          <p:cNvPr id="19" name="Parallelogram 18">
            <a:extLst>
              <a:ext uri="{FF2B5EF4-FFF2-40B4-BE49-F238E27FC236}">
                <a16:creationId xmlns:a16="http://schemas.microsoft.com/office/drawing/2014/main" id="{FDA71ACE-50D9-D7A0-F084-09496F56493F}"/>
              </a:ext>
            </a:extLst>
          </p:cNvPr>
          <p:cNvSpPr/>
          <p:nvPr/>
        </p:nvSpPr>
        <p:spPr>
          <a:xfrm>
            <a:off x="212539" y="1862078"/>
            <a:ext cx="1387409" cy="388071"/>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Thresholds T1 and T2.</a:t>
            </a:r>
          </a:p>
        </p:txBody>
      </p:sp>
      <p:cxnSp>
        <p:nvCxnSpPr>
          <p:cNvPr id="21" name="Straight Arrow Connector 20">
            <a:extLst>
              <a:ext uri="{FF2B5EF4-FFF2-40B4-BE49-F238E27FC236}">
                <a16:creationId xmlns:a16="http://schemas.microsoft.com/office/drawing/2014/main" id="{9165CEA1-BDB1-4BBF-334F-9E143A51B8E4}"/>
              </a:ext>
            </a:extLst>
          </p:cNvPr>
          <p:cNvCxnSpPr>
            <a:cxnSpLocks/>
            <a:stCxn id="3" idx="0"/>
            <a:endCxn id="19" idx="4"/>
          </p:cNvCxnSpPr>
          <p:nvPr/>
        </p:nvCxnSpPr>
        <p:spPr>
          <a:xfrm flipV="1">
            <a:off x="906244" y="2250149"/>
            <a:ext cx="0" cy="3832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6" name="Oval 1025">
            <a:extLst>
              <a:ext uri="{FF2B5EF4-FFF2-40B4-BE49-F238E27FC236}">
                <a16:creationId xmlns:a16="http://schemas.microsoft.com/office/drawing/2014/main" id="{B2754B4E-C1EF-A262-EADB-D311C2E0045E}"/>
              </a:ext>
            </a:extLst>
          </p:cNvPr>
          <p:cNvSpPr/>
          <p:nvPr/>
        </p:nvSpPr>
        <p:spPr>
          <a:xfrm>
            <a:off x="544589" y="1098639"/>
            <a:ext cx="723307" cy="400706"/>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End</a:t>
            </a:r>
          </a:p>
        </p:txBody>
      </p:sp>
      <p:cxnSp>
        <p:nvCxnSpPr>
          <p:cNvPr id="1027" name="Straight Arrow Connector 1026">
            <a:extLst>
              <a:ext uri="{FF2B5EF4-FFF2-40B4-BE49-F238E27FC236}">
                <a16:creationId xmlns:a16="http://schemas.microsoft.com/office/drawing/2014/main" id="{9ADCA3AD-F7C5-E768-AD9D-3D2A13A51B0D}"/>
              </a:ext>
            </a:extLst>
          </p:cNvPr>
          <p:cNvCxnSpPr>
            <a:cxnSpLocks/>
            <a:stCxn id="19" idx="0"/>
            <a:endCxn id="1026" idx="4"/>
          </p:cNvCxnSpPr>
          <p:nvPr/>
        </p:nvCxnSpPr>
        <p:spPr>
          <a:xfrm flipH="1" flipV="1">
            <a:off x="906243" y="1499345"/>
            <a:ext cx="1" cy="36273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9464774"/>
      </p:ext>
    </p:extLst>
  </p:cSld>
  <p:clrMapOvr>
    <a:masterClrMapping/>
  </p:clrMapOvr>
  <mc:AlternateContent xmlns:mc="http://schemas.openxmlformats.org/markup-compatibility/2006">
    <mc:Choice xmlns:p159="http://schemas.microsoft.com/office/powerpoint/2015/09/main" Requires="p159">
      <p:transition spd="slow" advClick="0" advTm="0">
        <p159:morph option="byObject"/>
      </p:transition>
    </mc:Choice>
    <mc:Fallback>
      <p:transition spd="slow" advClick="0" advTm="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B9A655CD-9ABB-28BF-5F01-D44A2A362DAB}"/>
            </a:ext>
          </a:extLst>
        </p:cNvPr>
        <p:cNvGrpSpPr/>
        <p:nvPr/>
      </p:nvGrpSpPr>
      <p:grpSpPr>
        <a:xfrm>
          <a:off x="0" y="0"/>
          <a:ext cx="0" cy="0"/>
          <a:chOff x="0" y="0"/>
          <a:chExt cx="0" cy="0"/>
        </a:xfrm>
      </p:grpSpPr>
      <p:sp>
        <p:nvSpPr>
          <p:cNvPr id="1039" name="!!1">
            <a:extLst>
              <a:ext uri="{FF2B5EF4-FFF2-40B4-BE49-F238E27FC236}">
                <a16:creationId xmlns:a16="http://schemas.microsoft.com/office/drawing/2014/main" id="{9B565E59-812C-4135-261F-FBD76E37DF94}"/>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2">
            <a:extLst>
              <a:ext uri="{FF2B5EF4-FFF2-40B4-BE49-F238E27FC236}">
                <a16:creationId xmlns:a16="http://schemas.microsoft.com/office/drawing/2014/main" id="{909914BE-3186-CD77-CF0C-B7D5E046809E}"/>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EC3B3CD9-E090-1930-6B50-F96F48B6AE64}"/>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32C04EAC-4D68-AD29-6B01-7203688DD094}"/>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F10BF3C0-7707-6B37-A78F-8DC13DF25D7B}"/>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C250644A-4DFC-B349-0A8C-399A4F25FE03}"/>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B06408E5-E488-A2A8-720B-4CDAB3E0C752}"/>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B5398211-EA52-F5A2-C70E-957A7EF69BAE}"/>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1362" name="Oval 1361">
            <a:extLst>
              <a:ext uri="{FF2B5EF4-FFF2-40B4-BE49-F238E27FC236}">
                <a16:creationId xmlns:a16="http://schemas.microsoft.com/office/drawing/2014/main" id="{A1B06E0A-B5CB-CAB4-2D19-22AF98AA3F1C}"/>
              </a:ext>
            </a:extLst>
          </p:cNvPr>
          <p:cNvSpPr/>
          <p:nvPr/>
        </p:nvSpPr>
        <p:spPr>
          <a:xfrm>
            <a:off x="3067974" y="989934"/>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363" name="Parallelogram 1362">
            <a:extLst>
              <a:ext uri="{FF2B5EF4-FFF2-40B4-BE49-F238E27FC236}">
                <a16:creationId xmlns:a16="http://schemas.microsoft.com/office/drawing/2014/main" id="{4DA2E47A-AC8D-314F-8073-1C6FE8CE9148}"/>
              </a:ext>
            </a:extLst>
          </p:cNvPr>
          <p:cNvSpPr/>
          <p:nvPr/>
        </p:nvSpPr>
        <p:spPr>
          <a:xfrm>
            <a:off x="2650943" y="1760460"/>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364" name="Straight Arrow Connector 1363">
            <a:extLst>
              <a:ext uri="{FF2B5EF4-FFF2-40B4-BE49-F238E27FC236}">
                <a16:creationId xmlns:a16="http://schemas.microsoft.com/office/drawing/2014/main" id="{72EBCE34-E932-1F82-6606-D544C88C2D03}"/>
              </a:ext>
            </a:extLst>
          </p:cNvPr>
          <p:cNvCxnSpPr>
            <a:cxnSpLocks/>
            <a:stCxn id="1362" idx="4"/>
            <a:endCxn id="1363" idx="0"/>
          </p:cNvCxnSpPr>
          <p:nvPr/>
        </p:nvCxnSpPr>
        <p:spPr>
          <a:xfrm flipH="1">
            <a:off x="3428426" y="1390109"/>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65" name="!!5">
            <a:extLst>
              <a:ext uri="{FF2B5EF4-FFF2-40B4-BE49-F238E27FC236}">
                <a16:creationId xmlns:a16="http://schemas.microsoft.com/office/drawing/2014/main" id="{0717CB98-EE17-DA5A-9A1A-2169B7588C52}"/>
              </a:ext>
            </a:extLst>
          </p:cNvPr>
          <p:cNvSpPr/>
          <p:nvPr/>
        </p:nvSpPr>
        <p:spPr>
          <a:xfrm>
            <a:off x="2662932" y="2531761"/>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1366" name="Straight Arrow Connector 1365">
            <a:extLst>
              <a:ext uri="{FF2B5EF4-FFF2-40B4-BE49-F238E27FC236}">
                <a16:creationId xmlns:a16="http://schemas.microsoft.com/office/drawing/2014/main" id="{81B57E12-FBE9-D583-4B30-2BFC5816B099}"/>
              </a:ext>
            </a:extLst>
          </p:cNvPr>
          <p:cNvCxnSpPr>
            <a:cxnSpLocks/>
            <a:stCxn id="1363" idx="4"/>
            <a:endCxn id="1365" idx="0"/>
          </p:cNvCxnSpPr>
          <p:nvPr/>
        </p:nvCxnSpPr>
        <p:spPr>
          <a:xfrm>
            <a:off x="3428426" y="2161288"/>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67" name="!!11">
            <a:extLst>
              <a:ext uri="{FF2B5EF4-FFF2-40B4-BE49-F238E27FC236}">
                <a16:creationId xmlns:a16="http://schemas.microsoft.com/office/drawing/2014/main" id="{FD9C33A1-FB1A-A771-97A5-6987D5F694BA}"/>
              </a:ext>
            </a:extLst>
          </p:cNvPr>
          <p:cNvCxnSpPr>
            <a:cxnSpLocks/>
          </p:cNvCxnSpPr>
          <p:nvPr/>
        </p:nvCxnSpPr>
        <p:spPr>
          <a:xfrm flipH="1">
            <a:off x="3429027" y="3034182"/>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68" name="Rectangle 1367">
            <a:extLst>
              <a:ext uri="{FF2B5EF4-FFF2-40B4-BE49-F238E27FC236}">
                <a16:creationId xmlns:a16="http://schemas.microsoft.com/office/drawing/2014/main" id="{4CDCD42F-8975-CEC9-2D1B-212953D956FC}"/>
              </a:ext>
            </a:extLst>
          </p:cNvPr>
          <p:cNvSpPr/>
          <p:nvPr/>
        </p:nvSpPr>
        <p:spPr>
          <a:xfrm>
            <a:off x="2657539" y="3402713"/>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369" name="!!6">
            <a:extLst>
              <a:ext uri="{FF2B5EF4-FFF2-40B4-BE49-F238E27FC236}">
                <a16:creationId xmlns:a16="http://schemas.microsoft.com/office/drawing/2014/main" id="{A65AAAC9-BC5F-2A99-DFFB-9D0F73585A2E}"/>
              </a:ext>
            </a:extLst>
          </p:cNvPr>
          <p:cNvCxnSpPr>
            <a:cxnSpLocks/>
          </p:cNvCxnSpPr>
          <p:nvPr/>
        </p:nvCxnSpPr>
        <p:spPr>
          <a:xfrm flipH="1">
            <a:off x="3425509" y="3913915"/>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70" name="Rectangle 1369">
            <a:extLst>
              <a:ext uri="{FF2B5EF4-FFF2-40B4-BE49-F238E27FC236}">
                <a16:creationId xmlns:a16="http://schemas.microsoft.com/office/drawing/2014/main" id="{B2EA0261-DDD3-3E1B-3C85-E92294924E8E}"/>
              </a:ext>
            </a:extLst>
          </p:cNvPr>
          <p:cNvSpPr/>
          <p:nvPr/>
        </p:nvSpPr>
        <p:spPr>
          <a:xfrm>
            <a:off x="2645110" y="4283454"/>
            <a:ext cx="1560798" cy="51051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Merge data to compute a combined histogram.</a:t>
            </a:r>
          </a:p>
        </p:txBody>
      </p:sp>
      <p:sp>
        <p:nvSpPr>
          <p:cNvPr id="1371" name="Rectangle 1370">
            <a:extLst>
              <a:ext uri="{FF2B5EF4-FFF2-40B4-BE49-F238E27FC236}">
                <a16:creationId xmlns:a16="http://schemas.microsoft.com/office/drawing/2014/main" id="{ADECCD05-C958-548A-3FF9-B36693C9359A}"/>
              </a:ext>
            </a:extLst>
          </p:cNvPr>
          <p:cNvSpPr/>
          <p:nvPr/>
        </p:nvSpPr>
        <p:spPr>
          <a:xfrm>
            <a:off x="4507374" y="4275607"/>
            <a:ext cx="139092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Apply a smoothing filter to the histogram.</a:t>
            </a:r>
          </a:p>
        </p:txBody>
      </p:sp>
      <p:cxnSp>
        <p:nvCxnSpPr>
          <p:cNvPr id="1372" name="!!7">
            <a:extLst>
              <a:ext uri="{FF2B5EF4-FFF2-40B4-BE49-F238E27FC236}">
                <a16:creationId xmlns:a16="http://schemas.microsoft.com/office/drawing/2014/main" id="{07A00788-EA05-F616-18EE-8002223A6995}"/>
              </a:ext>
            </a:extLst>
          </p:cNvPr>
          <p:cNvCxnSpPr>
            <a:cxnSpLocks/>
            <a:endCxn id="1371" idx="1"/>
          </p:cNvCxnSpPr>
          <p:nvPr/>
        </p:nvCxnSpPr>
        <p:spPr>
          <a:xfrm>
            <a:off x="4196997" y="4530866"/>
            <a:ext cx="310377" cy="342"/>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73" name="!!9">
            <a:extLst>
              <a:ext uri="{FF2B5EF4-FFF2-40B4-BE49-F238E27FC236}">
                <a16:creationId xmlns:a16="http://schemas.microsoft.com/office/drawing/2014/main" id="{E54863F7-AF95-1BAB-33C6-C150104C2F06}"/>
              </a:ext>
            </a:extLst>
          </p:cNvPr>
          <p:cNvCxnSpPr>
            <a:cxnSpLocks/>
            <a:stCxn id="1371" idx="0"/>
          </p:cNvCxnSpPr>
          <p:nvPr/>
        </p:nvCxnSpPr>
        <p:spPr>
          <a:xfrm flipH="1" flipV="1">
            <a:off x="5198235" y="3890763"/>
            <a:ext cx="4602" cy="384844"/>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74" name="Rectangle 1373">
            <a:extLst>
              <a:ext uri="{FF2B5EF4-FFF2-40B4-BE49-F238E27FC236}">
                <a16:creationId xmlns:a16="http://schemas.microsoft.com/office/drawing/2014/main" id="{4512187B-E62F-D5D9-8C8B-8DCFFFBBA2CB}"/>
              </a:ext>
            </a:extLst>
          </p:cNvPr>
          <p:cNvSpPr/>
          <p:nvPr/>
        </p:nvSpPr>
        <p:spPr>
          <a:xfrm>
            <a:off x="4516284" y="3402713"/>
            <a:ext cx="1387409" cy="51443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Find two local maxima peaks (M1 and M2).</a:t>
            </a:r>
          </a:p>
        </p:txBody>
      </p:sp>
      <p:cxnSp>
        <p:nvCxnSpPr>
          <p:cNvPr id="1375" name="!!8">
            <a:extLst>
              <a:ext uri="{FF2B5EF4-FFF2-40B4-BE49-F238E27FC236}">
                <a16:creationId xmlns:a16="http://schemas.microsoft.com/office/drawing/2014/main" id="{07BD3018-733D-996A-9957-38294109F6C8}"/>
              </a:ext>
            </a:extLst>
          </p:cNvPr>
          <p:cNvCxnSpPr>
            <a:cxnSpLocks/>
            <a:stCxn id="1374" idx="0"/>
            <a:endCxn id="1026" idx="2"/>
          </p:cNvCxnSpPr>
          <p:nvPr/>
        </p:nvCxnSpPr>
        <p:spPr>
          <a:xfrm flipV="1">
            <a:off x="5209989" y="3050138"/>
            <a:ext cx="0" cy="352575"/>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6" name="Rectangle 1025">
            <a:extLst>
              <a:ext uri="{FF2B5EF4-FFF2-40B4-BE49-F238E27FC236}">
                <a16:creationId xmlns:a16="http://schemas.microsoft.com/office/drawing/2014/main" id="{CDC06A4B-7578-6749-9A80-50C9EF0456D9}"/>
              </a:ext>
            </a:extLst>
          </p:cNvPr>
          <p:cNvSpPr/>
          <p:nvPr/>
        </p:nvSpPr>
        <p:spPr>
          <a:xfrm>
            <a:off x="4516284" y="2531761"/>
            <a:ext cx="1387409" cy="51837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Calculate common thresholds T1 (STE) and T2 (SC).</a:t>
            </a:r>
          </a:p>
        </p:txBody>
      </p:sp>
      <p:sp>
        <p:nvSpPr>
          <p:cNvPr id="1027" name="Parallelogram 1026">
            <a:extLst>
              <a:ext uri="{FF2B5EF4-FFF2-40B4-BE49-F238E27FC236}">
                <a16:creationId xmlns:a16="http://schemas.microsoft.com/office/drawing/2014/main" id="{BF849ECB-B9A7-932B-7B6C-FCC99292D834}"/>
              </a:ext>
            </a:extLst>
          </p:cNvPr>
          <p:cNvSpPr/>
          <p:nvPr/>
        </p:nvSpPr>
        <p:spPr>
          <a:xfrm>
            <a:off x="4516284" y="1760459"/>
            <a:ext cx="1387409" cy="388071"/>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Thresholds T1 and T2.</a:t>
            </a:r>
          </a:p>
        </p:txBody>
      </p:sp>
      <p:cxnSp>
        <p:nvCxnSpPr>
          <p:cNvPr id="1028" name="Straight Arrow Connector 1027">
            <a:extLst>
              <a:ext uri="{FF2B5EF4-FFF2-40B4-BE49-F238E27FC236}">
                <a16:creationId xmlns:a16="http://schemas.microsoft.com/office/drawing/2014/main" id="{0A36DB30-8896-A015-232F-BBF6A4224FB4}"/>
              </a:ext>
            </a:extLst>
          </p:cNvPr>
          <p:cNvCxnSpPr>
            <a:cxnSpLocks/>
            <a:stCxn id="1026" idx="0"/>
            <a:endCxn id="1027" idx="4"/>
          </p:cNvCxnSpPr>
          <p:nvPr/>
        </p:nvCxnSpPr>
        <p:spPr>
          <a:xfrm flipV="1">
            <a:off x="5209989" y="2148530"/>
            <a:ext cx="0" cy="3832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9" name="Oval 1028">
            <a:extLst>
              <a:ext uri="{FF2B5EF4-FFF2-40B4-BE49-F238E27FC236}">
                <a16:creationId xmlns:a16="http://schemas.microsoft.com/office/drawing/2014/main" id="{6F883EC5-7ED1-2EBF-BAB8-F68385730236}"/>
              </a:ext>
            </a:extLst>
          </p:cNvPr>
          <p:cNvSpPr/>
          <p:nvPr/>
        </p:nvSpPr>
        <p:spPr>
          <a:xfrm>
            <a:off x="4848334" y="997020"/>
            <a:ext cx="723307" cy="400706"/>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End</a:t>
            </a:r>
          </a:p>
        </p:txBody>
      </p:sp>
      <p:cxnSp>
        <p:nvCxnSpPr>
          <p:cNvPr id="1030" name="Straight Arrow Connector 1029">
            <a:extLst>
              <a:ext uri="{FF2B5EF4-FFF2-40B4-BE49-F238E27FC236}">
                <a16:creationId xmlns:a16="http://schemas.microsoft.com/office/drawing/2014/main" id="{F2FF44E7-6018-580A-437A-05C2DA397AE8}"/>
              </a:ext>
            </a:extLst>
          </p:cNvPr>
          <p:cNvCxnSpPr>
            <a:cxnSpLocks/>
            <a:stCxn id="1027" idx="0"/>
            <a:endCxn id="1029" idx="4"/>
          </p:cNvCxnSpPr>
          <p:nvPr/>
        </p:nvCxnSpPr>
        <p:spPr>
          <a:xfrm flipH="1" flipV="1">
            <a:off x="5209988" y="1397726"/>
            <a:ext cx="1" cy="36273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55492456"/>
      </p:ext>
    </p:extLst>
  </p:cSld>
  <p:clrMapOvr>
    <a:masterClrMapping/>
  </p:clrMapOvr>
  <mc:AlternateContent xmlns:mc="http://schemas.openxmlformats.org/markup-compatibility/2006">
    <mc:Choice xmlns:p159="http://schemas.microsoft.com/office/powerpoint/2015/09/main" Requires="p159">
      <p:transition spd="slow" advTm="0">
        <p159:morph option="byObject"/>
      </p:transition>
    </mc:Choice>
    <mc:Fallback>
      <p:transition spd="slow" advTm="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50D1439A-F8D5-FF88-D073-1C8AE95BAD5D}"/>
            </a:ext>
          </a:extLst>
        </p:cNvPr>
        <p:cNvGrpSpPr/>
        <p:nvPr/>
      </p:nvGrpSpPr>
      <p:grpSpPr>
        <a:xfrm>
          <a:off x="0" y="0"/>
          <a:ext cx="0" cy="0"/>
          <a:chOff x="0" y="0"/>
          <a:chExt cx="0" cy="0"/>
        </a:xfrm>
      </p:grpSpPr>
      <p:sp>
        <p:nvSpPr>
          <p:cNvPr id="1039" name="!!1">
            <a:extLst>
              <a:ext uri="{FF2B5EF4-FFF2-40B4-BE49-F238E27FC236}">
                <a16:creationId xmlns:a16="http://schemas.microsoft.com/office/drawing/2014/main" id="{60A6E3E1-9F28-D47A-FB53-E3C5E9C04A08}"/>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2">
            <a:extLst>
              <a:ext uri="{FF2B5EF4-FFF2-40B4-BE49-F238E27FC236}">
                <a16:creationId xmlns:a16="http://schemas.microsoft.com/office/drawing/2014/main" id="{652BBEFB-7A60-81EC-3982-CB308E4F373A}"/>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B10A3640-6C4D-35B1-C212-84C577EC84F8}"/>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CA4EC09B-17B9-136A-7805-AA8729824B5F}"/>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BF363BBC-95C0-5F03-DAA6-59DCA9265309}"/>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E6D29597-4911-7B07-2BAF-C9A5C0344F77}"/>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B642DF48-662B-B7C3-29E8-FAF6DF51DD61}"/>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A90385C4-B462-2368-419A-670474B52FEB}"/>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1362" name="Oval 1361">
            <a:extLst>
              <a:ext uri="{FF2B5EF4-FFF2-40B4-BE49-F238E27FC236}">
                <a16:creationId xmlns:a16="http://schemas.microsoft.com/office/drawing/2014/main" id="{27B3E3DC-A636-37EE-1812-96838C08730F}"/>
              </a:ext>
            </a:extLst>
          </p:cNvPr>
          <p:cNvSpPr/>
          <p:nvPr/>
        </p:nvSpPr>
        <p:spPr>
          <a:xfrm>
            <a:off x="1488238" y="855845"/>
            <a:ext cx="1775303" cy="585409"/>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Start</a:t>
            </a:r>
          </a:p>
        </p:txBody>
      </p:sp>
      <p:sp>
        <p:nvSpPr>
          <p:cNvPr id="1363" name="Parallelogram 1362">
            <a:extLst>
              <a:ext uri="{FF2B5EF4-FFF2-40B4-BE49-F238E27FC236}">
                <a16:creationId xmlns:a16="http://schemas.microsoft.com/office/drawing/2014/main" id="{8580FF8D-0CAD-1777-063D-8F76F6EF06DF}"/>
              </a:ext>
            </a:extLst>
          </p:cNvPr>
          <p:cNvSpPr/>
          <p:nvPr/>
        </p:nvSpPr>
        <p:spPr>
          <a:xfrm>
            <a:off x="492193" y="1601552"/>
            <a:ext cx="3767942" cy="586364"/>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Audio Signals </a:t>
            </a:r>
          </a:p>
          <a:p>
            <a:pPr algn="ctr"/>
            <a:r>
              <a:rPr lang="en-US" sz="1800" dirty="0">
                <a:latin typeface="Bahnschrift" panose="020B0502040204020203" pitchFamily="34" charset="0"/>
              </a:rPr>
              <a:t>(.wav and .lab files)</a:t>
            </a:r>
          </a:p>
        </p:txBody>
      </p:sp>
      <p:cxnSp>
        <p:nvCxnSpPr>
          <p:cNvPr id="1364" name="Straight Arrow Connector 1363">
            <a:extLst>
              <a:ext uri="{FF2B5EF4-FFF2-40B4-BE49-F238E27FC236}">
                <a16:creationId xmlns:a16="http://schemas.microsoft.com/office/drawing/2014/main" id="{1D780935-4306-7473-0F4E-181A866E34EB}"/>
              </a:ext>
            </a:extLst>
          </p:cNvPr>
          <p:cNvCxnSpPr>
            <a:cxnSpLocks/>
            <a:stCxn id="1362" idx="4"/>
            <a:endCxn id="1363" idx="0"/>
          </p:cNvCxnSpPr>
          <p:nvPr/>
        </p:nvCxnSpPr>
        <p:spPr>
          <a:xfrm>
            <a:off x="2375890" y="1441254"/>
            <a:ext cx="274" cy="160298"/>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65" name="!!5">
            <a:extLst>
              <a:ext uri="{FF2B5EF4-FFF2-40B4-BE49-F238E27FC236}">
                <a16:creationId xmlns:a16="http://schemas.microsoft.com/office/drawing/2014/main" id="{A64DB122-0222-A6D1-DB26-FFAD2A8D87E6}"/>
              </a:ext>
            </a:extLst>
          </p:cNvPr>
          <p:cNvSpPr/>
          <p:nvPr/>
        </p:nvSpPr>
        <p:spPr>
          <a:xfrm>
            <a:off x="483002" y="2368886"/>
            <a:ext cx="3781727" cy="73498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Break the signals into 25ms frames, 10ms shift.</a:t>
            </a:r>
          </a:p>
        </p:txBody>
      </p:sp>
      <p:cxnSp>
        <p:nvCxnSpPr>
          <p:cNvPr id="1366" name="Straight Arrow Connector 1365">
            <a:extLst>
              <a:ext uri="{FF2B5EF4-FFF2-40B4-BE49-F238E27FC236}">
                <a16:creationId xmlns:a16="http://schemas.microsoft.com/office/drawing/2014/main" id="{6A644823-E5C1-4506-9E08-DFC20516A482}"/>
              </a:ext>
            </a:extLst>
          </p:cNvPr>
          <p:cNvCxnSpPr>
            <a:cxnSpLocks/>
            <a:stCxn id="1363" idx="4"/>
            <a:endCxn id="1365" idx="0"/>
          </p:cNvCxnSpPr>
          <p:nvPr/>
        </p:nvCxnSpPr>
        <p:spPr>
          <a:xfrm flipH="1">
            <a:off x="2373866" y="2187916"/>
            <a:ext cx="2298" cy="180970"/>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67" name="!!11">
            <a:extLst>
              <a:ext uri="{FF2B5EF4-FFF2-40B4-BE49-F238E27FC236}">
                <a16:creationId xmlns:a16="http://schemas.microsoft.com/office/drawing/2014/main" id="{536CEEEC-94F6-8C3F-EB18-D628909264EA}"/>
              </a:ext>
            </a:extLst>
          </p:cNvPr>
          <p:cNvCxnSpPr>
            <a:cxnSpLocks/>
            <a:stCxn id="1365" idx="2"/>
            <a:endCxn id="1368" idx="0"/>
          </p:cNvCxnSpPr>
          <p:nvPr/>
        </p:nvCxnSpPr>
        <p:spPr>
          <a:xfrm>
            <a:off x="2373866" y="3103868"/>
            <a:ext cx="4594" cy="178446"/>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68" name="Rectangle 1367">
            <a:extLst>
              <a:ext uri="{FF2B5EF4-FFF2-40B4-BE49-F238E27FC236}">
                <a16:creationId xmlns:a16="http://schemas.microsoft.com/office/drawing/2014/main" id="{94C7B1B3-EE87-C7E9-E334-93172B12E419}"/>
              </a:ext>
            </a:extLst>
          </p:cNvPr>
          <p:cNvSpPr/>
          <p:nvPr/>
        </p:nvSpPr>
        <p:spPr>
          <a:xfrm>
            <a:off x="492191" y="3282314"/>
            <a:ext cx="3772537" cy="747828"/>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Extract STE and Spectral Centroid (SC) features.</a:t>
            </a:r>
          </a:p>
        </p:txBody>
      </p:sp>
      <p:cxnSp>
        <p:nvCxnSpPr>
          <p:cNvPr id="1369" name="!!6">
            <a:extLst>
              <a:ext uri="{FF2B5EF4-FFF2-40B4-BE49-F238E27FC236}">
                <a16:creationId xmlns:a16="http://schemas.microsoft.com/office/drawing/2014/main" id="{D5E3FE73-5F51-4B16-5478-687B1BDA9ECD}"/>
              </a:ext>
            </a:extLst>
          </p:cNvPr>
          <p:cNvCxnSpPr>
            <a:cxnSpLocks/>
            <a:stCxn id="1368" idx="2"/>
            <a:endCxn id="1370" idx="0"/>
          </p:cNvCxnSpPr>
          <p:nvPr/>
        </p:nvCxnSpPr>
        <p:spPr>
          <a:xfrm>
            <a:off x="2378460" y="4030142"/>
            <a:ext cx="0" cy="168625"/>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70" name="Rectangle 1369">
            <a:extLst>
              <a:ext uri="{FF2B5EF4-FFF2-40B4-BE49-F238E27FC236}">
                <a16:creationId xmlns:a16="http://schemas.microsoft.com/office/drawing/2014/main" id="{6503DD52-3AA3-214E-5091-E2AF839DC5B5}"/>
              </a:ext>
            </a:extLst>
          </p:cNvPr>
          <p:cNvSpPr/>
          <p:nvPr/>
        </p:nvSpPr>
        <p:spPr>
          <a:xfrm>
            <a:off x="492191" y="4198767"/>
            <a:ext cx="3772537" cy="746826"/>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Merge data to compute a combined histogram.</a:t>
            </a:r>
          </a:p>
        </p:txBody>
      </p:sp>
      <p:sp>
        <p:nvSpPr>
          <p:cNvPr id="1371" name="Rectangle 1370">
            <a:extLst>
              <a:ext uri="{FF2B5EF4-FFF2-40B4-BE49-F238E27FC236}">
                <a16:creationId xmlns:a16="http://schemas.microsoft.com/office/drawing/2014/main" id="{45B37B2E-F22E-FF55-DD67-638F734B4B49}"/>
              </a:ext>
            </a:extLst>
          </p:cNvPr>
          <p:cNvSpPr/>
          <p:nvPr/>
        </p:nvSpPr>
        <p:spPr>
          <a:xfrm>
            <a:off x="4739869" y="4198767"/>
            <a:ext cx="3413924" cy="747828"/>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Apply a smoothing filter to the histogram.</a:t>
            </a:r>
          </a:p>
        </p:txBody>
      </p:sp>
      <p:cxnSp>
        <p:nvCxnSpPr>
          <p:cNvPr id="1372" name="!!7">
            <a:extLst>
              <a:ext uri="{FF2B5EF4-FFF2-40B4-BE49-F238E27FC236}">
                <a16:creationId xmlns:a16="http://schemas.microsoft.com/office/drawing/2014/main" id="{B89B46AC-4136-02FF-5E2C-EB9E081B0346}"/>
              </a:ext>
            </a:extLst>
          </p:cNvPr>
          <p:cNvCxnSpPr>
            <a:cxnSpLocks/>
            <a:stCxn id="1370" idx="3"/>
            <a:endCxn id="1371" idx="1"/>
          </p:cNvCxnSpPr>
          <p:nvPr/>
        </p:nvCxnSpPr>
        <p:spPr>
          <a:xfrm>
            <a:off x="4264728" y="4572180"/>
            <a:ext cx="475141" cy="50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73" name="!!9">
            <a:extLst>
              <a:ext uri="{FF2B5EF4-FFF2-40B4-BE49-F238E27FC236}">
                <a16:creationId xmlns:a16="http://schemas.microsoft.com/office/drawing/2014/main" id="{669AE882-4D9A-971D-15C1-EE8389F4D670}"/>
              </a:ext>
            </a:extLst>
          </p:cNvPr>
          <p:cNvCxnSpPr>
            <a:cxnSpLocks/>
            <a:stCxn id="1371" idx="0"/>
            <a:endCxn id="1374" idx="2"/>
          </p:cNvCxnSpPr>
          <p:nvPr/>
        </p:nvCxnSpPr>
        <p:spPr>
          <a:xfrm flipH="1" flipV="1">
            <a:off x="6442515" y="4032503"/>
            <a:ext cx="4316" cy="166264"/>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74" name="Rectangle 1373">
            <a:extLst>
              <a:ext uri="{FF2B5EF4-FFF2-40B4-BE49-F238E27FC236}">
                <a16:creationId xmlns:a16="http://schemas.microsoft.com/office/drawing/2014/main" id="{E0D0003E-D054-DE9A-2E3D-6E5D9B701C63}"/>
              </a:ext>
            </a:extLst>
          </p:cNvPr>
          <p:cNvSpPr/>
          <p:nvPr/>
        </p:nvSpPr>
        <p:spPr>
          <a:xfrm>
            <a:off x="4739869" y="3279953"/>
            <a:ext cx="3405292" cy="75255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Find two local maxima peaks (M1 and M2).</a:t>
            </a:r>
          </a:p>
        </p:txBody>
      </p:sp>
      <p:cxnSp>
        <p:nvCxnSpPr>
          <p:cNvPr id="1375" name="!!8">
            <a:extLst>
              <a:ext uri="{FF2B5EF4-FFF2-40B4-BE49-F238E27FC236}">
                <a16:creationId xmlns:a16="http://schemas.microsoft.com/office/drawing/2014/main" id="{41B0AACC-ACD7-752F-CC48-4E753DB00A7D}"/>
              </a:ext>
            </a:extLst>
          </p:cNvPr>
          <p:cNvCxnSpPr>
            <a:cxnSpLocks/>
            <a:stCxn id="1374" idx="0"/>
            <a:endCxn id="1026" idx="2"/>
          </p:cNvCxnSpPr>
          <p:nvPr/>
        </p:nvCxnSpPr>
        <p:spPr>
          <a:xfrm flipV="1">
            <a:off x="6442515" y="3105187"/>
            <a:ext cx="0" cy="174766"/>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6" name="Rectangle 1025">
            <a:extLst>
              <a:ext uri="{FF2B5EF4-FFF2-40B4-BE49-F238E27FC236}">
                <a16:creationId xmlns:a16="http://schemas.microsoft.com/office/drawing/2014/main" id="{8BADA2A0-7A0B-DC9D-85EE-47F44C053F1C}"/>
              </a:ext>
            </a:extLst>
          </p:cNvPr>
          <p:cNvSpPr/>
          <p:nvPr/>
        </p:nvSpPr>
        <p:spPr>
          <a:xfrm>
            <a:off x="4739869" y="2346863"/>
            <a:ext cx="3405292" cy="758324"/>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Calculate common thresholds T1 (STE) and T2 (SC).</a:t>
            </a:r>
          </a:p>
        </p:txBody>
      </p:sp>
      <p:sp>
        <p:nvSpPr>
          <p:cNvPr id="1027" name="Parallelogram 1026">
            <a:extLst>
              <a:ext uri="{FF2B5EF4-FFF2-40B4-BE49-F238E27FC236}">
                <a16:creationId xmlns:a16="http://schemas.microsoft.com/office/drawing/2014/main" id="{7EEDCE09-478B-41BF-E429-A27934A95BA3}"/>
              </a:ext>
            </a:extLst>
          </p:cNvPr>
          <p:cNvSpPr/>
          <p:nvPr/>
        </p:nvSpPr>
        <p:spPr>
          <a:xfrm>
            <a:off x="4739869" y="1576465"/>
            <a:ext cx="3405292" cy="567702"/>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Thresholds T1 and T2.</a:t>
            </a:r>
          </a:p>
        </p:txBody>
      </p:sp>
      <p:cxnSp>
        <p:nvCxnSpPr>
          <p:cNvPr id="1028" name="Straight Arrow Connector 1027">
            <a:extLst>
              <a:ext uri="{FF2B5EF4-FFF2-40B4-BE49-F238E27FC236}">
                <a16:creationId xmlns:a16="http://schemas.microsoft.com/office/drawing/2014/main" id="{B65C42B6-1A9C-AB5B-D7FA-0C0702573720}"/>
              </a:ext>
            </a:extLst>
          </p:cNvPr>
          <p:cNvCxnSpPr>
            <a:cxnSpLocks/>
            <a:stCxn id="1026" idx="0"/>
            <a:endCxn id="1027" idx="4"/>
          </p:cNvCxnSpPr>
          <p:nvPr/>
        </p:nvCxnSpPr>
        <p:spPr>
          <a:xfrm flipV="1">
            <a:off x="6442515" y="2144167"/>
            <a:ext cx="0" cy="202696"/>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9" name="Oval 1028">
            <a:extLst>
              <a:ext uri="{FF2B5EF4-FFF2-40B4-BE49-F238E27FC236}">
                <a16:creationId xmlns:a16="http://schemas.microsoft.com/office/drawing/2014/main" id="{50788305-10F6-B10A-9835-8D1CE9AAB879}"/>
              </a:ext>
            </a:extLst>
          </p:cNvPr>
          <p:cNvSpPr/>
          <p:nvPr/>
        </p:nvSpPr>
        <p:spPr>
          <a:xfrm>
            <a:off x="5563495" y="849331"/>
            <a:ext cx="1775303" cy="58618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End</a:t>
            </a:r>
          </a:p>
        </p:txBody>
      </p:sp>
      <p:cxnSp>
        <p:nvCxnSpPr>
          <p:cNvPr id="1030" name="Straight Arrow Connector 1029">
            <a:extLst>
              <a:ext uri="{FF2B5EF4-FFF2-40B4-BE49-F238E27FC236}">
                <a16:creationId xmlns:a16="http://schemas.microsoft.com/office/drawing/2014/main" id="{95860942-AB0B-6CC0-796C-1D0A99B9626E}"/>
              </a:ext>
            </a:extLst>
          </p:cNvPr>
          <p:cNvCxnSpPr>
            <a:cxnSpLocks/>
            <a:stCxn id="1027" idx="0"/>
            <a:endCxn id="1029" idx="4"/>
          </p:cNvCxnSpPr>
          <p:nvPr/>
        </p:nvCxnSpPr>
        <p:spPr>
          <a:xfrm flipV="1">
            <a:off x="6442515" y="1435516"/>
            <a:ext cx="8632" cy="14094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65440558"/>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147CC535-9490-4CE9-9A2C-884899223C55}"/>
            </a:ext>
          </a:extLst>
        </p:cNvPr>
        <p:cNvGrpSpPr/>
        <p:nvPr/>
      </p:nvGrpSpPr>
      <p:grpSpPr>
        <a:xfrm>
          <a:off x="0" y="0"/>
          <a:ext cx="0" cy="0"/>
          <a:chOff x="0" y="0"/>
          <a:chExt cx="0" cy="0"/>
        </a:xfrm>
      </p:grpSpPr>
      <p:sp>
        <p:nvSpPr>
          <p:cNvPr id="1039" name="!!1">
            <a:extLst>
              <a:ext uri="{FF2B5EF4-FFF2-40B4-BE49-F238E27FC236}">
                <a16:creationId xmlns:a16="http://schemas.microsoft.com/office/drawing/2014/main" id="{71776D9E-9DD6-1691-E6B0-7B1DF8AA8B12}"/>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RESULTS</a:t>
            </a:r>
            <a:endParaRPr dirty="0"/>
          </a:p>
        </p:txBody>
      </p:sp>
      <p:grpSp>
        <p:nvGrpSpPr>
          <p:cNvPr id="1042" name="!!2">
            <a:extLst>
              <a:ext uri="{FF2B5EF4-FFF2-40B4-BE49-F238E27FC236}">
                <a16:creationId xmlns:a16="http://schemas.microsoft.com/office/drawing/2014/main" id="{781AF829-8B26-C8CD-BAAF-6310F7FB9CCF}"/>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5AAE36ED-5A22-7AE7-AA64-4C96BC818F4D}"/>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632C5B3B-CE7F-2CEE-A13A-EA21E060980E}"/>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156729A0-00A4-D150-9FD0-F48AE9D022C8}"/>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B694324C-8618-05BD-84B7-9A73610FDE13}"/>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435035E8-C881-987E-A26D-325D4F616CFE}"/>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2115F11A-675B-69B9-6143-4D238BE741F1}"/>
              </a:ext>
            </a:extLst>
          </p:cNvPr>
          <p:cNvGrpSpPr/>
          <p:nvPr/>
        </p:nvGrpSpPr>
        <p:grpSpPr>
          <a:xfrm>
            <a:off x="6534261" y="3873255"/>
            <a:ext cx="713803" cy="706547"/>
            <a:chOff x="-4017975" y="616650"/>
            <a:chExt cx="814100" cy="805825"/>
          </a:xfrm>
        </p:grpSpPr>
        <p:sp>
          <p:nvSpPr>
            <p:cNvPr id="1057" name="Google Shape;1057;p31">
              <a:extLst>
                <a:ext uri="{FF2B5EF4-FFF2-40B4-BE49-F238E27FC236}">
                  <a16:creationId xmlns:a16="http://schemas.microsoft.com/office/drawing/2014/main" id="{9F2DA87C-EDB8-D35F-F120-6D75A44A368D}"/>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ACE86499-4A83-B900-3CDE-5105C34A3A4B}"/>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6904A1CC-3782-5BA4-928A-9868542BB110}"/>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0BE5F5F7-4DB9-8D5E-8303-76C37201C918}"/>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711806E7-8CF0-D52D-C0A4-28D80F9552E9}"/>
              </a:ext>
            </a:extLst>
          </p:cNvPr>
          <p:cNvGrpSpPr/>
          <p:nvPr/>
        </p:nvGrpSpPr>
        <p:grpSpPr>
          <a:xfrm>
            <a:off x="7454805" y="3307393"/>
            <a:ext cx="1040638" cy="901375"/>
            <a:chOff x="8457538" y="810363"/>
            <a:chExt cx="1040638" cy="901375"/>
          </a:xfrm>
        </p:grpSpPr>
        <p:grpSp>
          <p:nvGrpSpPr>
            <p:cNvPr id="1062" name="Google Shape;1062;p31">
              <a:extLst>
                <a:ext uri="{FF2B5EF4-FFF2-40B4-BE49-F238E27FC236}">
                  <a16:creationId xmlns:a16="http://schemas.microsoft.com/office/drawing/2014/main" id="{AC357489-AFDC-9854-0E6C-46E87D17EAF3}"/>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165F6B3B-7D02-DDBB-EA7F-FDD6F4E40636}"/>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8002A58B-B349-C6A7-DD20-7823A3BC21D7}"/>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CF84887E-5EAB-3731-9C8A-4E3951DC2B65}"/>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0DD40CC5-5441-372D-A6AE-83BE241FE42A}"/>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05B83AEA-6A1A-C16B-5333-FCB22CE19B6A}"/>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E54B3D21-31B2-D659-C2EB-B7EE5A136091}"/>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Google Shape;1039;p31">
            <a:extLst>
              <a:ext uri="{FF2B5EF4-FFF2-40B4-BE49-F238E27FC236}">
                <a16:creationId xmlns:a16="http://schemas.microsoft.com/office/drawing/2014/main" id="{ADBAD4C6-3041-A2C6-7126-FBD2BE94DC91}"/>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5" name="Rectangle: Rounded Corners 4">
            <a:extLst>
              <a:ext uri="{FF2B5EF4-FFF2-40B4-BE49-F238E27FC236}">
                <a16:creationId xmlns:a16="http://schemas.microsoft.com/office/drawing/2014/main" id="{04847F15-C740-2014-7EFF-DB851A9BC533}"/>
              </a:ext>
            </a:extLst>
          </p:cNvPr>
          <p:cNvSpPr/>
          <p:nvPr/>
        </p:nvSpPr>
        <p:spPr>
          <a:xfrm>
            <a:off x="217259" y="3196143"/>
            <a:ext cx="4194462" cy="1829098"/>
          </a:xfrm>
          <a:prstGeom prst="roundRect">
            <a:avLst>
              <a:gd name="adj" fmla="val 13124"/>
            </a:avLst>
          </a:prstGeom>
          <a:solidFill>
            <a:schemeClr val="accent6"/>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solidFill>
                <a:srgbClr val="00B050"/>
              </a:solidFill>
              <a:latin typeface="Montserrat" panose="00000500000000000000" pitchFamily="2" charset="0"/>
            </a:endParaRPr>
          </a:p>
        </p:txBody>
      </p:sp>
      <p:pic>
        <p:nvPicPr>
          <p:cNvPr id="8" name="Picture 7">
            <a:extLst>
              <a:ext uri="{FF2B5EF4-FFF2-40B4-BE49-F238E27FC236}">
                <a16:creationId xmlns:a16="http://schemas.microsoft.com/office/drawing/2014/main" id="{AFE16B97-9C98-14BA-1EC6-34E3303DDC62}"/>
              </a:ext>
            </a:extLst>
          </p:cNvPr>
          <p:cNvPicPr>
            <a:picLocks noChangeAspect="1"/>
          </p:cNvPicPr>
          <p:nvPr/>
        </p:nvPicPr>
        <p:blipFill>
          <a:blip r:embed="rId3"/>
          <a:stretch>
            <a:fillRect/>
          </a:stretch>
        </p:blipFill>
        <p:spPr>
          <a:xfrm>
            <a:off x="217260" y="811081"/>
            <a:ext cx="4194462" cy="2282362"/>
          </a:xfrm>
          <a:prstGeom prst="rect">
            <a:avLst/>
          </a:prstGeom>
        </p:spPr>
      </p:pic>
      <p:pic>
        <p:nvPicPr>
          <p:cNvPr id="12" name="Picture 11">
            <a:extLst>
              <a:ext uri="{FF2B5EF4-FFF2-40B4-BE49-F238E27FC236}">
                <a16:creationId xmlns:a16="http://schemas.microsoft.com/office/drawing/2014/main" id="{BA5B7695-FAB7-0CD8-60A6-4A50CF4E394F}"/>
              </a:ext>
            </a:extLst>
          </p:cNvPr>
          <p:cNvPicPr>
            <a:picLocks noChangeAspect="1"/>
          </p:cNvPicPr>
          <p:nvPr/>
        </p:nvPicPr>
        <p:blipFill>
          <a:blip r:embed="rId4"/>
          <a:srcRect/>
          <a:stretch/>
        </p:blipFill>
        <p:spPr>
          <a:xfrm>
            <a:off x="4725646" y="830849"/>
            <a:ext cx="4194463" cy="2282362"/>
          </a:xfrm>
          <a:prstGeom prst="rect">
            <a:avLst/>
          </a:prstGeom>
        </p:spPr>
      </p:pic>
      <p:sp>
        <p:nvSpPr>
          <p:cNvPr id="15" name="TextBox 14">
            <a:extLst>
              <a:ext uri="{FF2B5EF4-FFF2-40B4-BE49-F238E27FC236}">
                <a16:creationId xmlns:a16="http://schemas.microsoft.com/office/drawing/2014/main" id="{25E3DD8B-31E3-A77D-430B-C88D7A0D9B8A}"/>
              </a:ext>
            </a:extLst>
          </p:cNvPr>
          <p:cNvSpPr txBox="1"/>
          <p:nvPr/>
        </p:nvSpPr>
        <p:spPr>
          <a:xfrm>
            <a:off x="210627" y="3215937"/>
            <a:ext cx="4111131" cy="1846659"/>
          </a:xfrm>
          <a:prstGeom prst="rect">
            <a:avLst/>
          </a:prstGeom>
          <a:noFill/>
        </p:spPr>
        <p:txBody>
          <a:bodyPr wrap="square" rtlCol="0">
            <a:spAutoFit/>
          </a:bodyPr>
          <a:lstStyle/>
          <a:p>
            <a:pPr algn="ctr"/>
            <a:r>
              <a:rPr lang="en-US" sz="1800" dirty="0">
                <a:solidFill>
                  <a:schemeClr val="bg1"/>
                </a:solidFill>
                <a:latin typeface="Montserrat" panose="00000500000000000000" pitchFamily="2" charset="0"/>
              </a:rPr>
              <a:t>MAE </a:t>
            </a:r>
            <a:r>
              <a:rPr lang="en-US" sz="2400" b="1" dirty="0">
                <a:solidFill>
                  <a:srgbClr val="00B050"/>
                </a:solidFill>
                <a:latin typeface="Montserrat" panose="00000500000000000000" pitchFamily="2" charset="0"/>
              </a:rPr>
              <a:t>10ms</a:t>
            </a:r>
            <a:r>
              <a:rPr lang="en-US" sz="2000" dirty="0">
                <a:solidFill>
                  <a:schemeClr val="accent6"/>
                </a:solidFill>
                <a:latin typeface="Montserrat" panose="00000500000000000000" pitchFamily="2" charset="0"/>
              </a:rPr>
              <a:t> </a:t>
            </a:r>
            <a:r>
              <a:rPr lang="en-US" sz="1800" dirty="0">
                <a:solidFill>
                  <a:schemeClr val="bg1"/>
                </a:solidFill>
                <a:latin typeface="Montserrat" panose="00000500000000000000" pitchFamily="2" charset="0"/>
              </a:rPr>
              <a:t>| RMSE </a:t>
            </a:r>
            <a:r>
              <a:rPr lang="en-US" sz="2400" b="1" dirty="0">
                <a:solidFill>
                  <a:srgbClr val="00B050"/>
                </a:solidFill>
                <a:latin typeface="Montserrat" panose="00000500000000000000" pitchFamily="2" charset="0"/>
              </a:rPr>
              <a:t>10ms</a:t>
            </a:r>
            <a:endParaRPr lang="en-US" sz="1800" b="1" dirty="0">
              <a:solidFill>
                <a:srgbClr val="00B050"/>
              </a:solidFill>
              <a:latin typeface="Montserrat" panose="00000500000000000000" pitchFamily="2" charset="0"/>
            </a:endParaRP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Accuracy:</a:t>
            </a:r>
            <a:r>
              <a:rPr lang="en-US" sz="1800" dirty="0">
                <a:solidFill>
                  <a:schemeClr val="bg1"/>
                </a:solidFill>
                <a:latin typeface="Bahnschrift" panose="020B0502040204020203" pitchFamily="34" charset="0"/>
              </a:rPr>
              <a:t> Highly accurate, very few errors.</a:t>
            </a: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Reason:</a:t>
            </a:r>
            <a:r>
              <a:rPr lang="en-US" sz="1800" dirty="0">
                <a:solidFill>
                  <a:schemeClr val="bg1"/>
                </a:solidFill>
                <a:latin typeface="Bahnschrift" panose="020B0502040204020203" pitchFamily="34" charset="0"/>
              </a:rPr>
              <a:t> STE effectively captures low-frequency male voice energy. The 10ms error is just frame shift.</a:t>
            </a:r>
          </a:p>
        </p:txBody>
      </p:sp>
      <p:sp>
        <p:nvSpPr>
          <p:cNvPr id="17" name="Rectangle: Rounded Corners 16">
            <a:extLst>
              <a:ext uri="{FF2B5EF4-FFF2-40B4-BE49-F238E27FC236}">
                <a16:creationId xmlns:a16="http://schemas.microsoft.com/office/drawing/2014/main" id="{A119E2EF-EFDD-C465-9DCA-8AC4A4399505}"/>
              </a:ext>
            </a:extLst>
          </p:cNvPr>
          <p:cNvSpPr/>
          <p:nvPr/>
        </p:nvSpPr>
        <p:spPr>
          <a:xfrm>
            <a:off x="4732278" y="3180969"/>
            <a:ext cx="4194462" cy="1829098"/>
          </a:xfrm>
          <a:prstGeom prst="roundRect">
            <a:avLst>
              <a:gd name="adj" fmla="val 13124"/>
            </a:avLst>
          </a:prstGeom>
          <a:solidFill>
            <a:schemeClr val="accent6"/>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solidFill>
                <a:srgbClr val="00B050"/>
              </a:solidFill>
              <a:latin typeface="Montserrat" panose="00000500000000000000" pitchFamily="2" charset="0"/>
            </a:endParaRPr>
          </a:p>
        </p:txBody>
      </p:sp>
      <p:sp>
        <p:nvSpPr>
          <p:cNvPr id="19" name="TextBox 18">
            <a:extLst>
              <a:ext uri="{FF2B5EF4-FFF2-40B4-BE49-F238E27FC236}">
                <a16:creationId xmlns:a16="http://schemas.microsoft.com/office/drawing/2014/main" id="{F3387ECB-B4FA-8197-FA21-BAA0E13A1047}"/>
              </a:ext>
            </a:extLst>
          </p:cNvPr>
          <p:cNvSpPr txBox="1"/>
          <p:nvPr/>
        </p:nvSpPr>
        <p:spPr>
          <a:xfrm>
            <a:off x="4725646" y="3200763"/>
            <a:ext cx="4111131" cy="1846659"/>
          </a:xfrm>
          <a:prstGeom prst="rect">
            <a:avLst/>
          </a:prstGeom>
          <a:noFill/>
        </p:spPr>
        <p:txBody>
          <a:bodyPr wrap="square" rtlCol="0">
            <a:spAutoFit/>
          </a:bodyPr>
          <a:lstStyle/>
          <a:p>
            <a:pPr algn="ctr"/>
            <a:r>
              <a:rPr lang="en-US" sz="1800" dirty="0">
                <a:solidFill>
                  <a:schemeClr val="bg1"/>
                </a:solidFill>
                <a:latin typeface="Montserrat" panose="00000500000000000000" pitchFamily="2" charset="0"/>
              </a:rPr>
              <a:t>MAE </a:t>
            </a:r>
            <a:r>
              <a:rPr lang="en-US" sz="2400" b="1" dirty="0">
                <a:solidFill>
                  <a:srgbClr val="00B050"/>
                </a:solidFill>
                <a:latin typeface="Montserrat" panose="00000500000000000000" pitchFamily="2" charset="0"/>
              </a:rPr>
              <a:t>20ms</a:t>
            </a:r>
            <a:r>
              <a:rPr lang="en-US" sz="2000" dirty="0">
                <a:solidFill>
                  <a:schemeClr val="accent6"/>
                </a:solidFill>
                <a:latin typeface="Montserrat" panose="00000500000000000000" pitchFamily="2" charset="0"/>
              </a:rPr>
              <a:t> </a:t>
            </a:r>
            <a:r>
              <a:rPr lang="en-US" sz="1800" dirty="0">
                <a:solidFill>
                  <a:schemeClr val="bg1"/>
                </a:solidFill>
                <a:latin typeface="Montserrat" panose="00000500000000000000" pitchFamily="2" charset="0"/>
              </a:rPr>
              <a:t>| RMSE </a:t>
            </a:r>
            <a:r>
              <a:rPr lang="en-US" sz="2400" b="1" dirty="0">
                <a:solidFill>
                  <a:srgbClr val="00B050"/>
                </a:solidFill>
                <a:latin typeface="Montserrat" panose="00000500000000000000" pitchFamily="2" charset="0"/>
              </a:rPr>
              <a:t>22.36ms</a:t>
            </a:r>
            <a:endParaRPr lang="en-US" sz="1800" b="1" dirty="0">
              <a:solidFill>
                <a:srgbClr val="00B050"/>
              </a:solidFill>
              <a:latin typeface="Montserrat" panose="00000500000000000000" pitchFamily="2" charset="0"/>
            </a:endParaRP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Accuracy:</a:t>
            </a:r>
            <a:r>
              <a:rPr lang="en-US" sz="1800" dirty="0">
                <a:solidFill>
                  <a:schemeClr val="bg1"/>
                </a:solidFill>
                <a:latin typeface="Bahnschrift" panose="020B0502040204020203" pitchFamily="34" charset="0"/>
              </a:rPr>
              <a:t> Slight boundary deviation at speech edges.</a:t>
            </a: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Reason:</a:t>
            </a:r>
            <a:r>
              <a:rPr lang="en-US" sz="1800" dirty="0">
                <a:solidFill>
                  <a:schemeClr val="bg1"/>
                </a:solidFill>
                <a:latin typeface="Bahnschrift" panose="020B0502040204020203" pitchFamily="34" charset="0"/>
              </a:rPr>
              <a:t> Female voices contain unvoiced sounds (low STE) at word edges, causing early or late cuts.</a:t>
            </a:r>
          </a:p>
        </p:txBody>
      </p:sp>
    </p:spTree>
    <p:extLst>
      <p:ext uri="{BB962C8B-B14F-4D97-AF65-F5344CB8AC3E}">
        <p14:creationId xmlns:p14="http://schemas.microsoft.com/office/powerpoint/2010/main" val="261042275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C1D1F1BF-D50E-4D03-71FA-26B612A33FEE}"/>
            </a:ext>
          </a:extLst>
        </p:cNvPr>
        <p:cNvGrpSpPr/>
        <p:nvPr/>
      </p:nvGrpSpPr>
      <p:grpSpPr>
        <a:xfrm>
          <a:off x="0" y="0"/>
          <a:ext cx="0" cy="0"/>
          <a:chOff x="0" y="0"/>
          <a:chExt cx="0" cy="0"/>
        </a:xfrm>
      </p:grpSpPr>
      <p:sp>
        <p:nvSpPr>
          <p:cNvPr id="1039" name="!!1">
            <a:extLst>
              <a:ext uri="{FF2B5EF4-FFF2-40B4-BE49-F238E27FC236}">
                <a16:creationId xmlns:a16="http://schemas.microsoft.com/office/drawing/2014/main" id="{DF3E9CE1-AE4F-5302-3CAA-1AEF09D41188}"/>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RESULTS</a:t>
            </a:r>
            <a:endParaRPr dirty="0"/>
          </a:p>
        </p:txBody>
      </p:sp>
      <p:grpSp>
        <p:nvGrpSpPr>
          <p:cNvPr id="1042" name="!!2">
            <a:extLst>
              <a:ext uri="{FF2B5EF4-FFF2-40B4-BE49-F238E27FC236}">
                <a16:creationId xmlns:a16="http://schemas.microsoft.com/office/drawing/2014/main" id="{E41FE977-92E5-3F86-FF23-509171518AB2}"/>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C3ADEC37-22D6-FD3B-DAC9-177B69E18966}"/>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A59FBDD4-BA1B-7044-C9EC-C4235BC7B44D}"/>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C5CE542A-9B8A-0AF3-CF85-C4FCB7F8BB80}"/>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4C420431-6648-53A2-0200-B95BF7439949}"/>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71805CCD-D015-744C-3D6E-C5D69D31EF72}"/>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E725F4F3-7673-1473-CF14-C80FC9394C8A}"/>
              </a:ext>
            </a:extLst>
          </p:cNvPr>
          <p:cNvGrpSpPr/>
          <p:nvPr/>
        </p:nvGrpSpPr>
        <p:grpSpPr>
          <a:xfrm>
            <a:off x="6534261" y="3873255"/>
            <a:ext cx="713803" cy="706547"/>
            <a:chOff x="-4017975" y="616650"/>
            <a:chExt cx="814100" cy="805825"/>
          </a:xfrm>
        </p:grpSpPr>
        <p:sp>
          <p:nvSpPr>
            <p:cNvPr id="1057" name="Google Shape;1057;p31">
              <a:extLst>
                <a:ext uri="{FF2B5EF4-FFF2-40B4-BE49-F238E27FC236}">
                  <a16:creationId xmlns:a16="http://schemas.microsoft.com/office/drawing/2014/main" id="{74392FD3-C774-70B0-C151-FF27461C12F3}"/>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11F5A07F-7D37-EC11-312D-1BB2B002C772}"/>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DEAA9906-A4DF-C511-7020-9B03E79013FB}"/>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F3FA6C8B-8AE3-12F2-33AA-7F0B8F04CED7}"/>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D067601C-5761-9502-3306-2EFB080453C7}"/>
              </a:ext>
            </a:extLst>
          </p:cNvPr>
          <p:cNvGrpSpPr/>
          <p:nvPr/>
        </p:nvGrpSpPr>
        <p:grpSpPr>
          <a:xfrm>
            <a:off x="7454805" y="3307393"/>
            <a:ext cx="1040638" cy="901375"/>
            <a:chOff x="8457538" y="810363"/>
            <a:chExt cx="1040638" cy="901375"/>
          </a:xfrm>
        </p:grpSpPr>
        <p:grpSp>
          <p:nvGrpSpPr>
            <p:cNvPr id="1062" name="Google Shape;1062;p31">
              <a:extLst>
                <a:ext uri="{FF2B5EF4-FFF2-40B4-BE49-F238E27FC236}">
                  <a16:creationId xmlns:a16="http://schemas.microsoft.com/office/drawing/2014/main" id="{939C80D9-2FEA-47B3-9F64-D96948100456}"/>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12EE5C3E-9EE0-D87E-58A3-F819A27E2DF0}"/>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92E935D5-9447-65AC-53D4-6EF920D526B3}"/>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ED15E345-5CD7-F4F7-C1B9-29A1B41C7B9B}"/>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D10C01DE-33B4-7D68-D345-E37349A62BF9}"/>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5A5BF3D5-7326-80A2-100E-24C701C8B42E}"/>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497258D5-2201-6A05-21BA-6BD438ED53BE}"/>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3">
            <a:extLst>
              <a:ext uri="{FF2B5EF4-FFF2-40B4-BE49-F238E27FC236}">
                <a16:creationId xmlns:a16="http://schemas.microsoft.com/office/drawing/2014/main" id="{FF66CDA0-5654-1398-C5A1-558FCEE858E8}"/>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5" name="Rectangle: Rounded Corners 4">
            <a:extLst>
              <a:ext uri="{FF2B5EF4-FFF2-40B4-BE49-F238E27FC236}">
                <a16:creationId xmlns:a16="http://schemas.microsoft.com/office/drawing/2014/main" id="{BD4F568B-1BA3-EBA0-F5A8-4E3FF0833AA4}"/>
              </a:ext>
            </a:extLst>
          </p:cNvPr>
          <p:cNvSpPr/>
          <p:nvPr/>
        </p:nvSpPr>
        <p:spPr>
          <a:xfrm>
            <a:off x="217259" y="3196143"/>
            <a:ext cx="4194462" cy="1829098"/>
          </a:xfrm>
          <a:prstGeom prst="roundRect">
            <a:avLst>
              <a:gd name="adj" fmla="val 13124"/>
            </a:avLst>
          </a:prstGeom>
          <a:solidFill>
            <a:schemeClr val="accent6"/>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solidFill>
                <a:srgbClr val="00B050"/>
              </a:solidFill>
              <a:latin typeface="Montserrat" panose="00000500000000000000" pitchFamily="2" charset="0"/>
            </a:endParaRPr>
          </a:p>
        </p:txBody>
      </p:sp>
      <p:pic>
        <p:nvPicPr>
          <p:cNvPr id="8" name="Picture 7">
            <a:extLst>
              <a:ext uri="{FF2B5EF4-FFF2-40B4-BE49-F238E27FC236}">
                <a16:creationId xmlns:a16="http://schemas.microsoft.com/office/drawing/2014/main" id="{BCDA59AE-A0F0-4141-BE55-44395270D302}"/>
              </a:ext>
            </a:extLst>
          </p:cNvPr>
          <p:cNvPicPr>
            <a:picLocks noChangeAspect="1"/>
          </p:cNvPicPr>
          <p:nvPr/>
        </p:nvPicPr>
        <p:blipFill>
          <a:blip r:embed="rId3"/>
          <a:srcRect/>
          <a:stretch/>
        </p:blipFill>
        <p:spPr>
          <a:xfrm>
            <a:off x="223891" y="811081"/>
            <a:ext cx="4187830" cy="2282362"/>
          </a:xfrm>
          <a:prstGeom prst="rect">
            <a:avLst/>
          </a:prstGeom>
        </p:spPr>
      </p:pic>
      <p:pic>
        <p:nvPicPr>
          <p:cNvPr id="12" name="Picture 11">
            <a:extLst>
              <a:ext uri="{FF2B5EF4-FFF2-40B4-BE49-F238E27FC236}">
                <a16:creationId xmlns:a16="http://schemas.microsoft.com/office/drawing/2014/main" id="{675C2594-4774-7E68-19FA-EEA2D4C73473}"/>
              </a:ext>
            </a:extLst>
          </p:cNvPr>
          <p:cNvPicPr>
            <a:picLocks noChangeAspect="1"/>
          </p:cNvPicPr>
          <p:nvPr/>
        </p:nvPicPr>
        <p:blipFill>
          <a:blip r:embed="rId4"/>
          <a:srcRect/>
          <a:stretch/>
        </p:blipFill>
        <p:spPr>
          <a:xfrm>
            <a:off x="4732278" y="830849"/>
            <a:ext cx="4104499" cy="2282362"/>
          </a:xfrm>
          <a:prstGeom prst="rect">
            <a:avLst/>
          </a:prstGeom>
        </p:spPr>
      </p:pic>
      <p:sp>
        <p:nvSpPr>
          <p:cNvPr id="15" name="TextBox 14">
            <a:extLst>
              <a:ext uri="{FF2B5EF4-FFF2-40B4-BE49-F238E27FC236}">
                <a16:creationId xmlns:a16="http://schemas.microsoft.com/office/drawing/2014/main" id="{6602FBD4-3FFC-59A2-F4DB-F7DD3F78E717}"/>
              </a:ext>
            </a:extLst>
          </p:cNvPr>
          <p:cNvSpPr txBox="1"/>
          <p:nvPr/>
        </p:nvSpPr>
        <p:spPr>
          <a:xfrm>
            <a:off x="210627" y="3215937"/>
            <a:ext cx="4111131" cy="1846659"/>
          </a:xfrm>
          <a:prstGeom prst="rect">
            <a:avLst/>
          </a:prstGeom>
          <a:noFill/>
        </p:spPr>
        <p:txBody>
          <a:bodyPr wrap="square" rtlCol="0">
            <a:spAutoFit/>
          </a:bodyPr>
          <a:lstStyle/>
          <a:p>
            <a:pPr algn="ctr"/>
            <a:r>
              <a:rPr lang="en-US" sz="1800" dirty="0">
                <a:solidFill>
                  <a:schemeClr val="bg1"/>
                </a:solidFill>
                <a:latin typeface="Montserrat" panose="00000500000000000000" pitchFamily="2" charset="0"/>
              </a:rPr>
              <a:t>MAE </a:t>
            </a:r>
            <a:r>
              <a:rPr lang="en-US" sz="2400" b="1" dirty="0">
                <a:solidFill>
                  <a:srgbClr val="00B050"/>
                </a:solidFill>
                <a:latin typeface="Montserrat" panose="00000500000000000000" pitchFamily="2" charset="0"/>
              </a:rPr>
              <a:t>10ms</a:t>
            </a:r>
            <a:r>
              <a:rPr lang="en-US" sz="2000" dirty="0">
                <a:solidFill>
                  <a:schemeClr val="accent6"/>
                </a:solidFill>
                <a:latin typeface="Montserrat" panose="00000500000000000000" pitchFamily="2" charset="0"/>
              </a:rPr>
              <a:t> </a:t>
            </a:r>
            <a:r>
              <a:rPr lang="en-US" sz="1800" dirty="0">
                <a:solidFill>
                  <a:schemeClr val="bg1"/>
                </a:solidFill>
                <a:latin typeface="Montserrat" panose="00000500000000000000" pitchFamily="2" charset="0"/>
              </a:rPr>
              <a:t>| RMSE </a:t>
            </a:r>
            <a:r>
              <a:rPr lang="en-US" sz="2400" b="1" dirty="0">
                <a:solidFill>
                  <a:srgbClr val="00B050"/>
                </a:solidFill>
                <a:latin typeface="Montserrat" panose="00000500000000000000" pitchFamily="2" charset="0"/>
              </a:rPr>
              <a:t>10ms</a:t>
            </a:r>
            <a:endParaRPr lang="en-US" sz="1800" b="1" dirty="0">
              <a:solidFill>
                <a:srgbClr val="00B050"/>
              </a:solidFill>
              <a:latin typeface="Montserrat" panose="00000500000000000000" pitchFamily="2" charset="0"/>
            </a:endParaRP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Accuracy:</a:t>
            </a:r>
            <a:r>
              <a:rPr lang="en-US" sz="1800" dirty="0">
                <a:solidFill>
                  <a:schemeClr val="bg1"/>
                </a:solidFill>
                <a:latin typeface="Bahnschrift" panose="020B0502040204020203" pitchFamily="34" charset="0"/>
              </a:rPr>
              <a:t> Highly accurate, very few errors.</a:t>
            </a: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Reason:</a:t>
            </a:r>
            <a:r>
              <a:rPr lang="en-US" sz="1800" dirty="0">
                <a:solidFill>
                  <a:schemeClr val="bg1"/>
                </a:solidFill>
                <a:latin typeface="Bahnschrift" panose="020B0502040204020203" pitchFamily="34" charset="0"/>
              </a:rPr>
              <a:t> STE effectively captures low-frequency male voice energy. The 10ms error is just frame shift.</a:t>
            </a:r>
          </a:p>
        </p:txBody>
      </p:sp>
      <p:sp>
        <p:nvSpPr>
          <p:cNvPr id="17" name="Rectangle: Rounded Corners 16">
            <a:extLst>
              <a:ext uri="{FF2B5EF4-FFF2-40B4-BE49-F238E27FC236}">
                <a16:creationId xmlns:a16="http://schemas.microsoft.com/office/drawing/2014/main" id="{49F30471-B620-323C-5868-BCDC95D64934}"/>
              </a:ext>
            </a:extLst>
          </p:cNvPr>
          <p:cNvSpPr/>
          <p:nvPr/>
        </p:nvSpPr>
        <p:spPr>
          <a:xfrm>
            <a:off x="4732278" y="3180969"/>
            <a:ext cx="4194462" cy="1829098"/>
          </a:xfrm>
          <a:prstGeom prst="roundRect">
            <a:avLst>
              <a:gd name="adj" fmla="val 13124"/>
            </a:avLst>
          </a:prstGeom>
          <a:solidFill>
            <a:schemeClr val="accent6"/>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solidFill>
                <a:srgbClr val="00B050"/>
              </a:solidFill>
              <a:latin typeface="Montserrat" panose="00000500000000000000" pitchFamily="2" charset="0"/>
            </a:endParaRPr>
          </a:p>
        </p:txBody>
      </p:sp>
      <p:sp>
        <p:nvSpPr>
          <p:cNvPr id="19" name="TextBox 18">
            <a:extLst>
              <a:ext uri="{FF2B5EF4-FFF2-40B4-BE49-F238E27FC236}">
                <a16:creationId xmlns:a16="http://schemas.microsoft.com/office/drawing/2014/main" id="{476C6EAA-B154-C53C-800C-202DF0A7D3F6}"/>
              </a:ext>
            </a:extLst>
          </p:cNvPr>
          <p:cNvSpPr txBox="1"/>
          <p:nvPr/>
        </p:nvSpPr>
        <p:spPr>
          <a:xfrm>
            <a:off x="4725646" y="3200763"/>
            <a:ext cx="4111131" cy="1846659"/>
          </a:xfrm>
          <a:prstGeom prst="rect">
            <a:avLst/>
          </a:prstGeom>
          <a:noFill/>
        </p:spPr>
        <p:txBody>
          <a:bodyPr wrap="square" rtlCol="0">
            <a:spAutoFit/>
          </a:bodyPr>
          <a:lstStyle/>
          <a:p>
            <a:pPr algn="ctr"/>
            <a:r>
              <a:rPr lang="en-US" sz="1800" dirty="0">
                <a:solidFill>
                  <a:schemeClr val="bg1"/>
                </a:solidFill>
                <a:latin typeface="Montserrat" panose="00000500000000000000" pitchFamily="2" charset="0"/>
              </a:rPr>
              <a:t>MAE </a:t>
            </a:r>
            <a:r>
              <a:rPr lang="en-US" sz="2400" b="1" dirty="0">
                <a:solidFill>
                  <a:srgbClr val="00B050"/>
                </a:solidFill>
                <a:latin typeface="Montserrat" panose="00000500000000000000" pitchFamily="2" charset="0"/>
              </a:rPr>
              <a:t>15ms</a:t>
            </a:r>
            <a:r>
              <a:rPr lang="en-US" sz="2000" dirty="0">
                <a:solidFill>
                  <a:schemeClr val="accent6"/>
                </a:solidFill>
                <a:latin typeface="Montserrat" panose="00000500000000000000" pitchFamily="2" charset="0"/>
              </a:rPr>
              <a:t> </a:t>
            </a:r>
            <a:r>
              <a:rPr lang="en-US" sz="1800" dirty="0">
                <a:solidFill>
                  <a:schemeClr val="bg1"/>
                </a:solidFill>
                <a:latin typeface="Montserrat" panose="00000500000000000000" pitchFamily="2" charset="0"/>
              </a:rPr>
              <a:t>| RMSE </a:t>
            </a:r>
            <a:r>
              <a:rPr lang="en-US" sz="2400" b="1" dirty="0">
                <a:solidFill>
                  <a:srgbClr val="00B050"/>
                </a:solidFill>
                <a:latin typeface="Montserrat" panose="00000500000000000000" pitchFamily="2" charset="0"/>
              </a:rPr>
              <a:t>15.81ms</a:t>
            </a:r>
            <a:endParaRPr lang="en-US" sz="1800" b="1" dirty="0">
              <a:solidFill>
                <a:srgbClr val="00B050"/>
              </a:solidFill>
              <a:latin typeface="Montserrat" panose="00000500000000000000" pitchFamily="2" charset="0"/>
            </a:endParaRP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Accuracy:</a:t>
            </a:r>
            <a:r>
              <a:rPr lang="en-US" sz="1800" dirty="0">
                <a:solidFill>
                  <a:schemeClr val="bg1"/>
                </a:solidFill>
                <a:latin typeface="Bahnschrift" panose="020B0502040204020203" pitchFamily="34" charset="0"/>
              </a:rPr>
              <a:t> Slight boundary deviation at speech edges.</a:t>
            </a: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Reason:</a:t>
            </a:r>
            <a:r>
              <a:rPr lang="en-US" sz="1800" dirty="0">
                <a:solidFill>
                  <a:schemeClr val="bg1"/>
                </a:solidFill>
                <a:latin typeface="Bahnschrift" panose="020B0502040204020203" pitchFamily="34" charset="0"/>
              </a:rPr>
              <a:t> Female voices contain unvoiced sounds (low STE) at word edges, causing early or late cuts.</a:t>
            </a:r>
          </a:p>
        </p:txBody>
      </p:sp>
    </p:spTree>
    <p:extLst>
      <p:ext uri="{BB962C8B-B14F-4D97-AF65-F5344CB8AC3E}">
        <p14:creationId xmlns:p14="http://schemas.microsoft.com/office/powerpoint/2010/main" val="161885165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11">
          <a:extLst>
            <a:ext uri="{FF2B5EF4-FFF2-40B4-BE49-F238E27FC236}">
              <a16:creationId xmlns:a16="http://schemas.microsoft.com/office/drawing/2014/main" id="{060B5713-BE00-A361-FC4A-8B11B297B91F}"/>
            </a:ext>
          </a:extLst>
        </p:cNvPr>
        <p:cNvGrpSpPr/>
        <p:nvPr/>
      </p:nvGrpSpPr>
      <p:grpSpPr>
        <a:xfrm>
          <a:off x="0" y="0"/>
          <a:ext cx="0" cy="0"/>
          <a:chOff x="0" y="0"/>
          <a:chExt cx="0" cy="0"/>
        </a:xfrm>
      </p:grpSpPr>
      <p:sp>
        <p:nvSpPr>
          <p:cNvPr id="1112" name="!!3">
            <a:extLst>
              <a:ext uri="{FF2B5EF4-FFF2-40B4-BE49-F238E27FC236}">
                <a16:creationId xmlns:a16="http://schemas.microsoft.com/office/drawing/2014/main" id="{80684CCA-BE9E-D357-A30B-52FB3D9BB0A4}"/>
              </a:ext>
            </a:extLst>
          </p:cNvPr>
          <p:cNvSpPr txBox="1">
            <a:spLocks noGrp="1"/>
          </p:cNvSpPr>
          <p:nvPr>
            <p:ph type="title"/>
          </p:nvPr>
        </p:nvSpPr>
        <p:spPr>
          <a:xfrm>
            <a:off x="2512660" y="715539"/>
            <a:ext cx="3946500" cy="18213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t>02</a:t>
            </a:r>
            <a:endParaRPr dirty="0"/>
          </a:p>
        </p:txBody>
      </p:sp>
      <p:sp>
        <p:nvSpPr>
          <p:cNvPr id="1113" name="!!1">
            <a:extLst>
              <a:ext uri="{FF2B5EF4-FFF2-40B4-BE49-F238E27FC236}">
                <a16:creationId xmlns:a16="http://schemas.microsoft.com/office/drawing/2014/main" id="{237EA76C-FAB4-2EFC-D12F-9F5D78B5E542}"/>
              </a:ext>
            </a:extLst>
          </p:cNvPr>
          <p:cNvSpPr txBox="1">
            <a:spLocks noGrp="1"/>
          </p:cNvSpPr>
          <p:nvPr>
            <p:ph type="title" idx="2"/>
          </p:nvPr>
        </p:nvSpPr>
        <p:spPr>
          <a:xfrm>
            <a:off x="1699834" y="2275964"/>
            <a:ext cx="4759076" cy="114705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latin typeface="Montserrat"/>
                <a:ea typeface="Montserrat"/>
                <a:cs typeface="Montserrat"/>
                <a:sym typeface="Montserrat"/>
              </a:rPr>
              <a:t>BINARY SEARCH</a:t>
            </a:r>
            <a:br>
              <a:rPr lang="en" dirty="0">
                <a:latin typeface="Montserrat"/>
                <a:ea typeface="Montserrat"/>
                <a:cs typeface="Montserrat"/>
                <a:sym typeface="Montserrat"/>
              </a:rPr>
            </a:br>
            <a:r>
              <a:rPr lang="en" dirty="0">
                <a:latin typeface="Montserrat"/>
                <a:ea typeface="Montserrat"/>
                <a:cs typeface="Montserrat"/>
                <a:sym typeface="Montserrat"/>
              </a:rPr>
              <a:t>ALGORITHM</a:t>
            </a:r>
            <a:endParaRPr dirty="0">
              <a:latin typeface="Montserrat"/>
              <a:ea typeface="Montserrat"/>
              <a:cs typeface="Montserrat"/>
              <a:sym typeface="Montserrat"/>
            </a:endParaRPr>
          </a:p>
        </p:txBody>
      </p:sp>
      <p:grpSp>
        <p:nvGrpSpPr>
          <p:cNvPr id="1115" name="!!2">
            <a:extLst>
              <a:ext uri="{FF2B5EF4-FFF2-40B4-BE49-F238E27FC236}">
                <a16:creationId xmlns:a16="http://schemas.microsoft.com/office/drawing/2014/main" id="{9115712C-9E48-3966-FDF7-7DC41FC5111E}"/>
              </a:ext>
            </a:extLst>
          </p:cNvPr>
          <p:cNvGrpSpPr/>
          <p:nvPr/>
        </p:nvGrpSpPr>
        <p:grpSpPr>
          <a:xfrm>
            <a:off x="2886682" y="2017430"/>
            <a:ext cx="3478000" cy="297870"/>
            <a:chOff x="4788672" y="2177404"/>
            <a:chExt cx="3478000" cy="192185"/>
          </a:xfrm>
        </p:grpSpPr>
        <p:sp>
          <p:nvSpPr>
            <p:cNvPr id="1116" name="Google Shape;1116;p33">
              <a:extLst>
                <a:ext uri="{FF2B5EF4-FFF2-40B4-BE49-F238E27FC236}">
                  <a16:creationId xmlns:a16="http://schemas.microsoft.com/office/drawing/2014/main" id="{D5041506-7F67-35B4-41B7-FF820CCA9FC3}"/>
                </a:ext>
              </a:extLst>
            </p:cNvPr>
            <p:cNvSpPr/>
            <p:nvPr/>
          </p:nvSpPr>
          <p:spPr>
            <a:xfrm rot="-2700000" flipH="1">
              <a:off x="72509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7" name="Google Shape;1117;p33">
              <a:extLst>
                <a:ext uri="{FF2B5EF4-FFF2-40B4-BE49-F238E27FC236}">
                  <a16:creationId xmlns:a16="http://schemas.microsoft.com/office/drawing/2014/main" id="{2EE0D355-5F18-D754-8A6B-D7AC72AB2534}"/>
                </a:ext>
              </a:extLst>
            </p:cNvPr>
            <p:cNvCxnSpPr>
              <a:stCxn id="1118" idx="6"/>
              <a:endCxn id="1119" idx="2"/>
            </p:cNvCxnSpPr>
            <p:nvPr/>
          </p:nvCxnSpPr>
          <p:spPr>
            <a:xfrm rot="10800000">
              <a:off x="4845772" y="2272517"/>
              <a:ext cx="3363900" cy="0"/>
            </a:xfrm>
            <a:prstGeom prst="straightConnector1">
              <a:avLst/>
            </a:prstGeom>
            <a:noFill/>
            <a:ln w="9525" cap="flat" cmpd="sng">
              <a:solidFill>
                <a:schemeClr val="lt1"/>
              </a:solidFill>
              <a:prstDash val="solid"/>
              <a:round/>
              <a:headEnd type="none" w="med" len="med"/>
              <a:tailEnd type="none" w="med" len="med"/>
            </a:ln>
          </p:spPr>
        </p:cxnSp>
        <p:sp>
          <p:nvSpPr>
            <p:cNvPr id="1119" name="Google Shape;1119;p33">
              <a:extLst>
                <a:ext uri="{FF2B5EF4-FFF2-40B4-BE49-F238E27FC236}">
                  <a16:creationId xmlns:a16="http://schemas.microsoft.com/office/drawing/2014/main" id="{FE19CA53-A517-5B45-B27F-DDA49B3EB437}"/>
                </a:ext>
              </a:extLst>
            </p:cNvPr>
            <p:cNvSpPr/>
            <p:nvPr/>
          </p:nvSpPr>
          <p:spPr>
            <a:xfrm flipH="1">
              <a:off x="4788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33">
              <a:extLst>
                <a:ext uri="{FF2B5EF4-FFF2-40B4-BE49-F238E27FC236}">
                  <a16:creationId xmlns:a16="http://schemas.microsoft.com/office/drawing/2014/main" id="{1B9201EF-EE60-69B8-3935-F380F7DE822D}"/>
                </a:ext>
              </a:extLst>
            </p:cNvPr>
            <p:cNvSpPr/>
            <p:nvPr/>
          </p:nvSpPr>
          <p:spPr>
            <a:xfrm flipH="1">
              <a:off x="8209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33">
            <a:extLst>
              <a:ext uri="{FF2B5EF4-FFF2-40B4-BE49-F238E27FC236}">
                <a16:creationId xmlns:a16="http://schemas.microsoft.com/office/drawing/2014/main" id="{FEA7E9E9-3524-5FE4-AD41-A3B813C7B839}"/>
              </a:ext>
            </a:extLst>
          </p:cNvPr>
          <p:cNvGrpSpPr/>
          <p:nvPr/>
        </p:nvGrpSpPr>
        <p:grpSpPr>
          <a:xfrm flipH="1">
            <a:off x="7834772" y="2544125"/>
            <a:ext cx="1929500" cy="2210100"/>
            <a:chOff x="295725" y="-3462825"/>
            <a:chExt cx="1929500" cy="2210100"/>
          </a:xfrm>
        </p:grpSpPr>
        <p:sp>
          <p:nvSpPr>
            <p:cNvPr id="1121" name="Google Shape;1121;p33">
              <a:extLst>
                <a:ext uri="{FF2B5EF4-FFF2-40B4-BE49-F238E27FC236}">
                  <a16:creationId xmlns:a16="http://schemas.microsoft.com/office/drawing/2014/main" id="{982057BF-966E-A629-7D17-1FBA16EF8531}"/>
                </a:ext>
              </a:extLst>
            </p:cNvPr>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33">
              <a:extLst>
                <a:ext uri="{FF2B5EF4-FFF2-40B4-BE49-F238E27FC236}">
                  <a16:creationId xmlns:a16="http://schemas.microsoft.com/office/drawing/2014/main" id="{2B93046F-5D94-AB4D-2B62-0DC7E4213BD6}"/>
                </a:ext>
              </a:extLst>
            </p:cNvPr>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33">
              <a:extLst>
                <a:ext uri="{FF2B5EF4-FFF2-40B4-BE49-F238E27FC236}">
                  <a16:creationId xmlns:a16="http://schemas.microsoft.com/office/drawing/2014/main" id="{E1531CF7-C8F4-027A-044D-F48BDAB84D36}"/>
                </a:ext>
              </a:extLst>
            </p:cNvPr>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33">
              <a:extLst>
                <a:ext uri="{FF2B5EF4-FFF2-40B4-BE49-F238E27FC236}">
                  <a16:creationId xmlns:a16="http://schemas.microsoft.com/office/drawing/2014/main" id="{1217F138-CCDA-F8A2-4D28-332B51CAC7D8}"/>
                </a:ext>
              </a:extLst>
            </p:cNvPr>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3">
              <a:extLst>
                <a:ext uri="{FF2B5EF4-FFF2-40B4-BE49-F238E27FC236}">
                  <a16:creationId xmlns:a16="http://schemas.microsoft.com/office/drawing/2014/main" id="{60E82CCD-F3CB-AD80-9EC2-B5832132FC32}"/>
                </a:ext>
              </a:extLst>
            </p:cNvPr>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3">
              <a:extLst>
                <a:ext uri="{FF2B5EF4-FFF2-40B4-BE49-F238E27FC236}">
                  <a16:creationId xmlns:a16="http://schemas.microsoft.com/office/drawing/2014/main" id="{EBD5C189-053F-03D6-6448-83FA568657BA}"/>
                </a:ext>
              </a:extLst>
            </p:cNvPr>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3">
              <a:extLst>
                <a:ext uri="{FF2B5EF4-FFF2-40B4-BE49-F238E27FC236}">
                  <a16:creationId xmlns:a16="http://schemas.microsoft.com/office/drawing/2014/main" id="{1BB78F79-145F-F1CB-58FE-A0FFD78A5CD1}"/>
                </a:ext>
              </a:extLst>
            </p:cNvPr>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33">
              <a:extLst>
                <a:ext uri="{FF2B5EF4-FFF2-40B4-BE49-F238E27FC236}">
                  <a16:creationId xmlns:a16="http://schemas.microsoft.com/office/drawing/2014/main" id="{2DE95582-F90A-46D1-0DE8-31AC0DA2C4A0}"/>
                </a:ext>
              </a:extLst>
            </p:cNvPr>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33">
              <a:extLst>
                <a:ext uri="{FF2B5EF4-FFF2-40B4-BE49-F238E27FC236}">
                  <a16:creationId xmlns:a16="http://schemas.microsoft.com/office/drawing/2014/main" id="{BA8C086A-76F1-99CE-8F95-7EB8F34E8B32}"/>
                </a:ext>
              </a:extLst>
            </p:cNvPr>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33">
              <a:extLst>
                <a:ext uri="{FF2B5EF4-FFF2-40B4-BE49-F238E27FC236}">
                  <a16:creationId xmlns:a16="http://schemas.microsoft.com/office/drawing/2014/main" id="{11267887-E9F6-D925-AA2B-C40FB78D7911}"/>
                </a:ext>
              </a:extLst>
            </p:cNvPr>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3">
              <a:extLst>
                <a:ext uri="{FF2B5EF4-FFF2-40B4-BE49-F238E27FC236}">
                  <a16:creationId xmlns:a16="http://schemas.microsoft.com/office/drawing/2014/main" id="{F913BF70-69A6-30A5-203A-2E824B7894E1}"/>
                </a:ext>
              </a:extLst>
            </p:cNvPr>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3">
              <a:extLst>
                <a:ext uri="{FF2B5EF4-FFF2-40B4-BE49-F238E27FC236}">
                  <a16:creationId xmlns:a16="http://schemas.microsoft.com/office/drawing/2014/main" id="{90153A4B-B7E9-1E3B-E11A-AAB67E9175D2}"/>
                </a:ext>
              </a:extLst>
            </p:cNvPr>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3">
              <a:extLst>
                <a:ext uri="{FF2B5EF4-FFF2-40B4-BE49-F238E27FC236}">
                  <a16:creationId xmlns:a16="http://schemas.microsoft.com/office/drawing/2014/main" id="{C951B11B-2740-E7F0-B437-BE96FE074E2C}"/>
                </a:ext>
              </a:extLst>
            </p:cNvPr>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3">
              <a:extLst>
                <a:ext uri="{FF2B5EF4-FFF2-40B4-BE49-F238E27FC236}">
                  <a16:creationId xmlns:a16="http://schemas.microsoft.com/office/drawing/2014/main" id="{FCCCC592-3F8E-693F-9188-254903926E7E}"/>
                </a:ext>
              </a:extLst>
            </p:cNvPr>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3">
              <a:extLst>
                <a:ext uri="{FF2B5EF4-FFF2-40B4-BE49-F238E27FC236}">
                  <a16:creationId xmlns:a16="http://schemas.microsoft.com/office/drawing/2014/main" id="{37E17F34-966B-DF91-F9FD-3B635B730D90}"/>
                </a:ext>
              </a:extLst>
            </p:cNvPr>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3">
              <a:extLst>
                <a:ext uri="{FF2B5EF4-FFF2-40B4-BE49-F238E27FC236}">
                  <a16:creationId xmlns:a16="http://schemas.microsoft.com/office/drawing/2014/main" id="{23D53B47-2696-7E6A-F3BC-73CE9A591719}"/>
                </a:ext>
              </a:extLst>
            </p:cNvPr>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3">
              <a:extLst>
                <a:ext uri="{FF2B5EF4-FFF2-40B4-BE49-F238E27FC236}">
                  <a16:creationId xmlns:a16="http://schemas.microsoft.com/office/drawing/2014/main" id="{D64C704E-BD1F-675D-9E1E-AAEC67518E0F}"/>
                </a:ext>
              </a:extLst>
            </p:cNvPr>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3">
              <a:extLst>
                <a:ext uri="{FF2B5EF4-FFF2-40B4-BE49-F238E27FC236}">
                  <a16:creationId xmlns:a16="http://schemas.microsoft.com/office/drawing/2014/main" id="{3A6ABD6C-8B3D-A4EB-58DA-E767451E3CB9}"/>
                </a:ext>
              </a:extLst>
            </p:cNvPr>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33">
              <a:extLst>
                <a:ext uri="{FF2B5EF4-FFF2-40B4-BE49-F238E27FC236}">
                  <a16:creationId xmlns:a16="http://schemas.microsoft.com/office/drawing/2014/main" id="{7FDBD34C-5FF2-8FCE-F45C-786C73657040}"/>
                </a:ext>
              </a:extLst>
            </p:cNvPr>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33">
              <a:extLst>
                <a:ext uri="{FF2B5EF4-FFF2-40B4-BE49-F238E27FC236}">
                  <a16:creationId xmlns:a16="http://schemas.microsoft.com/office/drawing/2014/main" id="{6D78D713-2E87-EA75-F92F-026AD9C481FA}"/>
                </a:ext>
              </a:extLst>
            </p:cNvPr>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33">
              <a:extLst>
                <a:ext uri="{FF2B5EF4-FFF2-40B4-BE49-F238E27FC236}">
                  <a16:creationId xmlns:a16="http://schemas.microsoft.com/office/drawing/2014/main" id="{B8802FE5-471E-BE90-0056-E48261F262D7}"/>
                </a:ext>
              </a:extLst>
            </p:cNvPr>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33">
              <a:extLst>
                <a:ext uri="{FF2B5EF4-FFF2-40B4-BE49-F238E27FC236}">
                  <a16:creationId xmlns:a16="http://schemas.microsoft.com/office/drawing/2014/main" id="{44EA9B56-DF72-F185-E424-241A7C5E19C9}"/>
                </a:ext>
              </a:extLst>
            </p:cNvPr>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33">
              <a:extLst>
                <a:ext uri="{FF2B5EF4-FFF2-40B4-BE49-F238E27FC236}">
                  <a16:creationId xmlns:a16="http://schemas.microsoft.com/office/drawing/2014/main" id="{52450DA2-6E03-3687-10E3-ABEACC7DBA95}"/>
                </a:ext>
              </a:extLst>
            </p:cNvPr>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33">
              <a:extLst>
                <a:ext uri="{FF2B5EF4-FFF2-40B4-BE49-F238E27FC236}">
                  <a16:creationId xmlns:a16="http://schemas.microsoft.com/office/drawing/2014/main" id="{D49139DF-DD72-8F91-3300-4177DE0BBE1E}"/>
                </a:ext>
              </a:extLst>
            </p:cNvPr>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33">
              <a:extLst>
                <a:ext uri="{FF2B5EF4-FFF2-40B4-BE49-F238E27FC236}">
                  <a16:creationId xmlns:a16="http://schemas.microsoft.com/office/drawing/2014/main" id="{9D434482-A902-6344-75A4-20A1D9453E07}"/>
                </a:ext>
              </a:extLst>
            </p:cNvPr>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 name="Google Shape;1146;p33">
            <a:extLst>
              <a:ext uri="{FF2B5EF4-FFF2-40B4-BE49-F238E27FC236}">
                <a16:creationId xmlns:a16="http://schemas.microsoft.com/office/drawing/2014/main" id="{7DFF4AE0-4DE7-75DB-CE9B-7DA74A38210A}"/>
              </a:ext>
            </a:extLst>
          </p:cNvPr>
          <p:cNvGrpSpPr/>
          <p:nvPr/>
        </p:nvGrpSpPr>
        <p:grpSpPr>
          <a:xfrm>
            <a:off x="1005972" y="2347838"/>
            <a:ext cx="873188" cy="546900"/>
            <a:chOff x="1115510" y="4327288"/>
            <a:chExt cx="873188" cy="546900"/>
          </a:xfrm>
        </p:grpSpPr>
        <p:sp>
          <p:nvSpPr>
            <p:cNvPr id="1147" name="Google Shape;1147;p33">
              <a:extLst>
                <a:ext uri="{FF2B5EF4-FFF2-40B4-BE49-F238E27FC236}">
                  <a16:creationId xmlns:a16="http://schemas.microsoft.com/office/drawing/2014/main" id="{1EDCA48B-681C-23F7-F689-81155CAE0BB3}"/>
                </a:ext>
              </a:extLst>
            </p:cNvPr>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8" name="Google Shape;1148;p33">
              <a:extLst>
                <a:ext uri="{FF2B5EF4-FFF2-40B4-BE49-F238E27FC236}">
                  <a16:creationId xmlns:a16="http://schemas.microsoft.com/office/drawing/2014/main" id="{F0BE899D-4FB0-C104-3E92-CD14B1FB9E8A}"/>
                </a:ext>
              </a:extLst>
            </p:cNvPr>
            <p:cNvGrpSpPr/>
            <p:nvPr/>
          </p:nvGrpSpPr>
          <p:grpSpPr>
            <a:xfrm flipH="1">
              <a:off x="1664772" y="4493938"/>
              <a:ext cx="323925" cy="323650"/>
              <a:chOff x="1608625" y="299800"/>
              <a:chExt cx="323925" cy="323650"/>
            </a:xfrm>
          </p:grpSpPr>
          <p:sp>
            <p:nvSpPr>
              <p:cNvPr id="1149" name="Google Shape;1149;p33">
                <a:extLst>
                  <a:ext uri="{FF2B5EF4-FFF2-40B4-BE49-F238E27FC236}">
                    <a16:creationId xmlns:a16="http://schemas.microsoft.com/office/drawing/2014/main" id="{12BDD812-B336-7A31-9C10-05ABC841C16C}"/>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33">
                <a:extLst>
                  <a:ext uri="{FF2B5EF4-FFF2-40B4-BE49-F238E27FC236}">
                    <a16:creationId xmlns:a16="http://schemas.microsoft.com/office/drawing/2014/main" id="{B7BB9FBE-445C-AE71-5DDA-D98F0E9D30F4}"/>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33">
                <a:extLst>
                  <a:ext uri="{FF2B5EF4-FFF2-40B4-BE49-F238E27FC236}">
                    <a16:creationId xmlns:a16="http://schemas.microsoft.com/office/drawing/2014/main" id="{33879273-C4F0-9589-C640-88B28915D69F}"/>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 name="Rectangle: Rounded Corners 1">
            <a:extLst>
              <a:ext uri="{FF2B5EF4-FFF2-40B4-BE49-F238E27FC236}">
                <a16:creationId xmlns:a16="http://schemas.microsoft.com/office/drawing/2014/main" id="{0AFA97A6-0ABF-AF32-4650-772663227807}"/>
              </a:ext>
            </a:extLst>
          </p:cNvPr>
          <p:cNvSpPr/>
          <p:nvPr/>
        </p:nvSpPr>
        <p:spPr>
          <a:xfrm>
            <a:off x="3142770" y="3849326"/>
            <a:ext cx="3252913" cy="387487"/>
          </a:xfrm>
          <a:prstGeom prst="roundRect">
            <a:avLst/>
          </a:prstGeom>
          <a:ln>
            <a:solidFill>
              <a:schemeClr val="bg1">
                <a:lumMod val="5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latin typeface="Montserrat" panose="00000500000000000000" pitchFamily="2" charset="0"/>
              </a:rPr>
              <a:t>Presented by Huỳnh Hiếu Nghĩa</a:t>
            </a:r>
          </a:p>
        </p:txBody>
      </p:sp>
    </p:spTree>
    <p:extLst>
      <p:ext uri="{BB962C8B-B14F-4D97-AF65-F5344CB8AC3E}">
        <p14:creationId xmlns:p14="http://schemas.microsoft.com/office/powerpoint/2010/main" val="261101127"/>
      </p:ext>
    </p:extLst>
  </p:cSld>
  <p:clrMapOvr>
    <a:masterClrMapping/>
  </p:clrMapOvr>
  <mc:AlternateContent xmlns:mc="http://schemas.openxmlformats.org/markup-compatibility/2006">
    <mc:Choice xmlns:p14="http://schemas.microsoft.com/office/powerpoint/2010/main" Requires="p14">
      <p:transition spd="slow" p14:dur="1300">
        <p14:pan dir="u"/>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36"/>
        <p:cNvGrpSpPr/>
        <p:nvPr/>
      </p:nvGrpSpPr>
      <p:grpSpPr>
        <a:xfrm>
          <a:off x="0" y="0"/>
          <a:ext cx="0" cy="0"/>
          <a:chOff x="0" y="0"/>
          <a:chExt cx="0" cy="0"/>
        </a:xfrm>
      </p:grpSpPr>
      <p:pic>
        <p:nvPicPr>
          <p:cNvPr id="16" name="Picture 15">
            <a:extLst>
              <a:ext uri="{FF2B5EF4-FFF2-40B4-BE49-F238E27FC236}">
                <a16:creationId xmlns:a16="http://schemas.microsoft.com/office/drawing/2014/main" id="{06C0A9A5-8F61-0581-1607-EE2CD992640C}"/>
              </a:ext>
            </a:extLst>
          </p:cNvPr>
          <p:cNvPicPr>
            <a:picLocks noChangeAspect="1"/>
          </p:cNvPicPr>
          <p:nvPr/>
        </p:nvPicPr>
        <p:blipFill>
          <a:blip r:embed="rId3"/>
          <a:stretch>
            <a:fillRect/>
          </a:stretch>
        </p:blipFill>
        <p:spPr>
          <a:xfrm>
            <a:off x="156123" y="1541281"/>
            <a:ext cx="4408193" cy="2479609"/>
          </a:xfrm>
          <a:prstGeom prst="rect">
            <a:avLst/>
          </a:prstGeom>
        </p:spPr>
      </p:pic>
      <p:sp>
        <p:nvSpPr>
          <p:cNvPr id="1039" name="Google Shape;1039;p31"/>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HISTOGRAM ALGORITHM</a:t>
            </a:r>
            <a:endParaRPr dirty="0"/>
          </a:p>
        </p:txBody>
      </p:sp>
      <p:sp>
        <p:nvSpPr>
          <p:cNvPr id="1041" name="Google Shape;1041;p31"/>
          <p:cNvSpPr txBox="1">
            <a:spLocks noGrp="1"/>
          </p:cNvSpPr>
          <p:nvPr>
            <p:ph type="subTitle" idx="2"/>
          </p:nvPr>
        </p:nvSpPr>
        <p:spPr>
          <a:xfrm>
            <a:off x="509804" y="1351663"/>
            <a:ext cx="3895804" cy="338400"/>
          </a:xfrm>
          <a:prstGeom prst="rect">
            <a:avLst/>
          </a:prstGeom>
        </p:spPr>
        <p:txBody>
          <a:bodyPr spcFirstLastPara="1" wrap="square" lIns="91425" tIns="0" rIns="91425" bIns="0" anchor="ctr" anchorCtr="0">
            <a:noAutofit/>
          </a:bodyPr>
          <a:lstStyle/>
          <a:p>
            <a:pPr marL="0" lvl="0" indent="0" algn="l" rtl="0">
              <a:spcBef>
                <a:spcPts val="0"/>
              </a:spcBef>
              <a:spcAft>
                <a:spcPts val="0"/>
              </a:spcAft>
              <a:buNone/>
            </a:pPr>
            <a:r>
              <a:rPr lang="en" dirty="0"/>
              <a:t>Dữ liệu Raster (Ảnh Pixel)</a:t>
            </a:r>
            <a:endParaRPr dirty="0"/>
          </a:p>
        </p:txBody>
      </p:sp>
      <p:grpSp>
        <p:nvGrpSpPr>
          <p:cNvPr id="1042" name="Google Shape;1042;p31"/>
          <p:cNvGrpSpPr/>
          <p:nvPr/>
        </p:nvGrpSpPr>
        <p:grpSpPr>
          <a:xfrm>
            <a:off x="1603466" y="612293"/>
            <a:ext cx="5921700" cy="192184"/>
            <a:chOff x="902597" y="1069304"/>
            <a:chExt cx="5921700" cy="192184"/>
          </a:xfrm>
        </p:grpSpPr>
        <p:grpSp>
          <p:nvGrpSpPr>
            <p:cNvPr id="1043" name="Google Shape;1043;p31"/>
            <p:cNvGrpSpPr/>
            <p:nvPr/>
          </p:nvGrpSpPr>
          <p:grpSpPr>
            <a:xfrm>
              <a:off x="902597" y="1069304"/>
              <a:ext cx="5864700" cy="192184"/>
              <a:chOff x="2335097" y="1069304"/>
              <a:chExt cx="5864700" cy="192184"/>
            </a:xfrm>
          </p:grpSpPr>
          <p:sp>
            <p:nvSpPr>
              <p:cNvPr id="1044" name="Google Shape;1044;p31"/>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p:cNvGrpSpPr/>
          <p:nvPr/>
        </p:nvGrpSpPr>
        <p:grpSpPr>
          <a:xfrm>
            <a:off x="6534260" y="3849310"/>
            <a:ext cx="713803" cy="706547"/>
            <a:chOff x="-4017975" y="616650"/>
            <a:chExt cx="814100" cy="805825"/>
          </a:xfrm>
        </p:grpSpPr>
        <p:sp>
          <p:nvSpPr>
            <p:cNvPr id="1057" name="Google Shape;1057;p31"/>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p:cNvGrpSpPr/>
          <p:nvPr/>
        </p:nvGrpSpPr>
        <p:grpSpPr>
          <a:xfrm>
            <a:off x="7454804" y="3283448"/>
            <a:ext cx="1040638" cy="901375"/>
            <a:chOff x="8457538" y="810363"/>
            <a:chExt cx="1040638" cy="901375"/>
          </a:xfrm>
        </p:grpSpPr>
        <p:grpSp>
          <p:nvGrpSpPr>
            <p:cNvPr id="1062" name="Google Shape;1062;p31"/>
            <p:cNvGrpSpPr/>
            <p:nvPr/>
          </p:nvGrpSpPr>
          <p:grpSpPr>
            <a:xfrm>
              <a:off x="8781450" y="810363"/>
              <a:ext cx="716725" cy="901375"/>
              <a:chOff x="-3888525" y="-2483300"/>
              <a:chExt cx="716725" cy="901375"/>
            </a:xfrm>
          </p:grpSpPr>
          <p:sp>
            <p:nvSpPr>
              <p:cNvPr id="1063" name="Google Shape;1063;p31"/>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p:cNvGrpSpPr/>
            <p:nvPr/>
          </p:nvGrpSpPr>
          <p:grpSpPr>
            <a:xfrm>
              <a:off x="8457538" y="1331488"/>
              <a:ext cx="323925" cy="323650"/>
              <a:chOff x="1608625" y="299800"/>
              <a:chExt cx="323925" cy="323650"/>
            </a:xfrm>
          </p:grpSpPr>
          <p:sp>
            <p:nvSpPr>
              <p:cNvPr id="1066" name="Google Shape;1066;p31"/>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 name="Google Shape;1497;p43">
            <a:extLst>
              <a:ext uri="{FF2B5EF4-FFF2-40B4-BE49-F238E27FC236}">
                <a16:creationId xmlns:a16="http://schemas.microsoft.com/office/drawing/2014/main" id="{98B8EB03-34AE-BB25-C24D-E4537FDD4A60}"/>
              </a:ext>
            </a:extLst>
          </p:cNvPr>
          <p:cNvSpPr txBox="1">
            <a:spLocks/>
          </p:cNvSpPr>
          <p:nvPr/>
        </p:nvSpPr>
        <p:spPr>
          <a:xfrm>
            <a:off x="1611150" y="729236"/>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Nhu </a:t>
            </a:r>
            <a:r>
              <a:rPr lang="fr-FR" dirty="0" err="1">
                <a:solidFill>
                  <a:schemeClr val="bg1"/>
                </a:solidFill>
              </a:rPr>
              <a:t>cầu</a:t>
            </a:r>
            <a:r>
              <a:rPr lang="fr-FR" dirty="0">
                <a:solidFill>
                  <a:schemeClr val="bg1"/>
                </a:solidFill>
              </a:rPr>
              <a:t> </a:t>
            </a:r>
            <a:r>
              <a:rPr lang="fr-FR" dirty="0" err="1">
                <a:solidFill>
                  <a:schemeClr val="bg1"/>
                </a:solidFill>
              </a:rPr>
              <a:t>số</a:t>
            </a:r>
            <a:r>
              <a:rPr lang="fr-FR" dirty="0">
                <a:solidFill>
                  <a:schemeClr val="bg1"/>
                </a:solidFill>
              </a:rPr>
              <a:t> </a:t>
            </a:r>
            <a:r>
              <a:rPr lang="fr-FR" dirty="0" err="1">
                <a:solidFill>
                  <a:schemeClr val="bg1"/>
                </a:solidFill>
              </a:rPr>
              <a:t>hóa</a:t>
            </a:r>
            <a:r>
              <a:rPr lang="fr-FR" dirty="0">
                <a:solidFill>
                  <a:schemeClr val="bg1"/>
                </a:solidFill>
              </a:rPr>
              <a:t> </a:t>
            </a:r>
            <a:r>
              <a:rPr lang="fr-FR" dirty="0" err="1">
                <a:solidFill>
                  <a:schemeClr val="bg1"/>
                </a:solidFill>
              </a:rPr>
              <a:t>cấu</a:t>
            </a:r>
            <a:r>
              <a:rPr lang="fr-FR" dirty="0">
                <a:solidFill>
                  <a:schemeClr val="bg1"/>
                </a:solidFill>
              </a:rPr>
              <a:t> </a:t>
            </a:r>
            <a:r>
              <a:rPr lang="fr-FR" dirty="0" err="1">
                <a:solidFill>
                  <a:schemeClr val="bg1"/>
                </a:solidFill>
              </a:rPr>
              <a:t>trúc</a:t>
            </a:r>
            <a:r>
              <a:rPr lang="fr-FR" dirty="0">
                <a:solidFill>
                  <a:schemeClr val="bg1"/>
                </a:solidFill>
              </a:rPr>
              <a:t> </a:t>
            </a:r>
            <a:r>
              <a:rPr lang="fr-FR" dirty="0" err="1">
                <a:solidFill>
                  <a:schemeClr val="bg1"/>
                </a:solidFill>
              </a:rPr>
              <a:t>Vector</a:t>
            </a:r>
            <a:endParaRPr lang="fr-FR" dirty="0">
              <a:solidFill>
                <a:schemeClr val="bg1"/>
              </a:solidFill>
            </a:endParaRPr>
          </a:p>
        </p:txBody>
      </p:sp>
      <p:sp>
        <p:nvSpPr>
          <p:cNvPr id="14" name="Rectangle: Rounded Corners 13">
            <a:extLst>
              <a:ext uri="{FF2B5EF4-FFF2-40B4-BE49-F238E27FC236}">
                <a16:creationId xmlns:a16="http://schemas.microsoft.com/office/drawing/2014/main" id="{D2FAD1AA-090F-E04E-AC82-30E14B197F7F}"/>
              </a:ext>
            </a:extLst>
          </p:cNvPr>
          <p:cNvSpPr/>
          <p:nvPr/>
        </p:nvSpPr>
        <p:spPr>
          <a:xfrm>
            <a:off x="326075" y="1251606"/>
            <a:ext cx="4020082" cy="2933217"/>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Google Shape;1040;p31"/>
          <p:cNvSpPr txBox="1">
            <a:spLocks noGrp="1"/>
          </p:cNvSpPr>
          <p:nvPr>
            <p:ph type="subTitle" idx="1"/>
          </p:nvPr>
        </p:nvSpPr>
        <p:spPr>
          <a:xfrm>
            <a:off x="535625" y="3425921"/>
            <a:ext cx="3634592" cy="739806"/>
          </a:xfrm>
          <a:prstGeom prst="rect">
            <a:avLst/>
          </a:prstGeom>
        </p:spPr>
        <p:txBody>
          <a:bodyPr spcFirstLastPara="1" wrap="square" lIns="91425" tIns="0" rIns="91425" bIns="0" anchor="ctr" anchorCtr="0">
            <a:noAutofit/>
          </a:bodyPr>
          <a:lstStyle/>
          <a:p>
            <a:pPr marL="285750" lvl="0" indent="-285750" algn="l" rtl="0">
              <a:lnSpc>
                <a:spcPct val="150000"/>
              </a:lnSpc>
              <a:spcBef>
                <a:spcPts val="0"/>
              </a:spcBef>
              <a:spcAft>
                <a:spcPts val="0"/>
              </a:spcAft>
              <a:buClr>
                <a:schemeClr val="bg1"/>
              </a:buClr>
              <a:buFont typeface="Arial" panose="020B0604020202020204" pitchFamily="34" charset="0"/>
              <a:buChar char="•"/>
            </a:pPr>
            <a:r>
              <a:rPr lang="en-US" sz="1200" dirty="0" err="1">
                <a:solidFill>
                  <a:schemeClr val="bg1"/>
                </a:solidFill>
              </a:rPr>
              <a:t>Điểm</a:t>
            </a:r>
            <a:r>
              <a:rPr lang="en-US" sz="1200" dirty="0">
                <a:solidFill>
                  <a:schemeClr val="bg1"/>
                </a:solidFill>
              </a:rPr>
              <a:t> </a:t>
            </a:r>
            <a:r>
              <a:rPr lang="en-US" sz="1200" dirty="0" err="1">
                <a:solidFill>
                  <a:schemeClr val="bg1"/>
                </a:solidFill>
              </a:rPr>
              <a:t>ảnh</a:t>
            </a:r>
            <a:r>
              <a:rPr lang="en-US" sz="1200" dirty="0">
                <a:solidFill>
                  <a:schemeClr val="bg1"/>
                </a:solidFill>
              </a:rPr>
              <a:t> </a:t>
            </a:r>
            <a:r>
              <a:rPr lang="en-US" sz="1200" dirty="0" err="1">
                <a:solidFill>
                  <a:schemeClr val="bg1"/>
                </a:solidFill>
              </a:rPr>
              <a:t>rời</a:t>
            </a:r>
            <a:r>
              <a:rPr lang="en-US" sz="1200" dirty="0">
                <a:solidFill>
                  <a:schemeClr val="bg1"/>
                </a:solidFill>
              </a:rPr>
              <a:t> </a:t>
            </a:r>
            <a:r>
              <a:rPr lang="en-US" sz="1200" dirty="0" err="1">
                <a:solidFill>
                  <a:schemeClr val="bg1"/>
                </a:solidFill>
              </a:rPr>
              <a:t>rạc</a:t>
            </a:r>
            <a:r>
              <a:rPr lang="en-US" sz="1200" dirty="0">
                <a:solidFill>
                  <a:schemeClr val="bg1"/>
                </a:solidFill>
              </a:rPr>
              <a:t>, </a:t>
            </a:r>
            <a:r>
              <a:rPr lang="en-US" sz="1200" dirty="0" err="1">
                <a:solidFill>
                  <a:schemeClr val="bg1"/>
                </a:solidFill>
              </a:rPr>
              <a:t>vỡ</a:t>
            </a:r>
            <a:r>
              <a:rPr lang="en-US" sz="1200" dirty="0">
                <a:solidFill>
                  <a:schemeClr val="bg1"/>
                </a:solidFill>
              </a:rPr>
              <a:t> </a:t>
            </a:r>
            <a:r>
              <a:rPr lang="en-US" sz="1200" dirty="0" err="1">
                <a:solidFill>
                  <a:schemeClr val="bg1"/>
                </a:solidFill>
              </a:rPr>
              <a:t>hạt</a:t>
            </a:r>
            <a:r>
              <a:rPr lang="en-US" sz="1200" dirty="0">
                <a:solidFill>
                  <a:schemeClr val="bg1"/>
                </a:solidFill>
              </a:rPr>
              <a:t> </a:t>
            </a:r>
            <a:r>
              <a:rPr lang="en-US" sz="1200" dirty="0" err="1">
                <a:solidFill>
                  <a:schemeClr val="bg1"/>
                </a:solidFill>
              </a:rPr>
              <a:t>khi</a:t>
            </a:r>
            <a:r>
              <a:rPr lang="en-US" sz="1200" dirty="0">
                <a:solidFill>
                  <a:schemeClr val="bg1"/>
                </a:solidFill>
              </a:rPr>
              <a:t> </a:t>
            </a:r>
            <a:r>
              <a:rPr lang="en-US" sz="1200" dirty="0" err="1">
                <a:solidFill>
                  <a:schemeClr val="bg1"/>
                </a:solidFill>
              </a:rPr>
              <a:t>phóng</a:t>
            </a:r>
            <a:r>
              <a:rPr lang="en-US" sz="1200" dirty="0">
                <a:solidFill>
                  <a:schemeClr val="bg1"/>
                </a:solidFill>
              </a:rPr>
              <a:t> to.</a:t>
            </a:r>
          </a:p>
          <a:p>
            <a:pPr marL="285750" lvl="0" indent="-285750" algn="l" rtl="0">
              <a:lnSpc>
                <a:spcPct val="150000"/>
              </a:lnSpc>
              <a:spcBef>
                <a:spcPts val="0"/>
              </a:spcBef>
              <a:spcAft>
                <a:spcPts val="0"/>
              </a:spcAft>
              <a:buClr>
                <a:schemeClr val="bg1"/>
              </a:buClr>
              <a:buFont typeface="Arial" panose="020B0604020202020204" pitchFamily="34" charset="0"/>
              <a:buChar char="•"/>
            </a:pPr>
            <a:r>
              <a:rPr lang="en-US" sz="1200" dirty="0" err="1">
                <a:solidFill>
                  <a:schemeClr val="bg1"/>
                </a:solidFill>
              </a:rPr>
              <a:t>Tốn</a:t>
            </a:r>
            <a:r>
              <a:rPr lang="en-US" sz="1200" dirty="0">
                <a:solidFill>
                  <a:schemeClr val="bg1"/>
                </a:solidFill>
              </a:rPr>
              <a:t> </a:t>
            </a:r>
            <a:r>
              <a:rPr lang="en-US" sz="1200" dirty="0" err="1">
                <a:solidFill>
                  <a:schemeClr val="bg1"/>
                </a:solidFill>
              </a:rPr>
              <a:t>không</a:t>
            </a:r>
            <a:r>
              <a:rPr lang="en-US" sz="1200" dirty="0">
                <a:solidFill>
                  <a:schemeClr val="bg1"/>
                </a:solidFill>
              </a:rPr>
              <a:t> </a:t>
            </a:r>
            <a:r>
              <a:rPr lang="en-US" sz="1200" dirty="0" err="1">
                <a:solidFill>
                  <a:schemeClr val="bg1"/>
                </a:solidFill>
              </a:rPr>
              <a:t>gian</a:t>
            </a:r>
            <a:r>
              <a:rPr lang="en-US" sz="1200" dirty="0">
                <a:solidFill>
                  <a:schemeClr val="bg1"/>
                </a:solidFill>
              </a:rPr>
              <a:t> </a:t>
            </a:r>
            <a:r>
              <a:rPr lang="en-US" sz="1200" dirty="0" err="1">
                <a:solidFill>
                  <a:schemeClr val="bg1"/>
                </a:solidFill>
              </a:rPr>
              <a:t>lưu</a:t>
            </a:r>
            <a:r>
              <a:rPr lang="en-US" sz="1200" dirty="0">
                <a:solidFill>
                  <a:schemeClr val="bg1"/>
                </a:solidFill>
              </a:rPr>
              <a:t> </a:t>
            </a:r>
            <a:r>
              <a:rPr lang="en-US" sz="1200" dirty="0" err="1">
                <a:solidFill>
                  <a:schemeClr val="bg1"/>
                </a:solidFill>
              </a:rPr>
              <a:t>trữ</a:t>
            </a:r>
            <a:r>
              <a:rPr lang="en-US" sz="1200" dirty="0">
                <a:solidFill>
                  <a:schemeClr val="bg1"/>
                </a:solidFill>
              </a:rPr>
              <a:t> </a:t>
            </a:r>
            <a:r>
              <a:rPr lang="en-US" sz="1200" dirty="0" err="1">
                <a:solidFill>
                  <a:schemeClr val="bg1"/>
                </a:solidFill>
              </a:rPr>
              <a:t>không</a:t>
            </a:r>
            <a:r>
              <a:rPr lang="en-US" sz="1200" dirty="0">
                <a:solidFill>
                  <a:schemeClr val="bg1"/>
                </a:solidFill>
              </a:rPr>
              <a:t> </a:t>
            </a:r>
            <a:r>
              <a:rPr lang="en-US" sz="1200" dirty="0" err="1">
                <a:solidFill>
                  <a:schemeClr val="bg1"/>
                </a:solidFill>
              </a:rPr>
              <a:t>cần</a:t>
            </a:r>
            <a:r>
              <a:rPr lang="en-US" sz="1200" dirty="0">
                <a:solidFill>
                  <a:schemeClr val="bg1"/>
                </a:solidFill>
              </a:rPr>
              <a:t> </a:t>
            </a:r>
            <a:r>
              <a:rPr lang="en-US" sz="1200" dirty="0" err="1">
                <a:solidFill>
                  <a:schemeClr val="bg1"/>
                </a:solidFill>
              </a:rPr>
              <a:t>thiết</a:t>
            </a:r>
            <a:r>
              <a:rPr lang="en-US" sz="1200" dirty="0">
                <a:solidFill>
                  <a:schemeClr val="bg1"/>
                </a:solidFill>
              </a:rPr>
              <a:t>.</a:t>
            </a:r>
            <a:endParaRPr sz="1200" dirty="0">
              <a:solidFill>
                <a:schemeClr val="bg1"/>
              </a:solidFill>
            </a:endParaRPr>
          </a:p>
        </p:txBody>
      </p:sp>
      <p:pic>
        <p:nvPicPr>
          <p:cNvPr id="17" name="Picture 16">
            <a:extLst>
              <a:ext uri="{FF2B5EF4-FFF2-40B4-BE49-F238E27FC236}">
                <a16:creationId xmlns:a16="http://schemas.microsoft.com/office/drawing/2014/main" id="{13DEFB42-981A-802F-11A6-9825244D90AB}"/>
              </a:ext>
            </a:extLst>
          </p:cNvPr>
          <p:cNvPicPr>
            <a:picLocks noChangeAspect="1"/>
          </p:cNvPicPr>
          <p:nvPr/>
        </p:nvPicPr>
        <p:blipFill>
          <a:blip r:embed="rId4"/>
          <a:srcRect/>
          <a:stretch/>
        </p:blipFill>
        <p:spPr>
          <a:xfrm>
            <a:off x="4587503" y="1541281"/>
            <a:ext cx="4408193" cy="2479608"/>
          </a:xfrm>
          <a:prstGeom prst="rect">
            <a:avLst/>
          </a:prstGeom>
        </p:spPr>
      </p:pic>
      <p:sp>
        <p:nvSpPr>
          <p:cNvPr id="18" name="Google Shape;1041;p31">
            <a:extLst>
              <a:ext uri="{FF2B5EF4-FFF2-40B4-BE49-F238E27FC236}">
                <a16:creationId xmlns:a16="http://schemas.microsoft.com/office/drawing/2014/main" id="{C2166FB8-1B19-C38B-69FC-5EAAAA994FC8}"/>
              </a:ext>
            </a:extLst>
          </p:cNvPr>
          <p:cNvSpPr txBox="1">
            <a:spLocks/>
          </p:cNvSpPr>
          <p:nvPr/>
        </p:nvSpPr>
        <p:spPr>
          <a:xfrm>
            <a:off x="4748045" y="1351662"/>
            <a:ext cx="4088943" cy="620759"/>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2000"/>
              <a:buFont typeface="Montserrat"/>
              <a:buNone/>
              <a:defRPr sz="2000" b="1"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9pPr>
          </a:lstStyle>
          <a:p>
            <a:pPr marL="0" indent="0" algn="ctr"/>
            <a:r>
              <a:rPr lang="en-US" dirty="0" err="1"/>
              <a:t>Cấu</a:t>
            </a:r>
            <a:r>
              <a:rPr lang="en-US" dirty="0"/>
              <a:t> </a:t>
            </a:r>
            <a:r>
              <a:rPr lang="en-US" dirty="0" err="1"/>
              <a:t>trúc</a:t>
            </a:r>
            <a:r>
              <a:rPr lang="en-US" dirty="0"/>
              <a:t> Vector </a:t>
            </a:r>
          </a:p>
          <a:p>
            <a:pPr marL="0" indent="0" algn="ctr"/>
            <a:r>
              <a:rPr lang="en-US" dirty="0"/>
              <a:t>(</a:t>
            </a:r>
            <a:r>
              <a:rPr lang="en-US" dirty="0" err="1"/>
              <a:t>Toán</a:t>
            </a:r>
            <a:r>
              <a:rPr lang="en-US" dirty="0"/>
              <a:t> </a:t>
            </a:r>
            <a:r>
              <a:rPr lang="en-US" dirty="0" err="1"/>
              <a:t>học</a:t>
            </a:r>
            <a:r>
              <a:rPr lang="en-US" dirty="0"/>
              <a:t> B-Spline)</a:t>
            </a:r>
          </a:p>
        </p:txBody>
      </p:sp>
      <p:sp>
        <p:nvSpPr>
          <p:cNvPr id="19" name="Rectangle: Rounded Corners 18">
            <a:extLst>
              <a:ext uri="{FF2B5EF4-FFF2-40B4-BE49-F238E27FC236}">
                <a16:creationId xmlns:a16="http://schemas.microsoft.com/office/drawing/2014/main" id="{6D07F87A-7222-D1B5-50C0-D2192CAE529B}"/>
              </a:ext>
            </a:extLst>
          </p:cNvPr>
          <p:cNvSpPr/>
          <p:nvPr/>
        </p:nvSpPr>
        <p:spPr>
          <a:xfrm>
            <a:off x="4757455" y="1251606"/>
            <a:ext cx="4020082" cy="2933217"/>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Google Shape;1040;p31">
            <a:extLst>
              <a:ext uri="{FF2B5EF4-FFF2-40B4-BE49-F238E27FC236}">
                <a16:creationId xmlns:a16="http://schemas.microsoft.com/office/drawing/2014/main" id="{3FB833F5-4C62-1853-ADA8-BFCA02534781}"/>
              </a:ext>
            </a:extLst>
          </p:cNvPr>
          <p:cNvSpPr txBox="1">
            <a:spLocks/>
          </p:cNvSpPr>
          <p:nvPr/>
        </p:nvSpPr>
        <p:spPr>
          <a:xfrm>
            <a:off x="4881733" y="3425921"/>
            <a:ext cx="3895804" cy="739806"/>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285750" indent="-285750">
              <a:lnSpc>
                <a:spcPct val="150000"/>
              </a:lnSpc>
              <a:buClr>
                <a:schemeClr val="bg1"/>
              </a:buClr>
              <a:buFont typeface="Arial" panose="020B0604020202020204" pitchFamily="34" charset="0"/>
              <a:buChar char="•"/>
            </a:pPr>
            <a:r>
              <a:rPr lang="en-US" sz="1200" dirty="0">
                <a:solidFill>
                  <a:schemeClr val="bg1"/>
                </a:solidFill>
              </a:rPr>
              <a:t>Bảo </a:t>
            </a:r>
            <a:r>
              <a:rPr lang="en-US" sz="1200" dirty="0" err="1">
                <a:solidFill>
                  <a:schemeClr val="bg1"/>
                </a:solidFill>
              </a:rPr>
              <a:t>toàn</a:t>
            </a:r>
            <a:r>
              <a:rPr lang="en-US" sz="1200" dirty="0">
                <a:solidFill>
                  <a:schemeClr val="bg1"/>
                </a:solidFill>
              </a:rPr>
              <a:t> </a:t>
            </a:r>
            <a:r>
              <a:rPr lang="en-US" sz="1200" dirty="0" err="1">
                <a:solidFill>
                  <a:schemeClr val="bg1"/>
                </a:solidFill>
              </a:rPr>
              <a:t>độ</a:t>
            </a:r>
            <a:r>
              <a:rPr lang="en-US" sz="1200" dirty="0">
                <a:solidFill>
                  <a:schemeClr val="bg1"/>
                </a:solidFill>
              </a:rPr>
              <a:t> </a:t>
            </a:r>
            <a:r>
              <a:rPr lang="en-US" sz="1200" dirty="0" err="1">
                <a:solidFill>
                  <a:schemeClr val="bg1"/>
                </a:solidFill>
              </a:rPr>
              <a:t>phân</a:t>
            </a:r>
            <a:r>
              <a:rPr lang="en-US" sz="1200" dirty="0">
                <a:solidFill>
                  <a:schemeClr val="bg1"/>
                </a:solidFill>
              </a:rPr>
              <a:t> </a:t>
            </a:r>
            <a:r>
              <a:rPr lang="en-US" sz="1200" dirty="0" err="1">
                <a:solidFill>
                  <a:schemeClr val="bg1"/>
                </a:solidFill>
              </a:rPr>
              <a:t>giải</a:t>
            </a:r>
            <a:r>
              <a:rPr lang="en-US" sz="1200" dirty="0">
                <a:solidFill>
                  <a:schemeClr val="bg1"/>
                </a:solidFill>
              </a:rPr>
              <a:t> </a:t>
            </a:r>
            <a:r>
              <a:rPr lang="en-US" sz="1200" dirty="0" err="1">
                <a:solidFill>
                  <a:schemeClr val="bg1"/>
                </a:solidFill>
              </a:rPr>
              <a:t>vô</a:t>
            </a:r>
            <a:r>
              <a:rPr lang="en-US" sz="1200" dirty="0">
                <a:solidFill>
                  <a:schemeClr val="bg1"/>
                </a:solidFill>
              </a:rPr>
              <a:t> </a:t>
            </a:r>
            <a:r>
              <a:rPr lang="en-US" sz="1200" dirty="0" err="1">
                <a:solidFill>
                  <a:schemeClr val="bg1"/>
                </a:solidFill>
              </a:rPr>
              <a:t>hạn</a:t>
            </a:r>
            <a:r>
              <a:rPr lang="en-US" sz="1200" dirty="0">
                <a:solidFill>
                  <a:schemeClr val="bg1"/>
                </a:solidFill>
              </a:rPr>
              <a:t>.</a:t>
            </a:r>
            <a:endParaRPr lang="vi-VN" sz="1200" dirty="0">
              <a:solidFill>
                <a:schemeClr val="bg1"/>
              </a:solidFill>
            </a:endParaRPr>
          </a:p>
          <a:p>
            <a:pPr marL="285750" indent="-285750">
              <a:lnSpc>
                <a:spcPct val="150000"/>
              </a:lnSpc>
              <a:buClr>
                <a:schemeClr val="bg1"/>
              </a:buClr>
              <a:buFont typeface="Arial" panose="020B0604020202020204" pitchFamily="34" charset="0"/>
              <a:buChar char="•"/>
            </a:pPr>
            <a:r>
              <a:rPr lang="en-US" sz="1200" dirty="0" err="1">
                <a:solidFill>
                  <a:schemeClr val="bg1"/>
                </a:solidFill>
              </a:rPr>
              <a:t>Ứng</a:t>
            </a:r>
            <a:r>
              <a:rPr lang="en-US" sz="1200" dirty="0">
                <a:solidFill>
                  <a:schemeClr val="bg1"/>
                </a:solidFill>
              </a:rPr>
              <a:t> </a:t>
            </a:r>
            <a:r>
              <a:rPr lang="en-US" sz="1200" dirty="0" err="1">
                <a:solidFill>
                  <a:schemeClr val="bg1"/>
                </a:solidFill>
              </a:rPr>
              <a:t>dụng</a:t>
            </a:r>
            <a:r>
              <a:rPr lang="en-US" sz="1200" dirty="0">
                <a:solidFill>
                  <a:schemeClr val="bg1"/>
                </a:solidFill>
              </a:rPr>
              <a:t> </a:t>
            </a:r>
            <a:r>
              <a:rPr lang="en-US" sz="1200" dirty="0" err="1">
                <a:solidFill>
                  <a:schemeClr val="bg1"/>
                </a:solidFill>
              </a:rPr>
              <a:t>trực</a:t>
            </a:r>
            <a:r>
              <a:rPr lang="en-US" sz="1200" dirty="0">
                <a:solidFill>
                  <a:schemeClr val="bg1"/>
                </a:solidFill>
              </a:rPr>
              <a:t> </a:t>
            </a:r>
            <a:r>
              <a:rPr lang="en-US" sz="1200" dirty="0" err="1">
                <a:solidFill>
                  <a:schemeClr val="bg1"/>
                </a:solidFill>
              </a:rPr>
              <a:t>tiếp</a:t>
            </a:r>
            <a:r>
              <a:rPr lang="en-US" sz="1200" dirty="0">
                <a:solidFill>
                  <a:schemeClr val="bg1"/>
                </a:solidFill>
              </a:rPr>
              <a:t> </a:t>
            </a:r>
            <a:r>
              <a:rPr lang="en-US" sz="1200" dirty="0" err="1">
                <a:solidFill>
                  <a:schemeClr val="bg1"/>
                </a:solidFill>
              </a:rPr>
              <a:t>cho</a:t>
            </a:r>
            <a:r>
              <a:rPr lang="en-US" sz="1200" dirty="0">
                <a:solidFill>
                  <a:schemeClr val="bg1"/>
                </a:solidFill>
              </a:rPr>
              <a:t> </a:t>
            </a:r>
            <a:r>
              <a:rPr lang="en-US" sz="1200" dirty="0" err="1">
                <a:solidFill>
                  <a:schemeClr val="bg1"/>
                </a:solidFill>
              </a:rPr>
              <a:t>thiết</a:t>
            </a:r>
            <a:r>
              <a:rPr lang="en-US" sz="1200" dirty="0">
                <a:solidFill>
                  <a:schemeClr val="bg1"/>
                </a:solidFill>
              </a:rPr>
              <a:t> </a:t>
            </a:r>
            <a:r>
              <a:rPr lang="en-US" sz="1200" dirty="0" err="1">
                <a:solidFill>
                  <a:schemeClr val="bg1"/>
                </a:solidFill>
              </a:rPr>
              <a:t>kế</a:t>
            </a:r>
            <a:r>
              <a:rPr lang="en-US" sz="1200" dirty="0">
                <a:solidFill>
                  <a:schemeClr val="bg1"/>
                </a:solidFill>
              </a:rPr>
              <a:t> CAD/CAM.</a:t>
            </a:r>
            <a:endParaRPr lang="vi-VN" sz="1200" dirty="0">
              <a:solidFill>
                <a:schemeClr val="bg1"/>
              </a:solidFill>
            </a:endParaRPr>
          </a:p>
        </p:txBody>
      </p:sp>
      <p:sp>
        <p:nvSpPr>
          <p:cNvPr id="21" name="Rectangle: Rounded Corners 20">
            <a:extLst>
              <a:ext uri="{FF2B5EF4-FFF2-40B4-BE49-F238E27FC236}">
                <a16:creationId xmlns:a16="http://schemas.microsoft.com/office/drawing/2014/main" id="{212655B9-5E3F-A3BA-83C9-604F95B5C63C}"/>
              </a:ext>
            </a:extLst>
          </p:cNvPr>
          <p:cNvSpPr/>
          <p:nvPr/>
        </p:nvSpPr>
        <p:spPr>
          <a:xfrm>
            <a:off x="1161896" y="4310565"/>
            <a:ext cx="6785869" cy="686908"/>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Google Shape;1497;p43">
            <a:extLst>
              <a:ext uri="{FF2B5EF4-FFF2-40B4-BE49-F238E27FC236}">
                <a16:creationId xmlns:a16="http://schemas.microsoft.com/office/drawing/2014/main" id="{D822D1B6-B57D-6D91-685C-C0DD8B459907}"/>
              </a:ext>
            </a:extLst>
          </p:cNvPr>
          <p:cNvSpPr txBox="1">
            <a:spLocks/>
          </p:cNvSpPr>
          <p:nvPr/>
        </p:nvSpPr>
        <p:spPr>
          <a:xfrm>
            <a:off x="1209367" y="4310564"/>
            <a:ext cx="6738398" cy="686908"/>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b="1" dirty="0" err="1">
                <a:solidFill>
                  <a:schemeClr val="accent6"/>
                </a:solidFill>
              </a:rPr>
              <a:t>Mục</a:t>
            </a:r>
            <a:r>
              <a:rPr lang="fr-FR" b="1" dirty="0">
                <a:solidFill>
                  <a:schemeClr val="accent6"/>
                </a:solidFill>
              </a:rPr>
              <a:t> </a:t>
            </a:r>
            <a:r>
              <a:rPr lang="fr-FR" b="1" dirty="0" err="1">
                <a:solidFill>
                  <a:schemeClr val="accent6"/>
                </a:solidFill>
              </a:rPr>
              <a:t>tiêu</a:t>
            </a:r>
            <a:r>
              <a:rPr lang="fr-FR" b="1" dirty="0">
                <a:solidFill>
                  <a:schemeClr val="accent6"/>
                </a:solidFill>
              </a:rPr>
              <a:t>: </a:t>
            </a:r>
            <a:r>
              <a:rPr lang="fr-FR" dirty="0" err="1">
                <a:solidFill>
                  <a:schemeClr val="accent6"/>
                </a:solidFill>
              </a:rPr>
              <a:t>Chuyển</a:t>
            </a:r>
            <a:r>
              <a:rPr lang="fr-FR" dirty="0">
                <a:solidFill>
                  <a:schemeClr val="accent6"/>
                </a:solidFill>
              </a:rPr>
              <a:t> </a:t>
            </a:r>
            <a:r>
              <a:rPr lang="fr-FR" dirty="0" err="1">
                <a:solidFill>
                  <a:schemeClr val="accent6"/>
                </a:solidFill>
              </a:rPr>
              <a:t>đổi</a:t>
            </a:r>
            <a:r>
              <a:rPr lang="fr-FR" dirty="0">
                <a:solidFill>
                  <a:schemeClr val="accent6"/>
                </a:solidFill>
              </a:rPr>
              <a:t> </a:t>
            </a:r>
            <a:r>
              <a:rPr lang="fr-FR" dirty="0" err="1">
                <a:solidFill>
                  <a:schemeClr val="accent6"/>
                </a:solidFill>
              </a:rPr>
              <a:t>quỹ</a:t>
            </a:r>
            <a:r>
              <a:rPr lang="fr-FR" dirty="0">
                <a:solidFill>
                  <a:schemeClr val="accent6"/>
                </a:solidFill>
              </a:rPr>
              <a:t> </a:t>
            </a:r>
            <a:r>
              <a:rPr lang="fr-FR" dirty="0" err="1">
                <a:solidFill>
                  <a:schemeClr val="accent6"/>
                </a:solidFill>
              </a:rPr>
              <a:t>đạo</a:t>
            </a:r>
            <a:r>
              <a:rPr lang="fr-FR" dirty="0">
                <a:solidFill>
                  <a:schemeClr val="accent6"/>
                </a:solidFill>
              </a:rPr>
              <a:t> </a:t>
            </a:r>
            <a:r>
              <a:rPr lang="fr-FR" dirty="0" err="1">
                <a:solidFill>
                  <a:schemeClr val="accent6"/>
                </a:solidFill>
              </a:rPr>
              <a:t>chữ</a:t>
            </a:r>
            <a:r>
              <a:rPr lang="fr-FR" dirty="0">
                <a:solidFill>
                  <a:schemeClr val="accent6"/>
                </a:solidFill>
              </a:rPr>
              <a:t> </a:t>
            </a:r>
            <a:r>
              <a:rPr lang="fr-FR" dirty="0" err="1">
                <a:solidFill>
                  <a:schemeClr val="accent6"/>
                </a:solidFill>
              </a:rPr>
              <a:t>ký</a:t>
            </a:r>
            <a:r>
              <a:rPr lang="fr-FR" dirty="0">
                <a:solidFill>
                  <a:schemeClr val="accent6"/>
                </a:solidFill>
              </a:rPr>
              <a:t> </a:t>
            </a:r>
            <a:r>
              <a:rPr lang="fr-FR" dirty="0" err="1">
                <a:solidFill>
                  <a:schemeClr val="accent6"/>
                </a:solidFill>
              </a:rPr>
              <a:t>từ</a:t>
            </a:r>
            <a:r>
              <a:rPr lang="fr-FR" dirty="0">
                <a:solidFill>
                  <a:schemeClr val="accent6"/>
                </a:solidFill>
              </a:rPr>
              <a:t> ma </a:t>
            </a:r>
            <a:r>
              <a:rPr lang="fr-FR" dirty="0" err="1">
                <a:solidFill>
                  <a:schemeClr val="accent6"/>
                </a:solidFill>
              </a:rPr>
              <a:t>trận</a:t>
            </a:r>
            <a:r>
              <a:rPr lang="fr-FR" dirty="0">
                <a:solidFill>
                  <a:schemeClr val="accent6"/>
                </a:solidFill>
              </a:rPr>
              <a:t> </a:t>
            </a:r>
            <a:r>
              <a:rPr lang="fr-FR" dirty="0" err="1">
                <a:solidFill>
                  <a:schemeClr val="accent6"/>
                </a:solidFill>
              </a:rPr>
              <a:t>điểm</a:t>
            </a:r>
            <a:r>
              <a:rPr lang="fr-FR" dirty="0">
                <a:solidFill>
                  <a:schemeClr val="accent6"/>
                </a:solidFill>
              </a:rPr>
              <a:t> </a:t>
            </a:r>
            <a:r>
              <a:rPr lang="fr-FR" dirty="0" err="1">
                <a:solidFill>
                  <a:schemeClr val="accent6"/>
                </a:solidFill>
              </a:rPr>
              <a:t>ảnh</a:t>
            </a:r>
            <a:r>
              <a:rPr lang="fr-FR" dirty="0">
                <a:solidFill>
                  <a:schemeClr val="accent6"/>
                </a:solidFill>
              </a:rPr>
              <a:t> </a:t>
            </a:r>
            <a:r>
              <a:rPr lang="fr-FR" dirty="0" err="1">
                <a:solidFill>
                  <a:schemeClr val="accent6"/>
                </a:solidFill>
              </a:rPr>
              <a:t>tĩnh</a:t>
            </a:r>
            <a:r>
              <a:rPr lang="fr-FR" dirty="0">
                <a:solidFill>
                  <a:schemeClr val="accent6"/>
                </a:solidFill>
              </a:rPr>
              <a:t> sang </a:t>
            </a:r>
            <a:r>
              <a:rPr lang="fr-FR" dirty="0" err="1">
                <a:solidFill>
                  <a:schemeClr val="accent6"/>
                </a:solidFill>
              </a:rPr>
              <a:t>cấu</a:t>
            </a:r>
            <a:r>
              <a:rPr lang="fr-FR" dirty="0">
                <a:solidFill>
                  <a:schemeClr val="accent6"/>
                </a:solidFill>
              </a:rPr>
              <a:t> </a:t>
            </a:r>
            <a:r>
              <a:rPr lang="fr-FR" dirty="0" err="1">
                <a:solidFill>
                  <a:schemeClr val="accent6"/>
                </a:solidFill>
              </a:rPr>
              <a:t>trúc</a:t>
            </a:r>
            <a:r>
              <a:rPr lang="fr-FR" dirty="0">
                <a:solidFill>
                  <a:schemeClr val="accent6"/>
                </a:solidFill>
              </a:rPr>
              <a:t> </a:t>
            </a:r>
            <a:r>
              <a:rPr lang="fr-FR" dirty="0" err="1">
                <a:solidFill>
                  <a:schemeClr val="accent6"/>
                </a:solidFill>
              </a:rPr>
              <a:t>tham</a:t>
            </a:r>
            <a:r>
              <a:rPr lang="fr-FR" dirty="0">
                <a:solidFill>
                  <a:schemeClr val="accent6"/>
                </a:solidFill>
              </a:rPr>
              <a:t> </a:t>
            </a:r>
            <a:r>
              <a:rPr lang="fr-FR" dirty="0" err="1">
                <a:solidFill>
                  <a:schemeClr val="accent6"/>
                </a:solidFill>
              </a:rPr>
              <a:t>số</a:t>
            </a:r>
            <a:r>
              <a:rPr lang="fr-FR" dirty="0">
                <a:solidFill>
                  <a:schemeClr val="accent6"/>
                </a:solidFill>
              </a:rPr>
              <a:t> B-</a:t>
            </a:r>
            <a:r>
              <a:rPr lang="fr-FR" dirty="0" err="1">
                <a:solidFill>
                  <a:schemeClr val="accent6"/>
                </a:solidFill>
              </a:rPr>
              <a:t>Spline</a:t>
            </a:r>
            <a:r>
              <a:rPr lang="fr-FR" dirty="0">
                <a:solidFill>
                  <a:schemeClr val="accent6"/>
                </a:solidFill>
              </a:rPr>
              <a:t> Non-Uniform </a:t>
            </a:r>
            <a:r>
              <a:rPr lang="fr-FR" dirty="0" err="1">
                <a:solidFill>
                  <a:schemeClr val="accent6"/>
                </a:solidFill>
              </a:rPr>
              <a:t>mượt</a:t>
            </a:r>
            <a:r>
              <a:rPr lang="fr-FR" dirty="0">
                <a:solidFill>
                  <a:schemeClr val="accent6"/>
                </a:solidFill>
              </a:rPr>
              <a:t> </a:t>
            </a:r>
            <a:r>
              <a:rPr lang="fr-FR" dirty="0" err="1">
                <a:solidFill>
                  <a:schemeClr val="accent6"/>
                </a:solidFill>
              </a:rPr>
              <a:t>mà</a:t>
            </a:r>
            <a:r>
              <a:rPr lang="fr-FR" dirty="0">
                <a:solidFill>
                  <a:schemeClr val="accent6"/>
                </a:solidFill>
              </a:rPr>
              <a:t>. </a:t>
            </a:r>
          </a:p>
        </p:txBody>
      </p:sp>
      <p:sp>
        <p:nvSpPr>
          <p:cNvPr id="23" name="Google Shape;1039;p31">
            <a:extLst>
              <a:ext uri="{FF2B5EF4-FFF2-40B4-BE49-F238E27FC236}">
                <a16:creationId xmlns:a16="http://schemas.microsoft.com/office/drawing/2014/main" id="{7D09DD21-CE10-881E-3B68-3B9BCB40E47D}"/>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F202B36A-2DA8-B7E6-06D8-7A1D27BDD97A}"/>
            </a:ext>
          </a:extLst>
        </p:cNvPr>
        <p:cNvGrpSpPr/>
        <p:nvPr/>
      </p:nvGrpSpPr>
      <p:grpSpPr>
        <a:xfrm>
          <a:off x="0" y="0"/>
          <a:ext cx="0" cy="0"/>
          <a:chOff x="0" y="0"/>
          <a:chExt cx="0" cy="0"/>
        </a:xfrm>
      </p:grpSpPr>
      <p:pic>
        <p:nvPicPr>
          <p:cNvPr id="25" name="Picture 24">
            <a:extLst>
              <a:ext uri="{FF2B5EF4-FFF2-40B4-BE49-F238E27FC236}">
                <a16:creationId xmlns:a16="http://schemas.microsoft.com/office/drawing/2014/main" id="{F86972EF-14A4-9B26-913F-3FF4AB444BCA}"/>
              </a:ext>
            </a:extLst>
          </p:cNvPr>
          <p:cNvPicPr>
            <a:picLocks noChangeAspect="1"/>
          </p:cNvPicPr>
          <p:nvPr/>
        </p:nvPicPr>
        <p:blipFill>
          <a:blip r:embed="rId3"/>
          <a:srcRect/>
          <a:stretch/>
        </p:blipFill>
        <p:spPr>
          <a:xfrm>
            <a:off x="2357170" y="1462351"/>
            <a:ext cx="4408192" cy="2479608"/>
          </a:xfrm>
          <a:prstGeom prst="rect">
            <a:avLst/>
          </a:prstGeom>
        </p:spPr>
      </p:pic>
      <p:pic>
        <p:nvPicPr>
          <p:cNvPr id="16" name="Picture 15">
            <a:extLst>
              <a:ext uri="{FF2B5EF4-FFF2-40B4-BE49-F238E27FC236}">
                <a16:creationId xmlns:a16="http://schemas.microsoft.com/office/drawing/2014/main" id="{ED3EEF30-8F66-61BB-9CD2-D1B559741034}"/>
              </a:ext>
            </a:extLst>
          </p:cNvPr>
          <p:cNvPicPr>
            <a:picLocks noChangeAspect="1"/>
          </p:cNvPicPr>
          <p:nvPr/>
        </p:nvPicPr>
        <p:blipFill>
          <a:blip r:embed="rId4"/>
          <a:srcRect/>
          <a:stretch/>
        </p:blipFill>
        <p:spPr>
          <a:xfrm>
            <a:off x="-689498" y="1535314"/>
            <a:ext cx="4408193" cy="2479608"/>
          </a:xfrm>
          <a:prstGeom prst="rect">
            <a:avLst/>
          </a:prstGeom>
        </p:spPr>
      </p:pic>
      <p:sp>
        <p:nvSpPr>
          <p:cNvPr id="1039" name="Google Shape;1039;p31">
            <a:extLst>
              <a:ext uri="{FF2B5EF4-FFF2-40B4-BE49-F238E27FC236}">
                <a16:creationId xmlns:a16="http://schemas.microsoft.com/office/drawing/2014/main" id="{3574CBC3-91BC-0D1F-A3E8-EBCE2CE13824}"/>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PHÁT BIỂU BÀI TOÁN</a:t>
            </a:r>
            <a:endParaRPr dirty="0"/>
          </a:p>
        </p:txBody>
      </p:sp>
      <p:grpSp>
        <p:nvGrpSpPr>
          <p:cNvPr id="1042" name="Google Shape;1042;p31">
            <a:extLst>
              <a:ext uri="{FF2B5EF4-FFF2-40B4-BE49-F238E27FC236}">
                <a16:creationId xmlns:a16="http://schemas.microsoft.com/office/drawing/2014/main" id="{22E3D3C8-5597-118E-3884-CF7D28491C0E}"/>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8F636B78-8241-7016-4655-293CD54DC13B}"/>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26D0CC2C-25E9-451C-B7CF-6F4A384AE366}"/>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A2957DE2-327D-EF22-5DC7-FB3F30F33DA2}"/>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7A44CCFC-0407-DA4B-84C8-6C009ED9465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593299BA-4FAD-E1A1-6382-388566D477F9}"/>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 name="Google Shape;1497;p43">
            <a:extLst>
              <a:ext uri="{FF2B5EF4-FFF2-40B4-BE49-F238E27FC236}">
                <a16:creationId xmlns:a16="http://schemas.microsoft.com/office/drawing/2014/main" id="{61168AEB-6D91-5180-907F-C3A2F904984B}"/>
              </a:ext>
            </a:extLst>
          </p:cNvPr>
          <p:cNvSpPr txBox="1">
            <a:spLocks/>
          </p:cNvSpPr>
          <p:nvPr/>
        </p:nvSpPr>
        <p:spPr>
          <a:xfrm>
            <a:off x="1587931" y="69190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Ba </a:t>
            </a:r>
            <a:r>
              <a:rPr lang="fr-FR" dirty="0" err="1">
                <a:solidFill>
                  <a:schemeClr val="bg1"/>
                </a:solidFill>
              </a:rPr>
              <a:t>thách</a:t>
            </a:r>
            <a:r>
              <a:rPr lang="fr-FR" dirty="0">
                <a:solidFill>
                  <a:schemeClr val="bg1"/>
                </a:solidFill>
              </a:rPr>
              <a:t> </a:t>
            </a:r>
            <a:r>
              <a:rPr lang="fr-FR" dirty="0" err="1">
                <a:solidFill>
                  <a:schemeClr val="bg1"/>
                </a:solidFill>
              </a:rPr>
              <a:t>thức</a:t>
            </a:r>
            <a:r>
              <a:rPr lang="fr-FR" dirty="0">
                <a:solidFill>
                  <a:schemeClr val="bg1"/>
                </a:solidFill>
              </a:rPr>
              <a:t> </a:t>
            </a:r>
            <a:r>
              <a:rPr lang="fr-FR" dirty="0" err="1">
                <a:solidFill>
                  <a:schemeClr val="bg1"/>
                </a:solidFill>
              </a:rPr>
              <a:t>kỹ</a:t>
            </a:r>
            <a:r>
              <a:rPr lang="fr-FR" dirty="0">
                <a:solidFill>
                  <a:schemeClr val="bg1"/>
                </a:solidFill>
              </a:rPr>
              <a:t> </a:t>
            </a:r>
            <a:r>
              <a:rPr lang="fr-FR" dirty="0" err="1">
                <a:solidFill>
                  <a:schemeClr val="bg1"/>
                </a:solidFill>
              </a:rPr>
              <a:t>thuật</a:t>
            </a:r>
            <a:r>
              <a:rPr lang="fr-FR" dirty="0">
                <a:solidFill>
                  <a:schemeClr val="bg1"/>
                </a:solidFill>
              </a:rPr>
              <a:t> </a:t>
            </a:r>
            <a:r>
              <a:rPr lang="fr-FR" dirty="0" err="1">
                <a:solidFill>
                  <a:schemeClr val="bg1"/>
                </a:solidFill>
              </a:rPr>
              <a:t>cốt</a:t>
            </a:r>
            <a:r>
              <a:rPr lang="fr-FR" dirty="0">
                <a:solidFill>
                  <a:schemeClr val="bg1"/>
                </a:solidFill>
              </a:rPr>
              <a:t> </a:t>
            </a:r>
            <a:r>
              <a:rPr lang="fr-FR" dirty="0" err="1">
                <a:solidFill>
                  <a:schemeClr val="bg1"/>
                </a:solidFill>
              </a:rPr>
              <a:t>lõi</a:t>
            </a:r>
            <a:endParaRPr lang="fr-FR" dirty="0">
              <a:solidFill>
                <a:schemeClr val="bg1"/>
              </a:solidFill>
            </a:endParaRPr>
          </a:p>
        </p:txBody>
      </p:sp>
      <p:sp>
        <p:nvSpPr>
          <p:cNvPr id="14" name="Rectangle: Rounded Corners 13">
            <a:extLst>
              <a:ext uri="{FF2B5EF4-FFF2-40B4-BE49-F238E27FC236}">
                <a16:creationId xmlns:a16="http://schemas.microsoft.com/office/drawing/2014/main" id="{0012BC2C-26EF-596F-5F19-8EEC9B80D3AB}"/>
              </a:ext>
            </a:extLst>
          </p:cNvPr>
          <p:cNvSpPr/>
          <p:nvPr/>
        </p:nvSpPr>
        <p:spPr>
          <a:xfrm>
            <a:off x="103238" y="1289738"/>
            <a:ext cx="2868828" cy="3674292"/>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Google Shape;1040;p31">
            <a:extLst>
              <a:ext uri="{FF2B5EF4-FFF2-40B4-BE49-F238E27FC236}">
                <a16:creationId xmlns:a16="http://schemas.microsoft.com/office/drawing/2014/main" id="{AD35B4F5-7D27-9391-2B53-029427BD9499}"/>
              </a:ext>
            </a:extLst>
          </p:cNvPr>
          <p:cNvSpPr txBox="1">
            <a:spLocks noGrp="1"/>
          </p:cNvSpPr>
          <p:nvPr>
            <p:ph type="subTitle" idx="1"/>
          </p:nvPr>
        </p:nvSpPr>
        <p:spPr>
          <a:xfrm>
            <a:off x="93213" y="3614515"/>
            <a:ext cx="2863906" cy="1047029"/>
          </a:xfrm>
          <a:prstGeom prst="rect">
            <a:avLst/>
          </a:prstGeom>
        </p:spPr>
        <p:txBody>
          <a:bodyPr spcFirstLastPara="1" wrap="square" lIns="91425" tIns="0" rIns="91425" bIns="0" anchor="ctr" anchorCtr="0">
            <a:noAutofit/>
          </a:bodyPr>
          <a:lstStyle/>
          <a:p>
            <a:pPr marL="0" lvl="0" indent="0" algn="ctr">
              <a:lnSpc>
                <a:spcPct val="150000"/>
              </a:lnSpc>
              <a:buClr>
                <a:schemeClr val="bg1"/>
              </a:buClr>
            </a:pPr>
            <a:r>
              <a:rPr lang="en-US" sz="1400" dirty="0" err="1"/>
              <a:t>Ảnh</a:t>
            </a:r>
            <a:r>
              <a:rPr lang="en-US" sz="1400" dirty="0"/>
              <a:t> scan </a:t>
            </a:r>
            <a:r>
              <a:rPr lang="en-US" sz="1400" dirty="0" err="1"/>
              <a:t>có</a:t>
            </a:r>
            <a:r>
              <a:rPr lang="en-US" sz="1400" dirty="0"/>
              <a:t> </a:t>
            </a:r>
            <a:r>
              <a:rPr lang="en-US" sz="1400" dirty="0" err="1"/>
              <a:t>độ</a:t>
            </a:r>
            <a:r>
              <a:rPr lang="en-US" sz="1400" dirty="0"/>
              <a:t> </a:t>
            </a:r>
            <a:r>
              <a:rPr lang="en-US" sz="1400" dirty="0" err="1"/>
              <a:t>sáng</a:t>
            </a:r>
            <a:r>
              <a:rPr lang="en-US" sz="1400" dirty="0"/>
              <a:t> </a:t>
            </a:r>
            <a:r>
              <a:rPr lang="en-US" sz="1400" dirty="0" err="1"/>
              <a:t>không</a:t>
            </a:r>
            <a:r>
              <a:rPr lang="en-US" sz="1400" dirty="0"/>
              <a:t> </a:t>
            </a:r>
            <a:r>
              <a:rPr lang="en-US" sz="1400" dirty="0" err="1"/>
              <a:t>đều</a:t>
            </a:r>
            <a:r>
              <a:rPr lang="en-US" sz="1400" dirty="0"/>
              <a:t>, </a:t>
            </a:r>
            <a:r>
              <a:rPr lang="en-US" sz="1400" dirty="0" err="1"/>
              <a:t>độ</a:t>
            </a:r>
            <a:r>
              <a:rPr lang="en-US" sz="1400" dirty="0"/>
              <a:t> </a:t>
            </a:r>
            <a:r>
              <a:rPr lang="en-US" sz="1400" dirty="0" err="1"/>
              <a:t>dày</a:t>
            </a:r>
            <a:r>
              <a:rPr lang="en-US" sz="1400" dirty="0"/>
              <a:t> </a:t>
            </a:r>
            <a:r>
              <a:rPr lang="en-US" sz="1400" dirty="0" err="1"/>
              <a:t>nét</a:t>
            </a:r>
            <a:r>
              <a:rPr lang="en-US" sz="1400" dirty="0"/>
              <a:t> </a:t>
            </a:r>
            <a:r>
              <a:rPr lang="en-US" sz="1400" dirty="0" err="1"/>
              <a:t>bút</a:t>
            </a:r>
            <a:r>
              <a:rPr lang="en-US" sz="1400" dirty="0"/>
              <a:t> dao </a:t>
            </a:r>
            <a:r>
              <a:rPr lang="en-US" sz="1400" dirty="0" err="1"/>
              <a:t>động</a:t>
            </a:r>
            <a:r>
              <a:rPr lang="en-US" sz="1400" dirty="0"/>
              <a:t>. </a:t>
            </a:r>
            <a:r>
              <a:rPr lang="en-US" sz="1400" dirty="0" err="1"/>
              <a:t>Yêu</a:t>
            </a:r>
            <a:r>
              <a:rPr lang="en-US" sz="1400" dirty="0"/>
              <a:t> </a:t>
            </a:r>
            <a:r>
              <a:rPr lang="en-US" sz="1400" dirty="0" err="1"/>
              <a:t>cầu</a:t>
            </a:r>
            <a:r>
              <a:rPr lang="en-US" sz="1400" dirty="0"/>
              <a:t> </a:t>
            </a:r>
            <a:r>
              <a:rPr lang="en-US" sz="1400" dirty="0" err="1"/>
              <a:t>đưa</a:t>
            </a:r>
            <a:r>
              <a:rPr lang="en-US" sz="1400" dirty="0"/>
              <a:t> </a:t>
            </a:r>
            <a:r>
              <a:rPr lang="en-US" sz="1400" dirty="0" err="1"/>
              <a:t>về</a:t>
            </a:r>
            <a:r>
              <a:rPr lang="en-US" sz="1400" dirty="0"/>
              <a:t> </a:t>
            </a:r>
            <a:r>
              <a:rPr lang="en-US" sz="1400" dirty="0" err="1"/>
              <a:t>dạng</a:t>
            </a:r>
            <a:r>
              <a:rPr lang="en-US" sz="1400" dirty="0"/>
              <a:t> </a:t>
            </a:r>
            <a:r>
              <a:rPr lang="en-US" sz="1400" dirty="0" err="1"/>
              <a:t>khung</a:t>
            </a:r>
            <a:r>
              <a:rPr lang="en-US" sz="1400" dirty="0"/>
              <a:t> </a:t>
            </a:r>
            <a:r>
              <a:rPr lang="en-US" sz="1400" dirty="0" err="1"/>
              <a:t>xương</a:t>
            </a:r>
            <a:r>
              <a:rPr lang="en-US" sz="1400" dirty="0"/>
              <a:t> </a:t>
            </a:r>
            <a:r>
              <a:rPr lang="en-US" sz="1400" dirty="0" err="1"/>
              <a:t>đúng</a:t>
            </a:r>
            <a:r>
              <a:rPr lang="en-US" sz="1400" dirty="0"/>
              <a:t> 1 pixel.</a:t>
            </a:r>
            <a:endParaRPr sz="1400" dirty="0">
              <a:solidFill>
                <a:schemeClr val="bg1"/>
              </a:solidFill>
            </a:endParaRPr>
          </a:p>
        </p:txBody>
      </p:sp>
      <p:sp>
        <p:nvSpPr>
          <p:cNvPr id="23" name="Google Shape;1039;p31">
            <a:extLst>
              <a:ext uri="{FF2B5EF4-FFF2-40B4-BE49-F238E27FC236}">
                <a16:creationId xmlns:a16="http://schemas.microsoft.com/office/drawing/2014/main" id="{E49149C7-A500-F17D-AA12-4A73218A2238}"/>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02</a:t>
            </a:r>
          </a:p>
        </p:txBody>
      </p:sp>
      <p:sp>
        <p:nvSpPr>
          <p:cNvPr id="2" name="Rectangle: Rounded Corners 1">
            <a:extLst>
              <a:ext uri="{FF2B5EF4-FFF2-40B4-BE49-F238E27FC236}">
                <a16:creationId xmlns:a16="http://schemas.microsoft.com/office/drawing/2014/main" id="{777C2AD8-C24C-25C3-6993-1DD369786774}"/>
              </a:ext>
            </a:extLst>
          </p:cNvPr>
          <p:cNvSpPr/>
          <p:nvPr/>
        </p:nvSpPr>
        <p:spPr>
          <a:xfrm>
            <a:off x="232398" y="1390052"/>
            <a:ext cx="2610507" cy="568415"/>
          </a:xfrm>
          <a:prstGeom prst="roundRect">
            <a:avLst>
              <a:gd name="adj" fmla="val 4705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1" name="Google Shape;1041;p31">
            <a:extLst>
              <a:ext uri="{FF2B5EF4-FFF2-40B4-BE49-F238E27FC236}">
                <a16:creationId xmlns:a16="http://schemas.microsoft.com/office/drawing/2014/main" id="{05F9B2BA-2BBA-EC0C-1E72-3AC3559F2F91}"/>
              </a:ext>
            </a:extLst>
          </p:cNvPr>
          <p:cNvSpPr txBox="1">
            <a:spLocks noGrp="1"/>
          </p:cNvSpPr>
          <p:nvPr>
            <p:ph type="subTitle" idx="2"/>
          </p:nvPr>
        </p:nvSpPr>
        <p:spPr>
          <a:xfrm>
            <a:off x="232398" y="1389795"/>
            <a:ext cx="2610507" cy="568672"/>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sz="1650" dirty="0">
                <a:solidFill>
                  <a:schemeClr val="accent6"/>
                </a:solidFill>
              </a:rPr>
              <a:t>Nhiễu &amp; Hình thái</a:t>
            </a:r>
            <a:endParaRPr sz="1650" dirty="0">
              <a:solidFill>
                <a:schemeClr val="accent6"/>
              </a:solidFill>
            </a:endParaRPr>
          </a:p>
        </p:txBody>
      </p:sp>
      <p:sp>
        <p:nvSpPr>
          <p:cNvPr id="8" name="Rectangle: Rounded Corners 7">
            <a:extLst>
              <a:ext uri="{FF2B5EF4-FFF2-40B4-BE49-F238E27FC236}">
                <a16:creationId xmlns:a16="http://schemas.microsoft.com/office/drawing/2014/main" id="{73B9B763-697C-7459-21E0-7EC298F58EC7}"/>
              </a:ext>
            </a:extLst>
          </p:cNvPr>
          <p:cNvSpPr/>
          <p:nvPr/>
        </p:nvSpPr>
        <p:spPr>
          <a:xfrm>
            <a:off x="3126853" y="1272794"/>
            <a:ext cx="2868828" cy="3674292"/>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Google Shape;1040;p31">
            <a:extLst>
              <a:ext uri="{FF2B5EF4-FFF2-40B4-BE49-F238E27FC236}">
                <a16:creationId xmlns:a16="http://schemas.microsoft.com/office/drawing/2014/main" id="{76BAD51C-FD64-B50E-CF9F-4236138FA9AC}"/>
              </a:ext>
            </a:extLst>
          </p:cNvPr>
          <p:cNvSpPr txBox="1">
            <a:spLocks/>
          </p:cNvSpPr>
          <p:nvPr/>
        </p:nvSpPr>
        <p:spPr>
          <a:xfrm>
            <a:off x="3116828" y="3597571"/>
            <a:ext cx="2863906" cy="1047029"/>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lnSpc>
                <a:spcPct val="150000"/>
              </a:lnSpc>
              <a:buClr>
                <a:schemeClr val="bg1"/>
              </a:buClr>
            </a:pPr>
            <a:r>
              <a:rPr lang="en-US" sz="1400" dirty="0" err="1"/>
              <a:t>Hiện</a:t>
            </a:r>
            <a:r>
              <a:rPr lang="en-US" sz="1400" dirty="0"/>
              <a:t> </a:t>
            </a:r>
            <a:r>
              <a:rPr lang="en-US" sz="1400" dirty="0" err="1"/>
              <a:t>tượng</a:t>
            </a:r>
            <a:r>
              <a:rPr lang="en-US" sz="1400" dirty="0"/>
              <a:t> </a:t>
            </a:r>
            <a:r>
              <a:rPr lang="en-US" sz="1400" dirty="0" err="1"/>
              <a:t>nhảy</a:t>
            </a:r>
            <a:r>
              <a:rPr lang="en-US" sz="1400" dirty="0"/>
              <a:t> </a:t>
            </a:r>
            <a:r>
              <a:rPr lang="en-US" sz="1400" dirty="0" err="1"/>
              <a:t>nét</a:t>
            </a:r>
            <a:r>
              <a:rPr lang="en-US" sz="1400" dirty="0"/>
              <a:t> (track jumping) </a:t>
            </a:r>
            <a:r>
              <a:rPr lang="en-US" sz="1400" dirty="0" err="1"/>
              <a:t>hoặc</a:t>
            </a:r>
            <a:r>
              <a:rPr lang="en-US" sz="1400" dirty="0"/>
              <a:t> </a:t>
            </a:r>
            <a:r>
              <a:rPr lang="en-US" sz="1400" dirty="0" err="1"/>
              <a:t>kẹt</a:t>
            </a:r>
            <a:r>
              <a:rPr lang="en-US" sz="1400" dirty="0"/>
              <a:t> </a:t>
            </a:r>
            <a:r>
              <a:rPr lang="en-US" sz="1400" dirty="0" err="1"/>
              <a:t>vòng</a:t>
            </a:r>
            <a:r>
              <a:rPr lang="en-US" sz="1400" dirty="0"/>
              <a:t> </a:t>
            </a:r>
            <a:r>
              <a:rPr lang="en-US" sz="1400" dirty="0" err="1"/>
              <a:t>lặp</a:t>
            </a:r>
            <a:r>
              <a:rPr lang="en-US" sz="1400" dirty="0"/>
              <a:t> </a:t>
            </a:r>
            <a:r>
              <a:rPr lang="en-US" sz="1400" dirty="0" err="1"/>
              <a:t>tại</a:t>
            </a:r>
            <a:r>
              <a:rPr lang="en-US" sz="1400" dirty="0"/>
              <a:t> </a:t>
            </a:r>
            <a:r>
              <a:rPr lang="en-US" sz="1400" dirty="0" err="1"/>
              <a:t>các</a:t>
            </a:r>
            <a:r>
              <a:rPr lang="en-US" sz="1400" dirty="0"/>
              <a:t> </a:t>
            </a:r>
            <a:r>
              <a:rPr lang="en-US" sz="1400" dirty="0" err="1"/>
              <a:t>giao</a:t>
            </a:r>
            <a:r>
              <a:rPr lang="en-US" sz="1400" dirty="0"/>
              <a:t> </a:t>
            </a:r>
            <a:r>
              <a:rPr lang="en-US" sz="1400" dirty="0" err="1"/>
              <a:t>điểm</a:t>
            </a:r>
            <a:r>
              <a:rPr lang="en-US" sz="1400" dirty="0"/>
              <a:t> </a:t>
            </a:r>
            <a:r>
              <a:rPr lang="en-US" sz="1400" dirty="0" err="1"/>
              <a:t>đan</a:t>
            </a:r>
            <a:r>
              <a:rPr lang="en-US" sz="1400" dirty="0"/>
              <a:t> </a:t>
            </a:r>
            <a:r>
              <a:rPr lang="en-US" sz="1400" dirty="0" err="1"/>
              <a:t>chéo</a:t>
            </a:r>
            <a:r>
              <a:rPr lang="en-US" sz="1400" dirty="0"/>
              <a:t> </a:t>
            </a:r>
            <a:r>
              <a:rPr lang="en-US" sz="1400" dirty="0" err="1"/>
              <a:t>của</a:t>
            </a:r>
            <a:r>
              <a:rPr lang="en-US" sz="1400" dirty="0"/>
              <a:t> </a:t>
            </a:r>
            <a:r>
              <a:rPr lang="en-US" sz="1400" dirty="0" err="1"/>
              <a:t>nét</a:t>
            </a:r>
            <a:r>
              <a:rPr lang="en-US" sz="1400" dirty="0"/>
              <a:t> </a:t>
            </a:r>
            <a:r>
              <a:rPr lang="en-US" sz="1400" dirty="0" err="1"/>
              <a:t>móc</a:t>
            </a:r>
            <a:r>
              <a:rPr lang="en-US" sz="1400" dirty="0"/>
              <a:t>.</a:t>
            </a:r>
            <a:endParaRPr lang="vi-VN" sz="1400" dirty="0">
              <a:solidFill>
                <a:schemeClr val="bg1"/>
              </a:solidFill>
            </a:endParaRPr>
          </a:p>
        </p:txBody>
      </p:sp>
      <p:sp>
        <p:nvSpPr>
          <p:cNvPr id="10" name="Rectangle: Rounded Corners 9">
            <a:extLst>
              <a:ext uri="{FF2B5EF4-FFF2-40B4-BE49-F238E27FC236}">
                <a16:creationId xmlns:a16="http://schemas.microsoft.com/office/drawing/2014/main" id="{D80A1B4C-5341-CA60-C135-404170F693BF}"/>
              </a:ext>
            </a:extLst>
          </p:cNvPr>
          <p:cNvSpPr/>
          <p:nvPr/>
        </p:nvSpPr>
        <p:spPr>
          <a:xfrm>
            <a:off x="3256013" y="1373108"/>
            <a:ext cx="2610507" cy="568415"/>
          </a:xfrm>
          <a:prstGeom prst="roundRect">
            <a:avLst>
              <a:gd name="adj" fmla="val 4705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1041;p31">
            <a:extLst>
              <a:ext uri="{FF2B5EF4-FFF2-40B4-BE49-F238E27FC236}">
                <a16:creationId xmlns:a16="http://schemas.microsoft.com/office/drawing/2014/main" id="{3F7216D3-64D6-1E92-A9A8-33D53FDFDB07}"/>
              </a:ext>
            </a:extLst>
          </p:cNvPr>
          <p:cNvSpPr txBox="1">
            <a:spLocks/>
          </p:cNvSpPr>
          <p:nvPr/>
        </p:nvSpPr>
        <p:spPr>
          <a:xfrm>
            <a:off x="3256013" y="1372851"/>
            <a:ext cx="2610507" cy="568672"/>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2000"/>
              <a:buFont typeface="Montserrat"/>
              <a:buNone/>
              <a:defRPr sz="2000" b="1"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9pPr>
          </a:lstStyle>
          <a:p>
            <a:pPr marL="0" indent="0" algn="ctr"/>
            <a:r>
              <a:rPr lang="en-US" sz="1650" dirty="0" err="1">
                <a:solidFill>
                  <a:schemeClr val="accent6"/>
                </a:solidFill>
              </a:rPr>
              <a:t>Mất</a:t>
            </a:r>
            <a:r>
              <a:rPr lang="en-US" sz="1650" dirty="0">
                <a:solidFill>
                  <a:schemeClr val="accent6"/>
                </a:solidFill>
              </a:rPr>
              <a:t> </a:t>
            </a:r>
            <a:r>
              <a:rPr lang="en-US" sz="1650" dirty="0" err="1">
                <a:solidFill>
                  <a:schemeClr val="accent6"/>
                </a:solidFill>
              </a:rPr>
              <a:t>kết</a:t>
            </a:r>
            <a:r>
              <a:rPr lang="en-US" sz="1650" dirty="0">
                <a:solidFill>
                  <a:schemeClr val="accent6"/>
                </a:solidFill>
              </a:rPr>
              <a:t> </a:t>
            </a:r>
            <a:r>
              <a:rPr lang="en-US" sz="1650" dirty="0" err="1">
                <a:solidFill>
                  <a:schemeClr val="accent6"/>
                </a:solidFill>
              </a:rPr>
              <a:t>nối</a:t>
            </a:r>
            <a:r>
              <a:rPr lang="en-US" sz="1650" dirty="0">
                <a:solidFill>
                  <a:schemeClr val="accent6"/>
                </a:solidFill>
              </a:rPr>
              <a:t> Topology</a:t>
            </a:r>
          </a:p>
        </p:txBody>
      </p:sp>
      <p:sp>
        <p:nvSpPr>
          <p:cNvPr id="12" name="Rectangle: Rounded Corners 11">
            <a:extLst>
              <a:ext uri="{FF2B5EF4-FFF2-40B4-BE49-F238E27FC236}">
                <a16:creationId xmlns:a16="http://schemas.microsoft.com/office/drawing/2014/main" id="{D28E5C38-7AE7-6E18-DA22-7190DDFCDE15}"/>
              </a:ext>
            </a:extLst>
          </p:cNvPr>
          <p:cNvSpPr/>
          <p:nvPr/>
        </p:nvSpPr>
        <p:spPr>
          <a:xfrm>
            <a:off x="6145546" y="1274270"/>
            <a:ext cx="2868828" cy="3674292"/>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Google Shape;1040;p31">
            <a:extLst>
              <a:ext uri="{FF2B5EF4-FFF2-40B4-BE49-F238E27FC236}">
                <a16:creationId xmlns:a16="http://schemas.microsoft.com/office/drawing/2014/main" id="{5104D149-5305-6F49-F61C-6FEA388F3B9B}"/>
              </a:ext>
            </a:extLst>
          </p:cNvPr>
          <p:cNvSpPr txBox="1">
            <a:spLocks/>
          </p:cNvSpPr>
          <p:nvPr/>
        </p:nvSpPr>
        <p:spPr>
          <a:xfrm>
            <a:off x="6135521" y="3599047"/>
            <a:ext cx="2863906" cy="1047029"/>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lnSpc>
                <a:spcPct val="150000"/>
              </a:lnSpc>
              <a:buClr>
                <a:schemeClr val="bg1"/>
              </a:buClr>
            </a:pPr>
            <a:r>
              <a:rPr lang="en-US" sz="1400" dirty="0" err="1"/>
              <a:t>Ép</a:t>
            </a:r>
            <a:r>
              <a:rPr lang="en-US" sz="1400" dirty="0"/>
              <a:t> </a:t>
            </a:r>
            <a:r>
              <a:rPr lang="en-US" sz="1400" dirty="0" err="1"/>
              <a:t>đường</a:t>
            </a:r>
            <a:r>
              <a:rPr lang="en-US" sz="1400" dirty="0"/>
              <a:t> B-Spline </a:t>
            </a:r>
            <a:r>
              <a:rPr lang="en-US" sz="1400" dirty="0" err="1"/>
              <a:t>đi</a:t>
            </a:r>
            <a:r>
              <a:rPr lang="en-US" sz="1400" dirty="0"/>
              <a:t> qua </a:t>
            </a:r>
            <a:r>
              <a:rPr lang="en-US" sz="1400" dirty="0" err="1"/>
              <a:t>hàng</a:t>
            </a:r>
            <a:r>
              <a:rPr lang="en-US" sz="1400" dirty="0"/>
              <a:t> </a:t>
            </a:r>
            <a:r>
              <a:rPr lang="en-US" sz="1400" dirty="0" err="1"/>
              <a:t>ngàn</a:t>
            </a:r>
            <a:r>
              <a:rPr lang="en-US" sz="1400" dirty="0"/>
              <a:t> pixel </a:t>
            </a:r>
            <a:r>
              <a:rPr lang="en-US" sz="1400" dirty="0" err="1"/>
              <a:t>sẽ</a:t>
            </a:r>
            <a:r>
              <a:rPr lang="en-US" sz="1400" dirty="0"/>
              <a:t> </a:t>
            </a:r>
            <a:r>
              <a:rPr lang="en-US" sz="1400" dirty="0" err="1"/>
              <a:t>gây</a:t>
            </a:r>
            <a:r>
              <a:rPr lang="en-US" sz="1400" dirty="0"/>
              <a:t> </a:t>
            </a:r>
            <a:r>
              <a:rPr lang="en-US" sz="1400" dirty="0" err="1"/>
              <a:t>ra</a:t>
            </a:r>
            <a:r>
              <a:rPr lang="en-US" sz="1400" dirty="0"/>
              <a:t> </a:t>
            </a:r>
            <a:r>
              <a:rPr lang="en-US" sz="1400" dirty="0" err="1"/>
              <a:t>hiện</a:t>
            </a:r>
            <a:r>
              <a:rPr lang="en-US" sz="1400" dirty="0"/>
              <a:t> </a:t>
            </a:r>
            <a:r>
              <a:rPr lang="en-US" sz="1400" dirty="0" err="1"/>
              <a:t>tượng</a:t>
            </a:r>
            <a:r>
              <a:rPr lang="en-US" sz="1400" dirty="0"/>
              <a:t> </a:t>
            </a:r>
            <a:r>
              <a:rPr lang="en-US" sz="1400" dirty="0" err="1"/>
              <a:t>gấp</a:t>
            </a:r>
            <a:r>
              <a:rPr lang="en-US" sz="1400" dirty="0"/>
              <a:t> </a:t>
            </a:r>
            <a:r>
              <a:rPr lang="en-US" sz="1400" dirty="0" err="1"/>
              <a:t>khúc</a:t>
            </a:r>
            <a:r>
              <a:rPr lang="en-US" sz="1400" dirty="0"/>
              <a:t> li </a:t>
            </a:r>
            <a:r>
              <a:rPr lang="en-US" sz="1400" dirty="0" err="1"/>
              <a:t>ti</a:t>
            </a:r>
            <a:r>
              <a:rPr lang="en-US" sz="1400" dirty="0"/>
              <a:t>, </a:t>
            </a:r>
            <a:r>
              <a:rPr lang="en-US" sz="1400" dirty="0" err="1"/>
              <a:t>mất</a:t>
            </a:r>
            <a:r>
              <a:rPr lang="en-US" sz="1400" dirty="0"/>
              <a:t> </a:t>
            </a:r>
            <a:r>
              <a:rPr lang="en-US" sz="1400" dirty="0" err="1"/>
              <a:t>độ</a:t>
            </a:r>
            <a:r>
              <a:rPr lang="en-US" sz="1400" dirty="0"/>
              <a:t> </a:t>
            </a:r>
            <a:r>
              <a:rPr lang="en-US" sz="1400" dirty="0" err="1"/>
              <a:t>trơn</a:t>
            </a:r>
            <a:r>
              <a:rPr lang="en-US" sz="1400" dirty="0"/>
              <a:t> </a:t>
            </a:r>
            <a:r>
              <a:rPr lang="en-US" sz="1400" dirty="0" err="1"/>
              <a:t>láng</a:t>
            </a:r>
            <a:r>
              <a:rPr lang="en-US" sz="1400" dirty="0"/>
              <a:t>.</a:t>
            </a:r>
            <a:endParaRPr lang="vi-VN" sz="1400" dirty="0">
              <a:solidFill>
                <a:schemeClr val="bg1"/>
              </a:solidFill>
            </a:endParaRPr>
          </a:p>
        </p:txBody>
      </p:sp>
      <p:sp>
        <p:nvSpPr>
          <p:cNvPr id="15" name="Rectangle: Rounded Corners 14">
            <a:extLst>
              <a:ext uri="{FF2B5EF4-FFF2-40B4-BE49-F238E27FC236}">
                <a16:creationId xmlns:a16="http://schemas.microsoft.com/office/drawing/2014/main" id="{382ECF31-57A7-22D9-97A7-F5D8D9E659EF}"/>
              </a:ext>
            </a:extLst>
          </p:cNvPr>
          <p:cNvSpPr/>
          <p:nvPr/>
        </p:nvSpPr>
        <p:spPr>
          <a:xfrm>
            <a:off x="6274706" y="1374584"/>
            <a:ext cx="2610507" cy="568415"/>
          </a:xfrm>
          <a:prstGeom prst="roundRect">
            <a:avLst>
              <a:gd name="adj" fmla="val 4705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Google Shape;1041;p31">
            <a:extLst>
              <a:ext uri="{FF2B5EF4-FFF2-40B4-BE49-F238E27FC236}">
                <a16:creationId xmlns:a16="http://schemas.microsoft.com/office/drawing/2014/main" id="{53143502-3872-B5EE-C566-D6757DD2934A}"/>
              </a:ext>
            </a:extLst>
          </p:cNvPr>
          <p:cNvSpPr txBox="1">
            <a:spLocks/>
          </p:cNvSpPr>
          <p:nvPr/>
        </p:nvSpPr>
        <p:spPr>
          <a:xfrm>
            <a:off x="6145546" y="1374327"/>
            <a:ext cx="2853881" cy="568672"/>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2000"/>
              <a:buFont typeface="Montserrat"/>
              <a:buNone/>
              <a:defRPr sz="2000" b="1"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9pPr>
          </a:lstStyle>
          <a:p>
            <a:pPr marL="0" indent="0" algn="ctr"/>
            <a:r>
              <a:rPr lang="en-US" sz="1650" dirty="0" err="1">
                <a:solidFill>
                  <a:schemeClr val="accent6"/>
                </a:solidFill>
              </a:rPr>
              <a:t>Quá</a:t>
            </a:r>
            <a:r>
              <a:rPr lang="en-US" sz="1650" dirty="0">
                <a:solidFill>
                  <a:schemeClr val="accent6"/>
                </a:solidFill>
              </a:rPr>
              <a:t> </a:t>
            </a:r>
            <a:r>
              <a:rPr lang="en-US" sz="1650" dirty="0" err="1">
                <a:solidFill>
                  <a:schemeClr val="accent6"/>
                </a:solidFill>
              </a:rPr>
              <a:t>khớp</a:t>
            </a:r>
            <a:r>
              <a:rPr lang="en-US" sz="1650" dirty="0">
                <a:solidFill>
                  <a:schemeClr val="accent6"/>
                </a:solidFill>
              </a:rPr>
              <a:t> (Overfitting)</a:t>
            </a:r>
          </a:p>
        </p:txBody>
      </p:sp>
      <p:pic>
        <p:nvPicPr>
          <p:cNvPr id="26" name="Picture 25">
            <a:extLst>
              <a:ext uri="{FF2B5EF4-FFF2-40B4-BE49-F238E27FC236}">
                <a16:creationId xmlns:a16="http://schemas.microsoft.com/office/drawing/2014/main" id="{74339BFB-A888-25F0-E0F5-90C63F095E5D}"/>
              </a:ext>
            </a:extLst>
          </p:cNvPr>
          <p:cNvPicPr>
            <a:picLocks noChangeAspect="1"/>
          </p:cNvPicPr>
          <p:nvPr/>
        </p:nvPicPr>
        <p:blipFill>
          <a:blip r:embed="rId5"/>
          <a:srcRect/>
          <a:stretch/>
        </p:blipFill>
        <p:spPr>
          <a:xfrm>
            <a:off x="5375863" y="1462351"/>
            <a:ext cx="4408192" cy="2479607"/>
          </a:xfrm>
          <a:prstGeom prst="rect">
            <a:avLst/>
          </a:prstGeom>
        </p:spPr>
      </p:pic>
    </p:spTree>
    <p:extLst>
      <p:ext uri="{BB962C8B-B14F-4D97-AF65-F5344CB8AC3E}">
        <p14:creationId xmlns:p14="http://schemas.microsoft.com/office/powerpoint/2010/main" val="15761836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11">
          <a:extLst>
            <a:ext uri="{FF2B5EF4-FFF2-40B4-BE49-F238E27FC236}">
              <a16:creationId xmlns:a16="http://schemas.microsoft.com/office/drawing/2014/main" id="{67B062CD-6B65-6157-560C-DC8B2D54DFD1}"/>
            </a:ext>
          </a:extLst>
        </p:cNvPr>
        <p:cNvGrpSpPr/>
        <p:nvPr/>
      </p:nvGrpSpPr>
      <p:grpSpPr>
        <a:xfrm>
          <a:off x="0" y="0"/>
          <a:ext cx="0" cy="0"/>
          <a:chOff x="0" y="0"/>
          <a:chExt cx="0" cy="0"/>
        </a:xfrm>
      </p:grpSpPr>
      <p:sp>
        <p:nvSpPr>
          <p:cNvPr id="1112" name="Google Shape;1112;p33">
            <a:extLst>
              <a:ext uri="{FF2B5EF4-FFF2-40B4-BE49-F238E27FC236}">
                <a16:creationId xmlns:a16="http://schemas.microsoft.com/office/drawing/2014/main" id="{D6A5D1EF-E449-CBB4-758D-09C7D91F7A42}"/>
              </a:ext>
            </a:extLst>
          </p:cNvPr>
          <p:cNvSpPr txBox="1">
            <a:spLocks noGrp="1"/>
          </p:cNvSpPr>
          <p:nvPr>
            <p:ph type="title"/>
          </p:nvPr>
        </p:nvSpPr>
        <p:spPr>
          <a:xfrm>
            <a:off x="3771397" y="1063800"/>
            <a:ext cx="3946500" cy="11751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t>03</a:t>
            </a:r>
            <a:endParaRPr dirty="0"/>
          </a:p>
        </p:txBody>
      </p:sp>
      <p:sp>
        <p:nvSpPr>
          <p:cNvPr id="1113" name="Google Shape;1113;p33">
            <a:extLst>
              <a:ext uri="{FF2B5EF4-FFF2-40B4-BE49-F238E27FC236}">
                <a16:creationId xmlns:a16="http://schemas.microsoft.com/office/drawing/2014/main" id="{4CD4F7BF-D429-6E68-C348-DD9C941A98B2}"/>
              </a:ext>
            </a:extLst>
          </p:cNvPr>
          <p:cNvSpPr txBox="1">
            <a:spLocks noGrp="1"/>
          </p:cNvSpPr>
          <p:nvPr>
            <p:ph type="title" idx="2"/>
          </p:nvPr>
        </p:nvSpPr>
        <p:spPr>
          <a:xfrm>
            <a:off x="972926" y="2624225"/>
            <a:ext cx="6744721" cy="13538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latin typeface="Montserrat"/>
                <a:ea typeface="Montserrat"/>
                <a:cs typeface="Montserrat"/>
                <a:sym typeface="Montserrat"/>
              </a:rPr>
              <a:t>PHÂN TÍCH LỰA CHỌN, XÂY DỰNG THUẬT TOÁN</a:t>
            </a:r>
            <a:endParaRPr dirty="0">
              <a:latin typeface="Montserrat"/>
              <a:ea typeface="Montserrat"/>
              <a:cs typeface="Montserrat"/>
              <a:sym typeface="Montserrat"/>
            </a:endParaRPr>
          </a:p>
        </p:txBody>
      </p:sp>
      <p:grpSp>
        <p:nvGrpSpPr>
          <p:cNvPr id="1115" name="Google Shape;1115;p33">
            <a:extLst>
              <a:ext uri="{FF2B5EF4-FFF2-40B4-BE49-F238E27FC236}">
                <a16:creationId xmlns:a16="http://schemas.microsoft.com/office/drawing/2014/main" id="{770EC5D1-D79E-6022-9401-6B7A833AC366}"/>
              </a:ext>
            </a:extLst>
          </p:cNvPr>
          <p:cNvGrpSpPr/>
          <p:nvPr/>
        </p:nvGrpSpPr>
        <p:grpSpPr>
          <a:xfrm>
            <a:off x="4145419" y="2365691"/>
            <a:ext cx="3478000" cy="192185"/>
            <a:chOff x="4788672" y="2177404"/>
            <a:chExt cx="3478000" cy="192185"/>
          </a:xfrm>
        </p:grpSpPr>
        <p:sp>
          <p:nvSpPr>
            <p:cNvPr id="1116" name="Google Shape;1116;p33">
              <a:extLst>
                <a:ext uri="{FF2B5EF4-FFF2-40B4-BE49-F238E27FC236}">
                  <a16:creationId xmlns:a16="http://schemas.microsoft.com/office/drawing/2014/main" id="{12FC0F9B-3215-9E0C-56CD-EBA915427C70}"/>
                </a:ext>
              </a:extLst>
            </p:cNvPr>
            <p:cNvSpPr/>
            <p:nvPr/>
          </p:nvSpPr>
          <p:spPr>
            <a:xfrm rot="-2700000" flipH="1">
              <a:off x="72509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7" name="Google Shape;1117;p33">
              <a:extLst>
                <a:ext uri="{FF2B5EF4-FFF2-40B4-BE49-F238E27FC236}">
                  <a16:creationId xmlns:a16="http://schemas.microsoft.com/office/drawing/2014/main" id="{7D6B24CE-B4CC-4D8E-024C-7CB08B6F9F18}"/>
                </a:ext>
              </a:extLst>
            </p:cNvPr>
            <p:cNvCxnSpPr>
              <a:stCxn id="1118" idx="6"/>
              <a:endCxn id="1119" idx="2"/>
            </p:cNvCxnSpPr>
            <p:nvPr/>
          </p:nvCxnSpPr>
          <p:spPr>
            <a:xfrm rot="10800000">
              <a:off x="4845772" y="2272517"/>
              <a:ext cx="3363900" cy="0"/>
            </a:xfrm>
            <a:prstGeom prst="straightConnector1">
              <a:avLst/>
            </a:prstGeom>
            <a:noFill/>
            <a:ln w="9525" cap="flat" cmpd="sng">
              <a:solidFill>
                <a:schemeClr val="lt1"/>
              </a:solidFill>
              <a:prstDash val="solid"/>
              <a:round/>
              <a:headEnd type="none" w="med" len="med"/>
              <a:tailEnd type="none" w="med" len="med"/>
            </a:ln>
          </p:spPr>
        </p:cxnSp>
        <p:sp>
          <p:nvSpPr>
            <p:cNvPr id="1119" name="Google Shape;1119;p33">
              <a:extLst>
                <a:ext uri="{FF2B5EF4-FFF2-40B4-BE49-F238E27FC236}">
                  <a16:creationId xmlns:a16="http://schemas.microsoft.com/office/drawing/2014/main" id="{062B9C64-26FC-ADE5-EB70-6C401EA0B796}"/>
                </a:ext>
              </a:extLst>
            </p:cNvPr>
            <p:cNvSpPr/>
            <p:nvPr/>
          </p:nvSpPr>
          <p:spPr>
            <a:xfrm flipH="1">
              <a:off x="4788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33">
              <a:extLst>
                <a:ext uri="{FF2B5EF4-FFF2-40B4-BE49-F238E27FC236}">
                  <a16:creationId xmlns:a16="http://schemas.microsoft.com/office/drawing/2014/main" id="{A347C8A7-7D24-634A-8790-8CEF79FFBB63}"/>
                </a:ext>
              </a:extLst>
            </p:cNvPr>
            <p:cNvSpPr/>
            <p:nvPr/>
          </p:nvSpPr>
          <p:spPr>
            <a:xfrm flipH="1">
              <a:off x="8209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33">
            <a:extLst>
              <a:ext uri="{FF2B5EF4-FFF2-40B4-BE49-F238E27FC236}">
                <a16:creationId xmlns:a16="http://schemas.microsoft.com/office/drawing/2014/main" id="{C8194741-1A15-FF40-8F73-7C49BB4FE838}"/>
              </a:ext>
            </a:extLst>
          </p:cNvPr>
          <p:cNvGrpSpPr/>
          <p:nvPr/>
        </p:nvGrpSpPr>
        <p:grpSpPr>
          <a:xfrm flipH="1">
            <a:off x="7834772" y="2544125"/>
            <a:ext cx="1929500" cy="2210100"/>
            <a:chOff x="295725" y="-3462825"/>
            <a:chExt cx="1929500" cy="2210100"/>
          </a:xfrm>
        </p:grpSpPr>
        <p:sp>
          <p:nvSpPr>
            <p:cNvPr id="1121" name="Google Shape;1121;p33">
              <a:extLst>
                <a:ext uri="{FF2B5EF4-FFF2-40B4-BE49-F238E27FC236}">
                  <a16:creationId xmlns:a16="http://schemas.microsoft.com/office/drawing/2014/main" id="{39330F61-CC86-33FF-C412-E8EE165265EE}"/>
                </a:ext>
              </a:extLst>
            </p:cNvPr>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33">
              <a:extLst>
                <a:ext uri="{FF2B5EF4-FFF2-40B4-BE49-F238E27FC236}">
                  <a16:creationId xmlns:a16="http://schemas.microsoft.com/office/drawing/2014/main" id="{BB765B82-69CF-05B0-AF03-E43DB9F671AF}"/>
                </a:ext>
              </a:extLst>
            </p:cNvPr>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33">
              <a:extLst>
                <a:ext uri="{FF2B5EF4-FFF2-40B4-BE49-F238E27FC236}">
                  <a16:creationId xmlns:a16="http://schemas.microsoft.com/office/drawing/2014/main" id="{2AC78143-FD6F-DF5A-728E-12FA19AE2A04}"/>
                </a:ext>
              </a:extLst>
            </p:cNvPr>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33">
              <a:extLst>
                <a:ext uri="{FF2B5EF4-FFF2-40B4-BE49-F238E27FC236}">
                  <a16:creationId xmlns:a16="http://schemas.microsoft.com/office/drawing/2014/main" id="{DD54DAD9-ED32-D054-217D-24AED23754A8}"/>
                </a:ext>
              </a:extLst>
            </p:cNvPr>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3">
              <a:extLst>
                <a:ext uri="{FF2B5EF4-FFF2-40B4-BE49-F238E27FC236}">
                  <a16:creationId xmlns:a16="http://schemas.microsoft.com/office/drawing/2014/main" id="{0A707F1C-9EA3-12D8-2983-4DD3B9AD9BA6}"/>
                </a:ext>
              </a:extLst>
            </p:cNvPr>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3">
              <a:extLst>
                <a:ext uri="{FF2B5EF4-FFF2-40B4-BE49-F238E27FC236}">
                  <a16:creationId xmlns:a16="http://schemas.microsoft.com/office/drawing/2014/main" id="{5D3FA165-A96B-1225-6A10-0AD0255FA77C}"/>
                </a:ext>
              </a:extLst>
            </p:cNvPr>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3">
              <a:extLst>
                <a:ext uri="{FF2B5EF4-FFF2-40B4-BE49-F238E27FC236}">
                  <a16:creationId xmlns:a16="http://schemas.microsoft.com/office/drawing/2014/main" id="{98737D5A-FC76-C5BA-E7BE-643261FDD831}"/>
                </a:ext>
              </a:extLst>
            </p:cNvPr>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33">
              <a:extLst>
                <a:ext uri="{FF2B5EF4-FFF2-40B4-BE49-F238E27FC236}">
                  <a16:creationId xmlns:a16="http://schemas.microsoft.com/office/drawing/2014/main" id="{43581B12-CD46-BAE6-FB3C-CC62A6AA2292}"/>
                </a:ext>
              </a:extLst>
            </p:cNvPr>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33">
              <a:extLst>
                <a:ext uri="{FF2B5EF4-FFF2-40B4-BE49-F238E27FC236}">
                  <a16:creationId xmlns:a16="http://schemas.microsoft.com/office/drawing/2014/main" id="{94AA5324-BDA4-BB43-8D77-695A6E36968A}"/>
                </a:ext>
              </a:extLst>
            </p:cNvPr>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33">
              <a:extLst>
                <a:ext uri="{FF2B5EF4-FFF2-40B4-BE49-F238E27FC236}">
                  <a16:creationId xmlns:a16="http://schemas.microsoft.com/office/drawing/2014/main" id="{0B453D1C-27AB-6870-CC3F-78FD9ABF305F}"/>
                </a:ext>
              </a:extLst>
            </p:cNvPr>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3">
              <a:extLst>
                <a:ext uri="{FF2B5EF4-FFF2-40B4-BE49-F238E27FC236}">
                  <a16:creationId xmlns:a16="http://schemas.microsoft.com/office/drawing/2014/main" id="{DE16C743-1ECD-20FC-D6D2-55B4D9CB6413}"/>
                </a:ext>
              </a:extLst>
            </p:cNvPr>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3">
              <a:extLst>
                <a:ext uri="{FF2B5EF4-FFF2-40B4-BE49-F238E27FC236}">
                  <a16:creationId xmlns:a16="http://schemas.microsoft.com/office/drawing/2014/main" id="{7083D85B-068E-9D8A-4F19-231AAAAF7CB2}"/>
                </a:ext>
              </a:extLst>
            </p:cNvPr>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3">
              <a:extLst>
                <a:ext uri="{FF2B5EF4-FFF2-40B4-BE49-F238E27FC236}">
                  <a16:creationId xmlns:a16="http://schemas.microsoft.com/office/drawing/2014/main" id="{6677F485-1C33-88B0-E142-3E452861F3F1}"/>
                </a:ext>
              </a:extLst>
            </p:cNvPr>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3">
              <a:extLst>
                <a:ext uri="{FF2B5EF4-FFF2-40B4-BE49-F238E27FC236}">
                  <a16:creationId xmlns:a16="http://schemas.microsoft.com/office/drawing/2014/main" id="{B9A732D9-6400-7565-E683-260EB72BFA51}"/>
                </a:ext>
              </a:extLst>
            </p:cNvPr>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3">
              <a:extLst>
                <a:ext uri="{FF2B5EF4-FFF2-40B4-BE49-F238E27FC236}">
                  <a16:creationId xmlns:a16="http://schemas.microsoft.com/office/drawing/2014/main" id="{D051E93E-8B9E-8B2C-C831-61480FCE01C6}"/>
                </a:ext>
              </a:extLst>
            </p:cNvPr>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3">
              <a:extLst>
                <a:ext uri="{FF2B5EF4-FFF2-40B4-BE49-F238E27FC236}">
                  <a16:creationId xmlns:a16="http://schemas.microsoft.com/office/drawing/2014/main" id="{FBC1C16F-41A4-9198-5ECD-A2328A6589E6}"/>
                </a:ext>
              </a:extLst>
            </p:cNvPr>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3">
              <a:extLst>
                <a:ext uri="{FF2B5EF4-FFF2-40B4-BE49-F238E27FC236}">
                  <a16:creationId xmlns:a16="http://schemas.microsoft.com/office/drawing/2014/main" id="{EDB24995-D681-E82B-FEBF-ED392938CED6}"/>
                </a:ext>
              </a:extLst>
            </p:cNvPr>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3">
              <a:extLst>
                <a:ext uri="{FF2B5EF4-FFF2-40B4-BE49-F238E27FC236}">
                  <a16:creationId xmlns:a16="http://schemas.microsoft.com/office/drawing/2014/main" id="{06D03736-FF4E-2F34-185B-E63E3E7A29E6}"/>
                </a:ext>
              </a:extLst>
            </p:cNvPr>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33">
              <a:extLst>
                <a:ext uri="{FF2B5EF4-FFF2-40B4-BE49-F238E27FC236}">
                  <a16:creationId xmlns:a16="http://schemas.microsoft.com/office/drawing/2014/main" id="{92EE2E8E-A5C7-AEEC-8CC4-C23A18207F9C}"/>
                </a:ext>
              </a:extLst>
            </p:cNvPr>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33">
              <a:extLst>
                <a:ext uri="{FF2B5EF4-FFF2-40B4-BE49-F238E27FC236}">
                  <a16:creationId xmlns:a16="http://schemas.microsoft.com/office/drawing/2014/main" id="{1383F727-926E-88A3-43B2-7B1FE9686C24}"/>
                </a:ext>
              </a:extLst>
            </p:cNvPr>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33">
              <a:extLst>
                <a:ext uri="{FF2B5EF4-FFF2-40B4-BE49-F238E27FC236}">
                  <a16:creationId xmlns:a16="http://schemas.microsoft.com/office/drawing/2014/main" id="{7FDB354D-33AA-C16E-2EBA-EF653DDD8C34}"/>
                </a:ext>
              </a:extLst>
            </p:cNvPr>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33">
              <a:extLst>
                <a:ext uri="{FF2B5EF4-FFF2-40B4-BE49-F238E27FC236}">
                  <a16:creationId xmlns:a16="http://schemas.microsoft.com/office/drawing/2014/main" id="{907FEC89-ABD1-B454-5B7F-499A5981F2CA}"/>
                </a:ext>
              </a:extLst>
            </p:cNvPr>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33">
              <a:extLst>
                <a:ext uri="{FF2B5EF4-FFF2-40B4-BE49-F238E27FC236}">
                  <a16:creationId xmlns:a16="http://schemas.microsoft.com/office/drawing/2014/main" id="{2B7C32B2-12A8-8F54-8E29-25B1DC6E0F49}"/>
                </a:ext>
              </a:extLst>
            </p:cNvPr>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33">
              <a:extLst>
                <a:ext uri="{FF2B5EF4-FFF2-40B4-BE49-F238E27FC236}">
                  <a16:creationId xmlns:a16="http://schemas.microsoft.com/office/drawing/2014/main" id="{B5A4B22C-3275-6BE6-B2FF-0A11D1AED36D}"/>
                </a:ext>
              </a:extLst>
            </p:cNvPr>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33">
              <a:extLst>
                <a:ext uri="{FF2B5EF4-FFF2-40B4-BE49-F238E27FC236}">
                  <a16:creationId xmlns:a16="http://schemas.microsoft.com/office/drawing/2014/main" id="{1E7F2F6C-6251-4DFC-0693-0FE258136219}"/>
                </a:ext>
              </a:extLst>
            </p:cNvPr>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 name="Google Shape;1146;p33">
            <a:extLst>
              <a:ext uri="{FF2B5EF4-FFF2-40B4-BE49-F238E27FC236}">
                <a16:creationId xmlns:a16="http://schemas.microsoft.com/office/drawing/2014/main" id="{E3ED00DD-549A-535F-3C34-D223D0A0C72D}"/>
              </a:ext>
            </a:extLst>
          </p:cNvPr>
          <p:cNvGrpSpPr/>
          <p:nvPr/>
        </p:nvGrpSpPr>
        <p:grpSpPr>
          <a:xfrm>
            <a:off x="2029358" y="2295001"/>
            <a:ext cx="873188" cy="546900"/>
            <a:chOff x="1115510" y="4327288"/>
            <a:chExt cx="873188" cy="546900"/>
          </a:xfrm>
        </p:grpSpPr>
        <p:sp>
          <p:nvSpPr>
            <p:cNvPr id="1147" name="Google Shape;1147;p33">
              <a:extLst>
                <a:ext uri="{FF2B5EF4-FFF2-40B4-BE49-F238E27FC236}">
                  <a16:creationId xmlns:a16="http://schemas.microsoft.com/office/drawing/2014/main" id="{D0A01A8C-83CB-1374-887D-2E84D84E8775}"/>
                </a:ext>
              </a:extLst>
            </p:cNvPr>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8" name="Google Shape;1148;p33">
              <a:extLst>
                <a:ext uri="{FF2B5EF4-FFF2-40B4-BE49-F238E27FC236}">
                  <a16:creationId xmlns:a16="http://schemas.microsoft.com/office/drawing/2014/main" id="{7E3C8FE5-1657-6189-1FF6-1EC006D22468}"/>
                </a:ext>
              </a:extLst>
            </p:cNvPr>
            <p:cNvGrpSpPr/>
            <p:nvPr/>
          </p:nvGrpSpPr>
          <p:grpSpPr>
            <a:xfrm flipH="1">
              <a:off x="1664772" y="4493938"/>
              <a:ext cx="323925" cy="323650"/>
              <a:chOff x="1608625" y="299800"/>
              <a:chExt cx="323925" cy="323650"/>
            </a:xfrm>
          </p:grpSpPr>
          <p:sp>
            <p:nvSpPr>
              <p:cNvPr id="1149" name="Google Shape;1149;p33">
                <a:extLst>
                  <a:ext uri="{FF2B5EF4-FFF2-40B4-BE49-F238E27FC236}">
                    <a16:creationId xmlns:a16="http://schemas.microsoft.com/office/drawing/2014/main" id="{910C28B2-3E1F-FBEB-2DD9-7AC8A67897D0}"/>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33">
                <a:extLst>
                  <a:ext uri="{FF2B5EF4-FFF2-40B4-BE49-F238E27FC236}">
                    <a16:creationId xmlns:a16="http://schemas.microsoft.com/office/drawing/2014/main" id="{7DE97E96-FE83-CF79-D94C-09BD87963F39}"/>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33">
                <a:extLst>
                  <a:ext uri="{FF2B5EF4-FFF2-40B4-BE49-F238E27FC236}">
                    <a16:creationId xmlns:a16="http://schemas.microsoft.com/office/drawing/2014/main" id="{D54D37A8-F4EB-AAD9-27C4-C56676C22322}"/>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39658388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251"/>
        <p:cNvGrpSpPr/>
        <p:nvPr/>
      </p:nvGrpSpPr>
      <p:grpSpPr>
        <a:xfrm>
          <a:off x="0" y="0"/>
          <a:ext cx="0" cy="0"/>
          <a:chOff x="0" y="0"/>
          <a:chExt cx="0" cy="0"/>
        </a:xfrm>
      </p:grpSpPr>
      <p:sp>
        <p:nvSpPr>
          <p:cNvPr id="1252" name="Google Shape;1252;p36"/>
          <p:cNvSpPr txBox="1">
            <a:spLocks noGrp="1"/>
          </p:cNvSpPr>
          <p:nvPr>
            <p:ph type="title"/>
          </p:nvPr>
        </p:nvSpPr>
        <p:spPr>
          <a:xfrm>
            <a:off x="789416" y="227484"/>
            <a:ext cx="7578300" cy="4956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dirty="0"/>
              <a:t>PHÂN TÍCH LỰA CHỌN</a:t>
            </a:r>
            <a:endParaRPr dirty="0"/>
          </a:p>
        </p:txBody>
      </p:sp>
      <p:graphicFrame>
        <p:nvGraphicFramePr>
          <p:cNvPr id="1253" name="Google Shape;1253;p36"/>
          <p:cNvGraphicFramePr/>
          <p:nvPr>
            <p:extLst>
              <p:ext uri="{D42A27DB-BD31-4B8C-83A1-F6EECF244321}">
                <p14:modId xmlns:p14="http://schemas.microsoft.com/office/powerpoint/2010/main" val="3984107762"/>
              </p:ext>
            </p:extLst>
          </p:nvPr>
        </p:nvGraphicFramePr>
        <p:xfrm>
          <a:off x="782900" y="1202438"/>
          <a:ext cx="7578200" cy="2922215"/>
        </p:xfrm>
        <a:graphic>
          <a:graphicData uri="http://schemas.openxmlformats.org/drawingml/2006/table">
            <a:tbl>
              <a:tblPr>
                <a:noFill/>
                <a:tableStyleId>{7AEFDC93-782D-4E4C-A218-EDA5358B997B}</a:tableStyleId>
              </a:tblPr>
              <a:tblGrid>
                <a:gridCol w="2037140">
                  <a:extLst>
                    <a:ext uri="{9D8B030D-6E8A-4147-A177-3AD203B41FA5}">
                      <a16:colId xmlns:a16="http://schemas.microsoft.com/office/drawing/2014/main" val="20000"/>
                    </a:ext>
                  </a:extLst>
                </a:gridCol>
                <a:gridCol w="960505">
                  <a:extLst>
                    <a:ext uri="{9D8B030D-6E8A-4147-A177-3AD203B41FA5}">
                      <a16:colId xmlns:a16="http://schemas.microsoft.com/office/drawing/2014/main" val="20001"/>
                    </a:ext>
                  </a:extLst>
                </a:gridCol>
                <a:gridCol w="1367758">
                  <a:extLst>
                    <a:ext uri="{9D8B030D-6E8A-4147-A177-3AD203B41FA5}">
                      <a16:colId xmlns:a16="http://schemas.microsoft.com/office/drawing/2014/main" val="20002"/>
                    </a:ext>
                  </a:extLst>
                </a:gridCol>
                <a:gridCol w="1313969">
                  <a:extLst>
                    <a:ext uri="{9D8B030D-6E8A-4147-A177-3AD203B41FA5}">
                      <a16:colId xmlns:a16="http://schemas.microsoft.com/office/drawing/2014/main" val="20003"/>
                    </a:ext>
                  </a:extLst>
                </a:gridCol>
                <a:gridCol w="1898828">
                  <a:extLst>
                    <a:ext uri="{9D8B030D-6E8A-4147-A177-3AD203B41FA5}">
                      <a16:colId xmlns:a16="http://schemas.microsoft.com/office/drawing/2014/main" val="2709395016"/>
                    </a:ext>
                  </a:extLst>
                </a:gridCol>
              </a:tblGrid>
              <a:tr h="499175">
                <a:tc>
                  <a:txBody>
                    <a:bodyPr/>
                    <a:lstStyle/>
                    <a:p>
                      <a:pPr marL="0" lvl="0" indent="0" algn="ctr" rtl="0">
                        <a:spcBef>
                          <a:spcPts val="0"/>
                        </a:spcBef>
                        <a:spcAft>
                          <a:spcPts val="0"/>
                        </a:spcAft>
                        <a:buNone/>
                      </a:pPr>
                      <a:r>
                        <a:rPr lang="en-US" sz="1200" b="1" dirty="0" err="1">
                          <a:solidFill>
                            <a:schemeClr val="accent6">
                              <a:lumMod val="95000"/>
                            </a:schemeClr>
                          </a:solidFill>
                          <a:latin typeface="Montserrat"/>
                          <a:ea typeface="Montserrat"/>
                          <a:cs typeface="Montserrat"/>
                          <a:sym typeface="Montserrat"/>
                        </a:rPr>
                        <a:t>Giải</a:t>
                      </a:r>
                      <a:r>
                        <a:rPr lang="en-US" sz="1200" b="1" dirty="0">
                          <a:solidFill>
                            <a:schemeClr val="accent6">
                              <a:lumMod val="95000"/>
                            </a:schemeClr>
                          </a:solidFill>
                          <a:latin typeface="Montserrat"/>
                          <a:ea typeface="Montserrat"/>
                          <a:cs typeface="Montserrat"/>
                          <a:sym typeface="Montserrat"/>
                        </a:rPr>
                        <a:t> </a:t>
                      </a:r>
                      <a:r>
                        <a:rPr lang="en-US" sz="1200" b="1" dirty="0" err="1">
                          <a:solidFill>
                            <a:schemeClr val="accent6">
                              <a:lumMod val="95000"/>
                            </a:schemeClr>
                          </a:solidFill>
                          <a:latin typeface="Montserrat"/>
                          <a:ea typeface="Montserrat"/>
                          <a:cs typeface="Montserrat"/>
                          <a:sym typeface="Montserrat"/>
                        </a:rPr>
                        <a:t>pháp</a:t>
                      </a:r>
                      <a:endParaRPr lang="en-US" sz="1200" b="1" dirty="0">
                        <a:solidFill>
                          <a:schemeClr val="accent6">
                            <a:lumMod val="95000"/>
                          </a:schemeClr>
                        </a:solidFill>
                        <a:latin typeface="Montserrat"/>
                        <a:ea typeface="Montserrat"/>
                        <a:cs typeface="Montserrat"/>
                        <a:sym typeface="Montserrat"/>
                      </a:endParaRPr>
                    </a:p>
                  </a:txBody>
                  <a:tcPr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1"/>
                      </a:solidFill>
                      <a:prstDash val="solid"/>
                      <a:round/>
                      <a:headEnd type="none" w="sm" len="sm"/>
                      <a:tailEnd type="none" w="sm" len="sm"/>
                    </a:lnB>
                    <a:solidFill>
                      <a:schemeClr val="bg1"/>
                    </a:solidFill>
                  </a:tcPr>
                </a:tc>
                <a:tc>
                  <a:txBody>
                    <a:bodyPr/>
                    <a:lstStyle/>
                    <a:p>
                      <a:pPr marL="0" lvl="0" indent="0" algn="ctr" rtl="0">
                        <a:spcBef>
                          <a:spcPts val="0"/>
                        </a:spcBef>
                        <a:spcAft>
                          <a:spcPts val="0"/>
                        </a:spcAft>
                        <a:buNone/>
                      </a:pPr>
                      <a:r>
                        <a:rPr lang="en-US" sz="1200" b="1" dirty="0" err="1">
                          <a:solidFill>
                            <a:schemeClr val="accent6">
                              <a:lumMod val="95000"/>
                            </a:schemeClr>
                          </a:solidFill>
                          <a:latin typeface="Montserrat"/>
                          <a:ea typeface="Montserrat"/>
                          <a:cs typeface="Montserrat"/>
                          <a:sym typeface="Montserrat"/>
                        </a:rPr>
                        <a:t>Tự</a:t>
                      </a:r>
                      <a:r>
                        <a:rPr lang="en-US" sz="1200" b="1" dirty="0">
                          <a:solidFill>
                            <a:schemeClr val="accent6">
                              <a:lumMod val="95000"/>
                            </a:schemeClr>
                          </a:solidFill>
                          <a:latin typeface="Montserrat"/>
                          <a:ea typeface="Montserrat"/>
                          <a:cs typeface="Montserrat"/>
                          <a:sym typeface="Montserrat"/>
                        </a:rPr>
                        <a:t> </a:t>
                      </a:r>
                      <a:r>
                        <a:rPr lang="en-US" sz="1200" b="1" dirty="0" err="1">
                          <a:solidFill>
                            <a:schemeClr val="accent6">
                              <a:lumMod val="95000"/>
                            </a:schemeClr>
                          </a:solidFill>
                          <a:latin typeface="Montserrat"/>
                          <a:ea typeface="Montserrat"/>
                          <a:cs typeface="Montserrat"/>
                          <a:sym typeface="Montserrat"/>
                        </a:rPr>
                        <a:t>động</a:t>
                      </a:r>
                      <a:r>
                        <a:rPr lang="en-US" sz="1200" b="1" dirty="0">
                          <a:solidFill>
                            <a:schemeClr val="accent6">
                              <a:lumMod val="95000"/>
                            </a:schemeClr>
                          </a:solidFill>
                          <a:latin typeface="Montserrat"/>
                          <a:ea typeface="Montserrat"/>
                          <a:cs typeface="Montserrat"/>
                          <a:sym typeface="Montserrat"/>
                        </a:rPr>
                        <a:t> </a:t>
                      </a:r>
                      <a:r>
                        <a:rPr lang="en-US" sz="1200" b="1" dirty="0" err="1">
                          <a:solidFill>
                            <a:schemeClr val="accent6">
                              <a:lumMod val="95000"/>
                            </a:schemeClr>
                          </a:solidFill>
                          <a:latin typeface="Montserrat"/>
                          <a:ea typeface="Montserrat"/>
                          <a:cs typeface="Montserrat"/>
                          <a:sym typeface="Montserrat"/>
                        </a:rPr>
                        <a:t>hóa</a:t>
                      </a:r>
                      <a:endParaRPr lang="en-US" sz="1200" b="1" dirty="0">
                        <a:solidFill>
                          <a:schemeClr val="accent6">
                            <a:lumMod val="95000"/>
                          </a:schemeClr>
                        </a:solidFill>
                        <a:latin typeface="Montserrat"/>
                        <a:ea typeface="Montserrat"/>
                        <a:cs typeface="Montserrat"/>
                        <a:sym typeface="Montserrat"/>
                      </a:endParaRPr>
                    </a:p>
                  </a:txBody>
                  <a:tcPr anchor="ctr">
                    <a:lnL w="9525" cap="flat" cmpd="sng" algn="ctr">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lgn="ctr">
                      <a:solidFill>
                        <a:schemeClr val="lt1"/>
                      </a:solidFill>
                      <a:prstDash val="solid"/>
                      <a:round/>
                      <a:headEnd type="none" w="sm" len="sm"/>
                      <a:tailEnd type="none" w="sm" len="sm"/>
                    </a:lnB>
                    <a:solidFill>
                      <a:schemeClr val="bg1"/>
                    </a:solidFill>
                  </a:tcPr>
                </a:tc>
                <a:tc>
                  <a:txBody>
                    <a:bodyPr/>
                    <a:lstStyle/>
                    <a:p>
                      <a:pPr marL="0" lvl="0" indent="0" algn="ctr" rtl="0">
                        <a:spcBef>
                          <a:spcPts val="0"/>
                        </a:spcBef>
                        <a:spcAft>
                          <a:spcPts val="0"/>
                        </a:spcAft>
                        <a:buNone/>
                      </a:pPr>
                      <a:r>
                        <a:rPr lang="en" sz="1200" b="1" dirty="0">
                          <a:solidFill>
                            <a:schemeClr val="accent6">
                              <a:lumMod val="95000"/>
                            </a:schemeClr>
                          </a:solidFill>
                          <a:latin typeface="Montserrat"/>
                          <a:ea typeface="Montserrat"/>
                          <a:cs typeface="Montserrat"/>
                          <a:sym typeface="Montserrat"/>
                        </a:rPr>
                        <a:t>Chống quá khớp</a:t>
                      </a:r>
                      <a:endParaRPr sz="1200" b="1" dirty="0">
                        <a:solidFill>
                          <a:schemeClr val="accent6">
                            <a:lumMod val="95000"/>
                          </a:schemeClr>
                        </a:solidFill>
                        <a:latin typeface="Montserrat"/>
                        <a:ea typeface="Montserrat"/>
                        <a:cs typeface="Montserrat"/>
                        <a:sym typeface="Montserrat"/>
                      </a:endParaRPr>
                    </a:p>
                  </a:txBody>
                  <a:tcPr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1"/>
                      </a:solidFill>
                      <a:prstDash val="solid"/>
                      <a:round/>
                      <a:headEnd type="none" w="sm" len="sm"/>
                      <a:tailEnd type="none" w="sm" len="sm"/>
                    </a:lnB>
                    <a:solidFill>
                      <a:schemeClr val="bg1"/>
                    </a:solidFill>
                  </a:tcPr>
                </a:tc>
                <a:tc>
                  <a:txBody>
                    <a:bodyPr/>
                    <a:lstStyle/>
                    <a:p>
                      <a:pPr marL="0" lvl="0" indent="0" algn="ctr" rtl="0">
                        <a:spcBef>
                          <a:spcPts val="0"/>
                        </a:spcBef>
                        <a:spcAft>
                          <a:spcPts val="0"/>
                        </a:spcAft>
                        <a:buNone/>
                      </a:pPr>
                      <a:r>
                        <a:rPr lang="en" sz="1200" b="1" dirty="0">
                          <a:solidFill>
                            <a:schemeClr val="accent6">
                              <a:lumMod val="95000"/>
                            </a:schemeClr>
                          </a:solidFill>
                          <a:latin typeface="Montserrat"/>
                          <a:ea typeface="Montserrat"/>
                          <a:cs typeface="Montserrat"/>
                          <a:sym typeface="Montserrat"/>
                        </a:rPr>
                        <a:t>Chống nhảy nét</a:t>
                      </a:r>
                      <a:endParaRPr sz="1200" b="1" dirty="0">
                        <a:solidFill>
                          <a:schemeClr val="accent6">
                            <a:lumMod val="95000"/>
                          </a:schemeClr>
                        </a:solidFill>
                        <a:latin typeface="Montserrat"/>
                        <a:ea typeface="Montserrat"/>
                        <a:cs typeface="Montserrat"/>
                        <a:sym typeface="Montserrat"/>
                      </a:endParaRPr>
                    </a:p>
                  </a:txBody>
                  <a:tcPr anchor="ctr">
                    <a:lnL w="9525" cap="flat" cmpd="sng">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1"/>
                      </a:solidFill>
                      <a:prstDash val="solid"/>
                      <a:round/>
                      <a:headEnd type="none" w="sm" len="sm"/>
                      <a:tailEnd type="none" w="sm" len="sm"/>
                    </a:lnB>
                    <a:solidFill>
                      <a:schemeClr val="bg1"/>
                    </a:solidFill>
                  </a:tcPr>
                </a:tc>
                <a:tc>
                  <a:txBody>
                    <a:bodyPr/>
                    <a:lstStyle/>
                    <a:p>
                      <a:pPr marL="0" lvl="0" indent="0" algn="ctr" rtl="0">
                        <a:spcBef>
                          <a:spcPts val="0"/>
                        </a:spcBef>
                        <a:spcAft>
                          <a:spcPts val="0"/>
                        </a:spcAft>
                        <a:buNone/>
                      </a:pPr>
                      <a:r>
                        <a:rPr lang="en-US" sz="1200" b="1" dirty="0" err="1">
                          <a:solidFill>
                            <a:schemeClr val="accent6">
                              <a:lumMod val="95000"/>
                            </a:schemeClr>
                          </a:solidFill>
                          <a:latin typeface="Montserrat"/>
                          <a:ea typeface="Montserrat"/>
                          <a:cs typeface="Montserrat"/>
                          <a:sym typeface="Montserrat"/>
                        </a:rPr>
                        <a:t>Xuất</a:t>
                      </a:r>
                      <a:r>
                        <a:rPr lang="en-US" sz="1200" b="1" dirty="0">
                          <a:solidFill>
                            <a:schemeClr val="accent6">
                              <a:lumMod val="95000"/>
                            </a:schemeClr>
                          </a:solidFill>
                          <a:latin typeface="Montserrat"/>
                          <a:ea typeface="Montserrat"/>
                          <a:cs typeface="Montserrat"/>
                          <a:sym typeface="Montserrat"/>
                        </a:rPr>
                        <a:t> file .</a:t>
                      </a:r>
                      <a:r>
                        <a:rPr lang="en-US" sz="1200" b="1" dirty="0" err="1">
                          <a:solidFill>
                            <a:schemeClr val="accent6">
                              <a:lumMod val="95000"/>
                            </a:schemeClr>
                          </a:solidFill>
                          <a:latin typeface="Montserrat"/>
                          <a:ea typeface="Montserrat"/>
                          <a:cs typeface="Montserrat"/>
                          <a:sym typeface="Montserrat"/>
                        </a:rPr>
                        <a:t>dat</a:t>
                      </a:r>
                      <a:r>
                        <a:rPr lang="en-US" sz="1200" b="1" dirty="0">
                          <a:solidFill>
                            <a:schemeClr val="accent6">
                              <a:lumMod val="95000"/>
                            </a:schemeClr>
                          </a:solidFill>
                          <a:latin typeface="Montserrat"/>
                          <a:ea typeface="Montserrat"/>
                          <a:cs typeface="Montserrat"/>
                          <a:sym typeface="Montserrat"/>
                        </a:rPr>
                        <a:t> </a:t>
                      </a:r>
                      <a:r>
                        <a:rPr lang="en-US" sz="1200" b="1" dirty="0" err="1">
                          <a:solidFill>
                            <a:schemeClr val="accent6">
                              <a:lumMod val="95000"/>
                            </a:schemeClr>
                          </a:solidFill>
                          <a:latin typeface="Montserrat"/>
                          <a:ea typeface="Montserrat"/>
                          <a:cs typeface="Montserrat"/>
                          <a:sym typeface="Montserrat"/>
                        </a:rPr>
                        <a:t>chuẩn</a:t>
                      </a:r>
                      <a:endParaRPr sz="1200" b="1" dirty="0">
                        <a:solidFill>
                          <a:schemeClr val="accent6">
                            <a:lumMod val="95000"/>
                          </a:schemeClr>
                        </a:solidFill>
                        <a:latin typeface="Montserrat"/>
                        <a:ea typeface="Montserrat"/>
                        <a:cs typeface="Montserrat"/>
                        <a:sym typeface="Montserrat"/>
                      </a:endParaRPr>
                    </a:p>
                  </a:txBody>
                  <a:tcPr anchor="ctr">
                    <a:lnL w="9525" cap="flat" cmpd="sng">
                      <a:solidFill>
                        <a:schemeClr val="lt1"/>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lgn="ctr">
                      <a:solidFill>
                        <a:schemeClr val="lt1"/>
                      </a:solidFill>
                      <a:prstDash val="solid"/>
                      <a:round/>
                      <a:headEnd type="none" w="sm" len="sm"/>
                      <a:tailEnd type="none" w="sm" len="sm"/>
                    </a:lnB>
                    <a:solidFill>
                      <a:schemeClr val="bg1"/>
                    </a:solidFill>
                  </a:tcPr>
                </a:tc>
                <a:extLst>
                  <a:ext uri="{0D108BD9-81ED-4DB2-BD59-A6C34878D82A}">
                    <a16:rowId xmlns:a16="http://schemas.microsoft.com/office/drawing/2014/main" val="10000"/>
                  </a:ext>
                </a:extLst>
              </a:tr>
              <a:tr h="563850">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Phần mềm thương mại (Adobe)</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a:t>
                      </a:r>
                      <a:endParaRPr sz="1200" dirty="0">
                        <a:solidFill>
                          <a:schemeClr val="lt1"/>
                        </a:solidFill>
                        <a:latin typeface="Montserrat"/>
                        <a:ea typeface="Montserrat"/>
                        <a:cs typeface="Montserrat"/>
                        <a:sym typeface="Montserrat"/>
                      </a:endParaRPr>
                    </a:p>
                  </a:txBody>
                  <a:tcPr marL="91425" marR="91425" marT="91425" marB="91425" anchor="ctr">
                    <a:lnL w="9525" cap="flat" cmpd="sng" algn="ctr">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Không</a:t>
                      </a:r>
                      <a:r>
                        <a:rPr lang="en-US" sz="1200" dirty="0">
                          <a:solidFill>
                            <a:schemeClr val="lt1"/>
                          </a:solidFill>
                          <a:latin typeface="Montserrat"/>
                          <a:ea typeface="Montserrat"/>
                          <a:cs typeface="Montserrat"/>
                          <a:sym typeface="Montserrat"/>
                        </a:rPr>
                        <a:t> can </a:t>
                      </a:r>
                      <a:r>
                        <a:rPr lang="en-US" sz="1200" dirty="0" err="1">
                          <a:solidFill>
                            <a:schemeClr val="lt1"/>
                          </a:solidFill>
                          <a:latin typeface="Montserrat"/>
                          <a:ea typeface="Montserrat"/>
                          <a:cs typeface="Montserrat"/>
                          <a:sym typeface="Montserrat"/>
                        </a:rPr>
                        <a:t>thiệp</a:t>
                      </a: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được</a:t>
                      </a: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toán</a:t>
                      </a: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học</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chemeClr val="lt1"/>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563850">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Hàm nội suy Python (Scipy)</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a:t>
                      </a:r>
                      <a:endParaRPr sz="1200" dirty="0">
                        <a:solidFill>
                          <a:schemeClr val="lt1"/>
                        </a:solidFill>
                        <a:latin typeface="Montserrat"/>
                        <a:ea typeface="Montserrat"/>
                        <a:cs typeface="Montserrat"/>
                        <a:sym typeface="Montserrat"/>
                      </a:endParaRPr>
                    </a:p>
                  </a:txBody>
                  <a:tcPr marL="91425" marR="91425" marT="91425" marB="91425" anchor="ctr">
                    <a:lnL w="9525" cap="flat" cmpd="sng" algn="ctr">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 Dễ bám nhiễu</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Không</a:t>
                      </a: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hỗ</a:t>
                      </a: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trợ</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chemeClr val="lt1"/>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563850">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Nearest Neighbor Cơ bản</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a:t>
                      </a:r>
                      <a:endParaRPr sz="1200" dirty="0">
                        <a:solidFill>
                          <a:schemeClr val="lt1"/>
                        </a:solidFill>
                        <a:latin typeface="Montserrat"/>
                        <a:ea typeface="Montserrat"/>
                        <a:cs typeface="Montserrat"/>
                        <a:sym typeface="Montserrat"/>
                      </a:endParaRPr>
                    </a:p>
                  </a:txBody>
                  <a:tcPr marL="91425" marR="91425" marT="91425" marB="91425" anchor="ctr">
                    <a:lnL w="9525" cap="flat" cmpd="sng" algn="ctr">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Cảnh báo</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 Kẹt vòng lặp ngã tư</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solidFill>
                        <a:schemeClr val="lt1"/>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56385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200" b="1" dirty="0" err="1">
                          <a:solidFill>
                            <a:schemeClr val="lt1"/>
                          </a:solidFill>
                          <a:latin typeface="Montserrat"/>
                          <a:ea typeface="Montserrat"/>
                          <a:cs typeface="Montserrat"/>
                          <a:sym typeface="Montserrat"/>
                        </a:rPr>
                        <a:t>Giải</a:t>
                      </a:r>
                      <a:r>
                        <a:rPr lang="en-US" sz="1200" b="1" dirty="0">
                          <a:solidFill>
                            <a:schemeClr val="lt1"/>
                          </a:solidFill>
                          <a:latin typeface="Montserrat"/>
                          <a:ea typeface="Montserrat"/>
                          <a:cs typeface="Montserrat"/>
                          <a:sym typeface="Montserrat"/>
                        </a:rPr>
                        <a:t> </a:t>
                      </a:r>
                      <a:r>
                        <a:rPr lang="en-US" sz="1200" b="1" dirty="0" err="1">
                          <a:solidFill>
                            <a:schemeClr val="lt1"/>
                          </a:solidFill>
                          <a:latin typeface="Montserrat"/>
                          <a:ea typeface="Montserrat"/>
                          <a:cs typeface="Montserrat"/>
                          <a:sym typeface="Montserrat"/>
                        </a:rPr>
                        <a:t>pháp</a:t>
                      </a:r>
                      <a:r>
                        <a:rPr lang="en-US" sz="1200" b="1" dirty="0">
                          <a:solidFill>
                            <a:schemeClr val="lt1"/>
                          </a:solidFill>
                          <a:latin typeface="Montserrat"/>
                          <a:ea typeface="Montserrat"/>
                          <a:cs typeface="Montserrat"/>
                          <a:sym typeface="Montserrat"/>
                        </a:rPr>
                        <a:t> </a:t>
                      </a:r>
                      <a:r>
                        <a:rPr lang="en-US" sz="1200" b="1" dirty="0" err="1">
                          <a:solidFill>
                            <a:schemeClr val="lt1"/>
                          </a:solidFill>
                          <a:latin typeface="Montserrat"/>
                          <a:ea typeface="Montserrat"/>
                          <a:cs typeface="Montserrat"/>
                          <a:sym typeface="Montserrat"/>
                        </a:rPr>
                        <a:t>đề</a:t>
                      </a:r>
                      <a:r>
                        <a:rPr lang="en-US" sz="1200" b="1" dirty="0">
                          <a:solidFill>
                            <a:schemeClr val="lt1"/>
                          </a:solidFill>
                          <a:latin typeface="Montserrat"/>
                          <a:ea typeface="Montserrat"/>
                          <a:cs typeface="Montserrat"/>
                          <a:sym typeface="Montserrat"/>
                        </a:rPr>
                        <a:t> </a:t>
                      </a:r>
                      <a:r>
                        <a:rPr lang="en-US" sz="1200" b="1" dirty="0" err="1">
                          <a:solidFill>
                            <a:schemeClr val="lt1"/>
                          </a:solidFill>
                          <a:latin typeface="Montserrat"/>
                          <a:ea typeface="Montserrat"/>
                          <a:cs typeface="Montserrat"/>
                          <a:sym typeface="Montserrat"/>
                        </a:rPr>
                        <a:t>xuất</a:t>
                      </a:r>
                      <a:r>
                        <a:rPr lang="en-US" sz="1200" b="1" dirty="0">
                          <a:solidFill>
                            <a:schemeClr val="lt1"/>
                          </a:solidFill>
                          <a:latin typeface="Montserrat"/>
                          <a:ea typeface="Montserrat"/>
                          <a:cs typeface="Montserrat"/>
                          <a:sym typeface="Montserrat"/>
                        </a:rPr>
                        <a:t> (From-Scratch)</a:t>
                      </a:r>
                      <a:endParaRPr lang="vi-VN" sz="1200" b="1" dirty="0">
                        <a:solidFill>
                          <a:schemeClr val="lt1"/>
                        </a:solidFill>
                        <a:latin typeface="Montserrat"/>
                        <a:ea typeface="Montserrat"/>
                        <a:cs typeface="Montserrat"/>
                        <a:sym typeface="Montserrat"/>
                      </a:endParaRPr>
                    </a:p>
                    <a:p>
                      <a:pPr marL="0" lvl="0" indent="0" algn="ctr" rtl="0">
                        <a:spcBef>
                          <a:spcPts val="0"/>
                        </a:spcBef>
                        <a:spcAft>
                          <a:spcPts val="0"/>
                        </a:spcAft>
                        <a:buNone/>
                      </a:pP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a:t>
                      </a:r>
                      <a:endParaRPr sz="1200" dirty="0">
                        <a:solidFill>
                          <a:schemeClr val="lt1"/>
                        </a:solidFill>
                        <a:latin typeface="Montserrat"/>
                        <a:ea typeface="Montserrat"/>
                        <a:cs typeface="Montserrat"/>
                        <a:sym typeface="Montserrat"/>
                      </a:endParaRPr>
                    </a:p>
                  </a:txBody>
                  <a:tcPr marL="91425" marR="91425" marT="91425" marB="91425" anchor="ctr">
                    <a:lnL w="9525" cap="flat" cmpd="sng" algn="ctr">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lgn="ctr">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lgn="ctr">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lgn="ctr">
                      <a:solidFill>
                        <a:schemeClr val="lt1"/>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extLst>
                  <a:ext uri="{0D108BD9-81ED-4DB2-BD59-A6C34878D82A}">
                    <a16:rowId xmlns:a16="http://schemas.microsoft.com/office/drawing/2014/main" val="3315174757"/>
                  </a:ext>
                </a:extLst>
              </a:tr>
            </a:tbl>
          </a:graphicData>
        </a:graphic>
      </p:graphicFrame>
      <p:grpSp>
        <p:nvGrpSpPr>
          <p:cNvPr id="1254" name="Google Shape;1254;p36"/>
          <p:cNvGrpSpPr/>
          <p:nvPr/>
        </p:nvGrpSpPr>
        <p:grpSpPr>
          <a:xfrm>
            <a:off x="811050" y="635345"/>
            <a:ext cx="7521900" cy="192184"/>
            <a:chOff x="369197" y="1069304"/>
            <a:chExt cx="7521900" cy="192184"/>
          </a:xfrm>
        </p:grpSpPr>
        <p:grpSp>
          <p:nvGrpSpPr>
            <p:cNvPr id="1255" name="Google Shape;1255;p36"/>
            <p:cNvGrpSpPr/>
            <p:nvPr/>
          </p:nvGrpSpPr>
          <p:grpSpPr>
            <a:xfrm>
              <a:off x="369197" y="1069304"/>
              <a:ext cx="7464900" cy="192184"/>
              <a:chOff x="1801697" y="1069304"/>
              <a:chExt cx="7464900" cy="192184"/>
            </a:xfrm>
          </p:grpSpPr>
          <p:sp>
            <p:nvSpPr>
              <p:cNvPr id="1256" name="Google Shape;1256;p36"/>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57" name="Google Shape;1257;p36"/>
              <p:cNvCxnSpPr>
                <a:stCxn id="1258" idx="6"/>
                <a:endCxn id="1259" idx="2"/>
              </p:cNvCxnSpPr>
              <p:nvPr/>
            </p:nvCxnSpPr>
            <p:spPr>
              <a:xfrm rot="10800000">
                <a:off x="1858697" y="1164492"/>
                <a:ext cx="7407900" cy="900"/>
              </a:xfrm>
              <a:prstGeom prst="straightConnector1">
                <a:avLst/>
              </a:prstGeom>
              <a:noFill/>
              <a:ln w="9525" cap="flat" cmpd="sng">
                <a:solidFill>
                  <a:schemeClr val="lt1"/>
                </a:solidFill>
                <a:prstDash val="solid"/>
                <a:round/>
                <a:headEnd type="none" w="med" len="med"/>
                <a:tailEnd type="none" w="med" len="med"/>
              </a:ln>
            </p:spPr>
          </p:cxnSp>
          <p:sp>
            <p:nvSpPr>
              <p:cNvPr id="1259" name="Google Shape;1259;p36"/>
              <p:cNvSpPr/>
              <p:nvPr/>
            </p:nvSpPr>
            <p:spPr>
              <a:xfrm flipH="1">
                <a:off x="18016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8" name="Google Shape;1258;p36"/>
            <p:cNvSpPr/>
            <p:nvPr/>
          </p:nvSpPr>
          <p:spPr>
            <a:xfrm flipH="1">
              <a:off x="78340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2869B929-C354-C8AA-BB53-775E598FAEB4}"/>
              </a:ext>
            </a:extLst>
          </p:cNvPr>
          <p:cNvSpPr txBox="1">
            <a:spLocks/>
          </p:cNvSpPr>
          <p:nvPr/>
        </p:nvSpPr>
        <p:spPr>
          <a:xfrm>
            <a:off x="261133" y="146027"/>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3" name="Google Shape;1497;p43">
            <a:extLst>
              <a:ext uri="{FF2B5EF4-FFF2-40B4-BE49-F238E27FC236}">
                <a16:creationId xmlns:a16="http://schemas.microsoft.com/office/drawing/2014/main" id="{F806ECFC-6B24-7C49-2F7F-FE8B332BAC5B}"/>
              </a:ext>
            </a:extLst>
          </p:cNvPr>
          <p:cNvSpPr txBox="1">
            <a:spLocks/>
          </p:cNvSpPr>
          <p:nvPr/>
        </p:nvSpPr>
        <p:spPr>
          <a:xfrm>
            <a:off x="1617716" y="728903"/>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err="1">
                <a:solidFill>
                  <a:schemeClr val="bg1"/>
                </a:solidFill>
              </a:rPr>
              <a:t>Đánh</a:t>
            </a:r>
            <a:r>
              <a:rPr lang="fr-FR" dirty="0">
                <a:solidFill>
                  <a:schemeClr val="bg1"/>
                </a:solidFill>
              </a:rPr>
              <a:t> </a:t>
            </a:r>
            <a:r>
              <a:rPr lang="fr-FR" dirty="0" err="1">
                <a:solidFill>
                  <a:schemeClr val="bg1"/>
                </a:solidFill>
              </a:rPr>
              <a:t>giá</a:t>
            </a:r>
            <a:r>
              <a:rPr lang="fr-FR" dirty="0">
                <a:solidFill>
                  <a:schemeClr val="bg1"/>
                </a:solidFill>
              </a:rPr>
              <a:t> </a:t>
            </a:r>
            <a:r>
              <a:rPr lang="fr-FR" dirty="0" err="1">
                <a:solidFill>
                  <a:schemeClr val="bg1"/>
                </a:solidFill>
              </a:rPr>
              <a:t>các</a:t>
            </a:r>
            <a:r>
              <a:rPr lang="fr-FR" dirty="0">
                <a:solidFill>
                  <a:schemeClr val="bg1"/>
                </a:solidFill>
              </a:rPr>
              <a:t> </a:t>
            </a:r>
            <a:r>
              <a:rPr lang="fr-FR" dirty="0" err="1">
                <a:solidFill>
                  <a:schemeClr val="bg1"/>
                </a:solidFill>
              </a:rPr>
              <a:t>giải</a:t>
            </a:r>
            <a:r>
              <a:rPr lang="fr-FR" dirty="0">
                <a:solidFill>
                  <a:schemeClr val="bg1"/>
                </a:solidFill>
              </a:rPr>
              <a:t> </a:t>
            </a:r>
            <a:r>
              <a:rPr lang="fr-FR" dirty="0" err="1">
                <a:solidFill>
                  <a:schemeClr val="bg1"/>
                </a:solidFill>
              </a:rPr>
              <a:t>pháp</a:t>
            </a:r>
            <a:endParaRPr lang="fr-FR" dirty="0">
              <a:solidFill>
                <a:schemeClr val="bg1"/>
              </a:solidFill>
            </a:endParaRPr>
          </a:p>
        </p:txBody>
      </p:sp>
      <p:sp>
        <p:nvSpPr>
          <p:cNvPr id="4" name="Rectangle: Rounded Corners 3">
            <a:extLst>
              <a:ext uri="{FF2B5EF4-FFF2-40B4-BE49-F238E27FC236}">
                <a16:creationId xmlns:a16="http://schemas.microsoft.com/office/drawing/2014/main" id="{BFAF35CE-CF0F-4299-7A60-33FD07CEA2E5}"/>
              </a:ext>
            </a:extLst>
          </p:cNvPr>
          <p:cNvSpPr/>
          <p:nvPr/>
        </p:nvSpPr>
        <p:spPr>
          <a:xfrm>
            <a:off x="1161896" y="4310565"/>
            <a:ext cx="6785869" cy="686908"/>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Google Shape;1497;p43">
            <a:extLst>
              <a:ext uri="{FF2B5EF4-FFF2-40B4-BE49-F238E27FC236}">
                <a16:creationId xmlns:a16="http://schemas.microsoft.com/office/drawing/2014/main" id="{5EC022F1-C87F-FB6C-E6F3-262CE55CB92D}"/>
              </a:ext>
            </a:extLst>
          </p:cNvPr>
          <p:cNvSpPr txBox="1">
            <a:spLocks/>
          </p:cNvSpPr>
          <p:nvPr/>
        </p:nvSpPr>
        <p:spPr>
          <a:xfrm>
            <a:off x="1209367" y="4310564"/>
            <a:ext cx="6738398" cy="686908"/>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b="1" dirty="0">
                <a:solidFill>
                  <a:schemeClr val="accent6"/>
                </a:solidFill>
              </a:rPr>
              <a:t>Lựa chọn: </a:t>
            </a:r>
            <a:r>
              <a:rPr lang="vi-VN" dirty="0">
                <a:solidFill>
                  <a:schemeClr val="accent6"/>
                </a:solidFill>
              </a:rPr>
              <a:t>Tự xây dựng thuật toán DFS nhận thức hướng kết hợp xấp xỉ bình phương tối thiểu (LST) làm mịn từ gốc.</a:t>
            </a:r>
            <a:endParaRPr lang="fr-FR" dirty="0">
              <a:solidFill>
                <a:schemeClr val="accent6"/>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2"/>
        <p:cNvGrpSpPr/>
        <p:nvPr/>
      </p:nvGrpSpPr>
      <p:grpSpPr>
        <a:xfrm>
          <a:off x="0" y="0"/>
          <a:ext cx="0" cy="0"/>
          <a:chOff x="0" y="0"/>
          <a:chExt cx="0" cy="0"/>
        </a:xfrm>
      </p:grpSpPr>
      <p:pic>
        <p:nvPicPr>
          <p:cNvPr id="1326" name="Picture 1325">
            <a:extLst>
              <a:ext uri="{FF2B5EF4-FFF2-40B4-BE49-F238E27FC236}">
                <a16:creationId xmlns:a16="http://schemas.microsoft.com/office/drawing/2014/main" id="{CF94D1CA-2459-986E-B237-C28233ACF1A0}"/>
              </a:ext>
            </a:extLst>
          </p:cNvPr>
          <p:cNvPicPr>
            <a:picLocks noChangeAspect="1"/>
          </p:cNvPicPr>
          <p:nvPr/>
        </p:nvPicPr>
        <p:blipFill>
          <a:blip r:embed="rId3"/>
          <a:stretch>
            <a:fillRect/>
          </a:stretch>
        </p:blipFill>
        <p:spPr>
          <a:xfrm>
            <a:off x="69157" y="-507146"/>
            <a:ext cx="9144000" cy="5143500"/>
          </a:xfrm>
          <a:prstGeom prst="rect">
            <a:avLst/>
          </a:prstGeom>
        </p:spPr>
      </p:pic>
      <p:sp>
        <p:nvSpPr>
          <p:cNvPr id="1343" name="Google Shape;1343;p39"/>
          <p:cNvSpPr txBox="1">
            <a:spLocks noGrp="1"/>
          </p:cNvSpPr>
          <p:nvPr>
            <p:ph type="title"/>
          </p:nvPr>
        </p:nvSpPr>
        <p:spPr>
          <a:xfrm>
            <a:off x="1197788" y="172628"/>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344" name="Google Shape;1344;p39"/>
          <p:cNvGrpSpPr/>
          <p:nvPr/>
        </p:nvGrpSpPr>
        <p:grpSpPr>
          <a:xfrm>
            <a:off x="1518942" y="650215"/>
            <a:ext cx="5921700" cy="192184"/>
            <a:chOff x="902597" y="1069304"/>
            <a:chExt cx="5921700" cy="192184"/>
          </a:xfrm>
        </p:grpSpPr>
        <p:grpSp>
          <p:nvGrpSpPr>
            <p:cNvPr id="1345" name="Google Shape;1345;p39"/>
            <p:cNvGrpSpPr/>
            <p:nvPr/>
          </p:nvGrpSpPr>
          <p:grpSpPr>
            <a:xfrm>
              <a:off x="902597" y="1069304"/>
              <a:ext cx="5864700" cy="192184"/>
              <a:chOff x="2335097" y="1069304"/>
              <a:chExt cx="5864700" cy="192184"/>
            </a:xfrm>
          </p:grpSpPr>
          <p:sp>
            <p:nvSpPr>
              <p:cNvPr id="1346" name="Google Shape;1346;p39"/>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71C4EEE5-22FB-4A2E-AFAA-067DBA70E5C9}"/>
              </a:ext>
            </a:extLst>
          </p:cNvPr>
          <p:cNvSpPr txBox="1">
            <a:spLocks/>
          </p:cNvSpPr>
          <p:nvPr/>
        </p:nvSpPr>
        <p:spPr>
          <a:xfrm>
            <a:off x="911312" y="165859"/>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8" name="Rectangle: Rounded Corners 7">
            <a:extLst>
              <a:ext uri="{FF2B5EF4-FFF2-40B4-BE49-F238E27FC236}">
                <a16:creationId xmlns:a16="http://schemas.microsoft.com/office/drawing/2014/main" id="{BD9E7B9C-F58A-7FC2-F448-35D41A57F165}"/>
              </a:ext>
            </a:extLst>
          </p:cNvPr>
          <p:cNvSpPr/>
          <p:nvPr/>
        </p:nvSpPr>
        <p:spPr>
          <a:xfrm>
            <a:off x="535958" y="3345638"/>
            <a:ext cx="4844028" cy="1637290"/>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Google Shape;1040;p31">
            <a:extLst>
              <a:ext uri="{FF2B5EF4-FFF2-40B4-BE49-F238E27FC236}">
                <a16:creationId xmlns:a16="http://schemas.microsoft.com/office/drawing/2014/main" id="{E99B9757-0531-A413-9325-E23B3FE8C640}"/>
              </a:ext>
            </a:extLst>
          </p:cNvPr>
          <p:cNvSpPr txBox="1">
            <a:spLocks/>
          </p:cNvSpPr>
          <p:nvPr/>
        </p:nvSpPr>
        <p:spPr>
          <a:xfrm>
            <a:off x="535958" y="3424935"/>
            <a:ext cx="5300646" cy="290899"/>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bg1"/>
              </a:buClr>
            </a:pPr>
            <a:r>
              <a:rPr lang="en-US" sz="1800" b="1" dirty="0" err="1">
                <a:solidFill>
                  <a:schemeClr val="bg1"/>
                </a:solidFill>
                <a:latin typeface="Montserrat" panose="00000500000000000000" pitchFamily="2" charset="0"/>
              </a:rPr>
              <a:t>Giải</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pháp</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duyệt</a:t>
            </a:r>
            <a:r>
              <a:rPr lang="en-US" sz="1800" b="1" dirty="0">
                <a:solidFill>
                  <a:schemeClr val="bg1"/>
                </a:solidFill>
                <a:latin typeface="Montserrat" panose="00000500000000000000" pitchFamily="2" charset="0"/>
              </a:rPr>
              <a:t> DFS </a:t>
            </a:r>
            <a:r>
              <a:rPr lang="en-US" sz="1800" b="1" dirty="0" err="1">
                <a:solidFill>
                  <a:schemeClr val="bg1"/>
                </a:solidFill>
                <a:latin typeface="Montserrat" panose="00000500000000000000" pitchFamily="2" charset="0"/>
              </a:rPr>
              <a:t>nhận</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thức</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hướng</a:t>
            </a:r>
            <a:endParaRPr lang="vi-VN" sz="1800" dirty="0">
              <a:solidFill>
                <a:schemeClr val="bg1"/>
              </a:solidFill>
              <a:latin typeface="Montserrat" panose="00000500000000000000" pitchFamily="2" charset="0"/>
            </a:endParaRPr>
          </a:p>
        </p:txBody>
      </p:sp>
      <p:sp>
        <p:nvSpPr>
          <p:cNvPr id="12" name="Arrow: Right 11">
            <a:extLst>
              <a:ext uri="{FF2B5EF4-FFF2-40B4-BE49-F238E27FC236}">
                <a16:creationId xmlns:a16="http://schemas.microsoft.com/office/drawing/2014/main" id="{C4147AD3-FEB9-73E0-34C6-11729915D869}"/>
              </a:ext>
            </a:extLst>
          </p:cNvPr>
          <p:cNvSpPr/>
          <p:nvPr/>
        </p:nvSpPr>
        <p:spPr>
          <a:xfrm>
            <a:off x="2050793" y="1736472"/>
            <a:ext cx="662045" cy="587678"/>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1" name="Google Shape;1497;p43">
            <a:extLst>
              <a:ext uri="{FF2B5EF4-FFF2-40B4-BE49-F238E27FC236}">
                <a16:creationId xmlns:a16="http://schemas.microsoft.com/office/drawing/2014/main" id="{F2EFED68-B063-EF8D-2723-F9014BAD0F7C}"/>
              </a:ext>
            </a:extLst>
          </p:cNvPr>
          <p:cNvSpPr txBox="1">
            <a:spLocks/>
          </p:cNvSpPr>
          <p:nvPr/>
        </p:nvSpPr>
        <p:spPr>
          <a:xfrm>
            <a:off x="1547442" y="759193"/>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1: </a:t>
            </a:r>
            <a:r>
              <a:rPr lang="fr-FR" dirty="0" err="1">
                <a:solidFill>
                  <a:schemeClr val="bg1"/>
                </a:solidFill>
              </a:rPr>
              <a:t>Xử</a:t>
            </a:r>
            <a:r>
              <a:rPr lang="fr-FR" dirty="0">
                <a:solidFill>
                  <a:schemeClr val="bg1"/>
                </a:solidFill>
              </a:rPr>
              <a:t> </a:t>
            </a:r>
            <a:r>
              <a:rPr lang="fr-FR" dirty="0" err="1">
                <a:solidFill>
                  <a:schemeClr val="bg1"/>
                </a:solidFill>
              </a:rPr>
              <a:t>lý</a:t>
            </a:r>
            <a:r>
              <a:rPr lang="fr-FR" dirty="0">
                <a:solidFill>
                  <a:schemeClr val="bg1"/>
                </a:solidFill>
              </a:rPr>
              <a:t> </a:t>
            </a:r>
            <a:r>
              <a:rPr lang="fr-FR" dirty="0" err="1">
                <a:solidFill>
                  <a:schemeClr val="bg1"/>
                </a:solidFill>
              </a:rPr>
              <a:t>hình</a:t>
            </a:r>
            <a:r>
              <a:rPr lang="fr-FR" dirty="0">
                <a:solidFill>
                  <a:schemeClr val="bg1"/>
                </a:solidFill>
              </a:rPr>
              <a:t> </a:t>
            </a:r>
            <a:r>
              <a:rPr lang="fr-FR" dirty="0" err="1">
                <a:solidFill>
                  <a:schemeClr val="bg1"/>
                </a:solidFill>
              </a:rPr>
              <a:t>thái</a:t>
            </a:r>
            <a:r>
              <a:rPr lang="fr-FR" dirty="0">
                <a:solidFill>
                  <a:schemeClr val="bg1"/>
                </a:solidFill>
              </a:rPr>
              <a:t> &amp; </a:t>
            </a:r>
            <a:r>
              <a:rPr lang="fr-FR" dirty="0" err="1">
                <a:solidFill>
                  <a:schemeClr val="bg1"/>
                </a:solidFill>
              </a:rPr>
              <a:t>Trích</a:t>
            </a:r>
            <a:r>
              <a:rPr lang="fr-FR" dirty="0">
                <a:solidFill>
                  <a:schemeClr val="bg1"/>
                </a:solidFill>
              </a:rPr>
              <a:t> </a:t>
            </a:r>
            <a:r>
              <a:rPr lang="fr-FR" dirty="0" err="1">
                <a:solidFill>
                  <a:schemeClr val="bg1"/>
                </a:solidFill>
              </a:rPr>
              <a:t>xuất</a:t>
            </a:r>
            <a:r>
              <a:rPr lang="fr-FR" dirty="0">
                <a:solidFill>
                  <a:schemeClr val="bg1"/>
                </a:solidFill>
              </a:rPr>
              <a:t> </a:t>
            </a:r>
            <a:r>
              <a:rPr lang="fr-FR" dirty="0" err="1">
                <a:solidFill>
                  <a:schemeClr val="bg1"/>
                </a:solidFill>
              </a:rPr>
              <a:t>quỹ</a:t>
            </a:r>
            <a:r>
              <a:rPr lang="fr-FR" dirty="0">
                <a:solidFill>
                  <a:schemeClr val="bg1"/>
                </a:solidFill>
              </a:rPr>
              <a:t> </a:t>
            </a:r>
            <a:r>
              <a:rPr lang="fr-FR" dirty="0" err="1">
                <a:solidFill>
                  <a:schemeClr val="bg1"/>
                </a:solidFill>
              </a:rPr>
              <a:t>đạo</a:t>
            </a:r>
            <a:endParaRPr lang="fr-FR" dirty="0">
              <a:solidFill>
                <a:schemeClr val="bg1"/>
              </a:solidFill>
            </a:endParaRPr>
          </a:p>
        </p:txBody>
      </p:sp>
      <p:sp>
        <p:nvSpPr>
          <p:cNvPr id="1324" name="Google Shape;1040;p31">
            <a:extLst>
              <a:ext uri="{FF2B5EF4-FFF2-40B4-BE49-F238E27FC236}">
                <a16:creationId xmlns:a16="http://schemas.microsoft.com/office/drawing/2014/main" id="{20BB7BB0-7760-0566-0CFB-DD1096E1C924}"/>
              </a:ext>
            </a:extLst>
          </p:cNvPr>
          <p:cNvSpPr txBox="1">
            <a:spLocks/>
          </p:cNvSpPr>
          <p:nvPr/>
        </p:nvSpPr>
        <p:spPr>
          <a:xfrm>
            <a:off x="212061" y="2781583"/>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err="1">
                <a:solidFill>
                  <a:schemeClr val="bg1"/>
                </a:solidFill>
                <a:latin typeface="Montserrat" panose="00000500000000000000" pitchFamily="2" charset="0"/>
              </a:rPr>
              <a:t>Ảnh</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gốc</a:t>
            </a:r>
            <a:r>
              <a:rPr lang="en-US" dirty="0">
                <a:solidFill>
                  <a:schemeClr val="bg1"/>
                </a:solidFill>
                <a:latin typeface="Montserrat" panose="00000500000000000000" pitchFamily="2" charset="0"/>
              </a:rPr>
              <a:t> (Raw)</a:t>
            </a:r>
            <a:endParaRPr lang="vi-VN" dirty="0">
              <a:solidFill>
                <a:schemeClr val="bg1"/>
              </a:solidFill>
              <a:latin typeface="Montserrat" panose="00000500000000000000" pitchFamily="2" charset="0"/>
            </a:endParaRPr>
          </a:p>
        </p:txBody>
      </p:sp>
      <p:sp>
        <p:nvSpPr>
          <p:cNvPr id="1327" name="Google Shape;1040;p31">
            <a:extLst>
              <a:ext uri="{FF2B5EF4-FFF2-40B4-BE49-F238E27FC236}">
                <a16:creationId xmlns:a16="http://schemas.microsoft.com/office/drawing/2014/main" id="{1F71D802-5A19-A3E7-4406-C25A633FB622}"/>
              </a:ext>
            </a:extLst>
          </p:cNvPr>
          <p:cNvSpPr txBox="1">
            <a:spLocks/>
          </p:cNvSpPr>
          <p:nvPr/>
        </p:nvSpPr>
        <p:spPr>
          <a:xfrm>
            <a:off x="2508339" y="2781583"/>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err="1">
                <a:solidFill>
                  <a:schemeClr val="bg1"/>
                </a:solidFill>
                <a:latin typeface="Montserrat" panose="00000500000000000000" pitchFamily="2" charset="0"/>
              </a:rPr>
              <a:t>Mờ</a:t>
            </a:r>
            <a:r>
              <a:rPr lang="en-US" dirty="0">
                <a:solidFill>
                  <a:schemeClr val="bg1"/>
                </a:solidFill>
                <a:latin typeface="Montserrat" panose="00000500000000000000" pitchFamily="2" charset="0"/>
              </a:rPr>
              <a:t> Gaussian</a:t>
            </a:r>
            <a:endParaRPr lang="vi-VN" dirty="0">
              <a:solidFill>
                <a:schemeClr val="bg1"/>
              </a:solidFill>
              <a:latin typeface="Montserrat" panose="00000500000000000000" pitchFamily="2" charset="0"/>
            </a:endParaRPr>
          </a:p>
        </p:txBody>
      </p:sp>
      <p:sp>
        <p:nvSpPr>
          <p:cNvPr id="1328" name="Google Shape;1040;p31">
            <a:extLst>
              <a:ext uri="{FF2B5EF4-FFF2-40B4-BE49-F238E27FC236}">
                <a16:creationId xmlns:a16="http://schemas.microsoft.com/office/drawing/2014/main" id="{C762CF67-FD9E-503F-96AE-50F3248E537B}"/>
              </a:ext>
            </a:extLst>
          </p:cNvPr>
          <p:cNvSpPr txBox="1">
            <a:spLocks/>
          </p:cNvSpPr>
          <p:nvPr/>
        </p:nvSpPr>
        <p:spPr>
          <a:xfrm>
            <a:off x="4804617" y="2781582"/>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a:solidFill>
                  <a:schemeClr val="bg1"/>
                </a:solidFill>
                <a:latin typeface="Montserrat" panose="00000500000000000000" pitchFamily="2" charset="0"/>
              </a:rPr>
              <a:t>Otsu</a:t>
            </a:r>
            <a:endParaRPr lang="vi-VN" dirty="0">
              <a:solidFill>
                <a:schemeClr val="bg1"/>
              </a:solidFill>
              <a:latin typeface="Montserrat" panose="00000500000000000000" pitchFamily="2" charset="0"/>
            </a:endParaRPr>
          </a:p>
        </p:txBody>
      </p:sp>
      <p:sp>
        <p:nvSpPr>
          <p:cNvPr id="1329" name="Google Shape;1040;p31">
            <a:extLst>
              <a:ext uri="{FF2B5EF4-FFF2-40B4-BE49-F238E27FC236}">
                <a16:creationId xmlns:a16="http://schemas.microsoft.com/office/drawing/2014/main" id="{9C40C965-C9BD-5C18-2931-8ECA4AE1F53D}"/>
              </a:ext>
            </a:extLst>
          </p:cNvPr>
          <p:cNvSpPr txBox="1">
            <a:spLocks/>
          </p:cNvSpPr>
          <p:nvPr/>
        </p:nvSpPr>
        <p:spPr>
          <a:xfrm>
            <a:off x="7008887" y="2781582"/>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a:solidFill>
                  <a:schemeClr val="bg1"/>
                </a:solidFill>
                <a:latin typeface="Montserrat" panose="00000500000000000000" pitchFamily="2" charset="0"/>
              </a:rPr>
              <a:t>Zhang-Suen</a:t>
            </a:r>
            <a:endParaRPr lang="vi-VN" dirty="0">
              <a:solidFill>
                <a:schemeClr val="bg1"/>
              </a:solidFill>
              <a:latin typeface="Montserrat" panose="00000500000000000000" pitchFamily="2" charset="0"/>
            </a:endParaRPr>
          </a:p>
        </p:txBody>
      </p:sp>
      <p:sp>
        <p:nvSpPr>
          <p:cNvPr id="1330" name="Arrow: Right 1329">
            <a:extLst>
              <a:ext uri="{FF2B5EF4-FFF2-40B4-BE49-F238E27FC236}">
                <a16:creationId xmlns:a16="http://schemas.microsoft.com/office/drawing/2014/main" id="{47421C1F-A85A-8A67-35C0-299C159B44E2}"/>
              </a:ext>
            </a:extLst>
          </p:cNvPr>
          <p:cNvSpPr/>
          <p:nvPr/>
        </p:nvSpPr>
        <p:spPr>
          <a:xfrm>
            <a:off x="4324893" y="1736472"/>
            <a:ext cx="662045" cy="587678"/>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1" name="Arrow: Right 1330">
            <a:extLst>
              <a:ext uri="{FF2B5EF4-FFF2-40B4-BE49-F238E27FC236}">
                <a16:creationId xmlns:a16="http://schemas.microsoft.com/office/drawing/2014/main" id="{4E7535C5-5ABC-74D4-1A3A-720B084CD073}"/>
              </a:ext>
            </a:extLst>
          </p:cNvPr>
          <p:cNvSpPr/>
          <p:nvPr/>
        </p:nvSpPr>
        <p:spPr>
          <a:xfrm>
            <a:off x="6536273" y="1744609"/>
            <a:ext cx="662045" cy="587678"/>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33" name="Picture 1332">
            <a:extLst>
              <a:ext uri="{FF2B5EF4-FFF2-40B4-BE49-F238E27FC236}">
                <a16:creationId xmlns:a16="http://schemas.microsoft.com/office/drawing/2014/main" id="{8A616154-3697-E8A1-412F-1AD3A20CBF92}"/>
              </a:ext>
            </a:extLst>
          </p:cNvPr>
          <p:cNvPicPr>
            <a:picLocks noChangeAspect="1"/>
          </p:cNvPicPr>
          <p:nvPr/>
        </p:nvPicPr>
        <p:blipFill>
          <a:blip r:embed="rId4"/>
          <a:stretch>
            <a:fillRect/>
          </a:stretch>
        </p:blipFill>
        <p:spPr>
          <a:xfrm>
            <a:off x="-132458" y="3189158"/>
            <a:ext cx="4048122" cy="2277068"/>
          </a:xfrm>
          <a:prstGeom prst="rect">
            <a:avLst/>
          </a:prstGeom>
        </p:spPr>
      </p:pic>
      <p:sp>
        <p:nvSpPr>
          <p:cNvPr id="1334" name="Google Shape;1040;p31">
            <a:extLst>
              <a:ext uri="{FF2B5EF4-FFF2-40B4-BE49-F238E27FC236}">
                <a16:creationId xmlns:a16="http://schemas.microsoft.com/office/drawing/2014/main" id="{CEA8F498-47F2-3DF5-DDFD-7E668ECC3BAD}"/>
              </a:ext>
            </a:extLst>
          </p:cNvPr>
          <p:cNvSpPr txBox="1">
            <a:spLocks/>
          </p:cNvSpPr>
          <p:nvPr/>
        </p:nvSpPr>
        <p:spPr>
          <a:xfrm>
            <a:off x="3015485" y="4120731"/>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sz="1600" dirty="0" err="1">
                <a:solidFill>
                  <a:schemeClr val="bg1"/>
                </a:solidFill>
                <a:latin typeface="Montserrat" panose="00000500000000000000" pitchFamily="2" charset="0"/>
              </a:rPr>
              <a:t>Tích</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vô</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hướng</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ưu</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tiên</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quán</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tính</a:t>
            </a:r>
            <a:endParaRPr lang="vi-VN" sz="1600" dirty="0">
              <a:solidFill>
                <a:schemeClr val="bg1"/>
              </a:solidFill>
              <a:latin typeface="Montserrat" panose="00000500000000000000" pitchFamily="2" charset="0"/>
            </a:endParaRPr>
          </a:p>
        </p:txBody>
      </p:sp>
      <p:sp>
        <p:nvSpPr>
          <p:cNvPr id="1335" name="Rectangle: Rounded Corners 1334">
            <a:extLst>
              <a:ext uri="{FF2B5EF4-FFF2-40B4-BE49-F238E27FC236}">
                <a16:creationId xmlns:a16="http://schemas.microsoft.com/office/drawing/2014/main" id="{4667AA25-A280-1054-A403-478AB62D7445}"/>
              </a:ext>
            </a:extLst>
          </p:cNvPr>
          <p:cNvSpPr/>
          <p:nvPr/>
        </p:nvSpPr>
        <p:spPr>
          <a:xfrm>
            <a:off x="5646453" y="3345889"/>
            <a:ext cx="3051873" cy="1637290"/>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7" name="Google Shape;1040;p31">
            <a:extLst>
              <a:ext uri="{FF2B5EF4-FFF2-40B4-BE49-F238E27FC236}">
                <a16:creationId xmlns:a16="http://schemas.microsoft.com/office/drawing/2014/main" id="{2FB223B6-6B19-9A57-626D-FF7FD34FFF33}"/>
              </a:ext>
            </a:extLst>
          </p:cNvPr>
          <p:cNvSpPr txBox="1">
            <a:spLocks/>
          </p:cNvSpPr>
          <p:nvPr/>
        </p:nvSpPr>
        <p:spPr>
          <a:xfrm>
            <a:off x="5646453" y="3302086"/>
            <a:ext cx="3051873" cy="1637290"/>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bg1"/>
              </a:buClr>
            </a:pPr>
            <a:r>
              <a:rPr lang="en-US" sz="1800" b="1" dirty="0" err="1">
                <a:solidFill>
                  <a:schemeClr val="bg1"/>
                </a:solidFill>
                <a:latin typeface="Montserrat" panose="00000500000000000000" pitchFamily="2" charset="0"/>
              </a:rPr>
              <a:t>Khắc</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phục</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triệt</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để</a:t>
            </a:r>
            <a:r>
              <a:rPr lang="en-US" sz="1800" b="1" dirty="0">
                <a:solidFill>
                  <a:schemeClr val="bg1"/>
                </a:solidFill>
                <a:latin typeface="Montserrat" panose="00000500000000000000" pitchFamily="2" charset="0"/>
              </a:rPr>
              <a:t> </a:t>
            </a:r>
          </a:p>
          <a:p>
            <a:pPr>
              <a:buClr>
                <a:schemeClr val="bg1"/>
              </a:buClr>
            </a:pPr>
            <a:r>
              <a:rPr lang="en-US" sz="1800" dirty="0" err="1">
                <a:solidFill>
                  <a:schemeClr val="bg1"/>
                </a:solidFill>
                <a:latin typeface="Montserrat" panose="00000500000000000000" pitchFamily="2" charset="0"/>
              </a:rPr>
              <a:t>lỗi</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nhảy</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nét</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tại</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các</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ngã</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tư</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đan</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chéo</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đảm</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bảo</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thứ</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tự</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mảng</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tọa</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độ</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chuẩn</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xác</a:t>
            </a:r>
            <a:r>
              <a:rPr lang="en-US" sz="1800" dirty="0">
                <a:solidFill>
                  <a:schemeClr val="bg1"/>
                </a:solidFill>
                <a:latin typeface="Montserrat" panose="00000500000000000000" pitchFamily="2" charset="0"/>
              </a:rPr>
              <a:t>. </a:t>
            </a:r>
            <a:endParaRPr lang="vi-VN" sz="1800" dirty="0">
              <a:solidFill>
                <a:schemeClr val="bg1"/>
              </a:solidFill>
              <a:latin typeface="Montserrat" panose="00000500000000000000" pitchFamily="2"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5E2B965D-BB24-CFCF-F444-D40E3201F8F9}"/>
            </a:ext>
          </a:extLst>
        </p:cNvPr>
        <p:cNvGrpSpPr/>
        <p:nvPr/>
      </p:nvGrpSpPr>
      <p:grpSpPr>
        <a:xfrm>
          <a:off x="0" y="0"/>
          <a:ext cx="0" cy="0"/>
          <a:chOff x="0" y="0"/>
          <a:chExt cx="0" cy="0"/>
        </a:xfrm>
      </p:grpSpPr>
      <p:sp>
        <p:nvSpPr>
          <p:cNvPr id="1343" name="Google Shape;1343;p39">
            <a:extLst>
              <a:ext uri="{FF2B5EF4-FFF2-40B4-BE49-F238E27FC236}">
                <a16:creationId xmlns:a16="http://schemas.microsoft.com/office/drawing/2014/main" id="{9E13D2A4-6C4E-4E11-2616-64DB1B1B4A50}"/>
              </a:ext>
            </a:extLst>
          </p:cNvPr>
          <p:cNvSpPr txBox="1">
            <a:spLocks noGrp="1"/>
          </p:cNvSpPr>
          <p:nvPr>
            <p:ph type="title"/>
          </p:nvPr>
        </p:nvSpPr>
        <p:spPr>
          <a:xfrm>
            <a:off x="1120415" y="127978"/>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344" name="Google Shape;1344;p39">
            <a:extLst>
              <a:ext uri="{FF2B5EF4-FFF2-40B4-BE49-F238E27FC236}">
                <a16:creationId xmlns:a16="http://schemas.microsoft.com/office/drawing/2014/main" id="{DF736459-AF7B-F637-BEAB-E936E611B5D4}"/>
              </a:ext>
            </a:extLst>
          </p:cNvPr>
          <p:cNvGrpSpPr/>
          <p:nvPr/>
        </p:nvGrpSpPr>
        <p:grpSpPr>
          <a:xfrm>
            <a:off x="1441569" y="605565"/>
            <a:ext cx="5921700" cy="192184"/>
            <a:chOff x="902597" y="1069304"/>
            <a:chExt cx="5921700" cy="192184"/>
          </a:xfrm>
        </p:grpSpPr>
        <p:grpSp>
          <p:nvGrpSpPr>
            <p:cNvPr id="1345" name="Google Shape;1345;p39">
              <a:extLst>
                <a:ext uri="{FF2B5EF4-FFF2-40B4-BE49-F238E27FC236}">
                  <a16:creationId xmlns:a16="http://schemas.microsoft.com/office/drawing/2014/main" id="{33CD8E85-7B29-DA78-7D4A-9A2B361A47C4}"/>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29842609-E06A-ECFC-9DCB-B6C6C4419E1A}"/>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CAA5F885-639D-2389-B69E-A95DFA821FE6}"/>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24E03EB3-D414-E774-35EA-D2F6107B9A54}"/>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C31EF2BB-162C-DFB0-C383-041D562775F9}"/>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95398913-00A5-66F3-14B3-2C6B96DB9362}"/>
              </a:ext>
            </a:extLst>
          </p:cNvPr>
          <p:cNvSpPr txBox="1">
            <a:spLocks/>
          </p:cNvSpPr>
          <p:nvPr/>
        </p:nvSpPr>
        <p:spPr>
          <a:xfrm>
            <a:off x="833939" y="121209"/>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1321" name="Google Shape;1497;p43">
            <a:extLst>
              <a:ext uri="{FF2B5EF4-FFF2-40B4-BE49-F238E27FC236}">
                <a16:creationId xmlns:a16="http://schemas.microsoft.com/office/drawing/2014/main" id="{571D1E1D-AFA6-E535-3299-F20712591128}"/>
              </a:ext>
            </a:extLst>
          </p:cNvPr>
          <p:cNvSpPr txBox="1">
            <a:spLocks/>
          </p:cNvSpPr>
          <p:nvPr/>
        </p:nvSpPr>
        <p:spPr>
          <a:xfrm>
            <a:off x="1470069" y="714543"/>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1: </a:t>
            </a:r>
            <a:r>
              <a:rPr lang="fr-FR" dirty="0" err="1">
                <a:solidFill>
                  <a:schemeClr val="bg1"/>
                </a:solidFill>
              </a:rPr>
              <a:t>Xử</a:t>
            </a:r>
            <a:r>
              <a:rPr lang="fr-FR" dirty="0">
                <a:solidFill>
                  <a:schemeClr val="bg1"/>
                </a:solidFill>
              </a:rPr>
              <a:t> </a:t>
            </a:r>
            <a:r>
              <a:rPr lang="fr-FR" dirty="0" err="1">
                <a:solidFill>
                  <a:schemeClr val="bg1"/>
                </a:solidFill>
              </a:rPr>
              <a:t>lý</a:t>
            </a:r>
            <a:r>
              <a:rPr lang="fr-FR" dirty="0">
                <a:solidFill>
                  <a:schemeClr val="bg1"/>
                </a:solidFill>
              </a:rPr>
              <a:t> </a:t>
            </a:r>
            <a:r>
              <a:rPr lang="fr-FR" dirty="0" err="1">
                <a:solidFill>
                  <a:schemeClr val="bg1"/>
                </a:solidFill>
              </a:rPr>
              <a:t>hình</a:t>
            </a:r>
            <a:r>
              <a:rPr lang="fr-FR" dirty="0">
                <a:solidFill>
                  <a:schemeClr val="bg1"/>
                </a:solidFill>
              </a:rPr>
              <a:t> </a:t>
            </a:r>
            <a:r>
              <a:rPr lang="fr-FR" dirty="0" err="1">
                <a:solidFill>
                  <a:schemeClr val="bg1"/>
                </a:solidFill>
              </a:rPr>
              <a:t>thái</a:t>
            </a:r>
            <a:r>
              <a:rPr lang="fr-FR" dirty="0">
                <a:solidFill>
                  <a:schemeClr val="bg1"/>
                </a:solidFill>
              </a:rPr>
              <a:t> &amp; </a:t>
            </a:r>
            <a:r>
              <a:rPr lang="fr-FR" dirty="0" err="1">
                <a:solidFill>
                  <a:schemeClr val="bg1"/>
                </a:solidFill>
              </a:rPr>
              <a:t>Trích</a:t>
            </a:r>
            <a:r>
              <a:rPr lang="fr-FR" dirty="0">
                <a:solidFill>
                  <a:schemeClr val="bg1"/>
                </a:solidFill>
              </a:rPr>
              <a:t> </a:t>
            </a:r>
            <a:r>
              <a:rPr lang="fr-FR" dirty="0" err="1">
                <a:solidFill>
                  <a:schemeClr val="bg1"/>
                </a:solidFill>
              </a:rPr>
              <a:t>xuất</a:t>
            </a:r>
            <a:r>
              <a:rPr lang="fr-FR" dirty="0">
                <a:solidFill>
                  <a:schemeClr val="bg1"/>
                </a:solidFill>
              </a:rPr>
              <a:t> </a:t>
            </a:r>
            <a:r>
              <a:rPr lang="fr-FR" dirty="0" err="1">
                <a:solidFill>
                  <a:schemeClr val="bg1"/>
                </a:solidFill>
              </a:rPr>
              <a:t>quỹ</a:t>
            </a:r>
            <a:r>
              <a:rPr lang="fr-FR" dirty="0">
                <a:solidFill>
                  <a:schemeClr val="bg1"/>
                </a:solidFill>
              </a:rPr>
              <a:t> </a:t>
            </a:r>
            <a:r>
              <a:rPr lang="fr-FR" dirty="0" err="1">
                <a:solidFill>
                  <a:schemeClr val="bg1"/>
                </a:solidFill>
              </a:rPr>
              <a:t>đạo</a:t>
            </a:r>
            <a:endParaRPr lang="fr-FR" dirty="0">
              <a:solidFill>
                <a:schemeClr val="bg1"/>
              </a:solidFill>
            </a:endParaRPr>
          </a:p>
        </p:txBody>
      </p:sp>
      <p:sp>
        <p:nvSpPr>
          <p:cNvPr id="1335" name="Rectangle: Rounded Corners 1334">
            <a:extLst>
              <a:ext uri="{FF2B5EF4-FFF2-40B4-BE49-F238E27FC236}">
                <a16:creationId xmlns:a16="http://schemas.microsoft.com/office/drawing/2014/main" id="{4FE65DAB-B49C-9573-BC1B-AB9E5E712E49}"/>
              </a:ext>
            </a:extLst>
          </p:cNvPr>
          <p:cNvSpPr/>
          <p:nvPr/>
        </p:nvSpPr>
        <p:spPr>
          <a:xfrm>
            <a:off x="238116" y="1173033"/>
            <a:ext cx="2788435" cy="3849258"/>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7" name="Google Shape;1040;p31">
            <a:extLst>
              <a:ext uri="{FF2B5EF4-FFF2-40B4-BE49-F238E27FC236}">
                <a16:creationId xmlns:a16="http://schemas.microsoft.com/office/drawing/2014/main" id="{6B7BBBED-E28C-EA01-ABD1-A390D3886DF3}"/>
              </a:ext>
            </a:extLst>
          </p:cNvPr>
          <p:cNvSpPr txBox="1">
            <a:spLocks/>
          </p:cNvSpPr>
          <p:nvPr/>
        </p:nvSpPr>
        <p:spPr>
          <a:xfrm>
            <a:off x="224854" y="3636607"/>
            <a:ext cx="2788436" cy="688615"/>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Hàm </a:t>
            </a:r>
            <a:r>
              <a:rPr lang="vi-VN" sz="1000" dirty="0" err="1">
                <a:solidFill>
                  <a:schemeClr val="bg1"/>
                </a:solidFill>
                <a:latin typeface="Montserrat" panose="00000500000000000000" pitchFamily="2" charset="0"/>
              </a:rPr>
              <a:t>heuristic</a:t>
            </a:r>
            <a:r>
              <a:rPr lang="vi-VN" sz="1000" dirty="0">
                <a:solidFill>
                  <a:schemeClr val="bg1"/>
                </a:solidFill>
                <a:latin typeface="Montserrat" panose="00000500000000000000" pitchFamily="2" charset="0"/>
              </a:rPr>
              <a:t> (Tham lam có hướng) hỗ trợ thuật toán DFS vượt qua các ngã ba, ngã tư đan chéo trong chữ ký bằng cách phân tích </a:t>
            </a:r>
            <a:r>
              <a:rPr lang="vi-VN" sz="1000" dirty="0" err="1">
                <a:solidFill>
                  <a:schemeClr val="bg1"/>
                </a:solidFill>
                <a:latin typeface="Montserrat" panose="00000500000000000000" pitchFamily="2" charset="0"/>
              </a:rPr>
              <a:t>vector</a:t>
            </a:r>
            <a:r>
              <a:rPr lang="vi-VN" sz="1000" dirty="0">
                <a:solidFill>
                  <a:schemeClr val="bg1"/>
                </a:solidFill>
                <a:latin typeface="Montserrat" panose="00000500000000000000" pitchFamily="2" charset="0"/>
              </a:rPr>
              <a:t> hướng di chuyển.</a:t>
            </a:r>
          </a:p>
        </p:txBody>
      </p:sp>
      <p:pic>
        <p:nvPicPr>
          <p:cNvPr id="4" name="Picture 3">
            <a:extLst>
              <a:ext uri="{FF2B5EF4-FFF2-40B4-BE49-F238E27FC236}">
                <a16:creationId xmlns:a16="http://schemas.microsoft.com/office/drawing/2014/main" id="{333C2610-119E-65DF-5514-5C5780543BAA}"/>
              </a:ext>
            </a:extLst>
          </p:cNvPr>
          <p:cNvPicPr>
            <a:picLocks noChangeAspect="1"/>
          </p:cNvPicPr>
          <p:nvPr/>
        </p:nvPicPr>
        <p:blipFill>
          <a:blip r:embed="rId3"/>
          <a:stretch>
            <a:fillRect/>
          </a:stretch>
        </p:blipFill>
        <p:spPr>
          <a:xfrm>
            <a:off x="381293" y="1296438"/>
            <a:ext cx="2526797" cy="2199535"/>
          </a:xfrm>
          <a:prstGeom prst="rect">
            <a:avLst/>
          </a:prstGeom>
          <a:ln w="28575">
            <a:solidFill>
              <a:schemeClr val="bg1"/>
            </a:solidFill>
          </a:ln>
        </p:spPr>
      </p:pic>
      <p:sp>
        <p:nvSpPr>
          <p:cNvPr id="7" name="Rectangle: Rounded Corners 6">
            <a:extLst>
              <a:ext uri="{FF2B5EF4-FFF2-40B4-BE49-F238E27FC236}">
                <a16:creationId xmlns:a16="http://schemas.microsoft.com/office/drawing/2014/main" id="{60F68166-2215-123C-9F99-ABA6D210680B}"/>
              </a:ext>
            </a:extLst>
          </p:cNvPr>
          <p:cNvSpPr/>
          <p:nvPr/>
        </p:nvSpPr>
        <p:spPr>
          <a:xfrm>
            <a:off x="3177782" y="1162861"/>
            <a:ext cx="2788435" cy="3859429"/>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D278943-25AA-B284-E0C9-613AFBCC78C9}"/>
              </a:ext>
            </a:extLst>
          </p:cNvPr>
          <p:cNvPicPr>
            <a:picLocks noChangeAspect="1"/>
          </p:cNvPicPr>
          <p:nvPr/>
        </p:nvPicPr>
        <p:blipFill>
          <a:blip r:embed="rId4"/>
          <a:stretch>
            <a:fillRect/>
          </a:stretch>
        </p:blipFill>
        <p:spPr>
          <a:xfrm>
            <a:off x="3282865" y="1286267"/>
            <a:ext cx="2580259" cy="2199535"/>
          </a:xfrm>
          <a:prstGeom prst="rect">
            <a:avLst/>
          </a:prstGeom>
          <a:ln w="28575">
            <a:solidFill>
              <a:schemeClr val="bg1"/>
            </a:solidFill>
          </a:ln>
        </p:spPr>
      </p:pic>
      <p:sp>
        <p:nvSpPr>
          <p:cNvPr id="16" name="Google Shape;1040;p31">
            <a:extLst>
              <a:ext uri="{FF2B5EF4-FFF2-40B4-BE49-F238E27FC236}">
                <a16:creationId xmlns:a16="http://schemas.microsoft.com/office/drawing/2014/main" id="{DFDFD2AD-81E7-31CF-6B9F-3A1FCD3A1BE5}"/>
              </a:ext>
            </a:extLst>
          </p:cNvPr>
          <p:cNvSpPr txBox="1">
            <a:spLocks/>
          </p:cNvSpPr>
          <p:nvPr/>
        </p:nvSpPr>
        <p:spPr>
          <a:xfrm>
            <a:off x="3155681" y="3626436"/>
            <a:ext cx="2788436" cy="100234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Áp dụng thuật toán duyệt đồ thị theo chiều sâu (DFS) trên khung xương (</a:t>
            </a:r>
            <a:r>
              <a:rPr lang="vi-VN" sz="1000" dirty="0" err="1">
                <a:solidFill>
                  <a:schemeClr val="bg1"/>
                </a:solidFill>
                <a:latin typeface="Montserrat" panose="00000500000000000000" pitchFamily="2" charset="0"/>
              </a:rPr>
              <a:t>skeleton</a:t>
            </a:r>
            <a:r>
              <a:rPr lang="vi-VN" sz="1000" dirty="0">
                <a:solidFill>
                  <a:schemeClr val="bg1"/>
                </a:solidFill>
                <a:latin typeface="Montserrat" panose="00000500000000000000" pitchFamily="2" charset="0"/>
              </a:rPr>
              <a:t>) đã làm mảnh để sắp xếp các điểm </a:t>
            </a:r>
            <a:r>
              <a:rPr lang="vi-VN" sz="1000" dirty="0" err="1">
                <a:solidFill>
                  <a:schemeClr val="bg1"/>
                </a:solidFill>
                <a:latin typeface="Montserrat" panose="00000500000000000000" pitchFamily="2" charset="0"/>
              </a:rPr>
              <a:t>pixel</a:t>
            </a:r>
            <a:r>
              <a:rPr lang="vi-VN" sz="1000" dirty="0">
                <a:solidFill>
                  <a:schemeClr val="bg1"/>
                </a:solidFill>
                <a:latin typeface="Montserrat" panose="00000500000000000000" pitchFamily="2" charset="0"/>
              </a:rPr>
              <a:t> theo một trình tự duy nhất, giúp mô phỏng lại đường nét đưa bút của chữ ký.</a:t>
            </a:r>
          </a:p>
        </p:txBody>
      </p:sp>
      <p:sp>
        <p:nvSpPr>
          <p:cNvPr id="17" name="Rectangle: Rounded Corners 16">
            <a:extLst>
              <a:ext uri="{FF2B5EF4-FFF2-40B4-BE49-F238E27FC236}">
                <a16:creationId xmlns:a16="http://schemas.microsoft.com/office/drawing/2014/main" id="{487EDA57-5F81-08AB-D023-4A34AFFCFB4F}"/>
              </a:ext>
            </a:extLst>
          </p:cNvPr>
          <p:cNvSpPr/>
          <p:nvPr/>
        </p:nvSpPr>
        <p:spPr>
          <a:xfrm>
            <a:off x="6108609" y="1160539"/>
            <a:ext cx="2788435" cy="3854983"/>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Google Shape;1040;p31">
            <a:extLst>
              <a:ext uri="{FF2B5EF4-FFF2-40B4-BE49-F238E27FC236}">
                <a16:creationId xmlns:a16="http://schemas.microsoft.com/office/drawing/2014/main" id="{67403659-9D55-6881-0DCB-FA694BD82258}"/>
              </a:ext>
            </a:extLst>
          </p:cNvPr>
          <p:cNvSpPr txBox="1">
            <a:spLocks/>
          </p:cNvSpPr>
          <p:nvPr/>
        </p:nvSpPr>
        <p:spPr>
          <a:xfrm>
            <a:off x="6095348" y="3636607"/>
            <a:ext cx="2797275" cy="126539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Quản lý toàn bộ luồng dữ liệu của bước xử lý ảnh. Nó thực hiện đọc ảnh, dùng bộ lọc </a:t>
            </a:r>
            <a:r>
              <a:rPr lang="vi-VN" sz="1000" dirty="0" err="1">
                <a:solidFill>
                  <a:schemeClr val="bg1"/>
                </a:solidFill>
                <a:latin typeface="Montserrat" panose="00000500000000000000" pitchFamily="2" charset="0"/>
              </a:rPr>
              <a:t>Gaussian</a:t>
            </a:r>
            <a:r>
              <a:rPr lang="vi-VN" sz="1000" dirty="0">
                <a:solidFill>
                  <a:schemeClr val="bg1"/>
                </a:solidFill>
                <a:latin typeface="Montserrat" panose="00000500000000000000" pitchFamily="2" charset="0"/>
              </a:rPr>
              <a:t> và </a:t>
            </a:r>
            <a:r>
              <a:rPr lang="vi-VN" sz="1000" dirty="0" err="1">
                <a:solidFill>
                  <a:schemeClr val="bg1"/>
                </a:solidFill>
                <a:latin typeface="Montserrat" panose="00000500000000000000" pitchFamily="2" charset="0"/>
              </a:rPr>
              <a:t>Otsu</a:t>
            </a:r>
            <a:r>
              <a:rPr lang="vi-VN" sz="1000" dirty="0">
                <a:solidFill>
                  <a:schemeClr val="bg1"/>
                </a:solidFill>
                <a:latin typeface="Montserrat" panose="00000500000000000000" pitchFamily="2" charset="0"/>
              </a:rPr>
              <a:t> để tách nền, dùng các phép toán hình thái học (</a:t>
            </a:r>
            <a:r>
              <a:rPr lang="vi-VN" sz="1000" dirty="0" err="1">
                <a:solidFill>
                  <a:schemeClr val="bg1"/>
                </a:solidFill>
                <a:latin typeface="Montserrat" panose="00000500000000000000" pitchFamily="2" charset="0"/>
              </a:rPr>
              <a:t>Morphological</a:t>
            </a:r>
            <a:r>
              <a:rPr lang="vi-VN" sz="1000" dirty="0">
                <a:solidFill>
                  <a:schemeClr val="bg1"/>
                </a:solidFill>
                <a:latin typeface="Montserrat" panose="00000500000000000000" pitchFamily="2" charset="0"/>
              </a:rPr>
              <a:t>) để làm liền nét, gọi hàm làm mảnh của </a:t>
            </a:r>
            <a:r>
              <a:rPr lang="vi-VN" sz="1000" dirty="0" err="1">
                <a:solidFill>
                  <a:schemeClr val="bg1"/>
                </a:solidFill>
                <a:latin typeface="Montserrat" panose="00000500000000000000" pitchFamily="2" charset="0"/>
              </a:rPr>
              <a:t>Zhang-Suen</a:t>
            </a:r>
            <a:r>
              <a:rPr lang="vi-VN" sz="1000" dirty="0">
                <a:solidFill>
                  <a:schemeClr val="bg1"/>
                </a:solidFill>
                <a:latin typeface="Montserrat" panose="00000500000000000000" pitchFamily="2" charset="0"/>
              </a:rPr>
              <a:t> và cuối cùng lưu kết quả ra chuỗi định dạng tệp diempixel.dat.</a:t>
            </a:r>
          </a:p>
        </p:txBody>
      </p:sp>
      <p:pic>
        <p:nvPicPr>
          <p:cNvPr id="21" name="Picture 20">
            <a:extLst>
              <a:ext uri="{FF2B5EF4-FFF2-40B4-BE49-F238E27FC236}">
                <a16:creationId xmlns:a16="http://schemas.microsoft.com/office/drawing/2014/main" id="{91DF848B-B775-D514-35E6-E92B63517883}"/>
              </a:ext>
            </a:extLst>
          </p:cNvPr>
          <p:cNvPicPr>
            <a:picLocks noChangeAspect="1"/>
          </p:cNvPicPr>
          <p:nvPr/>
        </p:nvPicPr>
        <p:blipFill>
          <a:blip r:embed="rId5"/>
          <a:stretch>
            <a:fillRect/>
          </a:stretch>
        </p:blipFill>
        <p:spPr>
          <a:xfrm>
            <a:off x="6203857" y="1282321"/>
            <a:ext cx="2580259" cy="2213652"/>
          </a:xfrm>
          <a:prstGeom prst="rect">
            <a:avLst/>
          </a:prstGeom>
          <a:ln w="28575">
            <a:solidFill>
              <a:schemeClr val="bg1"/>
            </a:solidFill>
          </a:ln>
        </p:spPr>
      </p:pic>
    </p:spTree>
    <p:extLst>
      <p:ext uri="{BB962C8B-B14F-4D97-AF65-F5344CB8AC3E}">
        <p14:creationId xmlns:p14="http://schemas.microsoft.com/office/powerpoint/2010/main" val="27903249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5F47CB82-A2FA-94A2-3D7D-0E605B9FCF1A}"/>
            </a:ext>
          </a:extLst>
        </p:cNvPr>
        <p:cNvGrpSpPr/>
        <p:nvPr/>
      </p:nvGrpSpPr>
      <p:grpSpPr>
        <a:xfrm>
          <a:off x="0" y="0"/>
          <a:ext cx="0" cy="0"/>
          <a:chOff x="0" y="0"/>
          <a:chExt cx="0" cy="0"/>
        </a:xfrm>
      </p:grpSpPr>
      <p:sp>
        <p:nvSpPr>
          <p:cNvPr id="1039" name="Google Shape;1039;p31">
            <a:extLst>
              <a:ext uri="{FF2B5EF4-FFF2-40B4-BE49-F238E27FC236}">
                <a16:creationId xmlns:a16="http://schemas.microsoft.com/office/drawing/2014/main" id="{E97EC089-085C-D046-64F7-AF5CD515586E}"/>
              </a:ext>
            </a:extLst>
          </p:cNvPr>
          <p:cNvSpPr txBox="1">
            <a:spLocks noGrp="1"/>
          </p:cNvSpPr>
          <p:nvPr>
            <p:ph type="title"/>
          </p:nvPr>
        </p:nvSpPr>
        <p:spPr>
          <a:xfrm>
            <a:off x="1189340" y="124871"/>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042" name="Google Shape;1042;p31">
            <a:extLst>
              <a:ext uri="{FF2B5EF4-FFF2-40B4-BE49-F238E27FC236}">
                <a16:creationId xmlns:a16="http://schemas.microsoft.com/office/drawing/2014/main" id="{7DAFA520-86D6-199D-D8E5-819A18CDEF4D}"/>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AC183888-6FE0-327B-5AA5-DDDBF1E61F28}"/>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05D1DA8F-884A-3C53-4CA7-3F341672F2C7}"/>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067E1E6D-4C9F-3927-8001-265C86E4D875}"/>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87A624F7-F5D4-8923-0C82-3BF411662949}"/>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C75CA721-FE77-6D21-1598-1D07ADBB0C26}"/>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 name="Google Shape;1497;p43">
            <a:extLst>
              <a:ext uri="{FF2B5EF4-FFF2-40B4-BE49-F238E27FC236}">
                <a16:creationId xmlns:a16="http://schemas.microsoft.com/office/drawing/2014/main" id="{6492A583-BA95-3989-7DF2-6F1DDA768829}"/>
              </a:ext>
            </a:extLst>
          </p:cNvPr>
          <p:cNvSpPr txBox="1">
            <a:spLocks/>
          </p:cNvSpPr>
          <p:nvPr/>
        </p:nvSpPr>
        <p:spPr>
          <a:xfrm>
            <a:off x="1587931" y="69190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2: </a:t>
            </a:r>
            <a:r>
              <a:rPr lang="fr-FR" dirty="0" err="1">
                <a:solidFill>
                  <a:schemeClr val="bg1"/>
                </a:solidFill>
              </a:rPr>
              <a:t>Cơ</a:t>
            </a:r>
            <a:r>
              <a:rPr lang="fr-FR" dirty="0">
                <a:solidFill>
                  <a:schemeClr val="bg1"/>
                </a:solidFill>
              </a:rPr>
              <a:t> </a:t>
            </a:r>
            <a:r>
              <a:rPr lang="fr-FR" dirty="0" err="1">
                <a:solidFill>
                  <a:schemeClr val="bg1"/>
                </a:solidFill>
              </a:rPr>
              <a:t>sở</a:t>
            </a:r>
            <a:r>
              <a:rPr lang="fr-FR" dirty="0">
                <a:solidFill>
                  <a:schemeClr val="bg1"/>
                </a:solidFill>
              </a:rPr>
              <a:t> </a:t>
            </a:r>
            <a:r>
              <a:rPr lang="fr-FR" dirty="0" err="1">
                <a:solidFill>
                  <a:schemeClr val="bg1"/>
                </a:solidFill>
              </a:rPr>
              <a:t>Toán</a:t>
            </a:r>
            <a:r>
              <a:rPr lang="fr-FR" dirty="0">
                <a:solidFill>
                  <a:schemeClr val="bg1"/>
                </a:solidFill>
              </a:rPr>
              <a:t> </a:t>
            </a:r>
            <a:r>
              <a:rPr lang="fr-FR" dirty="0" err="1">
                <a:solidFill>
                  <a:schemeClr val="bg1"/>
                </a:solidFill>
              </a:rPr>
              <a:t>học</a:t>
            </a:r>
            <a:r>
              <a:rPr lang="fr-FR" dirty="0">
                <a:solidFill>
                  <a:schemeClr val="bg1"/>
                </a:solidFill>
              </a:rPr>
              <a:t> B-</a:t>
            </a:r>
            <a:r>
              <a:rPr lang="fr-FR" dirty="0" err="1">
                <a:solidFill>
                  <a:schemeClr val="bg1"/>
                </a:solidFill>
              </a:rPr>
              <a:t>Spline</a:t>
            </a:r>
            <a:r>
              <a:rPr lang="fr-FR" dirty="0">
                <a:solidFill>
                  <a:schemeClr val="bg1"/>
                </a:solidFill>
              </a:rPr>
              <a:t> Non-Uniform</a:t>
            </a:r>
          </a:p>
        </p:txBody>
      </p:sp>
      <p:sp>
        <p:nvSpPr>
          <p:cNvPr id="14" name="Rectangle: Rounded Corners 13">
            <a:extLst>
              <a:ext uri="{FF2B5EF4-FFF2-40B4-BE49-F238E27FC236}">
                <a16:creationId xmlns:a16="http://schemas.microsoft.com/office/drawing/2014/main" id="{2D05161E-17B5-0135-F51B-95BEACD7A8D7}"/>
              </a:ext>
            </a:extLst>
          </p:cNvPr>
          <p:cNvSpPr/>
          <p:nvPr/>
        </p:nvSpPr>
        <p:spPr>
          <a:xfrm>
            <a:off x="346585" y="1223755"/>
            <a:ext cx="3557352" cy="1821035"/>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Google Shape;1040;p31">
            <a:extLst>
              <a:ext uri="{FF2B5EF4-FFF2-40B4-BE49-F238E27FC236}">
                <a16:creationId xmlns:a16="http://schemas.microsoft.com/office/drawing/2014/main" id="{ED0F1695-CAD7-B582-BD34-CE206826B9B0}"/>
              </a:ext>
            </a:extLst>
          </p:cNvPr>
          <p:cNvSpPr txBox="1">
            <a:spLocks noGrp="1"/>
          </p:cNvSpPr>
          <p:nvPr>
            <p:ph type="subTitle" idx="1"/>
          </p:nvPr>
        </p:nvSpPr>
        <p:spPr>
          <a:xfrm>
            <a:off x="356609" y="2124622"/>
            <a:ext cx="3557352" cy="799799"/>
          </a:xfrm>
          <a:prstGeom prst="rect">
            <a:avLst/>
          </a:prstGeom>
        </p:spPr>
        <p:txBody>
          <a:bodyPr spcFirstLastPara="1" wrap="square" lIns="91425" tIns="0" rIns="91425" bIns="0" anchor="ctr" anchorCtr="0">
            <a:noAutofit/>
          </a:bodyPr>
          <a:lstStyle/>
          <a:p>
            <a:pPr marL="0" lvl="0" indent="0">
              <a:lnSpc>
                <a:spcPct val="150000"/>
              </a:lnSpc>
              <a:buClr>
                <a:schemeClr val="bg1"/>
              </a:buClr>
            </a:pPr>
            <a:r>
              <a:rPr lang="en-US" sz="1300" dirty="0" err="1"/>
              <a:t>Đảm</a:t>
            </a:r>
            <a:r>
              <a:rPr lang="en-US" sz="1300" dirty="0"/>
              <a:t> </a:t>
            </a:r>
            <a:r>
              <a:rPr lang="en-US" sz="1300" dirty="0" err="1"/>
              <a:t>bảo</a:t>
            </a:r>
            <a:r>
              <a:rPr lang="en-US" sz="1300" dirty="0"/>
              <a:t> </a:t>
            </a:r>
            <a:r>
              <a:rPr lang="en-US" sz="1300" dirty="0" err="1"/>
              <a:t>không</a:t>
            </a:r>
            <a:r>
              <a:rPr lang="en-US" sz="1300" dirty="0"/>
              <a:t> </a:t>
            </a:r>
            <a:r>
              <a:rPr lang="en-US" sz="1300" dirty="0" err="1"/>
              <a:t>méo</a:t>
            </a:r>
            <a:r>
              <a:rPr lang="en-US" sz="1300" dirty="0"/>
              <a:t> </a:t>
            </a:r>
            <a:r>
              <a:rPr lang="en-US" sz="1300" dirty="0" err="1"/>
              <a:t>tốc</a:t>
            </a:r>
            <a:r>
              <a:rPr lang="en-US" sz="1300" dirty="0"/>
              <a:t> </a:t>
            </a:r>
            <a:r>
              <a:rPr lang="en-US" sz="1300" dirty="0" err="1"/>
              <a:t>độ</a:t>
            </a:r>
            <a:r>
              <a:rPr lang="en-US" sz="1300" dirty="0"/>
              <a:t> </a:t>
            </a:r>
            <a:r>
              <a:rPr lang="en-US" sz="1300" dirty="0" err="1"/>
              <a:t>tham</a:t>
            </a:r>
            <a:r>
              <a:rPr lang="en-US" sz="1300" dirty="0"/>
              <a:t> </a:t>
            </a:r>
            <a:r>
              <a:rPr lang="en-US" sz="1300" dirty="0" err="1"/>
              <a:t>số</a:t>
            </a:r>
            <a:r>
              <a:rPr lang="en-US" sz="1300" dirty="0"/>
              <a:t> </a:t>
            </a:r>
            <a:r>
              <a:rPr lang="en-US" sz="1300" dirty="0" err="1"/>
              <a:t>bằng</a:t>
            </a:r>
            <a:r>
              <a:rPr lang="en-US" sz="1300" dirty="0"/>
              <a:t> </a:t>
            </a:r>
            <a:r>
              <a:rPr lang="en-US" sz="1300" dirty="0" err="1"/>
              <a:t>cách</a:t>
            </a:r>
            <a:r>
              <a:rPr lang="en-US" sz="1300" dirty="0"/>
              <a:t> </a:t>
            </a:r>
            <a:r>
              <a:rPr lang="en-US" sz="1300" dirty="0" err="1"/>
              <a:t>phản</a:t>
            </a:r>
            <a:r>
              <a:rPr lang="en-US" sz="1300" dirty="0"/>
              <a:t> </a:t>
            </a:r>
            <a:r>
              <a:rPr lang="en-US" sz="1300" dirty="0" err="1"/>
              <a:t>ánh</a:t>
            </a:r>
            <a:r>
              <a:rPr lang="en-US" sz="1300" dirty="0"/>
              <a:t> </a:t>
            </a:r>
            <a:r>
              <a:rPr lang="en-US" sz="1300" dirty="0" err="1"/>
              <a:t>đúng</a:t>
            </a:r>
            <a:r>
              <a:rPr lang="en-US" sz="1300" dirty="0"/>
              <a:t> </a:t>
            </a:r>
            <a:r>
              <a:rPr lang="en-US" sz="1300" dirty="0" err="1"/>
              <a:t>tỷ</a:t>
            </a:r>
            <a:r>
              <a:rPr lang="en-US" sz="1300" dirty="0"/>
              <a:t> </a:t>
            </a:r>
            <a:r>
              <a:rPr lang="en-US" sz="1300" dirty="0" err="1"/>
              <a:t>lệ</a:t>
            </a:r>
            <a:r>
              <a:rPr lang="en-US" sz="1300" dirty="0"/>
              <a:t> </a:t>
            </a:r>
            <a:r>
              <a:rPr lang="en-US" sz="1300" dirty="0" err="1"/>
              <a:t>khoảng</a:t>
            </a:r>
            <a:r>
              <a:rPr lang="en-US" sz="1300" dirty="0"/>
              <a:t> </a:t>
            </a:r>
            <a:r>
              <a:rPr lang="en-US" sz="1300" dirty="0" err="1"/>
              <a:t>cách</a:t>
            </a:r>
            <a:r>
              <a:rPr lang="en-US" sz="1300" dirty="0"/>
              <a:t> Euclid </a:t>
            </a:r>
            <a:r>
              <a:rPr lang="en-US" sz="1300" dirty="0" err="1"/>
              <a:t>thực</a:t>
            </a:r>
            <a:r>
              <a:rPr lang="en-US" sz="1300" dirty="0"/>
              <a:t> </a:t>
            </a:r>
            <a:r>
              <a:rPr lang="en-US" sz="1300" dirty="0" err="1"/>
              <a:t>tế</a:t>
            </a:r>
            <a:r>
              <a:rPr lang="en-US" sz="1300" dirty="0"/>
              <a:t>.</a:t>
            </a:r>
            <a:endParaRPr sz="1300" dirty="0">
              <a:solidFill>
                <a:schemeClr val="bg1"/>
              </a:solidFill>
            </a:endParaRPr>
          </a:p>
        </p:txBody>
      </p:sp>
      <p:sp>
        <p:nvSpPr>
          <p:cNvPr id="23" name="Google Shape;1039;p31">
            <a:extLst>
              <a:ext uri="{FF2B5EF4-FFF2-40B4-BE49-F238E27FC236}">
                <a16:creationId xmlns:a16="http://schemas.microsoft.com/office/drawing/2014/main" id="{73679B9D-8112-81C8-A393-FCAD067046DE}"/>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2" name="Rectangle: Rounded Corners 1">
            <a:extLst>
              <a:ext uri="{FF2B5EF4-FFF2-40B4-BE49-F238E27FC236}">
                <a16:creationId xmlns:a16="http://schemas.microsoft.com/office/drawing/2014/main" id="{A4ECB6B4-7C98-FAD6-8030-802484E9BFBF}"/>
              </a:ext>
            </a:extLst>
          </p:cNvPr>
          <p:cNvSpPr/>
          <p:nvPr/>
        </p:nvSpPr>
        <p:spPr>
          <a:xfrm>
            <a:off x="475745" y="1324069"/>
            <a:ext cx="3287516" cy="745467"/>
          </a:xfrm>
          <a:prstGeom prst="roundRect">
            <a:avLst>
              <a:gd name="adj" fmla="val 18305"/>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1" name="Google Shape;1041;p31">
            <a:extLst>
              <a:ext uri="{FF2B5EF4-FFF2-40B4-BE49-F238E27FC236}">
                <a16:creationId xmlns:a16="http://schemas.microsoft.com/office/drawing/2014/main" id="{571423E4-55BA-496E-FD4C-7315CB258AC5}"/>
              </a:ext>
            </a:extLst>
          </p:cNvPr>
          <p:cNvSpPr txBox="1">
            <a:spLocks noGrp="1"/>
          </p:cNvSpPr>
          <p:nvPr>
            <p:ph type="subTitle" idx="2"/>
          </p:nvPr>
        </p:nvSpPr>
        <p:spPr>
          <a:xfrm>
            <a:off x="465721" y="1344842"/>
            <a:ext cx="3287516" cy="739616"/>
          </a:xfrm>
          <a:prstGeom prst="rect">
            <a:avLst/>
          </a:prstGeom>
        </p:spPr>
        <p:txBody>
          <a:bodyPr spcFirstLastPara="1" wrap="square" lIns="91425" tIns="0" rIns="91425" bIns="0" anchor="ctr" anchorCtr="0">
            <a:noAutofit/>
          </a:bodyPr>
          <a:lstStyle/>
          <a:p>
            <a:pPr marL="0" lvl="0" indent="0" algn="ctr"/>
            <a:r>
              <a:rPr lang="en-US" sz="1500" dirty="0">
                <a:solidFill>
                  <a:schemeClr val="accent6"/>
                </a:solidFill>
              </a:rPr>
              <a:t>Tham </a:t>
            </a:r>
            <a:r>
              <a:rPr lang="en-US" sz="1500" dirty="0" err="1">
                <a:solidFill>
                  <a:schemeClr val="accent6"/>
                </a:solidFill>
              </a:rPr>
              <a:t>số</a:t>
            </a:r>
            <a:r>
              <a:rPr lang="en-US" sz="1500" dirty="0">
                <a:solidFill>
                  <a:schemeClr val="accent6"/>
                </a:solidFill>
              </a:rPr>
              <a:t> </a:t>
            </a:r>
            <a:r>
              <a:rPr lang="en-US" sz="1500" dirty="0" err="1">
                <a:solidFill>
                  <a:schemeClr val="accent6"/>
                </a:solidFill>
              </a:rPr>
              <a:t>hóa</a:t>
            </a:r>
            <a:r>
              <a:rPr lang="en-US" sz="1500" dirty="0">
                <a:solidFill>
                  <a:schemeClr val="accent6"/>
                </a:solidFill>
              </a:rPr>
              <a:t> </a:t>
            </a:r>
            <a:r>
              <a:rPr lang="en-US" sz="1500" dirty="0" err="1">
                <a:solidFill>
                  <a:schemeClr val="accent6"/>
                </a:solidFill>
              </a:rPr>
              <a:t>chiều</a:t>
            </a:r>
            <a:r>
              <a:rPr lang="en-US" sz="1500" dirty="0">
                <a:solidFill>
                  <a:schemeClr val="accent6"/>
                </a:solidFill>
              </a:rPr>
              <a:t> </a:t>
            </a:r>
            <a:r>
              <a:rPr lang="en-US" sz="1500" dirty="0" err="1">
                <a:solidFill>
                  <a:schemeClr val="accent6"/>
                </a:solidFill>
              </a:rPr>
              <a:t>dài</a:t>
            </a:r>
            <a:r>
              <a:rPr lang="en-US" sz="1500" dirty="0">
                <a:solidFill>
                  <a:schemeClr val="accent6"/>
                </a:solidFill>
              </a:rPr>
              <a:t> </a:t>
            </a:r>
          </a:p>
          <a:p>
            <a:pPr marL="0" lvl="0" indent="0" algn="ctr"/>
            <a:r>
              <a:rPr lang="en-US" sz="1500" dirty="0" err="1">
                <a:solidFill>
                  <a:schemeClr val="accent6"/>
                </a:solidFill>
              </a:rPr>
              <a:t>dây</a:t>
            </a:r>
            <a:r>
              <a:rPr lang="en-US" sz="1500" dirty="0">
                <a:solidFill>
                  <a:schemeClr val="accent6"/>
                </a:solidFill>
              </a:rPr>
              <a:t> </a:t>
            </a:r>
            <a:r>
              <a:rPr lang="en-US" sz="1500" dirty="0" err="1">
                <a:solidFill>
                  <a:schemeClr val="accent6"/>
                </a:solidFill>
              </a:rPr>
              <a:t>cung</a:t>
            </a:r>
            <a:r>
              <a:rPr lang="en-US" sz="1500" dirty="0">
                <a:solidFill>
                  <a:schemeClr val="accent6"/>
                </a:solidFill>
              </a:rPr>
              <a:t> (Chord Length Parameterization)</a:t>
            </a:r>
            <a:endParaRPr sz="1500" dirty="0">
              <a:solidFill>
                <a:schemeClr val="accent6"/>
              </a:solidFill>
            </a:endParaRPr>
          </a:p>
        </p:txBody>
      </p:sp>
      <p:sp>
        <p:nvSpPr>
          <p:cNvPr id="3" name="Rectangle: Rounded Corners 2">
            <a:extLst>
              <a:ext uri="{FF2B5EF4-FFF2-40B4-BE49-F238E27FC236}">
                <a16:creationId xmlns:a16="http://schemas.microsoft.com/office/drawing/2014/main" id="{4AB9C8A5-29AC-1C60-238F-F39AC851C712}"/>
              </a:ext>
            </a:extLst>
          </p:cNvPr>
          <p:cNvSpPr/>
          <p:nvPr/>
        </p:nvSpPr>
        <p:spPr>
          <a:xfrm>
            <a:off x="351431" y="3350380"/>
            <a:ext cx="3557352" cy="1517166"/>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Google Shape;1040;p31">
            <a:extLst>
              <a:ext uri="{FF2B5EF4-FFF2-40B4-BE49-F238E27FC236}">
                <a16:creationId xmlns:a16="http://schemas.microsoft.com/office/drawing/2014/main" id="{C762B90D-D38E-BC8B-0074-5B5F00828B93}"/>
              </a:ext>
            </a:extLst>
          </p:cNvPr>
          <p:cNvSpPr txBox="1">
            <a:spLocks/>
          </p:cNvSpPr>
          <p:nvPr/>
        </p:nvSpPr>
        <p:spPr>
          <a:xfrm>
            <a:off x="371479" y="4032054"/>
            <a:ext cx="3557352" cy="799799"/>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nSpc>
                <a:spcPct val="150000"/>
              </a:lnSpc>
              <a:buClr>
                <a:schemeClr val="bg1"/>
              </a:buClr>
            </a:pPr>
            <a:r>
              <a:rPr lang="vi-VN" sz="1300" dirty="0"/>
              <a:t>Đảm bảo đường cong kẹp chính xác tại điểm bắt đầu và kết thúc của mỗi nét vẽ độc lập.</a:t>
            </a:r>
            <a:endParaRPr lang="en-US" sz="1300" dirty="0">
              <a:solidFill>
                <a:schemeClr val="bg1"/>
              </a:solidFill>
            </a:endParaRPr>
          </a:p>
        </p:txBody>
      </p:sp>
      <p:sp>
        <p:nvSpPr>
          <p:cNvPr id="6" name="Rectangle: Rounded Corners 5">
            <a:extLst>
              <a:ext uri="{FF2B5EF4-FFF2-40B4-BE49-F238E27FC236}">
                <a16:creationId xmlns:a16="http://schemas.microsoft.com/office/drawing/2014/main" id="{A7551EE9-D616-D56D-E34B-5C1298242E79}"/>
              </a:ext>
            </a:extLst>
          </p:cNvPr>
          <p:cNvSpPr/>
          <p:nvPr/>
        </p:nvSpPr>
        <p:spPr>
          <a:xfrm>
            <a:off x="480591" y="3450694"/>
            <a:ext cx="3287516" cy="566438"/>
          </a:xfrm>
          <a:prstGeom prst="roundRect">
            <a:avLst>
              <a:gd name="adj" fmla="val 18305"/>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1041;p31">
            <a:extLst>
              <a:ext uri="{FF2B5EF4-FFF2-40B4-BE49-F238E27FC236}">
                <a16:creationId xmlns:a16="http://schemas.microsoft.com/office/drawing/2014/main" id="{1769CE81-058B-C695-0E42-3E7702A5FB56}"/>
              </a:ext>
            </a:extLst>
          </p:cNvPr>
          <p:cNvSpPr txBox="1">
            <a:spLocks/>
          </p:cNvSpPr>
          <p:nvPr/>
        </p:nvSpPr>
        <p:spPr>
          <a:xfrm>
            <a:off x="490615" y="3470749"/>
            <a:ext cx="3287516" cy="546384"/>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2000"/>
              <a:buFont typeface="Montserrat"/>
              <a:buNone/>
              <a:defRPr sz="2000" b="1"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9pPr>
          </a:lstStyle>
          <a:p>
            <a:pPr marL="0" indent="0" algn="ctr"/>
            <a:r>
              <a:rPr lang="en-US" sz="1500" dirty="0" err="1">
                <a:solidFill>
                  <a:schemeClr val="accent6"/>
                </a:solidFill>
              </a:rPr>
              <a:t>Khởi</a:t>
            </a:r>
            <a:r>
              <a:rPr lang="en-US" sz="1500" dirty="0">
                <a:solidFill>
                  <a:schemeClr val="accent6"/>
                </a:solidFill>
              </a:rPr>
              <a:t> </a:t>
            </a:r>
            <a:r>
              <a:rPr lang="en-US" sz="1500" dirty="0" err="1">
                <a:solidFill>
                  <a:schemeClr val="accent6"/>
                </a:solidFill>
              </a:rPr>
              <a:t>tạo</a:t>
            </a:r>
            <a:r>
              <a:rPr lang="en-US" sz="1500" dirty="0">
                <a:solidFill>
                  <a:schemeClr val="accent6"/>
                </a:solidFill>
              </a:rPr>
              <a:t> Vector </a:t>
            </a:r>
            <a:r>
              <a:rPr lang="en-US" sz="1500" dirty="0" err="1">
                <a:solidFill>
                  <a:schemeClr val="accent6"/>
                </a:solidFill>
              </a:rPr>
              <a:t>Nút</a:t>
            </a:r>
            <a:r>
              <a:rPr lang="en-US" sz="1500" dirty="0">
                <a:solidFill>
                  <a:schemeClr val="accent6"/>
                </a:solidFill>
              </a:rPr>
              <a:t> (Clamped Uniform Knot Vector):</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7595718B-70AF-F0B5-3ED1-D78E2160CFBB}"/>
                  </a:ext>
                </a:extLst>
              </p:cNvPr>
              <p:cNvSpPr txBox="1"/>
              <p:nvPr/>
            </p:nvSpPr>
            <p:spPr>
              <a:xfrm>
                <a:off x="3828691" y="2919498"/>
                <a:ext cx="3072294" cy="451214"/>
              </a:xfrm>
              <a:prstGeom prst="rect">
                <a:avLst/>
              </a:prstGeom>
              <a:noFill/>
            </p:spPr>
            <p:txBody>
              <a:bodyPr wrap="square">
                <a:spAutoFit/>
              </a:bodyPr>
              <a:lstStyle/>
              <a:p>
                <a:r>
                  <a:rPr lang="en-US" sz="2000" dirty="0">
                    <a:solidFill>
                      <a:schemeClr val="bg1"/>
                    </a:solidFill>
                    <a:latin typeface="Montserrat" panose="00000500000000000000" pitchFamily="2" charset="0"/>
                  </a:rPr>
                  <a:t>C(u) = </a:t>
                </a:r>
                <a14:m>
                  <m:oMath xmlns:m="http://schemas.openxmlformats.org/officeDocument/2006/math">
                    <m:nary>
                      <m:naryPr>
                        <m:chr m:val="∑"/>
                        <m:limLoc m:val="undOvr"/>
                        <m:ctrlPr>
                          <a:rPr lang="en-US" sz="2000" i="1">
                            <a:solidFill>
                              <a:schemeClr val="bg1"/>
                            </a:solidFill>
                            <a:latin typeface="Cambria Math" panose="02040503050406030204" pitchFamily="18" charset="0"/>
                          </a:rPr>
                        </m:ctrlPr>
                      </m:naryPr>
                      <m:sub>
                        <m:r>
                          <a:rPr lang="en-US" sz="2000" i="1">
                            <a:solidFill>
                              <a:schemeClr val="bg1"/>
                            </a:solidFill>
                            <a:latin typeface="Cambria Math" panose="02040503050406030204" pitchFamily="18" charset="0"/>
                          </a:rPr>
                          <m:t>𝑖</m:t>
                        </m:r>
                        <m:r>
                          <a:rPr lang="en-US" sz="2000" i="1">
                            <a:solidFill>
                              <a:schemeClr val="bg1"/>
                            </a:solidFill>
                            <a:latin typeface="Cambria Math" panose="02040503050406030204" pitchFamily="18" charset="0"/>
                          </a:rPr>
                          <m:t>=0</m:t>
                        </m:r>
                      </m:sub>
                      <m:sup>
                        <m:r>
                          <a:rPr lang="en-US" sz="2000" i="1">
                            <a:solidFill>
                              <a:schemeClr val="bg1"/>
                            </a:solidFill>
                            <a:latin typeface="Cambria Math" panose="02040503050406030204" pitchFamily="18" charset="0"/>
                          </a:rPr>
                          <m:t>𝑛</m:t>
                        </m:r>
                        <m:r>
                          <a:rPr lang="en-US" sz="2000" i="1">
                            <a:solidFill>
                              <a:schemeClr val="bg1"/>
                            </a:solidFill>
                            <a:latin typeface="Cambria Math" panose="02040503050406030204" pitchFamily="18" charset="0"/>
                          </a:rPr>
                          <m:t>−1</m:t>
                        </m:r>
                      </m:sup>
                      <m:e>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𝑃</m:t>
                            </m:r>
                          </m:e>
                          <m:sub>
                            <m:r>
                              <a:rPr lang="en-US" sz="2000" i="1">
                                <a:solidFill>
                                  <a:schemeClr val="bg1"/>
                                </a:solidFill>
                                <a:latin typeface="Cambria Math" panose="02040503050406030204" pitchFamily="18" charset="0"/>
                              </a:rPr>
                              <m:t>𝑖</m:t>
                            </m:r>
                          </m:sub>
                        </m:sSub>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𝑁</m:t>
                            </m:r>
                          </m:e>
                          <m:sub>
                            <m:r>
                              <a:rPr lang="en-US" sz="2000" i="1">
                                <a:solidFill>
                                  <a:schemeClr val="bg1"/>
                                </a:solidFill>
                                <a:latin typeface="Cambria Math" panose="02040503050406030204" pitchFamily="18" charset="0"/>
                              </a:rPr>
                              <m:t>𝑖</m:t>
                            </m:r>
                            <m:r>
                              <a:rPr lang="en-US" sz="2000" i="1">
                                <a:solidFill>
                                  <a:schemeClr val="bg1"/>
                                </a:solidFill>
                                <a:latin typeface="Cambria Math" panose="02040503050406030204" pitchFamily="18" charset="0"/>
                              </a:rPr>
                              <m:t>,</m:t>
                            </m:r>
                            <m:r>
                              <a:rPr lang="en-US" sz="2000" i="1">
                                <a:solidFill>
                                  <a:schemeClr val="bg1"/>
                                </a:solidFill>
                                <a:latin typeface="Cambria Math" panose="02040503050406030204" pitchFamily="18" charset="0"/>
                              </a:rPr>
                              <m:t>𝑝</m:t>
                            </m:r>
                          </m:sub>
                        </m:sSub>
                        <m:r>
                          <a:rPr lang="en-US" sz="2000" i="1">
                            <a:solidFill>
                              <a:schemeClr val="bg1"/>
                            </a:solidFill>
                            <a:latin typeface="Cambria Math" panose="02040503050406030204" pitchFamily="18" charset="0"/>
                          </a:rPr>
                          <m:t>(</m:t>
                        </m:r>
                        <m:r>
                          <a:rPr lang="en-US" sz="2000" i="1">
                            <a:solidFill>
                              <a:schemeClr val="bg1"/>
                            </a:solidFill>
                            <a:latin typeface="Cambria Math" panose="02040503050406030204" pitchFamily="18" charset="0"/>
                          </a:rPr>
                          <m:t>𝑢</m:t>
                        </m:r>
                        <m:r>
                          <a:rPr lang="en-US" sz="2000" i="1">
                            <a:solidFill>
                              <a:schemeClr val="bg1"/>
                            </a:solidFill>
                            <a:latin typeface="Cambria Math" panose="02040503050406030204" pitchFamily="18" charset="0"/>
                          </a:rPr>
                          <m:t>)</m:t>
                        </m:r>
                      </m:e>
                    </m:nary>
                  </m:oMath>
                </a14:m>
                <a:endParaRPr lang="vi-VN" sz="2000" dirty="0">
                  <a:solidFill>
                    <a:schemeClr val="bg1"/>
                  </a:solidFill>
                  <a:latin typeface="Montserrat" panose="00000500000000000000" pitchFamily="2" charset="0"/>
                </a:endParaRPr>
              </a:p>
            </p:txBody>
          </p:sp>
        </mc:Choice>
        <mc:Fallback xmlns="">
          <p:sp>
            <p:nvSpPr>
              <p:cNvPr id="20" name="TextBox 19">
                <a:extLst>
                  <a:ext uri="{FF2B5EF4-FFF2-40B4-BE49-F238E27FC236}">
                    <a16:creationId xmlns:a16="http://schemas.microsoft.com/office/drawing/2014/main" id="{7595718B-70AF-F0B5-3ED1-D78E2160CFBB}"/>
                  </a:ext>
                </a:extLst>
              </p:cNvPr>
              <p:cNvSpPr txBox="1">
                <a:spLocks noRot="1" noChangeAspect="1" noMove="1" noResize="1" noEditPoints="1" noAdjustHandles="1" noChangeArrowheads="1" noChangeShapeType="1" noTextEdit="1"/>
              </p:cNvSpPr>
              <p:nvPr/>
            </p:nvSpPr>
            <p:spPr>
              <a:xfrm>
                <a:off x="3828691" y="2919498"/>
                <a:ext cx="3072294" cy="451214"/>
              </a:xfrm>
              <a:prstGeom prst="rect">
                <a:avLst/>
              </a:prstGeom>
              <a:blipFill>
                <a:blip r:embed="rId3"/>
                <a:stretch>
                  <a:fillRect l="-1984" t="-104054" b="-156757"/>
                </a:stretch>
              </a:blipFill>
            </p:spPr>
            <p:txBody>
              <a:bodyPr/>
              <a:lstStyle/>
              <a:p>
                <a:r>
                  <a:rPr lang="en-US">
                    <a:noFill/>
                  </a:rPr>
                  <a:t> </a:t>
                </a:r>
              </a:p>
            </p:txBody>
          </p:sp>
        </mc:Fallback>
      </mc:AlternateContent>
      <p:cxnSp>
        <p:nvCxnSpPr>
          <p:cNvPr id="22" name="Connector: Elbow 21">
            <a:extLst>
              <a:ext uri="{FF2B5EF4-FFF2-40B4-BE49-F238E27FC236}">
                <a16:creationId xmlns:a16="http://schemas.microsoft.com/office/drawing/2014/main" id="{C091F237-E9D6-B2AB-CEA6-AF49C8A8402F}"/>
              </a:ext>
            </a:extLst>
          </p:cNvPr>
          <p:cNvCxnSpPr>
            <a:cxnSpLocks/>
            <a:stCxn id="20" idx="0"/>
          </p:cNvCxnSpPr>
          <p:nvPr/>
        </p:nvCxnSpPr>
        <p:spPr>
          <a:xfrm rot="16200000" flipV="1">
            <a:off x="4343016" y="1897675"/>
            <a:ext cx="612818" cy="1430827"/>
          </a:xfrm>
          <a:prstGeom prst="bentConnector2">
            <a:avLst/>
          </a:prstGeom>
          <a:ln w="19050">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025" name="Connector: Elbow 1024">
            <a:extLst>
              <a:ext uri="{FF2B5EF4-FFF2-40B4-BE49-F238E27FC236}">
                <a16:creationId xmlns:a16="http://schemas.microsoft.com/office/drawing/2014/main" id="{7A24595E-4BB0-E950-4D0B-EF7388E0F350}"/>
              </a:ext>
            </a:extLst>
          </p:cNvPr>
          <p:cNvCxnSpPr>
            <a:cxnSpLocks/>
            <a:stCxn id="20" idx="2"/>
          </p:cNvCxnSpPr>
          <p:nvPr/>
        </p:nvCxnSpPr>
        <p:spPr>
          <a:xfrm rot="5400000">
            <a:off x="4249396" y="3050148"/>
            <a:ext cx="794878" cy="1436007"/>
          </a:xfrm>
          <a:prstGeom prst="bentConnector2">
            <a:avLst/>
          </a:prstGeom>
          <a:ln w="19050">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035" name="Rectangle: Rounded Corners 1034">
            <a:extLst>
              <a:ext uri="{FF2B5EF4-FFF2-40B4-BE49-F238E27FC236}">
                <a16:creationId xmlns:a16="http://schemas.microsoft.com/office/drawing/2014/main" id="{AB76F39F-1E99-30FD-4D82-071328DC7703}"/>
              </a:ext>
            </a:extLst>
          </p:cNvPr>
          <p:cNvSpPr/>
          <p:nvPr/>
        </p:nvSpPr>
        <p:spPr>
          <a:xfrm>
            <a:off x="6522477" y="1996977"/>
            <a:ext cx="2245163" cy="2300827"/>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6" name="Google Shape;1040;p31">
            <a:extLst>
              <a:ext uri="{FF2B5EF4-FFF2-40B4-BE49-F238E27FC236}">
                <a16:creationId xmlns:a16="http://schemas.microsoft.com/office/drawing/2014/main" id="{14EC205C-2F58-B0BB-EBDD-F9F4EED98079}"/>
              </a:ext>
            </a:extLst>
          </p:cNvPr>
          <p:cNvSpPr txBox="1">
            <a:spLocks/>
          </p:cNvSpPr>
          <p:nvPr/>
        </p:nvSpPr>
        <p:spPr>
          <a:xfrm>
            <a:off x="6542525" y="2678652"/>
            <a:ext cx="2245163" cy="158346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nSpc>
                <a:spcPct val="150000"/>
              </a:lnSpc>
              <a:buClr>
                <a:schemeClr val="bg1"/>
              </a:buClr>
            </a:pPr>
            <a:r>
              <a:rPr lang="vi-VN" sz="1300" dirty="0"/>
              <a:t>Tự lập trình hàm cơ sở tính toán ma trận </a:t>
            </a:r>
            <a:r>
              <a:rPr lang="vi-VN" sz="1300" b="1" dirty="0"/>
              <a:t>N</a:t>
            </a:r>
            <a:r>
              <a:rPr lang="vi-VN" sz="1300" dirty="0"/>
              <a:t>, đảm bảo tính điều khiển cục bộ (</a:t>
            </a:r>
            <a:r>
              <a:rPr lang="vi-VN" sz="1300" b="1" dirty="0" err="1"/>
              <a:t>local</a:t>
            </a:r>
            <a:r>
              <a:rPr lang="vi-VN" sz="1300" b="1" dirty="0"/>
              <a:t> </a:t>
            </a:r>
            <a:r>
              <a:rPr lang="vi-VN" sz="1300" b="1" dirty="0" err="1"/>
              <a:t>control</a:t>
            </a:r>
            <a:r>
              <a:rPr lang="vi-VN" sz="1300" dirty="0"/>
              <a:t>).</a:t>
            </a:r>
            <a:endParaRPr lang="en-US" sz="1300" dirty="0">
              <a:solidFill>
                <a:schemeClr val="bg1"/>
              </a:solidFill>
            </a:endParaRPr>
          </a:p>
        </p:txBody>
      </p:sp>
      <p:sp>
        <p:nvSpPr>
          <p:cNvPr id="1037" name="Rectangle: Rounded Corners 1036">
            <a:extLst>
              <a:ext uri="{FF2B5EF4-FFF2-40B4-BE49-F238E27FC236}">
                <a16:creationId xmlns:a16="http://schemas.microsoft.com/office/drawing/2014/main" id="{5A9A5B15-8F47-E019-FADA-F43F0B3EFA52}"/>
              </a:ext>
            </a:extLst>
          </p:cNvPr>
          <p:cNvSpPr/>
          <p:nvPr/>
        </p:nvSpPr>
        <p:spPr>
          <a:xfrm>
            <a:off x="6651637" y="2097292"/>
            <a:ext cx="1990123" cy="566438"/>
          </a:xfrm>
          <a:prstGeom prst="roundRect">
            <a:avLst>
              <a:gd name="adj" fmla="val 18305"/>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8" name="Google Shape;1041;p31">
            <a:extLst>
              <a:ext uri="{FF2B5EF4-FFF2-40B4-BE49-F238E27FC236}">
                <a16:creationId xmlns:a16="http://schemas.microsoft.com/office/drawing/2014/main" id="{2532D09B-27FC-94B9-1FD8-70716BB3F357}"/>
              </a:ext>
            </a:extLst>
          </p:cNvPr>
          <p:cNvSpPr txBox="1">
            <a:spLocks/>
          </p:cNvSpPr>
          <p:nvPr/>
        </p:nvSpPr>
        <p:spPr>
          <a:xfrm>
            <a:off x="6661661" y="2117347"/>
            <a:ext cx="1990123" cy="546384"/>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2000"/>
              <a:buFont typeface="Montserrat"/>
              <a:buNone/>
              <a:defRPr sz="2000" b="1"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9pPr>
          </a:lstStyle>
          <a:p>
            <a:pPr marL="0" indent="0" algn="ctr"/>
            <a:r>
              <a:rPr lang="en-US" sz="1500" dirty="0" err="1">
                <a:solidFill>
                  <a:schemeClr val="accent6"/>
                </a:solidFill>
              </a:rPr>
              <a:t>Thuật</a:t>
            </a:r>
            <a:r>
              <a:rPr lang="en-US" sz="1500" dirty="0">
                <a:solidFill>
                  <a:schemeClr val="accent6"/>
                </a:solidFill>
              </a:rPr>
              <a:t> </a:t>
            </a:r>
            <a:r>
              <a:rPr lang="en-US" sz="1500" dirty="0" err="1">
                <a:solidFill>
                  <a:schemeClr val="accent6"/>
                </a:solidFill>
              </a:rPr>
              <a:t>toán</a:t>
            </a:r>
            <a:r>
              <a:rPr lang="en-US" sz="1500" dirty="0">
                <a:solidFill>
                  <a:schemeClr val="accent6"/>
                </a:solidFill>
              </a:rPr>
              <a:t> </a:t>
            </a:r>
            <a:r>
              <a:rPr lang="en-US" sz="1500" dirty="0" err="1">
                <a:solidFill>
                  <a:schemeClr val="accent6"/>
                </a:solidFill>
              </a:rPr>
              <a:t>Đệ</a:t>
            </a:r>
            <a:r>
              <a:rPr lang="en-US" sz="1500" dirty="0">
                <a:solidFill>
                  <a:schemeClr val="accent6"/>
                </a:solidFill>
              </a:rPr>
              <a:t> </a:t>
            </a:r>
            <a:r>
              <a:rPr lang="en-US" sz="1500" dirty="0" err="1">
                <a:solidFill>
                  <a:schemeClr val="accent6"/>
                </a:solidFill>
              </a:rPr>
              <a:t>quy</a:t>
            </a:r>
            <a:r>
              <a:rPr lang="en-US" sz="1500" dirty="0">
                <a:solidFill>
                  <a:schemeClr val="accent6"/>
                </a:solidFill>
              </a:rPr>
              <a:t> Cox-de Boor</a:t>
            </a:r>
          </a:p>
        </p:txBody>
      </p:sp>
      <p:cxnSp>
        <p:nvCxnSpPr>
          <p:cNvPr id="1056" name="Straight Arrow Connector 1055">
            <a:extLst>
              <a:ext uri="{FF2B5EF4-FFF2-40B4-BE49-F238E27FC236}">
                <a16:creationId xmlns:a16="http://schemas.microsoft.com/office/drawing/2014/main" id="{ECECDCF5-BD98-ABE7-B1A5-00AC7D48A550}"/>
              </a:ext>
            </a:extLst>
          </p:cNvPr>
          <p:cNvCxnSpPr>
            <a:cxnSpLocks/>
          </p:cNvCxnSpPr>
          <p:nvPr/>
        </p:nvCxnSpPr>
        <p:spPr>
          <a:xfrm>
            <a:off x="6254803" y="3168741"/>
            <a:ext cx="230521" cy="0"/>
          </a:xfrm>
          <a:prstGeom prst="straightConnector1">
            <a:avLst/>
          </a:prstGeom>
          <a:ln w="19050">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18650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35D52716-1FD3-B76A-440B-D1130797BBB3}"/>
            </a:ext>
          </a:extLst>
        </p:cNvPr>
        <p:cNvGrpSpPr/>
        <p:nvPr/>
      </p:nvGrpSpPr>
      <p:grpSpPr>
        <a:xfrm>
          <a:off x="0" y="0"/>
          <a:ext cx="0" cy="0"/>
          <a:chOff x="0" y="0"/>
          <a:chExt cx="0" cy="0"/>
        </a:xfrm>
      </p:grpSpPr>
      <p:grpSp>
        <p:nvGrpSpPr>
          <p:cNvPr id="10" name="Google Shape;1345;p39">
            <a:extLst>
              <a:ext uri="{FF2B5EF4-FFF2-40B4-BE49-F238E27FC236}">
                <a16:creationId xmlns:a16="http://schemas.microsoft.com/office/drawing/2014/main" id="{B7144BAC-855E-AD43-E9C8-82CFDFC1505D}"/>
              </a:ext>
            </a:extLst>
          </p:cNvPr>
          <p:cNvGrpSpPr/>
          <p:nvPr/>
        </p:nvGrpSpPr>
        <p:grpSpPr>
          <a:xfrm>
            <a:off x="3729739" y="1350394"/>
            <a:ext cx="467796" cy="53928"/>
            <a:chOff x="7685921" y="1136892"/>
            <a:chExt cx="513876" cy="57000"/>
          </a:xfrm>
        </p:grpSpPr>
        <p:cxnSp>
          <p:nvCxnSpPr>
            <p:cNvPr id="14" name="Google Shape;1347;p39">
              <a:extLst>
                <a:ext uri="{FF2B5EF4-FFF2-40B4-BE49-F238E27FC236}">
                  <a16:creationId xmlns:a16="http://schemas.microsoft.com/office/drawing/2014/main" id="{A1411C70-6A42-E64C-9B49-87305A294257}"/>
                </a:ext>
              </a:extLst>
            </p:cNvPr>
            <p:cNvCxnSpPr>
              <a:cxnSpLocks/>
            </p:cNvCxnSpPr>
            <p:nvPr/>
          </p:nvCxnSpPr>
          <p:spPr>
            <a:xfrm flipH="1">
              <a:off x="7731448" y="1165392"/>
              <a:ext cx="468349" cy="0"/>
            </a:xfrm>
            <a:prstGeom prst="straightConnector1">
              <a:avLst/>
            </a:prstGeom>
            <a:noFill/>
            <a:ln w="12700" cap="flat" cmpd="sng">
              <a:solidFill>
                <a:schemeClr val="bg1">
                  <a:lumMod val="75000"/>
                </a:schemeClr>
              </a:solidFill>
              <a:prstDash val="solid"/>
              <a:round/>
              <a:headEnd type="none" w="med" len="med"/>
              <a:tailEnd type="none" w="med" len="med"/>
            </a:ln>
          </p:spPr>
        </p:cxnSp>
        <p:sp>
          <p:nvSpPr>
            <p:cNvPr id="15" name="Google Shape;1349;p39">
              <a:extLst>
                <a:ext uri="{FF2B5EF4-FFF2-40B4-BE49-F238E27FC236}">
                  <a16:creationId xmlns:a16="http://schemas.microsoft.com/office/drawing/2014/main" id="{6C0A51F9-F664-D736-392F-28BB887E1B97}"/>
                </a:ext>
              </a:extLst>
            </p:cNvPr>
            <p:cNvSpPr/>
            <p:nvPr/>
          </p:nvSpPr>
          <p:spPr>
            <a:xfrm flipH="1">
              <a:off x="7685921" y="1136892"/>
              <a:ext cx="57000" cy="57000"/>
            </a:xfrm>
            <a:prstGeom prst="ellipse">
              <a:avLst/>
            </a:prstGeom>
            <a:solidFill>
              <a:schemeClr val="lt1"/>
            </a:solidFill>
            <a:ln w="12700">
              <a:solidFill>
                <a:schemeClr val="bg1">
                  <a:lumMod val="7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6" name="Google Shape;1347;p39">
            <a:extLst>
              <a:ext uri="{FF2B5EF4-FFF2-40B4-BE49-F238E27FC236}">
                <a16:creationId xmlns:a16="http://schemas.microsoft.com/office/drawing/2014/main" id="{BA6BFEA8-AC8B-2EA5-7DB9-BD87C13A0132}"/>
              </a:ext>
            </a:extLst>
          </p:cNvPr>
          <p:cNvCxnSpPr>
            <a:cxnSpLocks/>
            <a:endCxn id="1332" idx="2"/>
          </p:cNvCxnSpPr>
          <p:nvPr/>
        </p:nvCxnSpPr>
        <p:spPr>
          <a:xfrm>
            <a:off x="4447532" y="1477108"/>
            <a:ext cx="4521" cy="3235302"/>
          </a:xfrm>
          <a:prstGeom prst="straightConnector1">
            <a:avLst/>
          </a:prstGeom>
          <a:noFill/>
          <a:ln w="12700" cap="flat" cmpd="sng">
            <a:solidFill>
              <a:schemeClr val="bg1">
                <a:lumMod val="75000"/>
              </a:schemeClr>
            </a:solidFill>
            <a:prstDash val="solid"/>
            <a:round/>
            <a:headEnd type="none" w="med" len="med"/>
            <a:tailEnd type="none" w="med" len="med"/>
          </a:ln>
        </p:spPr>
      </p:cxnSp>
      <p:sp>
        <p:nvSpPr>
          <p:cNvPr id="1343" name="Google Shape;1343;p39">
            <a:extLst>
              <a:ext uri="{FF2B5EF4-FFF2-40B4-BE49-F238E27FC236}">
                <a16:creationId xmlns:a16="http://schemas.microsoft.com/office/drawing/2014/main" id="{732AC0C5-1743-AEC0-57CC-D672C6E44A0F}"/>
              </a:ext>
            </a:extLst>
          </p:cNvPr>
          <p:cNvSpPr txBox="1">
            <a:spLocks noGrp="1"/>
          </p:cNvSpPr>
          <p:nvPr>
            <p:ph type="title"/>
          </p:nvPr>
        </p:nvSpPr>
        <p:spPr>
          <a:xfrm>
            <a:off x="1137028" y="51016"/>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344" name="Google Shape;1344;p39">
            <a:extLst>
              <a:ext uri="{FF2B5EF4-FFF2-40B4-BE49-F238E27FC236}">
                <a16:creationId xmlns:a16="http://schemas.microsoft.com/office/drawing/2014/main" id="{15DAB9AD-1AC5-A4C0-FB3A-B1FB104F89B0}"/>
              </a:ext>
            </a:extLst>
          </p:cNvPr>
          <p:cNvGrpSpPr/>
          <p:nvPr/>
        </p:nvGrpSpPr>
        <p:grpSpPr>
          <a:xfrm>
            <a:off x="1458182" y="528603"/>
            <a:ext cx="5921700" cy="192184"/>
            <a:chOff x="902597" y="1069304"/>
            <a:chExt cx="5921700" cy="192184"/>
          </a:xfrm>
        </p:grpSpPr>
        <p:grpSp>
          <p:nvGrpSpPr>
            <p:cNvPr id="1345" name="Google Shape;1345;p39">
              <a:extLst>
                <a:ext uri="{FF2B5EF4-FFF2-40B4-BE49-F238E27FC236}">
                  <a16:creationId xmlns:a16="http://schemas.microsoft.com/office/drawing/2014/main" id="{764629E4-9D11-93DC-865C-BD02B1156BAE}"/>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0F4163F8-3E16-D533-4A30-F313A0469EFE}"/>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A9E35C66-3BF9-605C-9D65-FB04D46DBAB5}"/>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7DE91369-D3C6-3123-913E-CA5C1257530E}"/>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7F7F64D6-A2AA-46AE-B2E0-91C5EE6A00BD}"/>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018B16C6-19F8-C6D1-6AFB-1135B3CBF2E7}"/>
              </a:ext>
            </a:extLst>
          </p:cNvPr>
          <p:cNvSpPr txBox="1">
            <a:spLocks/>
          </p:cNvSpPr>
          <p:nvPr/>
        </p:nvSpPr>
        <p:spPr>
          <a:xfrm>
            <a:off x="850552" y="44247"/>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1321" name="Google Shape;1497;p43">
            <a:extLst>
              <a:ext uri="{FF2B5EF4-FFF2-40B4-BE49-F238E27FC236}">
                <a16:creationId xmlns:a16="http://schemas.microsoft.com/office/drawing/2014/main" id="{69F8F0FB-6BE9-0E0E-1C1D-671BF2EACA9F}"/>
              </a:ext>
            </a:extLst>
          </p:cNvPr>
          <p:cNvSpPr txBox="1">
            <a:spLocks/>
          </p:cNvSpPr>
          <p:nvPr/>
        </p:nvSpPr>
        <p:spPr>
          <a:xfrm>
            <a:off x="1486682" y="637581"/>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2: </a:t>
            </a:r>
            <a:r>
              <a:rPr lang="fr-FR" dirty="0" err="1">
                <a:solidFill>
                  <a:schemeClr val="bg1"/>
                </a:solidFill>
              </a:rPr>
              <a:t>Cơ</a:t>
            </a:r>
            <a:r>
              <a:rPr lang="fr-FR" dirty="0">
                <a:solidFill>
                  <a:schemeClr val="bg1"/>
                </a:solidFill>
              </a:rPr>
              <a:t> </a:t>
            </a:r>
            <a:r>
              <a:rPr lang="fr-FR" dirty="0" err="1">
                <a:solidFill>
                  <a:schemeClr val="bg1"/>
                </a:solidFill>
              </a:rPr>
              <a:t>sở</a:t>
            </a:r>
            <a:r>
              <a:rPr lang="fr-FR" dirty="0">
                <a:solidFill>
                  <a:schemeClr val="bg1"/>
                </a:solidFill>
              </a:rPr>
              <a:t> </a:t>
            </a:r>
            <a:r>
              <a:rPr lang="fr-FR" dirty="0" err="1">
                <a:solidFill>
                  <a:schemeClr val="bg1"/>
                </a:solidFill>
              </a:rPr>
              <a:t>Toán</a:t>
            </a:r>
            <a:r>
              <a:rPr lang="fr-FR" dirty="0">
                <a:solidFill>
                  <a:schemeClr val="bg1"/>
                </a:solidFill>
              </a:rPr>
              <a:t> </a:t>
            </a:r>
            <a:r>
              <a:rPr lang="fr-FR" dirty="0" err="1">
                <a:solidFill>
                  <a:schemeClr val="bg1"/>
                </a:solidFill>
              </a:rPr>
              <a:t>học</a:t>
            </a:r>
            <a:r>
              <a:rPr lang="fr-FR" dirty="0">
                <a:solidFill>
                  <a:schemeClr val="bg1"/>
                </a:solidFill>
              </a:rPr>
              <a:t> B-</a:t>
            </a:r>
            <a:r>
              <a:rPr lang="fr-FR" dirty="0" err="1">
                <a:solidFill>
                  <a:schemeClr val="bg1"/>
                </a:solidFill>
              </a:rPr>
              <a:t>Spline</a:t>
            </a:r>
            <a:r>
              <a:rPr lang="fr-FR" dirty="0">
                <a:solidFill>
                  <a:schemeClr val="bg1"/>
                </a:solidFill>
              </a:rPr>
              <a:t> Non-Uniform</a:t>
            </a:r>
          </a:p>
        </p:txBody>
      </p:sp>
      <p:sp>
        <p:nvSpPr>
          <p:cNvPr id="1337" name="Google Shape;1040;p31">
            <a:extLst>
              <a:ext uri="{FF2B5EF4-FFF2-40B4-BE49-F238E27FC236}">
                <a16:creationId xmlns:a16="http://schemas.microsoft.com/office/drawing/2014/main" id="{5EA82DFC-D762-A093-80F7-425FF18CAF0A}"/>
              </a:ext>
            </a:extLst>
          </p:cNvPr>
          <p:cNvSpPr txBox="1">
            <a:spLocks/>
          </p:cNvSpPr>
          <p:nvPr/>
        </p:nvSpPr>
        <p:spPr>
          <a:xfrm>
            <a:off x="280638" y="1162034"/>
            <a:ext cx="3344789" cy="499174"/>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Hàm đọc mảng tọa độ không gian từ nội dung </a:t>
            </a:r>
            <a:r>
              <a:rPr lang="vi-VN" sz="1000" dirty="0" err="1">
                <a:solidFill>
                  <a:schemeClr val="bg1"/>
                </a:solidFill>
                <a:latin typeface="Montserrat" panose="00000500000000000000" pitchFamily="2" charset="0"/>
              </a:rPr>
              <a:t>file</a:t>
            </a:r>
            <a:r>
              <a:rPr lang="vi-VN" sz="1000" dirty="0">
                <a:solidFill>
                  <a:schemeClr val="bg1"/>
                </a:solidFill>
                <a:latin typeface="Montserrat" panose="00000500000000000000" pitchFamily="2" charset="0"/>
              </a:rPr>
              <a:t> </a:t>
            </a:r>
            <a:r>
              <a:rPr lang="vi-VN" sz="1000" dirty="0" err="1">
                <a:solidFill>
                  <a:schemeClr val="bg1"/>
                </a:solidFill>
                <a:latin typeface="Montserrat" panose="00000500000000000000" pitchFamily="2" charset="0"/>
              </a:rPr>
              <a:t>text</a:t>
            </a:r>
            <a:r>
              <a:rPr lang="vi-VN" sz="1000" dirty="0">
                <a:solidFill>
                  <a:schemeClr val="bg1"/>
                </a:solidFill>
                <a:latin typeface="Montserrat" panose="00000500000000000000" pitchFamily="2" charset="0"/>
              </a:rPr>
              <a:t> diempixel.dat (được sinh ra từ </a:t>
            </a:r>
            <a:r>
              <a:rPr lang="vi-VN" sz="1000" dirty="0" err="1">
                <a:solidFill>
                  <a:schemeClr val="bg1"/>
                </a:solidFill>
                <a:latin typeface="Montserrat" panose="00000500000000000000" pitchFamily="2" charset="0"/>
              </a:rPr>
              <a:t>Module</a:t>
            </a:r>
            <a:r>
              <a:rPr lang="vi-VN" sz="1000" dirty="0">
                <a:solidFill>
                  <a:schemeClr val="bg1"/>
                </a:solidFill>
                <a:latin typeface="Montserrat" panose="00000500000000000000" pitchFamily="2" charset="0"/>
              </a:rPr>
              <a:t> 1) để nạp vào ma trận tính toán </a:t>
            </a:r>
            <a:r>
              <a:rPr lang="vi-VN" sz="1000" dirty="0" err="1">
                <a:solidFill>
                  <a:schemeClr val="bg1"/>
                </a:solidFill>
                <a:latin typeface="Montserrat" panose="00000500000000000000" pitchFamily="2" charset="0"/>
              </a:rPr>
              <a:t>numpy</a:t>
            </a:r>
            <a:r>
              <a:rPr lang="vi-VN" sz="1000" dirty="0">
                <a:solidFill>
                  <a:schemeClr val="bg1"/>
                </a:solidFill>
                <a:latin typeface="Montserrat" panose="00000500000000000000" pitchFamily="2" charset="0"/>
              </a:rPr>
              <a:t> Q.</a:t>
            </a:r>
          </a:p>
        </p:txBody>
      </p:sp>
      <p:sp>
        <p:nvSpPr>
          <p:cNvPr id="3" name="Rectangle: Rounded Corners 2">
            <a:extLst>
              <a:ext uri="{FF2B5EF4-FFF2-40B4-BE49-F238E27FC236}">
                <a16:creationId xmlns:a16="http://schemas.microsoft.com/office/drawing/2014/main" id="{E8C16012-553B-D8E4-E61C-462C2FA960EB}"/>
              </a:ext>
            </a:extLst>
          </p:cNvPr>
          <p:cNvSpPr/>
          <p:nvPr/>
        </p:nvSpPr>
        <p:spPr>
          <a:xfrm>
            <a:off x="4182034" y="1147514"/>
            <a:ext cx="499995" cy="435430"/>
          </a:xfrm>
          <a:prstGeom prst="roundRect">
            <a:avLst>
              <a:gd name="adj" fmla="val 4313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Google Shape;1039;p31">
            <a:extLst>
              <a:ext uri="{FF2B5EF4-FFF2-40B4-BE49-F238E27FC236}">
                <a16:creationId xmlns:a16="http://schemas.microsoft.com/office/drawing/2014/main" id="{AB97D44A-C861-551F-49AB-EF626A7F2424}"/>
              </a:ext>
            </a:extLst>
          </p:cNvPr>
          <p:cNvSpPr txBox="1">
            <a:spLocks/>
          </p:cNvSpPr>
          <p:nvPr/>
        </p:nvSpPr>
        <p:spPr>
          <a:xfrm>
            <a:off x="4213036" y="1127771"/>
            <a:ext cx="437990" cy="482904"/>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2600" dirty="0">
                <a:solidFill>
                  <a:schemeClr val="accent6"/>
                </a:solidFill>
              </a:rPr>
              <a:t>1</a:t>
            </a:r>
          </a:p>
        </p:txBody>
      </p:sp>
      <p:pic>
        <p:nvPicPr>
          <p:cNvPr id="23" name="Picture 22">
            <a:extLst>
              <a:ext uri="{FF2B5EF4-FFF2-40B4-BE49-F238E27FC236}">
                <a16:creationId xmlns:a16="http://schemas.microsoft.com/office/drawing/2014/main" id="{74A8B42C-5D76-46D9-4351-D71A966A26DE}"/>
              </a:ext>
            </a:extLst>
          </p:cNvPr>
          <p:cNvPicPr>
            <a:picLocks noChangeAspect="1"/>
          </p:cNvPicPr>
          <p:nvPr/>
        </p:nvPicPr>
        <p:blipFill>
          <a:blip r:embed="rId3"/>
          <a:stretch>
            <a:fillRect/>
          </a:stretch>
        </p:blipFill>
        <p:spPr>
          <a:xfrm>
            <a:off x="5245594" y="1004464"/>
            <a:ext cx="2697621" cy="945288"/>
          </a:xfrm>
          <a:prstGeom prst="rect">
            <a:avLst/>
          </a:prstGeom>
          <a:ln w="28575">
            <a:solidFill>
              <a:schemeClr val="bg1"/>
            </a:solidFill>
          </a:ln>
        </p:spPr>
      </p:pic>
      <p:sp>
        <p:nvSpPr>
          <p:cNvPr id="28" name="Rectangle: Rounded Corners 27">
            <a:extLst>
              <a:ext uri="{FF2B5EF4-FFF2-40B4-BE49-F238E27FC236}">
                <a16:creationId xmlns:a16="http://schemas.microsoft.com/office/drawing/2014/main" id="{E3A5FE5A-23A5-A294-5164-0D63534DDE6C}"/>
              </a:ext>
            </a:extLst>
          </p:cNvPr>
          <p:cNvSpPr/>
          <p:nvPr/>
        </p:nvSpPr>
        <p:spPr>
          <a:xfrm>
            <a:off x="4194665" y="2140352"/>
            <a:ext cx="499995" cy="435430"/>
          </a:xfrm>
          <a:prstGeom prst="roundRect">
            <a:avLst>
              <a:gd name="adj" fmla="val 4313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Google Shape;1039;p31">
            <a:extLst>
              <a:ext uri="{FF2B5EF4-FFF2-40B4-BE49-F238E27FC236}">
                <a16:creationId xmlns:a16="http://schemas.microsoft.com/office/drawing/2014/main" id="{0198DC88-C8B6-14C8-7AB1-362FCBBF5CB5}"/>
              </a:ext>
            </a:extLst>
          </p:cNvPr>
          <p:cNvSpPr txBox="1">
            <a:spLocks/>
          </p:cNvSpPr>
          <p:nvPr/>
        </p:nvSpPr>
        <p:spPr>
          <a:xfrm>
            <a:off x="4225667" y="2120609"/>
            <a:ext cx="437990" cy="451141"/>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2600" dirty="0">
                <a:solidFill>
                  <a:schemeClr val="accent6"/>
                </a:solidFill>
              </a:rPr>
              <a:t>2</a:t>
            </a:r>
          </a:p>
        </p:txBody>
      </p:sp>
      <p:pic>
        <p:nvPicPr>
          <p:cNvPr id="31" name="Picture 30">
            <a:extLst>
              <a:ext uri="{FF2B5EF4-FFF2-40B4-BE49-F238E27FC236}">
                <a16:creationId xmlns:a16="http://schemas.microsoft.com/office/drawing/2014/main" id="{4C6E132E-6B8D-6C9A-4C2B-6EBE5ADB6411}"/>
              </a:ext>
            </a:extLst>
          </p:cNvPr>
          <p:cNvPicPr>
            <a:picLocks noChangeAspect="1"/>
          </p:cNvPicPr>
          <p:nvPr/>
        </p:nvPicPr>
        <p:blipFill>
          <a:blip r:embed="rId4"/>
          <a:stretch>
            <a:fillRect/>
          </a:stretch>
        </p:blipFill>
        <p:spPr>
          <a:xfrm>
            <a:off x="1200785" y="1766976"/>
            <a:ext cx="2413820" cy="1152970"/>
          </a:xfrm>
          <a:prstGeom prst="rect">
            <a:avLst/>
          </a:prstGeom>
          <a:ln w="28575">
            <a:solidFill>
              <a:schemeClr val="bg1"/>
            </a:solidFill>
          </a:ln>
        </p:spPr>
      </p:pic>
      <p:grpSp>
        <p:nvGrpSpPr>
          <p:cNvPr id="1367" name="Google Shape;1345;p39">
            <a:extLst>
              <a:ext uri="{FF2B5EF4-FFF2-40B4-BE49-F238E27FC236}">
                <a16:creationId xmlns:a16="http://schemas.microsoft.com/office/drawing/2014/main" id="{C6B0E223-97E2-0974-A163-92A2F11B5447}"/>
              </a:ext>
            </a:extLst>
          </p:cNvPr>
          <p:cNvGrpSpPr/>
          <p:nvPr/>
        </p:nvGrpSpPr>
        <p:grpSpPr>
          <a:xfrm rot="10800000">
            <a:off x="4694659" y="2341505"/>
            <a:ext cx="467796" cy="53928"/>
            <a:chOff x="7685921" y="1136892"/>
            <a:chExt cx="513876" cy="57000"/>
          </a:xfrm>
        </p:grpSpPr>
        <p:cxnSp>
          <p:nvCxnSpPr>
            <p:cNvPr id="1368" name="Google Shape;1347;p39">
              <a:extLst>
                <a:ext uri="{FF2B5EF4-FFF2-40B4-BE49-F238E27FC236}">
                  <a16:creationId xmlns:a16="http://schemas.microsoft.com/office/drawing/2014/main" id="{2AEC6291-1477-F8B7-AA80-C70BE05014F8}"/>
                </a:ext>
              </a:extLst>
            </p:cNvPr>
            <p:cNvCxnSpPr>
              <a:cxnSpLocks/>
            </p:cNvCxnSpPr>
            <p:nvPr/>
          </p:nvCxnSpPr>
          <p:spPr>
            <a:xfrm flipH="1">
              <a:off x="7731448" y="1165392"/>
              <a:ext cx="468349" cy="0"/>
            </a:xfrm>
            <a:prstGeom prst="straightConnector1">
              <a:avLst/>
            </a:prstGeom>
            <a:noFill/>
            <a:ln w="12700" cap="flat" cmpd="sng">
              <a:solidFill>
                <a:schemeClr val="bg1">
                  <a:lumMod val="75000"/>
                </a:schemeClr>
              </a:solidFill>
              <a:prstDash val="solid"/>
              <a:round/>
              <a:headEnd type="none" w="med" len="med"/>
              <a:tailEnd type="none" w="med" len="med"/>
            </a:ln>
          </p:spPr>
        </p:cxnSp>
        <p:sp>
          <p:nvSpPr>
            <p:cNvPr id="1369" name="Google Shape;1349;p39">
              <a:extLst>
                <a:ext uri="{FF2B5EF4-FFF2-40B4-BE49-F238E27FC236}">
                  <a16:creationId xmlns:a16="http://schemas.microsoft.com/office/drawing/2014/main" id="{0AA728AD-4A99-A5D8-E2F6-A50D77404A40}"/>
                </a:ext>
              </a:extLst>
            </p:cNvPr>
            <p:cNvSpPr/>
            <p:nvPr/>
          </p:nvSpPr>
          <p:spPr>
            <a:xfrm flipH="1">
              <a:off x="7685921" y="1136892"/>
              <a:ext cx="57000" cy="57000"/>
            </a:xfrm>
            <a:prstGeom prst="ellipse">
              <a:avLst/>
            </a:prstGeom>
            <a:solidFill>
              <a:schemeClr val="lt1"/>
            </a:solidFill>
            <a:ln w="12700">
              <a:solidFill>
                <a:schemeClr val="bg1">
                  <a:lumMod val="7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mc:AlternateContent xmlns:mc="http://schemas.openxmlformats.org/markup-compatibility/2006" xmlns:a14="http://schemas.microsoft.com/office/drawing/2010/main">
        <mc:Choice Requires="a14">
          <p:sp>
            <p:nvSpPr>
              <p:cNvPr id="1370" name="Google Shape;1040;p31">
                <a:extLst>
                  <a:ext uri="{FF2B5EF4-FFF2-40B4-BE49-F238E27FC236}">
                    <a16:creationId xmlns:a16="http://schemas.microsoft.com/office/drawing/2014/main" id="{11A2CD80-92E6-A2C0-2699-A783D4423BC3}"/>
                  </a:ext>
                </a:extLst>
              </p:cNvPr>
              <p:cNvSpPr txBox="1">
                <a:spLocks/>
              </p:cNvSpPr>
              <p:nvPr/>
            </p:nvSpPr>
            <p:spPr>
              <a:xfrm>
                <a:off x="5223133" y="2067730"/>
                <a:ext cx="3326110" cy="688615"/>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Tính toán độ dài dây cung (khoảng cách </a:t>
                </a:r>
                <a:r>
                  <a:rPr lang="vi-VN" sz="1000" dirty="0" err="1">
                    <a:solidFill>
                      <a:schemeClr val="bg1"/>
                    </a:solidFill>
                    <a:latin typeface="Montserrat" panose="00000500000000000000" pitchFamily="2" charset="0"/>
                  </a:rPr>
                  <a:t>Euclid</a:t>
                </a:r>
                <a:r>
                  <a:rPr lang="vi-VN" sz="1000" dirty="0">
                    <a:solidFill>
                      <a:schemeClr val="bg1"/>
                    </a:solidFill>
                    <a:latin typeface="Montserrat" panose="00000500000000000000" pitchFamily="2" charset="0"/>
                  </a:rPr>
                  <a:t> giữa các </a:t>
                </a:r>
                <a:r>
                  <a:rPr lang="vi-VN" sz="1000" dirty="0" err="1">
                    <a:solidFill>
                      <a:schemeClr val="bg1"/>
                    </a:solidFill>
                    <a:latin typeface="Montserrat" panose="00000500000000000000" pitchFamily="2" charset="0"/>
                  </a:rPr>
                  <a:t>pixel</a:t>
                </a:r>
                <a:r>
                  <a:rPr lang="vi-VN" sz="1000" dirty="0">
                    <a:solidFill>
                      <a:schemeClr val="bg1"/>
                    </a:solidFill>
                    <a:latin typeface="Montserrat" panose="00000500000000000000" pitchFamily="2" charset="0"/>
                  </a:rPr>
                  <a:t> liền kề) và chuẩn hóa chúng về khoảng [0,1] để tạo ra mảng tham số </a:t>
                </a:r>
                <a14:m>
                  <m:oMath xmlns:m="http://schemas.openxmlformats.org/officeDocument/2006/math">
                    <m:acc>
                      <m:accPr>
                        <m:chr m:val="̅"/>
                        <m:ctrlPr>
                          <a:rPr lang="en-US" sz="1000" b="0" i="1" smtClean="0">
                            <a:solidFill>
                              <a:schemeClr val="bg1"/>
                            </a:solidFill>
                            <a:latin typeface="Cambria Math" panose="02040503050406030204" pitchFamily="18" charset="0"/>
                          </a:rPr>
                        </m:ctrlPr>
                      </m:accPr>
                      <m:e>
                        <m:r>
                          <a:rPr lang="en-US" sz="1000" b="0" i="1" smtClean="0">
                            <a:solidFill>
                              <a:schemeClr val="bg1"/>
                            </a:solidFill>
                            <a:latin typeface="Cambria Math" panose="02040503050406030204" pitchFamily="18" charset="0"/>
                          </a:rPr>
                          <m:t>𝑢</m:t>
                        </m:r>
                      </m:e>
                    </m:acc>
                  </m:oMath>
                </a14:m>
                <a:r>
                  <a:rPr lang="en-US" sz="1000" dirty="0">
                    <a:solidFill>
                      <a:schemeClr val="bg1"/>
                    </a:solidFill>
                    <a:latin typeface="Montserrat" panose="00000500000000000000" pitchFamily="2" charset="0"/>
                  </a:rPr>
                  <a:t>. </a:t>
                </a:r>
                <a:r>
                  <a:rPr lang="vi-VN" sz="1000" dirty="0">
                    <a:solidFill>
                      <a:schemeClr val="bg1"/>
                    </a:solidFill>
                    <a:latin typeface="Montserrat" panose="00000500000000000000" pitchFamily="2" charset="0"/>
                  </a:rPr>
                  <a:t>Bước này giúp đường cong tái tạo không bị méo lệch về mặt tỷ lệ.</a:t>
                </a:r>
              </a:p>
            </p:txBody>
          </p:sp>
        </mc:Choice>
        <mc:Fallback xmlns="">
          <p:sp>
            <p:nvSpPr>
              <p:cNvPr id="1370" name="Google Shape;1040;p31">
                <a:extLst>
                  <a:ext uri="{FF2B5EF4-FFF2-40B4-BE49-F238E27FC236}">
                    <a16:creationId xmlns:a16="http://schemas.microsoft.com/office/drawing/2014/main" id="{11A2CD80-92E6-A2C0-2699-A783D4423BC3}"/>
                  </a:ext>
                </a:extLst>
              </p:cNvPr>
              <p:cNvSpPr txBox="1">
                <a:spLocks noRot="1" noChangeAspect="1" noMove="1" noResize="1" noEditPoints="1" noAdjustHandles="1" noChangeArrowheads="1" noChangeShapeType="1" noTextEdit="1"/>
              </p:cNvSpPr>
              <p:nvPr/>
            </p:nvSpPr>
            <p:spPr>
              <a:xfrm>
                <a:off x="5223133" y="2067730"/>
                <a:ext cx="3326110" cy="688615"/>
              </a:xfrm>
              <a:prstGeom prst="rect">
                <a:avLst/>
              </a:prstGeom>
              <a:blipFill>
                <a:blip r:embed="rId5"/>
                <a:stretch>
                  <a:fillRect t="-11504" b="-16814"/>
                </a:stretch>
              </a:blipFill>
            </p:spPr>
            <p:txBody>
              <a:bodyPr/>
              <a:lstStyle/>
              <a:p>
                <a:r>
                  <a:rPr lang="en-US">
                    <a:noFill/>
                  </a:rPr>
                  <a:t> </a:t>
                </a:r>
              </a:p>
            </p:txBody>
          </p:sp>
        </mc:Fallback>
      </mc:AlternateContent>
      <p:pic>
        <p:nvPicPr>
          <p:cNvPr id="1313" name="Picture 1312">
            <a:extLst>
              <a:ext uri="{FF2B5EF4-FFF2-40B4-BE49-F238E27FC236}">
                <a16:creationId xmlns:a16="http://schemas.microsoft.com/office/drawing/2014/main" id="{D35F832B-2309-B14B-319D-CE902F1546B7}"/>
              </a:ext>
            </a:extLst>
          </p:cNvPr>
          <p:cNvPicPr>
            <a:picLocks noChangeAspect="1"/>
          </p:cNvPicPr>
          <p:nvPr/>
        </p:nvPicPr>
        <p:blipFill>
          <a:blip r:embed="rId6"/>
          <a:stretch>
            <a:fillRect/>
          </a:stretch>
        </p:blipFill>
        <p:spPr>
          <a:xfrm>
            <a:off x="5223133" y="2907492"/>
            <a:ext cx="2720080" cy="947969"/>
          </a:xfrm>
          <a:prstGeom prst="rect">
            <a:avLst/>
          </a:prstGeom>
          <a:ln w="28575">
            <a:solidFill>
              <a:schemeClr val="bg1"/>
            </a:solidFill>
          </a:ln>
        </p:spPr>
      </p:pic>
      <p:sp>
        <p:nvSpPr>
          <p:cNvPr id="1315" name="Rectangle: Rounded Corners 1314">
            <a:extLst>
              <a:ext uri="{FF2B5EF4-FFF2-40B4-BE49-F238E27FC236}">
                <a16:creationId xmlns:a16="http://schemas.microsoft.com/office/drawing/2014/main" id="{0020FB27-8841-69FD-CEF4-9D69FCC4CA6E}"/>
              </a:ext>
            </a:extLst>
          </p:cNvPr>
          <p:cNvSpPr/>
          <p:nvPr/>
        </p:nvSpPr>
        <p:spPr>
          <a:xfrm>
            <a:off x="4189784" y="3091953"/>
            <a:ext cx="499995" cy="435430"/>
          </a:xfrm>
          <a:prstGeom prst="roundRect">
            <a:avLst>
              <a:gd name="adj" fmla="val 4313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6" name="Google Shape;1039;p31">
            <a:extLst>
              <a:ext uri="{FF2B5EF4-FFF2-40B4-BE49-F238E27FC236}">
                <a16:creationId xmlns:a16="http://schemas.microsoft.com/office/drawing/2014/main" id="{F6D75A7F-7DE7-03D5-321B-4B40A82ED4FB}"/>
              </a:ext>
            </a:extLst>
          </p:cNvPr>
          <p:cNvSpPr txBox="1">
            <a:spLocks/>
          </p:cNvSpPr>
          <p:nvPr/>
        </p:nvSpPr>
        <p:spPr>
          <a:xfrm>
            <a:off x="4220786" y="3072210"/>
            <a:ext cx="437990" cy="499174"/>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2600" dirty="0">
                <a:solidFill>
                  <a:schemeClr val="accent6"/>
                </a:solidFill>
              </a:rPr>
              <a:t>3</a:t>
            </a:r>
          </a:p>
        </p:txBody>
      </p:sp>
      <p:grpSp>
        <p:nvGrpSpPr>
          <p:cNvPr id="1317" name="Google Shape;1345;p39">
            <a:extLst>
              <a:ext uri="{FF2B5EF4-FFF2-40B4-BE49-F238E27FC236}">
                <a16:creationId xmlns:a16="http://schemas.microsoft.com/office/drawing/2014/main" id="{50350BB5-A642-0BC1-6A96-668DEAEEC2E0}"/>
              </a:ext>
            </a:extLst>
          </p:cNvPr>
          <p:cNvGrpSpPr/>
          <p:nvPr/>
        </p:nvGrpSpPr>
        <p:grpSpPr>
          <a:xfrm>
            <a:off x="3729739" y="3282704"/>
            <a:ext cx="467796" cy="53928"/>
            <a:chOff x="7685921" y="1136892"/>
            <a:chExt cx="513876" cy="57000"/>
          </a:xfrm>
        </p:grpSpPr>
        <p:cxnSp>
          <p:nvCxnSpPr>
            <p:cNvPr id="1318" name="Google Shape;1347;p39">
              <a:extLst>
                <a:ext uri="{FF2B5EF4-FFF2-40B4-BE49-F238E27FC236}">
                  <a16:creationId xmlns:a16="http://schemas.microsoft.com/office/drawing/2014/main" id="{4629579A-1C51-F5CA-C1FD-2B118318CA84}"/>
                </a:ext>
              </a:extLst>
            </p:cNvPr>
            <p:cNvCxnSpPr>
              <a:cxnSpLocks/>
            </p:cNvCxnSpPr>
            <p:nvPr/>
          </p:nvCxnSpPr>
          <p:spPr>
            <a:xfrm flipH="1">
              <a:off x="7731448" y="1165392"/>
              <a:ext cx="468349" cy="0"/>
            </a:xfrm>
            <a:prstGeom prst="straightConnector1">
              <a:avLst/>
            </a:prstGeom>
            <a:noFill/>
            <a:ln w="12700" cap="flat" cmpd="sng">
              <a:solidFill>
                <a:schemeClr val="bg1">
                  <a:lumMod val="75000"/>
                </a:schemeClr>
              </a:solidFill>
              <a:prstDash val="solid"/>
              <a:round/>
              <a:headEnd type="none" w="med" len="med"/>
              <a:tailEnd type="none" w="med" len="med"/>
            </a:ln>
          </p:spPr>
        </p:cxnSp>
        <p:sp>
          <p:nvSpPr>
            <p:cNvPr id="1319" name="Google Shape;1349;p39">
              <a:extLst>
                <a:ext uri="{FF2B5EF4-FFF2-40B4-BE49-F238E27FC236}">
                  <a16:creationId xmlns:a16="http://schemas.microsoft.com/office/drawing/2014/main" id="{F77F5799-D560-6247-EB01-A717B070CD08}"/>
                </a:ext>
              </a:extLst>
            </p:cNvPr>
            <p:cNvSpPr/>
            <p:nvPr/>
          </p:nvSpPr>
          <p:spPr>
            <a:xfrm flipH="1">
              <a:off x="7685921" y="1136892"/>
              <a:ext cx="57000" cy="57000"/>
            </a:xfrm>
            <a:prstGeom prst="ellipse">
              <a:avLst/>
            </a:prstGeom>
            <a:solidFill>
              <a:schemeClr val="lt1"/>
            </a:solidFill>
            <a:ln w="12700">
              <a:solidFill>
                <a:schemeClr val="bg1">
                  <a:lumMod val="7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0" name="Google Shape;1040;p31">
            <a:extLst>
              <a:ext uri="{FF2B5EF4-FFF2-40B4-BE49-F238E27FC236}">
                <a16:creationId xmlns:a16="http://schemas.microsoft.com/office/drawing/2014/main" id="{ED5BA9A0-D4D3-38C0-455C-0051D64218C5}"/>
              </a:ext>
            </a:extLst>
          </p:cNvPr>
          <p:cNvSpPr txBox="1">
            <a:spLocks/>
          </p:cNvSpPr>
          <p:nvPr/>
        </p:nvSpPr>
        <p:spPr>
          <a:xfrm>
            <a:off x="5223133" y="4099760"/>
            <a:ext cx="3439242" cy="812318"/>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Đây là hàm tính toán đệ quy thuật toán </a:t>
            </a:r>
            <a:r>
              <a:rPr lang="vi-VN" sz="1000" b="1" dirty="0" err="1">
                <a:solidFill>
                  <a:schemeClr val="bg1"/>
                </a:solidFill>
                <a:latin typeface="Montserrat" panose="00000500000000000000" pitchFamily="2" charset="0"/>
              </a:rPr>
              <a:t>Cox</a:t>
            </a:r>
            <a:r>
              <a:rPr lang="vi-VN" sz="1000" b="1" dirty="0">
                <a:solidFill>
                  <a:schemeClr val="bg1"/>
                </a:solidFill>
                <a:latin typeface="Montserrat" panose="00000500000000000000" pitchFamily="2" charset="0"/>
              </a:rPr>
              <a:t>-de </a:t>
            </a:r>
            <a:r>
              <a:rPr lang="vi-VN" sz="1000" b="1" dirty="0" err="1">
                <a:solidFill>
                  <a:schemeClr val="bg1"/>
                </a:solidFill>
                <a:latin typeface="Montserrat" panose="00000500000000000000" pitchFamily="2" charset="0"/>
              </a:rPr>
              <a:t>Boor</a:t>
            </a:r>
            <a:r>
              <a:rPr lang="vi-VN" sz="1000" dirty="0">
                <a:solidFill>
                  <a:schemeClr val="bg1"/>
                </a:solidFill>
                <a:latin typeface="Montserrat" panose="00000500000000000000" pitchFamily="2" charset="0"/>
              </a:rPr>
              <a:t> kinh điển để tìm ra giá trị của hàm cơ sở B-</a:t>
            </a:r>
            <a:r>
              <a:rPr lang="vi-VN" sz="1000" dirty="0" err="1">
                <a:solidFill>
                  <a:schemeClr val="bg1"/>
                </a:solidFill>
                <a:latin typeface="Montserrat" panose="00000500000000000000" pitchFamily="2" charset="0"/>
              </a:rPr>
              <a:t>Spline</a:t>
            </a:r>
            <a:r>
              <a:rPr lang="vi-VN" sz="1000" dirty="0">
                <a:solidFill>
                  <a:schemeClr val="bg1"/>
                </a:solidFill>
                <a:latin typeface="Montserrat" panose="00000500000000000000" pitchFamily="2" charset="0"/>
              </a:rPr>
              <a:t> (</a:t>
            </a:r>
            <a:r>
              <a:rPr lang="en-US" sz="1000" dirty="0" err="1">
                <a:solidFill>
                  <a:schemeClr val="bg1"/>
                </a:solidFill>
                <a:latin typeface="Montserrat" panose="00000500000000000000" pitchFamily="2" charset="0"/>
              </a:rPr>
              <a:t>N</a:t>
            </a:r>
            <a:r>
              <a:rPr lang="en-US" sz="1000" baseline="-25000" dirty="0" err="1">
                <a:solidFill>
                  <a:schemeClr val="bg1"/>
                </a:solidFill>
                <a:latin typeface="Montserrat" panose="00000500000000000000" pitchFamily="2" charset="0"/>
              </a:rPr>
              <a:t>i,p</a:t>
            </a:r>
            <a:r>
              <a:rPr lang="en-US" sz="1000" dirty="0">
                <a:solidFill>
                  <a:schemeClr val="bg1"/>
                </a:solidFill>
                <a:latin typeface="Montserrat" panose="00000500000000000000" pitchFamily="2" charset="0"/>
              </a:rPr>
              <a:t>(u)</a:t>
            </a:r>
            <a:r>
              <a:rPr lang="vi-VN" sz="1000" dirty="0">
                <a:solidFill>
                  <a:schemeClr val="bg1"/>
                </a:solidFill>
                <a:latin typeface="Montserrat" panose="00000500000000000000" pitchFamily="2" charset="0"/>
              </a:rPr>
              <a:t>), vốn sẽ được dùng để lấp đầy ma trận quan sát N ở </a:t>
            </a:r>
            <a:r>
              <a:rPr lang="vi-VN" sz="1000" dirty="0" err="1">
                <a:solidFill>
                  <a:schemeClr val="bg1"/>
                </a:solidFill>
                <a:latin typeface="Montserrat" panose="00000500000000000000" pitchFamily="2" charset="0"/>
              </a:rPr>
              <a:t>Module</a:t>
            </a:r>
            <a:r>
              <a:rPr lang="vi-VN" sz="1000" dirty="0">
                <a:solidFill>
                  <a:schemeClr val="bg1"/>
                </a:solidFill>
                <a:latin typeface="Montserrat" panose="00000500000000000000" pitchFamily="2" charset="0"/>
              </a:rPr>
              <a:t> 3.</a:t>
            </a:r>
          </a:p>
        </p:txBody>
      </p:sp>
      <p:pic>
        <p:nvPicPr>
          <p:cNvPr id="1325" name="Picture 1324">
            <a:extLst>
              <a:ext uri="{FF2B5EF4-FFF2-40B4-BE49-F238E27FC236}">
                <a16:creationId xmlns:a16="http://schemas.microsoft.com/office/drawing/2014/main" id="{990F7017-8C11-B880-B511-B7AAA40813E6}"/>
              </a:ext>
            </a:extLst>
          </p:cNvPr>
          <p:cNvPicPr>
            <a:picLocks noChangeAspect="1"/>
          </p:cNvPicPr>
          <p:nvPr/>
        </p:nvPicPr>
        <p:blipFill>
          <a:blip r:embed="rId7"/>
          <a:stretch>
            <a:fillRect/>
          </a:stretch>
        </p:blipFill>
        <p:spPr>
          <a:xfrm>
            <a:off x="1196211" y="3740925"/>
            <a:ext cx="2413821" cy="1349667"/>
          </a:xfrm>
          <a:prstGeom prst="rect">
            <a:avLst/>
          </a:prstGeom>
          <a:ln w="28575">
            <a:solidFill>
              <a:schemeClr val="bg1"/>
            </a:solidFill>
          </a:ln>
        </p:spPr>
      </p:pic>
      <p:sp>
        <p:nvSpPr>
          <p:cNvPr id="1330" name="Google Shape;1040;p31">
            <a:extLst>
              <a:ext uri="{FF2B5EF4-FFF2-40B4-BE49-F238E27FC236}">
                <a16:creationId xmlns:a16="http://schemas.microsoft.com/office/drawing/2014/main" id="{0930CB21-9E72-A424-F146-4E042E33A779}"/>
              </a:ext>
            </a:extLst>
          </p:cNvPr>
          <p:cNvSpPr txBox="1">
            <a:spLocks/>
          </p:cNvSpPr>
          <p:nvPr/>
        </p:nvSpPr>
        <p:spPr>
          <a:xfrm>
            <a:off x="229819" y="2975317"/>
            <a:ext cx="3395608" cy="711680"/>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Cấp phát mảng </a:t>
            </a:r>
            <a:r>
              <a:rPr lang="vi-VN" sz="1000" dirty="0" err="1">
                <a:solidFill>
                  <a:schemeClr val="bg1"/>
                </a:solidFill>
                <a:latin typeface="Montserrat" panose="00000500000000000000" pitchFamily="2" charset="0"/>
              </a:rPr>
              <a:t>Clamped</a:t>
            </a:r>
            <a:r>
              <a:rPr lang="vi-VN" sz="1000" dirty="0">
                <a:solidFill>
                  <a:schemeClr val="bg1"/>
                </a:solidFill>
                <a:latin typeface="Montserrat" panose="00000500000000000000" pitchFamily="2" charset="0"/>
              </a:rPr>
              <a:t> </a:t>
            </a:r>
            <a:r>
              <a:rPr lang="vi-VN" sz="1000" dirty="0" err="1">
                <a:solidFill>
                  <a:schemeClr val="bg1"/>
                </a:solidFill>
                <a:latin typeface="Montserrat" panose="00000500000000000000" pitchFamily="2" charset="0"/>
              </a:rPr>
              <a:t>Uniform</a:t>
            </a:r>
            <a:r>
              <a:rPr lang="vi-VN" sz="1000" dirty="0">
                <a:solidFill>
                  <a:schemeClr val="bg1"/>
                </a:solidFill>
                <a:latin typeface="Montserrat" panose="00000500000000000000" pitchFamily="2" charset="0"/>
              </a:rPr>
              <a:t> </a:t>
            </a:r>
            <a:r>
              <a:rPr lang="vi-VN" sz="1000" dirty="0" err="1">
                <a:solidFill>
                  <a:schemeClr val="bg1"/>
                </a:solidFill>
                <a:latin typeface="Montserrat" panose="00000500000000000000" pitchFamily="2" charset="0"/>
              </a:rPr>
              <a:t>Knot</a:t>
            </a:r>
            <a:r>
              <a:rPr lang="vi-VN" sz="1000" dirty="0">
                <a:solidFill>
                  <a:schemeClr val="bg1"/>
                </a:solidFill>
                <a:latin typeface="Montserrat" panose="00000500000000000000" pitchFamily="2" charset="0"/>
              </a:rPr>
              <a:t> </a:t>
            </a:r>
            <a:r>
              <a:rPr lang="vi-VN" sz="1000" dirty="0" err="1">
                <a:solidFill>
                  <a:schemeClr val="bg1"/>
                </a:solidFill>
                <a:latin typeface="Montserrat" panose="00000500000000000000" pitchFamily="2" charset="0"/>
              </a:rPr>
              <a:t>Vector</a:t>
            </a:r>
            <a:r>
              <a:rPr lang="vi-VN" sz="1000" dirty="0">
                <a:solidFill>
                  <a:schemeClr val="bg1"/>
                </a:solidFill>
                <a:latin typeface="Montserrat" panose="00000500000000000000" pitchFamily="2" charset="0"/>
              </a:rPr>
              <a:t> U. Việc thiết lập các nút lặp lại ở hai đầu mút (</a:t>
            </a:r>
            <a:r>
              <a:rPr lang="vi-VN" sz="1000" dirty="0" err="1">
                <a:solidFill>
                  <a:schemeClr val="bg1"/>
                </a:solidFill>
                <a:latin typeface="Montserrat" panose="00000500000000000000" pitchFamily="2" charset="0"/>
              </a:rPr>
              <a:t>clamped</a:t>
            </a:r>
            <a:r>
              <a:rPr lang="vi-VN" sz="1000" dirty="0">
                <a:solidFill>
                  <a:schemeClr val="bg1"/>
                </a:solidFill>
                <a:latin typeface="Montserrat" panose="00000500000000000000" pitchFamily="2" charset="0"/>
              </a:rPr>
              <a:t>) ép đường cong B-</a:t>
            </a:r>
            <a:r>
              <a:rPr lang="vi-VN" sz="1000" dirty="0" err="1">
                <a:solidFill>
                  <a:schemeClr val="bg1"/>
                </a:solidFill>
                <a:latin typeface="Montserrat" panose="00000500000000000000" pitchFamily="2" charset="0"/>
              </a:rPr>
              <a:t>Spline</a:t>
            </a:r>
            <a:r>
              <a:rPr lang="vi-VN" sz="1000" dirty="0">
                <a:solidFill>
                  <a:schemeClr val="bg1"/>
                </a:solidFill>
                <a:latin typeface="Montserrat" panose="00000500000000000000" pitchFamily="2" charset="0"/>
              </a:rPr>
              <a:t> bắt buộc phải dính chặt vào điểm bắt đầu và kết thúc của nét vẽ.</a:t>
            </a:r>
          </a:p>
        </p:txBody>
      </p:sp>
      <p:sp>
        <p:nvSpPr>
          <p:cNvPr id="1331" name="Rectangle: Rounded Corners 1330">
            <a:extLst>
              <a:ext uri="{FF2B5EF4-FFF2-40B4-BE49-F238E27FC236}">
                <a16:creationId xmlns:a16="http://schemas.microsoft.com/office/drawing/2014/main" id="{8E5D774F-718C-4422-165A-A014176D7B59}"/>
              </a:ext>
            </a:extLst>
          </p:cNvPr>
          <p:cNvSpPr/>
          <p:nvPr/>
        </p:nvSpPr>
        <p:spPr>
          <a:xfrm>
            <a:off x="4202056" y="4281012"/>
            <a:ext cx="499995" cy="435430"/>
          </a:xfrm>
          <a:prstGeom prst="roundRect">
            <a:avLst>
              <a:gd name="adj" fmla="val 4313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2" name="Google Shape;1039;p31">
            <a:extLst>
              <a:ext uri="{FF2B5EF4-FFF2-40B4-BE49-F238E27FC236}">
                <a16:creationId xmlns:a16="http://schemas.microsoft.com/office/drawing/2014/main" id="{A528DC69-2B01-B06E-7353-5CEB709D571A}"/>
              </a:ext>
            </a:extLst>
          </p:cNvPr>
          <p:cNvSpPr txBox="1">
            <a:spLocks/>
          </p:cNvSpPr>
          <p:nvPr/>
        </p:nvSpPr>
        <p:spPr>
          <a:xfrm>
            <a:off x="4233058" y="4261269"/>
            <a:ext cx="437990" cy="451141"/>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2600" dirty="0">
                <a:solidFill>
                  <a:schemeClr val="accent6"/>
                </a:solidFill>
              </a:rPr>
              <a:t>4</a:t>
            </a:r>
          </a:p>
        </p:txBody>
      </p:sp>
      <p:grpSp>
        <p:nvGrpSpPr>
          <p:cNvPr id="1333" name="Google Shape;1345;p39">
            <a:extLst>
              <a:ext uri="{FF2B5EF4-FFF2-40B4-BE49-F238E27FC236}">
                <a16:creationId xmlns:a16="http://schemas.microsoft.com/office/drawing/2014/main" id="{21379493-848F-76BB-8C95-8954B5759011}"/>
              </a:ext>
            </a:extLst>
          </p:cNvPr>
          <p:cNvGrpSpPr/>
          <p:nvPr/>
        </p:nvGrpSpPr>
        <p:grpSpPr>
          <a:xfrm rot="10800000">
            <a:off x="4702050" y="4482165"/>
            <a:ext cx="467796" cy="53928"/>
            <a:chOff x="7685921" y="1136892"/>
            <a:chExt cx="513876" cy="57000"/>
          </a:xfrm>
        </p:grpSpPr>
        <p:cxnSp>
          <p:nvCxnSpPr>
            <p:cNvPr id="1334" name="Google Shape;1347;p39">
              <a:extLst>
                <a:ext uri="{FF2B5EF4-FFF2-40B4-BE49-F238E27FC236}">
                  <a16:creationId xmlns:a16="http://schemas.microsoft.com/office/drawing/2014/main" id="{803D42CF-6231-C8FB-4225-3B56D71E4B21}"/>
                </a:ext>
              </a:extLst>
            </p:cNvPr>
            <p:cNvCxnSpPr>
              <a:cxnSpLocks/>
            </p:cNvCxnSpPr>
            <p:nvPr/>
          </p:nvCxnSpPr>
          <p:spPr>
            <a:xfrm flipH="1">
              <a:off x="7731448" y="1165392"/>
              <a:ext cx="468349" cy="0"/>
            </a:xfrm>
            <a:prstGeom prst="straightConnector1">
              <a:avLst/>
            </a:prstGeom>
            <a:noFill/>
            <a:ln w="12700" cap="flat" cmpd="sng">
              <a:solidFill>
                <a:schemeClr val="bg1">
                  <a:lumMod val="75000"/>
                </a:schemeClr>
              </a:solidFill>
              <a:prstDash val="solid"/>
              <a:round/>
              <a:headEnd type="none" w="med" len="med"/>
              <a:tailEnd type="none" w="med" len="med"/>
            </a:ln>
          </p:spPr>
        </p:cxnSp>
        <p:sp>
          <p:nvSpPr>
            <p:cNvPr id="1336" name="Google Shape;1349;p39">
              <a:extLst>
                <a:ext uri="{FF2B5EF4-FFF2-40B4-BE49-F238E27FC236}">
                  <a16:creationId xmlns:a16="http://schemas.microsoft.com/office/drawing/2014/main" id="{5726DCDC-9403-D58E-F0C9-53EECE40EAF1}"/>
                </a:ext>
              </a:extLst>
            </p:cNvPr>
            <p:cNvSpPr/>
            <p:nvPr/>
          </p:nvSpPr>
          <p:spPr>
            <a:xfrm flipH="1">
              <a:off x="7685921" y="1136892"/>
              <a:ext cx="57000" cy="57000"/>
            </a:xfrm>
            <a:prstGeom prst="ellipse">
              <a:avLst/>
            </a:prstGeom>
            <a:solidFill>
              <a:schemeClr val="lt1"/>
            </a:solidFill>
            <a:ln w="12700">
              <a:solidFill>
                <a:schemeClr val="bg1">
                  <a:lumMod val="7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26730358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3D7AE590-FA37-BBC1-7AA0-7563CEE8941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2E94545-9864-3A75-41BC-A3D38228BD31}"/>
              </a:ext>
            </a:extLst>
          </p:cNvPr>
          <p:cNvPicPr>
            <a:picLocks noChangeAspect="1"/>
          </p:cNvPicPr>
          <p:nvPr/>
        </p:nvPicPr>
        <p:blipFill>
          <a:blip r:embed="rId3"/>
          <a:stretch>
            <a:fillRect/>
          </a:stretch>
        </p:blipFill>
        <p:spPr>
          <a:xfrm>
            <a:off x="1721643" y="804578"/>
            <a:ext cx="5661999" cy="3184874"/>
          </a:xfrm>
          <a:prstGeom prst="rect">
            <a:avLst/>
          </a:prstGeom>
        </p:spPr>
      </p:pic>
      <p:sp>
        <p:nvSpPr>
          <p:cNvPr id="1343" name="Google Shape;1343;p39">
            <a:extLst>
              <a:ext uri="{FF2B5EF4-FFF2-40B4-BE49-F238E27FC236}">
                <a16:creationId xmlns:a16="http://schemas.microsoft.com/office/drawing/2014/main" id="{7DCF9F62-B00F-4B1A-58C0-07E9775EA51D}"/>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344" name="Google Shape;1344;p39">
            <a:extLst>
              <a:ext uri="{FF2B5EF4-FFF2-40B4-BE49-F238E27FC236}">
                <a16:creationId xmlns:a16="http://schemas.microsoft.com/office/drawing/2014/main" id="{6E99D6FF-5341-A72A-3C27-AD44B00E7D96}"/>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B023DEBE-60BD-266E-97D8-65125E440627}"/>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A0F165AF-5296-266B-4D97-31C238E13B30}"/>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077DAECD-7977-F8B5-19FD-4588865FFFF6}"/>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9CD8968D-B1FE-72D6-FC7C-814F6A6019FA}"/>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468A9B19-A843-3EC3-DDC4-D05697236A3E}"/>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62BF3C25-4E35-8F84-46EC-87F02378DE2F}"/>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8" name="Rectangle: Rounded Corners 7">
            <a:extLst>
              <a:ext uri="{FF2B5EF4-FFF2-40B4-BE49-F238E27FC236}">
                <a16:creationId xmlns:a16="http://schemas.microsoft.com/office/drawing/2014/main" id="{365A7E74-6427-8649-6CCB-77BBE53E7506}"/>
              </a:ext>
            </a:extLst>
          </p:cNvPr>
          <p:cNvSpPr/>
          <p:nvPr/>
        </p:nvSpPr>
        <p:spPr>
          <a:xfrm>
            <a:off x="535958" y="3918590"/>
            <a:ext cx="8129740" cy="769102"/>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1" name="Google Shape;1497;p43">
            <a:extLst>
              <a:ext uri="{FF2B5EF4-FFF2-40B4-BE49-F238E27FC236}">
                <a16:creationId xmlns:a16="http://schemas.microsoft.com/office/drawing/2014/main" id="{F4943A6C-45E7-B0E8-48B2-590BC75C1C45}"/>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3: </a:t>
            </a:r>
            <a:r>
              <a:rPr lang="fr-FR" dirty="0" err="1">
                <a:solidFill>
                  <a:schemeClr val="bg1"/>
                </a:solidFill>
              </a:rPr>
              <a:t>Tối</a:t>
            </a:r>
            <a:r>
              <a:rPr lang="fr-FR" dirty="0">
                <a:solidFill>
                  <a:schemeClr val="bg1"/>
                </a:solidFill>
              </a:rPr>
              <a:t> </a:t>
            </a:r>
            <a:r>
              <a:rPr lang="fr-FR" dirty="0" err="1">
                <a:solidFill>
                  <a:schemeClr val="bg1"/>
                </a:solidFill>
              </a:rPr>
              <a:t>ưu</a:t>
            </a:r>
            <a:r>
              <a:rPr lang="fr-FR" dirty="0">
                <a:solidFill>
                  <a:schemeClr val="bg1"/>
                </a:solidFill>
              </a:rPr>
              <a:t> </a:t>
            </a:r>
            <a:r>
              <a:rPr lang="fr-FR" dirty="0" err="1">
                <a:solidFill>
                  <a:schemeClr val="bg1"/>
                </a:solidFill>
              </a:rPr>
              <a:t>xấp</a:t>
            </a:r>
            <a:r>
              <a:rPr lang="fr-FR" dirty="0">
                <a:solidFill>
                  <a:schemeClr val="bg1"/>
                </a:solidFill>
              </a:rPr>
              <a:t> </a:t>
            </a:r>
            <a:r>
              <a:rPr lang="fr-FR" dirty="0" err="1">
                <a:solidFill>
                  <a:schemeClr val="bg1"/>
                </a:solidFill>
              </a:rPr>
              <a:t>xỉ</a:t>
            </a:r>
            <a:r>
              <a:rPr lang="fr-FR" dirty="0">
                <a:solidFill>
                  <a:schemeClr val="bg1"/>
                </a:solidFill>
              </a:rPr>
              <a:t> LST (</a:t>
            </a:r>
            <a:r>
              <a:rPr lang="fr-FR" dirty="0" err="1">
                <a:solidFill>
                  <a:schemeClr val="bg1"/>
                </a:solidFill>
              </a:rPr>
              <a:t>Smoothing</a:t>
            </a:r>
            <a:r>
              <a:rPr lang="fr-FR" dirty="0">
                <a:solidFill>
                  <a:schemeClr val="bg1"/>
                </a:solidFill>
              </a:rPr>
              <a:t> </a:t>
            </a:r>
            <a:r>
              <a:rPr lang="fr-FR" dirty="0" err="1">
                <a:solidFill>
                  <a:schemeClr val="bg1"/>
                </a:solidFill>
              </a:rPr>
              <a:t>Spline</a:t>
            </a:r>
            <a:r>
              <a:rPr lang="fr-FR" dirty="0">
                <a:solidFill>
                  <a:schemeClr val="bg1"/>
                </a:solidFill>
              </a:rPr>
              <a:t>)</a:t>
            </a:r>
          </a:p>
        </p:txBody>
      </p:sp>
      <p:sp>
        <p:nvSpPr>
          <p:cNvPr id="1324" name="Google Shape;1040;p31">
            <a:extLst>
              <a:ext uri="{FF2B5EF4-FFF2-40B4-BE49-F238E27FC236}">
                <a16:creationId xmlns:a16="http://schemas.microsoft.com/office/drawing/2014/main" id="{614CC484-D689-4A8D-89CD-0B879147B480}"/>
              </a:ext>
            </a:extLst>
          </p:cNvPr>
          <p:cNvSpPr txBox="1">
            <a:spLocks/>
          </p:cNvSpPr>
          <p:nvPr/>
        </p:nvSpPr>
        <p:spPr>
          <a:xfrm>
            <a:off x="854848" y="1847741"/>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err="1">
                <a:solidFill>
                  <a:schemeClr val="bg1"/>
                </a:solidFill>
                <a:latin typeface="Montserrat" panose="00000500000000000000" pitchFamily="2" charset="0"/>
              </a:rPr>
              <a:t>Độ</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bám</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sát</a:t>
            </a:r>
            <a:r>
              <a:rPr lang="en-US" dirty="0">
                <a:solidFill>
                  <a:schemeClr val="bg1"/>
                </a:solidFill>
                <a:latin typeface="Montserrat" panose="00000500000000000000" pitchFamily="2" charset="0"/>
              </a:rPr>
              <a:t> pixel</a:t>
            </a:r>
          </a:p>
          <a:p>
            <a:pPr algn="ctr">
              <a:buClr>
                <a:schemeClr val="bg1"/>
              </a:buClr>
            </a:pPr>
            <a:r>
              <a:rPr lang="en-US" dirty="0">
                <a:solidFill>
                  <a:schemeClr val="bg1"/>
                </a:solidFill>
                <a:latin typeface="Montserrat" panose="00000500000000000000" pitchFamily="2" charset="0"/>
              </a:rPr>
              <a:t>(</a:t>
            </a:r>
            <a:r>
              <a:rPr lang="en-US" b="1" dirty="0">
                <a:solidFill>
                  <a:schemeClr val="bg1"/>
                </a:solidFill>
                <a:latin typeface="Montserrat" panose="00000500000000000000" pitchFamily="2" charset="0"/>
              </a:rPr>
              <a:t>N</a:t>
            </a:r>
            <a:r>
              <a:rPr lang="en-US" b="1" baseline="30000" dirty="0">
                <a:solidFill>
                  <a:schemeClr val="bg1"/>
                </a:solidFill>
                <a:latin typeface="Montserrat" panose="00000500000000000000" pitchFamily="2" charset="0"/>
              </a:rPr>
              <a:t>T</a:t>
            </a:r>
            <a:r>
              <a:rPr lang="en-US" b="1" dirty="0">
                <a:solidFill>
                  <a:schemeClr val="bg1"/>
                </a:solidFill>
                <a:latin typeface="Montserrat" panose="00000500000000000000" pitchFamily="2" charset="0"/>
              </a:rPr>
              <a:t>N</a:t>
            </a:r>
            <a:r>
              <a:rPr lang="en-US" dirty="0">
                <a:solidFill>
                  <a:schemeClr val="bg1"/>
                </a:solidFill>
                <a:latin typeface="Montserrat" panose="00000500000000000000" pitchFamily="2" charset="0"/>
              </a:rPr>
              <a:t>)</a:t>
            </a:r>
            <a:endParaRPr lang="vi-VN" dirty="0">
              <a:solidFill>
                <a:schemeClr val="bg1"/>
              </a:solidFill>
              <a:latin typeface="Montserrat" panose="00000500000000000000" pitchFamily="2" charset="0"/>
            </a:endParaRPr>
          </a:p>
        </p:txBody>
      </p:sp>
      <p:sp>
        <p:nvSpPr>
          <p:cNvPr id="1334" name="Google Shape;1040;p31">
            <a:extLst>
              <a:ext uri="{FF2B5EF4-FFF2-40B4-BE49-F238E27FC236}">
                <a16:creationId xmlns:a16="http://schemas.microsoft.com/office/drawing/2014/main" id="{1DD1F33C-16ED-B721-BE65-BC5B6E0294A8}"/>
              </a:ext>
            </a:extLst>
          </p:cNvPr>
          <p:cNvSpPr txBox="1">
            <a:spLocks/>
          </p:cNvSpPr>
          <p:nvPr/>
        </p:nvSpPr>
        <p:spPr>
          <a:xfrm>
            <a:off x="535958" y="4060314"/>
            <a:ext cx="8129740"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600" dirty="0">
                <a:solidFill>
                  <a:schemeClr val="bg1"/>
                </a:solidFill>
                <a:latin typeface="Montserrat" panose="00000500000000000000" pitchFamily="2" charset="0"/>
              </a:rPr>
              <a:t>Thêm ma trận phạt sai phân bậc hai </a:t>
            </a:r>
            <a:r>
              <a:rPr lang="en-US" sz="1600" b="1" dirty="0">
                <a:solidFill>
                  <a:schemeClr val="bg1"/>
                </a:solidFill>
                <a:latin typeface="Montserrat" panose="00000500000000000000" pitchFamily="2" charset="0"/>
                <a:ea typeface="Times New Roman" panose="02020603050405020304" pitchFamily="18" charset="0"/>
              </a:rPr>
              <a:t>D</a:t>
            </a:r>
            <a:r>
              <a:rPr lang="en-US" sz="1600" b="1" baseline="-25000" dirty="0">
                <a:solidFill>
                  <a:schemeClr val="bg1"/>
                </a:solidFill>
                <a:latin typeface="Montserrat" panose="00000500000000000000" pitchFamily="2" charset="0"/>
                <a:ea typeface="Times New Roman" panose="02020603050405020304" pitchFamily="18" charset="0"/>
              </a:rPr>
              <a:t>2</a:t>
            </a:r>
            <a:r>
              <a:rPr lang="vi-VN" sz="1600" dirty="0">
                <a:solidFill>
                  <a:schemeClr val="bg1"/>
                </a:solidFill>
                <a:latin typeface="Montserrat" panose="00000500000000000000" pitchFamily="2" charset="0"/>
              </a:rPr>
              <a:t> có trọng số </a:t>
            </a:r>
            <a:r>
              <a:rPr lang="el-GR" sz="1600" dirty="0">
                <a:solidFill>
                  <a:schemeClr val="bg1"/>
                </a:solidFill>
                <a:latin typeface="Montserrat" panose="00000500000000000000" pitchFamily="2" charset="0"/>
              </a:rPr>
              <a:t>λ </a:t>
            </a:r>
            <a:r>
              <a:rPr lang="vi-VN" sz="1600" dirty="0">
                <a:solidFill>
                  <a:schemeClr val="bg1"/>
                </a:solidFill>
                <a:latin typeface="Montserrat" panose="00000500000000000000" pitchFamily="2" charset="0"/>
              </a:rPr>
              <a:t>để chống hiện tượng đường cong bị gấp khúc do bám theo các nhiễu răng cưa của </a:t>
            </a:r>
            <a:r>
              <a:rPr lang="vi-VN" sz="1600" dirty="0" err="1">
                <a:solidFill>
                  <a:schemeClr val="bg1"/>
                </a:solidFill>
                <a:latin typeface="Montserrat" panose="00000500000000000000" pitchFamily="2" charset="0"/>
              </a:rPr>
              <a:t>pixel</a:t>
            </a:r>
            <a:r>
              <a:rPr lang="vi-VN" sz="1600" dirty="0">
                <a:solidFill>
                  <a:schemeClr val="bg1"/>
                </a:solidFill>
                <a:latin typeface="Montserrat" panose="00000500000000000000" pitchFamily="2" charset="0"/>
              </a:rPr>
              <a:t> gốc.</a:t>
            </a:r>
          </a:p>
        </p:txBody>
      </p:sp>
      <mc:AlternateContent xmlns:mc="http://schemas.openxmlformats.org/markup-compatibility/2006" xmlns:a14="http://schemas.microsoft.com/office/drawing/2010/main">
        <mc:Choice Requires="a14">
          <p:sp>
            <p:nvSpPr>
              <p:cNvPr id="5" name="Google Shape;1040;p31">
                <a:extLst>
                  <a:ext uri="{FF2B5EF4-FFF2-40B4-BE49-F238E27FC236}">
                    <a16:creationId xmlns:a16="http://schemas.microsoft.com/office/drawing/2014/main" id="{6AB125CF-91D5-31B2-9253-8F4F77A83DC4}"/>
                  </a:ext>
                </a:extLst>
              </p:cNvPr>
              <p:cNvSpPr txBox="1">
                <a:spLocks/>
              </p:cNvSpPr>
              <p:nvPr/>
            </p:nvSpPr>
            <p:spPr>
              <a:xfrm>
                <a:off x="6278984" y="1910488"/>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a:solidFill>
                      <a:schemeClr val="bg1"/>
                    </a:solidFill>
                    <a:latin typeface="Montserrat" panose="00000500000000000000" pitchFamily="2" charset="0"/>
                  </a:rPr>
                  <a:t>Độ </a:t>
                </a:r>
                <a:r>
                  <a:rPr lang="en-US" dirty="0" err="1">
                    <a:solidFill>
                      <a:schemeClr val="bg1"/>
                    </a:solidFill>
                    <a:latin typeface="Montserrat" panose="00000500000000000000" pitchFamily="2" charset="0"/>
                  </a:rPr>
                  <a:t>trơn</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láng</a:t>
                </a:r>
                <a:endParaRPr lang="en-US" dirty="0">
                  <a:solidFill>
                    <a:schemeClr val="bg1"/>
                  </a:solidFill>
                  <a:latin typeface="Montserrat" panose="00000500000000000000" pitchFamily="2" charset="0"/>
                </a:endParaRPr>
              </a:p>
              <a:p>
                <a:pPr algn="ctr">
                  <a:buClr>
                    <a:schemeClr val="bg1"/>
                  </a:buClr>
                </a:pPr>
                <a:r>
                  <a:rPr lang="en-US" dirty="0">
                    <a:solidFill>
                      <a:schemeClr val="bg1"/>
                    </a:solidFill>
                    <a:latin typeface="Montserrat" panose="00000500000000000000" pitchFamily="2" charset="0"/>
                  </a:rPr>
                  <a:t>(</a:t>
                </a:r>
                <a14:m>
                  <m:oMath xmlns:m="http://schemas.openxmlformats.org/officeDocument/2006/math">
                    <m:sSubSup>
                      <m:sSubSupPr>
                        <m:ctrlPr>
                          <a:rPr lang="en-US" sz="1400" b="1" i="0">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ctrlPr>
                      </m:sSubSupPr>
                      <m:e>
                        <m:r>
                          <a:rPr lang="en-US" sz="1400" b="1" i="0">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𝐃</m:t>
                        </m:r>
                      </m:e>
                      <m:sub>
                        <m:r>
                          <a:rPr lang="en-US" sz="1400" b="1" i="0">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𝟐</m:t>
                        </m:r>
                      </m:sub>
                      <m:sup>
                        <m:r>
                          <a:rPr lang="en-US" sz="1400" b="1" i="0">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𝐓</m:t>
                        </m:r>
                      </m:sup>
                    </m:sSubSup>
                  </m:oMath>
                </a14:m>
                <a:r>
                  <a:rPr lang="en-US" sz="1400" b="1" dirty="0">
                    <a:solidFill>
                      <a:schemeClr val="bg1"/>
                    </a:solidFill>
                    <a:effectLst/>
                    <a:latin typeface="Montserrat" panose="00000500000000000000" pitchFamily="2" charset="0"/>
                    <a:ea typeface="Times New Roman" panose="02020603050405020304" pitchFamily="18" charset="0"/>
                  </a:rPr>
                  <a:t>D</a:t>
                </a:r>
                <a:r>
                  <a:rPr lang="en-US" sz="1400" b="1" baseline="-25000" dirty="0">
                    <a:solidFill>
                      <a:schemeClr val="bg1"/>
                    </a:solidFill>
                    <a:effectLst/>
                    <a:latin typeface="Montserrat" panose="00000500000000000000" pitchFamily="2" charset="0"/>
                    <a:ea typeface="Times New Roman" panose="02020603050405020304" pitchFamily="18" charset="0"/>
                  </a:rPr>
                  <a:t>2</a:t>
                </a:r>
                <a:r>
                  <a:rPr lang="en-US" dirty="0">
                    <a:solidFill>
                      <a:schemeClr val="bg1"/>
                    </a:solidFill>
                    <a:latin typeface="Montserrat" panose="00000500000000000000" pitchFamily="2" charset="0"/>
                  </a:rPr>
                  <a:t>)</a:t>
                </a:r>
                <a:endParaRPr lang="vi-VN" dirty="0">
                  <a:solidFill>
                    <a:schemeClr val="bg1"/>
                  </a:solidFill>
                  <a:latin typeface="Montserrat" panose="00000500000000000000" pitchFamily="2" charset="0"/>
                </a:endParaRPr>
              </a:p>
            </p:txBody>
          </p:sp>
        </mc:Choice>
        <mc:Fallback xmlns="">
          <p:sp>
            <p:nvSpPr>
              <p:cNvPr id="5" name="Google Shape;1040;p31">
                <a:extLst>
                  <a:ext uri="{FF2B5EF4-FFF2-40B4-BE49-F238E27FC236}">
                    <a16:creationId xmlns:a16="http://schemas.microsoft.com/office/drawing/2014/main" id="{6AB125CF-91D5-31B2-9253-8F4F77A83DC4}"/>
                  </a:ext>
                </a:extLst>
              </p:cNvPr>
              <p:cNvSpPr txBox="1">
                <a:spLocks noRot="1" noChangeAspect="1" noMove="1" noResize="1" noEditPoints="1" noAdjustHandles="1" noChangeArrowheads="1" noChangeShapeType="1" noTextEdit="1"/>
              </p:cNvSpPr>
              <p:nvPr/>
            </p:nvSpPr>
            <p:spPr>
              <a:xfrm>
                <a:off x="6278984" y="1910488"/>
                <a:ext cx="1971453" cy="435431"/>
              </a:xfrm>
              <a:prstGeom prst="rect">
                <a:avLst/>
              </a:prstGeom>
              <a:blipFill>
                <a:blip r:embed="rId4"/>
                <a:stretch>
                  <a:fillRect t="-12500" b="-25000"/>
                </a:stretch>
              </a:blipFill>
            </p:spPr>
            <p:txBody>
              <a:bodyPr/>
              <a:lstStyle/>
              <a:p>
                <a:r>
                  <a:rPr lang="en-US">
                    <a:noFill/>
                  </a:rPr>
                  <a:t> </a:t>
                </a:r>
              </a:p>
            </p:txBody>
          </p:sp>
        </mc:Fallback>
      </mc:AlternateContent>
      <p:sp>
        <p:nvSpPr>
          <p:cNvPr id="6" name="Google Shape;1040;p31">
            <a:extLst>
              <a:ext uri="{FF2B5EF4-FFF2-40B4-BE49-F238E27FC236}">
                <a16:creationId xmlns:a16="http://schemas.microsoft.com/office/drawing/2014/main" id="{2745453E-B138-FA80-57CE-4B070AB44EF2}"/>
              </a:ext>
            </a:extLst>
          </p:cNvPr>
          <p:cNvSpPr txBox="1">
            <a:spLocks/>
          </p:cNvSpPr>
          <p:nvPr/>
        </p:nvSpPr>
        <p:spPr>
          <a:xfrm>
            <a:off x="4952133" y="2742185"/>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err="1">
                <a:solidFill>
                  <a:schemeClr val="bg1"/>
                </a:solidFill>
                <a:latin typeface="Montserrat" panose="00000500000000000000" pitchFamily="2" charset="0"/>
              </a:rPr>
              <a:t>Hệ</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số</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làm</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mịn</a:t>
            </a:r>
            <a:r>
              <a:rPr lang="en-US" dirty="0">
                <a:solidFill>
                  <a:schemeClr val="bg1"/>
                </a:solidFill>
                <a:latin typeface="Montserrat" panose="00000500000000000000" pitchFamily="2" charset="0"/>
              </a:rPr>
              <a:t> </a:t>
            </a:r>
            <a:r>
              <a:rPr lang="en-US" sz="1400" dirty="0">
                <a:solidFill>
                  <a:schemeClr val="bg1"/>
                </a:solidFill>
                <a:effectLst/>
                <a:latin typeface="Montserrat" panose="00000500000000000000" pitchFamily="2" charset="0"/>
                <a:ea typeface="Times New Roman" panose="02020603050405020304" pitchFamily="18" charset="0"/>
              </a:rPr>
              <a:t>λ</a:t>
            </a:r>
            <a:endParaRPr lang="vi-VN" dirty="0">
              <a:solidFill>
                <a:schemeClr val="bg1"/>
              </a:solidFill>
              <a:latin typeface="Montserrat" panose="00000500000000000000" pitchFamily="2"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7E9C781-3631-3736-01A6-702E0457ED21}"/>
                  </a:ext>
                </a:extLst>
              </p:cNvPr>
              <p:cNvSpPr txBox="1"/>
              <p:nvPr/>
            </p:nvSpPr>
            <p:spPr>
              <a:xfrm>
                <a:off x="2466302" y="3249007"/>
                <a:ext cx="4965894" cy="418513"/>
              </a:xfrm>
              <a:prstGeom prst="rect">
                <a:avLst/>
              </a:prstGeom>
              <a:noFill/>
            </p:spPr>
            <p:txBody>
              <a:bodyPr wrap="square">
                <a:spAutoFit/>
              </a:bodyPr>
              <a:lstStyle/>
              <a:p>
                <a:r>
                  <a:rPr lang="en-US" sz="2000" b="1" dirty="0">
                    <a:solidFill>
                      <a:schemeClr val="bg1"/>
                    </a:solidFill>
                    <a:effectLst/>
                    <a:latin typeface="Montserrat" panose="00000500000000000000" pitchFamily="2" charset="0"/>
                    <a:ea typeface="Times New Roman" panose="02020603050405020304" pitchFamily="18" charset="0"/>
                  </a:rPr>
                  <a:t>(N</a:t>
                </a:r>
                <a:r>
                  <a:rPr lang="en-US" sz="2000" b="1" baseline="30000" dirty="0">
                    <a:solidFill>
                      <a:schemeClr val="bg1"/>
                    </a:solidFill>
                    <a:effectLst/>
                    <a:latin typeface="Montserrat" panose="00000500000000000000" pitchFamily="2" charset="0"/>
                    <a:ea typeface="Times New Roman" panose="02020603050405020304" pitchFamily="18" charset="0"/>
                  </a:rPr>
                  <a:t>T</a:t>
                </a:r>
                <a:r>
                  <a:rPr lang="en-US" sz="2000" b="1" dirty="0">
                    <a:solidFill>
                      <a:schemeClr val="bg1"/>
                    </a:solidFill>
                    <a:effectLst/>
                    <a:latin typeface="Montserrat" panose="00000500000000000000" pitchFamily="2" charset="0"/>
                    <a:ea typeface="Times New Roman" panose="02020603050405020304" pitchFamily="18" charset="0"/>
                  </a:rPr>
                  <a:t>N + λ ∙ scale ∙ </a:t>
                </a:r>
                <a14:m>
                  <m:oMath xmlns:m="http://schemas.openxmlformats.org/officeDocument/2006/math">
                    <m:sSubSup>
                      <m:sSubSupPr>
                        <m:ctrlPr>
                          <a:rPr lang="en-US" sz="20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ctrlPr>
                      </m:sSubSupPr>
                      <m:e>
                        <m:r>
                          <a:rPr lang="en-US" sz="20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𝑫</m:t>
                        </m:r>
                      </m:e>
                      <m:sub>
                        <m:r>
                          <a:rPr lang="en-US" sz="20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𝟐</m:t>
                        </m:r>
                      </m:sub>
                      <m:sup>
                        <m:r>
                          <a:rPr lang="en-US" sz="20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𝑻</m:t>
                        </m:r>
                      </m:sup>
                    </m:sSubSup>
                  </m:oMath>
                </a14:m>
                <a:r>
                  <a:rPr lang="en-US" sz="2000" b="1" dirty="0">
                    <a:solidFill>
                      <a:schemeClr val="bg1"/>
                    </a:solidFill>
                    <a:effectLst/>
                    <a:latin typeface="Montserrat" panose="00000500000000000000" pitchFamily="2" charset="0"/>
                    <a:ea typeface="Times New Roman" panose="02020603050405020304" pitchFamily="18" charset="0"/>
                  </a:rPr>
                  <a:t>D</a:t>
                </a:r>
                <a:r>
                  <a:rPr lang="en-US" sz="2000" b="1" baseline="-25000" dirty="0">
                    <a:solidFill>
                      <a:schemeClr val="bg1"/>
                    </a:solidFill>
                    <a:effectLst/>
                    <a:latin typeface="Montserrat" panose="00000500000000000000" pitchFamily="2" charset="0"/>
                    <a:ea typeface="Times New Roman" panose="02020603050405020304" pitchFamily="18" charset="0"/>
                  </a:rPr>
                  <a:t>2</a:t>
                </a:r>
                <a:r>
                  <a:rPr lang="en-US" sz="2000" b="1" dirty="0">
                    <a:solidFill>
                      <a:schemeClr val="bg1"/>
                    </a:solidFill>
                    <a:effectLst/>
                    <a:latin typeface="Montserrat" panose="00000500000000000000" pitchFamily="2" charset="0"/>
                    <a:ea typeface="Times New Roman" panose="02020603050405020304" pitchFamily="18" charset="0"/>
                  </a:rPr>
                  <a:t>)P = N</a:t>
                </a:r>
                <a:r>
                  <a:rPr lang="en-US" sz="2000" b="1" baseline="30000" dirty="0">
                    <a:solidFill>
                      <a:schemeClr val="bg1"/>
                    </a:solidFill>
                    <a:effectLst/>
                    <a:latin typeface="Montserrat" panose="00000500000000000000" pitchFamily="2" charset="0"/>
                    <a:ea typeface="Times New Roman" panose="02020603050405020304" pitchFamily="18" charset="0"/>
                  </a:rPr>
                  <a:t>T</a:t>
                </a:r>
                <a:r>
                  <a:rPr lang="en-US" sz="2000" b="1" dirty="0">
                    <a:solidFill>
                      <a:schemeClr val="bg1"/>
                    </a:solidFill>
                    <a:effectLst/>
                    <a:latin typeface="Montserrat" panose="00000500000000000000" pitchFamily="2" charset="0"/>
                    <a:ea typeface="Times New Roman" panose="02020603050405020304" pitchFamily="18" charset="0"/>
                  </a:rPr>
                  <a:t>Q </a:t>
                </a:r>
                <a:endParaRPr lang="en-US" sz="2000" b="1" dirty="0">
                  <a:solidFill>
                    <a:schemeClr val="bg1"/>
                  </a:solidFill>
                  <a:latin typeface="Montserrat" panose="00000500000000000000" pitchFamily="2" charset="0"/>
                </a:endParaRPr>
              </a:p>
            </p:txBody>
          </p:sp>
        </mc:Choice>
        <mc:Fallback xmlns="">
          <p:sp>
            <p:nvSpPr>
              <p:cNvPr id="13" name="TextBox 12">
                <a:extLst>
                  <a:ext uri="{FF2B5EF4-FFF2-40B4-BE49-F238E27FC236}">
                    <a16:creationId xmlns:a16="http://schemas.microsoft.com/office/drawing/2014/main" id="{F7E9C781-3631-3736-01A6-702E0457ED21}"/>
                  </a:ext>
                </a:extLst>
              </p:cNvPr>
              <p:cNvSpPr txBox="1">
                <a:spLocks noRot="1" noChangeAspect="1" noMove="1" noResize="1" noEditPoints="1" noAdjustHandles="1" noChangeArrowheads="1" noChangeShapeType="1" noTextEdit="1"/>
              </p:cNvSpPr>
              <p:nvPr/>
            </p:nvSpPr>
            <p:spPr>
              <a:xfrm>
                <a:off x="2466302" y="3249007"/>
                <a:ext cx="4965894" cy="418513"/>
              </a:xfrm>
              <a:prstGeom prst="rect">
                <a:avLst/>
              </a:prstGeom>
              <a:blipFill>
                <a:blip r:embed="rId5"/>
                <a:stretch>
                  <a:fillRect l="-1351" t="-5797" b="-26087"/>
                </a:stretch>
              </a:blipFill>
            </p:spPr>
            <p:txBody>
              <a:bodyPr/>
              <a:lstStyle/>
              <a:p>
                <a:r>
                  <a:rPr lang="en-US">
                    <a:noFill/>
                  </a:rPr>
                  <a:t> </a:t>
                </a:r>
              </a:p>
            </p:txBody>
          </p:sp>
        </mc:Fallback>
      </mc:AlternateContent>
    </p:spTree>
    <p:extLst>
      <p:ext uri="{BB962C8B-B14F-4D97-AF65-F5344CB8AC3E}">
        <p14:creationId xmlns:p14="http://schemas.microsoft.com/office/powerpoint/2010/main" val="9710891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CFFDDC38-9D82-DB2B-7FD4-2CCB92B7EE3D}"/>
            </a:ext>
          </a:extLst>
        </p:cNvPr>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EF5A464A-6B97-1039-EFCA-21574CA19EE6}"/>
              </a:ext>
            </a:extLst>
          </p:cNvPr>
          <p:cNvSpPr/>
          <p:nvPr/>
        </p:nvSpPr>
        <p:spPr>
          <a:xfrm>
            <a:off x="65294" y="2309089"/>
            <a:ext cx="8966279" cy="1669098"/>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D995CB7D-8BA6-2901-4B21-139B134AB683}"/>
              </a:ext>
            </a:extLst>
          </p:cNvPr>
          <p:cNvSpPr/>
          <p:nvPr/>
        </p:nvSpPr>
        <p:spPr>
          <a:xfrm>
            <a:off x="169112" y="3739498"/>
            <a:ext cx="2753073" cy="1349663"/>
          </a:xfrm>
          <a:prstGeom prst="roundRect">
            <a:avLst>
              <a:gd name="adj" fmla="val 5150"/>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D4DA58F7-EC21-C6F8-45D3-ED7D310BB78C}"/>
              </a:ext>
            </a:extLst>
          </p:cNvPr>
          <p:cNvSpPr txBox="1">
            <a:spLocks noGrp="1"/>
          </p:cNvSpPr>
          <p:nvPr>
            <p:ph type="title"/>
          </p:nvPr>
        </p:nvSpPr>
        <p:spPr>
          <a:xfrm>
            <a:off x="1120415" y="127978"/>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344" name="Google Shape;1344;p39">
            <a:extLst>
              <a:ext uri="{FF2B5EF4-FFF2-40B4-BE49-F238E27FC236}">
                <a16:creationId xmlns:a16="http://schemas.microsoft.com/office/drawing/2014/main" id="{BF418C42-3C07-2F31-D898-D8060F7E9CFC}"/>
              </a:ext>
            </a:extLst>
          </p:cNvPr>
          <p:cNvGrpSpPr/>
          <p:nvPr/>
        </p:nvGrpSpPr>
        <p:grpSpPr>
          <a:xfrm>
            <a:off x="1441569" y="605565"/>
            <a:ext cx="5921700" cy="192184"/>
            <a:chOff x="902597" y="1069304"/>
            <a:chExt cx="5921700" cy="192184"/>
          </a:xfrm>
        </p:grpSpPr>
        <p:grpSp>
          <p:nvGrpSpPr>
            <p:cNvPr id="1345" name="Google Shape;1345;p39">
              <a:extLst>
                <a:ext uri="{FF2B5EF4-FFF2-40B4-BE49-F238E27FC236}">
                  <a16:creationId xmlns:a16="http://schemas.microsoft.com/office/drawing/2014/main" id="{B61E1F9F-70C5-CBB9-F491-1F54E6F1E3A4}"/>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DB244398-F6E5-EEF0-B0D8-ADD66392029D}"/>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906494AF-D6BA-41FC-CA4A-6FE511710571}"/>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650456B2-AFFA-748B-6BCA-15E228A37D54}"/>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D1AB6CB0-02A3-500C-E095-CF946F1631E1}"/>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5299A2A0-A016-ECC0-3691-02F47DB80406}"/>
              </a:ext>
            </a:extLst>
          </p:cNvPr>
          <p:cNvSpPr txBox="1">
            <a:spLocks/>
          </p:cNvSpPr>
          <p:nvPr/>
        </p:nvSpPr>
        <p:spPr>
          <a:xfrm>
            <a:off x="833939" y="121209"/>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1321" name="Google Shape;1497;p43">
            <a:extLst>
              <a:ext uri="{FF2B5EF4-FFF2-40B4-BE49-F238E27FC236}">
                <a16:creationId xmlns:a16="http://schemas.microsoft.com/office/drawing/2014/main" id="{F79D42A5-69BE-C0C6-CEFB-DE09046EAE9D}"/>
              </a:ext>
            </a:extLst>
          </p:cNvPr>
          <p:cNvSpPr txBox="1">
            <a:spLocks/>
          </p:cNvSpPr>
          <p:nvPr/>
        </p:nvSpPr>
        <p:spPr>
          <a:xfrm>
            <a:off x="1470069" y="714543"/>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3: </a:t>
            </a:r>
            <a:r>
              <a:rPr lang="fr-FR" dirty="0" err="1">
                <a:solidFill>
                  <a:schemeClr val="bg1"/>
                </a:solidFill>
              </a:rPr>
              <a:t>Tối</a:t>
            </a:r>
            <a:r>
              <a:rPr lang="fr-FR" dirty="0">
                <a:solidFill>
                  <a:schemeClr val="bg1"/>
                </a:solidFill>
              </a:rPr>
              <a:t> </a:t>
            </a:r>
            <a:r>
              <a:rPr lang="fr-FR" dirty="0" err="1">
                <a:solidFill>
                  <a:schemeClr val="bg1"/>
                </a:solidFill>
              </a:rPr>
              <a:t>ưu</a:t>
            </a:r>
            <a:r>
              <a:rPr lang="fr-FR" dirty="0">
                <a:solidFill>
                  <a:schemeClr val="bg1"/>
                </a:solidFill>
              </a:rPr>
              <a:t> </a:t>
            </a:r>
            <a:r>
              <a:rPr lang="fr-FR" dirty="0" err="1">
                <a:solidFill>
                  <a:schemeClr val="bg1"/>
                </a:solidFill>
              </a:rPr>
              <a:t>xấp</a:t>
            </a:r>
            <a:r>
              <a:rPr lang="fr-FR" dirty="0">
                <a:solidFill>
                  <a:schemeClr val="bg1"/>
                </a:solidFill>
              </a:rPr>
              <a:t> </a:t>
            </a:r>
            <a:r>
              <a:rPr lang="fr-FR" dirty="0" err="1">
                <a:solidFill>
                  <a:schemeClr val="bg1"/>
                </a:solidFill>
              </a:rPr>
              <a:t>xỉ</a:t>
            </a:r>
            <a:r>
              <a:rPr lang="fr-FR" dirty="0">
                <a:solidFill>
                  <a:schemeClr val="bg1"/>
                </a:solidFill>
              </a:rPr>
              <a:t> LST (</a:t>
            </a:r>
            <a:r>
              <a:rPr lang="fr-FR" dirty="0" err="1">
                <a:solidFill>
                  <a:schemeClr val="bg1"/>
                </a:solidFill>
              </a:rPr>
              <a:t>Smoothing</a:t>
            </a:r>
            <a:r>
              <a:rPr lang="fr-FR" dirty="0">
                <a:solidFill>
                  <a:schemeClr val="bg1"/>
                </a:solidFill>
              </a:rPr>
              <a:t> </a:t>
            </a:r>
            <a:r>
              <a:rPr lang="fr-FR" dirty="0" err="1">
                <a:solidFill>
                  <a:schemeClr val="bg1"/>
                </a:solidFill>
              </a:rPr>
              <a:t>Spline</a:t>
            </a:r>
            <a:r>
              <a:rPr lang="fr-FR" dirty="0">
                <a:solidFill>
                  <a:schemeClr val="bg1"/>
                </a:solidFill>
              </a:rPr>
              <a:t>)</a:t>
            </a:r>
          </a:p>
        </p:txBody>
      </p:sp>
      <p:sp>
        <p:nvSpPr>
          <p:cNvPr id="1337" name="Google Shape;1040;p31">
            <a:extLst>
              <a:ext uri="{FF2B5EF4-FFF2-40B4-BE49-F238E27FC236}">
                <a16:creationId xmlns:a16="http://schemas.microsoft.com/office/drawing/2014/main" id="{40CA253F-29FD-6608-7DBD-CB54C26D5982}"/>
              </a:ext>
            </a:extLst>
          </p:cNvPr>
          <p:cNvSpPr txBox="1">
            <a:spLocks/>
          </p:cNvSpPr>
          <p:nvPr/>
        </p:nvSpPr>
        <p:spPr>
          <a:xfrm>
            <a:off x="169111" y="3739498"/>
            <a:ext cx="2753073" cy="1349663"/>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accent6"/>
                </a:solidFill>
                <a:latin typeface="Montserrat" panose="00000500000000000000" pitchFamily="2" charset="0"/>
              </a:rPr>
              <a:t>Hàm </a:t>
            </a:r>
            <a:r>
              <a:rPr lang="en-US" sz="1000" dirty="0" err="1">
                <a:solidFill>
                  <a:schemeClr val="accent6"/>
                </a:solidFill>
                <a:latin typeface="Montserrat" panose="00000500000000000000" pitchFamily="2" charset="0"/>
              </a:rPr>
              <a:t>này</a:t>
            </a:r>
            <a:r>
              <a:rPr lang="en-US" sz="1000" dirty="0">
                <a:solidFill>
                  <a:schemeClr val="accent6"/>
                </a:solidFill>
                <a:latin typeface="Montserrat" panose="00000500000000000000" pitchFamily="2" charset="0"/>
              </a:rPr>
              <a:t> </a:t>
            </a:r>
            <a:r>
              <a:rPr lang="vi-VN" sz="1000" dirty="0">
                <a:solidFill>
                  <a:schemeClr val="accent6"/>
                </a:solidFill>
                <a:latin typeface="Montserrat" panose="00000500000000000000" pitchFamily="2" charset="0"/>
              </a:rPr>
              <a:t>đọc các điểm ảnh liên tục, dựa vào biến "Ngưỡng nhảy đứt nét" (</a:t>
            </a:r>
            <a:r>
              <a:rPr lang="vi-VN" sz="1000" dirty="0" err="1">
                <a:solidFill>
                  <a:schemeClr val="accent6"/>
                </a:solidFill>
                <a:latin typeface="Montserrat" panose="00000500000000000000" pitchFamily="2" charset="0"/>
              </a:rPr>
              <a:t>jump_threshold</a:t>
            </a:r>
            <a:r>
              <a:rPr lang="vi-VN" sz="1000" dirty="0">
                <a:solidFill>
                  <a:schemeClr val="accent6"/>
                </a:solidFill>
                <a:latin typeface="Montserrat" panose="00000500000000000000" pitchFamily="2" charset="0"/>
              </a:rPr>
              <a:t>) để phân mảnh chữ ký ra làm nhiều nét khác nhau. Bên trong nó còn có </a:t>
            </a:r>
            <a:r>
              <a:rPr lang="vi-VN" sz="1000" dirty="0" err="1">
                <a:solidFill>
                  <a:schemeClr val="accent6"/>
                </a:solidFill>
                <a:latin typeface="Montserrat" panose="00000500000000000000" pitchFamily="2" charset="0"/>
              </a:rPr>
              <a:t>logic</a:t>
            </a:r>
            <a:r>
              <a:rPr lang="vi-VN" sz="1000" dirty="0">
                <a:solidFill>
                  <a:schemeClr val="accent6"/>
                </a:solidFill>
                <a:latin typeface="Montserrat" panose="00000500000000000000" pitchFamily="2" charset="0"/>
              </a:rPr>
              <a:t> </a:t>
            </a:r>
            <a:r>
              <a:rPr lang="vi-VN" sz="1000" dirty="0" err="1">
                <a:solidFill>
                  <a:schemeClr val="accent6"/>
                </a:solidFill>
                <a:latin typeface="Montserrat" panose="00000500000000000000" pitchFamily="2" charset="0"/>
              </a:rPr>
              <a:t>Spur</a:t>
            </a:r>
            <a:r>
              <a:rPr lang="vi-VN" sz="1000" dirty="0">
                <a:solidFill>
                  <a:schemeClr val="accent6"/>
                </a:solidFill>
                <a:latin typeface="Montserrat" panose="00000500000000000000" pitchFamily="2" charset="0"/>
              </a:rPr>
              <a:t> </a:t>
            </a:r>
            <a:r>
              <a:rPr lang="vi-VN" sz="1000" dirty="0" err="1">
                <a:solidFill>
                  <a:schemeClr val="accent6"/>
                </a:solidFill>
                <a:latin typeface="Montserrat" panose="00000500000000000000" pitchFamily="2" charset="0"/>
              </a:rPr>
              <a:t>Pruning</a:t>
            </a:r>
            <a:r>
              <a:rPr lang="vi-VN" sz="1000" dirty="0">
                <a:solidFill>
                  <a:schemeClr val="accent6"/>
                </a:solidFill>
                <a:latin typeface="Montserrat" panose="00000500000000000000" pitchFamily="2" charset="0"/>
              </a:rPr>
              <a:t> (xóa các hạt nhiễu có độ dài nhỏ hơn 15 điểm) và </a:t>
            </a:r>
            <a:r>
              <a:rPr lang="vi-VN" sz="1000" dirty="0" err="1">
                <a:solidFill>
                  <a:schemeClr val="accent6"/>
                </a:solidFill>
                <a:latin typeface="Montserrat" panose="00000500000000000000" pitchFamily="2" charset="0"/>
              </a:rPr>
              <a:t>Junction</a:t>
            </a:r>
            <a:r>
              <a:rPr lang="vi-VN" sz="1000" dirty="0">
                <a:solidFill>
                  <a:schemeClr val="accent6"/>
                </a:solidFill>
                <a:latin typeface="Montserrat" panose="00000500000000000000" pitchFamily="2" charset="0"/>
              </a:rPr>
              <a:t> </a:t>
            </a:r>
            <a:r>
              <a:rPr lang="vi-VN" sz="1000" dirty="0" err="1">
                <a:solidFill>
                  <a:schemeClr val="accent6"/>
                </a:solidFill>
                <a:latin typeface="Montserrat" panose="00000500000000000000" pitchFamily="2" charset="0"/>
              </a:rPr>
              <a:t>Healing</a:t>
            </a:r>
            <a:r>
              <a:rPr lang="vi-VN" sz="1000" dirty="0">
                <a:solidFill>
                  <a:schemeClr val="accent6"/>
                </a:solidFill>
                <a:latin typeface="Montserrat" panose="00000500000000000000" pitchFamily="2" charset="0"/>
              </a:rPr>
              <a:t> (tự động hút và nối các nét đứt gãy nếu khoảng cách ≤ 5px).</a:t>
            </a:r>
          </a:p>
        </p:txBody>
      </p:sp>
      <p:pic>
        <p:nvPicPr>
          <p:cNvPr id="5" name="Picture 4">
            <a:extLst>
              <a:ext uri="{FF2B5EF4-FFF2-40B4-BE49-F238E27FC236}">
                <a16:creationId xmlns:a16="http://schemas.microsoft.com/office/drawing/2014/main" id="{F2A37C3A-E16D-DAD4-36F9-E34F78287AB6}"/>
              </a:ext>
            </a:extLst>
          </p:cNvPr>
          <p:cNvPicPr>
            <a:picLocks noChangeAspect="1"/>
          </p:cNvPicPr>
          <p:nvPr/>
        </p:nvPicPr>
        <p:blipFill>
          <a:blip r:embed="rId3"/>
          <a:stretch>
            <a:fillRect/>
          </a:stretch>
        </p:blipFill>
        <p:spPr>
          <a:xfrm>
            <a:off x="169111" y="1165313"/>
            <a:ext cx="2753073" cy="2473745"/>
          </a:xfrm>
          <a:prstGeom prst="rect">
            <a:avLst/>
          </a:prstGeom>
          <a:ln w="28575">
            <a:solidFill>
              <a:schemeClr val="bg1"/>
            </a:solidFill>
          </a:ln>
        </p:spPr>
      </p:pic>
      <p:pic>
        <p:nvPicPr>
          <p:cNvPr id="9" name="Picture 8">
            <a:extLst>
              <a:ext uri="{FF2B5EF4-FFF2-40B4-BE49-F238E27FC236}">
                <a16:creationId xmlns:a16="http://schemas.microsoft.com/office/drawing/2014/main" id="{075FDD4D-9435-8F56-8CDE-CC0C35EFCC6B}"/>
              </a:ext>
            </a:extLst>
          </p:cNvPr>
          <p:cNvPicPr>
            <a:picLocks noChangeAspect="1"/>
          </p:cNvPicPr>
          <p:nvPr/>
        </p:nvPicPr>
        <p:blipFill>
          <a:blip r:embed="rId4"/>
          <a:stretch>
            <a:fillRect/>
          </a:stretch>
        </p:blipFill>
        <p:spPr>
          <a:xfrm>
            <a:off x="3335438" y="1164061"/>
            <a:ext cx="2313396" cy="2473745"/>
          </a:xfrm>
          <a:prstGeom prst="rect">
            <a:avLst/>
          </a:prstGeom>
          <a:ln w="28575">
            <a:solidFill>
              <a:schemeClr val="bg1"/>
            </a:solidFill>
          </a:ln>
        </p:spPr>
      </p:pic>
      <p:sp>
        <p:nvSpPr>
          <p:cNvPr id="10" name="Rectangle: Rounded Corners 9">
            <a:extLst>
              <a:ext uri="{FF2B5EF4-FFF2-40B4-BE49-F238E27FC236}">
                <a16:creationId xmlns:a16="http://schemas.microsoft.com/office/drawing/2014/main" id="{5F89D6EA-8E68-D792-3B85-FE9D85E6B22C}"/>
              </a:ext>
            </a:extLst>
          </p:cNvPr>
          <p:cNvSpPr/>
          <p:nvPr/>
        </p:nvSpPr>
        <p:spPr>
          <a:xfrm>
            <a:off x="3335438" y="3739498"/>
            <a:ext cx="2313397" cy="435430"/>
          </a:xfrm>
          <a:prstGeom prst="roundRect">
            <a:avLst>
              <a:gd name="adj" fmla="val 5150"/>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1040;p31">
            <a:extLst>
              <a:ext uri="{FF2B5EF4-FFF2-40B4-BE49-F238E27FC236}">
                <a16:creationId xmlns:a16="http://schemas.microsoft.com/office/drawing/2014/main" id="{4CDCB625-BDFB-E7C1-F45C-27CC336677BD}"/>
              </a:ext>
            </a:extLst>
          </p:cNvPr>
          <p:cNvSpPr txBox="1">
            <a:spLocks/>
          </p:cNvSpPr>
          <p:nvPr/>
        </p:nvSpPr>
        <p:spPr>
          <a:xfrm>
            <a:off x="3335439" y="3739497"/>
            <a:ext cx="2313396" cy="435430"/>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accent6"/>
                </a:solidFill>
                <a:latin typeface="Montserrat" panose="00000500000000000000" pitchFamily="2" charset="0"/>
              </a:rPr>
              <a:t>Hạt nhân chính giải hệ phương trình LST</a:t>
            </a:r>
            <a:r>
              <a:rPr lang="en-US" sz="1000" dirty="0">
                <a:solidFill>
                  <a:schemeClr val="accent6"/>
                </a:solidFill>
                <a:latin typeface="Montserrat" panose="00000500000000000000" pitchFamily="2" charset="0"/>
              </a:rPr>
              <a:t>.</a:t>
            </a:r>
            <a:endParaRPr lang="vi-VN" sz="1000" dirty="0">
              <a:solidFill>
                <a:schemeClr val="accent6"/>
              </a:solidFill>
              <a:latin typeface="Montserrat" panose="00000500000000000000" pitchFamily="2" charset="0"/>
            </a:endParaRPr>
          </a:p>
        </p:txBody>
      </p:sp>
      <p:pic>
        <p:nvPicPr>
          <p:cNvPr id="18" name="Picture 17">
            <a:extLst>
              <a:ext uri="{FF2B5EF4-FFF2-40B4-BE49-F238E27FC236}">
                <a16:creationId xmlns:a16="http://schemas.microsoft.com/office/drawing/2014/main" id="{28FBB702-7D33-AFC3-D52B-FAFA36AA0B88}"/>
              </a:ext>
            </a:extLst>
          </p:cNvPr>
          <p:cNvPicPr>
            <a:picLocks noChangeAspect="1"/>
          </p:cNvPicPr>
          <p:nvPr/>
        </p:nvPicPr>
        <p:blipFill>
          <a:blip r:embed="rId5"/>
          <a:srcRect/>
          <a:stretch/>
        </p:blipFill>
        <p:spPr>
          <a:xfrm>
            <a:off x="6043035" y="1149974"/>
            <a:ext cx="2905627" cy="2487832"/>
          </a:xfrm>
          <a:prstGeom prst="rect">
            <a:avLst/>
          </a:prstGeom>
          <a:ln w="28575">
            <a:solidFill>
              <a:schemeClr val="bg1"/>
            </a:solidFill>
          </a:ln>
        </p:spPr>
      </p:pic>
      <p:sp>
        <p:nvSpPr>
          <p:cNvPr id="22" name="Rectangle: Rounded Corners 21">
            <a:extLst>
              <a:ext uri="{FF2B5EF4-FFF2-40B4-BE49-F238E27FC236}">
                <a16:creationId xmlns:a16="http://schemas.microsoft.com/office/drawing/2014/main" id="{568EAB82-0341-0180-44E5-1383D43EA70E}"/>
              </a:ext>
            </a:extLst>
          </p:cNvPr>
          <p:cNvSpPr/>
          <p:nvPr/>
        </p:nvSpPr>
        <p:spPr>
          <a:xfrm>
            <a:off x="6043034" y="3739497"/>
            <a:ext cx="2905627" cy="1127679"/>
          </a:xfrm>
          <a:prstGeom prst="roundRect">
            <a:avLst>
              <a:gd name="adj" fmla="val 5150"/>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Google Shape;1040;p31">
            <a:extLst>
              <a:ext uri="{FF2B5EF4-FFF2-40B4-BE49-F238E27FC236}">
                <a16:creationId xmlns:a16="http://schemas.microsoft.com/office/drawing/2014/main" id="{58AA321F-4527-293C-FA4C-F70EA080F120}"/>
              </a:ext>
            </a:extLst>
          </p:cNvPr>
          <p:cNvSpPr txBox="1">
            <a:spLocks/>
          </p:cNvSpPr>
          <p:nvPr/>
        </p:nvSpPr>
        <p:spPr>
          <a:xfrm>
            <a:off x="6043034" y="3739497"/>
            <a:ext cx="2905627" cy="1127679"/>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accent6"/>
                </a:solidFill>
                <a:latin typeface="Montserrat" panose="00000500000000000000" pitchFamily="2" charset="0"/>
              </a:rPr>
              <a:t>Trình xuất dữ liệu mảng (</a:t>
            </a:r>
            <a:r>
              <a:rPr lang="vi-VN" sz="1000" dirty="0" err="1">
                <a:solidFill>
                  <a:schemeClr val="accent6"/>
                </a:solidFill>
                <a:latin typeface="Montserrat" panose="00000500000000000000" pitchFamily="2" charset="0"/>
              </a:rPr>
              <a:t>array</a:t>
            </a:r>
            <a:r>
              <a:rPr lang="vi-VN" sz="1000" dirty="0">
                <a:solidFill>
                  <a:schemeClr val="accent6"/>
                </a:solidFill>
                <a:latin typeface="Montserrat" panose="00000500000000000000" pitchFamily="2" charset="0"/>
              </a:rPr>
              <a:t>) trong </a:t>
            </a:r>
            <a:r>
              <a:rPr lang="vi-VN" sz="1000" dirty="0" err="1">
                <a:solidFill>
                  <a:schemeClr val="accent6"/>
                </a:solidFill>
                <a:latin typeface="Montserrat" panose="00000500000000000000" pitchFamily="2" charset="0"/>
              </a:rPr>
              <a:t>Python</a:t>
            </a:r>
            <a:r>
              <a:rPr lang="vi-VN" sz="1000" dirty="0">
                <a:solidFill>
                  <a:schemeClr val="accent6"/>
                </a:solidFill>
                <a:latin typeface="Montserrat" panose="00000500000000000000" pitchFamily="2" charset="0"/>
              </a:rPr>
              <a:t> thành chuỗi </a:t>
            </a:r>
            <a:r>
              <a:rPr lang="vi-VN" sz="1000" dirty="0" err="1">
                <a:solidFill>
                  <a:schemeClr val="accent6"/>
                </a:solidFill>
                <a:latin typeface="Montserrat" panose="00000500000000000000" pitchFamily="2" charset="0"/>
              </a:rPr>
              <a:t>text</a:t>
            </a:r>
            <a:r>
              <a:rPr lang="vi-VN" sz="1000" dirty="0">
                <a:solidFill>
                  <a:schemeClr val="accent6"/>
                </a:solidFill>
                <a:latin typeface="Montserrat" panose="00000500000000000000" pitchFamily="2" charset="0"/>
              </a:rPr>
              <a:t> định dạng nghiêm ngặt theo chuẩn</a:t>
            </a:r>
            <a:r>
              <a:rPr lang="en-US" sz="1000" dirty="0">
                <a:solidFill>
                  <a:schemeClr val="accent6"/>
                </a:solidFill>
                <a:latin typeface="Montserrat" panose="00000500000000000000" pitchFamily="2" charset="0"/>
              </a:rPr>
              <a:t> </a:t>
            </a:r>
            <a:r>
              <a:rPr lang="vi-VN" sz="1000" dirty="0" err="1">
                <a:solidFill>
                  <a:schemeClr val="accent6"/>
                </a:solidFill>
                <a:latin typeface="Montserrat" panose="00000500000000000000" pitchFamily="2" charset="0"/>
              </a:rPr>
              <a:t>DUTMod</a:t>
            </a:r>
            <a:r>
              <a:rPr lang="en-US" sz="1000" dirty="0" err="1">
                <a:solidFill>
                  <a:schemeClr val="accent6"/>
                </a:solidFill>
                <a:latin typeface="Montserrat" panose="00000500000000000000" pitchFamily="2" charset="0"/>
              </a:rPr>
              <a:t>eling</a:t>
            </a:r>
            <a:r>
              <a:rPr lang="en-US" sz="1000" dirty="0">
                <a:solidFill>
                  <a:schemeClr val="accent6"/>
                </a:solidFill>
                <a:latin typeface="Montserrat" panose="00000500000000000000" pitchFamily="2" charset="0"/>
              </a:rPr>
              <a:t> </a:t>
            </a:r>
            <a:r>
              <a:rPr lang="vi-VN" sz="1000" dirty="0">
                <a:solidFill>
                  <a:schemeClr val="accent6"/>
                </a:solidFill>
                <a:latin typeface="Montserrat" panose="00000500000000000000" pitchFamily="2" charset="0"/>
              </a:rPr>
              <a:t>/</a:t>
            </a:r>
            <a:r>
              <a:rPr lang="en-US" sz="1000" dirty="0">
                <a:solidFill>
                  <a:schemeClr val="accent6"/>
                </a:solidFill>
                <a:latin typeface="Montserrat" panose="00000500000000000000" pitchFamily="2" charset="0"/>
              </a:rPr>
              <a:t> </a:t>
            </a:r>
            <a:r>
              <a:rPr lang="vi-VN" sz="1000" dirty="0">
                <a:solidFill>
                  <a:schemeClr val="accent6"/>
                </a:solidFill>
                <a:latin typeface="Montserrat" panose="00000500000000000000" pitchFamily="2" charset="0"/>
              </a:rPr>
              <a:t>DISCO, đảm bảo W</a:t>
            </a:r>
            <a:r>
              <a:rPr lang="en-US" sz="1000" dirty="0">
                <a:solidFill>
                  <a:schemeClr val="accent6"/>
                </a:solidFill>
                <a:latin typeface="Montserrat" panose="00000500000000000000" pitchFamily="2" charset="0"/>
              </a:rPr>
              <a:t> </a:t>
            </a:r>
            <a:r>
              <a:rPr lang="vi-VN" sz="1000" dirty="0">
                <a:solidFill>
                  <a:schemeClr val="accent6"/>
                </a:solidFill>
                <a:latin typeface="Montserrat" panose="00000500000000000000" pitchFamily="2" charset="0"/>
              </a:rPr>
              <a:t>=</a:t>
            </a:r>
            <a:r>
              <a:rPr lang="en-US" sz="1000" dirty="0">
                <a:solidFill>
                  <a:schemeClr val="accent6"/>
                </a:solidFill>
                <a:latin typeface="Montserrat" panose="00000500000000000000" pitchFamily="2" charset="0"/>
              </a:rPr>
              <a:t> </a:t>
            </a:r>
            <a:r>
              <a:rPr lang="vi-VN" sz="1000" dirty="0">
                <a:solidFill>
                  <a:schemeClr val="accent6"/>
                </a:solidFill>
                <a:latin typeface="Montserrat" panose="00000500000000000000" pitchFamily="2" charset="0"/>
              </a:rPr>
              <a:t>1.00000000 (tọa độ đồng nhất) và </a:t>
            </a:r>
            <a:r>
              <a:rPr lang="vi-VN" sz="1000" dirty="0" err="1">
                <a:solidFill>
                  <a:schemeClr val="accent6"/>
                </a:solidFill>
                <a:latin typeface="Montserrat" panose="00000500000000000000" pitchFamily="2" charset="0"/>
              </a:rPr>
              <a:t>vector</a:t>
            </a:r>
            <a:r>
              <a:rPr lang="vi-VN" sz="1000" dirty="0">
                <a:solidFill>
                  <a:schemeClr val="accent6"/>
                </a:solidFill>
                <a:latin typeface="Montserrat" panose="00000500000000000000" pitchFamily="2" charset="0"/>
              </a:rPr>
              <a:t> nút </a:t>
            </a:r>
            <a:r>
              <a:rPr lang="vi-VN" sz="1000" dirty="0" err="1">
                <a:solidFill>
                  <a:schemeClr val="accent6"/>
                </a:solidFill>
                <a:latin typeface="Montserrat" panose="00000500000000000000" pitchFamily="2" charset="0"/>
              </a:rPr>
              <a:t>Uknot</a:t>
            </a:r>
            <a:r>
              <a:rPr lang="vi-VN" sz="1000" dirty="0">
                <a:solidFill>
                  <a:schemeClr val="accent6"/>
                </a:solidFill>
                <a:latin typeface="Montserrat" panose="00000500000000000000" pitchFamily="2" charset="0"/>
              </a:rPr>
              <a:t> được </a:t>
            </a:r>
            <a:r>
              <a:rPr lang="vi-VN" sz="1000" dirty="0" err="1">
                <a:solidFill>
                  <a:schemeClr val="accent6"/>
                </a:solidFill>
                <a:latin typeface="Montserrat" panose="00000500000000000000" pitchFamily="2" charset="0"/>
              </a:rPr>
              <a:t>format</a:t>
            </a:r>
            <a:r>
              <a:rPr lang="vi-VN" sz="1000" dirty="0">
                <a:solidFill>
                  <a:schemeClr val="accent6"/>
                </a:solidFill>
                <a:latin typeface="Montserrat" panose="00000500000000000000" pitchFamily="2" charset="0"/>
              </a:rPr>
              <a:t> đúng 8 số lẻ thập phân.</a:t>
            </a:r>
          </a:p>
        </p:txBody>
      </p:sp>
    </p:spTree>
    <p:extLst>
      <p:ext uri="{BB962C8B-B14F-4D97-AF65-F5344CB8AC3E}">
        <p14:creationId xmlns:p14="http://schemas.microsoft.com/office/powerpoint/2010/main" val="36391408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11">
          <a:extLst>
            <a:ext uri="{FF2B5EF4-FFF2-40B4-BE49-F238E27FC236}">
              <a16:creationId xmlns:a16="http://schemas.microsoft.com/office/drawing/2014/main" id="{D183FE3C-950A-BF7A-CB7D-AABD1C3F3D12}"/>
            </a:ext>
          </a:extLst>
        </p:cNvPr>
        <p:cNvGrpSpPr/>
        <p:nvPr/>
      </p:nvGrpSpPr>
      <p:grpSpPr>
        <a:xfrm>
          <a:off x="0" y="0"/>
          <a:ext cx="0" cy="0"/>
          <a:chOff x="0" y="0"/>
          <a:chExt cx="0" cy="0"/>
        </a:xfrm>
      </p:grpSpPr>
      <p:sp>
        <p:nvSpPr>
          <p:cNvPr id="1112" name="Google Shape;1112;p33">
            <a:extLst>
              <a:ext uri="{FF2B5EF4-FFF2-40B4-BE49-F238E27FC236}">
                <a16:creationId xmlns:a16="http://schemas.microsoft.com/office/drawing/2014/main" id="{A8102F34-CB54-3D9C-8453-52095210E5A4}"/>
              </a:ext>
            </a:extLst>
          </p:cNvPr>
          <p:cNvSpPr txBox="1">
            <a:spLocks noGrp="1"/>
          </p:cNvSpPr>
          <p:nvPr>
            <p:ph type="title"/>
          </p:nvPr>
        </p:nvSpPr>
        <p:spPr>
          <a:xfrm>
            <a:off x="3771397" y="1063800"/>
            <a:ext cx="3946500" cy="11751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t>04</a:t>
            </a:r>
            <a:endParaRPr dirty="0"/>
          </a:p>
        </p:txBody>
      </p:sp>
      <p:sp>
        <p:nvSpPr>
          <p:cNvPr id="1113" name="Google Shape;1113;p33">
            <a:extLst>
              <a:ext uri="{FF2B5EF4-FFF2-40B4-BE49-F238E27FC236}">
                <a16:creationId xmlns:a16="http://schemas.microsoft.com/office/drawing/2014/main" id="{A59BC4A1-DF3D-6B0C-6B53-3DE133104AD4}"/>
              </a:ext>
            </a:extLst>
          </p:cNvPr>
          <p:cNvSpPr txBox="1">
            <a:spLocks noGrp="1"/>
          </p:cNvSpPr>
          <p:nvPr>
            <p:ph type="title" idx="2"/>
          </p:nvPr>
        </p:nvSpPr>
        <p:spPr>
          <a:xfrm>
            <a:off x="972926" y="2624225"/>
            <a:ext cx="6744721" cy="13538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vi-VN" dirty="0">
                <a:latin typeface="Montserrat"/>
                <a:ea typeface="Montserrat"/>
                <a:cs typeface="Montserrat"/>
                <a:sym typeface="Montserrat"/>
              </a:rPr>
              <a:t>KẾT QUẢ THỰC HIỆN</a:t>
            </a:r>
            <a:br>
              <a:rPr lang="vi-VN" dirty="0">
                <a:latin typeface="Montserrat"/>
                <a:ea typeface="Montserrat"/>
                <a:cs typeface="Montserrat"/>
                <a:sym typeface="Montserrat"/>
              </a:rPr>
            </a:br>
            <a:r>
              <a:rPr lang="vi-VN" dirty="0">
                <a:latin typeface="Montserrat"/>
                <a:ea typeface="Montserrat"/>
                <a:cs typeface="Montserrat"/>
                <a:sym typeface="Montserrat"/>
              </a:rPr>
              <a:t>CHƯƠNG TRÌNH</a:t>
            </a:r>
            <a:endParaRPr dirty="0">
              <a:latin typeface="Montserrat"/>
              <a:ea typeface="Montserrat"/>
              <a:cs typeface="Montserrat"/>
              <a:sym typeface="Montserrat"/>
            </a:endParaRPr>
          </a:p>
        </p:txBody>
      </p:sp>
      <p:grpSp>
        <p:nvGrpSpPr>
          <p:cNvPr id="1115" name="Google Shape;1115;p33">
            <a:extLst>
              <a:ext uri="{FF2B5EF4-FFF2-40B4-BE49-F238E27FC236}">
                <a16:creationId xmlns:a16="http://schemas.microsoft.com/office/drawing/2014/main" id="{65B4ADD5-2FA4-EE81-4A4A-1C49BE89DE0C}"/>
              </a:ext>
            </a:extLst>
          </p:cNvPr>
          <p:cNvGrpSpPr/>
          <p:nvPr/>
        </p:nvGrpSpPr>
        <p:grpSpPr>
          <a:xfrm>
            <a:off x="4145419" y="2365691"/>
            <a:ext cx="3478000" cy="192185"/>
            <a:chOff x="4788672" y="2177404"/>
            <a:chExt cx="3478000" cy="192185"/>
          </a:xfrm>
        </p:grpSpPr>
        <p:sp>
          <p:nvSpPr>
            <p:cNvPr id="1116" name="Google Shape;1116;p33">
              <a:extLst>
                <a:ext uri="{FF2B5EF4-FFF2-40B4-BE49-F238E27FC236}">
                  <a16:creationId xmlns:a16="http://schemas.microsoft.com/office/drawing/2014/main" id="{C33068B9-56FA-1EDB-FE94-AB6188163740}"/>
                </a:ext>
              </a:extLst>
            </p:cNvPr>
            <p:cNvSpPr/>
            <p:nvPr/>
          </p:nvSpPr>
          <p:spPr>
            <a:xfrm rot="-2700000" flipH="1">
              <a:off x="72509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7" name="Google Shape;1117;p33">
              <a:extLst>
                <a:ext uri="{FF2B5EF4-FFF2-40B4-BE49-F238E27FC236}">
                  <a16:creationId xmlns:a16="http://schemas.microsoft.com/office/drawing/2014/main" id="{DF134263-76A1-23B7-DE9A-557812682D4E}"/>
                </a:ext>
              </a:extLst>
            </p:cNvPr>
            <p:cNvCxnSpPr>
              <a:stCxn id="1118" idx="6"/>
              <a:endCxn id="1119" idx="2"/>
            </p:cNvCxnSpPr>
            <p:nvPr/>
          </p:nvCxnSpPr>
          <p:spPr>
            <a:xfrm rot="10800000">
              <a:off x="4845772" y="2272517"/>
              <a:ext cx="3363900" cy="0"/>
            </a:xfrm>
            <a:prstGeom prst="straightConnector1">
              <a:avLst/>
            </a:prstGeom>
            <a:noFill/>
            <a:ln w="9525" cap="flat" cmpd="sng">
              <a:solidFill>
                <a:schemeClr val="lt1"/>
              </a:solidFill>
              <a:prstDash val="solid"/>
              <a:round/>
              <a:headEnd type="none" w="med" len="med"/>
              <a:tailEnd type="none" w="med" len="med"/>
            </a:ln>
          </p:spPr>
        </p:cxnSp>
        <p:sp>
          <p:nvSpPr>
            <p:cNvPr id="1119" name="Google Shape;1119;p33">
              <a:extLst>
                <a:ext uri="{FF2B5EF4-FFF2-40B4-BE49-F238E27FC236}">
                  <a16:creationId xmlns:a16="http://schemas.microsoft.com/office/drawing/2014/main" id="{7F134FFB-FEEB-4A7D-6893-DF96F8207DD5}"/>
                </a:ext>
              </a:extLst>
            </p:cNvPr>
            <p:cNvSpPr/>
            <p:nvPr/>
          </p:nvSpPr>
          <p:spPr>
            <a:xfrm flipH="1">
              <a:off x="4788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33">
              <a:extLst>
                <a:ext uri="{FF2B5EF4-FFF2-40B4-BE49-F238E27FC236}">
                  <a16:creationId xmlns:a16="http://schemas.microsoft.com/office/drawing/2014/main" id="{6D879F46-336D-B811-2C0A-657E4317D85B}"/>
                </a:ext>
              </a:extLst>
            </p:cNvPr>
            <p:cNvSpPr/>
            <p:nvPr/>
          </p:nvSpPr>
          <p:spPr>
            <a:xfrm flipH="1">
              <a:off x="8209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33">
            <a:extLst>
              <a:ext uri="{FF2B5EF4-FFF2-40B4-BE49-F238E27FC236}">
                <a16:creationId xmlns:a16="http://schemas.microsoft.com/office/drawing/2014/main" id="{AEF2C50E-C483-D6B1-E02C-5384BC727F19}"/>
              </a:ext>
            </a:extLst>
          </p:cNvPr>
          <p:cNvGrpSpPr/>
          <p:nvPr/>
        </p:nvGrpSpPr>
        <p:grpSpPr>
          <a:xfrm flipH="1">
            <a:off x="7834772" y="2544125"/>
            <a:ext cx="1929500" cy="2210100"/>
            <a:chOff x="295725" y="-3462825"/>
            <a:chExt cx="1929500" cy="2210100"/>
          </a:xfrm>
        </p:grpSpPr>
        <p:sp>
          <p:nvSpPr>
            <p:cNvPr id="1121" name="Google Shape;1121;p33">
              <a:extLst>
                <a:ext uri="{FF2B5EF4-FFF2-40B4-BE49-F238E27FC236}">
                  <a16:creationId xmlns:a16="http://schemas.microsoft.com/office/drawing/2014/main" id="{8297E35F-78E9-091A-5AC0-E7F4747C15D1}"/>
                </a:ext>
              </a:extLst>
            </p:cNvPr>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33">
              <a:extLst>
                <a:ext uri="{FF2B5EF4-FFF2-40B4-BE49-F238E27FC236}">
                  <a16:creationId xmlns:a16="http://schemas.microsoft.com/office/drawing/2014/main" id="{B9F28EB3-C9A7-6215-03CD-40492B938D54}"/>
                </a:ext>
              </a:extLst>
            </p:cNvPr>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33">
              <a:extLst>
                <a:ext uri="{FF2B5EF4-FFF2-40B4-BE49-F238E27FC236}">
                  <a16:creationId xmlns:a16="http://schemas.microsoft.com/office/drawing/2014/main" id="{5E354526-C17B-F76E-9EB9-57A9F35CF5B4}"/>
                </a:ext>
              </a:extLst>
            </p:cNvPr>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33">
              <a:extLst>
                <a:ext uri="{FF2B5EF4-FFF2-40B4-BE49-F238E27FC236}">
                  <a16:creationId xmlns:a16="http://schemas.microsoft.com/office/drawing/2014/main" id="{C1BCC435-FA85-0F2B-0E1C-09F69FCF52D9}"/>
                </a:ext>
              </a:extLst>
            </p:cNvPr>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3">
              <a:extLst>
                <a:ext uri="{FF2B5EF4-FFF2-40B4-BE49-F238E27FC236}">
                  <a16:creationId xmlns:a16="http://schemas.microsoft.com/office/drawing/2014/main" id="{45D902BA-D59B-E072-2F7B-8BC0AE6540D4}"/>
                </a:ext>
              </a:extLst>
            </p:cNvPr>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3">
              <a:extLst>
                <a:ext uri="{FF2B5EF4-FFF2-40B4-BE49-F238E27FC236}">
                  <a16:creationId xmlns:a16="http://schemas.microsoft.com/office/drawing/2014/main" id="{B0C99E82-738C-A776-46B1-D25ADEA194A0}"/>
                </a:ext>
              </a:extLst>
            </p:cNvPr>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3">
              <a:extLst>
                <a:ext uri="{FF2B5EF4-FFF2-40B4-BE49-F238E27FC236}">
                  <a16:creationId xmlns:a16="http://schemas.microsoft.com/office/drawing/2014/main" id="{09498A06-7615-D9F8-EA63-5554E7CC13B2}"/>
                </a:ext>
              </a:extLst>
            </p:cNvPr>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33">
              <a:extLst>
                <a:ext uri="{FF2B5EF4-FFF2-40B4-BE49-F238E27FC236}">
                  <a16:creationId xmlns:a16="http://schemas.microsoft.com/office/drawing/2014/main" id="{3B11D52A-B460-53D3-531A-BF6200F27AE9}"/>
                </a:ext>
              </a:extLst>
            </p:cNvPr>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33">
              <a:extLst>
                <a:ext uri="{FF2B5EF4-FFF2-40B4-BE49-F238E27FC236}">
                  <a16:creationId xmlns:a16="http://schemas.microsoft.com/office/drawing/2014/main" id="{B07287AC-FB49-92DA-128B-1BBB4DD143F0}"/>
                </a:ext>
              </a:extLst>
            </p:cNvPr>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33">
              <a:extLst>
                <a:ext uri="{FF2B5EF4-FFF2-40B4-BE49-F238E27FC236}">
                  <a16:creationId xmlns:a16="http://schemas.microsoft.com/office/drawing/2014/main" id="{B82D0EAD-8424-2662-16B5-1F1BE5E5FE7E}"/>
                </a:ext>
              </a:extLst>
            </p:cNvPr>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3">
              <a:extLst>
                <a:ext uri="{FF2B5EF4-FFF2-40B4-BE49-F238E27FC236}">
                  <a16:creationId xmlns:a16="http://schemas.microsoft.com/office/drawing/2014/main" id="{14874EC7-A334-651C-33FD-71A04B2260E3}"/>
                </a:ext>
              </a:extLst>
            </p:cNvPr>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3">
              <a:extLst>
                <a:ext uri="{FF2B5EF4-FFF2-40B4-BE49-F238E27FC236}">
                  <a16:creationId xmlns:a16="http://schemas.microsoft.com/office/drawing/2014/main" id="{1C6ACDB1-A5B2-88AF-D820-5456F28E8F84}"/>
                </a:ext>
              </a:extLst>
            </p:cNvPr>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3">
              <a:extLst>
                <a:ext uri="{FF2B5EF4-FFF2-40B4-BE49-F238E27FC236}">
                  <a16:creationId xmlns:a16="http://schemas.microsoft.com/office/drawing/2014/main" id="{D6C21D48-7C25-03E4-8C29-ADE3F61102D8}"/>
                </a:ext>
              </a:extLst>
            </p:cNvPr>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3">
              <a:extLst>
                <a:ext uri="{FF2B5EF4-FFF2-40B4-BE49-F238E27FC236}">
                  <a16:creationId xmlns:a16="http://schemas.microsoft.com/office/drawing/2014/main" id="{2BE65773-D492-F4AF-2086-32A326B724CE}"/>
                </a:ext>
              </a:extLst>
            </p:cNvPr>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3">
              <a:extLst>
                <a:ext uri="{FF2B5EF4-FFF2-40B4-BE49-F238E27FC236}">
                  <a16:creationId xmlns:a16="http://schemas.microsoft.com/office/drawing/2014/main" id="{C2409DB4-5050-5945-2D89-A65E8940568C}"/>
                </a:ext>
              </a:extLst>
            </p:cNvPr>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3">
              <a:extLst>
                <a:ext uri="{FF2B5EF4-FFF2-40B4-BE49-F238E27FC236}">
                  <a16:creationId xmlns:a16="http://schemas.microsoft.com/office/drawing/2014/main" id="{FBDA1767-4C41-0F6E-A3D9-9AE014BB3DC3}"/>
                </a:ext>
              </a:extLst>
            </p:cNvPr>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3">
              <a:extLst>
                <a:ext uri="{FF2B5EF4-FFF2-40B4-BE49-F238E27FC236}">
                  <a16:creationId xmlns:a16="http://schemas.microsoft.com/office/drawing/2014/main" id="{1BD83F50-61A0-4998-2265-D8B518D73926}"/>
                </a:ext>
              </a:extLst>
            </p:cNvPr>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3">
              <a:extLst>
                <a:ext uri="{FF2B5EF4-FFF2-40B4-BE49-F238E27FC236}">
                  <a16:creationId xmlns:a16="http://schemas.microsoft.com/office/drawing/2014/main" id="{99ABB44C-7F00-081D-FF17-2948020D59F0}"/>
                </a:ext>
              </a:extLst>
            </p:cNvPr>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33">
              <a:extLst>
                <a:ext uri="{FF2B5EF4-FFF2-40B4-BE49-F238E27FC236}">
                  <a16:creationId xmlns:a16="http://schemas.microsoft.com/office/drawing/2014/main" id="{4459BD5E-4C98-AB44-4EBD-A631299B148A}"/>
                </a:ext>
              </a:extLst>
            </p:cNvPr>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33">
              <a:extLst>
                <a:ext uri="{FF2B5EF4-FFF2-40B4-BE49-F238E27FC236}">
                  <a16:creationId xmlns:a16="http://schemas.microsoft.com/office/drawing/2014/main" id="{089E6D3D-BF14-79A9-85E7-E4B637028563}"/>
                </a:ext>
              </a:extLst>
            </p:cNvPr>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33">
              <a:extLst>
                <a:ext uri="{FF2B5EF4-FFF2-40B4-BE49-F238E27FC236}">
                  <a16:creationId xmlns:a16="http://schemas.microsoft.com/office/drawing/2014/main" id="{07AF7234-BBED-495C-2099-D324D1EEF3C8}"/>
                </a:ext>
              </a:extLst>
            </p:cNvPr>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33">
              <a:extLst>
                <a:ext uri="{FF2B5EF4-FFF2-40B4-BE49-F238E27FC236}">
                  <a16:creationId xmlns:a16="http://schemas.microsoft.com/office/drawing/2014/main" id="{9051ACCA-ADB3-5883-1235-B7EF065E4122}"/>
                </a:ext>
              </a:extLst>
            </p:cNvPr>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33">
              <a:extLst>
                <a:ext uri="{FF2B5EF4-FFF2-40B4-BE49-F238E27FC236}">
                  <a16:creationId xmlns:a16="http://schemas.microsoft.com/office/drawing/2014/main" id="{06EF5D98-716C-5090-7012-BC0111C74745}"/>
                </a:ext>
              </a:extLst>
            </p:cNvPr>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33">
              <a:extLst>
                <a:ext uri="{FF2B5EF4-FFF2-40B4-BE49-F238E27FC236}">
                  <a16:creationId xmlns:a16="http://schemas.microsoft.com/office/drawing/2014/main" id="{FD2DDE48-26EC-016E-5EC1-5D267529E0CB}"/>
                </a:ext>
              </a:extLst>
            </p:cNvPr>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33">
              <a:extLst>
                <a:ext uri="{FF2B5EF4-FFF2-40B4-BE49-F238E27FC236}">
                  <a16:creationId xmlns:a16="http://schemas.microsoft.com/office/drawing/2014/main" id="{EFFC9E97-AEA6-5904-9F89-286AFA1378C7}"/>
                </a:ext>
              </a:extLst>
            </p:cNvPr>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 name="Google Shape;1146;p33">
            <a:extLst>
              <a:ext uri="{FF2B5EF4-FFF2-40B4-BE49-F238E27FC236}">
                <a16:creationId xmlns:a16="http://schemas.microsoft.com/office/drawing/2014/main" id="{39DBFC84-B89F-58E6-4DAB-B77F0AC2E234}"/>
              </a:ext>
            </a:extLst>
          </p:cNvPr>
          <p:cNvGrpSpPr/>
          <p:nvPr/>
        </p:nvGrpSpPr>
        <p:grpSpPr>
          <a:xfrm>
            <a:off x="2029358" y="2295001"/>
            <a:ext cx="873188" cy="546900"/>
            <a:chOff x="1115510" y="4327288"/>
            <a:chExt cx="873188" cy="546900"/>
          </a:xfrm>
        </p:grpSpPr>
        <p:sp>
          <p:nvSpPr>
            <p:cNvPr id="1147" name="Google Shape;1147;p33">
              <a:extLst>
                <a:ext uri="{FF2B5EF4-FFF2-40B4-BE49-F238E27FC236}">
                  <a16:creationId xmlns:a16="http://schemas.microsoft.com/office/drawing/2014/main" id="{A6719753-2CEB-4B7C-D473-19133FB3E709}"/>
                </a:ext>
              </a:extLst>
            </p:cNvPr>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8" name="Google Shape;1148;p33">
              <a:extLst>
                <a:ext uri="{FF2B5EF4-FFF2-40B4-BE49-F238E27FC236}">
                  <a16:creationId xmlns:a16="http://schemas.microsoft.com/office/drawing/2014/main" id="{FAC190FB-6D52-1C1E-D79E-1A38517742CF}"/>
                </a:ext>
              </a:extLst>
            </p:cNvPr>
            <p:cNvGrpSpPr/>
            <p:nvPr/>
          </p:nvGrpSpPr>
          <p:grpSpPr>
            <a:xfrm flipH="1">
              <a:off x="1664772" y="4493938"/>
              <a:ext cx="323925" cy="323650"/>
              <a:chOff x="1608625" y="299800"/>
              <a:chExt cx="323925" cy="323650"/>
            </a:xfrm>
          </p:grpSpPr>
          <p:sp>
            <p:nvSpPr>
              <p:cNvPr id="1149" name="Google Shape;1149;p33">
                <a:extLst>
                  <a:ext uri="{FF2B5EF4-FFF2-40B4-BE49-F238E27FC236}">
                    <a16:creationId xmlns:a16="http://schemas.microsoft.com/office/drawing/2014/main" id="{A21E2E82-8EDD-504B-E72F-D060DA63435B}"/>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33">
                <a:extLst>
                  <a:ext uri="{FF2B5EF4-FFF2-40B4-BE49-F238E27FC236}">
                    <a16:creationId xmlns:a16="http://schemas.microsoft.com/office/drawing/2014/main" id="{9BCE7156-A27E-EF9D-B7DE-B56CA971279C}"/>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33">
                <a:extLst>
                  <a:ext uri="{FF2B5EF4-FFF2-40B4-BE49-F238E27FC236}">
                    <a16:creationId xmlns:a16="http://schemas.microsoft.com/office/drawing/2014/main" id="{3DB71E53-3E78-777F-0047-F0AE0CA2629F}"/>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12966698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970DAE7C-0A95-2D35-5DCB-EEB9A9459627}"/>
            </a:ext>
          </a:extLst>
        </p:cNvPr>
        <p:cNvGrpSpPr/>
        <p:nvPr/>
      </p:nvGrpSpPr>
      <p:grpSpPr>
        <a:xfrm>
          <a:off x="0" y="0"/>
          <a:ext cx="0" cy="0"/>
          <a:chOff x="0" y="0"/>
          <a:chExt cx="0" cy="0"/>
        </a:xfrm>
      </p:grpSpPr>
      <p:sp>
        <p:nvSpPr>
          <p:cNvPr id="1343" name="Google Shape;1343;p39">
            <a:extLst>
              <a:ext uri="{FF2B5EF4-FFF2-40B4-BE49-F238E27FC236}">
                <a16:creationId xmlns:a16="http://schemas.microsoft.com/office/drawing/2014/main" id="{23349E69-DF7B-F2D6-4BF8-D1B5848C179E}"/>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82BD7995-477D-D9BF-A171-FBBDEB688F69}"/>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B76E88FF-86C8-606E-72E5-747E45382D98}"/>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AFB628FA-13C0-9EB5-A1F9-13B0955AAD98}"/>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801525D0-6563-2297-4D90-BC31204E6BBF}"/>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5657190A-9016-1022-82C0-5148E409792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66266D98-E947-0F14-F676-143773A69337}"/>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1DD4AFF7-9F45-353F-D81F-9C4622DF3089}"/>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C0ABC0E8-8230-C8C5-A5C5-48715DDA9C41}"/>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dirty="0">
                <a:solidFill>
                  <a:schemeClr val="bg1"/>
                </a:solidFill>
              </a:rPr>
              <a:t>Giao diện tương tác </a:t>
            </a:r>
            <a:r>
              <a:rPr lang="vi-VN" dirty="0" err="1">
                <a:solidFill>
                  <a:schemeClr val="bg1"/>
                </a:solidFill>
              </a:rPr>
              <a:t>Web</a:t>
            </a:r>
            <a:r>
              <a:rPr lang="vi-VN" dirty="0">
                <a:solidFill>
                  <a:schemeClr val="bg1"/>
                </a:solidFill>
              </a:rPr>
              <a:t> UI</a:t>
            </a:r>
            <a:endParaRPr lang="fr-FR" dirty="0">
              <a:solidFill>
                <a:schemeClr val="bg1"/>
              </a:solidFill>
            </a:endParaRPr>
          </a:p>
        </p:txBody>
      </p:sp>
      <p:sp>
        <p:nvSpPr>
          <p:cNvPr id="6" name="Google Shape;1040;p31">
            <a:extLst>
              <a:ext uri="{FF2B5EF4-FFF2-40B4-BE49-F238E27FC236}">
                <a16:creationId xmlns:a16="http://schemas.microsoft.com/office/drawing/2014/main" id="{B288754E-E9FD-D77C-D60E-F43C6F502205}"/>
              </a:ext>
            </a:extLst>
          </p:cNvPr>
          <p:cNvSpPr txBox="1">
            <a:spLocks/>
          </p:cNvSpPr>
          <p:nvPr/>
        </p:nvSpPr>
        <p:spPr>
          <a:xfrm>
            <a:off x="392274" y="1802221"/>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err="1">
                <a:solidFill>
                  <a:schemeClr val="bg1"/>
                </a:solidFill>
                <a:latin typeface="Montserrat" panose="00000500000000000000" pitchFamily="2" charset="0"/>
              </a:rPr>
              <a:t>Upload</a:t>
            </a:r>
            <a:r>
              <a:rPr lang="vi-VN" sz="1200" dirty="0">
                <a:solidFill>
                  <a:schemeClr val="bg1"/>
                </a:solidFill>
                <a:latin typeface="Montserrat" panose="00000500000000000000" pitchFamily="2" charset="0"/>
              </a:rPr>
              <a:t> </a:t>
            </a:r>
            <a:r>
              <a:rPr lang="vi-VN" sz="1200" dirty="0" err="1">
                <a:solidFill>
                  <a:schemeClr val="bg1"/>
                </a:solidFill>
                <a:latin typeface="Montserrat" panose="00000500000000000000" pitchFamily="2" charset="0"/>
              </a:rPr>
              <a:t>file</a:t>
            </a:r>
            <a:r>
              <a:rPr lang="vi-VN" sz="1200" dirty="0">
                <a:solidFill>
                  <a:schemeClr val="bg1"/>
                </a:solidFill>
                <a:latin typeface="Montserrat" panose="00000500000000000000" pitchFamily="2" charset="0"/>
              </a:rPr>
              <a:t> ảnh </a:t>
            </a:r>
          </a:p>
          <a:p>
            <a:pPr algn="ctr">
              <a:buClr>
                <a:schemeClr val="bg1"/>
              </a:buClr>
            </a:pPr>
            <a:r>
              <a:rPr lang="vi-VN" sz="1200" dirty="0">
                <a:solidFill>
                  <a:schemeClr val="bg1"/>
                </a:solidFill>
                <a:latin typeface="Montserrat" panose="00000500000000000000" pitchFamily="2" charset="0"/>
              </a:rPr>
              <a:t>(.</a:t>
            </a:r>
            <a:r>
              <a:rPr lang="vi-VN" sz="1200" dirty="0" err="1">
                <a:solidFill>
                  <a:schemeClr val="bg1"/>
                </a:solidFill>
                <a:latin typeface="Montserrat" panose="00000500000000000000" pitchFamily="2" charset="0"/>
              </a:rPr>
              <a:t>jpg</a:t>
            </a:r>
            <a:r>
              <a:rPr lang="vi-VN" sz="1200" dirty="0">
                <a:solidFill>
                  <a:schemeClr val="bg1"/>
                </a:solidFill>
                <a:latin typeface="Montserrat" panose="00000500000000000000" pitchFamily="2" charset="0"/>
              </a:rPr>
              <a:t> hoặc .</a:t>
            </a:r>
            <a:r>
              <a:rPr lang="vi-VN" sz="1200" dirty="0" err="1">
                <a:solidFill>
                  <a:schemeClr val="bg1"/>
                </a:solidFill>
                <a:latin typeface="Montserrat" panose="00000500000000000000" pitchFamily="2" charset="0"/>
              </a:rPr>
              <a:t>png</a:t>
            </a:r>
            <a:r>
              <a:rPr lang="vi-VN" sz="1200" dirty="0">
                <a:solidFill>
                  <a:schemeClr val="bg1"/>
                </a:solidFill>
                <a:latin typeface="Montserrat" panose="00000500000000000000" pitchFamily="2" charset="0"/>
              </a:rPr>
              <a:t>)</a:t>
            </a:r>
          </a:p>
        </p:txBody>
      </p:sp>
      <p:sp>
        <p:nvSpPr>
          <p:cNvPr id="10" name="Arrow: Right 9">
            <a:extLst>
              <a:ext uri="{FF2B5EF4-FFF2-40B4-BE49-F238E27FC236}">
                <a16:creationId xmlns:a16="http://schemas.microsoft.com/office/drawing/2014/main" id="{FB22F6D2-4805-05A5-C5B2-DD5077ED2839}"/>
              </a:ext>
            </a:extLst>
          </p:cNvPr>
          <p:cNvSpPr/>
          <p:nvPr/>
        </p:nvSpPr>
        <p:spPr>
          <a:xfrm>
            <a:off x="2116771" y="1951125"/>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1040;p31">
            <a:extLst>
              <a:ext uri="{FF2B5EF4-FFF2-40B4-BE49-F238E27FC236}">
                <a16:creationId xmlns:a16="http://schemas.microsoft.com/office/drawing/2014/main" id="{9E9D5000-F965-7B54-5BB3-96E10AFD38FB}"/>
              </a:ext>
            </a:extLst>
          </p:cNvPr>
          <p:cNvSpPr txBox="1">
            <a:spLocks/>
          </p:cNvSpPr>
          <p:nvPr/>
        </p:nvSpPr>
        <p:spPr>
          <a:xfrm>
            <a:off x="268796" y="2387790"/>
            <a:ext cx="1971453" cy="57416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a:solidFill>
                  <a:schemeClr val="bg1"/>
                </a:solidFill>
                <a:latin typeface="Montserrat" panose="00000500000000000000" pitchFamily="2" charset="0"/>
              </a:rPr>
              <a:t>Thanh trượt điều chỉnh hệ số làm mịn </a:t>
            </a:r>
            <a:r>
              <a:rPr lang="el-GR" sz="1200" dirty="0">
                <a:solidFill>
                  <a:schemeClr val="bg1"/>
                </a:solidFill>
                <a:latin typeface="Montserrat" panose="00000500000000000000" pitchFamily="2" charset="0"/>
              </a:rPr>
              <a:t>λ </a:t>
            </a:r>
            <a:r>
              <a:rPr lang="vi-VN" sz="1200" dirty="0">
                <a:solidFill>
                  <a:schemeClr val="bg1"/>
                </a:solidFill>
                <a:latin typeface="Montserrat" panose="00000500000000000000" pitchFamily="2" charset="0"/>
              </a:rPr>
              <a:t>và ngưỡng nhảy</a:t>
            </a:r>
          </a:p>
        </p:txBody>
      </p:sp>
      <p:sp>
        <p:nvSpPr>
          <p:cNvPr id="12" name="Arrow: Right 11">
            <a:extLst>
              <a:ext uri="{FF2B5EF4-FFF2-40B4-BE49-F238E27FC236}">
                <a16:creationId xmlns:a16="http://schemas.microsoft.com/office/drawing/2014/main" id="{320A5780-13C2-BE38-1051-5D20CF8A1C3C}"/>
              </a:ext>
            </a:extLst>
          </p:cNvPr>
          <p:cNvSpPr/>
          <p:nvPr/>
        </p:nvSpPr>
        <p:spPr>
          <a:xfrm>
            <a:off x="2116771" y="2592088"/>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Google Shape;1497;p43">
            <a:extLst>
              <a:ext uri="{FF2B5EF4-FFF2-40B4-BE49-F238E27FC236}">
                <a16:creationId xmlns:a16="http://schemas.microsoft.com/office/drawing/2014/main" id="{AAD308C2-42DD-49C4-06B7-36FF65EDECBF}"/>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pic>
        <p:nvPicPr>
          <p:cNvPr id="4" name="Picture 3">
            <a:extLst>
              <a:ext uri="{FF2B5EF4-FFF2-40B4-BE49-F238E27FC236}">
                <a16:creationId xmlns:a16="http://schemas.microsoft.com/office/drawing/2014/main" id="{3CBCE3B0-B188-8FC0-1D14-61642C128A7B}"/>
              </a:ext>
            </a:extLst>
          </p:cNvPr>
          <p:cNvPicPr>
            <a:picLocks noChangeAspect="1"/>
          </p:cNvPicPr>
          <p:nvPr/>
        </p:nvPicPr>
        <p:blipFill>
          <a:blip r:embed="rId4"/>
          <a:stretch>
            <a:fillRect/>
          </a:stretch>
        </p:blipFill>
        <p:spPr>
          <a:xfrm>
            <a:off x="2555837" y="1412766"/>
            <a:ext cx="5574406" cy="2679780"/>
          </a:xfrm>
          <a:prstGeom prst="rect">
            <a:avLst/>
          </a:prstGeom>
          <a:ln w="28575">
            <a:solidFill>
              <a:schemeClr val="bg1"/>
            </a:solidFill>
          </a:ln>
        </p:spPr>
      </p:pic>
      <p:sp>
        <p:nvSpPr>
          <p:cNvPr id="5" name="Google Shape;1040;p31">
            <a:extLst>
              <a:ext uri="{FF2B5EF4-FFF2-40B4-BE49-F238E27FC236}">
                <a16:creationId xmlns:a16="http://schemas.microsoft.com/office/drawing/2014/main" id="{76DD32A8-F256-49A4-8439-EC1504F078E2}"/>
              </a:ext>
            </a:extLst>
          </p:cNvPr>
          <p:cNvSpPr txBox="1">
            <a:spLocks/>
          </p:cNvSpPr>
          <p:nvPr/>
        </p:nvSpPr>
        <p:spPr>
          <a:xfrm>
            <a:off x="268796" y="3677845"/>
            <a:ext cx="1971453" cy="57416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a:solidFill>
                  <a:schemeClr val="bg1"/>
                </a:solidFill>
                <a:latin typeface="Montserrat" panose="00000500000000000000" pitchFamily="2" charset="0"/>
              </a:rPr>
              <a:t>Bấm vào nút để thực hiện việc tạo đường cong</a:t>
            </a:r>
          </a:p>
        </p:txBody>
      </p:sp>
      <p:sp>
        <p:nvSpPr>
          <p:cNvPr id="7" name="Arrow: Right 6">
            <a:extLst>
              <a:ext uri="{FF2B5EF4-FFF2-40B4-BE49-F238E27FC236}">
                <a16:creationId xmlns:a16="http://schemas.microsoft.com/office/drawing/2014/main" id="{0493D554-D95C-86E9-8053-46A26B676C70}"/>
              </a:ext>
            </a:extLst>
          </p:cNvPr>
          <p:cNvSpPr/>
          <p:nvPr/>
        </p:nvSpPr>
        <p:spPr>
          <a:xfrm>
            <a:off x="2116771" y="3882143"/>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39736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03A789F3-6822-0260-6F7D-34E9DC3F7A37}"/>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0E1F307E-5A0C-FBFA-6156-FE5F606EA96E}"/>
              </a:ext>
            </a:extLst>
          </p:cNvPr>
          <p:cNvSpPr/>
          <p:nvPr/>
        </p:nvSpPr>
        <p:spPr>
          <a:xfrm>
            <a:off x="3170419" y="2309089"/>
            <a:ext cx="5673777" cy="2095398"/>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E05FC752-8CA5-A328-6479-D2FA3EF53185}"/>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3F0A7D0B-09A4-2D59-395F-E49EC76B73D5}"/>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848E241F-AFAE-0EEC-F44F-9D2DF043316D}"/>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F2608B8B-CF5B-2EDF-4F4F-21B72A5DE176}"/>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2CF2E5A3-AAE8-7AD9-B9B0-1BEF18D56B32}"/>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E88F18F1-466C-C066-20DF-994E0FD29D83}"/>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7C7EEA3D-7616-7A00-A080-72B2FF1909E4}"/>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573BE302-ECE4-FE46-5F76-61F79CD1FBCA}"/>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9287BA59-B2DA-D0DE-5C1B-3CB81BF1386B}"/>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err="1"/>
              <a:t>Tiền</a:t>
            </a:r>
            <a:r>
              <a:rPr lang="en-US" dirty="0"/>
              <a:t> </a:t>
            </a:r>
            <a:r>
              <a:rPr lang="en-US" dirty="0" err="1"/>
              <a:t>xử</a:t>
            </a:r>
            <a:r>
              <a:rPr lang="en-US" dirty="0"/>
              <a:t> </a:t>
            </a:r>
            <a:r>
              <a:rPr lang="en-US" dirty="0" err="1"/>
              <a:t>lý</a:t>
            </a:r>
            <a:r>
              <a:rPr lang="en-US" dirty="0"/>
              <a:t>, </a:t>
            </a:r>
            <a:r>
              <a:rPr lang="en-US" dirty="0" err="1"/>
              <a:t>trích</a:t>
            </a:r>
            <a:r>
              <a:rPr lang="en-US" dirty="0"/>
              <a:t> </a:t>
            </a:r>
            <a:r>
              <a:rPr lang="en-US" dirty="0" err="1"/>
              <a:t>xuất</a:t>
            </a:r>
            <a:r>
              <a:rPr lang="en-US" dirty="0"/>
              <a:t> </a:t>
            </a:r>
            <a:r>
              <a:rPr lang="en-US" dirty="0" err="1"/>
              <a:t>và</a:t>
            </a:r>
            <a:r>
              <a:rPr lang="en-US" dirty="0"/>
              <a:t> </a:t>
            </a:r>
            <a:r>
              <a:rPr lang="en-US" dirty="0" err="1"/>
              <a:t>nội</a:t>
            </a:r>
            <a:r>
              <a:rPr lang="en-US" dirty="0"/>
              <a:t> </a:t>
            </a:r>
            <a:r>
              <a:rPr lang="en-US" dirty="0" err="1"/>
              <a:t>suy</a:t>
            </a:r>
            <a:r>
              <a:rPr lang="en-US" dirty="0"/>
              <a:t> </a:t>
            </a:r>
            <a:r>
              <a:rPr lang="en-US" dirty="0" err="1"/>
              <a:t>cơ</a:t>
            </a:r>
            <a:r>
              <a:rPr lang="en-US" dirty="0"/>
              <a:t> </a:t>
            </a:r>
            <a:r>
              <a:rPr lang="en-US" dirty="0" err="1"/>
              <a:t>bản</a:t>
            </a:r>
            <a:endParaRPr lang="fr-FR" dirty="0">
              <a:solidFill>
                <a:schemeClr val="bg1"/>
              </a:solidFill>
            </a:endParaRPr>
          </a:p>
        </p:txBody>
      </p:sp>
      <p:sp>
        <p:nvSpPr>
          <p:cNvPr id="11" name="Google Shape;1040;p31">
            <a:extLst>
              <a:ext uri="{FF2B5EF4-FFF2-40B4-BE49-F238E27FC236}">
                <a16:creationId xmlns:a16="http://schemas.microsoft.com/office/drawing/2014/main" id="{86987578-9592-D6DB-9B0F-52A14E257ABB}"/>
              </a:ext>
            </a:extLst>
          </p:cNvPr>
          <p:cNvSpPr txBox="1">
            <a:spLocks/>
          </p:cNvSpPr>
          <p:nvPr/>
        </p:nvSpPr>
        <p:spPr>
          <a:xfrm>
            <a:off x="874366" y="1406307"/>
            <a:ext cx="1971453" cy="223167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200" dirty="0">
                <a:solidFill>
                  <a:schemeClr val="bg1"/>
                </a:solidFill>
                <a:latin typeface="Montserrat" panose="00000500000000000000" pitchFamily="2" charset="0"/>
              </a:rPr>
              <a:t>Giao diện hiển thị thành công 3 khung hình: </a:t>
            </a:r>
            <a:r>
              <a:rPr lang="vi-VN" sz="1200" b="1" dirty="0">
                <a:solidFill>
                  <a:schemeClr val="bg1"/>
                </a:solidFill>
                <a:latin typeface="Montserrat" panose="00000500000000000000" pitchFamily="2" charset="0"/>
              </a:rPr>
              <a:t>Ảnh gốc, Ảnh khung xương </a:t>
            </a:r>
            <a:r>
              <a:rPr lang="vi-VN" sz="1200" b="1" dirty="0" err="1">
                <a:solidFill>
                  <a:schemeClr val="bg1"/>
                </a:solidFill>
                <a:latin typeface="Montserrat" panose="00000500000000000000" pitchFamily="2" charset="0"/>
              </a:rPr>
              <a:t>Zhang-Suen</a:t>
            </a:r>
            <a:r>
              <a:rPr lang="vi-VN" sz="1200" b="1" dirty="0">
                <a:solidFill>
                  <a:schemeClr val="bg1"/>
                </a:solidFill>
                <a:latin typeface="Montserrat" panose="00000500000000000000" pitchFamily="2" charset="0"/>
              </a:rPr>
              <a:t>, và Đồ thị điểm ảnh có thứ tự</a:t>
            </a:r>
            <a:r>
              <a:rPr lang="vi-VN" sz="1200" dirty="0">
                <a:solidFill>
                  <a:schemeClr val="bg1"/>
                </a:solidFill>
                <a:latin typeface="Montserrat" panose="00000500000000000000" pitchFamily="2" charset="0"/>
              </a:rPr>
              <a:t>. Bảng thống kê ghi nhận hệ thống trích xuất được 1,958 </a:t>
            </a:r>
            <a:r>
              <a:rPr lang="vi-VN" sz="1200" dirty="0" err="1">
                <a:solidFill>
                  <a:schemeClr val="bg1"/>
                </a:solidFill>
                <a:latin typeface="Montserrat" panose="00000500000000000000" pitchFamily="2" charset="0"/>
              </a:rPr>
              <a:t>pixel</a:t>
            </a:r>
            <a:r>
              <a:rPr lang="vi-VN" sz="1200" dirty="0">
                <a:solidFill>
                  <a:schemeClr val="bg1"/>
                </a:solidFill>
                <a:latin typeface="Montserrat" panose="00000500000000000000" pitchFamily="2" charset="0"/>
              </a:rPr>
              <a:t> và chia làm 4 nét vẽ.</a:t>
            </a:r>
          </a:p>
        </p:txBody>
      </p:sp>
      <p:sp>
        <p:nvSpPr>
          <p:cNvPr id="14" name="Google Shape;1497;p43">
            <a:extLst>
              <a:ext uri="{FF2B5EF4-FFF2-40B4-BE49-F238E27FC236}">
                <a16:creationId xmlns:a16="http://schemas.microsoft.com/office/drawing/2014/main" id="{A54A4B9D-709B-A5B1-2E77-EC12D5523755}"/>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pic>
        <p:nvPicPr>
          <p:cNvPr id="16" name="Picture 15">
            <a:extLst>
              <a:ext uri="{FF2B5EF4-FFF2-40B4-BE49-F238E27FC236}">
                <a16:creationId xmlns:a16="http://schemas.microsoft.com/office/drawing/2014/main" id="{8D0C9042-98C8-B162-12C2-35605E1AB70A}"/>
              </a:ext>
            </a:extLst>
          </p:cNvPr>
          <p:cNvPicPr>
            <a:picLocks noChangeAspect="1"/>
          </p:cNvPicPr>
          <p:nvPr/>
        </p:nvPicPr>
        <p:blipFill>
          <a:blip r:embed="rId4"/>
          <a:stretch>
            <a:fillRect/>
          </a:stretch>
        </p:blipFill>
        <p:spPr>
          <a:xfrm>
            <a:off x="3356209" y="1311714"/>
            <a:ext cx="5261399" cy="2523827"/>
          </a:xfrm>
          <a:prstGeom prst="rect">
            <a:avLst/>
          </a:prstGeom>
          <a:ln w="28575">
            <a:solidFill>
              <a:schemeClr val="bg1"/>
            </a:solidFill>
          </a:ln>
        </p:spPr>
      </p:pic>
      <p:sp>
        <p:nvSpPr>
          <p:cNvPr id="17" name="Rectangle: Rounded Corners 16">
            <a:extLst>
              <a:ext uri="{FF2B5EF4-FFF2-40B4-BE49-F238E27FC236}">
                <a16:creationId xmlns:a16="http://schemas.microsoft.com/office/drawing/2014/main" id="{D470367B-C845-94A5-02AE-DE959D1E46CE}"/>
              </a:ext>
            </a:extLst>
          </p:cNvPr>
          <p:cNvSpPr/>
          <p:nvPr/>
        </p:nvSpPr>
        <p:spPr>
          <a:xfrm>
            <a:off x="874366" y="1508915"/>
            <a:ext cx="1971453" cy="2046158"/>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FA1BCC96-586A-374C-6357-092AB24D5CD6}"/>
              </a:ext>
            </a:extLst>
          </p:cNvPr>
          <p:cNvSpPr/>
          <p:nvPr/>
        </p:nvSpPr>
        <p:spPr>
          <a:xfrm>
            <a:off x="526392" y="4033434"/>
            <a:ext cx="8144487" cy="686908"/>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Google Shape;1497;p43">
            <a:extLst>
              <a:ext uri="{FF2B5EF4-FFF2-40B4-BE49-F238E27FC236}">
                <a16:creationId xmlns:a16="http://schemas.microsoft.com/office/drawing/2014/main" id="{0530467E-8A20-170F-BA7B-FAE5404D8B2A}"/>
              </a:ext>
            </a:extLst>
          </p:cNvPr>
          <p:cNvSpPr txBox="1">
            <a:spLocks/>
          </p:cNvSpPr>
          <p:nvPr/>
        </p:nvSpPr>
        <p:spPr>
          <a:xfrm>
            <a:off x="526392" y="4033433"/>
            <a:ext cx="8091216" cy="686908"/>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sz="1200" b="1" dirty="0">
                <a:solidFill>
                  <a:schemeClr val="accent6"/>
                </a:solidFill>
              </a:rPr>
              <a:t>Nhận xét: </a:t>
            </a:r>
            <a:r>
              <a:rPr lang="vi-VN" sz="1200" dirty="0">
                <a:solidFill>
                  <a:schemeClr val="accent6"/>
                </a:solidFill>
              </a:rPr>
              <a:t>Thuật toán tiền xử lý vận hành rất ổn định. Giải thuật DFS nhận thức hướng hoạt động chính xác, bám sát theo tiến trình đưa bút thực tế của người ký và tự động loại bỏ các hạt nhiễu dăm lắt nhắt thông qua cơ chế lọc </a:t>
            </a:r>
            <a:r>
              <a:rPr lang="vi-VN" sz="1200" dirty="0" err="1">
                <a:solidFill>
                  <a:schemeClr val="accent6"/>
                </a:solidFill>
              </a:rPr>
              <a:t>Spur</a:t>
            </a:r>
            <a:r>
              <a:rPr lang="vi-VN" sz="1200" dirty="0">
                <a:solidFill>
                  <a:schemeClr val="accent6"/>
                </a:solidFill>
              </a:rPr>
              <a:t> </a:t>
            </a:r>
            <a:r>
              <a:rPr lang="vi-VN" sz="1200" dirty="0" err="1">
                <a:solidFill>
                  <a:schemeClr val="accent6"/>
                </a:solidFill>
              </a:rPr>
              <a:t>Pruning</a:t>
            </a:r>
            <a:r>
              <a:rPr lang="vi-VN" sz="1200" dirty="0">
                <a:solidFill>
                  <a:schemeClr val="accent6"/>
                </a:solidFill>
              </a:rPr>
              <a:t>.</a:t>
            </a:r>
            <a:endParaRPr lang="fr-FR" sz="1200" dirty="0">
              <a:solidFill>
                <a:schemeClr val="accent6"/>
              </a:solidFill>
            </a:endParaRPr>
          </a:p>
        </p:txBody>
      </p:sp>
    </p:spTree>
    <p:extLst>
      <p:ext uri="{BB962C8B-B14F-4D97-AF65-F5344CB8AC3E}">
        <p14:creationId xmlns:p14="http://schemas.microsoft.com/office/powerpoint/2010/main" val="28079331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C9820619-F8BF-6451-84F2-3E8CBF55FB97}"/>
            </a:ext>
          </a:extLst>
        </p:cNvPr>
        <p:cNvGrpSpPr/>
        <p:nvPr/>
      </p:nvGrpSpPr>
      <p:grpSpPr>
        <a:xfrm>
          <a:off x="0" y="0"/>
          <a:ext cx="0" cy="0"/>
          <a:chOff x="0" y="0"/>
          <a:chExt cx="0" cy="0"/>
        </a:xfrm>
      </p:grpSpPr>
      <p:sp>
        <p:nvSpPr>
          <p:cNvPr id="1343" name="Google Shape;1343;p39">
            <a:extLst>
              <a:ext uri="{FF2B5EF4-FFF2-40B4-BE49-F238E27FC236}">
                <a16:creationId xmlns:a16="http://schemas.microsoft.com/office/drawing/2014/main" id="{6FED334D-2826-6A1D-B2C5-213F5F992491}"/>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88C81150-C8FA-C57D-5459-11934207CF20}"/>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9F4432AA-63F1-B0B4-539F-5FF3191E03C4}"/>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7F10DF5B-802A-0D6F-E6AA-5DA75618F7A7}"/>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8A68AB9A-CA1C-EEF7-D182-76000CE22A1D}"/>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9A8A699B-62CA-8EC5-F93B-6E18F0088E4D}"/>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3CC8E3A4-C722-A59B-B1DE-6EFC064E28DF}"/>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0E6ED01F-68AF-EB02-C95A-C45D3B14E005}"/>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AA7C9563-0820-4B06-1E4C-219115C72FFE}"/>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err="1"/>
              <a:t>Tiền</a:t>
            </a:r>
            <a:r>
              <a:rPr lang="en-US" dirty="0"/>
              <a:t> </a:t>
            </a:r>
            <a:r>
              <a:rPr lang="en-US" dirty="0" err="1"/>
              <a:t>xử</a:t>
            </a:r>
            <a:r>
              <a:rPr lang="en-US" dirty="0"/>
              <a:t> </a:t>
            </a:r>
            <a:r>
              <a:rPr lang="en-US" dirty="0" err="1"/>
              <a:t>lý</a:t>
            </a:r>
            <a:r>
              <a:rPr lang="en-US" dirty="0"/>
              <a:t>, </a:t>
            </a:r>
            <a:r>
              <a:rPr lang="en-US" dirty="0" err="1"/>
              <a:t>trích</a:t>
            </a:r>
            <a:r>
              <a:rPr lang="en-US" dirty="0"/>
              <a:t> </a:t>
            </a:r>
            <a:r>
              <a:rPr lang="en-US" dirty="0" err="1"/>
              <a:t>xuất</a:t>
            </a:r>
            <a:r>
              <a:rPr lang="en-US" dirty="0"/>
              <a:t> </a:t>
            </a:r>
            <a:r>
              <a:rPr lang="en-US" dirty="0" err="1"/>
              <a:t>và</a:t>
            </a:r>
            <a:r>
              <a:rPr lang="en-US" dirty="0"/>
              <a:t> </a:t>
            </a:r>
            <a:r>
              <a:rPr lang="en-US" dirty="0" err="1"/>
              <a:t>nội</a:t>
            </a:r>
            <a:r>
              <a:rPr lang="en-US" dirty="0"/>
              <a:t> </a:t>
            </a:r>
            <a:r>
              <a:rPr lang="en-US" dirty="0" err="1"/>
              <a:t>suy</a:t>
            </a:r>
            <a:r>
              <a:rPr lang="en-US" dirty="0"/>
              <a:t> </a:t>
            </a:r>
            <a:r>
              <a:rPr lang="en-US" dirty="0" err="1"/>
              <a:t>cơ</a:t>
            </a:r>
            <a:r>
              <a:rPr lang="en-US" dirty="0"/>
              <a:t> </a:t>
            </a:r>
            <a:r>
              <a:rPr lang="en-US" dirty="0" err="1"/>
              <a:t>bản</a:t>
            </a:r>
            <a:endParaRPr lang="fr-FR" dirty="0">
              <a:solidFill>
                <a:schemeClr val="bg1"/>
              </a:solidFill>
            </a:endParaRPr>
          </a:p>
        </p:txBody>
      </p:sp>
      <p:sp>
        <p:nvSpPr>
          <p:cNvPr id="14" name="Google Shape;1497;p43">
            <a:extLst>
              <a:ext uri="{FF2B5EF4-FFF2-40B4-BE49-F238E27FC236}">
                <a16:creationId xmlns:a16="http://schemas.microsoft.com/office/drawing/2014/main" id="{E1B61752-2A6B-A4BE-6D14-79F0957462FA}"/>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pic>
        <p:nvPicPr>
          <p:cNvPr id="4" name="Picture 3">
            <a:extLst>
              <a:ext uri="{FF2B5EF4-FFF2-40B4-BE49-F238E27FC236}">
                <a16:creationId xmlns:a16="http://schemas.microsoft.com/office/drawing/2014/main" id="{507701F2-5CAD-C2F4-6ED6-A74D17E4A3EC}"/>
              </a:ext>
            </a:extLst>
          </p:cNvPr>
          <p:cNvPicPr>
            <a:picLocks noChangeAspect="1"/>
          </p:cNvPicPr>
          <p:nvPr/>
        </p:nvPicPr>
        <p:blipFill>
          <a:blip r:embed="rId4"/>
          <a:stretch>
            <a:fillRect/>
          </a:stretch>
        </p:blipFill>
        <p:spPr>
          <a:xfrm>
            <a:off x="3108547" y="1292646"/>
            <a:ext cx="5630595" cy="1417147"/>
          </a:xfrm>
          <a:prstGeom prst="rect">
            <a:avLst/>
          </a:prstGeom>
          <a:ln w="28575">
            <a:solidFill>
              <a:schemeClr val="bg1"/>
            </a:solidFill>
          </a:ln>
        </p:spPr>
      </p:pic>
      <p:sp>
        <p:nvSpPr>
          <p:cNvPr id="5" name="Google Shape;1040;p31">
            <a:extLst>
              <a:ext uri="{FF2B5EF4-FFF2-40B4-BE49-F238E27FC236}">
                <a16:creationId xmlns:a16="http://schemas.microsoft.com/office/drawing/2014/main" id="{17F99133-84AC-EC74-35AC-C1C157FDB989}"/>
              </a:ext>
            </a:extLst>
          </p:cNvPr>
          <p:cNvSpPr txBox="1">
            <a:spLocks/>
          </p:cNvSpPr>
          <p:nvPr/>
        </p:nvSpPr>
        <p:spPr>
          <a:xfrm>
            <a:off x="991880" y="1434962"/>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a:solidFill>
                  <a:schemeClr val="bg1"/>
                </a:solidFill>
                <a:latin typeface="Montserrat" panose="00000500000000000000" pitchFamily="2" charset="0"/>
              </a:rPr>
              <a:t>Xuất </a:t>
            </a:r>
            <a:r>
              <a:rPr lang="vi-VN" sz="1200" dirty="0" err="1">
                <a:solidFill>
                  <a:schemeClr val="bg1"/>
                </a:solidFill>
                <a:latin typeface="Montserrat" panose="00000500000000000000" pitchFamily="2" charset="0"/>
              </a:rPr>
              <a:t>file</a:t>
            </a:r>
            <a:r>
              <a:rPr lang="vi-VN" sz="1200" dirty="0">
                <a:solidFill>
                  <a:schemeClr val="bg1"/>
                </a:solidFill>
                <a:latin typeface="Montserrat" panose="00000500000000000000" pitchFamily="2" charset="0"/>
              </a:rPr>
              <a:t> </a:t>
            </a:r>
          </a:p>
          <a:p>
            <a:pPr algn="ctr">
              <a:buClr>
                <a:schemeClr val="bg1"/>
              </a:buClr>
            </a:pPr>
            <a:r>
              <a:rPr lang="vi-VN" sz="1200" dirty="0">
                <a:solidFill>
                  <a:schemeClr val="bg1"/>
                </a:solidFill>
                <a:latin typeface="Montserrat" panose="00000500000000000000" pitchFamily="2" charset="0"/>
              </a:rPr>
              <a:t>diempixel.dat</a:t>
            </a:r>
          </a:p>
        </p:txBody>
      </p:sp>
      <p:sp>
        <p:nvSpPr>
          <p:cNvPr id="6" name="Arrow: Right 5">
            <a:extLst>
              <a:ext uri="{FF2B5EF4-FFF2-40B4-BE49-F238E27FC236}">
                <a16:creationId xmlns:a16="http://schemas.microsoft.com/office/drawing/2014/main" id="{9ADF4F04-7E30-4E8F-16C0-0D9A1EA54167}"/>
              </a:ext>
            </a:extLst>
          </p:cNvPr>
          <p:cNvSpPr/>
          <p:nvPr/>
        </p:nvSpPr>
        <p:spPr>
          <a:xfrm>
            <a:off x="2716377" y="1583866"/>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D29BD5E3-51C6-7EC0-A611-AC32636C06F0}"/>
              </a:ext>
            </a:extLst>
          </p:cNvPr>
          <p:cNvPicPr>
            <a:picLocks noChangeAspect="1"/>
          </p:cNvPicPr>
          <p:nvPr/>
        </p:nvPicPr>
        <p:blipFill>
          <a:blip r:embed="rId5"/>
          <a:srcRect l="673" r="673"/>
          <a:stretch>
            <a:fillRect/>
          </a:stretch>
        </p:blipFill>
        <p:spPr>
          <a:xfrm>
            <a:off x="226473" y="2928921"/>
            <a:ext cx="4723519" cy="1756816"/>
          </a:xfrm>
          <a:prstGeom prst="rect">
            <a:avLst/>
          </a:prstGeom>
          <a:ln w="28575">
            <a:solidFill>
              <a:schemeClr val="bg1"/>
            </a:solidFill>
          </a:ln>
        </p:spPr>
      </p:pic>
      <p:sp>
        <p:nvSpPr>
          <p:cNvPr id="9" name="Google Shape;1040;p31">
            <a:extLst>
              <a:ext uri="{FF2B5EF4-FFF2-40B4-BE49-F238E27FC236}">
                <a16:creationId xmlns:a16="http://schemas.microsoft.com/office/drawing/2014/main" id="{8D055C0B-9592-343B-523A-B8D7106C8552}"/>
              </a:ext>
            </a:extLst>
          </p:cNvPr>
          <p:cNvSpPr txBox="1">
            <a:spLocks/>
          </p:cNvSpPr>
          <p:nvPr/>
        </p:nvSpPr>
        <p:spPr>
          <a:xfrm>
            <a:off x="5296390" y="3589613"/>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err="1">
                <a:solidFill>
                  <a:schemeClr val="bg1"/>
                </a:solidFill>
                <a:latin typeface="Montserrat" panose="00000500000000000000" pitchFamily="2" charset="0"/>
              </a:rPr>
              <a:t>File</a:t>
            </a:r>
            <a:r>
              <a:rPr lang="vi-VN" sz="1200" dirty="0">
                <a:solidFill>
                  <a:schemeClr val="bg1"/>
                </a:solidFill>
                <a:latin typeface="Montserrat" panose="00000500000000000000" pitchFamily="2" charset="0"/>
              </a:rPr>
              <a:t> .</a:t>
            </a:r>
            <a:r>
              <a:rPr lang="vi-VN" sz="1200" dirty="0" err="1">
                <a:solidFill>
                  <a:schemeClr val="bg1"/>
                </a:solidFill>
                <a:latin typeface="Montserrat" panose="00000500000000000000" pitchFamily="2" charset="0"/>
              </a:rPr>
              <a:t>dat</a:t>
            </a:r>
            <a:r>
              <a:rPr lang="vi-VN" sz="1200" dirty="0">
                <a:solidFill>
                  <a:schemeClr val="bg1"/>
                </a:solidFill>
                <a:latin typeface="Montserrat" panose="00000500000000000000" pitchFamily="2" charset="0"/>
              </a:rPr>
              <a:t> với đúng</a:t>
            </a:r>
          </a:p>
          <a:p>
            <a:pPr algn="ctr">
              <a:buClr>
                <a:schemeClr val="bg1"/>
              </a:buClr>
            </a:pPr>
            <a:r>
              <a:rPr lang="vi-VN" sz="1200" dirty="0">
                <a:solidFill>
                  <a:schemeClr val="bg1"/>
                </a:solidFill>
                <a:latin typeface="Montserrat" panose="00000500000000000000" pitchFamily="2" charset="0"/>
              </a:rPr>
              <a:t>1958 </a:t>
            </a:r>
            <a:r>
              <a:rPr lang="vi-VN" sz="1200" dirty="0" err="1">
                <a:solidFill>
                  <a:schemeClr val="bg1"/>
                </a:solidFill>
                <a:latin typeface="Montserrat" panose="00000500000000000000" pitchFamily="2" charset="0"/>
              </a:rPr>
              <a:t>pixels</a:t>
            </a:r>
            <a:endParaRPr lang="vi-VN" sz="1200" dirty="0">
              <a:solidFill>
                <a:schemeClr val="bg1"/>
              </a:solidFill>
              <a:latin typeface="Montserrat" panose="00000500000000000000" pitchFamily="2" charset="0"/>
            </a:endParaRPr>
          </a:p>
        </p:txBody>
      </p:sp>
      <p:sp>
        <p:nvSpPr>
          <p:cNvPr id="10" name="Arrow: Right 9">
            <a:extLst>
              <a:ext uri="{FF2B5EF4-FFF2-40B4-BE49-F238E27FC236}">
                <a16:creationId xmlns:a16="http://schemas.microsoft.com/office/drawing/2014/main" id="{9D8D4F2E-0284-4BA4-F021-942822510B3A}"/>
              </a:ext>
            </a:extLst>
          </p:cNvPr>
          <p:cNvSpPr/>
          <p:nvPr/>
        </p:nvSpPr>
        <p:spPr>
          <a:xfrm rot="10800000">
            <a:off x="5150854" y="3768320"/>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843655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26C2D833-B34C-C793-6559-17B341841541}"/>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98630153-1172-1345-BFF7-77DD909F3CB1}"/>
              </a:ext>
            </a:extLst>
          </p:cNvPr>
          <p:cNvSpPr/>
          <p:nvPr/>
        </p:nvSpPr>
        <p:spPr>
          <a:xfrm>
            <a:off x="191912" y="2211982"/>
            <a:ext cx="5921700" cy="2095398"/>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59590B15-5FF9-1CC3-FACC-32462F6B68DB}"/>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E4853279-7F9B-E22F-01FC-3716DED03E2E}"/>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218F7C1B-FF45-001B-398E-1878475F64F5}"/>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0D945C40-024E-61E3-A1F2-B6BCA151C1E7}"/>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F1DEEC0E-BE7B-16FF-1CE7-D1F75AF1ACC2}"/>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9A70F08D-90EF-BD81-59C8-0911CC736DBE}"/>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654EDC90-8D33-9CEC-CF26-CA49EA3AC6BD}"/>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B26F3F64-312A-5A82-4031-9F42DE6C739C}"/>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DFFD2DAF-FE0D-A2E3-EF90-211598DBB7BF}"/>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dirty="0"/>
              <a:t>Tính toán và xây dựng đường cong B-</a:t>
            </a:r>
            <a:r>
              <a:rPr lang="vi-VN" dirty="0" err="1"/>
              <a:t>Spline</a:t>
            </a:r>
            <a:endParaRPr lang="fr-FR" dirty="0">
              <a:solidFill>
                <a:schemeClr val="bg1"/>
              </a:solidFill>
            </a:endParaRPr>
          </a:p>
        </p:txBody>
      </p:sp>
      <p:sp>
        <p:nvSpPr>
          <p:cNvPr id="11" name="Google Shape;1040;p31">
            <a:extLst>
              <a:ext uri="{FF2B5EF4-FFF2-40B4-BE49-F238E27FC236}">
                <a16:creationId xmlns:a16="http://schemas.microsoft.com/office/drawing/2014/main" id="{B99C8C8C-E60A-8BC3-1BF0-6216863A4929}"/>
              </a:ext>
            </a:extLst>
          </p:cNvPr>
          <p:cNvSpPr txBox="1">
            <a:spLocks/>
          </p:cNvSpPr>
          <p:nvPr/>
        </p:nvSpPr>
        <p:spPr>
          <a:xfrm>
            <a:off x="6226057" y="1341189"/>
            <a:ext cx="2726031" cy="223167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200" dirty="0">
                <a:solidFill>
                  <a:schemeClr val="bg1"/>
                </a:solidFill>
                <a:latin typeface="Montserrat" panose="00000500000000000000" pitchFamily="2" charset="0"/>
              </a:rPr>
              <a:t>Thuật toán giải hệ phương trình LST chính quy hóa thực hiện tính toán ma trận để tìm ra tập điểm điều khiển tối ưu. Khung nhìn hiển thị đồng thời hai chế độ kết xuất đồ họa: </a:t>
            </a:r>
            <a:r>
              <a:rPr lang="vi-VN" sz="1200" b="1" dirty="0">
                <a:solidFill>
                  <a:schemeClr val="bg1"/>
                </a:solidFill>
                <a:latin typeface="Montserrat" panose="00000500000000000000" pitchFamily="2" charset="0"/>
              </a:rPr>
              <a:t>Chế độ trực quan nền trắng</a:t>
            </a:r>
            <a:r>
              <a:rPr lang="vi-VN" sz="1200" dirty="0">
                <a:solidFill>
                  <a:schemeClr val="bg1"/>
                </a:solidFill>
                <a:latin typeface="Montserrat" panose="00000500000000000000" pitchFamily="2" charset="0"/>
              </a:rPr>
              <a:t> mô phỏng nét mực bút bi thực tế và </a:t>
            </a:r>
            <a:r>
              <a:rPr lang="vi-VN" sz="1200" b="1" dirty="0">
                <a:solidFill>
                  <a:schemeClr val="bg1"/>
                </a:solidFill>
                <a:latin typeface="Montserrat" panose="00000500000000000000" pitchFamily="2" charset="0"/>
              </a:rPr>
              <a:t>Chế độ kỹ thuật nền tối</a:t>
            </a:r>
            <a:r>
              <a:rPr lang="vi-VN" sz="1200" dirty="0">
                <a:solidFill>
                  <a:schemeClr val="bg1"/>
                </a:solidFill>
                <a:latin typeface="Montserrat" panose="00000500000000000000" pitchFamily="2" charset="0"/>
              </a:rPr>
              <a:t> thể hiện chi tiết vị trí các chấm đỉnh đa giác điều khiển </a:t>
            </a:r>
            <a:r>
              <a:rPr lang="vi-VN" sz="1200" dirty="0" err="1">
                <a:solidFill>
                  <a:schemeClr val="bg1"/>
                </a:solidFill>
                <a:latin typeface="Montserrat" panose="00000500000000000000" pitchFamily="2" charset="0"/>
              </a:rPr>
              <a:t>Control</a:t>
            </a:r>
            <a:r>
              <a:rPr lang="vi-VN" sz="1200" dirty="0">
                <a:solidFill>
                  <a:schemeClr val="bg1"/>
                </a:solidFill>
                <a:latin typeface="Montserrat" panose="00000500000000000000" pitchFamily="2" charset="0"/>
              </a:rPr>
              <a:t> </a:t>
            </a:r>
            <a:r>
              <a:rPr lang="vi-VN" sz="1200" dirty="0" err="1">
                <a:solidFill>
                  <a:schemeClr val="bg1"/>
                </a:solidFill>
                <a:latin typeface="Montserrat" panose="00000500000000000000" pitchFamily="2" charset="0"/>
              </a:rPr>
              <a:t>Points</a:t>
            </a:r>
            <a:r>
              <a:rPr lang="vi-VN" sz="1200" dirty="0">
                <a:solidFill>
                  <a:schemeClr val="bg1"/>
                </a:solidFill>
                <a:latin typeface="Montserrat" panose="00000500000000000000" pitchFamily="2" charset="0"/>
              </a:rPr>
              <a:t>. </a:t>
            </a:r>
          </a:p>
        </p:txBody>
      </p:sp>
      <p:sp>
        <p:nvSpPr>
          <p:cNvPr id="14" name="Google Shape;1497;p43">
            <a:extLst>
              <a:ext uri="{FF2B5EF4-FFF2-40B4-BE49-F238E27FC236}">
                <a16:creationId xmlns:a16="http://schemas.microsoft.com/office/drawing/2014/main" id="{0660C565-AC30-E01E-25D4-6C62ECBA2BE1}"/>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sp>
        <p:nvSpPr>
          <p:cNvPr id="17" name="Rectangle: Rounded Corners 16">
            <a:extLst>
              <a:ext uri="{FF2B5EF4-FFF2-40B4-BE49-F238E27FC236}">
                <a16:creationId xmlns:a16="http://schemas.microsoft.com/office/drawing/2014/main" id="{0DF810C0-6F7E-0DBF-F110-2B9965C855FA}"/>
              </a:ext>
            </a:extLst>
          </p:cNvPr>
          <p:cNvSpPr/>
          <p:nvPr/>
        </p:nvSpPr>
        <p:spPr>
          <a:xfrm>
            <a:off x="6226057" y="1394677"/>
            <a:ext cx="2726031" cy="2169099"/>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91B87422-CEA7-D11C-C5F6-3F43141CDA9D}"/>
              </a:ext>
            </a:extLst>
          </p:cNvPr>
          <p:cNvSpPr/>
          <p:nvPr/>
        </p:nvSpPr>
        <p:spPr>
          <a:xfrm>
            <a:off x="526392" y="4033434"/>
            <a:ext cx="8144487" cy="686908"/>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Google Shape;1497;p43">
            <a:extLst>
              <a:ext uri="{FF2B5EF4-FFF2-40B4-BE49-F238E27FC236}">
                <a16:creationId xmlns:a16="http://schemas.microsoft.com/office/drawing/2014/main" id="{362468A8-02DF-C49D-DE70-069C322137CB}"/>
              </a:ext>
            </a:extLst>
          </p:cNvPr>
          <p:cNvSpPr txBox="1">
            <a:spLocks/>
          </p:cNvSpPr>
          <p:nvPr/>
        </p:nvSpPr>
        <p:spPr>
          <a:xfrm>
            <a:off x="526392" y="4033433"/>
            <a:ext cx="8091216" cy="686908"/>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sz="1200" b="1" dirty="0">
                <a:solidFill>
                  <a:schemeClr val="accent6"/>
                </a:solidFill>
              </a:rPr>
              <a:t>Nhận xét: </a:t>
            </a:r>
            <a:r>
              <a:rPr lang="vi-VN" sz="1200" dirty="0">
                <a:solidFill>
                  <a:schemeClr val="accent6"/>
                </a:solidFill>
              </a:rPr>
              <a:t>Việc áp dụng tham số hóa </a:t>
            </a:r>
            <a:r>
              <a:rPr lang="vi-VN" sz="1200" dirty="0" err="1">
                <a:solidFill>
                  <a:schemeClr val="accent6"/>
                </a:solidFill>
              </a:rPr>
              <a:t>Chord</a:t>
            </a:r>
            <a:r>
              <a:rPr lang="vi-VN" sz="1200" dirty="0">
                <a:solidFill>
                  <a:schemeClr val="accent6"/>
                </a:solidFill>
              </a:rPr>
              <a:t> </a:t>
            </a:r>
            <a:r>
              <a:rPr lang="vi-VN" sz="1200" dirty="0" err="1">
                <a:solidFill>
                  <a:schemeClr val="accent6"/>
                </a:solidFill>
              </a:rPr>
              <a:t>Length</a:t>
            </a:r>
            <a:r>
              <a:rPr lang="vi-VN" sz="1200" dirty="0">
                <a:solidFill>
                  <a:schemeClr val="accent6"/>
                </a:solidFill>
              </a:rPr>
              <a:t> kết hợp với thành phần phạt ma trận sai phân khống chế cực tốt hiện tượng răng cưa. Đường cong tạo ra đạt độ trơn láng </a:t>
            </a:r>
            <a:r>
              <a:rPr lang="vi-VN" sz="1200" dirty="0" err="1">
                <a:solidFill>
                  <a:schemeClr val="accent6"/>
                </a:solidFill>
              </a:rPr>
              <a:t>vector</a:t>
            </a:r>
            <a:r>
              <a:rPr lang="vi-VN" sz="1200" dirty="0">
                <a:solidFill>
                  <a:schemeClr val="accent6"/>
                </a:solidFill>
              </a:rPr>
              <a:t> lý tưởng, bo mượt các khúc cua gấp khúc mà không xảy ra hiện tượng quá khớp (</a:t>
            </a:r>
            <a:r>
              <a:rPr lang="vi-VN" sz="1200" dirty="0" err="1">
                <a:solidFill>
                  <a:schemeClr val="accent6"/>
                </a:solidFill>
              </a:rPr>
              <a:t>overfitting</a:t>
            </a:r>
            <a:r>
              <a:rPr lang="vi-VN" sz="1200" dirty="0">
                <a:solidFill>
                  <a:schemeClr val="accent6"/>
                </a:solidFill>
              </a:rPr>
              <a:t>).</a:t>
            </a:r>
            <a:endParaRPr lang="fr-FR" sz="1200" dirty="0">
              <a:solidFill>
                <a:schemeClr val="accent6"/>
              </a:solidFill>
            </a:endParaRPr>
          </a:p>
        </p:txBody>
      </p:sp>
      <p:pic>
        <p:nvPicPr>
          <p:cNvPr id="4" name="Picture 3">
            <a:extLst>
              <a:ext uri="{FF2B5EF4-FFF2-40B4-BE49-F238E27FC236}">
                <a16:creationId xmlns:a16="http://schemas.microsoft.com/office/drawing/2014/main" id="{C1FF1362-C945-3F43-F4CB-6C6B1D6686D5}"/>
              </a:ext>
            </a:extLst>
          </p:cNvPr>
          <p:cNvPicPr>
            <a:picLocks noChangeAspect="1"/>
          </p:cNvPicPr>
          <p:nvPr/>
        </p:nvPicPr>
        <p:blipFill>
          <a:blip r:embed="rId4"/>
          <a:stretch>
            <a:fillRect/>
          </a:stretch>
        </p:blipFill>
        <p:spPr>
          <a:xfrm>
            <a:off x="331519" y="1215834"/>
            <a:ext cx="5683604" cy="2575383"/>
          </a:xfrm>
          <a:prstGeom prst="rect">
            <a:avLst/>
          </a:prstGeom>
          <a:ln w="28575">
            <a:solidFill>
              <a:schemeClr val="bg1"/>
            </a:solidFill>
          </a:ln>
        </p:spPr>
      </p:pic>
    </p:spTree>
    <p:extLst>
      <p:ext uri="{BB962C8B-B14F-4D97-AF65-F5344CB8AC3E}">
        <p14:creationId xmlns:p14="http://schemas.microsoft.com/office/powerpoint/2010/main" val="41193806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24779952-53A6-0867-ECB9-6E73A8C1215E}"/>
            </a:ext>
          </a:extLst>
        </p:cNvPr>
        <p:cNvGrpSpPr/>
        <p:nvPr/>
      </p:nvGrpSpPr>
      <p:grpSpPr>
        <a:xfrm>
          <a:off x="0" y="0"/>
          <a:ext cx="0" cy="0"/>
          <a:chOff x="0" y="0"/>
          <a:chExt cx="0" cy="0"/>
        </a:xfrm>
      </p:grpSpPr>
      <p:sp>
        <p:nvSpPr>
          <p:cNvPr id="13" name="Rectangle: Rounded Corners 12">
            <a:extLst>
              <a:ext uri="{FF2B5EF4-FFF2-40B4-BE49-F238E27FC236}">
                <a16:creationId xmlns:a16="http://schemas.microsoft.com/office/drawing/2014/main" id="{6D650FCB-8F4A-8080-F088-EB9B98011CCD}"/>
              </a:ext>
            </a:extLst>
          </p:cNvPr>
          <p:cNvSpPr/>
          <p:nvPr/>
        </p:nvSpPr>
        <p:spPr>
          <a:xfrm>
            <a:off x="1510496" y="2571750"/>
            <a:ext cx="5850606" cy="1900325"/>
          </a:xfrm>
          <a:prstGeom prst="roundRect">
            <a:avLst>
              <a:gd name="adj" fmla="val 10751"/>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0643D8C6-5187-937F-361E-006A05FB70D2}"/>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8F493545-C967-4D1C-A003-B5C3FDA83E04}"/>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F0AC5D8F-F334-FE7F-6EBB-4208F161DFEA}"/>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C878F138-B7D4-12C6-3855-983345BEA341}"/>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F1B5FF4F-45FE-CF30-FB89-17D45AA4DE8A}"/>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EBB38005-B5F5-D826-0188-CF64EAB94111}"/>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88AE8273-FDAE-F664-7ED5-C49ABC5D6888}"/>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9C92612C-E8AE-38B4-5895-DB428DED328F}"/>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C04BFA1B-8B87-64BD-0BCF-4FF53C4FEE5D}"/>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dirty="0"/>
              <a:t>Tính toán và xây dựng đường cong B-</a:t>
            </a:r>
            <a:r>
              <a:rPr lang="vi-VN" dirty="0" err="1"/>
              <a:t>Spline</a:t>
            </a:r>
            <a:endParaRPr lang="fr-FR" dirty="0">
              <a:solidFill>
                <a:schemeClr val="bg1"/>
              </a:solidFill>
            </a:endParaRPr>
          </a:p>
        </p:txBody>
      </p:sp>
      <p:sp>
        <p:nvSpPr>
          <p:cNvPr id="14" name="Google Shape;1497;p43">
            <a:extLst>
              <a:ext uri="{FF2B5EF4-FFF2-40B4-BE49-F238E27FC236}">
                <a16:creationId xmlns:a16="http://schemas.microsoft.com/office/drawing/2014/main" id="{AFEA01A5-8808-CB10-3425-E269FBECFD21}"/>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sp>
        <p:nvSpPr>
          <p:cNvPr id="5" name="Google Shape;1040;p31">
            <a:extLst>
              <a:ext uri="{FF2B5EF4-FFF2-40B4-BE49-F238E27FC236}">
                <a16:creationId xmlns:a16="http://schemas.microsoft.com/office/drawing/2014/main" id="{74047EB9-F22D-3E5E-1CE5-A89A5FF9AC9C}"/>
              </a:ext>
            </a:extLst>
          </p:cNvPr>
          <p:cNvSpPr txBox="1">
            <a:spLocks/>
          </p:cNvSpPr>
          <p:nvPr/>
        </p:nvSpPr>
        <p:spPr>
          <a:xfrm>
            <a:off x="1521391" y="3964451"/>
            <a:ext cx="5757721"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a:solidFill>
                  <a:schemeClr val="bg1"/>
                </a:solidFill>
                <a:latin typeface="Montserrat" panose="00000500000000000000" pitchFamily="2" charset="0"/>
              </a:rPr>
              <a:t>Bảng tóm tắt cấu trúc dữ liệu toán học cho phép người dùng mở rộng (</a:t>
            </a:r>
            <a:r>
              <a:rPr lang="vi-VN" sz="1200" dirty="0" err="1">
                <a:solidFill>
                  <a:schemeClr val="bg1"/>
                </a:solidFill>
                <a:latin typeface="Montserrat" panose="00000500000000000000" pitchFamily="2" charset="0"/>
              </a:rPr>
              <a:t>expand</a:t>
            </a:r>
            <a:r>
              <a:rPr lang="vi-VN" sz="1200" dirty="0">
                <a:solidFill>
                  <a:schemeClr val="bg1"/>
                </a:solidFill>
                <a:latin typeface="Montserrat" panose="00000500000000000000" pitchFamily="2" charset="0"/>
              </a:rPr>
              <a:t>) để kiểm tra chi tiết giá trị tọa độ thực tế của từng đường cong</a:t>
            </a:r>
          </a:p>
        </p:txBody>
      </p:sp>
      <p:pic>
        <p:nvPicPr>
          <p:cNvPr id="12" name="Picture 11">
            <a:extLst>
              <a:ext uri="{FF2B5EF4-FFF2-40B4-BE49-F238E27FC236}">
                <a16:creationId xmlns:a16="http://schemas.microsoft.com/office/drawing/2014/main" id="{9ABDF674-1706-017F-D1C6-A7FCC8ECD77C}"/>
              </a:ext>
            </a:extLst>
          </p:cNvPr>
          <p:cNvPicPr>
            <a:picLocks noChangeAspect="1"/>
          </p:cNvPicPr>
          <p:nvPr/>
        </p:nvPicPr>
        <p:blipFill>
          <a:blip r:embed="rId4"/>
          <a:stretch>
            <a:fillRect/>
          </a:stretch>
        </p:blipFill>
        <p:spPr>
          <a:xfrm>
            <a:off x="1639600" y="1237356"/>
            <a:ext cx="5606491" cy="2543360"/>
          </a:xfrm>
          <a:prstGeom prst="rect">
            <a:avLst/>
          </a:prstGeom>
          <a:ln w="28575">
            <a:solidFill>
              <a:schemeClr val="bg1"/>
            </a:solidFill>
          </a:ln>
        </p:spPr>
      </p:pic>
      <p:sp>
        <p:nvSpPr>
          <p:cNvPr id="6" name="Arrow: Right 5">
            <a:extLst>
              <a:ext uri="{FF2B5EF4-FFF2-40B4-BE49-F238E27FC236}">
                <a16:creationId xmlns:a16="http://schemas.microsoft.com/office/drawing/2014/main" id="{EB9EAED6-C619-B662-8A1D-A984D16450F3}"/>
              </a:ext>
            </a:extLst>
          </p:cNvPr>
          <p:cNvSpPr/>
          <p:nvPr/>
        </p:nvSpPr>
        <p:spPr>
          <a:xfrm rot="16200000">
            <a:off x="3979925" y="3358399"/>
            <a:ext cx="840655" cy="254834"/>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482398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53FC4902-48BB-1A87-485C-644CFB8AF330}"/>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3294B876-5805-6BD3-6770-4087910B6E3E}"/>
              </a:ext>
            </a:extLst>
          </p:cNvPr>
          <p:cNvSpPr/>
          <p:nvPr/>
        </p:nvSpPr>
        <p:spPr>
          <a:xfrm>
            <a:off x="239719" y="1678018"/>
            <a:ext cx="8499423" cy="1766134"/>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2D6F3A49-79F3-23B9-2815-77AACCFC798F}"/>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BDDBE038-65EE-B2A7-12C5-C5601813D884}"/>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B8C257B7-0BFA-17FD-C4EE-EF947820BC09}"/>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2225F2D4-5A21-751F-3FEE-516BCFF00087}"/>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1D95820B-D5C8-6900-A650-51E7C2C8B90D}"/>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7CD9D322-8AEE-B049-142F-E68D6B7732E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23F7C8A9-E2D4-9BFB-1AFF-DEADCC935CAA}"/>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1DEAC17F-87A5-2327-D912-D0D7BE13DBC0}"/>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39A87169-C927-EDF1-8418-60DFCC9B6735}"/>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dirty="0"/>
              <a:t>Xuất </a:t>
            </a:r>
            <a:r>
              <a:rPr lang="en-US" dirty="0" err="1"/>
              <a:t>tệp</a:t>
            </a:r>
            <a:r>
              <a:rPr lang="en-US" dirty="0"/>
              <a:t> </a:t>
            </a:r>
            <a:r>
              <a:rPr lang="en-US" dirty="0" err="1"/>
              <a:t>dữ</a:t>
            </a:r>
            <a:r>
              <a:rPr lang="en-US" dirty="0"/>
              <a:t> </a:t>
            </a:r>
            <a:r>
              <a:rPr lang="en-US" dirty="0" err="1"/>
              <a:t>liệu</a:t>
            </a:r>
            <a:r>
              <a:rPr lang="en-US" dirty="0"/>
              <a:t> </a:t>
            </a:r>
            <a:r>
              <a:rPr lang="en-US" dirty="0" err="1"/>
              <a:t>và</a:t>
            </a:r>
            <a:r>
              <a:rPr lang="en-US" dirty="0"/>
              <a:t> </a:t>
            </a:r>
            <a:r>
              <a:rPr lang="en-US" dirty="0" err="1"/>
              <a:t>nạp</a:t>
            </a:r>
            <a:r>
              <a:rPr lang="en-US" dirty="0"/>
              <a:t> </a:t>
            </a:r>
            <a:r>
              <a:rPr lang="en-US" dirty="0" err="1"/>
              <a:t>vào</a:t>
            </a:r>
            <a:r>
              <a:rPr lang="en-US" dirty="0"/>
              <a:t> </a:t>
            </a:r>
            <a:r>
              <a:rPr lang="en-US" dirty="0" err="1"/>
              <a:t>phần</a:t>
            </a:r>
            <a:r>
              <a:rPr lang="en-US" dirty="0"/>
              <a:t> </a:t>
            </a:r>
            <a:r>
              <a:rPr lang="en-US" dirty="0" err="1"/>
              <a:t>mềm</a:t>
            </a:r>
            <a:r>
              <a:rPr lang="en-US" dirty="0"/>
              <a:t> </a:t>
            </a:r>
            <a:r>
              <a:rPr lang="en-US" dirty="0" err="1"/>
              <a:t>DUTModeling</a:t>
            </a:r>
            <a:endParaRPr lang="fr-FR" dirty="0">
              <a:solidFill>
                <a:schemeClr val="bg1"/>
              </a:solidFill>
            </a:endParaRPr>
          </a:p>
        </p:txBody>
      </p:sp>
      <p:sp>
        <p:nvSpPr>
          <p:cNvPr id="11" name="Google Shape;1040;p31">
            <a:extLst>
              <a:ext uri="{FF2B5EF4-FFF2-40B4-BE49-F238E27FC236}">
                <a16:creationId xmlns:a16="http://schemas.microsoft.com/office/drawing/2014/main" id="{A0DD2E56-0232-6633-E437-DEB807763EC8}"/>
              </a:ext>
            </a:extLst>
          </p:cNvPr>
          <p:cNvSpPr txBox="1">
            <a:spLocks/>
          </p:cNvSpPr>
          <p:nvPr/>
        </p:nvSpPr>
        <p:spPr>
          <a:xfrm>
            <a:off x="299804" y="1453357"/>
            <a:ext cx="2668248" cy="223167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200" dirty="0">
                <a:solidFill>
                  <a:schemeClr val="bg1"/>
                </a:solidFill>
                <a:latin typeface="Montserrat" panose="00000500000000000000" pitchFamily="2" charset="0"/>
              </a:rPr>
              <a:t>Nhấn nút chức năng </a:t>
            </a:r>
            <a:r>
              <a:rPr lang="vi-VN" sz="1200" b="1" dirty="0">
                <a:solidFill>
                  <a:schemeClr val="bg1"/>
                </a:solidFill>
                <a:latin typeface="Montserrat" panose="00000500000000000000" pitchFamily="2" charset="0"/>
              </a:rPr>
              <a:t>“Tải bsplinecurve.dat”</a:t>
            </a:r>
            <a:r>
              <a:rPr lang="vi-VN" sz="1200" dirty="0">
                <a:solidFill>
                  <a:schemeClr val="bg1"/>
                </a:solidFill>
                <a:latin typeface="Montserrat" panose="00000500000000000000" pitchFamily="2" charset="0"/>
              </a:rPr>
              <a:t> để tải xuống tệp dữ liệu hình học cuối cùng mang tên bsplinecurve.dat. Giao diện tích hợp một khung xem trước (</a:t>
            </a:r>
            <a:r>
              <a:rPr lang="vi-VN" sz="1200" dirty="0" err="1">
                <a:solidFill>
                  <a:schemeClr val="bg1"/>
                </a:solidFill>
                <a:latin typeface="Montserrat" panose="00000500000000000000" pitchFamily="2" charset="0"/>
              </a:rPr>
              <a:t>Preview</a:t>
            </a:r>
            <a:r>
              <a:rPr lang="vi-VN" sz="1200" dirty="0">
                <a:solidFill>
                  <a:schemeClr val="bg1"/>
                </a:solidFill>
                <a:latin typeface="Montserrat" panose="00000500000000000000" pitchFamily="2" charset="0"/>
              </a:rPr>
              <a:t>) cho phép theo dõi trực tiếp 50 dòng văn bản đầu tiên của tệp.</a:t>
            </a:r>
          </a:p>
        </p:txBody>
      </p:sp>
      <p:sp>
        <p:nvSpPr>
          <p:cNvPr id="14" name="Google Shape;1497;p43">
            <a:extLst>
              <a:ext uri="{FF2B5EF4-FFF2-40B4-BE49-F238E27FC236}">
                <a16:creationId xmlns:a16="http://schemas.microsoft.com/office/drawing/2014/main" id="{3A7D7F9D-199B-FEC7-9CCF-4D3DA9FD9B76}"/>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pic>
        <p:nvPicPr>
          <p:cNvPr id="4" name="Picture 3">
            <a:extLst>
              <a:ext uri="{FF2B5EF4-FFF2-40B4-BE49-F238E27FC236}">
                <a16:creationId xmlns:a16="http://schemas.microsoft.com/office/drawing/2014/main" id="{0A5CFDFC-E007-7B09-E58B-B94B1BD19787}"/>
              </a:ext>
            </a:extLst>
          </p:cNvPr>
          <p:cNvPicPr>
            <a:picLocks noChangeAspect="1"/>
          </p:cNvPicPr>
          <p:nvPr/>
        </p:nvPicPr>
        <p:blipFill>
          <a:blip r:embed="rId4"/>
          <a:srcRect/>
          <a:stretch/>
        </p:blipFill>
        <p:spPr>
          <a:xfrm>
            <a:off x="3087974" y="1228723"/>
            <a:ext cx="5353630" cy="2584380"/>
          </a:xfrm>
          <a:prstGeom prst="rect">
            <a:avLst/>
          </a:prstGeom>
          <a:ln w="28575">
            <a:solidFill>
              <a:schemeClr val="bg1"/>
            </a:solidFill>
          </a:ln>
        </p:spPr>
      </p:pic>
      <p:sp>
        <p:nvSpPr>
          <p:cNvPr id="6" name="Arrow: Right 5">
            <a:extLst>
              <a:ext uri="{FF2B5EF4-FFF2-40B4-BE49-F238E27FC236}">
                <a16:creationId xmlns:a16="http://schemas.microsoft.com/office/drawing/2014/main" id="{78DFCC30-C428-2279-BF2F-0CEC6212CD5A}"/>
              </a:ext>
            </a:extLst>
          </p:cNvPr>
          <p:cNvSpPr/>
          <p:nvPr/>
        </p:nvSpPr>
        <p:spPr>
          <a:xfrm rot="10800000">
            <a:off x="5246947" y="1723305"/>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2EF50D9-E626-5E9D-FA44-4F1D060A9023}"/>
              </a:ext>
            </a:extLst>
          </p:cNvPr>
          <p:cNvPicPr>
            <a:picLocks noChangeAspect="1"/>
          </p:cNvPicPr>
          <p:nvPr/>
        </p:nvPicPr>
        <p:blipFill>
          <a:blip r:embed="rId5"/>
          <a:srcRect/>
          <a:stretch/>
        </p:blipFill>
        <p:spPr>
          <a:xfrm>
            <a:off x="6568330" y="2820816"/>
            <a:ext cx="1727732" cy="2078898"/>
          </a:xfrm>
          <a:prstGeom prst="rect">
            <a:avLst/>
          </a:prstGeom>
          <a:ln w="28575">
            <a:solidFill>
              <a:schemeClr val="bg1"/>
            </a:solidFill>
          </a:ln>
        </p:spPr>
      </p:pic>
      <p:cxnSp>
        <p:nvCxnSpPr>
          <p:cNvPr id="13" name="Connector: Curved 12">
            <a:extLst>
              <a:ext uri="{FF2B5EF4-FFF2-40B4-BE49-F238E27FC236}">
                <a16:creationId xmlns:a16="http://schemas.microsoft.com/office/drawing/2014/main" id="{B9E3D5CD-2B08-0440-0BE2-C8ABFDBB3832}"/>
              </a:ext>
            </a:extLst>
          </p:cNvPr>
          <p:cNvCxnSpPr>
            <a:cxnSpLocks/>
          </p:cNvCxnSpPr>
          <p:nvPr/>
        </p:nvCxnSpPr>
        <p:spPr>
          <a:xfrm>
            <a:off x="5688767" y="2958130"/>
            <a:ext cx="654965" cy="498911"/>
          </a:xfrm>
          <a:prstGeom prst="curvedConnector3">
            <a:avLst/>
          </a:prstGeom>
          <a:ln w="28575">
            <a:solidFill>
              <a:schemeClr val="accent6">
                <a:lumMod val="9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92107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B7B33541-A8F8-5AEF-9CDF-325DC726A964}"/>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79752BB9-D5F0-7AD0-B1C7-A6F47896ADAA}"/>
              </a:ext>
            </a:extLst>
          </p:cNvPr>
          <p:cNvSpPr/>
          <p:nvPr/>
        </p:nvSpPr>
        <p:spPr>
          <a:xfrm>
            <a:off x="191912" y="2211982"/>
            <a:ext cx="5921700" cy="2095398"/>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41B81C32-99EB-DEA8-7915-DB9D68417AA2}"/>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1F325BB5-3114-84D6-8237-E1D8E8FE773F}"/>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36CE4A37-E706-ABBD-FA17-C41904A38435}"/>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253F73BD-A172-088B-E81A-453158105D55}"/>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BDD61B87-D93B-401A-635F-0AC4012B34FD}"/>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F6160D9D-13F7-87C1-4968-F89D8EF0DF7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B18E3D56-69B4-F749-7FBD-91ED4E5EA563}"/>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982AF3D5-7A6E-3B05-7B8B-819BD91019B9}"/>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2F017556-6B45-A298-FDDB-68C4D4DA3D52}"/>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dirty="0"/>
              <a:t>Xuất </a:t>
            </a:r>
            <a:r>
              <a:rPr lang="en-US" dirty="0" err="1"/>
              <a:t>tệp</a:t>
            </a:r>
            <a:r>
              <a:rPr lang="en-US" dirty="0"/>
              <a:t> </a:t>
            </a:r>
            <a:r>
              <a:rPr lang="en-US" dirty="0" err="1"/>
              <a:t>dữ</a:t>
            </a:r>
            <a:r>
              <a:rPr lang="en-US" dirty="0"/>
              <a:t> </a:t>
            </a:r>
            <a:r>
              <a:rPr lang="en-US" dirty="0" err="1"/>
              <a:t>liệu</a:t>
            </a:r>
            <a:r>
              <a:rPr lang="en-US" dirty="0"/>
              <a:t> </a:t>
            </a:r>
            <a:r>
              <a:rPr lang="en-US" dirty="0" err="1"/>
              <a:t>và</a:t>
            </a:r>
            <a:r>
              <a:rPr lang="en-US" dirty="0"/>
              <a:t> </a:t>
            </a:r>
            <a:r>
              <a:rPr lang="en-US" dirty="0" err="1"/>
              <a:t>nạp</a:t>
            </a:r>
            <a:r>
              <a:rPr lang="en-US" dirty="0"/>
              <a:t> </a:t>
            </a:r>
            <a:r>
              <a:rPr lang="en-US" dirty="0" err="1"/>
              <a:t>vào</a:t>
            </a:r>
            <a:r>
              <a:rPr lang="en-US" dirty="0"/>
              <a:t> </a:t>
            </a:r>
            <a:r>
              <a:rPr lang="en-US" dirty="0" err="1"/>
              <a:t>phần</a:t>
            </a:r>
            <a:r>
              <a:rPr lang="en-US" dirty="0"/>
              <a:t> </a:t>
            </a:r>
            <a:r>
              <a:rPr lang="en-US" dirty="0" err="1"/>
              <a:t>mềm</a:t>
            </a:r>
            <a:r>
              <a:rPr lang="en-US" dirty="0"/>
              <a:t> </a:t>
            </a:r>
            <a:r>
              <a:rPr lang="en-US" dirty="0" err="1"/>
              <a:t>DUTModeling</a:t>
            </a:r>
            <a:endParaRPr lang="fr-FR" dirty="0">
              <a:solidFill>
                <a:schemeClr val="bg1"/>
              </a:solidFill>
            </a:endParaRPr>
          </a:p>
        </p:txBody>
      </p:sp>
      <p:sp>
        <p:nvSpPr>
          <p:cNvPr id="11" name="Google Shape;1040;p31">
            <a:extLst>
              <a:ext uri="{FF2B5EF4-FFF2-40B4-BE49-F238E27FC236}">
                <a16:creationId xmlns:a16="http://schemas.microsoft.com/office/drawing/2014/main" id="{5B27111A-73D4-B6A1-A2E6-956C4C838267}"/>
              </a:ext>
            </a:extLst>
          </p:cNvPr>
          <p:cNvSpPr txBox="1">
            <a:spLocks/>
          </p:cNvSpPr>
          <p:nvPr/>
        </p:nvSpPr>
        <p:spPr>
          <a:xfrm>
            <a:off x="6226057" y="1341189"/>
            <a:ext cx="2726031" cy="223167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en-US" sz="1200" dirty="0">
                <a:solidFill>
                  <a:schemeClr val="bg1"/>
                </a:solidFill>
                <a:latin typeface="Montserrat" panose="00000500000000000000" pitchFamily="2" charset="0"/>
              </a:rPr>
              <a:t>K</a:t>
            </a:r>
            <a:r>
              <a:rPr lang="vi-VN" sz="1200" dirty="0">
                <a:solidFill>
                  <a:schemeClr val="bg1"/>
                </a:solidFill>
                <a:latin typeface="Montserrat" panose="00000500000000000000" pitchFamily="2" charset="0"/>
              </a:rPr>
              <a:t>hởi động phần mềm đồ họa chuyên dụng </a:t>
            </a:r>
            <a:r>
              <a:rPr lang="vi-VN" sz="1200" dirty="0" err="1">
                <a:solidFill>
                  <a:schemeClr val="bg1"/>
                </a:solidFill>
                <a:latin typeface="Montserrat" panose="00000500000000000000" pitchFamily="2" charset="0"/>
              </a:rPr>
              <a:t>DUTMod</a:t>
            </a:r>
            <a:r>
              <a:rPr lang="en-US" sz="1200" dirty="0" err="1">
                <a:solidFill>
                  <a:schemeClr val="bg1"/>
                </a:solidFill>
                <a:latin typeface="Montserrat" panose="00000500000000000000" pitchFamily="2" charset="0"/>
              </a:rPr>
              <a:t>eling</a:t>
            </a:r>
            <a:r>
              <a:rPr lang="en-US" sz="1200" dirty="0">
                <a:solidFill>
                  <a:schemeClr val="bg1"/>
                </a:solidFill>
                <a:latin typeface="Montserrat" panose="00000500000000000000" pitchFamily="2" charset="0"/>
              </a:rPr>
              <a:t> </a:t>
            </a:r>
            <a:r>
              <a:rPr lang="vi-VN" sz="1200" dirty="0">
                <a:solidFill>
                  <a:schemeClr val="bg1"/>
                </a:solidFill>
                <a:latin typeface="Montserrat" panose="00000500000000000000" pitchFamily="2" charset="0"/>
              </a:rPr>
              <a:t>/</a:t>
            </a:r>
            <a:r>
              <a:rPr lang="en-US" sz="1200" dirty="0">
                <a:solidFill>
                  <a:schemeClr val="bg1"/>
                </a:solidFill>
                <a:latin typeface="Montserrat" panose="00000500000000000000" pitchFamily="2" charset="0"/>
              </a:rPr>
              <a:t> </a:t>
            </a:r>
            <a:r>
              <a:rPr lang="vi-VN" sz="1200" dirty="0">
                <a:solidFill>
                  <a:schemeClr val="bg1"/>
                </a:solidFill>
                <a:latin typeface="Montserrat" panose="00000500000000000000" pitchFamily="2" charset="0"/>
              </a:rPr>
              <a:t>DISCO của bộ môn để nạp tệp vào kiểm chứng.</a:t>
            </a:r>
            <a:r>
              <a:rPr lang="en-US" sz="1200" dirty="0">
                <a:solidFill>
                  <a:schemeClr val="bg1"/>
                </a:solidFill>
                <a:latin typeface="Montserrat" panose="00000500000000000000" pitchFamily="2" charset="0"/>
              </a:rPr>
              <a:t> </a:t>
            </a:r>
            <a:r>
              <a:rPr lang="vi-VN" sz="1200" dirty="0">
                <a:solidFill>
                  <a:schemeClr val="bg1"/>
                </a:solidFill>
                <a:latin typeface="Montserrat" panose="00000500000000000000" pitchFamily="2" charset="0"/>
              </a:rPr>
              <a:t>Phần mềm đọc thành công tệp tin dữ liệu đầu ra và thực hiện tái tạo dựng hình gần như chính xác hình dáng, cấu trúc đa nét của chữ ký trong không gian đồ họa mô phỏng.</a:t>
            </a:r>
          </a:p>
        </p:txBody>
      </p:sp>
      <p:sp>
        <p:nvSpPr>
          <p:cNvPr id="14" name="Google Shape;1497;p43">
            <a:extLst>
              <a:ext uri="{FF2B5EF4-FFF2-40B4-BE49-F238E27FC236}">
                <a16:creationId xmlns:a16="http://schemas.microsoft.com/office/drawing/2014/main" id="{EAF7AFDC-E0CF-8B9B-7D7E-DEBDDCEC7B7C}"/>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sp>
        <p:nvSpPr>
          <p:cNvPr id="17" name="Rectangle: Rounded Corners 16">
            <a:extLst>
              <a:ext uri="{FF2B5EF4-FFF2-40B4-BE49-F238E27FC236}">
                <a16:creationId xmlns:a16="http://schemas.microsoft.com/office/drawing/2014/main" id="{86FDB327-4C5C-44AD-72EC-8064EB7A7B9A}"/>
              </a:ext>
            </a:extLst>
          </p:cNvPr>
          <p:cNvSpPr/>
          <p:nvPr/>
        </p:nvSpPr>
        <p:spPr>
          <a:xfrm>
            <a:off x="6226057" y="1394677"/>
            <a:ext cx="2726031" cy="2169099"/>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D8AFEE98-3BCB-184D-AB11-F46F3BDB5415}"/>
              </a:ext>
            </a:extLst>
          </p:cNvPr>
          <p:cNvSpPr/>
          <p:nvPr/>
        </p:nvSpPr>
        <p:spPr>
          <a:xfrm>
            <a:off x="526392" y="4033434"/>
            <a:ext cx="8144487" cy="686908"/>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Google Shape;1497;p43">
            <a:extLst>
              <a:ext uri="{FF2B5EF4-FFF2-40B4-BE49-F238E27FC236}">
                <a16:creationId xmlns:a16="http://schemas.microsoft.com/office/drawing/2014/main" id="{5787CBB8-E731-130D-0678-BDFD0BF43466}"/>
              </a:ext>
            </a:extLst>
          </p:cNvPr>
          <p:cNvSpPr txBox="1">
            <a:spLocks/>
          </p:cNvSpPr>
          <p:nvPr/>
        </p:nvSpPr>
        <p:spPr>
          <a:xfrm>
            <a:off x="526392" y="4033433"/>
            <a:ext cx="8091216" cy="686908"/>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sz="1200" b="1" dirty="0">
                <a:solidFill>
                  <a:schemeClr val="accent6"/>
                </a:solidFill>
              </a:rPr>
              <a:t>Nhận xét: </a:t>
            </a:r>
            <a:r>
              <a:rPr lang="vi-VN" sz="1200" dirty="0">
                <a:solidFill>
                  <a:schemeClr val="accent6"/>
                </a:solidFill>
              </a:rPr>
              <a:t>Tệp dữ liệu đầu ra tuân thủ nghiêm ngặt các quy ước số học và định dạng cấu trúc của bộ môn (tọa độ đỉnh làm tròn đúng 2 chữ số thập phân, trọng số </a:t>
            </a:r>
            <a:r>
              <a:rPr lang="vi-VN" sz="1200">
                <a:solidFill>
                  <a:schemeClr val="accent6"/>
                </a:solidFill>
              </a:rPr>
              <a:t>đồng nhất, </a:t>
            </a:r>
            <a:r>
              <a:rPr lang="vi-VN" sz="1200" dirty="0" err="1">
                <a:solidFill>
                  <a:schemeClr val="accent6"/>
                </a:solidFill>
              </a:rPr>
              <a:t>vector</a:t>
            </a:r>
            <a:r>
              <a:rPr lang="vi-VN" sz="1200" dirty="0">
                <a:solidFill>
                  <a:schemeClr val="accent6"/>
                </a:solidFill>
              </a:rPr>
              <a:t> nút làm tròn 8 chữ số thập phân), đảm bảo tính tương thích tuyệt đối mà không phát sinh bất kỳ lỗi cú pháp nào.</a:t>
            </a:r>
            <a:endParaRPr lang="fr-FR" sz="1200" dirty="0">
              <a:solidFill>
                <a:schemeClr val="accent6"/>
              </a:solidFill>
            </a:endParaRPr>
          </a:p>
        </p:txBody>
      </p:sp>
      <p:pic>
        <p:nvPicPr>
          <p:cNvPr id="4" name="Picture 3">
            <a:extLst>
              <a:ext uri="{FF2B5EF4-FFF2-40B4-BE49-F238E27FC236}">
                <a16:creationId xmlns:a16="http://schemas.microsoft.com/office/drawing/2014/main" id="{E42C3613-045E-2355-85F9-FA218BFA5272}"/>
              </a:ext>
            </a:extLst>
          </p:cNvPr>
          <p:cNvPicPr>
            <a:picLocks noChangeAspect="1"/>
          </p:cNvPicPr>
          <p:nvPr/>
        </p:nvPicPr>
        <p:blipFill>
          <a:blip r:embed="rId4"/>
          <a:srcRect/>
          <a:stretch/>
        </p:blipFill>
        <p:spPr>
          <a:xfrm>
            <a:off x="331519" y="1304640"/>
            <a:ext cx="5683604" cy="2397770"/>
          </a:xfrm>
          <a:prstGeom prst="rect">
            <a:avLst/>
          </a:prstGeom>
          <a:ln w="28575">
            <a:solidFill>
              <a:schemeClr val="bg1"/>
            </a:solidFill>
          </a:ln>
        </p:spPr>
      </p:pic>
    </p:spTree>
    <p:extLst>
      <p:ext uri="{BB962C8B-B14F-4D97-AF65-F5344CB8AC3E}">
        <p14:creationId xmlns:p14="http://schemas.microsoft.com/office/powerpoint/2010/main" val="17149305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072"/>
        <p:cNvGrpSpPr/>
        <p:nvPr/>
      </p:nvGrpSpPr>
      <p:grpSpPr>
        <a:xfrm>
          <a:off x="0" y="0"/>
          <a:ext cx="0" cy="0"/>
          <a:chOff x="0" y="0"/>
          <a:chExt cx="0" cy="0"/>
        </a:xfrm>
      </p:grpSpPr>
      <p:sp>
        <p:nvSpPr>
          <p:cNvPr id="1073" name="Google Shape;1073;p32"/>
          <p:cNvSpPr txBox="1">
            <a:spLocks noGrp="1"/>
          </p:cNvSpPr>
          <p:nvPr>
            <p:ph type="title"/>
          </p:nvPr>
        </p:nvSpPr>
        <p:spPr>
          <a:xfrm>
            <a:off x="782850" y="1013625"/>
            <a:ext cx="3435300" cy="13050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b="0">
                <a:latin typeface="Montserrat Medium"/>
                <a:ea typeface="Montserrat Medium"/>
                <a:cs typeface="Montserrat Medium"/>
                <a:sym typeface="Montserrat Medium"/>
              </a:rPr>
              <a:t>À PROPOS</a:t>
            </a:r>
            <a:r>
              <a:rPr lang="en"/>
              <a:t> DU PROJET</a:t>
            </a:r>
            <a:endParaRPr/>
          </a:p>
        </p:txBody>
      </p:sp>
      <p:sp>
        <p:nvSpPr>
          <p:cNvPr id="1074" name="Google Shape;1074;p32"/>
          <p:cNvSpPr txBox="1">
            <a:spLocks noGrp="1"/>
          </p:cNvSpPr>
          <p:nvPr>
            <p:ph type="subTitle" idx="1"/>
          </p:nvPr>
        </p:nvSpPr>
        <p:spPr>
          <a:xfrm>
            <a:off x="782850" y="2824875"/>
            <a:ext cx="3435300" cy="13050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Les images révèlent de grandes quantités de données, alors rappelez-vous : utilisez une image au lieu d'un long texte. Votre public l'appréciera</a:t>
            </a:r>
            <a:endParaRPr/>
          </a:p>
        </p:txBody>
      </p:sp>
      <p:pic>
        <p:nvPicPr>
          <p:cNvPr id="1075" name="Google Shape;1075;p32"/>
          <p:cNvPicPr preferRelativeResize="0"/>
          <p:nvPr/>
        </p:nvPicPr>
        <p:blipFill rotWithShape="1">
          <a:blip r:embed="rId3">
            <a:alphaModFix/>
          </a:blip>
          <a:srcRect l="26435" r="6876"/>
          <a:stretch/>
        </p:blipFill>
        <p:spPr>
          <a:xfrm>
            <a:off x="4992350" y="944100"/>
            <a:ext cx="3256800" cy="3255300"/>
          </a:xfrm>
          <a:prstGeom prst="ellipse">
            <a:avLst/>
          </a:prstGeom>
          <a:noFill/>
          <a:ln>
            <a:noFill/>
          </a:ln>
        </p:spPr>
      </p:pic>
      <p:grpSp>
        <p:nvGrpSpPr>
          <p:cNvPr id="1076" name="Google Shape;1076;p32"/>
          <p:cNvGrpSpPr/>
          <p:nvPr/>
        </p:nvGrpSpPr>
        <p:grpSpPr>
          <a:xfrm rot="10800000">
            <a:off x="3188769" y="4079806"/>
            <a:ext cx="1803578" cy="1592367"/>
            <a:chOff x="-4912150" y="-393637"/>
            <a:chExt cx="2057000" cy="1816112"/>
          </a:xfrm>
        </p:grpSpPr>
        <p:sp>
          <p:nvSpPr>
            <p:cNvPr id="1077" name="Google Shape;1077;p32"/>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32"/>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32"/>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32"/>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32"/>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32"/>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32"/>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32"/>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32"/>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32"/>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32"/>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32"/>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32"/>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32"/>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32"/>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32"/>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32"/>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32"/>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32"/>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 name="Google Shape;1096;p32"/>
          <p:cNvGrpSpPr/>
          <p:nvPr/>
        </p:nvGrpSpPr>
        <p:grpSpPr>
          <a:xfrm>
            <a:off x="4572000" y="169263"/>
            <a:ext cx="946675" cy="901375"/>
            <a:chOff x="4487300" y="227688"/>
            <a:chExt cx="946675" cy="901375"/>
          </a:xfrm>
        </p:grpSpPr>
        <p:grpSp>
          <p:nvGrpSpPr>
            <p:cNvPr id="1097" name="Google Shape;1097;p32"/>
            <p:cNvGrpSpPr/>
            <p:nvPr/>
          </p:nvGrpSpPr>
          <p:grpSpPr>
            <a:xfrm>
              <a:off x="5249800" y="345688"/>
              <a:ext cx="184175" cy="158025"/>
              <a:chOff x="-3626300" y="-1680825"/>
              <a:chExt cx="184175" cy="158025"/>
            </a:xfrm>
          </p:grpSpPr>
          <p:sp>
            <p:nvSpPr>
              <p:cNvPr id="1098" name="Google Shape;1098;p32"/>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32"/>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 name="Google Shape;1100;p32"/>
            <p:cNvGrpSpPr/>
            <p:nvPr/>
          </p:nvGrpSpPr>
          <p:grpSpPr>
            <a:xfrm>
              <a:off x="4487300" y="227688"/>
              <a:ext cx="716725" cy="901375"/>
              <a:chOff x="-3888525" y="-2483300"/>
              <a:chExt cx="716725" cy="901375"/>
            </a:xfrm>
          </p:grpSpPr>
          <p:sp>
            <p:nvSpPr>
              <p:cNvPr id="1101" name="Google Shape;1101;p32"/>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32"/>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03" name="Google Shape;1103;p32"/>
          <p:cNvGrpSpPr/>
          <p:nvPr/>
        </p:nvGrpSpPr>
        <p:grpSpPr>
          <a:xfrm>
            <a:off x="919197" y="2394179"/>
            <a:ext cx="3011003" cy="192185"/>
            <a:chOff x="4873322" y="2177404"/>
            <a:chExt cx="3011003" cy="192185"/>
          </a:xfrm>
        </p:grpSpPr>
        <p:sp>
          <p:nvSpPr>
            <p:cNvPr id="1104" name="Google Shape;1104;p32"/>
            <p:cNvSpPr/>
            <p:nvPr/>
          </p:nvSpPr>
          <p:spPr>
            <a:xfrm rot="-2700000" flipH="1">
              <a:off x="61841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05" name="Google Shape;1105;p32"/>
            <p:cNvCxnSpPr>
              <a:stCxn id="1106" idx="6"/>
              <a:endCxn id="1107" idx="2"/>
            </p:cNvCxnSpPr>
            <p:nvPr/>
          </p:nvCxnSpPr>
          <p:spPr>
            <a:xfrm rot="10800000">
              <a:off x="4930225" y="2272525"/>
              <a:ext cx="2897100" cy="0"/>
            </a:xfrm>
            <a:prstGeom prst="straightConnector1">
              <a:avLst/>
            </a:prstGeom>
            <a:noFill/>
            <a:ln w="9525" cap="flat" cmpd="sng">
              <a:solidFill>
                <a:schemeClr val="lt1"/>
              </a:solidFill>
              <a:prstDash val="solid"/>
              <a:round/>
              <a:headEnd type="none" w="med" len="med"/>
              <a:tailEnd type="none" w="med" len="med"/>
            </a:ln>
          </p:spPr>
        </p:cxnSp>
        <p:sp>
          <p:nvSpPr>
            <p:cNvPr id="1107" name="Google Shape;1107;p32"/>
            <p:cNvSpPr/>
            <p:nvPr/>
          </p:nvSpPr>
          <p:spPr>
            <a:xfrm flipH="1">
              <a:off x="487332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32"/>
            <p:cNvSpPr/>
            <p:nvPr/>
          </p:nvSpPr>
          <p:spPr>
            <a:xfrm flipH="1">
              <a:off x="7827325" y="2244025"/>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5"/>
        <p:cNvGrpSpPr/>
        <p:nvPr/>
      </p:nvGrpSpPr>
      <p:grpSpPr>
        <a:xfrm>
          <a:off x="0" y="0"/>
          <a:ext cx="0" cy="0"/>
          <a:chOff x="0" y="0"/>
          <a:chExt cx="0" cy="0"/>
        </a:xfrm>
      </p:grpSpPr>
      <p:sp>
        <p:nvSpPr>
          <p:cNvPr id="1156" name="Google Shape;1156;p34"/>
          <p:cNvSpPr txBox="1">
            <a:spLocks noGrp="1"/>
          </p:cNvSpPr>
          <p:nvPr>
            <p:ph type="title"/>
          </p:nvPr>
        </p:nvSpPr>
        <p:spPr>
          <a:xfrm>
            <a:off x="1940550" y="3438075"/>
            <a:ext cx="5262900" cy="3630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—QUELQU'UN DE CÉLÈBRE</a:t>
            </a:r>
            <a:endParaRPr/>
          </a:p>
        </p:txBody>
      </p:sp>
      <p:sp>
        <p:nvSpPr>
          <p:cNvPr id="1157" name="Google Shape;1157;p34"/>
          <p:cNvSpPr txBox="1">
            <a:spLocks noGrp="1"/>
          </p:cNvSpPr>
          <p:nvPr>
            <p:ph type="subTitle" idx="1"/>
          </p:nvPr>
        </p:nvSpPr>
        <p:spPr>
          <a:xfrm>
            <a:off x="1940550" y="1342425"/>
            <a:ext cx="5262900" cy="1592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 Voici une citation. Des mots pleins de sagesse que quelqu'un d'important a dit et qui peuvent inspirer le lecteur. “</a:t>
            </a:r>
            <a:endParaRPr/>
          </a:p>
        </p:txBody>
      </p:sp>
      <p:grpSp>
        <p:nvGrpSpPr>
          <p:cNvPr id="1158" name="Google Shape;1158;p34"/>
          <p:cNvGrpSpPr/>
          <p:nvPr/>
        </p:nvGrpSpPr>
        <p:grpSpPr>
          <a:xfrm>
            <a:off x="2027097" y="3051329"/>
            <a:ext cx="3612325" cy="192185"/>
            <a:chOff x="4788672" y="2177404"/>
            <a:chExt cx="3612325" cy="192185"/>
          </a:xfrm>
        </p:grpSpPr>
        <p:sp>
          <p:nvSpPr>
            <p:cNvPr id="1159" name="Google Shape;1159;p34"/>
            <p:cNvSpPr/>
            <p:nvPr/>
          </p:nvSpPr>
          <p:spPr>
            <a:xfrm rot="-2700000" flipH="1">
              <a:off x="77081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60" name="Google Shape;1160;p34"/>
            <p:cNvCxnSpPr>
              <a:stCxn id="1161" idx="6"/>
              <a:endCxn id="1162" idx="2"/>
            </p:cNvCxnSpPr>
            <p:nvPr/>
          </p:nvCxnSpPr>
          <p:spPr>
            <a:xfrm rot="10800000">
              <a:off x="4845697" y="2272517"/>
              <a:ext cx="3498300" cy="0"/>
            </a:xfrm>
            <a:prstGeom prst="straightConnector1">
              <a:avLst/>
            </a:prstGeom>
            <a:noFill/>
            <a:ln w="9525" cap="flat" cmpd="sng">
              <a:solidFill>
                <a:schemeClr val="lt1"/>
              </a:solidFill>
              <a:prstDash val="solid"/>
              <a:round/>
              <a:headEnd type="none" w="med" len="med"/>
              <a:tailEnd type="none" w="med" len="med"/>
            </a:ln>
          </p:spPr>
        </p:cxnSp>
        <p:sp>
          <p:nvSpPr>
            <p:cNvPr id="1162" name="Google Shape;1162;p34"/>
            <p:cNvSpPr/>
            <p:nvPr/>
          </p:nvSpPr>
          <p:spPr>
            <a:xfrm flipH="1">
              <a:off x="4788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34"/>
            <p:cNvSpPr/>
            <p:nvPr/>
          </p:nvSpPr>
          <p:spPr>
            <a:xfrm flipH="1">
              <a:off x="8343997"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3" name="Google Shape;1163;p34"/>
          <p:cNvGrpSpPr/>
          <p:nvPr/>
        </p:nvGrpSpPr>
        <p:grpSpPr>
          <a:xfrm rot="10800000">
            <a:off x="2460069" y="-714219"/>
            <a:ext cx="1803578" cy="1592367"/>
            <a:chOff x="-4912150" y="-393637"/>
            <a:chExt cx="2057000" cy="1816112"/>
          </a:xfrm>
        </p:grpSpPr>
        <p:sp>
          <p:nvSpPr>
            <p:cNvPr id="1164" name="Google Shape;1164;p34"/>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34"/>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34"/>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34"/>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34"/>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34"/>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34"/>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34"/>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34"/>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34"/>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34"/>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1175;p34"/>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34"/>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34"/>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34"/>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34"/>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1180;p34"/>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34"/>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34"/>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 name="Google Shape;1183;p34"/>
          <p:cNvGrpSpPr/>
          <p:nvPr/>
        </p:nvGrpSpPr>
        <p:grpSpPr>
          <a:xfrm>
            <a:off x="6286297" y="3482200"/>
            <a:ext cx="1929500" cy="2210100"/>
            <a:chOff x="295725" y="-3462825"/>
            <a:chExt cx="1929500" cy="2210100"/>
          </a:xfrm>
        </p:grpSpPr>
        <p:sp>
          <p:nvSpPr>
            <p:cNvPr id="1184" name="Google Shape;1184;p34"/>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34"/>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1186;p34"/>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34"/>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34"/>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34"/>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34"/>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34"/>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34"/>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34"/>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34"/>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34"/>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34"/>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34"/>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34"/>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34"/>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 name="Google Shape;1200;p34"/>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34"/>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 name="Google Shape;1202;p34"/>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34"/>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34"/>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34"/>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34"/>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34"/>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 name="Google Shape;1208;p34"/>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212"/>
        <p:cNvGrpSpPr/>
        <p:nvPr/>
      </p:nvGrpSpPr>
      <p:grpSpPr>
        <a:xfrm>
          <a:off x="0" y="0"/>
          <a:ext cx="0" cy="0"/>
          <a:chOff x="0" y="0"/>
          <a:chExt cx="0" cy="0"/>
        </a:xfrm>
      </p:grpSpPr>
      <p:sp>
        <p:nvSpPr>
          <p:cNvPr id="1213" name="Google Shape;1213;p35"/>
          <p:cNvSpPr txBox="1"/>
          <p:nvPr/>
        </p:nvSpPr>
        <p:spPr>
          <a:xfrm>
            <a:off x="3887485" y="1424600"/>
            <a:ext cx="1382700" cy="4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Juin</a:t>
            </a:r>
            <a:endParaRPr sz="2000" b="1">
              <a:solidFill>
                <a:schemeClr val="lt1"/>
              </a:solidFill>
              <a:latin typeface="Montserrat"/>
              <a:ea typeface="Montserrat"/>
              <a:cs typeface="Montserrat"/>
              <a:sym typeface="Montserrat"/>
            </a:endParaRPr>
          </a:p>
        </p:txBody>
      </p:sp>
      <p:sp>
        <p:nvSpPr>
          <p:cNvPr id="1214" name="Google Shape;1214;p35"/>
          <p:cNvSpPr txBox="1"/>
          <p:nvPr/>
        </p:nvSpPr>
        <p:spPr>
          <a:xfrm>
            <a:off x="2491098" y="2787858"/>
            <a:ext cx="10194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Tâche 2</a:t>
            </a:r>
            <a:endParaRPr sz="1600">
              <a:solidFill>
                <a:schemeClr val="lt1"/>
              </a:solidFill>
              <a:latin typeface="Montserrat Medium"/>
              <a:ea typeface="Montserrat Medium"/>
              <a:cs typeface="Montserrat Medium"/>
              <a:sym typeface="Montserrat Medium"/>
            </a:endParaRPr>
          </a:p>
        </p:txBody>
      </p:sp>
      <p:cxnSp>
        <p:nvCxnSpPr>
          <p:cNvPr id="1215" name="Google Shape;1215;p35"/>
          <p:cNvCxnSpPr>
            <a:stCxn id="1216" idx="6"/>
            <a:endCxn id="1217" idx="2"/>
          </p:cNvCxnSpPr>
          <p:nvPr/>
        </p:nvCxnSpPr>
        <p:spPr>
          <a:xfrm rot="10800000" flipH="1">
            <a:off x="2591620" y="3215453"/>
            <a:ext cx="2763300" cy="3000"/>
          </a:xfrm>
          <a:prstGeom prst="straightConnector1">
            <a:avLst/>
          </a:prstGeom>
          <a:noFill/>
          <a:ln w="9525" cap="flat" cmpd="sng">
            <a:solidFill>
              <a:schemeClr val="lt1"/>
            </a:solidFill>
            <a:prstDash val="solid"/>
            <a:round/>
            <a:headEnd type="oval" w="med" len="med"/>
            <a:tailEnd type="oval" w="med" len="med"/>
          </a:ln>
        </p:spPr>
      </p:cxnSp>
      <p:sp>
        <p:nvSpPr>
          <p:cNvPr id="1216" name="Google Shape;1216;p35"/>
          <p:cNvSpPr/>
          <p:nvPr/>
        </p:nvSpPr>
        <p:spPr>
          <a:xfrm>
            <a:off x="2318020" y="3081653"/>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35"/>
          <p:cNvSpPr/>
          <p:nvPr/>
        </p:nvSpPr>
        <p:spPr>
          <a:xfrm>
            <a:off x="5355045" y="3078653"/>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35"/>
          <p:cNvSpPr txBox="1"/>
          <p:nvPr/>
        </p:nvSpPr>
        <p:spPr>
          <a:xfrm>
            <a:off x="3509276" y="2787850"/>
            <a:ext cx="33429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Pluton est une planète naine</a:t>
            </a:r>
            <a:endParaRPr sz="1600">
              <a:solidFill>
                <a:schemeClr val="lt1"/>
              </a:solidFill>
              <a:latin typeface="Montserrat Medium"/>
              <a:ea typeface="Montserrat Medium"/>
              <a:cs typeface="Montserrat Medium"/>
              <a:sym typeface="Montserrat Medium"/>
            </a:endParaRPr>
          </a:p>
        </p:txBody>
      </p:sp>
      <p:sp>
        <p:nvSpPr>
          <p:cNvPr id="1219" name="Google Shape;1219;p35"/>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CALENDRIER DU PROJET</a:t>
            </a:r>
            <a:endParaRPr/>
          </a:p>
        </p:txBody>
      </p:sp>
      <p:grpSp>
        <p:nvGrpSpPr>
          <p:cNvPr id="1220" name="Google Shape;1220;p35"/>
          <p:cNvGrpSpPr/>
          <p:nvPr/>
        </p:nvGrpSpPr>
        <p:grpSpPr>
          <a:xfrm>
            <a:off x="1611150" y="1050283"/>
            <a:ext cx="5921700" cy="192184"/>
            <a:chOff x="902597" y="1069304"/>
            <a:chExt cx="5921700" cy="192184"/>
          </a:xfrm>
        </p:grpSpPr>
        <p:grpSp>
          <p:nvGrpSpPr>
            <p:cNvPr id="1221" name="Google Shape;1221;p35"/>
            <p:cNvGrpSpPr/>
            <p:nvPr/>
          </p:nvGrpSpPr>
          <p:grpSpPr>
            <a:xfrm>
              <a:off x="902597" y="1069304"/>
              <a:ext cx="5864700" cy="192184"/>
              <a:chOff x="2335097" y="1069304"/>
              <a:chExt cx="5864700" cy="192184"/>
            </a:xfrm>
          </p:grpSpPr>
          <p:sp>
            <p:nvSpPr>
              <p:cNvPr id="1222" name="Google Shape;1222;p35"/>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23" name="Google Shape;1223;p35"/>
              <p:cNvCxnSpPr>
                <a:stCxn id="1224" idx="6"/>
                <a:endCxn id="1225"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225" name="Google Shape;1225;p35"/>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4" name="Google Shape;1224;p35"/>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 name="Google Shape;1226;p35"/>
          <p:cNvSpPr txBox="1"/>
          <p:nvPr/>
        </p:nvSpPr>
        <p:spPr>
          <a:xfrm>
            <a:off x="1094750" y="1424600"/>
            <a:ext cx="1382700" cy="4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Avril</a:t>
            </a:r>
            <a:endParaRPr sz="2000" b="1">
              <a:solidFill>
                <a:schemeClr val="lt1"/>
              </a:solidFill>
              <a:latin typeface="Montserrat"/>
              <a:ea typeface="Montserrat"/>
              <a:cs typeface="Montserrat"/>
              <a:sym typeface="Montserrat"/>
            </a:endParaRPr>
          </a:p>
        </p:txBody>
      </p:sp>
      <p:sp>
        <p:nvSpPr>
          <p:cNvPr id="1227" name="Google Shape;1227;p35"/>
          <p:cNvSpPr txBox="1"/>
          <p:nvPr/>
        </p:nvSpPr>
        <p:spPr>
          <a:xfrm>
            <a:off x="2491079" y="1424600"/>
            <a:ext cx="1382700" cy="4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Mai</a:t>
            </a:r>
            <a:endParaRPr sz="2000" b="1">
              <a:solidFill>
                <a:schemeClr val="lt1"/>
              </a:solidFill>
              <a:latin typeface="Montserrat"/>
              <a:ea typeface="Montserrat"/>
              <a:cs typeface="Montserrat"/>
              <a:sym typeface="Montserrat"/>
            </a:endParaRPr>
          </a:p>
        </p:txBody>
      </p:sp>
      <p:sp>
        <p:nvSpPr>
          <p:cNvPr id="1228" name="Google Shape;1228;p35"/>
          <p:cNvSpPr txBox="1"/>
          <p:nvPr/>
        </p:nvSpPr>
        <p:spPr>
          <a:xfrm>
            <a:off x="5283858" y="1424600"/>
            <a:ext cx="1382700" cy="4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Juillet</a:t>
            </a:r>
            <a:endParaRPr sz="2000" b="1">
              <a:solidFill>
                <a:schemeClr val="lt1"/>
              </a:solidFill>
              <a:latin typeface="Montserrat"/>
              <a:ea typeface="Montserrat"/>
              <a:cs typeface="Montserrat"/>
              <a:sym typeface="Montserrat"/>
            </a:endParaRPr>
          </a:p>
        </p:txBody>
      </p:sp>
      <p:sp>
        <p:nvSpPr>
          <p:cNvPr id="1229" name="Google Shape;1229;p35"/>
          <p:cNvSpPr txBox="1"/>
          <p:nvPr/>
        </p:nvSpPr>
        <p:spPr>
          <a:xfrm>
            <a:off x="6666558" y="1424600"/>
            <a:ext cx="1382700" cy="4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Août</a:t>
            </a:r>
            <a:endParaRPr sz="2000" b="1">
              <a:solidFill>
                <a:schemeClr val="lt1"/>
              </a:solidFill>
              <a:latin typeface="Montserrat"/>
              <a:ea typeface="Montserrat"/>
              <a:cs typeface="Montserrat"/>
              <a:sym typeface="Montserrat"/>
            </a:endParaRPr>
          </a:p>
        </p:txBody>
      </p:sp>
      <p:grpSp>
        <p:nvGrpSpPr>
          <p:cNvPr id="1230" name="Google Shape;1230;p35"/>
          <p:cNvGrpSpPr/>
          <p:nvPr/>
        </p:nvGrpSpPr>
        <p:grpSpPr>
          <a:xfrm>
            <a:off x="782838" y="4237143"/>
            <a:ext cx="960401" cy="721220"/>
            <a:chOff x="695513" y="4237143"/>
            <a:chExt cx="960401" cy="721220"/>
          </a:xfrm>
        </p:grpSpPr>
        <p:sp>
          <p:nvSpPr>
            <p:cNvPr id="1231" name="Google Shape;1231;p35"/>
            <p:cNvSpPr/>
            <p:nvPr/>
          </p:nvSpPr>
          <p:spPr>
            <a:xfrm>
              <a:off x="1175713" y="42371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 name="Google Shape;1232;p35"/>
            <p:cNvSpPr/>
            <p:nvPr/>
          </p:nvSpPr>
          <p:spPr>
            <a:xfrm>
              <a:off x="695513" y="4478468"/>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3" name="Google Shape;1233;p35"/>
          <p:cNvSpPr txBox="1"/>
          <p:nvPr/>
        </p:nvSpPr>
        <p:spPr>
          <a:xfrm>
            <a:off x="1191023" y="3466660"/>
            <a:ext cx="10194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Tâche 3</a:t>
            </a:r>
            <a:endParaRPr sz="1600">
              <a:solidFill>
                <a:schemeClr val="lt1"/>
              </a:solidFill>
              <a:latin typeface="Montserrat Medium"/>
              <a:ea typeface="Montserrat Medium"/>
              <a:cs typeface="Montserrat Medium"/>
              <a:sym typeface="Montserrat Medium"/>
            </a:endParaRPr>
          </a:p>
        </p:txBody>
      </p:sp>
      <p:sp>
        <p:nvSpPr>
          <p:cNvPr id="1234" name="Google Shape;1234;p35"/>
          <p:cNvSpPr/>
          <p:nvPr/>
        </p:nvSpPr>
        <p:spPr>
          <a:xfrm>
            <a:off x="5355045" y="3757036"/>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35" name="Google Shape;1235;p35"/>
          <p:cNvCxnSpPr>
            <a:stCxn id="1236" idx="6"/>
            <a:endCxn id="1234" idx="2"/>
          </p:cNvCxnSpPr>
          <p:nvPr/>
        </p:nvCxnSpPr>
        <p:spPr>
          <a:xfrm rot="10800000" flipH="1">
            <a:off x="1187670" y="3893855"/>
            <a:ext cx="4167300" cy="600"/>
          </a:xfrm>
          <a:prstGeom prst="straightConnector1">
            <a:avLst/>
          </a:prstGeom>
          <a:noFill/>
          <a:ln w="9525" cap="flat" cmpd="sng">
            <a:solidFill>
              <a:schemeClr val="lt1"/>
            </a:solidFill>
            <a:prstDash val="solid"/>
            <a:round/>
            <a:headEnd type="oval" w="med" len="med"/>
            <a:tailEnd type="oval" w="med" len="med"/>
          </a:ln>
        </p:spPr>
      </p:cxnSp>
      <p:sp>
        <p:nvSpPr>
          <p:cNvPr id="1236" name="Google Shape;1236;p35"/>
          <p:cNvSpPr/>
          <p:nvPr/>
        </p:nvSpPr>
        <p:spPr>
          <a:xfrm>
            <a:off x="914070" y="3757655"/>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35"/>
          <p:cNvSpPr txBox="1"/>
          <p:nvPr/>
        </p:nvSpPr>
        <p:spPr>
          <a:xfrm>
            <a:off x="2209190" y="3466660"/>
            <a:ext cx="31425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Saturne est gazeuse</a:t>
            </a:r>
            <a:endParaRPr sz="1600">
              <a:solidFill>
                <a:schemeClr val="lt1"/>
              </a:solidFill>
              <a:latin typeface="Montserrat Medium"/>
              <a:ea typeface="Montserrat Medium"/>
              <a:cs typeface="Montserrat Medium"/>
              <a:sym typeface="Montserrat Medium"/>
            </a:endParaRPr>
          </a:p>
        </p:txBody>
      </p:sp>
      <p:cxnSp>
        <p:nvCxnSpPr>
          <p:cNvPr id="1238" name="Google Shape;1238;p35"/>
          <p:cNvCxnSpPr>
            <a:stCxn id="1239" idx="6"/>
            <a:endCxn id="1240" idx="2"/>
          </p:cNvCxnSpPr>
          <p:nvPr/>
        </p:nvCxnSpPr>
        <p:spPr>
          <a:xfrm>
            <a:off x="3968420" y="4570450"/>
            <a:ext cx="2783100" cy="0"/>
          </a:xfrm>
          <a:prstGeom prst="straightConnector1">
            <a:avLst/>
          </a:prstGeom>
          <a:noFill/>
          <a:ln w="9525" cap="flat" cmpd="sng">
            <a:solidFill>
              <a:schemeClr val="lt1"/>
            </a:solidFill>
            <a:prstDash val="solid"/>
            <a:round/>
            <a:headEnd type="oval" w="med" len="med"/>
            <a:tailEnd type="oval" w="med" len="med"/>
          </a:ln>
        </p:spPr>
      </p:cxnSp>
      <p:sp>
        <p:nvSpPr>
          <p:cNvPr id="1239" name="Google Shape;1239;p35"/>
          <p:cNvSpPr/>
          <p:nvPr/>
        </p:nvSpPr>
        <p:spPr>
          <a:xfrm>
            <a:off x="3694820" y="4433650"/>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35"/>
          <p:cNvSpPr txBox="1"/>
          <p:nvPr/>
        </p:nvSpPr>
        <p:spPr>
          <a:xfrm>
            <a:off x="3887475" y="4142749"/>
            <a:ext cx="10194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Tâche 4</a:t>
            </a:r>
            <a:endParaRPr sz="1600">
              <a:solidFill>
                <a:schemeClr val="lt1"/>
              </a:solidFill>
              <a:latin typeface="Montserrat Medium"/>
              <a:ea typeface="Montserrat Medium"/>
              <a:cs typeface="Montserrat Medium"/>
              <a:sym typeface="Montserrat Medium"/>
            </a:endParaRPr>
          </a:p>
        </p:txBody>
      </p:sp>
      <p:sp>
        <p:nvSpPr>
          <p:cNvPr id="1242" name="Google Shape;1242;p35"/>
          <p:cNvSpPr txBox="1"/>
          <p:nvPr/>
        </p:nvSpPr>
        <p:spPr>
          <a:xfrm>
            <a:off x="4906874" y="4142749"/>
            <a:ext cx="31425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Le Soleil est un étoile</a:t>
            </a:r>
            <a:endParaRPr sz="1600">
              <a:solidFill>
                <a:schemeClr val="lt1"/>
              </a:solidFill>
              <a:latin typeface="Montserrat Medium"/>
              <a:ea typeface="Montserrat Medium"/>
              <a:cs typeface="Montserrat Medium"/>
              <a:sym typeface="Montserrat Medium"/>
            </a:endParaRPr>
          </a:p>
        </p:txBody>
      </p:sp>
      <p:sp>
        <p:nvSpPr>
          <p:cNvPr id="1240" name="Google Shape;1240;p35"/>
          <p:cNvSpPr/>
          <p:nvPr/>
        </p:nvSpPr>
        <p:spPr>
          <a:xfrm>
            <a:off x="6751520" y="4433656"/>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35"/>
          <p:cNvSpPr txBox="1"/>
          <p:nvPr/>
        </p:nvSpPr>
        <p:spPr>
          <a:xfrm>
            <a:off x="1191023" y="2105262"/>
            <a:ext cx="10194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Tâche 1</a:t>
            </a:r>
            <a:endParaRPr sz="1600">
              <a:solidFill>
                <a:schemeClr val="lt1"/>
              </a:solidFill>
              <a:latin typeface="Montserrat Medium"/>
              <a:ea typeface="Montserrat Medium"/>
              <a:cs typeface="Montserrat Medium"/>
              <a:sym typeface="Montserrat Medium"/>
            </a:endParaRPr>
          </a:p>
        </p:txBody>
      </p:sp>
      <p:sp>
        <p:nvSpPr>
          <p:cNvPr id="1244" name="Google Shape;1244;p35"/>
          <p:cNvSpPr txBox="1"/>
          <p:nvPr/>
        </p:nvSpPr>
        <p:spPr>
          <a:xfrm>
            <a:off x="2209190" y="2105261"/>
            <a:ext cx="31425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Mercure est très petite</a:t>
            </a:r>
            <a:endParaRPr sz="1600">
              <a:solidFill>
                <a:schemeClr val="lt1"/>
              </a:solidFill>
              <a:latin typeface="Montserrat Medium"/>
              <a:ea typeface="Montserrat Medium"/>
              <a:cs typeface="Montserrat Medium"/>
              <a:sym typeface="Montserrat Medium"/>
            </a:endParaRPr>
          </a:p>
        </p:txBody>
      </p:sp>
      <p:cxnSp>
        <p:nvCxnSpPr>
          <p:cNvPr id="1245" name="Google Shape;1245;p35"/>
          <p:cNvCxnSpPr>
            <a:stCxn id="1246" idx="6"/>
            <a:endCxn id="1247" idx="2"/>
          </p:cNvCxnSpPr>
          <p:nvPr/>
        </p:nvCxnSpPr>
        <p:spPr>
          <a:xfrm>
            <a:off x="1187670" y="2532638"/>
            <a:ext cx="5569500" cy="0"/>
          </a:xfrm>
          <a:prstGeom prst="straightConnector1">
            <a:avLst/>
          </a:prstGeom>
          <a:noFill/>
          <a:ln w="9525" cap="flat" cmpd="sng">
            <a:solidFill>
              <a:schemeClr val="lt1"/>
            </a:solidFill>
            <a:prstDash val="solid"/>
            <a:round/>
            <a:headEnd type="oval" w="med" len="med"/>
            <a:tailEnd type="oval" w="med" len="med"/>
          </a:ln>
        </p:spPr>
      </p:cxnSp>
      <p:sp>
        <p:nvSpPr>
          <p:cNvPr id="1246" name="Google Shape;1246;p35"/>
          <p:cNvSpPr/>
          <p:nvPr/>
        </p:nvSpPr>
        <p:spPr>
          <a:xfrm>
            <a:off x="914070" y="2395838"/>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35"/>
          <p:cNvSpPr/>
          <p:nvPr/>
        </p:nvSpPr>
        <p:spPr>
          <a:xfrm>
            <a:off x="6757145" y="2395838"/>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263"/>
        <p:cNvGrpSpPr/>
        <p:nvPr/>
      </p:nvGrpSpPr>
      <p:grpSpPr>
        <a:xfrm>
          <a:off x="0" y="0"/>
          <a:ext cx="0" cy="0"/>
          <a:chOff x="0" y="0"/>
          <a:chExt cx="0" cy="0"/>
        </a:xfrm>
      </p:grpSpPr>
      <p:sp>
        <p:nvSpPr>
          <p:cNvPr id="1264" name="Google Shape;1264;p37"/>
          <p:cNvSpPr txBox="1">
            <a:spLocks noGrp="1"/>
          </p:cNvSpPr>
          <p:nvPr>
            <p:ph type="body" idx="1"/>
          </p:nvPr>
        </p:nvSpPr>
        <p:spPr>
          <a:xfrm>
            <a:off x="1932150" y="1660875"/>
            <a:ext cx="5279700" cy="22392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Savez-vous ce qui vous aide à rendre votre point de vue très clair ?</a:t>
            </a:r>
            <a:endParaRPr/>
          </a:p>
          <a:p>
            <a:pPr marL="0" lvl="0" indent="0" algn="l" rtl="0">
              <a:spcBef>
                <a:spcPts val="1000"/>
              </a:spcBef>
              <a:spcAft>
                <a:spcPts val="0"/>
              </a:spcAft>
              <a:buNone/>
            </a:pPr>
            <a:r>
              <a:rPr lang="en"/>
              <a:t>Des listes comme celle-ci :</a:t>
            </a:r>
            <a:endParaRPr/>
          </a:p>
          <a:p>
            <a:pPr marL="457200" lvl="0" indent="-330200" algn="l" rtl="0">
              <a:spcBef>
                <a:spcPts val="0"/>
              </a:spcBef>
              <a:spcAft>
                <a:spcPts val="0"/>
              </a:spcAft>
              <a:buSzPts val="1600"/>
              <a:buChar char="●"/>
            </a:pPr>
            <a:r>
              <a:rPr lang="en"/>
              <a:t>Elles sont simples</a:t>
            </a:r>
            <a:endParaRPr/>
          </a:p>
          <a:p>
            <a:pPr marL="457200" lvl="0" indent="-330200" algn="l" rtl="0">
              <a:spcBef>
                <a:spcPts val="0"/>
              </a:spcBef>
              <a:spcAft>
                <a:spcPts val="0"/>
              </a:spcAft>
              <a:buSzPts val="1600"/>
              <a:buChar char="●"/>
            </a:pPr>
            <a:r>
              <a:rPr lang="en"/>
              <a:t>Vous pouvez organiser vos idées clairement</a:t>
            </a:r>
            <a:endParaRPr/>
          </a:p>
          <a:p>
            <a:pPr marL="457200" lvl="0" indent="-330200" algn="l" rtl="0">
              <a:spcBef>
                <a:spcPts val="0"/>
              </a:spcBef>
              <a:spcAft>
                <a:spcPts val="0"/>
              </a:spcAft>
              <a:buSzPts val="1600"/>
              <a:buChar char="●"/>
            </a:pPr>
            <a:r>
              <a:rPr lang="en"/>
              <a:t>Vous n’oublierez jamais d’acheter du lait !</a:t>
            </a:r>
            <a:endParaRPr/>
          </a:p>
          <a:p>
            <a:pPr marL="0" lvl="0" indent="0" algn="l" rtl="0">
              <a:spcBef>
                <a:spcPts val="1000"/>
              </a:spcBef>
              <a:spcAft>
                <a:spcPts val="0"/>
              </a:spcAft>
              <a:buNone/>
            </a:pPr>
            <a:r>
              <a:rPr lang="en"/>
              <a:t>Et le plus important : le public ne manquera pas le but de votre présentation</a:t>
            </a:r>
            <a:endParaRPr/>
          </a:p>
        </p:txBody>
      </p:sp>
      <p:sp>
        <p:nvSpPr>
          <p:cNvPr id="1265" name="Google Shape;1265;p37"/>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POINTS CLÉS</a:t>
            </a:r>
            <a:endParaRPr/>
          </a:p>
        </p:txBody>
      </p:sp>
      <p:grpSp>
        <p:nvGrpSpPr>
          <p:cNvPr id="1266" name="Google Shape;1266;p37"/>
          <p:cNvGrpSpPr/>
          <p:nvPr/>
        </p:nvGrpSpPr>
        <p:grpSpPr>
          <a:xfrm>
            <a:off x="708769" y="229268"/>
            <a:ext cx="1019565" cy="1290805"/>
            <a:chOff x="-4017975" y="-49702"/>
            <a:chExt cx="1162825" cy="1472177"/>
          </a:xfrm>
        </p:grpSpPr>
        <p:sp>
          <p:nvSpPr>
            <p:cNvPr id="1267" name="Google Shape;1267;p37"/>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37"/>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37"/>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37"/>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37"/>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37"/>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37"/>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 name="Google Shape;1274;p37"/>
          <p:cNvGrpSpPr/>
          <p:nvPr/>
        </p:nvGrpSpPr>
        <p:grpSpPr>
          <a:xfrm>
            <a:off x="6056447" y="3828300"/>
            <a:ext cx="1929500" cy="2210100"/>
            <a:chOff x="295725" y="-3462825"/>
            <a:chExt cx="1929500" cy="2210100"/>
          </a:xfrm>
        </p:grpSpPr>
        <p:sp>
          <p:nvSpPr>
            <p:cNvPr id="1275" name="Google Shape;1275;p37"/>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37"/>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37"/>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37"/>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37"/>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37"/>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37"/>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37"/>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37"/>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37"/>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37"/>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37"/>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37"/>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37"/>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37"/>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37"/>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37"/>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37"/>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37"/>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37"/>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37"/>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37"/>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37"/>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37"/>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37"/>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 name="Google Shape;1300;p37"/>
          <p:cNvGrpSpPr/>
          <p:nvPr/>
        </p:nvGrpSpPr>
        <p:grpSpPr>
          <a:xfrm>
            <a:off x="7840825" y="1807363"/>
            <a:ext cx="1040638" cy="901375"/>
            <a:chOff x="8457538" y="810363"/>
            <a:chExt cx="1040638" cy="901375"/>
          </a:xfrm>
        </p:grpSpPr>
        <p:grpSp>
          <p:nvGrpSpPr>
            <p:cNvPr id="1301" name="Google Shape;1301;p37"/>
            <p:cNvGrpSpPr/>
            <p:nvPr/>
          </p:nvGrpSpPr>
          <p:grpSpPr>
            <a:xfrm>
              <a:off x="8781450" y="810363"/>
              <a:ext cx="716725" cy="901375"/>
              <a:chOff x="-3888525" y="-2483300"/>
              <a:chExt cx="716725" cy="901375"/>
            </a:xfrm>
          </p:grpSpPr>
          <p:sp>
            <p:nvSpPr>
              <p:cNvPr id="1302" name="Google Shape;1302;p37"/>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37"/>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 name="Google Shape;1304;p37"/>
            <p:cNvGrpSpPr/>
            <p:nvPr/>
          </p:nvGrpSpPr>
          <p:grpSpPr>
            <a:xfrm>
              <a:off x="8457538" y="1331488"/>
              <a:ext cx="323925" cy="323650"/>
              <a:chOff x="1608625" y="299800"/>
              <a:chExt cx="323925" cy="323650"/>
            </a:xfrm>
          </p:grpSpPr>
          <p:sp>
            <p:nvSpPr>
              <p:cNvPr id="1305" name="Google Shape;1305;p37"/>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37"/>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37"/>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08" name="Google Shape;1308;p37"/>
          <p:cNvGrpSpPr/>
          <p:nvPr/>
        </p:nvGrpSpPr>
        <p:grpSpPr>
          <a:xfrm>
            <a:off x="2868450" y="1050283"/>
            <a:ext cx="3407100" cy="192184"/>
            <a:chOff x="1512197" y="1069304"/>
            <a:chExt cx="3407100" cy="192184"/>
          </a:xfrm>
        </p:grpSpPr>
        <p:grpSp>
          <p:nvGrpSpPr>
            <p:cNvPr id="1309" name="Google Shape;1309;p37"/>
            <p:cNvGrpSpPr/>
            <p:nvPr/>
          </p:nvGrpSpPr>
          <p:grpSpPr>
            <a:xfrm>
              <a:off x="1512197" y="1069304"/>
              <a:ext cx="3350100" cy="192184"/>
              <a:chOff x="2944697" y="1069304"/>
              <a:chExt cx="3350100" cy="192184"/>
            </a:xfrm>
          </p:grpSpPr>
          <p:sp>
            <p:nvSpPr>
              <p:cNvPr id="1310" name="Google Shape;1310;p37"/>
              <p:cNvSpPr/>
              <p:nvPr/>
            </p:nvSpPr>
            <p:spPr>
              <a:xfrm rot="-2700000" flipH="1">
                <a:off x="5498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11" name="Google Shape;1311;p37"/>
              <p:cNvCxnSpPr>
                <a:stCxn id="1312" idx="6"/>
                <a:endCxn id="1313" idx="2"/>
              </p:cNvCxnSpPr>
              <p:nvPr/>
            </p:nvCxnSpPr>
            <p:spPr>
              <a:xfrm rot="10800000">
                <a:off x="3001697" y="1164492"/>
                <a:ext cx="3293100" cy="900"/>
              </a:xfrm>
              <a:prstGeom prst="straightConnector1">
                <a:avLst/>
              </a:prstGeom>
              <a:noFill/>
              <a:ln w="9525" cap="flat" cmpd="sng">
                <a:solidFill>
                  <a:schemeClr val="lt1"/>
                </a:solidFill>
                <a:prstDash val="solid"/>
                <a:round/>
                <a:headEnd type="none" w="med" len="med"/>
                <a:tailEnd type="none" w="med" len="med"/>
              </a:ln>
            </p:spPr>
          </p:cxnSp>
          <p:sp>
            <p:nvSpPr>
              <p:cNvPr id="1313" name="Google Shape;1313;p37"/>
              <p:cNvSpPr/>
              <p:nvPr/>
            </p:nvSpPr>
            <p:spPr>
              <a:xfrm flipH="1">
                <a:off x="29446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2" name="Google Shape;1312;p37"/>
            <p:cNvSpPr/>
            <p:nvPr/>
          </p:nvSpPr>
          <p:spPr>
            <a:xfrm flipH="1">
              <a:off x="4862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317"/>
        <p:cNvGrpSpPr/>
        <p:nvPr/>
      </p:nvGrpSpPr>
      <p:grpSpPr>
        <a:xfrm>
          <a:off x="0" y="0"/>
          <a:ext cx="0" cy="0"/>
          <a:chOff x="0" y="0"/>
          <a:chExt cx="0" cy="0"/>
        </a:xfrm>
      </p:grpSpPr>
      <p:sp>
        <p:nvSpPr>
          <p:cNvPr id="1318" name="Google Shape;1318;p38"/>
          <p:cNvSpPr txBox="1">
            <a:spLocks noGrp="1"/>
          </p:cNvSpPr>
          <p:nvPr>
            <p:ph type="title"/>
          </p:nvPr>
        </p:nvSpPr>
        <p:spPr>
          <a:xfrm>
            <a:off x="1267387" y="1365025"/>
            <a:ext cx="6609300" cy="14079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150 000</a:t>
            </a:r>
            <a:endParaRPr/>
          </a:p>
        </p:txBody>
      </p:sp>
      <p:sp>
        <p:nvSpPr>
          <p:cNvPr id="1319" name="Google Shape;1319;p38"/>
          <p:cNvSpPr txBox="1">
            <a:spLocks noGrp="1"/>
          </p:cNvSpPr>
          <p:nvPr>
            <p:ph type="subTitle" idx="1"/>
          </p:nvPr>
        </p:nvSpPr>
        <p:spPr>
          <a:xfrm>
            <a:off x="1267375" y="3255875"/>
            <a:ext cx="6609300" cy="5226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Les grands chiffres attirent l'attention de votre public</a:t>
            </a:r>
            <a:endParaRPr/>
          </a:p>
        </p:txBody>
      </p:sp>
      <p:grpSp>
        <p:nvGrpSpPr>
          <p:cNvPr id="1320" name="Google Shape;1320;p38"/>
          <p:cNvGrpSpPr/>
          <p:nvPr/>
        </p:nvGrpSpPr>
        <p:grpSpPr>
          <a:xfrm>
            <a:off x="2299597" y="2830641"/>
            <a:ext cx="4544800" cy="192185"/>
            <a:chOff x="4102872" y="2177404"/>
            <a:chExt cx="4544800" cy="192185"/>
          </a:xfrm>
        </p:grpSpPr>
        <p:sp>
          <p:nvSpPr>
            <p:cNvPr id="1321" name="Google Shape;1321;p38"/>
            <p:cNvSpPr/>
            <p:nvPr/>
          </p:nvSpPr>
          <p:spPr>
            <a:xfrm rot="-2700000" flipH="1">
              <a:off x="73271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22" name="Google Shape;1322;p38"/>
            <p:cNvCxnSpPr>
              <a:stCxn id="1323" idx="6"/>
              <a:endCxn id="1324" idx="2"/>
            </p:cNvCxnSpPr>
            <p:nvPr/>
          </p:nvCxnSpPr>
          <p:spPr>
            <a:xfrm rot="10800000">
              <a:off x="4159972" y="2272517"/>
              <a:ext cx="4430700" cy="0"/>
            </a:xfrm>
            <a:prstGeom prst="straightConnector1">
              <a:avLst/>
            </a:prstGeom>
            <a:noFill/>
            <a:ln w="9525" cap="flat" cmpd="sng">
              <a:solidFill>
                <a:schemeClr val="lt1"/>
              </a:solidFill>
              <a:prstDash val="solid"/>
              <a:round/>
              <a:headEnd type="none" w="med" len="med"/>
              <a:tailEnd type="none" w="med" len="med"/>
            </a:ln>
          </p:spPr>
        </p:cxnSp>
        <p:sp>
          <p:nvSpPr>
            <p:cNvPr id="1324" name="Google Shape;1324;p38"/>
            <p:cNvSpPr/>
            <p:nvPr/>
          </p:nvSpPr>
          <p:spPr>
            <a:xfrm flipH="1">
              <a:off x="41028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38"/>
            <p:cNvSpPr/>
            <p:nvPr/>
          </p:nvSpPr>
          <p:spPr>
            <a:xfrm flipH="1">
              <a:off x="8590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 name="Google Shape;1325;p38"/>
          <p:cNvGrpSpPr/>
          <p:nvPr/>
        </p:nvGrpSpPr>
        <p:grpSpPr>
          <a:xfrm>
            <a:off x="3409172" y="556238"/>
            <a:ext cx="873188" cy="546900"/>
            <a:chOff x="1115510" y="4327288"/>
            <a:chExt cx="873188" cy="546900"/>
          </a:xfrm>
        </p:grpSpPr>
        <p:sp>
          <p:nvSpPr>
            <p:cNvPr id="1326" name="Google Shape;1326;p38"/>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7" name="Google Shape;1327;p38"/>
            <p:cNvGrpSpPr/>
            <p:nvPr/>
          </p:nvGrpSpPr>
          <p:grpSpPr>
            <a:xfrm flipH="1">
              <a:off x="1664772" y="4493938"/>
              <a:ext cx="323925" cy="323650"/>
              <a:chOff x="1608625" y="299800"/>
              <a:chExt cx="323925" cy="323650"/>
            </a:xfrm>
          </p:grpSpPr>
          <p:sp>
            <p:nvSpPr>
              <p:cNvPr id="1328" name="Google Shape;1328;p38"/>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38"/>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38"/>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31" name="Google Shape;1331;p38"/>
          <p:cNvGrpSpPr/>
          <p:nvPr/>
        </p:nvGrpSpPr>
        <p:grpSpPr>
          <a:xfrm flipH="1">
            <a:off x="8501831" y="1965068"/>
            <a:ext cx="1019565" cy="1290805"/>
            <a:chOff x="-4017975" y="-49702"/>
            <a:chExt cx="1162825" cy="1472177"/>
          </a:xfrm>
        </p:grpSpPr>
        <p:sp>
          <p:nvSpPr>
            <p:cNvPr id="1332" name="Google Shape;1332;p38"/>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38"/>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38"/>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38"/>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38"/>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38"/>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38"/>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72"/>
        <p:cNvGrpSpPr/>
        <p:nvPr/>
      </p:nvGrpSpPr>
      <p:grpSpPr>
        <a:xfrm>
          <a:off x="0" y="0"/>
          <a:ext cx="0" cy="0"/>
          <a:chOff x="0" y="0"/>
          <a:chExt cx="0" cy="0"/>
        </a:xfrm>
      </p:grpSpPr>
      <p:sp>
        <p:nvSpPr>
          <p:cNvPr id="1373" name="Google Shape;1373;p40"/>
          <p:cNvSpPr txBox="1">
            <a:spLocks noGrp="1"/>
          </p:cNvSpPr>
          <p:nvPr>
            <p:ph type="title"/>
          </p:nvPr>
        </p:nvSpPr>
        <p:spPr>
          <a:xfrm>
            <a:off x="1388100" y="556250"/>
            <a:ext cx="5904000" cy="4031100"/>
          </a:xfrm>
          <a:prstGeom prst="rect">
            <a:avLst/>
          </a:prstGeom>
        </p:spPr>
        <p:txBody>
          <a:bodyPr spcFirstLastPara="1" wrap="square" lIns="91425" tIns="0" rIns="91425" bIns="0" anchor="ctr" anchorCtr="0">
            <a:noAutofit/>
          </a:bodyPr>
          <a:lstStyle/>
          <a:p>
            <a:pPr marL="0" lvl="0" indent="0" algn="l" rtl="0">
              <a:spcBef>
                <a:spcPts val="0"/>
              </a:spcBef>
              <a:spcAft>
                <a:spcPts val="0"/>
              </a:spcAft>
              <a:buNone/>
            </a:pPr>
            <a:r>
              <a:rPr lang="en"/>
              <a:t>Mots </a:t>
            </a:r>
            <a:r>
              <a:rPr lang="en" b="0">
                <a:latin typeface="Montserrat Medium"/>
                <a:ea typeface="Montserrat Medium"/>
                <a:cs typeface="Montserrat Medium"/>
                <a:sym typeface="Montserrat Medium"/>
              </a:rPr>
              <a:t>Géniaux</a:t>
            </a:r>
            <a:endParaRPr b="0">
              <a:latin typeface="Montserrat Medium"/>
              <a:ea typeface="Montserrat Medium"/>
              <a:cs typeface="Montserrat Medium"/>
              <a:sym typeface="Montserrat Medium"/>
            </a:endParaRPr>
          </a:p>
        </p:txBody>
      </p:sp>
      <p:grpSp>
        <p:nvGrpSpPr>
          <p:cNvPr id="1374" name="Google Shape;1374;p40"/>
          <p:cNvGrpSpPr/>
          <p:nvPr/>
        </p:nvGrpSpPr>
        <p:grpSpPr>
          <a:xfrm flipH="1">
            <a:off x="378472" y="3923488"/>
            <a:ext cx="1929500" cy="2210100"/>
            <a:chOff x="295725" y="-3462825"/>
            <a:chExt cx="1929500" cy="2210100"/>
          </a:xfrm>
        </p:grpSpPr>
        <p:sp>
          <p:nvSpPr>
            <p:cNvPr id="1375" name="Google Shape;1375;p40"/>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40"/>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40"/>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40"/>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40"/>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40"/>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40"/>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40"/>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40"/>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40"/>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40"/>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40"/>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40"/>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40"/>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40"/>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40"/>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40"/>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40"/>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40"/>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40"/>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40"/>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40"/>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40"/>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40"/>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40"/>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 name="Google Shape;1400;p40"/>
          <p:cNvGrpSpPr/>
          <p:nvPr/>
        </p:nvGrpSpPr>
        <p:grpSpPr>
          <a:xfrm flipH="1">
            <a:off x="4571988" y="-438607"/>
            <a:ext cx="1938846" cy="1720830"/>
            <a:chOff x="-1873362" y="2120543"/>
            <a:chExt cx="1938846" cy="1720830"/>
          </a:xfrm>
        </p:grpSpPr>
        <p:sp>
          <p:nvSpPr>
            <p:cNvPr id="1401" name="Google Shape;1401;p40"/>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40"/>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40"/>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40"/>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40"/>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40"/>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40"/>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40"/>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40"/>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40"/>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40"/>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40"/>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40"/>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40"/>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40"/>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40"/>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40"/>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40"/>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40"/>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423"/>
        <p:cNvGrpSpPr/>
        <p:nvPr/>
      </p:nvGrpSpPr>
      <p:grpSpPr>
        <a:xfrm>
          <a:off x="0" y="0"/>
          <a:ext cx="0" cy="0"/>
          <a:chOff x="0" y="0"/>
          <a:chExt cx="0" cy="0"/>
        </a:xfrm>
      </p:grpSpPr>
      <p:pic>
        <p:nvPicPr>
          <p:cNvPr id="1424" name="Google Shape;1424;p41" title="Points scored">
            <a:hlinkClick r:id="rId3"/>
          </p:cNvPr>
          <p:cNvPicPr preferRelativeResize="0"/>
          <p:nvPr/>
        </p:nvPicPr>
        <p:blipFill>
          <a:blip r:embed="rId4">
            <a:alphaModFix/>
          </a:blip>
          <a:stretch>
            <a:fillRect/>
          </a:stretch>
        </p:blipFill>
        <p:spPr>
          <a:xfrm>
            <a:off x="782850" y="1564162"/>
            <a:ext cx="3080124" cy="1504124"/>
          </a:xfrm>
          <a:prstGeom prst="rect">
            <a:avLst/>
          </a:prstGeom>
          <a:noFill/>
          <a:ln>
            <a:noFill/>
          </a:ln>
        </p:spPr>
      </p:pic>
      <p:sp>
        <p:nvSpPr>
          <p:cNvPr id="1425" name="Google Shape;1425;p41"/>
          <p:cNvSpPr txBox="1">
            <a:spLocks noGrp="1"/>
          </p:cNvSpPr>
          <p:nvPr>
            <p:ph type="title"/>
          </p:nvPr>
        </p:nvSpPr>
        <p:spPr>
          <a:xfrm>
            <a:off x="782850" y="556250"/>
            <a:ext cx="7578300" cy="5232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TABLEAU DE BORD KPI</a:t>
            </a:r>
            <a:endParaRPr/>
          </a:p>
        </p:txBody>
      </p:sp>
      <p:sp>
        <p:nvSpPr>
          <p:cNvPr id="1426" name="Google Shape;1426;p41"/>
          <p:cNvSpPr txBox="1"/>
          <p:nvPr/>
        </p:nvSpPr>
        <p:spPr>
          <a:xfrm>
            <a:off x="782850" y="1285275"/>
            <a:ext cx="3641700" cy="3426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Budget</a:t>
            </a:r>
            <a:endParaRPr sz="2000" b="1">
              <a:solidFill>
                <a:schemeClr val="lt1"/>
              </a:solidFill>
              <a:latin typeface="Montserrat"/>
              <a:ea typeface="Montserrat"/>
              <a:cs typeface="Montserrat"/>
              <a:sym typeface="Montserrat"/>
            </a:endParaRPr>
          </a:p>
        </p:txBody>
      </p:sp>
      <p:sp>
        <p:nvSpPr>
          <p:cNvPr id="1427" name="Google Shape;1427;p41"/>
          <p:cNvSpPr txBox="1"/>
          <p:nvPr/>
        </p:nvSpPr>
        <p:spPr>
          <a:xfrm>
            <a:off x="4668287" y="1285275"/>
            <a:ext cx="3641700" cy="3426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Gains</a:t>
            </a:r>
            <a:endParaRPr sz="2000" b="1">
              <a:solidFill>
                <a:schemeClr val="lt1"/>
              </a:solidFill>
              <a:latin typeface="Montserrat"/>
              <a:ea typeface="Montserrat"/>
              <a:cs typeface="Montserrat"/>
              <a:sym typeface="Montserrat"/>
            </a:endParaRPr>
          </a:p>
        </p:txBody>
      </p:sp>
      <p:sp>
        <p:nvSpPr>
          <p:cNvPr id="1428" name="Google Shape;1428;p41"/>
          <p:cNvSpPr txBox="1"/>
          <p:nvPr/>
        </p:nvSpPr>
        <p:spPr>
          <a:xfrm>
            <a:off x="722275" y="4284500"/>
            <a:ext cx="7699500" cy="302700"/>
          </a:xfrm>
          <a:prstGeom prst="rect">
            <a:avLst/>
          </a:prstGeom>
          <a:noFill/>
          <a:ln>
            <a:noFill/>
          </a:ln>
        </p:spPr>
        <p:txBody>
          <a:bodyPr spcFirstLastPara="1" wrap="square" lIns="0" tIns="91425" rIns="0" bIns="91425" anchor="t" anchorCtr="0">
            <a:noAutofit/>
          </a:bodyPr>
          <a:lstStyle/>
          <a:p>
            <a:pPr marL="0" marR="0" lvl="0" indent="0" algn="ctr" rtl="0">
              <a:lnSpc>
                <a:spcPct val="100000"/>
              </a:lnSpc>
              <a:spcBef>
                <a:spcPts val="0"/>
              </a:spcBef>
              <a:spcAft>
                <a:spcPts val="0"/>
              </a:spcAft>
              <a:buNone/>
            </a:pPr>
            <a:r>
              <a:rPr lang="en" sz="1200">
                <a:solidFill>
                  <a:schemeClr val="lt1"/>
                </a:solidFill>
                <a:latin typeface="Montserrat"/>
                <a:ea typeface="Montserrat"/>
                <a:cs typeface="Montserrat"/>
                <a:sym typeface="Montserrat"/>
              </a:rPr>
              <a:t>Follow the link in the graph to modify its data and paste the new one here. </a:t>
            </a:r>
            <a:r>
              <a:rPr lang="en" sz="1200" u="sng">
                <a:solidFill>
                  <a:schemeClr val="lt1"/>
                </a:solidFill>
                <a:latin typeface="Montserrat"/>
                <a:ea typeface="Montserrat"/>
                <a:cs typeface="Montserrat"/>
                <a:sym typeface="Montserrat"/>
                <a:hlinkClick r:id="rId5">
                  <a:extLst>
                    <a:ext uri="{A12FA001-AC4F-418D-AE19-62706E023703}">
                      <ahyp:hlinkClr xmlns:ahyp="http://schemas.microsoft.com/office/drawing/2018/hyperlinkcolor" val="tx"/>
                    </a:ext>
                  </a:extLst>
                </a:hlinkClick>
              </a:rPr>
              <a:t>For more info, click here</a:t>
            </a:r>
            <a:endParaRPr sz="1200" u="sng">
              <a:solidFill>
                <a:schemeClr val="lt1"/>
              </a:solidFill>
              <a:latin typeface="Montserrat"/>
              <a:ea typeface="Montserrat"/>
              <a:cs typeface="Montserrat"/>
              <a:sym typeface="Montserrat"/>
            </a:endParaRPr>
          </a:p>
        </p:txBody>
      </p:sp>
      <p:sp>
        <p:nvSpPr>
          <p:cNvPr id="1429" name="Google Shape;1429;p41"/>
          <p:cNvSpPr txBox="1"/>
          <p:nvPr/>
        </p:nvSpPr>
        <p:spPr>
          <a:xfrm>
            <a:off x="782850" y="3624675"/>
            <a:ext cx="1552200" cy="3840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a:solidFill>
                  <a:schemeClr val="lt1"/>
                </a:solidFill>
                <a:latin typeface="Montserrat"/>
                <a:ea typeface="Montserrat"/>
                <a:cs typeface="Montserrat"/>
                <a:sym typeface="Montserrat"/>
              </a:rPr>
              <a:t>Vénus a un beau nom</a:t>
            </a:r>
            <a:endParaRPr>
              <a:solidFill>
                <a:schemeClr val="lt1"/>
              </a:solidFill>
              <a:latin typeface="Montserrat"/>
              <a:ea typeface="Montserrat"/>
              <a:cs typeface="Montserrat"/>
              <a:sym typeface="Montserrat"/>
            </a:endParaRPr>
          </a:p>
        </p:txBody>
      </p:sp>
      <p:sp>
        <p:nvSpPr>
          <p:cNvPr id="1430" name="Google Shape;1430;p41"/>
          <p:cNvSpPr txBox="1"/>
          <p:nvPr/>
        </p:nvSpPr>
        <p:spPr>
          <a:xfrm>
            <a:off x="782850" y="3156975"/>
            <a:ext cx="1552200" cy="3384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800" b="1">
                <a:solidFill>
                  <a:schemeClr val="lt1"/>
                </a:solidFill>
                <a:latin typeface="Montserrat"/>
                <a:ea typeface="Montserrat"/>
                <a:cs typeface="Montserrat"/>
                <a:sym typeface="Montserrat"/>
              </a:rPr>
              <a:t>28.00€</a:t>
            </a:r>
            <a:endParaRPr sz="2800" b="1">
              <a:solidFill>
                <a:schemeClr val="lt1"/>
              </a:solidFill>
              <a:latin typeface="Montserrat"/>
              <a:ea typeface="Montserrat"/>
              <a:cs typeface="Montserrat"/>
              <a:sym typeface="Montserrat"/>
            </a:endParaRPr>
          </a:p>
        </p:txBody>
      </p:sp>
      <p:sp>
        <p:nvSpPr>
          <p:cNvPr id="1431" name="Google Shape;1431;p41"/>
          <p:cNvSpPr txBox="1"/>
          <p:nvPr/>
        </p:nvSpPr>
        <p:spPr>
          <a:xfrm>
            <a:off x="2520750" y="3624675"/>
            <a:ext cx="1552200" cy="3840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a:solidFill>
                  <a:schemeClr val="lt1"/>
                </a:solidFill>
                <a:latin typeface="Montserrat"/>
                <a:ea typeface="Montserrat"/>
                <a:cs typeface="Montserrat"/>
                <a:sym typeface="Montserrat"/>
              </a:rPr>
              <a:t>Planète Jupiter est gazeuse</a:t>
            </a:r>
            <a:endParaRPr>
              <a:solidFill>
                <a:schemeClr val="lt1"/>
              </a:solidFill>
              <a:latin typeface="Montserrat"/>
              <a:ea typeface="Montserrat"/>
              <a:cs typeface="Montserrat"/>
              <a:sym typeface="Montserrat"/>
            </a:endParaRPr>
          </a:p>
        </p:txBody>
      </p:sp>
      <p:sp>
        <p:nvSpPr>
          <p:cNvPr id="1432" name="Google Shape;1432;p41"/>
          <p:cNvSpPr txBox="1"/>
          <p:nvPr/>
        </p:nvSpPr>
        <p:spPr>
          <a:xfrm>
            <a:off x="2520750" y="3156975"/>
            <a:ext cx="1903800" cy="3384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800" b="1">
                <a:solidFill>
                  <a:schemeClr val="lt1"/>
                </a:solidFill>
                <a:latin typeface="Montserrat"/>
                <a:ea typeface="Montserrat"/>
                <a:cs typeface="Montserrat"/>
                <a:sym typeface="Montserrat"/>
              </a:rPr>
              <a:t>70 unités</a:t>
            </a:r>
            <a:endParaRPr sz="2800" b="1">
              <a:solidFill>
                <a:schemeClr val="lt1"/>
              </a:solidFill>
              <a:latin typeface="Montserrat"/>
              <a:ea typeface="Montserrat"/>
              <a:cs typeface="Montserrat"/>
              <a:sym typeface="Montserrat"/>
            </a:endParaRPr>
          </a:p>
        </p:txBody>
      </p:sp>
      <p:grpSp>
        <p:nvGrpSpPr>
          <p:cNvPr id="1433" name="Google Shape;1433;p41"/>
          <p:cNvGrpSpPr/>
          <p:nvPr/>
        </p:nvGrpSpPr>
        <p:grpSpPr>
          <a:xfrm>
            <a:off x="2335050" y="1050283"/>
            <a:ext cx="4473900" cy="192184"/>
            <a:chOff x="902597" y="1069304"/>
            <a:chExt cx="4473900" cy="192184"/>
          </a:xfrm>
        </p:grpSpPr>
        <p:grpSp>
          <p:nvGrpSpPr>
            <p:cNvPr id="1434" name="Google Shape;1434;p41"/>
            <p:cNvGrpSpPr/>
            <p:nvPr/>
          </p:nvGrpSpPr>
          <p:grpSpPr>
            <a:xfrm>
              <a:off x="902597" y="1069304"/>
              <a:ext cx="4416900" cy="192184"/>
              <a:chOff x="2335097" y="1069304"/>
              <a:chExt cx="4416900" cy="192184"/>
            </a:xfrm>
          </p:grpSpPr>
          <p:sp>
            <p:nvSpPr>
              <p:cNvPr id="1435" name="Google Shape;1435;p41"/>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36" name="Google Shape;1436;p41"/>
              <p:cNvCxnSpPr>
                <a:stCxn id="1437" idx="6"/>
                <a:endCxn id="1438" idx="2"/>
              </p:cNvCxnSpPr>
              <p:nvPr/>
            </p:nvCxnSpPr>
            <p:spPr>
              <a:xfrm rot="10800000">
                <a:off x="2392097" y="1164492"/>
                <a:ext cx="4359900" cy="900"/>
              </a:xfrm>
              <a:prstGeom prst="straightConnector1">
                <a:avLst/>
              </a:prstGeom>
              <a:noFill/>
              <a:ln w="9525" cap="flat" cmpd="sng">
                <a:solidFill>
                  <a:schemeClr val="lt1"/>
                </a:solidFill>
                <a:prstDash val="solid"/>
                <a:round/>
                <a:headEnd type="none" w="med" len="med"/>
                <a:tailEnd type="none" w="med" len="med"/>
              </a:ln>
            </p:spPr>
          </p:cxnSp>
          <p:sp>
            <p:nvSpPr>
              <p:cNvPr id="1438" name="Google Shape;1438;p41"/>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37" name="Google Shape;1437;p41"/>
            <p:cNvSpPr/>
            <p:nvPr/>
          </p:nvSpPr>
          <p:spPr>
            <a:xfrm flipH="1">
              <a:off x="53194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439" name="Google Shape;1439;p41" title="Gráfico">
            <a:hlinkClick r:id="rId6"/>
          </p:cNvPr>
          <p:cNvPicPr preferRelativeResize="0"/>
          <p:nvPr/>
        </p:nvPicPr>
        <p:blipFill>
          <a:blip r:embed="rId7">
            <a:alphaModFix/>
          </a:blip>
          <a:stretch>
            <a:fillRect/>
          </a:stretch>
        </p:blipFill>
        <p:spPr>
          <a:xfrm>
            <a:off x="4588161" y="1614025"/>
            <a:ext cx="4094013" cy="253145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443"/>
        <p:cNvGrpSpPr/>
        <p:nvPr/>
      </p:nvGrpSpPr>
      <p:grpSpPr>
        <a:xfrm>
          <a:off x="0" y="0"/>
          <a:ext cx="0" cy="0"/>
          <a:chOff x="0" y="0"/>
          <a:chExt cx="0" cy="0"/>
        </a:xfrm>
      </p:grpSpPr>
      <p:sp>
        <p:nvSpPr>
          <p:cNvPr id="1444" name="Google Shape;1444;p42"/>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RAPPORT DE SITUATION</a:t>
            </a:r>
            <a:endParaRPr/>
          </a:p>
        </p:txBody>
      </p:sp>
      <p:sp>
        <p:nvSpPr>
          <p:cNvPr id="1445" name="Google Shape;1445;p42"/>
          <p:cNvSpPr txBox="1">
            <a:spLocks noGrp="1"/>
          </p:cNvSpPr>
          <p:nvPr>
            <p:ph type="subTitle" idx="1"/>
          </p:nvPr>
        </p:nvSpPr>
        <p:spPr>
          <a:xfrm>
            <a:off x="785913" y="20885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Jupiter est une géante gazeuse et la plus grande</a:t>
            </a:r>
            <a:endParaRPr/>
          </a:p>
        </p:txBody>
      </p:sp>
      <p:sp>
        <p:nvSpPr>
          <p:cNvPr id="1446" name="Google Shape;1446;p42"/>
          <p:cNvSpPr txBox="1">
            <a:spLocks noGrp="1"/>
          </p:cNvSpPr>
          <p:nvPr>
            <p:ph type="subTitle" idx="2"/>
          </p:nvPr>
        </p:nvSpPr>
        <p:spPr>
          <a:xfrm>
            <a:off x="785913" y="17176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Programme</a:t>
            </a:r>
            <a:endParaRPr/>
          </a:p>
        </p:txBody>
      </p:sp>
      <p:grpSp>
        <p:nvGrpSpPr>
          <p:cNvPr id="1447" name="Google Shape;1447;p42"/>
          <p:cNvGrpSpPr/>
          <p:nvPr/>
        </p:nvGrpSpPr>
        <p:grpSpPr>
          <a:xfrm>
            <a:off x="1611150" y="1050283"/>
            <a:ext cx="5921700" cy="192184"/>
            <a:chOff x="902597" y="1069304"/>
            <a:chExt cx="5921700" cy="192184"/>
          </a:xfrm>
        </p:grpSpPr>
        <p:grpSp>
          <p:nvGrpSpPr>
            <p:cNvPr id="1448" name="Google Shape;1448;p42"/>
            <p:cNvGrpSpPr/>
            <p:nvPr/>
          </p:nvGrpSpPr>
          <p:grpSpPr>
            <a:xfrm>
              <a:off x="902597" y="1069304"/>
              <a:ext cx="5864700" cy="192184"/>
              <a:chOff x="2335097" y="1069304"/>
              <a:chExt cx="5864700" cy="192184"/>
            </a:xfrm>
          </p:grpSpPr>
          <p:sp>
            <p:nvSpPr>
              <p:cNvPr id="1449" name="Google Shape;1449;p42"/>
              <p:cNvSpPr/>
              <p:nvPr/>
            </p:nvSpPr>
            <p:spPr>
              <a:xfrm rot="-2700000" flipH="1">
                <a:off x="59558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50" name="Google Shape;1450;p42"/>
              <p:cNvCxnSpPr>
                <a:stCxn id="1451" idx="6"/>
                <a:endCxn id="1452"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452" name="Google Shape;1452;p42"/>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1" name="Google Shape;1451;p42"/>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3" name="Google Shape;1453;p42"/>
          <p:cNvSpPr txBox="1">
            <a:spLocks noGrp="1"/>
          </p:cNvSpPr>
          <p:nvPr>
            <p:ph type="subTitle" idx="3"/>
          </p:nvPr>
        </p:nvSpPr>
        <p:spPr>
          <a:xfrm>
            <a:off x="3428113" y="20885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Saturne est une géante gazeuse et possède anneaux</a:t>
            </a:r>
            <a:endParaRPr/>
          </a:p>
        </p:txBody>
      </p:sp>
      <p:sp>
        <p:nvSpPr>
          <p:cNvPr id="1454" name="Google Shape;1454;p42"/>
          <p:cNvSpPr txBox="1">
            <a:spLocks noGrp="1"/>
          </p:cNvSpPr>
          <p:nvPr>
            <p:ph type="subTitle" idx="4"/>
          </p:nvPr>
        </p:nvSpPr>
        <p:spPr>
          <a:xfrm>
            <a:off x="3428100" y="17176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Ressourcement</a:t>
            </a:r>
            <a:endParaRPr/>
          </a:p>
        </p:txBody>
      </p:sp>
      <p:sp>
        <p:nvSpPr>
          <p:cNvPr id="1455" name="Google Shape;1455;p42"/>
          <p:cNvSpPr txBox="1">
            <a:spLocks noGrp="1"/>
          </p:cNvSpPr>
          <p:nvPr>
            <p:ph type="subTitle" idx="5"/>
          </p:nvPr>
        </p:nvSpPr>
        <p:spPr>
          <a:xfrm>
            <a:off x="6070288" y="20885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Pluton est désormais comme une planète naine</a:t>
            </a:r>
            <a:endParaRPr/>
          </a:p>
        </p:txBody>
      </p:sp>
      <p:sp>
        <p:nvSpPr>
          <p:cNvPr id="1456" name="Google Shape;1456;p42"/>
          <p:cNvSpPr txBox="1">
            <a:spLocks noGrp="1"/>
          </p:cNvSpPr>
          <p:nvPr>
            <p:ph type="subTitle" idx="6"/>
          </p:nvPr>
        </p:nvSpPr>
        <p:spPr>
          <a:xfrm>
            <a:off x="6070288" y="17176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Budget</a:t>
            </a:r>
            <a:endParaRPr/>
          </a:p>
        </p:txBody>
      </p:sp>
      <p:sp>
        <p:nvSpPr>
          <p:cNvPr id="1457" name="Google Shape;1457;p42"/>
          <p:cNvSpPr txBox="1">
            <a:spLocks noGrp="1"/>
          </p:cNvSpPr>
          <p:nvPr>
            <p:ph type="subTitle" idx="7"/>
          </p:nvPr>
        </p:nvSpPr>
        <p:spPr>
          <a:xfrm>
            <a:off x="785913" y="38246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Cérès est située dans la ceinture d'astéroïdes</a:t>
            </a:r>
            <a:endParaRPr/>
          </a:p>
        </p:txBody>
      </p:sp>
      <p:sp>
        <p:nvSpPr>
          <p:cNvPr id="1458" name="Google Shape;1458;p42"/>
          <p:cNvSpPr txBox="1">
            <a:spLocks noGrp="1"/>
          </p:cNvSpPr>
          <p:nvPr>
            <p:ph type="subTitle" idx="8"/>
          </p:nvPr>
        </p:nvSpPr>
        <p:spPr>
          <a:xfrm>
            <a:off x="785913" y="34537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Risques</a:t>
            </a:r>
            <a:endParaRPr/>
          </a:p>
        </p:txBody>
      </p:sp>
      <p:sp>
        <p:nvSpPr>
          <p:cNvPr id="1459" name="Google Shape;1459;p42"/>
          <p:cNvSpPr txBox="1">
            <a:spLocks noGrp="1"/>
          </p:cNvSpPr>
          <p:nvPr>
            <p:ph type="subTitle" idx="9"/>
          </p:nvPr>
        </p:nvSpPr>
        <p:spPr>
          <a:xfrm>
            <a:off x="3428113" y="38246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La Terre est la troisième planète partant du Soleil</a:t>
            </a:r>
            <a:endParaRPr/>
          </a:p>
        </p:txBody>
      </p:sp>
      <p:sp>
        <p:nvSpPr>
          <p:cNvPr id="1460" name="Google Shape;1460;p42"/>
          <p:cNvSpPr txBox="1">
            <a:spLocks noGrp="1"/>
          </p:cNvSpPr>
          <p:nvPr>
            <p:ph type="subTitle" idx="13"/>
          </p:nvPr>
        </p:nvSpPr>
        <p:spPr>
          <a:xfrm>
            <a:off x="3428100" y="34537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Avantages</a:t>
            </a:r>
            <a:endParaRPr/>
          </a:p>
        </p:txBody>
      </p:sp>
      <p:sp>
        <p:nvSpPr>
          <p:cNvPr id="1461" name="Google Shape;1461;p42"/>
          <p:cNvSpPr txBox="1">
            <a:spLocks noGrp="1"/>
          </p:cNvSpPr>
          <p:nvPr>
            <p:ph type="subTitle" idx="14"/>
          </p:nvPr>
        </p:nvSpPr>
        <p:spPr>
          <a:xfrm>
            <a:off x="6070288" y="38246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Malgré sa couleur rouge, Mars est en fait un endroit froid</a:t>
            </a:r>
            <a:endParaRPr/>
          </a:p>
        </p:txBody>
      </p:sp>
      <p:sp>
        <p:nvSpPr>
          <p:cNvPr id="1462" name="Google Shape;1462;p42"/>
          <p:cNvSpPr txBox="1">
            <a:spLocks noGrp="1"/>
          </p:cNvSpPr>
          <p:nvPr>
            <p:ph type="subTitle" idx="15"/>
          </p:nvPr>
        </p:nvSpPr>
        <p:spPr>
          <a:xfrm>
            <a:off x="6070288" y="34537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Questions</a:t>
            </a:r>
            <a:endParaRPr/>
          </a:p>
        </p:txBody>
      </p:sp>
      <p:sp>
        <p:nvSpPr>
          <p:cNvPr id="1463" name="Google Shape;1463;p42"/>
          <p:cNvSpPr/>
          <p:nvPr/>
        </p:nvSpPr>
        <p:spPr>
          <a:xfrm>
            <a:off x="888788"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42"/>
          <p:cNvSpPr/>
          <p:nvPr/>
        </p:nvSpPr>
        <p:spPr>
          <a:xfrm>
            <a:off x="1135538" y="3193183"/>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42"/>
          <p:cNvSpPr/>
          <p:nvPr/>
        </p:nvSpPr>
        <p:spPr>
          <a:xfrm>
            <a:off x="1382288" y="3193183"/>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42"/>
          <p:cNvSpPr/>
          <p:nvPr/>
        </p:nvSpPr>
        <p:spPr>
          <a:xfrm>
            <a:off x="1629038" y="3193183"/>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42"/>
          <p:cNvSpPr/>
          <p:nvPr/>
        </p:nvSpPr>
        <p:spPr>
          <a:xfrm>
            <a:off x="1875788" y="3193183"/>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42"/>
          <p:cNvSpPr/>
          <p:nvPr/>
        </p:nvSpPr>
        <p:spPr>
          <a:xfrm>
            <a:off x="3542250"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42"/>
          <p:cNvSpPr/>
          <p:nvPr/>
        </p:nvSpPr>
        <p:spPr>
          <a:xfrm>
            <a:off x="3789000"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42"/>
          <p:cNvSpPr/>
          <p:nvPr/>
        </p:nvSpPr>
        <p:spPr>
          <a:xfrm>
            <a:off x="4035750"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42"/>
          <p:cNvSpPr/>
          <p:nvPr/>
        </p:nvSpPr>
        <p:spPr>
          <a:xfrm>
            <a:off x="4282500"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42"/>
          <p:cNvSpPr/>
          <p:nvPr/>
        </p:nvSpPr>
        <p:spPr>
          <a:xfrm>
            <a:off x="4529250"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42"/>
          <p:cNvSpPr/>
          <p:nvPr/>
        </p:nvSpPr>
        <p:spPr>
          <a:xfrm>
            <a:off x="6195713"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42"/>
          <p:cNvSpPr/>
          <p:nvPr/>
        </p:nvSpPr>
        <p:spPr>
          <a:xfrm>
            <a:off x="6442463"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42"/>
          <p:cNvSpPr/>
          <p:nvPr/>
        </p:nvSpPr>
        <p:spPr>
          <a:xfrm>
            <a:off x="6689213"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42"/>
          <p:cNvSpPr/>
          <p:nvPr/>
        </p:nvSpPr>
        <p:spPr>
          <a:xfrm>
            <a:off x="6935963"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42"/>
          <p:cNvSpPr/>
          <p:nvPr/>
        </p:nvSpPr>
        <p:spPr>
          <a:xfrm>
            <a:off x="7182713" y="3193183"/>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42"/>
          <p:cNvSpPr/>
          <p:nvPr/>
        </p:nvSpPr>
        <p:spPr>
          <a:xfrm>
            <a:off x="888788"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42"/>
          <p:cNvSpPr/>
          <p:nvPr/>
        </p:nvSpPr>
        <p:spPr>
          <a:xfrm>
            <a:off x="1135538"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42"/>
          <p:cNvSpPr/>
          <p:nvPr/>
        </p:nvSpPr>
        <p:spPr>
          <a:xfrm>
            <a:off x="1382288"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42"/>
          <p:cNvSpPr/>
          <p:nvPr/>
        </p:nvSpPr>
        <p:spPr>
          <a:xfrm>
            <a:off x="1629038"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42"/>
          <p:cNvSpPr/>
          <p:nvPr/>
        </p:nvSpPr>
        <p:spPr>
          <a:xfrm>
            <a:off x="1875788"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42"/>
          <p:cNvSpPr/>
          <p:nvPr/>
        </p:nvSpPr>
        <p:spPr>
          <a:xfrm>
            <a:off x="3542250"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42"/>
          <p:cNvSpPr/>
          <p:nvPr/>
        </p:nvSpPr>
        <p:spPr>
          <a:xfrm>
            <a:off x="3789000"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42"/>
          <p:cNvSpPr/>
          <p:nvPr/>
        </p:nvSpPr>
        <p:spPr>
          <a:xfrm>
            <a:off x="4035750"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42"/>
          <p:cNvSpPr/>
          <p:nvPr/>
        </p:nvSpPr>
        <p:spPr>
          <a:xfrm>
            <a:off x="4282500"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42"/>
          <p:cNvSpPr/>
          <p:nvPr/>
        </p:nvSpPr>
        <p:spPr>
          <a:xfrm>
            <a:off x="4529250"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42"/>
          <p:cNvSpPr/>
          <p:nvPr/>
        </p:nvSpPr>
        <p:spPr>
          <a:xfrm>
            <a:off x="6195713"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42"/>
          <p:cNvSpPr/>
          <p:nvPr/>
        </p:nvSpPr>
        <p:spPr>
          <a:xfrm>
            <a:off x="6442463"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42"/>
          <p:cNvSpPr/>
          <p:nvPr/>
        </p:nvSpPr>
        <p:spPr>
          <a:xfrm>
            <a:off x="6689213"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42"/>
          <p:cNvSpPr/>
          <p:nvPr/>
        </p:nvSpPr>
        <p:spPr>
          <a:xfrm>
            <a:off x="6935963"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42"/>
          <p:cNvSpPr/>
          <p:nvPr/>
        </p:nvSpPr>
        <p:spPr>
          <a:xfrm>
            <a:off x="7182713"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496"/>
        <p:cNvGrpSpPr/>
        <p:nvPr/>
      </p:nvGrpSpPr>
      <p:grpSpPr>
        <a:xfrm>
          <a:off x="0" y="0"/>
          <a:ext cx="0" cy="0"/>
          <a:chOff x="0" y="0"/>
          <a:chExt cx="0" cy="0"/>
        </a:xfrm>
      </p:grpSpPr>
      <p:sp>
        <p:nvSpPr>
          <p:cNvPr id="1497" name="Google Shape;1497;p43"/>
          <p:cNvSpPr txBox="1">
            <a:spLocks noGrp="1"/>
          </p:cNvSpPr>
          <p:nvPr>
            <p:ph type="subTitle" idx="5"/>
          </p:nvPr>
        </p:nvSpPr>
        <p:spPr>
          <a:xfrm>
            <a:off x="1589138" y="3960125"/>
            <a:ext cx="2541000" cy="5217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dirty="0"/>
              <a:t>La Terre est la troisième planète</a:t>
            </a:r>
            <a:endParaRPr dirty="0"/>
          </a:p>
        </p:txBody>
      </p:sp>
      <p:sp>
        <p:nvSpPr>
          <p:cNvPr id="1498" name="Google Shape;1498;p43"/>
          <p:cNvSpPr txBox="1">
            <a:spLocks noGrp="1"/>
          </p:cNvSpPr>
          <p:nvPr>
            <p:ph type="subTitle" idx="6"/>
          </p:nvPr>
        </p:nvSpPr>
        <p:spPr>
          <a:xfrm>
            <a:off x="1589138" y="3622150"/>
            <a:ext cx="25410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Questions</a:t>
            </a:r>
            <a:endParaRPr/>
          </a:p>
        </p:txBody>
      </p:sp>
      <p:sp>
        <p:nvSpPr>
          <p:cNvPr id="1499" name="Google Shape;1499;p43"/>
          <p:cNvSpPr txBox="1">
            <a:spLocks noGrp="1"/>
          </p:cNvSpPr>
          <p:nvPr>
            <p:ph type="title"/>
          </p:nvPr>
        </p:nvSpPr>
        <p:spPr>
          <a:xfrm flipH="1">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RÉSUMÉ DU RAID</a:t>
            </a:r>
            <a:endParaRPr/>
          </a:p>
        </p:txBody>
      </p:sp>
      <p:sp>
        <p:nvSpPr>
          <p:cNvPr id="1500" name="Google Shape;1500;p43"/>
          <p:cNvSpPr txBox="1">
            <a:spLocks noGrp="1"/>
          </p:cNvSpPr>
          <p:nvPr>
            <p:ph type="subTitle" idx="1"/>
          </p:nvPr>
        </p:nvSpPr>
        <p:spPr>
          <a:xfrm>
            <a:off x="1589138" y="2349175"/>
            <a:ext cx="2541000" cy="5217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Mercure est la planète la plus proche du Soleil</a:t>
            </a:r>
            <a:endParaRPr/>
          </a:p>
        </p:txBody>
      </p:sp>
      <p:sp>
        <p:nvSpPr>
          <p:cNvPr id="1501" name="Google Shape;1501;p43"/>
          <p:cNvSpPr txBox="1">
            <a:spLocks noGrp="1"/>
          </p:cNvSpPr>
          <p:nvPr>
            <p:ph type="subTitle" idx="2"/>
          </p:nvPr>
        </p:nvSpPr>
        <p:spPr>
          <a:xfrm>
            <a:off x="1589138" y="2011200"/>
            <a:ext cx="25410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Risques</a:t>
            </a:r>
            <a:endParaRPr/>
          </a:p>
        </p:txBody>
      </p:sp>
      <p:grpSp>
        <p:nvGrpSpPr>
          <p:cNvPr id="1502" name="Google Shape;1502;p43"/>
          <p:cNvGrpSpPr/>
          <p:nvPr/>
        </p:nvGrpSpPr>
        <p:grpSpPr>
          <a:xfrm>
            <a:off x="2335050" y="1069304"/>
            <a:ext cx="4473900" cy="192184"/>
            <a:chOff x="2363547" y="1069304"/>
            <a:chExt cx="4473900" cy="192184"/>
          </a:xfrm>
        </p:grpSpPr>
        <p:grpSp>
          <p:nvGrpSpPr>
            <p:cNvPr id="1503" name="Google Shape;1503;p43"/>
            <p:cNvGrpSpPr/>
            <p:nvPr/>
          </p:nvGrpSpPr>
          <p:grpSpPr>
            <a:xfrm>
              <a:off x="2363547" y="1069304"/>
              <a:ext cx="4416900" cy="192184"/>
              <a:chOff x="2335097" y="1069304"/>
              <a:chExt cx="4416900" cy="192184"/>
            </a:xfrm>
          </p:grpSpPr>
          <p:sp>
            <p:nvSpPr>
              <p:cNvPr id="1504" name="Google Shape;1504;p43"/>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05" name="Google Shape;1505;p43"/>
              <p:cNvCxnSpPr>
                <a:stCxn id="1506" idx="6"/>
                <a:endCxn id="1507" idx="2"/>
              </p:cNvCxnSpPr>
              <p:nvPr/>
            </p:nvCxnSpPr>
            <p:spPr>
              <a:xfrm rot="10800000">
                <a:off x="2392097" y="1164417"/>
                <a:ext cx="4359900" cy="0"/>
              </a:xfrm>
              <a:prstGeom prst="straightConnector1">
                <a:avLst/>
              </a:prstGeom>
              <a:noFill/>
              <a:ln w="9525" cap="flat" cmpd="sng">
                <a:solidFill>
                  <a:schemeClr val="lt1"/>
                </a:solidFill>
                <a:prstDash val="solid"/>
                <a:round/>
                <a:headEnd type="none" w="med" len="med"/>
                <a:tailEnd type="none" w="med" len="med"/>
              </a:ln>
            </p:spPr>
          </p:cxnSp>
          <p:sp>
            <p:nvSpPr>
              <p:cNvPr id="1507" name="Google Shape;1507;p43"/>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06" name="Google Shape;1506;p43"/>
            <p:cNvSpPr/>
            <p:nvPr/>
          </p:nvSpPr>
          <p:spPr>
            <a:xfrm flipH="1">
              <a:off x="678044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43"/>
          <p:cNvGrpSpPr/>
          <p:nvPr/>
        </p:nvGrpSpPr>
        <p:grpSpPr>
          <a:xfrm>
            <a:off x="5131347" y="1577771"/>
            <a:ext cx="356164" cy="355815"/>
            <a:chOff x="3040984" y="3681059"/>
            <a:chExt cx="356164" cy="355815"/>
          </a:xfrm>
        </p:grpSpPr>
        <p:sp>
          <p:nvSpPr>
            <p:cNvPr id="1509" name="Google Shape;1509;p43"/>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43"/>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43"/>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43"/>
          <p:cNvGrpSpPr/>
          <p:nvPr/>
        </p:nvGrpSpPr>
        <p:grpSpPr>
          <a:xfrm>
            <a:off x="5130393" y="3220263"/>
            <a:ext cx="358069" cy="317995"/>
            <a:chOff x="3584280" y="3699191"/>
            <a:chExt cx="358069" cy="317995"/>
          </a:xfrm>
        </p:grpSpPr>
        <p:sp>
          <p:nvSpPr>
            <p:cNvPr id="1513" name="Google Shape;1513;p43"/>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43"/>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43"/>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43"/>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7" name="Google Shape;1517;p43"/>
          <p:cNvGrpSpPr/>
          <p:nvPr/>
        </p:nvGrpSpPr>
        <p:grpSpPr>
          <a:xfrm>
            <a:off x="1703918" y="1577780"/>
            <a:ext cx="350166" cy="350198"/>
            <a:chOff x="1308631" y="1507830"/>
            <a:chExt cx="350166" cy="350198"/>
          </a:xfrm>
        </p:grpSpPr>
        <p:sp>
          <p:nvSpPr>
            <p:cNvPr id="1518" name="Google Shape;1518;p43"/>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43"/>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43"/>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43"/>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 name="Google Shape;1522;p43"/>
          <p:cNvGrpSpPr/>
          <p:nvPr/>
        </p:nvGrpSpPr>
        <p:grpSpPr>
          <a:xfrm>
            <a:off x="1703909" y="3185107"/>
            <a:ext cx="367990" cy="351312"/>
            <a:chOff x="1299146" y="3806507"/>
            <a:chExt cx="367990" cy="351312"/>
          </a:xfrm>
        </p:grpSpPr>
        <p:sp>
          <p:nvSpPr>
            <p:cNvPr id="1523" name="Google Shape;1523;p43"/>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43"/>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5" name="Google Shape;1525;p43"/>
          <p:cNvSpPr txBox="1">
            <a:spLocks noGrp="1"/>
          </p:cNvSpPr>
          <p:nvPr>
            <p:ph type="subTitle" idx="3"/>
          </p:nvPr>
        </p:nvSpPr>
        <p:spPr>
          <a:xfrm>
            <a:off x="5013863" y="2351975"/>
            <a:ext cx="2541000" cy="5217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Il est l'étoile au centre du système solaire</a:t>
            </a:r>
            <a:endParaRPr/>
          </a:p>
        </p:txBody>
      </p:sp>
      <p:sp>
        <p:nvSpPr>
          <p:cNvPr id="1526" name="Google Shape;1526;p43"/>
          <p:cNvSpPr txBox="1">
            <a:spLocks noGrp="1"/>
          </p:cNvSpPr>
          <p:nvPr>
            <p:ph type="subTitle" idx="4"/>
          </p:nvPr>
        </p:nvSpPr>
        <p:spPr>
          <a:xfrm>
            <a:off x="5013863" y="2014000"/>
            <a:ext cx="25410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Hypothèses</a:t>
            </a:r>
            <a:endParaRPr/>
          </a:p>
        </p:txBody>
      </p:sp>
      <p:sp>
        <p:nvSpPr>
          <p:cNvPr id="1527" name="Google Shape;1527;p43"/>
          <p:cNvSpPr txBox="1">
            <a:spLocks noGrp="1"/>
          </p:cNvSpPr>
          <p:nvPr>
            <p:ph type="subTitle" idx="7"/>
          </p:nvPr>
        </p:nvSpPr>
        <p:spPr>
          <a:xfrm>
            <a:off x="5013863" y="3960098"/>
            <a:ext cx="2541000" cy="5217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Mars est en fait un endroit froid</a:t>
            </a:r>
            <a:endParaRPr/>
          </a:p>
        </p:txBody>
      </p:sp>
      <p:sp>
        <p:nvSpPr>
          <p:cNvPr id="1528" name="Google Shape;1528;p43"/>
          <p:cNvSpPr txBox="1">
            <a:spLocks noGrp="1"/>
          </p:cNvSpPr>
          <p:nvPr>
            <p:ph type="subTitle" idx="8"/>
          </p:nvPr>
        </p:nvSpPr>
        <p:spPr>
          <a:xfrm>
            <a:off x="5013863" y="3622123"/>
            <a:ext cx="25410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Dépendances</a:t>
            </a:r>
            <a:endParaRPr/>
          </a:p>
        </p:txBody>
      </p:sp>
      <p:grpSp>
        <p:nvGrpSpPr>
          <p:cNvPr id="1529" name="Google Shape;1529;p43"/>
          <p:cNvGrpSpPr/>
          <p:nvPr/>
        </p:nvGrpSpPr>
        <p:grpSpPr>
          <a:xfrm>
            <a:off x="7219944" y="-221507"/>
            <a:ext cx="1019565" cy="1290805"/>
            <a:chOff x="-4017975" y="-49702"/>
            <a:chExt cx="1162825" cy="1472177"/>
          </a:xfrm>
        </p:grpSpPr>
        <p:sp>
          <p:nvSpPr>
            <p:cNvPr id="1530" name="Google Shape;1530;p43"/>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43"/>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43"/>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43"/>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43"/>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43"/>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43"/>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40"/>
        <p:cNvGrpSpPr/>
        <p:nvPr/>
      </p:nvGrpSpPr>
      <p:grpSpPr>
        <a:xfrm>
          <a:off x="0" y="0"/>
          <a:ext cx="0" cy="0"/>
          <a:chOff x="0" y="0"/>
          <a:chExt cx="0" cy="0"/>
        </a:xfrm>
      </p:grpSpPr>
      <p:sp>
        <p:nvSpPr>
          <p:cNvPr id="1541" name="Google Shape;1541;p44"/>
          <p:cNvSpPr/>
          <p:nvPr/>
        </p:nvSpPr>
        <p:spPr>
          <a:xfrm>
            <a:off x="-48775" y="1722150"/>
            <a:ext cx="6036300" cy="17166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44"/>
          <p:cNvSpPr txBox="1">
            <a:spLocks noGrp="1"/>
          </p:cNvSpPr>
          <p:nvPr>
            <p:ph type="title"/>
          </p:nvPr>
        </p:nvSpPr>
        <p:spPr>
          <a:xfrm>
            <a:off x="782850" y="1941300"/>
            <a:ext cx="5137800" cy="12609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a:t>UNE IMAGE VAUT MILLE MOTS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546"/>
        <p:cNvGrpSpPr/>
        <p:nvPr/>
      </p:nvGrpSpPr>
      <p:grpSpPr>
        <a:xfrm>
          <a:off x="0" y="0"/>
          <a:ext cx="0" cy="0"/>
          <a:chOff x="0" y="0"/>
          <a:chExt cx="0" cy="0"/>
        </a:xfrm>
      </p:grpSpPr>
      <p:sp>
        <p:nvSpPr>
          <p:cNvPr id="1547" name="Google Shape;1547;p45"/>
          <p:cNvSpPr txBox="1">
            <a:spLocks noGrp="1"/>
          </p:cNvSpPr>
          <p:nvPr>
            <p:ph type="title"/>
          </p:nvPr>
        </p:nvSpPr>
        <p:spPr>
          <a:xfrm>
            <a:off x="782850" y="556250"/>
            <a:ext cx="7578300" cy="5232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ÉVÉNEMENTS À VENIR</a:t>
            </a:r>
            <a:endParaRPr/>
          </a:p>
        </p:txBody>
      </p:sp>
      <p:grpSp>
        <p:nvGrpSpPr>
          <p:cNvPr id="1548" name="Google Shape;1548;p45"/>
          <p:cNvGrpSpPr/>
          <p:nvPr/>
        </p:nvGrpSpPr>
        <p:grpSpPr>
          <a:xfrm>
            <a:off x="782893" y="1711763"/>
            <a:ext cx="4578578" cy="2439175"/>
            <a:chOff x="233350" y="949250"/>
            <a:chExt cx="7137300" cy="3802300"/>
          </a:xfrm>
        </p:grpSpPr>
        <p:sp>
          <p:nvSpPr>
            <p:cNvPr id="1549" name="Google Shape;1549;p45"/>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45"/>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1551;p45"/>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45"/>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45"/>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45"/>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45"/>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45"/>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45"/>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45"/>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45"/>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45"/>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45"/>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45"/>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45"/>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45"/>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45"/>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45"/>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45"/>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45"/>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45"/>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45"/>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45"/>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45"/>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45"/>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45"/>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45"/>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45"/>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45"/>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45"/>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45"/>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45"/>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45"/>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45"/>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45"/>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45"/>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45"/>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45"/>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45"/>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45"/>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45"/>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45"/>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45"/>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45"/>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45"/>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45"/>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45"/>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45"/>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45"/>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45"/>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45"/>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0" name="Google Shape;1600;p45"/>
          <p:cNvGrpSpPr/>
          <p:nvPr/>
        </p:nvGrpSpPr>
        <p:grpSpPr>
          <a:xfrm flipH="1">
            <a:off x="2335050" y="1069304"/>
            <a:ext cx="4473900" cy="192184"/>
            <a:chOff x="2363547" y="1069304"/>
            <a:chExt cx="4473900" cy="192184"/>
          </a:xfrm>
        </p:grpSpPr>
        <p:grpSp>
          <p:nvGrpSpPr>
            <p:cNvPr id="1601" name="Google Shape;1601;p45"/>
            <p:cNvGrpSpPr/>
            <p:nvPr/>
          </p:nvGrpSpPr>
          <p:grpSpPr>
            <a:xfrm>
              <a:off x="2363547" y="1069304"/>
              <a:ext cx="4416900" cy="192184"/>
              <a:chOff x="2335097" y="1069304"/>
              <a:chExt cx="4416900" cy="192184"/>
            </a:xfrm>
          </p:grpSpPr>
          <p:sp>
            <p:nvSpPr>
              <p:cNvPr id="1602" name="Google Shape;1602;p45"/>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03" name="Google Shape;1603;p45"/>
              <p:cNvCxnSpPr>
                <a:stCxn id="1604" idx="6"/>
                <a:endCxn id="1605" idx="2"/>
              </p:cNvCxnSpPr>
              <p:nvPr/>
            </p:nvCxnSpPr>
            <p:spPr>
              <a:xfrm rot="10800000">
                <a:off x="2392097" y="1164417"/>
                <a:ext cx="4359900" cy="0"/>
              </a:xfrm>
              <a:prstGeom prst="straightConnector1">
                <a:avLst/>
              </a:prstGeom>
              <a:noFill/>
              <a:ln w="9525" cap="flat" cmpd="sng">
                <a:solidFill>
                  <a:schemeClr val="lt1"/>
                </a:solidFill>
                <a:prstDash val="solid"/>
                <a:round/>
                <a:headEnd type="none" w="med" len="med"/>
                <a:tailEnd type="none" w="med" len="med"/>
              </a:ln>
            </p:spPr>
          </p:cxnSp>
          <p:sp>
            <p:nvSpPr>
              <p:cNvPr id="1605" name="Google Shape;1605;p45"/>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4" name="Google Shape;1604;p45"/>
            <p:cNvSpPr/>
            <p:nvPr/>
          </p:nvSpPr>
          <p:spPr>
            <a:xfrm flipH="1">
              <a:off x="678044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6" name="Google Shape;1606;p45"/>
          <p:cNvSpPr txBox="1"/>
          <p:nvPr/>
        </p:nvSpPr>
        <p:spPr>
          <a:xfrm>
            <a:off x="5940407" y="2331078"/>
            <a:ext cx="2420700" cy="5217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1600">
                <a:solidFill>
                  <a:schemeClr val="lt1"/>
                </a:solidFill>
                <a:latin typeface="Montserrat"/>
                <a:ea typeface="Montserrat"/>
                <a:cs typeface="Montserrat"/>
                <a:sym typeface="Montserrat"/>
              </a:rPr>
              <a:t>Il est l'étoile au centre du système solaire</a:t>
            </a:r>
            <a:endParaRPr sz="1600">
              <a:solidFill>
                <a:schemeClr val="lt1"/>
              </a:solidFill>
              <a:latin typeface="Montserrat"/>
              <a:ea typeface="Montserrat"/>
              <a:cs typeface="Montserrat"/>
              <a:sym typeface="Montserrat"/>
            </a:endParaRPr>
          </a:p>
        </p:txBody>
      </p:sp>
      <p:sp>
        <p:nvSpPr>
          <p:cNvPr id="1607" name="Google Shape;1607;p45"/>
          <p:cNvSpPr txBox="1"/>
          <p:nvPr/>
        </p:nvSpPr>
        <p:spPr>
          <a:xfrm>
            <a:off x="5940407" y="1598077"/>
            <a:ext cx="2420700" cy="3384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USA</a:t>
            </a:r>
            <a:endParaRPr sz="2000" b="1">
              <a:solidFill>
                <a:schemeClr val="lt1"/>
              </a:solidFill>
              <a:latin typeface="Montserrat"/>
              <a:ea typeface="Montserrat"/>
              <a:cs typeface="Montserrat"/>
              <a:sym typeface="Montserrat"/>
            </a:endParaRPr>
          </a:p>
        </p:txBody>
      </p:sp>
      <p:sp>
        <p:nvSpPr>
          <p:cNvPr id="1608" name="Google Shape;1608;p45"/>
          <p:cNvSpPr txBox="1"/>
          <p:nvPr/>
        </p:nvSpPr>
        <p:spPr>
          <a:xfrm>
            <a:off x="5940407" y="2006610"/>
            <a:ext cx="2420700" cy="2478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02/06/2022</a:t>
            </a:r>
            <a:endParaRPr sz="1600">
              <a:solidFill>
                <a:schemeClr val="lt1"/>
              </a:solidFill>
              <a:latin typeface="Montserrat Medium"/>
              <a:ea typeface="Montserrat Medium"/>
              <a:cs typeface="Montserrat Medium"/>
              <a:sym typeface="Montserrat Medium"/>
            </a:endParaRPr>
          </a:p>
        </p:txBody>
      </p:sp>
      <p:sp>
        <p:nvSpPr>
          <p:cNvPr id="1609" name="Google Shape;1609;p45"/>
          <p:cNvSpPr txBox="1"/>
          <p:nvPr/>
        </p:nvSpPr>
        <p:spPr>
          <a:xfrm>
            <a:off x="5940407" y="3742928"/>
            <a:ext cx="2420700" cy="5217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1600">
                <a:solidFill>
                  <a:schemeClr val="lt1"/>
                </a:solidFill>
                <a:latin typeface="Montserrat"/>
                <a:ea typeface="Montserrat"/>
                <a:cs typeface="Montserrat"/>
                <a:sym typeface="Montserrat"/>
              </a:rPr>
              <a:t>Il est la planète la plus proche du Soleil</a:t>
            </a:r>
            <a:endParaRPr sz="1600">
              <a:solidFill>
                <a:schemeClr val="lt1"/>
              </a:solidFill>
              <a:latin typeface="Montserrat"/>
              <a:ea typeface="Montserrat"/>
              <a:cs typeface="Montserrat"/>
              <a:sym typeface="Montserrat"/>
            </a:endParaRPr>
          </a:p>
        </p:txBody>
      </p:sp>
      <p:sp>
        <p:nvSpPr>
          <p:cNvPr id="1610" name="Google Shape;1610;p45"/>
          <p:cNvSpPr txBox="1"/>
          <p:nvPr/>
        </p:nvSpPr>
        <p:spPr>
          <a:xfrm>
            <a:off x="5940407" y="3009927"/>
            <a:ext cx="2420700" cy="3384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China</a:t>
            </a:r>
            <a:endParaRPr sz="2000" b="1">
              <a:solidFill>
                <a:schemeClr val="lt1"/>
              </a:solidFill>
              <a:latin typeface="Montserrat"/>
              <a:ea typeface="Montserrat"/>
              <a:cs typeface="Montserrat"/>
              <a:sym typeface="Montserrat"/>
            </a:endParaRPr>
          </a:p>
        </p:txBody>
      </p:sp>
      <p:sp>
        <p:nvSpPr>
          <p:cNvPr id="1611" name="Google Shape;1611;p45"/>
          <p:cNvSpPr txBox="1"/>
          <p:nvPr/>
        </p:nvSpPr>
        <p:spPr>
          <a:xfrm>
            <a:off x="5940407" y="3418460"/>
            <a:ext cx="2420700" cy="2478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12/11/2022</a:t>
            </a:r>
            <a:endParaRPr sz="1600">
              <a:solidFill>
                <a:schemeClr val="lt1"/>
              </a:solidFill>
              <a:latin typeface="Montserrat Medium"/>
              <a:ea typeface="Montserrat Medium"/>
              <a:cs typeface="Montserrat Medium"/>
              <a:sym typeface="Montserrat Medium"/>
            </a:endParaRPr>
          </a:p>
        </p:txBody>
      </p:sp>
      <p:sp>
        <p:nvSpPr>
          <p:cNvPr id="1612" name="Google Shape;1612;p45"/>
          <p:cNvSpPr/>
          <p:nvPr/>
        </p:nvSpPr>
        <p:spPr>
          <a:xfrm>
            <a:off x="4426425" y="2571750"/>
            <a:ext cx="117900" cy="1182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45"/>
          <p:cNvSpPr/>
          <p:nvPr/>
        </p:nvSpPr>
        <p:spPr>
          <a:xfrm>
            <a:off x="4461945" y="2607275"/>
            <a:ext cx="47100" cy="471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 name="Google Shape;1614;p45"/>
          <p:cNvSpPr/>
          <p:nvPr/>
        </p:nvSpPr>
        <p:spPr>
          <a:xfrm>
            <a:off x="1434325" y="2341350"/>
            <a:ext cx="117900" cy="1182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 name="Google Shape;1615;p45"/>
          <p:cNvSpPr/>
          <p:nvPr/>
        </p:nvSpPr>
        <p:spPr>
          <a:xfrm>
            <a:off x="1469845" y="2376875"/>
            <a:ext cx="47100" cy="471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16" name="Google Shape;1616;p45"/>
          <p:cNvCxnSpPr>
            <a:stCxn id="1614" idx="0"/>
            <a:endCxn id="1607" idx="1"/>
          </p:cNvCxnSpPr>
          <p:nvPr/>
        </p:nvCxnSpPr>
        <p:spPr>
          <a:xfrm rot="-5400000">
            <a:off x="3429775" y="-169350"/>
            <a:ext cx="574200" cy="4447200"/>
          </a:xfrm>
          <a:prstGeom prst="bentConnector2">
            <a:avLst/>
          </a:prstGeom>
          <a:noFill/>
          <a:ln w="9525" cap="flat" cmpd="sng">
            <a:solidFill>
              <a:schemeClr val="lt1"/>
            </a:solidFill>
            <a:prstDash val="solid"/>
            <a:round/>
            <a:headEnd type="none" w="med" len="med"/>
            <a:tailEnd type="none" w="med" len="med"/>
          </a:ln>
        </p:spPr>
      </p:cxnSp>
      <p:cxnSp>
        <p:nvCxnSpPr>
          <p:cNvPr id="1617" name="Google Shape;1617;p45"/>
          <p:cNvCxnSpPr>
            <a:stCxn id="1612" idx="4"/>
            <a:endCxn id="1610" idx="1"/>
          </p:cNvCxnSpPr>
          <p:nvPr/>
        </p:nvCxnSpPr>
        <p:spPr>
          <a:xfrm rot="-5400000" flipH="1">
            <a:off x="4968225" y="2207100"/>
            <a:ext cx="489300" cy="1455000"/>
          </a:xfrm>
          <a:prstGeom prst="bentConnector2">
            <a:avLst/>
          </a:prstGeom>
          <a:noFill/>
          <a:ln w="9525" cap="flat" cmpd="sng">
            <a:solidFill>
              <a:schemeClr val="lt1"/>
            </a:solidFill>
            <a:prstDash val="solid"/>
            <a:round/>
            <a:headEnd type="none" w="med" len="med"/>
            <a:tailEnd type="none" w="med" len="med"/>
          </a:ln>
        </p:spPr>
      </p:cxnSp>
      <p:grpSp>
        <p:nvGrpSpPr>
          <p:cNvPr id="1618" name="Google Shape;1618;p45"/>
          <p:cNvGrpSpPr/>
          <p:nvPr/>
        </p:nvGrpSpPr>
        <p:grpSpPr>
          <a:xfrm>
            <a:off x="3252738" y="4043425"/>
            <a:ext cx="1040638" cy="901375"/>
            <a:chOff x="8457538" y="810363"/>
            <a:chExt cx="1040638" cy="901375"/>
          </a:xfrm>
        </p:grpSpPr>
        <p:grpSp>
          <p:nvGrpSpPr>
            <p:cNvPr id="1619" name="Google Shape;1619;p45"/>
            <p:cNvGrpSpPr/>
            <p:nvPr/>
          </p:nvGrpSpPr>
          <p:grpSpPr>
            <a:xfrm>
              <a:off x="8781450" y="810363"/>
              <a:ext cx="716725" cy="901375"/>
              <a:chOff x="-3888525" y="-2483300"/>
              <a:chExt cx="716725" cy="901375"/>
            </a:xfrm>
          </p:grpSpPr>
          <p:sp>
            <p:nvSpPr>
              <p:cNvPr id="1620" name="Google Shape;1620;p45"/>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 name="Google Shape;1621;p45"/>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 name="Google Shape;1622;p45"/>
            <p:cNvGrpSpPr/>
            <p:nvPr/>
          </p:nvGrpSpPr>
          <p:grpSpPr>
            <a:xfrm>
              <a:off x="8457538" y="1331488"/>
              <a:ext cx="323925" cy="323650"/>
              <a:chOff x="1608625" y="299800"/>
              <a:chExt cx="323925" cy="323650"/>
            </a:xfrm>
          </p:grpSpPr>
          <p:sp>
            <p:nvSpPr>
              <p:cNvPr id="1623" name="Google Shape;1623;p45"/>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45"/>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45"/>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629"/>
        <p:cNvGrpSpPr/>
        <p:nvPr/>
      </p:nvGrpSpPr>
      <p:grpSpPr>
        <a:xfrm>
          <a:off x="0" y="0"/>
          <a:ext cx="0" cy="0"/>
          <a:chOff x="0" y="0"/>
          <a:chExt cx="0" cy="0"/>
        </a:xfrm>
      </p:grpSpPr>
      <p:sp>
        <p:nvSpPr>
          <p:cNvPr id="1630" name="Google Shape;1630;p46"/>
          <p:cNvSpPr txBox="1">
            <a:spLocks noGrp="1"/>
          </p:cNvSpPr>
          <p:nvPr>
            <p:ph type="title"/>
          </p:nvPr>
        </p:nvSpPr>
        <p:spPr>
          <a:xfrm>
            <a:off x="917813" y="740425"/>
            <a:ext cx="3351600" cy="8592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OÙ NOUS VOULONS ÊTRE</a:t>
            </a:r>
            <a:endParaRPr/>
          </a:p>
        </p:txBody>
      </p:sp>
      <p:sp>
        <p:nvSpPr>
          <p:cNvPr id="1631" name="Google Shape;1631;p46"/>
          <p:cNvSpPr txBox="1">
            <a:spLocks noGrp="1"/>
          </p:cNvSpPr>
          <p:nvPr>
            <p:ph type="subTitle" idx="1"/>
          </p:nvPr>
        </p:nvSpPr>
        <p:spPr>
          <a:xfrm>
            <a:off x="4437188" y="3399874"/>
            <a:ext cx="3789000" cy="10032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a:t>Neptune est la planète la plus éloignée du Soleil. C'est aussi le quatrième plus grand objet en diamètre du système solaire</a:t>
            </a:r>
            <a:endParaRPr/>
          </a:p>
        </p:txBody>
      </p:sp>
      <p:sp>
        <p:nvSpPr>
          <p:cNvPr id="1632" name="Google Shape;1632;p46"/>
          <p:cNvSpPr txBox="1">
            <a:spLocks noGrp="1"/>
          </p:cNvSpPr>
          <p:nvPr>
            <p:ph type="subTitle" idx="2"/>
          </p:nvPr>
        </p:nvSpPr>
        <p:spPr>
          <a:xfrm>
            <a:off x="4874588" y="2388438"/>
            <a:ext cx="3351600" cy="8592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a:t>OÙ NOUS SOMMES</a:t>
            </a:r>
            <a:endParaRPr/>
          </a:p>
        </p:txBody>
      </p:sp>
      <p:sp>
        <p:nvSpPr>
          <p:cNvPr id="1633" name="Google Shape;1633;p46"/>
          <p:cNvSpPr txBox="1">
            <a:spLocks noGrp="1"/>
          </p:cNvSpPr>
          <p:nvPr>
            <p:ph type="subTitle" idx="3"/>
          </p:nvPr>
        </p:nvSpPr>
        <p:spPr>
          <a:xfrm>
            <a:off x="917813" y="1751950"/>
            <a:ext cx="3789000" cy="10032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C'est le quatrième objet le plus brillant du ciel nocturne. Elle a été nommée d'après le dieu romain des cieux et de la foudre</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637"/>
        <p:cNvGrpSpPr/>
        <p:nvPr/>
      </p:nvGrpSpPr>
      <p:grpSpPr>
        <a:xfrm>
          <a:off x="0" y="0"/>
          <a:ext cx="0" cy="0"/>
          <a:chOff x="0" y="0"/>
          <a:chExt cx="0" cy="0"/>
        </a:xfrm>
      </p:grpSpPr>
      <p:sp>
        <p:nvSpPr>
          <p:cNvPr id="1638" name="Google Shape;1638;p47"/>
          <p:cNvSpPr txBox="1">
            <a:spLocks noGrp="1"/>
          </p:cNvSpPr>
          <p:nvPr>
            <p:ph type="title"/>
          </p:nvPr>
        </p:nvSpPr>
        <p:spPr>
          <a:xfrm>
            <a:off x="1862850" y="556250"/>
            <a:ext cx="5418300" cy="6363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9h 55m 23s</a:t>
            </a:r>
            <a:endParaRPr/>
          </a:p>
        </p:txBody>
      </p:sp>
      <p:sp>
        <p:nvSpPr>
          <p:cNvPr id="1639" name="Google Shape;1639;p47"/>
          <p:cNvSpPr txBox="1">
            <a:spLocks noGrp="1"/>
          </p:cNvSpPr>
          <p:nvPr>
            <p:ph type="subTitle" idx="1"/>
          </p:nvPr>
        </p:nvSpPr>
        <p:spPr>
          <a:xfrm>
            <a:off x="1862850" y="1192550"/>
            <a:ext cx="5418300" cy="2934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c’est la période de rotation de Jupiter</a:t>
            </a:r>
            <a:endParaRPr/>
          </a:p>
        </p:txBody>
      </p:sp>
      <p:grpSp>
        <p:nvGrpSpPr>
          <p:cNvPr id="1640" name="Google Shape;1640;p47"/>
          <p:cNvGrpSpPr/>
          <p:nvPr/>
        </p:nvGrpSpPr>
        <p:grpSpPr>
          <a:xfrm flipH="1">
            <a:off x="2335050" y="1716708"/>
            <a:ext cx="4473900" cy="192185"/>
            <a:chOff x="2363547" y="1069304"/>
            <a:chExt cx="4473900" cy="192184"/>
          </a:xfrm>
        </p:grpSpPr>
        <p:grpSp>
          <p:nvGrpSpPr>
            <p:cNvPr id="1641" name="Google Shape;1641;p47"/>
            <p:cNvGrpSpPr/>
            <p:nvPr/>
          </p:nvGrpSpPr>
          <p:grpSpPr>
            <a:xfrm>
              <a:off x="2363547" y="1069304"/>
              <a:ext cx="4416900" cy="192184"/>
              <a:chOff x="2335097" y="1069304"/>
              <a:chExt cx="4416900" cy="192184"/>
            </a:xfrm>
          </p:grpSpPr>
          <p:sp>
            <p:nvSpPr>
              <p:cNvPr id="1642" name="Google Shape;1642;p47"/>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43" name="Google Shape;1643;p47"/>
              <p:cNvCxnSpPr>
                <a:stCxn id="1644" idx="6"/>
                <a:endCxn id="1645" idx="2"/>
              </p:cNvCxnSpPr>
              <p:nvPr/>
            </p:nvCxnSpPr>
            <p:spPr>
              <a:xfrm rot="10800000">
                <a:off x="2392097" y="1164417"/>
                <a:ext cx="4359900" cy="0"/>
              </a:xfrm>
              <a:prstGeom prst="straightConnector1">
                <a:avLst/>
              </a:prstGeom>
              <a:noFill/>
              <a:ln w="9525" cap="flat" cmpd="sng">
                <a:solidFill>
                  <a:schemeClr val="lt1"/>
                </a:solidFill>
                <a:prstDash val="solid"/>
                <a:round/>
                <a:headEnd type="none" w="med" len="med"/>
                <a:tailEnd type="none" w="med" len="med"/>
              </a:ln>
            </p:spPr>
          </p:cxnSp>
          <p:sp>
            <p:nvSpPr>
              <p:cNvPr id="1645" name="Google Shape;1645;p47"/>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4" name="Google Shape;1644;p47"/>
            <p:cNvSpPr/>
            <p:nvPr/>
          </p:nvSpPr>
          <p:spPr>
            <a:xfrm flipH="1">
              <a:off x="678044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6" name="Google Shape;1646;p47"/>
          <p:cNvSpPr txBox="1">
            <a:spLocks noGrp="1"/>
          </p:cNvSpPr>
          <p:nvPr>
            <p:ph type="title" idx="2"/>
          </p:nvPr>
        </p:nvSpPr>
        <p:spPr>
          <a:xfrm>
            <a:off x="1862850" y="2106900"/>
            <a:ext cx="5418300" cy="6363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333 000 000</a:t>
            </a:r>
            <a:endParaRPr/>
          </a:p>
        </p:txBody>
      </p:sp>
      <p:sp>
        <p:nvSpPr>
          <p:cNvPr id="1647" name="Google Shape;1647;p47"/>
          <p:cNvSpPr txBox="1">
            <a:spLocks noGrp="1"/>
          </p:cNvSpPr>
          <p:nvPr>
            <p:ph type="subTitle" idx="3"/>
          </p:nvPr>
        </p:nvSpPr>
        <p:spPr>
          <a:xfrm>
            <a:off x="1862850" y="2743200"/>
            <a:ext cx="5418300" cy="2934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terres est la masse du Soleil</a:t>
            </a:r>
            <a:endParaRPr/>
          </a:p>
        </p:txBody>
      </p:sp>
      <p:sp>
        <p:nvSpPr>
          <p:cNvPr id="1648" name="Google Shape;1648;p47"/>
          <p:cNvSpPr txBox="1">
            <a:spLocks noGrp="1"/>
          </p:cNvSpPr>
          <p:nvPr>
            <p:ph type="title" idx="4"/>
          </p:nvPr>
        </p:nvSpPr>
        <p:spPr>
          <a:xfrm>
            <a:off x="1862850" y="3657550"/>
            <a:ext cx="5418300" cy="6363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386 000 km</a:t>
            </a:r>
            <a:endParaRPr/>
          </a:p>
        </p:txBody>
      </p:sp>
      <p:sp>
        <p:nvSpPr>
          <p:cNvPr id="1649" name="Google Shape;1649;p47"/>
          <p:cNvSpPr txBox="1">
            <a:spLocks noGrp="1"/>
          </p:cNvSpPr>
          <p:nvPr>
            <p:ph type="subTitle" idx="5"/>
          </p:nvPr>
        </p:nvSpPr>
        <p:spPr>
          <a:xfrm>
            <a:off x="1862850" y="4293850"/>
            <a:ext cx="5418300" cy="2934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c’est la distance entre la Terre et la Lune</a:t>
            </a:r>
            <a:endParaRPr/>
          </a:p>
        </p:txBody>
      </p:sp>
      <p:grpSp>
        <p:nvGrpSpPr>
          <p:cNvPr id="1650" name="Google Shape;1650;p47"/>
          <p:cNvGrpSpPr/>
          <p:nvPr/>
        </p:nvGrpSpPr>
        <p:grpSpPr>
          <a:xfrm flipH="1">
            <a:off x="2335050" y="3266783"/>
            <a:ext cx="4473900" cy="192185"/>
            <a:chOff x="2363547" y="1069304"/>
            <a:chExt cx="4473900" cy="192184"/>
          </a:xfrm>
        </p:grpSpPr>
        <p:grpSp>
          <p:nvGrpSpPr>
            <p:cNvPr id="1651" name="Google Shape;1651;p47"/>
            <p:cNvGrpSpPr/>
            <p:nvPr/>
          </p:nvGrpSpPr>
          <p:grpSpPr>
            <a:xfrm>
              <a:off x="2363547" y="1069304"/>
              <a:ext cx="4416900" cy="192184"/>
              <a:chOff x="2335097" y="1069304"/>
              <a:chExt cx="4416900" cy="192184"/>
            </a:xfrm>
          </p:grpSpPr>
          <p:sp>
            <p:nvSpPr>
              <p:cNvPr id="1652" name="Google Shape;1652;p47"/>
              <p:cNvSpPr/>
              <p:nvPr/>
            </p:nvSpPr>
            <p:spPr>
              <a:xfrm rot="-2700000" flipH="1">
                <a:off x="61082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53" name="Google Shape;1653;p47"/>
              <p:cNvCxnSpPr>
                <a:stCxn id="1654" idx="6"/>
                <a:endCxn id="1655" idx="2"/>
              </p:cNvCxnSpPr>
              <p:nvPr/>
            </p:nvCxnSpPr>
            <p:spPr>
              <a:xfrm rot="10800000">
                <a:off x="2392097" y="1164417"/>
                <a:ext cx="4359900" cy="0"/>
              </a:xfrm>
              <a:prstGeom prst="straightConnector1">
                <a:avLst/>
              </a:prstGeom>
              <a:noFill/>
              <a:ln w="9525" cap="flat" cmpd="sng">
                <a:solidFill>
                  <a:schemeClr val="lt1"/>
                </a:solidFill>
                <a:prstDash val="solid"/>
                <a:round/>
                <a:headEnd type="none" w="med" len="med"/>
                <a:tailEnd type="none" w="med" len="med"/>
              </a:ln>
            </p:spPr>
          </p:cxnSp>
          <p:sp>
            <p:nvSpPr>
              <p:cNvPr id="1655" name="Google Shape;1655;p47"/>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4" name="Google Shape;1654;p47"/>
            <p:cNvSpPr/>
            <p:nvPr/>
          </p:nvSpPr>
          <p:spPr>
            <a:xfrm flipH="1">
              <a:off x="678044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659"/>
        <p:cNvGrpSpPr/>
        <p:nvPr/>
      </p:nvGrpSpPr>
      <p:grpSpPr>
        <a:xfrm>
          <a:off x="0" y="0"/>
          <a:ext cx="0" cy="0"/>
          <a:chOff x="0" y="0"/>
          <a:chExt cx="0" cy="0"/>
        </a:xfrm>
      </p:grpSpPr>
      <p:sp>
        <p:nvSpPr>
          <p:cNvPr id="1660" name="Google Shape;1660;p48"/>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MULTIMÉDIA</a:t>
            </a:r>
            <a:endParaRPr/>
          </a:p>
        </p:txBody>
      </p:sp>
      <p:sp>
        <p:nvSpPr>
          <p:cNvPr id="1661" name="Google Shape;1661;p48"/>
          <p:cNvSpPr txBox="1">
            <a:spLocks noGrp="1"/>
          </p:cNvSpPr>
          <p:nvPr>
            <p:ph type="subTitle" idx="1"/>
          </p:nvPr>
        </p:nvSpPr>
        <p:spPr>
          <a:xfrm>
            <a:off x="782850" y="1341548"/>
            <a:ext cx="7578300" cy="5271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Vous pouvez remplacer l'image à l'écran par votre propre travail. Faites un clic droit dessus et sélectionnez "Remplacer l'image"</a:t>
            </a:r>
            <a:endParaRPr/>
          </a:p>
        </p:txBody>
      </p:sp>
      <p:pic>
        <p:nvPicPr>
          <p:cNvPr id="1662" name="Google Shape;1662;p48"/>
          <p:cNvPicPr preferRelativeResize="0"/>
          <p:nvPr/>
        </p:nvPicPr>
        <p:blipFill rotWithShape="1">
          <a:blip r:embed="rId3">
            <a:alphaModFix/>
          </a:blip>
          <a:srcRect l="2290" r="2281"/>
          <a:stretch/>
        </p:blipFill>
        <p:spPr>
          <a:xfrm>
            <a:off x="3280274" y="2390958"/>
            <a:ext cx="2481218" cy="1462562"/>
          </a:xfrm>
          <a:prstGeom prst="rect">
            <a:avLst/>
          </a:prstGeom>
          <a:noFill/>
          <a:ln>
            <a:noFill/>
          </a:ln>
        </p:spPr>
      </p:pic>
      <p:grpSp>
        <p:nvGrpSpPr>
          <p:cNvPr id="1663" name="Google Shape;1663;p48"/>
          <p:cNvGrpSpPr/>
          <p:nvPr/>
        </p:nvGrpSpPr>
        <p:grpSpPr>
          <a:xfrm>
            <a:off x="3185642" y="2329310"/>
            <a:ext cx="2668029" cy="2153516"/>
            <a:chOff x="4572031" y="1415284"/>
            <a:chExt cx="2875341" cy="2319350"/>
          </a:xfrm>
        </p:grpSpPr>
        <p:grpSp>
          <p:nvGrpSpPr>
            <p:cNvPr id="1664" name="Google Shape;1664;p48"/>
            <p:cNvGrpSpPr/>
            <p:nvPr/>
          </p:nvGrpSpPr>
          <p:grpSpPr>
            <a:xfrm>
              <a:off x="4572031" y="1415284"/>
              <a:ext cx="2875341" cy="1993075"/>
              <a:chOff x="3665860" y="822037"/>
              <a:chExt cx="4758136" cy="3243937"/>
            </a:xfrm>
          </p:grpSpPr>
          <p:grpSp>
            <p:nvGrpSpPr>
              <p:cNvPr id="1665" name="Google Shape;1665;p48"/>
              <p:cNvGrpSpPr/>
              <p:nvPr/>
            </p:nvGrpSpPr>
            <p:grpSpPr>
              <a:xfrm>
                <a:off x="3665860" y="822037"/>
                <a:ext cx="4758136" cy="3243937"/>
                <a:chOff x="518725" y="252435"/>
                <a:chExt cx="6524250" cy="4448015"/>
              </a:xfrm>
            </p:grpSpPr>
            <p:sp>
              <p:nvSpPr>
                <p:cNvPr id="1666" name="Google Shape;1666;p48"/>
                <p:cNvSpPr/>
                <p:nvPr/>
              </p:nvSpPr>
              <p:spPr>
                <a:xfrm>
                  <a:off x="518725" y="4131625"/>
                  <a:ext cx="6524250" cy="568825"/>
                </a:xfrm>
                <a:custGeom>
                  <a:avLst/>
                  <a:gdLst/>
                  <a:ahLst/>
                  <a:cxnLst/>
                  <a:rect l="l" t="t" r="r" b="b"/>
                  <a:pathLst>
                    <a:path w="260970" h="22753" extrusionOk="0">
                      <a:moveTo>
                        <a:pt x="0" y="14846"/>
                      </a:moveTo>
                      <a:cubicBezTo>
                        <a:pt x="0" y="19169"/>
                        <a:pt x="4039" y="22753"/>
                        <a:pt x="8305" y="22753"/>
                      </a:cubicBezTo>
                      <a:lnTo>
                        <a:pt x="253120" y="22753"/>
                      </a:lnTo>
                      <a:cubicBezTo>
                        <a:pt x="257443" y="22696"/>
                        <a:pt x="260913" y="19169"/>
                        <a:pt x="260970" y="14846"/>
                      </a:cubicBezTo>
                      <a:lnTo>
                        <a:pt x="260970" y="0"/>
                      </a:lnTo>
                      <a:lnTo>
                        <a:pt x="0" y="0"/>
                      </a:lnTo>
                      <a:close/>
                    </a:path>
                  </a:pathLst>
                </a:custGeom>
                <a:solidFill>
                  <a:schemeClr val="dk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48"/>
                <p:cNvSpPr/>
                <p:nvPr/>
              </p:nvSpPr>
              <p:spPr>
                <a:xfrm>
                  <a:off x="518725" y="252435"/>
                  <a:ext cx="6524250" cy="3893525"/>
                </a:xfrm>
                <a:custGeom>
                  <a:avLst/>
                  <a:gdLst/>
                  <a:ahLst/>
                  <a:cxnLst/>
                  <a:rect l="l" t="t" r="r" b="b"/>
                  <a:pathLst>
                    <a:path w="260970" h="155741" extrusionOk="0">
                      <a:moveTo>
                        <a:pt x="249594" y="9954"/>
                      </a:moveTo>
                      <a:lnTo>
                        <a:pt x="249594" y="144364"/>
                      </a:lnTo>
                      <a:lnTo>
                        <a:pt x="11376" y="144364"/>
                      </a:lnTo>
                      <a:lnTo>
                        <a:pt x="11376" y="9954"/>
                      </a:lnTo>
                      <a:close/>
                      <a:moveTo>
                        <a:pt x="8305" y="0"/>
                      </a:moveTo>
                      <a:cubicBezTo>
                        <a:pt x="4039" y="0"/>
                        <a:pt x="0" y="2844"/>
                        <a:pt x="0" y="7110"/>
                      </a:cubicBezTo>
                      <a:lnTo>
                        <a:pt x="0" y="155740"/>
                      </a:lnTo>
                      <a:lnTo>
                        <a:pt x="260970" y="155740"/>
                      </a:lnTo>
                      <a:lnTo>
                        <a:pt x="260970" y="7110"/>
                      </a:lnTo>
                      <a:cubicBezTo>
                        <a:pt x="260970" y="2844"/>
                        <a:pt x="257386" y="0"/>
                        <a:pt x="253120" y="0"/>
                      </a:cubicBezTo>
                      <a:close/>
                    </a:path>
                  </a:pathLst>
                </a:custGeom>
                <a:solidFill>
                  <a:schemeClr val="dk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8" name="Google Shape;1668;p48"/>
              <p:cNvSpPr/>
              <p:nvPr/>
            </p:nvSpPr>
            <p:spPr>
              <a:xfrm>
                <a:off x="5947879" y="3761397"/>
                <a:ext cx="194076" cy="166189"/>
              </a:xfrm>
              <a:custGeom>
                <a:avLst/>
                <a:gdLst/>
                <a:ahLst/>
                <a:cxnLst/>
                <a:rect l="l" t="t" r="r" b="b"/>
                <a:pathLst>
                  <a:path w="10627" h="9100" extrusionOk="0">
                    <a:moveTo>
                      <a:pt x="6092" y="0"/>
                    </a:moveTo>
                    <a:cubicBezTo>
                      <a:pt x="2020" y="0"/>
                      <a:pt x="0" y="4900"/>
                      <a:pt x="2881" y="7747"/>
                    </a:cubicBezTo>
                    <a:cubicBezTo>
                      <a:pt x="3804" y="8681"/>
                      <a:pt x="4944" y="9100"/>
                      <a:pt x="6063" y="9100"/>
                    </a:cubicBezTo>
                    <a:cubicBezTo>
                      <a:pt x="8391" y="9100"/>
                      <a:pt x="10627" y="7286"/>
                      <a:pt x="10627" y="4536"/>
                    </a:cubicBezTo>
                    <a:cubicBezTo>
                      <a:pt x="10627" y="2020"/>
                      <a:pt x="8608" y="0"/>
                      <a:pt x="609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9" name="Google Shape;1669;p48"/>
            <p:cNvSpPr/>
            <p:nvPr/>
          </p:nvSpPr>
          <p:spPr>
            <a:xfrm>
              <a:off x="5498920" y="3408361"/>
              <a:ext cx="1040944" cy="326273"/>
            </a:xfrm>
            <a:custGeom>
              <a:avLst/>
              <a:gdLst/>
              <a:ahLst/>
              <a:cxnLst/>
              <a:rect l="l" t="t" r="r" b="b"/>
              <a:pathLst>
                <a:path w="94481" h="29125" extrusionOk="0">
                  <a:moveTo>
                    <a:pt x="79805" y="18317"/>
                  </a:moveTo>
                  <a:cubicBezTo>
                    <a:pt x="74117" y="12515"/>
                    <a:pt x="73889" y="1"/>
                    <a:pt x="73889" y="1"/>
                  </a:cubicBezTo>
                  <a:lnTo>
                    <a:pt x="20592" y="1"/>
                  </a:lnTo>
                  <a:cubicBezTo>
                    <a:pt x="20592" y="1"/>
                    <a:pt x="20364" y="12515"/>
                    <a:pt x="14676" y="18317"/>
                  </a:cubicBezTo>
                  <a:cubicBezTo>
                    <a:pt x="8931" y="24175"/>
                    <a:pt x="1" y="29124"/>
                    <a:pt x="15529" y="29124"/>
                  </a:cubicBezTo>
                  <a:lnTo>
                    <a:pt x="78952" y="29124"/>
                  </a:lnTo>
                  <a:cubicBezTo>
                    <a:pt x="94480" y="29124"/>
                    <a:pt x="85493" y="24175"/>
                    <a:pt x="79805" y="18317"/>
                  </a:cubicBezTo>
                  <a:close/>
                </a:path>
              </a:pathLst>
            </a:custGeom>
            <a:solidFill>
              <a:schemeClr val="dk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70" name="Google Shape;1670;p48"/>
          <p:cNvPicPr preferRelativeResize="0"/>
          <p:nvPr/>
        </p:nvPicPr>
        <p:blipFill rotWithShape="1">
          <a:blip r:embed="rId4">
            <a:alphaModFix/>
          </a:blip>
          <a:srcRect l="8942" r="8942"/>
          <a:stretch/>
        </p:blipFill>
        <p:spPr>
          <a:xfrm>
            <a:off x="5258398" y="3155658"/>
            <a:ext cx="1739880" cy="1191795"/>
          </a:xfrm>
          <a:prstGeom prst="rect">
            <a:avLst/>
          </a:prstGeom>
          <a:noFill/>
          <a:ln>
            <a:noFill/>
          </a:ln>
        </p:spPr>
      </p:pic>
      <p:grpSp>
        <p:nvGrpSpPr>
          <p:cNvPr id="1671" name="Google Shape;1671;p48"/>
          <p:cNvGrpSpPr/>
          <p:nvPr/>
        </p:nvGrpSpPr>
        <p:grpSpPr>
          <a:xfrm rot="5400000" flipH="1">
            <a:off x="5400786" y="2700427"/>
            <a:ext cx="1462404" cy="2102720"/>
            <a:chOff x="2498107" y="1080675"/>
            <a:chExt cx="2074038" cy="2982158"/>
          </a:xfrm>
        </p:grpSpPr>
        <p:sp>
          <p:nvSpPr>
            <p:cNvPr id="1672" name="Google Shape;1672;p48"/>
            <p:cNvSpPr/>
            <p:nvPr/>
          </p:nvSpPr>
          <p:spPr>
            <a:xfrm>
              <a:off x="2498107" y="1080675"/>
              <a:ext cx="2074038" cy="2982158"/>
            </a:xfrm>
            <a:custGeom>
              <a:avLst/>
              <a:gdLst/>
              <a:ahLst/>
              <a:cxnLst/>
              <a:rect l="l" t="t" r="r" b="b"/>
              <a:pathLst>
                <a:path w="160747" h="208725" extrusionOk="0">
                  <a:moveTo>
                    <a:pt x="144239" y="18365"/>
                  </a:moveTo>
                  <a:lnTo>
                    <a:pt x="144239" y="190978"/>
                  </a:lnTo>
                  <a:lnTo>
                    <a:pt x="15992" y="190978"/>
                  </a:lnTo>
                  <a:lnTo>
                    <a:pt x="15992" y="18365"/>
                  </a:lnTo>
                  <a:close/>
                  <a:moveTo>
                    <a:pt x="8460" y="0"/>
                  </a:moveTo>
                  <a:cubicBezTo>
                    <a:pt x="3817" y="0"/>
                    <a:pt x="0" y="3818"/>
                    <a:pt x="0" y="8460"/>
                  </a:cubicBezTo>
                  <a:lnTo>
                    <a:pt x="0" y="200264"/>
                  </a:lnTo>
                  <a:cubicBezTo>
                    <a:pt x="0" y="204907"/>
                    <a:pt x="3817" y="208725"/>
                    <a:pt x="8460" y="208725"/>
                  </a:cubicBezTo>
                  <a:lnTo>
                    <a:pt x="152390" y="208725"/>
                  </a:lnTo>
                  <a:cubicBezTo>
                    <a:pt x="157033" y="208725"/>
                    <a:pt x="160747" y="204907"/>
                    <a:pt x="160747" y="200264"/>
                  </a:cubicBezTo>
                  <a:lnTo>
                    <a:pt x="160747" y="8460"/>
                  </a:lnTo>
                  <a:cubicBezTo>
                    <a:pt x="160747" y="3818"/>
                    <a:pt x="157033" y="0"/>
                    <a:pt x="152390" y="0"/>
                  </a:cubicBezTo>
                  <a:close/>
                </a:path>
              </a:pathLst>
            </a:custGeom>
            <a:solidFill>
              <a:schemeClr val="dk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48"/>
            <p:cNvSpPr/>
            <p:nvPr/>
          </p:nvSpPr>
          <p:spPr>
            <a:xfrm>
              <a:off x="3469185" y="3874439"/>
              <a:ext cx="131700" cy="1317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74" name="Google Shape;1674;p48"/>
          <p:cNvPicPr preferRelativeResize="0"/>
          <p:nvPr/>
        </p:nvPicPr>
        <p:blipFill rotWithShape="1">
          <a:blip r:embed="rId5">
            <a:alphaModFix/>
          </a:blip>
          <a:srcRect l="4488" r="4479"/>
          <a:stretch/>
        </p:blipFill>
        <p:spPr>
          <a:xfrm>
            <a:off x="2187178" y="3646135"/>
            <a:ext cx="1286393" cy="794903"/>
          </a:xfrm>
          <a:prstGeom prst="rect">
            <a:avLst/>
          </a:prstGeom>
          <a:noFill/>
          <a:ln>
            <a:noFill/>
          </a:ln>
        </p:spPr>
      </p:pic>
      <p:grpSp>
        <p:nvGrpSpPr>
          <p:cNvPr id="1675" name="Google Shape;1675;p48"/>
          <p:cNvGrpSpPr/>
          <p:nvPr/>
        </p:nvGrpSpPr>
        <p:grpSpPr>
          <a:xfrm rot="-5400000">
            <a:off x="2388004" y="3169823"/>
            <a:ext cx="885582" cy="1740226"/>
            <a:chOff x="4571999" y="1621825"/>
            <a:chExt cx="1371719" cy="2695518"/>
          </a:xfrm>
        </p:grpSpPr>
        <p:sp>
          <p:nvSpPr>
            <p:cNvPr id="1676" name="Google Shape;1676;p48"/>
            <p:cNvSpPr/>
            <p:nvPr/>
          </p:nvSpPr>
          <p:spPr>
            <a:xfrm>
              <a:off x="4571999" y="1621825"/>
              <a:ext cx="1371719" cy="2695518"/>
            </a:xfrm>
            <a:custGeom>
              <a:avLst/>
              <a:gdLst/>
              <a:ahLst/>
              <a:cxnLst/>
              <a:rect l="l" t="t" r="r" b="b"/>
              <a:pathLst>
                <a:path w="95757" h="202823" extrusionOk="0">
                  <a:moveTo>
                    <a:pt x="55823" y="15602"/>
                  </a:moveTo>
                  <a:cubicBezTo>
                    <a:pt x="56968" y="15602"/>
                    <a:pt x="57970" y="16604"/>
                    <a:pt x="57970" y="17749"/>
                  </a:cubicBezTo>
                  <a:lnTo>
                    <a:pt x="57970" y="17892"/>
                  </a:lnTo>
                  <a:cubicBezTo>
                    <a:pt x="57970" y="19037"/>
                    <a:pt x="56968" y="20039"/>
                    <a:pt x="55823" y="20039"/>
                  </a:cubicBezTo>
                  <a:lnTo>
                    <a:pt x="41080" y="20039"/>
                  </a:lnTo>
                  <a:cubicBezTo>
                    <a:pt x="39935" y="20039"/>
                    <a:pt x="38933" y="19037"/>
                    <a:pt x="38933" y="17892"/>
                  </a:cubicBezTo>
                  <a:lnTo>
                    <a:pt x="38933" y="17749"/>
                  </a:lnTo>
                  <a:cubicBezTo>
                    <a:pt x="38933" y="16604"/>
                    <a:pt x="39935" y="15602"/>
                    <a:pt x="41080" y="15602"/>
                  </a:cubicBezTo>
                  <a:close/>
                  <a:moveTo>
                    <a:pt x="89173" y="28913"/>
                  </a:moveTo>
                  <a:lnTo>
                    <a:pt x="89173" y="173909"/>
                  </a:lnTo>
                  <a:lnTo>
                    <a:pt x="7729" y="173909"/>
                  </a:lnTo>
                  <a:lnTo>
                    <a:pt x="7729" y="28913"/>
                  </a:lnTo>
                  <a:close/>
                  <a:moveTo>
                    <a:pt x="13598" y="0"/>
                  </a:moveTo>
                  <a:cubicBezTo>
                    <a:pt x="6012" y="0"/>
                    <a:pt x="0" y="6155"/>
                    <a:pt x="0" y="13598"/>
                  </a:cubicBezTo>
                  <a:lnTo>
                    <a:pt x="0" y="189225"/>
                  </a:lnTo>
                  <a:cubicBezTo>
                    <a:pt x="0" y="196811"/>
                    <a:pt x="6012" y="202823"/>
                    <a:pt x="13598" y="202823"/>
                  </a:cubicBezTo>
                  <a:lnTo>
                    <a:pt x="82159" y="202823"/>
                  </a:lnTo>
                  <a:cubicBezTo>
                    <a:pt x="89745" y="202823"/>
                    <a:pt x="95757" y="196811"/>
                    <a:pt x="95757" y="189225"/>
                  </a:cubicBezTo>
                  <a:lnTo>
                    <a:pt x="95757" y="13598"/>
                  </a:lnTo>
                  <a:cubicBezTo>
                    <a:pt x="95757" y="6155"/>
                    <a:pt x="89745" y="0"/>
                    <a:pt x="82159" y="0"/>
                  </a:cubicBezTo>
                  <a:close/>
                </a:path>
              </a:pathLst>
            </a:custGeom>
            <a:solidFill>
              <a:schemeClr val="dk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48"/>
            <p:cNvSpPr/>
            <p:nvPr/>
          </p:nvSpPr>
          <p:spPr>
            <a:xfrm>
              <a:off x="5167368" y="4029075"/>
              <a:ext cx="180900" cy="180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8" name="Google Shape;1678;p48"/>
          <p:cNvGrpSpPr/>
          <p:nvPr/>
        </p:nvGrpSpPr>
        <p:grpSpPr>
          <a:xfrm>
            <a:off x="2335050" y="1069304"/>
            <a:ext cx="4473900" cy="192184"/>
            <a:chOff x="2363547" y="1069304"/>
            <a:chExt cx="4473900" cy="192184"/>
          </a:xfrm>
        </p:grpSpPr>
        <p:grpSp>
          <p:nvGrpSpPr>
            <p:cNvPr id="1679" name="Google Shape;1679;p48"/>
            <p:cNvGrpSpPr/>
            <p:nvPr/>
          </p:nvGrpSpPr>
          <p:grpSpPr>
            <a:xfrm>
              <a:off x="2363547" y="1069304"/>
              <a:ext cx="4416900" cy="192184"/>
              <a:chOff x="2335097" y="1069304"/>
              <a:chExt cx="4416900" cy="192184"/>
            </a:xfrm>
          </p:grpSpPr>
          <p:sp>
            <p:nvSpPr>
              <p:cNvPr id="1680" name="Google Shape;1680;p48"/>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81" name="Google Shape;1681;p48"/>
              <p:cNvCxnSpPr>
                <a:stCxn id="1682" idx="6"/>
                <a:endCxn id="1683" idx="2"/>
              </p:cNvCxnSpPr>
              <p:nvPr/>
            </p:nvCxnSpPr>
            <p:spPr>
              <a:xfrm rot="10800000">
                <a:off x="2392097" y="1164417"/>
                <a:ext cx="4359900" cy="0"/>
              </a:xfrm>
              <a:prstGeom prst="straightConnector1">
                <a:avLst/>
              </a:prstGeom>
              <a:noFill/>
              <a:ln w="9525" cap="flat" cmpd="sng">
                <a:solidFill>
                  <a:schemeClr val="lt1"/>
                </a:solidFill>
                <a:prstDash val="solid"/>
                <a:round/>
                <a:headEnd type="none" w="med" len="med"/>
                <a:tailEnd type="none" w="med" len="med"/>
              </a:ln>
            </p:spPr>
          </p:cxnSp>
          <p:sp>
            <p:nvSpPr>
              <p:cNvPr id="1683" name="Google Shape;1683;p48"/>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82" name="Google Shape;1682;p48"/>
            <p:cNvSpPr/>
            <p:nvPr/>
          </p:nvSpPr>
          <p:spPr>
            <a:xfrm flipH="1">
              <a:off x="678044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84" name="Google Shape;1684;p48"/>
          <p:cNvCxnSpPr/>
          <p:nvPr/>
        </p:nvCxnSpPr>
        <p:spPr>
          <a:xfrm rot="10800000">
            <a:off x="1767450" y="4482944"/>
            <a:ext cx="5609100" cy="0"/>
          </a:xfrm>
          <a:prstGeom prst="straightConnector1">
            <a:avLst/>
          </a:prstGeom>
          <a:noFill/>
          <a:ln w="9525" cap="flat" cmpd="sng">
            <a:solidFill>
              <a:schemeClr val="lt1"/>
            </a:solidFill>
            <a:prstDash val="solid"/>
            <a:round/>
            <a:headEnd type="none" w="med" len="med"/>
            <a:tailEnd type="none" w="med" len="med"/>
          </a:ln>
        </p:spPr>
      </p:cxn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688"/>
        <p:cNvGrpSpPr/>
        <p:nvPr/>
      </p:nvGrpSpPr>
      <p:grpSpPr>
        <a:xfrm>
          <a:off x="0" y="0"/>
          <a:ext cx="0" cy="0"/>
          <a:chOff x="0" y="0"/>
          <a:chExt cx="0" cy="0"/>
        </a:xfrm>
      </p:grpSpPr>
      <p:sp>
        <p:nvSpPr>
          <p:cNvPr id="1689" name="Google Shape;1689;p49"/>
          <p:cNvSpPr txBox="1">
            <a:spLocks noGrp="1"/>
          </p:cNvSpPr>
          <p:nvPr>
            <p:ph type="ctrTitle"/>
          </p:nvPr>
        </p:nvSpPr>
        <p:spPr>
          <a:xfrm>
            <a:off x="782850" y="1264217"/>
            <a:ext cx="3380400" cy="712500"/>
          </a:xfrm>
          <a:prstGeom prst="rect">
            <a:avLst/>
          </a:prstGeom>
        </p:spPr>
        <p:txBody>
          <a:bodyPr spcFirstLastPara="1" wrap="square" lIns="91425" tIns="0" rIns="91425" bIns="0" anchor="ctr" anchorCtr="0">
            <a:noAutofit/>
          </a:bodyPr>
          <a:lstStyle/>
          <a:p>
            <a:pPr marL="0" lvl="0" indent="0" algn="l" rtl="0">
              <a:spcBef>
                <a:spcPts val="0"/>
              </a:spcBef>
              <a:spcAft>
                <a:spcPts val="0"/>
              </a:spcAft>
              <a:buNone/>
            </a:pPr>
            <a:r>
              <a:rPr lang="en"/>
              <a:t>MERCI !</a:t>
            </a:r>
            <a:endParaRPr/>
          </a:p>
        </p:txBody>
      </p:sp>
      <p:sp>
        <p:nvSpPr>
          <p:cNvPr id="1690" name="Google Shape;1690;p49"/>
          <p:cNvSpPr txBox="1">
            <a:spLocks noGrp="1"/>
          </p:cNvSpPr>
          <p:nvPr>
            <p:ph type="subTitle" idx="1"/>
          </p:nvPr>
        </p:nvSpPr>
        <p:spPr>
          <a:xfrm>
            <a:off x="782850" y="2542667"/>
            <a:ext cx="3687900" cy="13410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sz="2000" b="1"/>
              <a:t>Avez-vous des questions ?</a:t>
            </a:r>
            <a:endParaRPr sz="2000" b="1"/>
          </a:p>
          <a:p>
            <a:pPr marL="0" lvl="0" indent="0" algn="l" rtl="0">
              <a:spcBef>
                <a:spcPts val="0"/>
              </a:spcBef>
              <a:spcAft>
                <a:spcPts val="0"/>
              </a:spcAft>
              <a:buNone/>
            </a:pPr>
            <a:endParaRPr/>
          </a:p>
          <a:p>
            <a:pPr marL="0" lvl="0" indent="0" algn="l" rtl="0">
              <a:spcBef>
                <a:spcPts val="0"/>
              </a:spcBef>
              <a:spcAft>
                <a:spcPts val="0"/>
              </a:spcAft>
              <a:buNone/>
            </a:pPr>
            <a:r>
              <a:rPr lang="en"/>
              <a:t>votreemail@freepik.com </a:t>
            </a:r>
            <a:endParaRPr/>
          </a:p>
          <a:p>
            <a:pPr marL="0" lvl="0" indent="0" algn="l" rtl="0">
              <a:spcBef>
                <a:spcPts val="0"/>
              </a:spcBef>
              <a:spcAft>
                <a:spcPts val="0"/>
              </a:spcAft>
              <a:buNone/>
            </a:pPr>
            <a:r>
              <a:rPr lang="en"/>
              <a:t>+91  620 421 838 </a:t>
            </a:r>
            <a:endParaRPr/>
          </a:p>
          <a:p>
            <a:pPr marL="0" lvl="0" indent="0" algn="l" rtl="0">
              <a:spcBef>
                <a:spcPts val="0"/>
              </a:spcBef>
              <a:spcAft>
                <a:spcPts val="0"/>
              </a:spcAft>
              <a:buNone/>
            </a:pPr>
            <a:r>
              <a:rPr lang="en"/>
              <a:t>votreentreprise.com</a:t>
            </a:r>
            <a:endParaRPr/>
          </a:p>
        </p:txBody>
      </p:sp>
      <p:cxnSp>
        <p:nvCxnSpPr>
          <p:cNvPr id="1691" name="Google Shape;1691;p49"/>
          <p:cNvCxnSpPr/>
          <p:nvPr/>
        </p:nvCxnSpPr>
        <p:spPr>
          <a:xfrm rot="10800000">
            <a:off x="945275" y="2197817"/>
            <a:ext cx="8764500" cy="0"/>
          </a:xfrm>
          <a:prstGeom prst="straightConnector1">
            <a:avLst/>
          </a:prstGeom>
          <a:noFill/>
          <a:ln w="9525" cap="flat" cmpd="sng">
            <a:solidFill>
              <a:schemeClr val="lt1"/>
            </a:solidFill>
            <a:prstDash val="solid"/>
            <a:round/>
            <a:headEnd type="none" w="med" len="med"/>
            <a:tailEnd type="none" w="med" len="med"/>
          </a:ln>
        </p:spPr>
      </p:cxnSp>
      <p:sp>
        <p:nvSpPr>
          <p:cNvPr id="1692" name="Google Shape;1692;p49"/>
          <p:cNvSpPr txBox="1"/>
          <p:nvPr/>
        </p:nvSpPr>
        <p:spPr>
          <a:xfrm>
            <a:off x="4980600" y="3445300"/>
            <a:ext cx="3201300" cy="391500"/>
          </a:xfrm>
          <a:prstGeom prst="rect">
            <a:avLst/>
          </a:prstGeom>
          <a:noFill/>
          <a:ln>
            <a:noFill/>
          </a:ln>
        </p:spPr>
        <p:txBody>
          <a:bodyPr spcFirstLastPara="1" wrap="square" lIns="91425" tIns="0" rIns="91425" bIns="0" anchor="t" anchorCtr="0">
            <a:noAutofit/>
          </a:bodyPr>
          <a:lstStyle/>
          <a:p>
            <a:pPr marL="0" marR="0" lvl="0" indent="0" algn="l" rtl="0">
              <a:lnSpc>
                <a:spcPct val="100000"/>
              </a:lnSpc>
              <a:spcBef>
                <a:spcPts val="0"/>
              </a:spcBef>
              <a:spcAft>
                <a:spcPts val="0"/>
              </a:spcAft>
              <a:buNone/>
            </a:pPr>
            <a:r>
              <a:rPr lang="en" sz="1200">
                <a:solidFill>
                  <a:schemeClr val="lt1"/>
                </a:solidFill>
                <a:latin typeface="Montserrat"/>
                <a:ea typeface="Montserrat"/>
                <a:cs typeface="Montserrat"/>
                <a:sym typeface="Montserrat"/>
              </a:rPr>
              <a:t>Veuillez conserver cette diapositive pour l'attribution</a:t>
            </a:r>
            <a:endParaRPr sz="1200">
              <a:solidFill>
                <a:schemeClr val="lt1"/>
              </a:solidFill>
              <a:latin typeface="Montserrat"/>
              <a:ea typeface="Montserrat"/>
              <a:cs typeface="Montserrat"/>
              <a:sym typeface="Montserrat"/>
            </a:endParaRPr>
          </a:p>
        </p:txBody>
      </p:sp>
      <p:sp>
        <p:nvSpPr>
          <p:cNvPr id="1693" name="Google Shape;1693;p49"/>
          <p:cNvSpPr/>
          <p:nvPr/>
        </p:nvSpPr>
        <p:spPr>
          <a:xfrm>
            <a:off x="5355755" y="1555376"/>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94" name="Google Shape;1694;p49"/>
          <p:cNvGrpSpPr/>
          <p:nvPr/>
        </p:nvGrpSpPr>
        <p:grpSpPr>
          <a:xfrm>
            <a:off x="5856652" y="1555567"/>
            <a:ext cx="346056" cy="345674"/>
            <a:chOff x="3303268" y="3817349"/>
            <a:chExt cx="346056" cy="345674"/>
          </a:xfrm>
        </p:grpSpPr>
        <p:sp>
          <p:nvSpPr>
            <p:cNvPr id="1695" name="Google Shape;1695;p49"/>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49"/>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49"/>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49"/>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9" name="Google Shape;1699;p49"/>
          <p:cNvGrpSpPr/>
          <p:nvPr/>
        </p:nvGrpSpPr>
        <p:grpSpPr>
          <a:xfrm>
            <a:off x="6357927" y="1555567"/>
            <a:ext cx="346024" cy="345674"/>
            <a:chOff x="4650919" y="3817349"/>
            <a:chExt cx="346024" cy="345674"/>
          </a:xfrm>
        </p:grpSpPr>
        <p:sp>
          <p:nvSpPr>
            <p:cNvPr id="1700" name="Google Shape;1700;p49"/>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49"/>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49"/>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706"/>
        <p:cNvGrpSpPr/>
        <p:nvPr/>
      </p:nvGrpSpPr>
      <p:grpSpPr>
        <a:xfrm>
          <a:off x="0" y="0"/>
          <a:ext cx="0" cy="0"/>
          <a:chOff x="0" y="0"/>
          <a:chExt cx="0" cy="0"/>
        </a:xfrm>
      </p:grpSpPr>
      <p:sp>
        <p:nvSpPr>
          <p:cNvPr id="1707" name="Google Shape;1707;p50"/>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RESSOURCES ALTERNATIVES</a:t>
            </a:r>
            <a:endParaRPr/>
          </a:p>
        </p:txBody>
      </p:sp>
      <p:sp>
        <p:nvSpPr>
          <p:cNvPr id="1708" name="Google Shape;1708;p50"/>
          <p:cNvSpPr txBox="1">
            <a:spLocks noGrp="1"/>
          </p:cNvSpPr>
          <p:nvPr>
            <p:ph type="subTitle" idx="2"/>
          </p:nvPr>
        </p:nvSpPr>
        <p:spPr>
          <a:xfrm>
            <a:off x="1682625" y="1355275"/>
            <a:ext cx="5779200" cy="5355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Voici un assortiment de ressources alternatives dans le même style que ce modèle :</a:t>
            </a:r>
            <a:endParaRPr/>
          </a:p>
        </p:txBody>
      </p:sp>
      <p:grpSp>
        <p:nvGrpSpPr>
          <p:cNvPr id="1709" name="Google Shape;1709;p50"/>
          <p:cNvGrpSpPr/>
          <p:nvPr/>
        </p:nvGrpSpPr>
        <p:grpSpPr>
          <a:xfrm>
            <a:off x="1611150" y="1050283"/>
            <a:ext cx="5921700" cy="192184"/>
            <a:chOff x="902597" y="1069304"/>
            <a:chExt cx="5921700" cy="192184"/>
          </a:xfrm>
        </p:grpSpPr>
        <p:grpSp>
          <p:nvGrpSpPr>
            <p:cNvPr id="1710" name="Google Shape;1710;p50"/>
            <p:cNvGrpSpPr/>
            <p:nvPr/>
          </p:nvGrpSpPr>
          <p:grpSpPr>
            <a:xfrm>
              <a:off x="902597" y="1069304"/>
              <a:ext cx="5864700" cy="192184"/>
              <a:chOff x="2335097" y="1069304"/>
              <a:chExt cx="5864700" cy="192184"/>
            </a:xfrm>
          </p:grpSpPr>
          <p:sp>
            <p:nvSpPr>
              <p:cNvPr id="1711" name="Google Shape;1711;p50"/>
              <p:cNvSpPr/>
              <p:nvPr/>
            </p:nvSpPr>
            <p:spPr>
              <a:xfrm rot="-2700000" flipH="1">
                <a:off x="55748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712" name="Google Shape;1712;p50"/>
              <p:cNvCxnSpPr>
                <a:stCxn id="1713" idx="6"/>
                <a:endCxn id="1714"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714" name="Google Shape;1714;p50"/>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13" name="Google Shape;1713;p50"/>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15" name="Google Shape;1715;p50"/>
          <p:cNvSpPr txBox="1">
            <a:spLocks noGrp="1"/>
          </p:cNvSpPr>
          <p:nvPr>
            <p:ph type="body" idx="1"/>
          </p:nvPr>
        </p:nvSpPr>
        <p:spPr>
          <a:xfrm>
            <a:off x="782850" y="1995825"/>
            <a:ext cx="3904500" cy="2591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sz="2000" b="1"/>
              <a:t>Vecteur</a:t>
            </a:r>
            <a:endParaRPr sz="2000" b="1"/>
          </a:p>
          <a:p>
            <a:pPr marL="457200" lvl="0" indent="-317500" algn="l" rtl="0">
              <a:spcBef>
                <a:spcPts val="1000"/>
              </a:spcBef>
              <a:spcAft>
                <a:spcPts val="0"/>
              </a:spcAft>
              <a:buSzPts val="1400"/>
              <a:buChar char="●"/>
            </a:pPr>
            <a:r>
              <a:rPr lang="en" sz="1400">
                <a:solidFill>
                  <a:schemeClr val="hlink"/>
                </a:solidFill>
                <a:uFill>
                  <a:noFill/>
                </a:uFill>
                <a:hlinkClick r:id="rId3"/>
              </a:rPr>
              <a:t>Circuits blue and red gradient digital background</a:t>
            </a:r>
            <a:endParaRPr sz="1400"/>
          </a:p>
        </p:txBody>
      </p:sp>
      <p:sp>
        <p:nvSpPr>
          <p:cNvPr id="1716" name="Google Shape;1716;p50"/>
          <p:cNvSpPr/>
          <p:nvPr/>
        </p:nvSpPr>
        <p:spPr>
          <a:xfrm>
            <a:off x="5562900" y="2049422"/>
            <a:ext cx="2294290" cy="2537888"/>
          </a:xfrm>
          <a:custGeom>
            <a:avLst/>
            <a:gdLst/>
            <a:ahLst/>
            <a:cxnLst/>
            <a:rect l="l" t="t" r="r" b="b"/>
            <a:pathLst>
              <a:path w="188018" h="207981" extrusionOk="0">
                <a:moveTo>
                  <a:pt x="104847" y="37273"/>
                </a:moveTo>
                <a:cubicBezTo>
                  <a:pt x="103681" y="37273"/>
                  <a:pt x="102619" y="38546"/>
                  <a:pt x="103325" y="39856"/>
                </a:cubicBezTo>
                <a:lnTo>
                  <a:pt x="90699" y="52481"/>
                </a:lnTo>
                <a:lnTo>
                  <a:pt x="80155" y="50332"/>
                </a:lnTo>
                <a:lnTo>
                  <a:pt x="68110" y="62377"/>
                </a:lnTo>
                <a:cubicBezTo>
                  <a:pt x="67784" y="62168"/>
                  <a:pt x="67457" y="62078"/>
                  <a:pt x="67148" y="62078"/>
                </a:cubicBezTo>
                <a:cubicBezTo>
                  <a:pt x="65740" y="62078"/>
                  <a:pt x="64719" y="63960"/>
                  <a:pt x="66062" y="65107"/>
                </a:cubicBezTo>
                <a:lnTo>
                  <a:pt x="66028" y="65141"/>
                </a:lnTo>
                <a:cubicBezTo>
                  <a:pt x="66403" y="65580"/>
                  <a:pt x="66862" y="65764"/>
                  <a:pt x="67308" y="65764"/>
                </a:cubicBezTo>
                <a:cubicBezTo>
                  <a:pt x="68527" y="65764"/>
                  <a:pt x="69657" y="64392"/>
                  <a:pt x="68758" y="63094"/>
                </a:cubicBezTo>
                <a:lnTo>
                  <a:pt x="80462" y="51389"/>
                </a:lnTo>
                <a:lnTo>
                  <a:pt x="91006" y="53505"/>
                </a:lnTo>
                <a:lnTo>
                  <a:pt x="103973" y="40538"/>
                </a:lnTo>
                <a:cubicBezTo>
                  <a:pt x="104265" y="40696"/>
                  <a:pt x="104555" y="40765"/>
                  <a:pt x="104830" y="40765"/>
                </a:cubicBezTo>
                <a:cubicBezTo>
                  <a:pt x="106225" y="40765"/>
                  <a:pt x="107223" y="38977"/>
                  <a:pt x="106054" y="37808"/>
                </a:cubicBezTo>
                <a:cubicBezTo>
                  <a:pt x="105688" y="37433"/>
                  <a:pt x="105261" y="37273"/>
                  <a:pt x="104847" y="37273"/>
                </a:cubicBezTo>
                <a:close/>
                <a:moveTo>
                  <a:pt x="90788" y="67921"/>
                </a:moveTo>
                <a:cubicBezTo>
                  <a:pt x="91775" y="67921"/>
                  <a:pt x="92724" y="68648"/>
                  <a:pt x="92815" y="69782"/>
                </a:cubicBezTo>
                <a:cubicBezTo>
                  <a:pt x="92915" y="71032"/>
                  <a:pt x="91897" y="71952"/>
                  <a:pt x="90796" y="71952"/>
                </a:cubicBezTo>
                <a:cubicBezTo>
                  <a:pt x="90394" y="71952"/>
                  <a:pt x="89981" y="71830"/>
                  <a:pt x="89607" y="71556"/>
                </a:cubicBezTo>
                <a:lnTo>
                  <a:pt x="89198" y="71147"/>
                </a:lnTo>
                <a:cubicBezTo>
                  <a:pt x="88583" y="70328"/>
                  <a:pt x="88686" y="69236"/>
                  <a:pt x="89368" y="68519"/>
                </a:cubicBezTo>
                <a:cubicBezTo>
                  <a:pt x="89781" y="68107"/>
                  <a:pt x="90289" y="67921"/>
                  <a:pt x="90788" y="67921"/>
                </a:cubicBezTo>
                <a:close/>
                <a:moveTo>
                  <a:pt x="43920" y="77439"/>
                </a:moveTo>
                <a:cubicBezTo>
                  <a:pt x="45462" y="77439"/>
                  <a:pt x="46787" y="79443"/>
                  <a:pt x="45350" y="80906"/>
                </a:cubicBezTo>
                <a:cubicBezTo>
                  <a:pt x="44945" y="81299"/>
                  <a:pt x="44454" y="81476"/>
                  <a:pt x="43971" y="81476"/>
                </a:cubicBezTo>
                <a:cubicBezTo>
                  <a:pt x="42946" y="81476"/>
                  <a:pt x="41960" y="80679"/>
                  <a:pt x="41937" y="79473"/>
                </a:cubicBezTo>
                <a:cubicBezTo>
                  <a:pt x="41937" y="78961"/>
                  <a:pt x="42142" y="78449"/>
                  <a:pt x="42517" y="78074"/>
                </a:cubicBezTo>
                <a:cubicBezTo>
                  <a:pt x="42957" y="77626"/>
                  <a:pt x="43449" y="77439"/>
                  <a:pt x="43920" y="77439"/>
                </a:cubicBezTo>
                <a:close/>
                <a:moveTo>
                  <a:pt x="151302" y="0"/>
                </a:moveTo>
                <a:lnTo>
                  <a:pt x="90597" y="60500"/>
                </a:lnTo>
                <a:lnTo>
                  <a:pt x="80837" y="58112"/>
                </a:lnTo>
                <a:lnTo>
                  <a:pt x="56951" y="81998"/>
                </a:lnTo>
                <a:lnTo>
                  <a:pt x="46851" y="79677"/>
                </a:lnTo>
                <a:lnTo>
                  <a:pt x="46851" y="79473"/>
                </a:lnTo>
                <a:cubicBezTo>
                  <a:pt x="46851" y="77696"/>
                  <a:pt x="45400" y="76512"/>
                  <a:pt x="43880" y="76512"/>
                </a:cubicBezTo>
                <a:cubicBezTo>
                  <a:pt x="43152" y="76512"/>
                  <a:pt x="42408" y="76784"/>
                  <a:pt x="41801" y="77391"/>
                </a:cubicBezTo>
                <a:cubicBezTo>
                  <a:pt x="39958" y="79268"/>
                  <a:pt x="41255" y="82441"/>
                  <a:pt x="43916" y="82441"/>
                </a:cubicBezTo>
                <a:cubicBezTo>
                  <a:pt x="45111" y="82441"/>
                  <a:pt x="46203" y="81725"/>
                  <a:pt x="46680" y="80599"/>
                </a:cubicBezTo>
                <a:lnTo>
                  <a:pt x="57293" y="83022"/>
                </a:lnTo>
                <a:lnTo>
                  <a:pt x="81145" y="59135"/>
                </a:lnTo>
                <a:lnTo>
                  <a:pt x="90870" y="61558"/>
                </a:lnTo>
                <a:lnTo>
                  <a:pt x="151984" y="682"/>
                </a:lnTo>
                <a:lnTo>
                  <a:pt x="151302" y="0"/>
                </a:lnTo>
                <a:close/>
                <a:moveTo>
                  <a:pt x="123259" y="58211"/>
                </a:moveTo>
                <a:cubicBezTo>
                  <a:pt x="122084" y="58211"/>
                  <a:pt x="121008" y="59490"/>
                  <a:pt x="121717" y="60807"/>
                </a:cubicBezTo>
                <a:lnTo>
                  <a:pt x="101380" y="81179"/>
                </a:lnTo>
                <a:lnTo>
                  <a:pt x="92200" y="84659"/>
                </a:lnTo>
                <a:cubicBezTo>
                  <a:pt x="92132" y="84591"/>
                  <a:pt x="92064" y="84489"/>
                  <a:pt x="91962" y="84386"/>
                </a:cubicBezTo>
                <a:cubicBezTo>
                  <a:pt x="91606" y="84040"/>
                  <a:pt x="91190" y="83891"/>
                  <a:pt x="90784" y="83891"/>
                </a:cubicBezTo>
                <a:cubicBezTo>
                  <a:pt x="89673" y="83891"/>
                  <a:pt x="88647" y="85013"/>
                  <a:pt x="89198" y="86263"/>
                </a:cubicBezTo>
                <a:cubicBezTo>
                  <a:pt x="89496" y="86989"/>
                  <a:pt x="90121" y="87317"/>
                  <a:pt x="90746" y="87317"/>
                </a:cubicBezTo>
                <a:cubicBezTo>
                  <a:pt x="91620" y="87317"/>
                  <a:pt x="92493" y="86675"/>
                  <a:pt x="92473" y="85581"/>
                </a:cubicBezTo>
                <a:lnTo>
                  <a:pt x="101926" y="81998"/>
                </a:lnTo>
                <a:lnTo>
                  <a:pt x="122399" y="61456"/>
                </a:lnTo>
                <a:cubicBezTo>
                  <a:pt x="122691" y="61613"/>
                  <a:pt x="122982" y="61682"/>
                  <a:pt x="123256" y="61682"/>
                </a:cubicBezTo>
                <a:cubicBezTo>
                  <a:pt x="124650" y="61682"/>
                  <a:pt x="125644" y="59895"/>
                  <a:pt x="124447" y="58726"/>
                </a:cubicBezTo>
                <a:cubicBezTo>
                  <a:pt x="124086" y="58365"/>
                  <a:pt x="123667" y="58211"/>
                  <a:pt x="123259" y="58211"/>
                </a:cubicBezTo>
                <a:close/>
                <a:moveTo>
                  <a:pt x="110386" y="91267"/>
                </a:moveTo>
                <a:cubicBezTo>
                  <a:pt x="110877" y="91267"/>
                  <a:pt x="111379" y="91451"/>
                  <a:pt x="111787" y="91859"/>
                </a:cubicBezTo>
                <a:cubicBezTo>
                  <a:pt x="112572" y="92644"/>
                  <a:pt x="112572" y="93907"/>
                  <a:pt x="111787" y="94692"/>
                </a:cubicBezTo>
                <a:cubicBezTo>
                  <a:pt x="111377" y="95101"/>
                  <a:pt x="110874" y="95285"/>
                  <a:pt x="110381" y="95285"/>
                </a:cubicBezTo>
                <a:cubicBezTo>
                  <a:pt x="109355" y="95285"/>
                  <a:pt x="108375" y="94491"/>
                  <a:pt x="108375" y="93293"/>
                </a:cubicBezTo>
                <a:cubicBezTo>
                  <a:pt x="108375" y="92069"/>
                  <a:pt x="109358" y="91267"/>
                  <a:pt x="110386" y="91267"/>
                </a:cubicBezTo>
                <a:close/>
                <a:moveTo>
                  <a:pt x="148026" y="29551"/>
                </a:moveTo>
                <a:lnTo>
                  <a:pt x="131305" y="46305"/>
                </a:lnTo>
                <a:lnTo>
                  <a:pt x="130896" y="58453"/>
                </a:lnTo>
                <a:lnTo>
                  <a:pt x="110047" y="79336"/>
                </a:lnTo>
                <a:lnTo>
                  <a:pt x="110047" y="90324"/>
                </a:lnTo>
                <a:cubicBezTo>
                  <a:pt x="106396" y="90699"/>
                  <a:pt x="106532" y="96057"/>
                  <a:pt x="110183" y="96261"/>
                </a:cubicBezTo>
                <a:cubicBezTo>
                  <a:pt x="110248" y="96266"/>
                  <a:pt x="110313" y="96268"/>
                  <a:pt x="110377" y="96268"/>
                </a:cubicBezTo>
                <a:cubicBezTo>
                  <a:pt x="111832" y="96268"/>
                  <a:pt x="113094" y="95173"/>
                  <a:pt x="113323" y="93702"/>
                </a:cubicBezTo>
                <a:cubicBezTo>
                  <a:pt x="113527" y="92167"/>
                  <a:pt x="112504" y="90733"/>
                  <a:pt x="111002" y="90392"/>
                </a:cubicBezTo>
                <a:lnTo>
                  <a:pt x="111002" y="79712"/>
                </a:lnTo>
                <a:lnTo>
                  <a:pt x="131851" y="58862"/>
                </a:lnTo>
                <a:lnTo>
                  <a:pt x="132227" y="46715"/>
                </a:lnTo>
                <a:lnTo>
                  <a:pt x="148674" y="30233"/>
                </a:lnTo>
                <a:lnTo>
                  <a:pt x="148026" y="29551"/>
                </a:lnTo>
                <a:close/>
                <a:moveTo>
                  <a:pt x="92272" y="97179"/>
                </a:moveTo>
                <a:cubicBezTo>
                  <a:pt x="90686" y="97179"/>
                  <a:pt x="89163" y="98403"/>
                  <a:pt x="89163" y="100254"/>
                </a:cubicBezTo>
                <a:lnTo>
                  <a:pt x="89163" y="100288"/>
                </a:lnTo>
                <a:cubicBezTo>
                  <a:pt x="89163" y="101960"/>
                  <a:pt x="90528" y="103325"/>
                  <a:pt x="92235" y="103325"/>
                </a:cubicBezTo>
                <a:cubicBezTo>
                  <a:pt x="94964" y="103325"/>
                  <a:pt x="96329" y="100015"/>
                  <a:pt x="94418" y="98070"/>
                </a:cubicBezTo>
                <a:cubicBezTo>
                  <a:pt x="93792" y="97455"/>
                  <a:pt x="93025" y="97179"/>
                  <a:pt x="92272" y="97179"/>
                </a:cubicBezTo>
                <a:close/>
                <a:moveTo>
                  <a:pt x="92235" y="94658"/>
                </a:moveTo>
                <a:cubicBezTo>
                  <a:pt x="97217" y="94658"/>
                  <a:pt x="99708" y="100697"/>
                  <a:pt x="96193" y="104212"/>
                </a:cubicBezTo>
                <a:cubicBezTo>
                  <a:pt x="95057" y="105348"/>
                  <a:pt x="93657" y="105856"/>
                  <a:pt x="92283" y="105856"/>
                </a:cubicBezTo>
                <a:cubicBezTo>
                  <a:pt x="89405" y="105856"/>
                  <a:pt x="86638" y="103626"/>
                  <a:pt x="86638" y="100254"/>
                </a:cubicBezTo>
                <a:cubicBezTo>
                  <a:pt x="86638" y="97183"/>
                  <a:pt x="89163" y="94692"/>
                  <a:pt x="92235" y="94692"/>
                </a:cubicBezTo>
                <a:lnTo>
                  <a:pt x="92235" y="94658"/>
                </a:lnTo>
                <a:close/>
                <a:moveTo>
                  <a:pt x="92262" y="93708"/>
                </a:moveTo>
                <a:cubicBezTo>
                  <a:pt x="88908" y="93708"/>
                  <a:pt x="85683" y="96311"/>
                  <a:pt x="85683" y="100254"/>
                </a:cubicBezTo>
                <a:cubicBezTo>
                  <a:pt x="85683" y="103871"/>
                  <a:pt x="88618" y="106805"/>
                  <a:pt x="92235" y="106805"/>
                </a:cubicBezTo>
                <a:cubicBezTo>
                  <a:pt x="98070" y="106805"/>
                  <a:pt x="100970" y="99742"/>
                  <a:pt x="96841" y="95647"/>
                </a:cubicBezTo>
                <a:cubicBezTo>
                  <a:pt x="95513" y="94308"/>
                  <a:pt x="93873" y="93708"/>
                  <a:pt x="92262" y="93708"/>
                </a:cubicBezTo>
                <a:close/>
                <a:moveTo>
                  <a:pt x="69190" y="104191"/>
                </a:moveTo>
                <a:cubicBezTo>
                  <a:pt x="70748" y="104191"/>
                  <a:pt x="72072" y="106195"/>
                  <a:pt x="70635" y="107658"/>
                </a:cubicBezTo>
                <a:cubicBezTo>
                  <a:pt x="70259" y="108034"/>
                  <a:pt x="69747" y="108238"/>
                  <a:pt x="69202" y="108238"/>
                </a:cubicBezTo>
                <a:cubicBezTo>
                  <a:pt x="67427" y="108238"/>
                  <a:pt x="66540" y="106123"/>
                  <a:pt x="67768" y="104826"/>
                </a:cubicBezTo>
                <a:cubicBezTo>
                  <a:pt x="68216" y="104379"/>
                  <a:pt x="68714" y="104191"/>
                  <a:pt x="69190" y="104191"/>
                </a:cubicBezTo>
                <a:close/>
                <a:moveTo>
                  <a:pt x="92235" y="92167"/>
                </a:moveTo>
                <a:cubicBezTo>
                  <a:pt x="99435" y="92167"/>
                  <a:pt x="103052" y="100902"/>
                  <a:pt x="97967" y="105986"/>
                </a:cubicBezTo>
                <a:cubicBezTo>
                  <a:pt x="96309" y="107644"/>
                  <a:pt x="94272" y="108386"/>
                  <a:pt x="92275" y="108386"/>
                </a:cubicBezTo>
                <a:cubicBezTo>
                  <a:pt x="88106" y="108386"/>
                  <a:pt x="84113" y="105156"/>
                  <a:pt x="84113" y="100288"/>
                </a:cubicBezTo>
                <a:cubicBezTo>
                  <a:pt x="84147" y="95805"/>
                  <a:pt x="87731" y="92200"/>
                  <a:pt x="92172" y="92200"/>
                </a:cubicBezTo>
                <a:cubicBezTo>
                  <a:pt x="92193" y="92200"/>
                  <a:pt x="92214" y="92200"/>
                  <a:pt x="92235" y="92201"/>
                </a:cubicBezTo>
                <a:lnTo>
                  <a:pt x="92235" y="92167"/>
                </a:lnTo>
                <a:close/>
                <a:moveTo>
                  <a:pt x="92235" y="91245"/>
                </a:moveTo>
                <a:cubicBezTo>
                  <a:pt x="87253" y="91245"/>
                  <a:pt x="83192" y="95272"/>
                  <a:pt x="83192" y="100288"/>
                </a:cubicBezTo>
                <a:cubicBezTo>
                  <a:pt x="83192" y="105734"/>
                  <a:pt x="87640" y="109339"/>
                  <a:pt x="92283" y="109339"/>
                </a:cubicBezTo>
                <a:cubicBezTo>
                  <a:pt x="94505" y="109339"/>
                  <a:pt x="96771" y="108513"/>
                  <a:pt x="98616" y="106669"/>
                </a:cubicBezTo>
                <a:cubicBezTo>
                  <a:pt x="104314" y="100970"/>
                  <a:pt x="100288" y="91245"/>
                  <a:pt x="92235" y="91245"/>
                </a:cubicBezTo>
                <a:close/>
                <a:moveTo>
                  <a:pt x="187370" y="46169"/>
                </a:moveTo>
                <a:lnTo>
                  <a:pt x="159730" y="73808"/>
                </a:lnTo>
                <a:lnTo>
                  <a:pt x="160276" y="77971"/>
                </a:lnTo>
                <a:lnTo>
                  <a:pt x="153520" y="84728"/>
                </a:lnTo>
                <a:lnTo>
                  <a:pt x="149152" y="84728"/>
                </a:lnTo>
                <a:lnTo>
                  <a:pt x="132022" y="101857"/>
                </a:lnTo>
                <a:lnTo>
                  <a:pt x="127279" y="101857"/>
                </a:lnTo>
                <a:lnTo>
                  <a:pt x="116257" y="112879"/>
                </a:lnTo>
                <a:cubicBezTo>
                  <a:pt x="115954" y="112698"/>
                  <a:pt x="115650" y="112618"/>
                  <a:pt x="115360" y="112618"/>
                </a:cubicBezTo>
                <a:cubicBezTo>
                  <a:pt x="114020" y="112618"/>
                  <a:pt x="113019" y="114328"/>
                  <a:pt x="114142" y="115507"/>
                </a:cubicBezTo>
                <a:cubicBezTo>
                  <a:pt x="114498" y="115891"/>
                  <a:pt x="114926" y="116054"/>
                  <a:pt x="115344" y="116054"/>
                </a:cubicBezTo>
                <a:cubicBezTo>
                  <a:pt x="116486" y="116054"/>
                  <a:pt x="117555" y="114835"/>
                  <a:pt x="116906" y="113562"/>
                </a:cubicBezTo>
                <a:lnTo>
                  <a:pt x="127654" y="102813"/>
                </a:lnTo>
                <a:lnTo>
                  <a:pt x="132431" y="102813"/>
                </a:lnTo>
                <a:lnTo>
                  <a:pt x="149527" y="85683"/>
                </a:lnTo>
                <a:lnTo>
                  <a:pt x="153895" y="85683"/>
                </a:lnTo>
                <a:lnTo>
                  <a:pt x="161300" y="78278"/>
                </a:lnTo>
                <a:lnTo>
                  <a:pt x="160719" y="74150"/>
                </a:lnTo>
                <a:lnTo>
                  <a:pt x="188018" y="46851"/>
                </a:lnTo>
                <a:lnTo>
                  <a:pt x="187370" y="46169"/>
                </a:lnTo>
                <a:close/>
                <a:moveTo>
                  <a:pt x="80872" y="112743"/>
                </a:moveTo>
                <a:lnTo>
                  <a:pt x="80872" y="116189"/>
                </a:lnTo>
                <a:lnTo>
                  <a:pt x="84318" y="116189"/>
                </a:lnTo>
                <a:lnTo>
                  <a:pt x="84318" y="112743"/>
                </a:lnTo>
                <a:close/>
                <a:moveTo>
                  <a:pt x="87048" y="112743"/>
                </a:moveTo>
                <a:lnTo>
                  <a:pt x="87048" y="116189"/>
                </a:lnTo>
                <a:lnTo>
                  <a:pt x="90494" y="116189"/>
                </a:lnTo>
                <a:lnTo>
                  <a:pt x="90494" y="112743"/>
                </a:lnTo>
                <a:close/>
                <a:moveTo>
                  <a:pt x="100553" y="113009"/>
                </a:moveTo>
                <a:cubicBezTo>
                  <a:pt x="101566" y="113009"/>
                  <a:pt x="102574" y="113744"/>
                  <a:pt x="102574" y="115029"/>
                </a:cubicBezTo>
                <a:cubicBezTo>
                  <a:pt x="102574" y="115541"/>
                  <a:pt x="102369" y="116053"/>
                  <a:pt x="101994" y="116462"/>
                </a:cubicBezTo>
                <a:cubicBezTo>
                  <a:pt x="101571" y="116876"/>
                  <a:pt x="101077" y="117054"/>
                  <a:pt x="100596" y="117054"/>
                </a:cubicBezTo>
                <a:cubicBezTo>
                  <a:pt x="99293" y="117054"/>
                  <a:pt x="98095" y="115740"/>
                  <a:pt x="98718" y="114244"/>
                </a:cubicBezTo>
                <a:cubicBezTo>
                  <a:pt x="99077" y="113397"/>
                  <a:pt x="99816" y="113009"/>
                  <a:pt x="100553" y="113009"/>
                </a:cubicBezTo>
                <a:close/>
                <a:moveTo>
                  <a:pt x="156625" y="34771"/>
                </a:moveTo>
                <a:lnTo>
                  <a:pt x="139904" y="51492"/>
                </a:lnTo>
                <a:lnTo>
                  <a:pt x="139495" y="63674"/>
                </a:lnTo>
                <a:lnTo>
                  <a:pt x="118646" y="84557"/>
                </a:lnTo>
                <a:lnTo>
                  <a:pt x="118646" y="95784"/>
                </a:lnTo>
                <a:lnTo>
                  <a:pt x="102028" y="112436"/>
                </a:lnTo>
                <a:cubicBezTo>
                  <a:pt x="101584" y="112197"/>
                  <a:pt x="101072" y="112060"/>
                  <a:pt x="100561" y="112060"/>
                </a:cubicBezTo>
                <a:cubicBezTo>
                  <a:pt x="97319" y="112060"/>
                  <a:pt x="96398" y="116496"/>
                  <a:pt x="99366" y="117793"/>
                </a:cubicBezTo>
                <a:cubicBezTo>
                  <a:pt x="99791" y="117979"/>
                  <a:pt x="100209" y="118062"/>
                  <a:pt x="100607" y="118062"/>
                </a:cubicBezTo>
                <a:cubicBezTo>
                  <a:pt x="102988" y="118062"/>
                  <a:pt x="104645" y="115067"/>
                  <a:pt x="102744" y="113050"/>
                </a:cubicBezTo>
                <a:lnTo>
                  <a:pt x="119601" y="96159"/>
                </a:lnTo>
                <a:lnTo>
                  <a:pt x="119601" y="84967"/>
                </a:lnTo>
                <a:lnTo>
                  <a:pt x="140450" y="64083"/>
                </a:lnTo>
                <a:lnTo>
                  <a:pt x="140826" y="51901"/>
                </a:lnTo>
                <a:lnTo>
                  <a:pt x="157307" y="35420"/>
                </a:lnTo>
                <a:lnTo>
                  <a:pt x="156625" y="34771"/>
                </a:lnTo>
                <a:close/>
                <a:moveTo>
                  <a:pt x="80872" y="118510"/>
                </a:moveTo>
                <a:lnTo>
                  <a:pt x="80872" y="121956"/>
                </a:lnTo>
                <a:lnTo>
                  <a:pt x="84318" y="121956"/>
                </a:lnTo>
                <a:lnTo>
                  <a:pt x="84318" y="118510"/>
                </a:lnTo>
                <a:close/>
                <a:moveTo>
                  <a:pt x="87048" y="118510"/>
                </a:moveTo>
                <a:lnTo>
                  <a:pt x="87048" y="121956"/>
                </a:lnTo>
                <a:lnTo>
                  <a:pt x="90494" y="121956"/>
                </a:lnTo>
                <a:lnTo>
                  <a:pt x="90494" y="118510"/>
                </a:lnTo>
                <a:close/>
                <a:moveTo>
                  <a:pt x="80872" y="124242"/>
                </a:moveTo>
                <a:lnTo>
                  <a:pt x="80872" y="127689"/>
                </a:lnTo>
                <a:lnTo>
                  <a:pt x="84318" y="127689"/>
                </a:lnTo>
                <a:lnTo>
                  <a:pt x="84318" y="124242"/>
                </a:lnTo>
                <a:close/>
                <a:moveTo>
                  <a:pt x="104946" y="128680"/>
                </a:moveTo>
                <a:cubicBezTo>
                  <a:pt x="106242" y="128680"/>
                  <a:pt x="107425" y="129988"/>
                  <a:pt x="106805" y="131476"/>
                </a:cubicBezTo>
                <a:cubicBezTo>
                  <a:pt x="106461" y="132323"/>
                  <a:pt x="105723" y="132711"/>
                  <a:pt x="104985" y="132711"/>
                </a:cubicBezTo>
                <a:cubicBezTo>
                  <a:pt x="103968" y="132711"/>
                  <a:pt x="102949" y="131976"/>
                  <a:pt x="102949" y="130692"/>
                </a:cubicBezTo>
                <a:cubicBezTo>
                  <a:pt x="102949" y="130180"/>
                  <a:pt x="103154" y="129668"/>
                  <a:pt x="103529" y="129292"/>
                </a:cubicBezTo>
                <a:cubicBezTo>
                  <a:pt x="103958" y="128864"/>
                  <a:pt x="104460" y="128680"/>
                  <a:pt x="104946" y="128680"/>
                </a:cubicBezTo>
                <a:close/>
                <a:moveTo>
                  <a:pt x="80872" y="130009"/>
                </a:moveTo>
                <a:lnTo>
                  <a:pt x="80872" y="133455"/>
                </a:lnTo>
                <a:lnTo>
                  <a:pt x="84318" y="133455"/>
                </a:lnTo>
                <a:lnTo>
                  <a:pt x="84318" y="130009"/>
                </a:lnTo>
                <a:close/>
                <a:moveTo>
                  <a:pt x="90838" y="66912"/>
                </a:moveTo>
                <a:cubicBezTo>
                  <a:pt x="88660" y="66912"/>
                  <a:pt x="86731" y="69525"/>
                  <a:pt x="88447" y="71761"/>
                </a:cubicBezTo>
                <a:lnTo>
                  <a:pt x="83192" y="77016"/>
                </a:lnTo>
                <a:lnTo>
                  <a:pt x="75037" y="78278"/>
                </a:lnTo>
                <a:lnTo>
                  <a:pt x="70430" y="82885"/>
                </a:lnTo>
                <a:lnTo>
                  <a:pt x="69713" y="90460"/>
                </a:lnTo>
                <a:lnTo>
                  <a:pt x="18222" y="141952"/>
                </a:lnTo>
                <a:lnTo>
                  <a:pt x="18904" y="142635"/>
                </a:lnTo>
                <a:lnTo>
                  <a:pt x="70601" y="90904"/>
                </a:lnTo>
                <a:lnTo>
                  <a:pt x="71351" y="83329"/>
                </a:lnTo>
                <a:lnTo>
                  <a:pt x="75480" y="79200"/>
                </a:lnTo>
                <a:lnTo>
                  <a:pt x="83601" y="77903"/>
                </a:lnTo>
                <a:lnTo>
                  <a:pt x="89129" y="72409"/>
                </a:lnTo>
                <a:cubicBezTo>
                  <a:pt x="89701" y="72801"/>
                  <a:pt x="90283" y="72970"/>
                  <a:pt x="90834" y="72970"/>
                </a:cubicBezTo>
                <a:cubicBezTo>
                  <a:pt x="93212" y="72970"/>
                  <a:pt x="95010" y="69818"/>
                  <a:pt x="92849" y="67768"/>
                </a:cubicBezTo>
                <a:cubicBezTo>
                  <a:pt x="92223" y="67167"/>
                  <a:pt x="91519" y="66912"/>
                  <a:pt x="90838" y="66912"/>
                </a:cubicBezTo>
                <a:close/>
                <a:moveTo>
                  <a:pt x="102784" y="151861"/>
                </a:moveTo>
                <a:cubicBezTo>
                  <a:pt x="103186" y="151861"/>
                  <a:pt x="103599" y="151984"/>
                  <a:pt x="103973" y="152257"/>
                </a:cubicBezTo>
                <a:lnTo>
                  <a:pt x="104416" y="152701"/>
                </a:lnTo>
                <a:cubicBezTo>
                  <a:pt x="104997" y="153486"/>
                  <a:pt x="104928" y="154578"/>
                  <a:pt x="104212" y="155294"/>
                </a:cubicBezTo>
                <a:cubicBezTo>
                  <a:pt x="103807" y="155711"/>
                  <a:pt x="103296" y="155900"/>
                  <a:pt x="102792" y="155900"/>
                </a:cubicBezTo>
                <a:cubicBezTo>
                  <a:pt x="101810" y="155900"/>
                  <a:pt x="100856" y="155182"/>
                  <a:pt x="100765" y="154032"/>
                </a:cubicBezTo>
                <a:cubicBezTo>
                  <a:pt x="100665" y="152782"/>
                  <a:pt x="101683" y="151861"/>
                  <a:pt x="102784" y="151861"/>
                </a:cubicBezTo>
                <a:close/>
                <a:moveTo>
                  <a:pt x="174710" y="81179"/>
                </a:moveTo>
                <a:lnTo>
                  <a:pt x="122979" y="132910"/>
                </a:lnTo>
                <a:lnTo>
                  <a:pt x="122263" y="140485"/>
                </a:lnTo>
                <a:lnTo>
                  <a:pt x="118100" y="144614"/>
                </a:lnTo>
                <a:lnTo>
                  <a:pt x="109979" y="145910"/>
                </a:lnTo>
                <a:lnTo>
                  <a:pt x="104485" y="151438"/>
                </a:lnTo>
                <a:cubicBezTo>
                  <a:pt x="103903" y="151044"/>
                  <a:pt x="103312" y="150874"/>
                  <a:pt x="102754" y="150874"/>
                </a:cubicBezTo>
                <a:cubicBezTo>
                  <a:pt x="100363" y="150874"/>
                  <a:pt x="98573" y="153998"/>
                  <a:pt x="100731" y="156045"/>
                </a:cubicBezTo>
                <a:cubicBezTo>
                  <a:pt x="101368" y="156650"/>
                  <a:pt x="102082" y="156906"/>
                  <a:pt x="102768" y="156906"/>
                </a:cubicBezTo>
                <a:cubicBezTo>
                  <a:pt x="104949" y="156906"/>
                  <a:pt x="106854" y="154319"/>
                  <a:pt x="105167" y="152087"/>
                </a:cubicBezTo>
                <a:lnTo>
                  <a:pt x="110422" y="146798"/>
                </a:lnTo>
                <a:lnTo>
                  <a:pt x="118578" y="145535"/>
                </a:lnTo>
                <a:lnTo>
                  <a:pt x="123184" y="140928"/>
                </a:lnTo>
                <a:lnTo>
                  <a:pt x="123901" y="133353"/>
                </a:lnTo>
                <a:lnTo>
                  <a:pt x="175392" y="81861"/>
                </a:lnTo>
                <a:lnTo>
                  <a:pt x="174710" y="81179"/>
                </a:lnTo>
                <a:close/>
                <a:moveTo>
                  <a:pt x="67778" y="131234"/>
                </a:moveTo>
                <a:cubicBezTo>
                  <a:pt x="66614" y="131234"/>
                  <a:pt x="65558" y="132506"/>
                  <a:pt x="66267" y="133797"/>
                </a:cubicBezTo>
                <a:lnTo>
                  <a:pt x="59579" y="140485"/>
                </a:lnTo>
                <a:lnTo>
                  <a:pt x="60261" y="145399"/>
                </a:lnTo>
                <a:lnTo>
                  <a:pt x="44838" y="160856"/>
                </a:lnTo>
                <a:lnTo>
                  <a:pt x="45520" y="161505"/>
                </a:lnTo>
                <a:lnTo>
                  <a:pt x="61251" y="145740"/>
                </a:lnTo>
                <a:lnTo>
                  <a:pt x="60603" y="140826"/>
                </a:lnTo>
                <a:lnTo>
                  <a:pt x="66949" y="134445"/>
                </a:lnTo>
                <a:cubicBezTo>
                  <a:pt x="67239" y="134604"/>
                  <a:pt x="67527" y="134674"/>
                  <a:pt x="67799" y="134674"/>
                </a:cubicBezTo>
                <a:cubicBezTo>
                  <a:pt x="69161" y="134674"/>
                  <a:pt x="70129" y="132915"/>
                  <a:pt x="68963" y="131749"/>
                </a:cubicBezTo>
                <a:cubicBezTo>
                  <a:pt x="68601" y="131388"/>
                  <a:pt x="68183" y="131234"/>
                  <a:pt x="67778" y="131234"/>
                </a:cubicBezTo>
                <a:close/>
                <a:moveTo>
                  <a:pt x="69239" y="103243"/>
                </a:moveTo>
                <a:cubicBezTo>
                  <a:pt x="67039" y="103243"/>
                  <a:pt x="65131" y="105882"/>
                  <a:pt x="66881" y="108102"/>
                </a:cubicBezTo>
                <a:lnTo>
                  <a:pt x="39890" y="135025"/>
                </a:lnTo>
                <a:lnTo>
                  <a:pt x="35761" y="134479"/>
                </a:lnTo>
                <a:lnTo>
                  <a:pt x="28390" y="141850"/>
                </a:lnTo>
                <a:lnTo>
                  <a:pt x="28390" y="146218"/>
                </a:lnTo>
                <a:lnTo>
                  <a:pt x="11261" y="163347"/>
                </a:lnTo>
                <a:lnTo>
                  <a:pt x="11261" y="168090"/>
                </a:lnTo>
                <a:lnTo>
                  <a:pt x="0" y="179385"/>
                </a:lnTo>
                <a:lnTo>
                  <a:pt x="682" y="180034"/>
                </a:lnTo>
                <a:lnTo>
                  <a:pt x="12216" y="168500"/>
                </a:lnTo>
                <a:lnTo>
                  <a:pt x="12216" y="163723"/>
                </a:lnTo>
                <a:lnTo>
                  <a:pt x="29346" y="146627"/>
                </a:lnTo>
                <a:lnTo>
                  <a:pt x="29346" y="142259"/>
                </a:lnTo>
                <a:lnTo>
                  <a:pt x="36102" y="135503"/>
                </a:lnTo>
                <a:lnTo>
                  <a:pt x="40231" y="136083"/>
                </a:lnTo>
                <a:lnTo>
                  <a:pt x="67564" y="108750"/>
                </a:lnTo>
                <a:cubicBezTo>
                  <a:pt x="68127" y="109120"/>
                  <a:pt x="68699" y="109280"/>
                  <a:pt x="69240" y="109280"/>
                </a:cubicBezTo>
                <a:cubicBezTo>
                  <a:pt x="71647" y="109280"/>
                  <a:pt x="73450" y="106109"/>
                  <a:pt x="71249" y="104075"/>
                </a:cubicBezTo>
                <a:cubicBezTo>
                  <a:pt x="70616" y="103491"/>
                  <a:pt x="69914" y="103243"/>
                  <a:pt x="69239" y="103243"/>
                </a:cubicBezTo>
                <a:close/>
                <a:moveTo>
                  <a:pt x="105010" y="127671"/>
                </a:moveTo>
                <a:cubicBezTo>
                  <a:pt x="102873" y="127671"/>
                  <a:pt x="100956" y="130149"/>
                  <a:pt x="102540" y="132398"/>
                </a:cubicBezTo>
                <a:lnTo>
                  <a:pt x="95681" y="139256"/>
                </a:lnTo>
                <a:lnTo>
                  <a:pt x="96329" y="144204"/>
                </a:lnTo>
                <a:lnTo>
                  <a:pt x="60432" y="180102"/>
                </a:lnTo>
                <a:lnTo>
                  <a:pt x="61114" y="180784"/>
                </a:lnTo>
                <a:lnTo>
                  <a:pt x="97353" y="144545"/>
                </a:lnTo>
                <a:lnTo>
                  <a:pt x="96671" y="139598"/>
                </a:lnTo>
                <a:lnTo>
                  <a:pt x="103188" y="133080"/>
                </a:lnTo>
                <a:cubicBezTo>
                  <a:pt x="103783" y="133518"/>
                  <a:pt x="104400" y="133706"/>
                  <a:pt x="104986" y="133706"/>
                </a:cubicBezTo>
                <a:cubicBezTo>
                  <a:pt x="107322" y="133706"/>
                  <a:pt x="109158" y="130711"/>
                  <a:pt x="107112" y="128610"/>
                </a:cubicBezTo>
                <a:cubicBezTo>
                  <a:pt x="106469" y="127950"/>
                  <a:pt x="105727" y="127671"/>
                  <a:pt x="105010" y="127671"/>
                </a:cubicBezTo>
                <a:close/>
                <a:moveTo>
                  <a:pt x="86823" y="138123"/>
                </a:moveTo>
                <a:cubicBezTo>
                  <a:pt x="85686" y="138123"/>
                  <a:pt x="84626" y="139327"/>
                  <a:pt x="85273" y="140621"/>
                </a:cubicBezTo>
                <a:lnTo>
                  <a:pt x="74525" y="151370"/>
                </a:lnTo>
                <a:lnTo>
                  <a:pt x="69747" y="151370"/>
                </a:lnTo>
                <a:lnTo>
                  <a:pt x="52652" y="168500"/>
                </a:lnTo>
                <a:lnTo>
                  <a:pt x="48284" y="168500"/>
                </a:lnTo>
                <a:lnTo>
                  <a:pt x="40879" y="175836"/>
                </a:lnTo>
                <a:lnTo>
                  <a:pt x="41459" y="179999"/>
                </a:lnTo>
                <a:lnTo>
                  <a:pt x="14161" y="207298"/>
                </a:lnTo>
                <a:lnTo>
                  <a:pt x="14809" y="207980"/>
                </a:lnTo>
                <a:lnTo>
                  <a:pt x="42483" y="180341"/>
                </a:lnTo>
                <a:lnTo>
                  <a:pt x="41903" y="176178"/>
                </a:lnTo>
                <a:lnTo>
                  <a:pt x="48659" y="169421"/>
                </a:lnTo>
                <a:lnTo>
                  <a:pt x="53027" y="169421"/>
                </a:lnTo>
                <a:lnTo>
                  <a:pt x="70157" y="152326"/>
                </a:lnTo>
                <a:lnTo>
                  <a:pt x="74900" y="152326"/>
                </a:lnTo>
                <a:lnTo>
                  <a:pt x="85922" y="141304"/>
                </a:lnTo>
                <a:cubicBezTo>
                  <a:pt x="86225" y="141485"/>
                  <a:pt x="86529" y="141565"/>
                  <a:pt x="86819" y="141565"/>
                </a:cubicBezTo>
                <a:cubicBezTo>
                  <a:pt x="88159" y="141565"/>
                  <a:pt x="89160" y="139855"/>
                  <a:pt x="88037" y="138676"/>
                </a:cubicBezTo>
                <a:cubicBezTo>
                  <a:pt x="87677" y="138289"/>
                  <a:pt x="87245" y="138123"/>
                  <a:pt x="86823" y="138123"/>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720"/>
        <p:cNvGrpSpPr/>
        <p:nvPr/>
      </p:nvGrpSpPr>
      <p:grpSpPr>
        <a:xfrm>
          <a:off x="0" y="0"/>
          <a:ext cx="0" cy="0"/>
          <a:chOff x="0" y="0"/>
          <a:chExt cx="0" cy="0"/>
        </a:xfrm>
      </p:grpSpPr>
      <p:sp>
        <p:nvSpPr>
          <p:cNvPr id="1721" name="Google Shape;1721;p51"/>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RESSOURCES</a:t>
            </a:r>
            <a:endParaRPr/>
          </a:p>
        </p:txBody>
      </p:sp>
      <p:sp>
        <p:nvSpPr>
          <p:cNvPr id="1722" name="Google Shape;1722;p51"/>
          <p:cNvSpPr txBox="1">
            <a:spLocks noGrp="1"/>
          </p:cNvSpPr>
          <p:nvPr>
            <p:ph type="subTitle" idx="2"/>
          </p:nvPr>
        </p:nvSpPr>
        <p:spPr>
          <a:xfrm>
            <a:off x="1682625" y="1355275"/>
            <a:ext cx="5779200" cy="5355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Avez-vous aimé les ressources de ce modèle ? Obtenez-les gratuitement sur nos autres sites Web :</a:t>
            </a:r>
            <a:endParaRPr/>
          </a:p>
        </p:txBody>
      </p:sp>
      <p:grpSp>
        <p:nvGrpSpPr>
          <p:cNvPr id="1723" name="Google Shape;1723;p51"/>
          <p:cNvGrpSpPr/>
          <p:nvPr/>
        </p:nvGrpSpPr>
        <p:grpSpPr>
          <a:xfrm>
            <a:off x="1611150" y="1050283"/>
            <a:ext cx="5921700" cy="192184"/>
            <a:chOff x="902597" y="1069304"/>
            <a:chExt cx="5921700" cy="192184"/>
          </a:xfrm>
        </p:grpSpPr>
        <p:grpSp>
          <p:nvGrpSpPr>
            <p:cNvPr id="1724" name="Google Shape;1724;p51"/>
            <p:cNvGrpSpPr/>
            <p:nvPr/>
          </p:nvGrpSpPr>
          <p:grpSpPr>
            <a:xfrm>
              <a:off x="902597" y="1069304"/>
              <a:ext cx="5864700" cy="192184"/>
              <a:chOff x="2335097" y="1069304"/>
              <a:chExt cx="5864700" cy="192184"/>
            </a:xfrm>
          </p:grpSpPr>
          <p:sp>
            <p:nvSpPr>
              <p:cNvPr id="1725" name="Google Shape;1725;p51"/>
              <p:cNvSpPr/>
              <p:nvPr/>
            </p:nvSpPr>
            <p:spPr>
              <a:xfrm rot="-2700000" flipH="1">
                <a:off x="40508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726" name="Google Shape;1726;p51"/>
              <p:cNvCxnSpPr>
                <a:stCxn id="1727" idx="6"/>
                <a:endCxn id="1728"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728" name="Google Shape;1728;p51"/>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27" name="Google Shape;1727;p51"/>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29" name="Google Shape;1729;p51"/>
          <p:cNvSpPr txBox="1">
            <a:spLocks noGrp="1"/>
          </p:cNvSpPr>
          <p:nvPr>
            <p:ph type="body" idx="1"/>
          </p:nvPr>
        </p:nvSpPr>
        <p:spPr>
          <a:xfrm>
            <a:off x="782850" y="1995825"/>
            <a:ext cx="3904500" cy="2591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sz="2000" b="1"/>
              <a:t>Vecteur</a:t>
            </a:r>
            <a:endParaRPr sz="2000" b="1"/>
          </a:p>
          <a:p>
            <a:pPr marL="457200" lvl="0" indent="-317500" algn="l" rtl="0">
              <a:spcBef>
                <a:spcPts val="1000"/>
              </a:spcBef>
              <a:spcAft>
                <a:spcPts val="0"/>
              </a:spcAft>
              <a:buSzPts val="1400"/>
              <a:buChar char="●"/>
            </a:pPr>
            <a:r>
              <a:rPr lang="en" sz="1400">
                <a:solidFill>
                  <a:schemeClr val="hlink"/>
                </a:solidFill>
                <a:uFill>
                  <a:noFill/>
                </a:uFill>
                <a:hlinkClick r:id="rId3"/>
              </a:rPr>
              <a:t>Flat minimal technology twitch background</a:t>
            </a:r>
            <a:endParaRPr sz="1400"/>
          </a:p>
          <a:p>
            <a:pPr marL="0" lvl="0" indent="0" algn="l" rtl="0">
              <a:spcBef>
                <a:spcPts val="1000"/>
              </a:spcBef>
              <a:spcAft>
                <a:spcPts val="0"/>
              </a:spcAft>
              <a:buNone/>
            </a:pPr>
            <a:r>
              <a:rPr lang="en" sz="2000" b="1"/>
              <a:t>Photos</a:t>
            </a:r>
            <a:endParaRPr sz="2000" b="1"/>
          </a:p>
          <a:p>
            <a:pPr marL="457200" lvl="0" indent="-317500" algn="l" rtl="0">
              <a:spcBef>
                <a:spcPts val="1000"/>
              </a:spcBef>
              <a:spcAft>
                <a:spcPts val="0"/>
              </a:spcAft>
              <a:buSzPts val="1400"/>
              <a:buChar char="●"/>
            </a:pPr>
            <a:r>
              <a:rPr lang="en" sz="1400">
                <a:solidFill>
                  <a:schemeClr val="hlink"/>
                </a:solidFill>
                <a:uFill>
                  <a:noFill/>
                </a:uFill>
                <a:hlinkClick r:id="rId4"/>
              </a:rPr>
              <a:t>Beautiful women working together in a startup company</a:t>
            </a:r>
            <a:endParaRPr sz="1400"/>
          </a:p>
          <a:p>
            <a:pPr marL="457200" lvl="0" indent="-317500" algn="l" rtl="0">
              <a:spcBef>
                <a:spcPts val="1000"/>
              </a:spcBef>
              <a:spcAft>
                <a:spcPts val="0"/>
              </a:spcAft>
              <a:buSzPts val="1400"/>
              <a:buChar char="●"/>
            </a:pPr>
            <a:r>
              <a:rPr lang="en" sz="1400">
                <a:solidFill>
                  <a:schemeClr val="hlink"/>
                </a:solidFill>
                <a:uFill>
                  <a:noFill/>
                </a:uFill>
                <a:hlinkClick r:id="rId5"/>
              </a:rPr>
              <a:t>People working as a team company</a:t>
            </a:r>
            <a:endParaRPr sz="2000" b="1"/>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33"/>
        <p:cNvGrpSpPr/>
        <p:nvPr/>
      </p:nvGrpSpPr>
      <p:grpSpPr>
        <a:xfrm>
          <a:off x="0" y="0"/>
          <a:ext cx="0" cy="0"/>
          <a:chOff x="0" y="0"/>
          <a:chExt cx="0" cy="0"/>
        </a:xfrm>
      </p:grpSpPr>
      <p:sp>
        <p:nvSpPr>
          <p:cNvPr id="1734" name="Google Shape;1734;p52"/>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read</a:t>
            </a:r>
            <a:r>
              <a:rPr lang="en" sz="900">
                <a:solidFill>
                  <a:srgbClr val="FFFFFF"/>
                </a:solidFill>
              </a:rPr>
              <a:t>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3">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4">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
        <p:nvSpPr>
          <p:cNvPr id="1735" name="Google Shape;1735;p52"/>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a:t>
            </a:r>
            <a:endParaRPr/>
          </a:p>
        </p:txBody>
      </p:sp>
      <p:sp>
        <p:nvSpPr>
          <p:cNvPr id="1736" name="Google Shape;1736;p52"/>
          <p:cNvSpPr txBox="1"/>
          <p:nvPr/>
        </p:nvSpPr>
        <p:spPr>
          <a:xfrm>
            <a:off x="1048350" y="902900"/>
            <a:ext cx="7047300" cy="26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400"/>
              </a:spcBef>
              <a:spcAft>
                <a:spcPts val="0"/>
              </a:spcAft>
              <a:buClr>
                <a:srgbClr val="000000"/>
              </a:buClr>
              <a:buSzPts val="1100"/>
              <a:buFont typeface="Arial"/>
              <a:buNone/>
            </a:pPr>
            <a:r>
              <a:rPr lang="en" sz="1000">
                <a:solidFill>
                  <a:srgbClr val="FFFFFF"/>
                </a:solidFill>
              </a:rPr>
              <a:t>If you have a free account, in order to use this template, you must credit </a:t>
            </a:r>
            <a:r>
              <a:rPr lang="en" sz="1000" b="1" u="sng">
                <a:solidFill>
                  <a:srgbClr val="869FB2"/>
                </a:solidFill>
                <a:hlinkClick r:id="rId5">
                  <a:extLst>
                    <a:ext uri="{A12FA001-AC4F-418D-AE19-62706E023703}">
                      <ahyp:hlinkClr xmlns:ahyp="http://schemas.microsoft.com/office/drawing/2018/hyperlinkcolor" val="tx"/>
                    </a:ext>
                  </a:extLst>
                </a:hlinkClick>
              </a:rPr>
              <a:t>Slidesgo</a:t>
            </a:r>
            <a:r>
              <a:rPr lang="en" sz="1000">
                <a:solidFill>
                  <a:srgbClr val="435D74"/>
                </a:solidFill>
              </a:rPr>
              <a:t> </a:t>
            </a:r>
            <a:r>
              <a:rPr lang="en" sz="1000">
                <a:solidFill>
                  <a:srgbClr val="FFFFFF"/>
                </a:solidFill>
              </a:rPr>
              <a:t>by keeping the </a:t>
            </a:r>
            <a:r>
              <a:rPr lang="en" sz="1000" b="1" u="sng">
                <a:solidFill>
                  <a:schemeClr val="hlink"/>
                </a:solidFill>
                <a:hlinkClick r:id="rId6" action="ppaction://hlinksldjump"/>
              </a:rPr>
              <a:t>Thanks</a:t>
            </a:r>
            <a:r>
              <a:rPr lang="en" sz="1000">
                <a:solidFill>
                  <a:srgbClr val="869FB2"/>
                </a:solidFill>
              </a:rPr>
              <a:t> </a:t>
            </a:r>
            <a:r>
              <a:rPr lang="en" sz="1000">
                <a:solidFill>
                  <a:srgbClr val="FFFFFF"/>
                </a:solidFill>
              </a:rPr>
              <a:t>slide. Please refer to the next slide to read the instructions for premium users.</a:t>
            </a:r>
            <a:endParaRPr sz="1000">
              <a:solidFill>
                <a:srgbClr val="FFFFFF"/>
              </a:solidFill>
            </a:endParaRPr>
          </a:p>
          <a:p>
            <a:pPr marL="0" lvl="0" indent="0" algn="l" rtl="0">
              <a:lnSpc>
                <a:spcPct val="115000"/>
              </a:lnSpc>
              <a:spcBef>
                <a:spcPts val="1400"/>
              </a:spcBef>
              <a:spcAft>
                <a:spcPts val="0"/>
              </a:spcAft>
              <a:buClr>
                <a:srgbClr val="000000"/>
              </a:buClr>
              <a:buSzPts val="1100"/>
              <a:buFont typeface="Arial"/>
              <a:buNone/>
            </a:pPr>
            <a:r>
              <a:rPr lang="en" sz="1000" b="1">
                <a:solidFill>
                  <a:srgbClr val="869FB2"/>
                </a:solidFill>
              </a:rPr>
              <a:t>As a Free user, you are allowed to:</a:t>
            </a:r>
            <a:endParaRPr sz="1000" b="1">
              <a:solidFill>
                <a:srgbClr val="869FB2"/>
              </a:solidFill>
            </a:endParaRPr>
          </a:p>
          <a:p>
            <a:pPr marL="0" lvl="0" indent="0" algn="l" rtl="0">
              <a:lnSpc>
                <a:spcPct val="115000"/>
              </a:lnSpc>
              <a:spcBef>
                <a:spcPts val="400"/>
              </a:spcBef>
              <a:spcAft>
                <a:spcPts val="0"/>
              </a:spcAft>
              <a:buClr>
                <a:srgbClr val="000000"/>
              </a:buClr>
              <a:buSzPts val="1100"/>
              <a:buFont typeface="Arial"/>
              <a:buNone/>
            </a:pPr>
            <a:r>
              <a:rPr lang="en" sz="1000">
                <a:solidFill>
                  <a:srgbClr val="FFFFFF"/>
                </a:solidFill>
              </a:rPr>
              <a:t>- Modify this template.</a:t>
            </a:r>
            <a:endParaRPr sz="1000">
              <a:solidFill>
                <a:srgbClr val="FFFFFF"/>
              </a:solidFill>
            </a:endParaRPr>
          </a:p>
          <a:p>
            <a:pPr marL="0" lvl="0" indent="0" algn="l" rtl="0">
              <a:lnSpc>
                <a:spcPct val="115000"/>
              </a:lnSpc>
              <a:spcBef>
                <a:spcPts val="0"/>
              </a:spcBef>
              <a:spcAft>
                <a:spcPts val="0"/>
              </a:spcAft>
              <a:buClr>
                <a:srgbClr val="000000"/>
              </a:buClr>
              <a:buSzPts val="1100"/>
              <a:buFont typeface="Arial"/>
              <a:buNone/>
            </a:pPr>
            <a:r>
              <a:rPr lang="en" sz="1000">
                <a:solidFill>
                  <a:srgbClr val="FFFFFF"/>
                </a:solidFill>
              </a:rPr>
              <a:t>- Use it for both personal and commercial projects.</a:t>
            </a:r>
            <a:endParaRPr sz="1000">
              <a:solidFill>
                <a:srgbClr val="FFFFFF"/>
              </a:solidFill>
            </a:endParaRPr>
          </a:p>
          <a:p>
            <a:pPr marL="0" lvl="0" indent="0" algn="l" rtl="0">
              <a:lnSpc>
                <a:spcPct val="115000"/>
              </a:lnSpc>
              <a:spcBef>
                <a:spcPts val="1400"/>
              </a:spcBef>
              <a:spcAft>
                <a:spcPts val="0"/>
              </a:spcAft>
              <a:buClr>
                <a:srgbClr val="000000"/>
              </a:buClr>
              <a:buSzPts val="1100"/>
              <a:buFont typeface="Arial"/>
              <a:buNone/>
            </a:pPr>
            <a:r>
              <a:rPr lang="en" sz="1000" b="1">
                <a:solidFill>
                  <a:srgbClr val="869FB2"/>
                </a:solidFill>
              </a:rPr>
              <a:t>You are not allowed to:</a:t>
            </a:r>
            <a:endParaRPr sz="1000" b="1">
              <a:solidFill>
                <a:srgbClr val="869FB2"/>
              </a:solidFill>
            </a:endParaRPr>
          </a:p>
          <a:p>
            <a:pPr marL="0" lvl="0" indent="0" algn="l" rtl="0">
              <a:lnSpc>
                <a:spcPct val="115000"/>
              </a:lnSpc>
              <a:spcBef>
                <a:spcPts val="400"/>
              </a:spcBef>
              <a:spcAft>
                <a:spcPts val="0"/>
              </a:spcAft>
              <a:buClr>
                <a:srgbClr val="000000"/>
              </a:buClr>
              <a:buSzPts val="1100"/>
              <a:buFont typeface="Arial"/>
              <a:buNone/>
            </a:pPr>
            <a:r>
              <a:rPr lang="en" sz="1000">
                <a:solidFill>
                  <a:srgbClr val="FFFFFF"/>
                </a:solidFill>
              </a:rPr>
              <a:t>- Sublicense, sell or rent any of Slidesgo Content (or a modified version of Slidesgo Content).</a:t>
            </a:r>
            <a:endParaRPr sz="1000">
              <a:solidFill>
                <a:srgbClr val="FFFFFF"/>
              </a:solidFill>
            </a:endParaRPr>
          </a:p>
          <a:p>
            <a:pPr marL="0" lvl="0" indent="0" algn="l" rtl="0">
              <a:lnSpc>
                <a:spcPct val="115000"/>
              </a:lnSpc>
              <a:spcBef>
                <a:spcPts val="0"/>
              </a:spcBef>
              <a:spcAft>
                <a:spcPts val="0"/>
              </a:spcAft>
              <a:buClr>
                <a:srgbClr val="000000"/>
              </a:buClr>
              <a:buSzPts val="1100"/>
              <a:buFont typeface="Arial"/>
              <a:buNone/>
            </a:pPr>
            <a:r>
              <a:rPr lang="en" sz="1000">
                <a:solidFill>
                  <a:srgbClr val="FFFFFF"/>
                </a:solidFill>
              </a:rPr>
              <a:t>- Distribute Slidesgo Content unless it has been expressly authorized by Slidesgo.</a:t>
            </a:r>
            <a:endParaRPr sz="1000">
              <a:solidFill>
                <a:srgbClr val="FFFFFF"/>
              </a:solidFill>
            </a:endParaRPr>
          </a:p>
          <a:p>
            <a:pPr marL="0" lvl="0" indent="0" algn="l" rtl="0">
              <a:lnSpc>
                <a:spcPct val="115000"/>
              </a:lnSpc>
              <a:spcBef>
                <a:spcPts val="0"/>
              </a:spcBef>
              <a:spcAft>
                <a:spcPts val="0"/>
              </a:spcAft>
              <a:buClr>
                <a:srgbClr val="000000"/>
              </a:buClr>
              <a:buSzPts val="1100"/>
              <a:buFont typeface="Arial"/>
              <a:buNone/>
            </a:pPr>
            <a:r>
              <a:rPr lang="en" sz="1000">
                <a:solidFill>
                  <a:srgbClr val="FFFFFF"/>
                </a:solidFill>
              </a:rPr>
              <a:t>- Include Slidesgo Content in an online or offline database or file.</a:t>
            </a:r>
            <a:endParaRPr sz="1000">
              <a:solidFill>
                <a:srgbClr val="FFFFFF"/>
              </a:solidFill>
            </a:endParaRPr>
          </a:p>
          <a:p>
            <a:pPr marL="0" lvl="0" indent="0" algn="l" rtl="0">
              <a:lnSpc>
                <a:spcPct val="115000"/>
              </a:lnSpc>
              <a:spcBef>
                <a:spcPts val="0"/>
              </a:spcBef>
              <a:spcAft>
                <a:spcPts val="0"/>
              </a:spcAft>
              <a:buClr>
                <a:srgbClr val="000000"/>
              </a:buClr>
              <a:buSzPts val="1100"/>
              <a:buFont typeface="Arial"/>
              <a:buNone/>
            </a:pPr>
            <a:r>
              <a:rPr lang="en" sz="1000">
                <a:solidFill>
                  <a:srgbClr val="FFFFFF"/>
                </a:solidFill>
              </a:rPr>
              <a:t>- Offer Slidesgo templates (or modified versions of Slidesgo templates) for download.</a:t>
            </a:r>
            <a:endParaRPr sz="1000">
              <a:solidFill>
                <a:srgbClr val="FFFFFF"/>
              </a:solidFill>
            </a:endParaRPr>
          </a:p>
          <a:p>
            <a:pPr marL="0" lvl="0" indent="0" algn="l" rtl="0">
              <a:lnSpc>
                <a:spcPct val="115000"/>
              </a:lnSpc>
              <a:spcBef>
                <a:spcPts val="0"/>
              </a:spcBef>
              <a:spcAft>
                <a:spcPts val="0"/>
              </a:spcAft>
              <a:buClr>
                <a:srgbClr val="000000"/>
              </a:buClr>
              <a:buSzPts val="1100"/>
              <a:buFont typeface="Arial"/>
              <a:buNone/>
            </a:pPr>
            <a:r>
              <a:rPr lang="en" sz="1000">
                <a:solidFill>
                  <a:srgbClr val="FFFFFF"/>
                </a:solidFill>
              </a:rPr>
              <a:t>- Acquire the copyright of Slidesgo Content.</a:t>
            </a:r>
            <a:endParaRPr sz="1000">
              <a:solidFill>
                <a:srgbClr val="FFFFFF"/>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40"/>
        <p:cNvGrpSpPr/>
        <p:nvPr/>
      </p:nvGrpSpPr>
      <p:grpSpPr>
        <a:xfrm>
          <a:off x="0" y="0"/>
          <a:ext cx="0" cy="0"/>
          <a:chOff x="0" y="0"/>
          <a:chExt cx="0" cy="0"/>
        </a:xfrm>
      </p:grpSpPr>
      <p:sp>
        <p:nvSpPr>
          <p:cNvPr id="1741" name="Google Shape;1741;p53"/>
          <p:cNvSpPr txBox="1"/>
          <p:nvPr/>
        </p:nvSpPr>
        <p:spPr>
          <a:xfrm>
            <a:off x="1048350" y="902900"/>
            <a:ext cx="7047300" cy="3929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400"/>
              </a:spcBef>
              <a:spcAft>
                <a:spcPts val="0"/>
              </a:spcAft>
              <a:buClr>
                <a:schemeClr val="dk1"/>
              </a:buClr>
              <a:buSzPts val="1100"/>
              <a:buFont typeface="Arial"/>
              <a:buNone/>
            </a:pPr>
            <a:r>
              <a:rPr lang="en" sz="1000">
                <a:solidFill>
                  <a:schemeClr val="lt1"/>
                </a:solidFill>
              </a:rPr>
              <a:t>As a Premium user, you can use this template without attributing </a:t>
            </a:r>
            <a:r>
              <a:rPr lang="en" sz="1000" b="1" u="sng">
                <a:solidFill>
                  <a:schemeClr val="hlink"/>
                </a:solidFill>
                <a:hlinkClick r:id="rId3"/>
              </a:rPr>
              <a:t>Slidesgo</a:t>
            </a:r>
            <a:r>
              <a:rPr lang="en" sz="1000">
                <a:solidFill>
                  <a:schemeClr val="lt1"/>
                </a:solidFill>
              </a:rPr>
              <a:t> or keeping the "</a:t>
            </a:r>
            <a:r>
              <a:rPr lang="en" sz="1000" b="1" u="sng">
                <a:solidFill>
                  <a:schemeClr val="hlink"/>
                </a:solidFill>
                <a:hlinkClick r:id="rId4" action="ppaction://hlinksldjump"/>
              </a:rPr>
              <a:t>Thanks</a:t>
            </a:r>
            <a:r>
              <a:rPr lang="en" sz="1000">
                <a:solidFill>
                  <a:schemeClr val="lt1"/>
                </a:solidFill>
              </a:rPr>
              <a:t>" slide.</a:t>
            </a:r>
            <a:endParaRPr sz="10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allowed to:</a:t>
            </a:r>
            <a:endParaRPr sz="1000" b="1">
              <a:solidFill>
                <a:srgbClr val="869FB2"/>
              </a:solidFil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rPr>
              <a:t>Modify this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Use it for both personal and commercial purposes.</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Hide or delete the “Thanks” slide and the mention to Slidesgo in the credits.</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Share this template in an editable format with people who are not part of your team.</a:t>
            </a:r>
            <a:endParaRPr sz="10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not allowed to:</a:t>
            </a:r>
            <a:endParaRPr sz="1000" b="1">
              <a:solidFill>
                <a:srgbClr val="869FB2"/>
              </a:solidFil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rPr>
              <a:t>Sublicense, sell or rent this Slidesgo Template (or a modified version of this Slidesgo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Use any of the elements that are part of this Slidesgo Template in an isolated and separated way from this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Register any of the elements that are part of this template as a trademark or logo, or register it as a work in an intellectual property registry or similar.</a:t>
            </a:r>
            <a:endParaRPr sz="1000">
              <a:solidFill>
                <a:srgbClr val="FFFFFF"/>
              </a:solidFill>
            </a:endParaRPr>
          </a:p>
          <a:p>
            <a:pPr marL="0" lvl="0" indent="0" algn="l" rtl="0">
              <a:lnSpc>
                <a:spcPct val="115000"/>
              </a:lnSpc>
              <a:spcBef>
                <a:spcPts val="0"/>
              </a:spcBef>
              <a:spcAft>
                <a:spcPts val="0"/>
              </a:spcAft>
              <a:buNone/>
            </a:pPr>
            <a:endParaRPr sz="1000">
              <a:solidFill>
                <a:srgbClr val="FFFFFF"/>
              </a:solidFill>
            </a:endParaRPr>
          </a:p>
          <a:p>
            <a:pPr marL="0" lvl="0" indent="0" algn="l" rtl="0">
              <a:lnSpc>
                <a:spcPct val="115000"/>
              </a:lnSpc>
              <a:spcBef>
                <a:spcPts val="0"/>
              </a:spcBef>
              <a:spcAft>
                <a:spcPts val="0"/>
              </a:spcAft>
              <a:buNone/>
            </a:pPr>
            <a:endParaRPr sz="1000">
              <a:solidFill>
                <a:srgbClr val="FFFFFF"/>
              </a:solidFill>
            </a:endParaRPr>
          </a:p>
        </p:txBody>
      </p:sp>
      <p:sp>
        <p:nvSpPr>
          <p:cNvPr id="1742" name="Google Shape;1742;p53"/>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read</a:t>
            </a:r>
            <a:r>
              <a:rPr lang="en" sz="900">
                <a:solidFill>
                  <a:srgbClr val="FFFFFF"/>
                </a:solidFill>
              </a:rPr>
              <a:t>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5">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6">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
        <p:nvSpPr>
          <p:cNvPr id="1743" name="Google Shape;1743;p53"/>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 (premium users)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47"/>
        <p:cNvGrpSpPr/>
        <p:nvPr/>
      </p:nvGrpSpPr>
      <p:grpSpPr>
        <a:xfrm>
          <a:off x="0" y="0"/>
          <a:ext cx="0" cy="0"/>
          <a:chOff x="0" y="0"/>
          <a:chExt cx="0" cy="0"/>
        </a:xfrm>
      </p:grpSpPr>
      <p:sp>
        <p:nvSpPr>
          <p:cNvPr id="1748" name="Google Shape;1748;p54"/>
          <p:cNvSpPr txBox="1"/>
          <p:nvPr/>
        </p:nvSpPr>
        <p:spPr>
          <a:xfrm>
            <a:off x="1068100" y="1087849"/>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rgbClr val="FFFFFF"/>
                </a:solidFill>
              </a:rPr>
              <a:t>This presentation has been made using the following fonts:</a:t>
            </a:r>
            <a:endParaRPr sz="1100">
              <a:solidFill>
                <a:srgbClr val="FFFFFF"/>
              </a:solidFill>
            </a:endParaRPr>
          </a:p>
          <a:p>
            <a:pPr marL="0" lvl="0" indent="0" algn="l" rtl="0">
              <a:lnSpc>
                <a:spcPct val="115000"/>
              </a:lnSpc>
              <a:spcBef>
                <a:spcPts val="0"/>
              </a:spcBef>
              <a:spcAft>
                <a:spcPts val="0"/>
              </a:spcAft>
              <a:buNone/>
            </a:pPr>
            <a:endParaRPr sz="1300">
              <a:solidFill>
                <a:srgbClr val="435D74"/>
              </a:solidFill>
            </a:endParaRPr>
          </a:p>
        </p:txBody>
      </p:sp>
      <p:sp>
        <p:nvSpPr>
          <p:cNvPr id="1749" name="Google Shape;1749;p54"/>
          <p:cNvSpPr txBox="1"/>
          <p:nvPr/>
        </p:nvSpPr>
        <p:spPr>
          <a:xfrm>
            <a:off x="1068100" y="1610422"/>
            <a:ext cx="7047300" cy="12549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b="1">
                <a:solidFill>
                  <a:srgbClr val="EFEFEF"/>
                </a:solidFill>
              </a:rPr>
              <a:t>Montserrat</a:t>
            </a:r>
            <a:endParaRPr sz="1100" b="1">
              <a:solidFill>
                <a:srgbClr val="EFEFEF"/>
              </a:solidFill>
            </a:endParaRPr>
          </a:p>
          <a:p>
            <a:pPr marL="0" lvl="0" indent="0" algn="ctr" rtl="0">
              <a:lnSpc>
                <a:spcPct val="115000"/>
              </a:lnSpc>
              <a:spcBef>
                <a:spcPts val="0"/>
              </a:spcBef>
              <a:spcAft>
                <a:spcPts val="0"/>
              </a:spcAft>
              <a:buNone/>
            </a:pPr>
            <a:r>
              <a:rPr lang="en" sz="1100">
                <a:solidFill>
                  <a:srgbClr val="FFFFFF"/>
                </a:solidFill>
              </a:rPr>
              <a:t>(</a:t>
            </a:r>
            <a:r>
              <a:rPr lang="en" sz="1100">
                <a:solidFill>
                  <a:srgbClr val="FFFFFF"/>
                </a:solidFill>
                <a:uFill>
                  <a:noFill/>
                </a:uFill>
                <a:hlinkClick r:id="rId3">
                  <a:extLst>
                    <a:ext uri="{A12FA001-AC4F-418D-AE19-62706E023703}">
                      <ahyp:hlinkClr xmlns:ahyp="http://schemas.microsoft.com/office/drawing/2018/hyperlinkcolor" val="tx"/>
                    </a:ext>
                  </a:extLst>
                </a:hlinkClick>
              </a:rPr>
              <a:t>https://fonts.google.com/specimen/Montserrat</a:t>
            </a:r>
            <a:r>
              <a:rPr lang="en" sz="1100">
                <a:solidFill>
                  <a:srgbClr val="FFFFFF"/>
                </a:solidFill>
              </a:rPr>
              <a:t>)</a:t>
            </a:r>
            <a:endParaRPr sz="1100">
              <a:solidFill>
                <a:srgbClr val="FFFFFF"/>
              </a:solidFill>
            </a:endParaRPr>
          </a:p>
          <a:p>
            <a:pPr marL="0" lvl="0" indent="0" algn="l" rtl="0">
              <a:lnSpc>
                <a:spcPct val="115000"/>
              </a:lnSpc>
              <a:spcBef>
                <a:spcPts val="0"/>
              </a:spcBef>
              <a:spcAft>
                <a:spcPts val="0"/>
              </a:spcAft>
              <a:buNone/>
            </a:pPr>
            <a:endParaRPr sz="1100">
              <a:solidFill>
                <a:srgbClr val="FFFFFF"/>
              </a:solidFill>
            </a:endParaRPr>
          </a:p>
        </p:txBody>
      </p:sp>
      <p:sp>
        <p:nvSpPr>
          <p:cNvPr id="1750" name="Google Shape;1750;p54"/>
          <p:cNvSpPr/>
          <p:nvPr/>
        </p:nvSpPr>
        <p:spPr>
          <a:xfrm>
            <a:off x="3645388" y="2988225"/>
            <a:ext cx="791400" cy="754200"/>
          </a:xfrm>
          <a:prstGeom prst="roundRect">
            <a:avLst>
              <a:gd name="adj" fmla="val 16667"/>
            </a:avLst>
          </a:prstGeom>
          <a:solidFill>
            <a:srgbClr val="F6F6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54"/>
          <p:cNvSpPr/>
          <p:nvPr/>
        </p:nvSpPr>
        <p:spPr>
          <a:xfrm>
            <a:off x="4707207" y="2988225"/>
            <a:ext cx="791400" cy="754200"/>
          </a:xfrm>
          <a:prstGeom prst="roundRect">
            <a:avLst>
              <a:gd name="adj" fmla="val 16667"/>
            </a:avLst>
          </a:prstGeom>
          <a:solidFill>
            <a:srgbClr val="4E5EA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54"/>
          <p:cNvSpPr txBox="1"/>
          <p:nvPr/>
        </p:nvSpPr>
        <p:spPr>
          <a:xfrm>
            <a:off x="3645388"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#f6f6ff</a:t>
            </a:r>
            <a:endParaRPr sz="1000">
              <a:solidFill>
                <a:schemeClr val="dk1"/>
              </a:solidFill>
            </a:endParaRPr>
          </a:p>
        </p:txBody>
      </p:sp>
      <p:sp>
        <p:nvSpPr>
          <p:cNvPr id="1753" name="Google Shape;1753;p54"/>
          <p:cNvSpPr txBox="1"/>
          <p:nvPr/>
        </p:nvSpPr>
        <p:spPr>
          <a:xfrm>
            <a:off x="4707213"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#4e5ea3</a:t>
            </a:r>
            <a:endParaRPr sz="1000">
              <a:solidFill>
                <a:srgbClr val="FFFFFF"/>
              </a:solidFill>
            </a:endParaRPr>
          </a:p>
        </p:txBody>
      </p:sp>
      <p:sp>
        <p:nvSpPr>
          <p:cNvPr id="1754" name="Google Shape;1754;p54"/>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Fonts &amp; colors used</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58"/>
        <p:cNvGrpSpPr/>
        <p:nvPr/>
      </p:nvGrpSpPr>
      <p:grpSpPr>
        <a:xfrm>
          <a:off x="0" y="0"/>
          <a:ext cx="0" cy="0"/>
          <a:chOff x="0" y="0"/>
          <a:chExt cx="0" cy="0"/>
        </a:xfrm>
      </p:grpSpPr>
      <p:sp>
        <p:nvSpPr>
          <p:cNvPr id="1759" name="Google Shape;1759;p55"/>
          <p:cNvSpPr txBox="1"/>
          <p:nvPr/>
        </p:nvSpPr>
        <p:spPr>
          <a:xfrm>
            <a:off x="1252425" y="1086401"/>
            <a:ext cx="6630900" cy="8526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rgbClr val="FFFFFF"/>
                </a:solidFill>
              </a:rPr>
              <a:t>Create your Story with our illustrated concepts. Choose the style you like the most, edit its colors, pick the background and layers you want to show and bring them to life with the animator panel! It will boost your presentation. Check out</a:t>
            </a:r>
            <a:r>
              <a:rPr lang="en" sz="1100">
                <a:solidFill>
                  <a:srgbClr val="869FB2"/>
                </a:solidFill>
              </a:rPr>
              <a:t> </a:t>
            </a:r>
            <a:r>
              <a:rPr lang="en" sz="1100">
                <a:solidFill>
                  <a:srgbClr val="869FB2"/>
                </a:solidFill>
                <a:uFill>
                  <a:noFill/>
                </a:uFill>
                <a:hlinkClick r:id="rId3">
                  <a:extLst>
                    <a:ext uri="{A12FA001-AC4F-418D-AE19-62706E023703}">
                      <ahyp:hlinkClr xmlns:ahyp="http://schemas.microsoft.com/office/drawing/2018/hyperlinkcolor" val="tx"/>
                    </a:ext>
                  </a:extLst>
                </a:hlinkClick>
              </a:rPr>
              <a:t>How it works.</a:t>
            </a:r>
            <a:endParaRPr sz="1100">
              <a:solidFill>
                <a:srgbClr val="869FB2"/>
              </a:solidFill>
            </a:endParaRPr>
          </a:p>
        </p:txBody>
      </p:sp>
      <p:sp>
        <p:nvSpPr>
          <p:cNvPr id="1760" name="Google Shape;1760;p55"/>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Storyset</a:t>
            </a:r>
            <a:endParaRPr/>
          </a:p>
        </p:txBody>
      </p:sp>
      <p:pic>
        <p:nvPicPr>
          <p:cNvPr id="1761" name="Google Shape;1761;p55"/>
          <p:cNvPicPr preferRelativeResize="0"/>
          <p:nvPr/>
        </p:nvPicPr>
        <p:blipFill rotWithShape="1">
          <a:blip r:embed="rId4">
            <a:alphaModFix/>
          </a:blip>
          <a:srcRect t="16547" b="16541"/>
          <a:stretch/>
        </p:blipFill>
        <p:spPr>
          <a:xfrm>
            <a:off x="510820" y="2688639"/>
            <a:ext cx="1606720" cy="1075075"/>
          </a:xfrm>
          <a:prstGeom prst="rect">
            <a:avLst/>
          </a:prstGeom>
          <a:noFill/>
          <a:ln>
            <a:noFill/>
          </a:ln>
        </p:spPr>
      </p:pic>
      <p:sp>
        <p:nvSpPr>
          <p:cNvPr id="1762" name="Google Shape;1762;p55">
            <a:hlinkClick r:id="rId5"/>
          </p:cNvPr>
          <p:cNvSpPr txBox="1"/>
          <p:nvPr/>
        </p:nvSpPr>
        <p:spPr>
          <a:xfrm>
            <a:off x="678041"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5">
                  <a:extLst>
                    <a:ext uri="{A12FA001-AC4F-418D-AE19-62706E023703}">
                      <ahyp:hlinkClr xmlns:ahyp="http://schemas.microsoft.com/office/drawing/2018/hyperlinkcolor" val="tx"/>
                    </a:ext>
                  </a:extLst>
                </a:hlinkClick>
              </a:rPr>
              <a:t>Pana</a:t>
            </a:r>
            <a:endParaRPr>
              <a:solidFill>
                <a:srgbClr val="869FB2"/>
              </a:solidFill>
            </a:endParaRPr>
          </a:p>
        </p:txBody>
      </p:sp>
      <p:sp>
        <p:nvSpPr>
          <p:cNvPr id="1763" name="Google Shape;1763;p55">
            <a:hlinkClick r:id="rId6"/>
          </p:cNvPr>
          <p:cNvSpPr txBox="1"/>
          <p:nvPr/>
        </p:nvSpPr>
        <p:spPr>
          <a:xfrm>
            <a:off x="2289219"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6">
                  <a:extLst>
                    <a:ext uri="{A12FA001-AC4F-418D-AE19-62706E023703}">
                      <ahyp:hlinkClr xmlns:ahyp="http://schemas.microsoft.com/office/drawing/2018/hyperlinkcolor" val="tx"/>
                    </a:ext>
                  </a:extLst>
                </a:hlinkClick>
              </a:rPr>
              <a:t>Amico</a:t>
            </a:r>
            <a:endParaRPr>
              <a:solidFill>
                <a:srgbClr val="869FB2"/>
              </a:solidFill>
            </a:endParaRPr>
          </a:p>
        </p:txBody>
      </p:sp>
      <p:sp>
        <p:nvSpPr>
          <p:cNvPr id="1764" name="Google Shape;1764;p55">
            <a:hlinkClick r:id="rId7"/>
          </p:cNvPr>
          <p:cNvSpPr txBox="1"/>
          <p:nvPr/>
        </p:nvSpPr>
        <p:spPr>
          <a:xfrm>
            <a:off x="3900404"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7">
                  <a:extLst>
                    <a:ext uri="{A12FA001-AC4F-418D-AE19-62706E023703}">
                      <ahyp:hlinkClr xmlns:ahyp="http://schemas.microsoft.com/office/drawing/2018/hyperlinkcolor" val="tx"/>
                    </a:ext>
                  </a:extLst>
                </a:hlinkClick>
              </a:rPr>
              <a:t>Bro</a:t>
            </a:r>
            <a:endParaRPr>
              <a:solidFill>
                <a:srgbClr val="869FB2"/>
              </a:solidFill>
            </a:endParaRPr>
          </a:p>
        </p:txBody>
      </p:sp>
      <p:sp>
        <p:nvSpPr>
          <p:cNvPr id="1765" name="Google Shape;1765;p55">
            <a:hlinkClick r:id="rId8"/>
          </p:cNvPr>
          <p:cNvSpPr txBox="1"/>
          <p:nvPr/>
        </p:nvSpPr>
        <p:spPr>
          <a:xfrm>
            <a:off x="5511563"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8">
                  <a:extLst>
                    <a:ext uri="{A12FA001-AC4F-418D-AE19-62706E023703}">
                      <ahyp:hlinkClr xmlns:ahyp="http://schemas.microsoft.com/office/drawing/2018/hyperlinkcolor" val="tx"/>
                    </a:ext>
                  </a:extLst>
                </a:hlinkClick>
              </a:rPr>
              <a:t>Rafiki</a:t>
            </a:r>
            <a:endParaRPr>
              <a:solidFill>
                <a:srgbClr val="869FB2"/>
              </a:solidFill>
            </a:endParaRPr>
          </a:p>
        </p:txBody>
      </p:sp>
      <p:pic>
        <p:nvPicPr>
          <p:cNvPr id="1766" name="Google Shape;1766;p55"/>
          <p:cNvPicPr preferRelativeResize="0"/>
          <p:nvPr/>
        </p:nvPicPr>
        <p:blipFill rotWithShape="1">
          <a:blip r:embed="rId9">
            <a:alphaModFix/>
          </a:blip>
          <a:srcRect/>
          <a:stretch/>
        </p:blipFill>
        <p:spPr>
          <a:xfrm>
            <a:off x="2255077" y="2410850"/>
            <a:ext cx="1340595" cy="1340605"/>
          </a:xfrm>
          <a:prstGeom prst="rect">
            <a:avLst/>
          </a:prstGeom>
          <a:noFill/>
          <a:ln>
            <a:noFill/>
          </a:ln>
        </p:spPr>
      </p:pic>
      <p:pic>
        <p:nvPicPr>
          <p:cNvPr id="1767" name="Google Shape;1767;p55"/>
          <p:cNvPicPr preferRelativeResize="0"/>
          <p:nvPr/>
        </p:nvPicPr>
        <p:blipFill rotWithShape="1">
          <a:blip r:embed="rId10">
            <a:alphaModFix/>
          </a:blip>
          <a:srcRect t="6378" b="6378"/>
          <a:stretch/>
        </p:blipFill>
        <p:spPr>
          <a:xfrm>
            <a:off x="3774275" y="2532512"/>
            <a:ext cx="1448305" cy="1263590"/>
          </a:xfrm>
          <a:prstGeom prst="rect">
            <a:avLst/>
          </a:prstGeom>
          <a:noFill/>
          <a:ln>
            <a:noFill/>
          </a:ln>
        </p:spPr>
      </p:pic>
      <p:pic>
        <p:nvPicPr>
          <p:cNvPr id="1768" name="Google Shape;1768;p55"/>
          <p:cNvPicPr preferRelativeResize="0"/>
          <p:nvPr/>
        </p:nvPicPr>
        <p:blipFill rotWithShape="1">
          <a:blip r:embed="rId11">
            <a:alphaModFix/>
          </a:blip>
          <a:srcRect t="9257" b="9257"/>
          <a:stretch/>
        </p:blipFill>
        <p:spPr>
          <a:xfrm>
            <a:off x="5347337" y="2581527"/>
            <a:ext cx="1448285" cy="1180165"/>
          </a:xfrm>
          <a:prstGeom prst="rect">
            <a:avLst/>
          </a:prstGeom>
          <a:noFill/>
          <a:ln>
            <a:noFill/>
          </a:ln>
        </p:spPr>
      </p:pic>
      <p:pic>
        <p:nvPicPr>
          <p:cNvPr id="1769" name="Google Shape;1769;p55"/>
          <p:cNvPicPr preferRelativeResize="0"/>
          <p:nvPr/>
        </p:nvPicPr>
        <p:blipFill rotWithShape="1">
          <a:blip r:embed="rId12">
            <a:alphaModFix/>
          </a:blip>
          <a:srcRect t="14837" b="14844"/>
          <a:stretch/>
        </p:blipFill>
        <p:spPr>
          <a:xfrm>
            <a:off x="6836257" y="2523903"/>
            <a:ext cx="1796925" cy="1263600"/>
          </a:xfrm>
          <a:prstGeom prst="rect">
            <a:avLst/>
          </a:prstGeom>
          <a:noFill/>
          <a:ln>
            <a:noFill/>
          </a:ln>
        </p:spPr>
      </p:pic>
      <p:sp>
        <p:nvSpPr>
          <p:cNvPr id="1770" name="Google Shape;1770;p55">
            <a:hlinkClick r:id="rId13"/>
          </p:cNvPr>
          <p:cNvSpPr txBox="1"/>
          <p:nvPr/>
        </p:nvSpPr>
        <p:spPr>
          <a:xfrm>
            <a:off x="7122738"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13">
                  <a:extLst>
                    <a:ext uri="{A12FA001-AC4F-418D-AE19-62706E023703}">
                      <ahyp:hlinkClr xmlns:ahyp="http://schemas.microsoft.com/office/drawing/2018/hyperlinkcolor" val="tx"/>
                    </a:ext>
                  </a:extLst>
                </a:hlinkClick>
              </a:rPr>
              <a:t>Cuate</a:t>
            </a:r>
            <a:endParaRPr>
              <a:solidFill>
                <a:srgbClr val="869FB2"/>
              </a:solidFil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74"/>
        <p:cNvGrpSpPr/>
        <p:nvPr/>
      </p:nvGrpSpPr>
      <p:grpSpPr>
        <a:xfrm>
          <a:off x="0" y="0"/>
          <a:ext cx="0" cy="0"/>
          <a:chOff x="0" y="0"/>
          <a:chExt cx="0" cy="0"/>
        </a:xfrm>
      </p:grpSpPr>
      <p:sp>
        <p:nvSpPr>
          <p:cNvPr id="1775" name="Google Shape;1775;p56"/>
          <p:cNvSpPr txBox="1"/>
          <p:nvPr/>
        </p:nvSpPr>
        <p:spPr>
          <a:xfrm>
            <a:off x="1068100" y="1221875"/>
            <a:ext cx="7047300" cy="482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100">
                <a:solidFill>
                  <a:srgbClr val="FFFFFF"/>
                </a:solidFill>
              </a:rPr>
              <a:t> on Slidesgo.</a:t>
            </a:r>
            <a:endParaRPr sz="1100">
              <a:solidFill>
                <a:srgbClr val="FFFFFF"/>
              </a:solidFill>
            </a:endParaRPr>
          </a:p>
        </p:txBody>
      </p:sp>
      <p:grpSp>
        <p:nvGrpSpPr>
          <p:cNvPr id="1776" name="Google Shape;1776;p56"/>
          <p:cNvGrpSpPr/>
          <p:nvPr/>
        </p:nvGrpSpPr>
        <p:grpSpPr>
          <a:xfrm>
            <a:off x="5156078" y="3085736"/>
            <a:ext cx="474294" cy="551291"/>
            <a:chOff x="4727025" y="1332775"/>
            <a:chExt cx="59900" cy="69625"/>
          </a:xfrm>
        </p:grpSpPr>
        <p:sp>
          <p:nvSpPr>
            <p:cNvPr id="1777" name="Google Shape;1777;p56"/>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56"/>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9" name="Google Shape;1779;p56"/>
          <p:cNvGrpSpPr/>
          <p:nvPr/>
        </p:nvGrpSpPr>
        <p:grpSpPr>
          <a:xfrm>
            <a:off x="5769734" y="2314340"/>
            <a:ext cx="555653" cy="557031"/>
            <a:chOff x="4820425" y="1329900"/>
            <a:chExt cx="70175" cy="70350"/>
          </a:xfrm>
        </p:grpSpPr>
        <p:sp>
          <p:nvSpPr>
            <p:cNvPr id="1780" name="Google Shape;1780;p56"/>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56"/>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56"/>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56"/>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4" name="Google Shape;1784;p56"/>
          <p:cNvGrpSpPr/>
          <p:nvPr/>
        </p:nvGrpSpPr>
        <p:grpSpPr>
          <a:xfrm>
            <a:off x="6396103" y="2318845"/>
            <a:ext cx="582574" cy="533871"/>
            <a:chOff x="4903200" y="1331525"/>
            <a:chExt cx="73575" cy="67425"/>
          </a:xfrm>
        </p:grpSpPr>
        <p:sp>
          <p:nvSpPr>
            <p:cNvPr id="1785" name="Google Shape;1785;p56"/>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56"/>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7" name="Google Shape;1787;p56"/>
          <p:cNvGrpSpPr/>
          <p:nvPr/>
        </p:nvGrpSpPr>
        <p:grpSpPr>
          <a:xfrm>
            <a:off x="5755581" y="3078709"/>
            <a:ext cx="583960" cy="565345"/>
            <a:chOff x="4815575" y="1416800"/>
            <a:chExt cx="73750" cy="71400"/>
          </a:xfrm>
        </p:grpSpPr>
        <p:sp>
          <p:nvSpPr>
            <p:cNvPr id="1788" name="Google Shape;1788;p56"/>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56"/>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56"/>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1" name="Google Shape;1791;p56"/>
          <p:cNvGrpSpPr/>
          <p:nvPr/>
        </p:nvGrpSpPr>
        <p:grpSpPr>
          <a:xfrm>
            <a:off x="6390362" y="3108896"/>
            <a:ext cx="589898" cy="504970"/>
            <a:chOff x="4902475" y="1418875"/>
            <a:chExt cx="74500" cy="63775"/>
          </a:xfrm>
        </p:grpSpPr>
        <p:sp>
          <p:nvSpPr>
            <p:cNvPr id="1792" name="Google Shape;1792;p56"/>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56"/>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4" name="Google Shape;1794;p56"/>
          <p:cNvGrpSpPr/>
          <p:nvPr/>
        </p:nvGrpSpPr>
        <p:grpSpPr>
          <a:xfrm>
            <a:off x="5765577" y="3826000"/>
            <a:ext cx="563967" cy="567127"/>
            <a:chOff x="4818100" y="1507675"/>
            <a:chExt cx="71225" cy="71625"/>
          </a:xfrm>
        </p:grpSpPr>
        <p:sp>
          <p:nvSpPr>
            <p:cNvPr id="1795" name="Google Shape;1795;p56"/>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56"/>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56"/>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56"/>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9" name="Google Shape;1799;p56"/>
          <p:cNvGrpSpPr/>
          <p:nvPr/>
        </p:nvGrpSpPr>
        <p:grpSpPr>
          <a:xfrm>
            <a:off x="5079075" y="3829461"/>
            <a:ext cx="628301" cy="588505"/>
            <a:chOff x="4721450" y="1509475"/>
            <a:chExt cx="79350" cy="74325"/>
          </a:xfrm>
        </p:grpSpPr>
        <p:sp>
          <p:nvSpPr>
            <p:cNvPr id="1800" name="Google Shape;1800;p56"/>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56"/>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56"/>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56"/>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4" name="Google Shape;1804;p56"/>
          <p:cNvGrpSpPr/>
          <p:nvPr/>
        </p:nvGrpSpPr>
        <p:grpSpPr>
          <a:xfrm>
            <a:off x="6424608" y="3814027"/>
            <a:ext cx="557038" cy="562772"/>
            <a:chOff x="4906800" y="1507500"/>
            <a:chExt cx="70350" cy="71075"/>
          </a:xfrm>
        </p:grpSpPr>
        <p:sp>
          <p:nvSpPr>
            <p:cNvPr id="1805" name="Google Shape;1805;p56"/>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56"/>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56"/>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56"/>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56"/>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0" name="Google Shape;1810;p56"/>
          <p:cNvGrpSpPr/>
          <p:nvPr/>
        </p:nvGrpSpPr>
        <p:grpSpPr>
          <a:xfrm>
            <a:off x="4462216" y="2340963"/>
            <a:ext cx="517934" cy="517934"/>
            <a:chOff x="3736598" y="2170606"/>
            <a:chExt cx="404889" cy="404889"/>
          </a:xfrm>
        </p:grpSpPr>
        <p:sp>
          <p:nvSpPr>
            <p:cNvPr id="1811" name="Google Shape;1811;p56"/>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56"/>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56"/>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56"/>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5" name="Google Shape;1815;p56"/>
          <p:cNvGrpSpPr/>
          <p:nvPr/>
        </p:nvGrpSpPr>
        <p:grpSpPr>
          <a:xfrm>
            <a:off x="3729277" y="2341061"/>
            <a:ext cx="586986" cy="517740"/>
            <a:chOff x="3161917" y="2170682"/>
            <a:chExt cx="458870" cy="404737"/>
          </a:xfrm>
        </p:grpSpPr>
        <p:sp>
          <p:nvSpPr>
            <p:cNvPr id="1816" name="Google Shape;1816;p56"/>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56"/>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56"/>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9" name="Google Shape;1819;p56"/>
          <p:cNvGrpSpPr/>
          <p:nvPr/>
        </p:nvGrpSpPr>
        <p:grpSpPr>
          <a:xfrm>
            <a:off x="3752299" y="3102400"/>
            <a:ext cx="540943" cy="517963"/>
            <a:chOff x="3179914" y="2889488"/>
            <a:chExt cx="422876" cy="404911"/>
          </a:xfrm>
        </p:grpSpPr>
        <p:sp>
          <p:nvSpPr>
            <p:cNvPr id="1820" name="Google Shape;1820;p56"/>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56"/>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56"/>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56"/>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56"/>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56"/>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6" name="Google Shape;1826;p56"/>
          <p:cNvGrpSpPr/>
          <p:nvPr/>
        </p:nvGrpSpPr>
        <p:grpSpPr>
          <a:xfrm>
            <a:off x="4453093" y="3102358"/>
            <a:ext cx="536180" cy="518047"/>
            <a:chOff x="3729467" y="2889422"/>
            <a:chExt cx="419153" cy="404977"/>
          </a:xfrm>
        </p:grpSpPr>
        <p:sp>
          <p:nvSpPr>
            <p:cNvPr id="1827" name="Google Shape;1827;p56"/>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56"/>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56"/>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56"/>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56"/>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56"/>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56"/>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4" name="Google Shape;1834;p56"/>
          <p:cNvGrpSpPr/>
          <p:nvPr/>
        </p:nvGrpSpPr>
        <p:grpSpPr>
          <a:xfrm>
            <a:off x="1990126" y="3445787"/>
            <a:ext cx="965351" cy="134611"/>
            <a:chOff x="4411970" y="2962952"/>
            <a:chExt cx="706544" cy="104212"/>
          </a:xfrm>
        </p:grpSpPr>
        <p:sp>
          <p:nvSpPr>
            <p:cNvPr id="1835" name="Google Shape;1835;p56"/>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56"/>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56"/>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56"/>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9" name="Google Shape;1839;p56"/>
          <p:cNvGrpSpPr/>
          <p:nvPr/>
        </p:nvGrpSpPr>
        <p:grpSpPr>
          <a:xfrm>
            <a:off x="1990126" y="3041077"/>
            <a:ext cx="960158" cy="289172"/>
            <a:chOff x="4411970" y="2726085"/>
            <a:chExt cx="643107" cy="193659"/>
          </a:xfrm>
        </p:grpSpPr>
        <p:sp>
          <p:nvSpPr>
            <p:cNvPr id="1840" name="Google Shape;1840;p56"/>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56"/>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56"/>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3" name="Google Shape;1843;p56"/>
          <p:cNvGrpSpPr/>
          <p:nvPr/>
        </p:nvGrpSpPr>
        <p:grpSpPr>
          <a:xfrm>
            <a:off x="998624" y="3295400"/>
            <a:ext cx="811503" cy="252584"/>
            <a:chOff x="4411970" y="4340222"/>
            <a:chExt cx="779467" cy="242683"/>
          </a:xfrm>
        </p:grpSpPr>
        <p:sp>
          <p:nvSpPr>
            <p:cNvPr id="1844" name="Google Shape;1844;p56"/>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56"/>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56"/>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7" name="Google Shape;1847;p56"/>
          <p:cNvGrpSpPr/>
          <p:nvPr/>
        </p:nvGrpSpPr>
        <p:grpSpPr>
          <a:xfrm>
            <a:off x="1990126" y="2709308"/>
            <a:ext cx="965160" cy="216230"/>
            <a:chOff x="4411970" y="2468674"/>
            <a:chExt cx="747317" cy="167425"/>
          </a:xfrm>
        </p:grpSpPr>
        <p:sp>
          <p:nvSpPr>
            <p:cNvPr id="1848" name="Google Shape;1848;p56"/>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56"/>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50" name="Google Shape;1850;p56"/>
          <p:cNvSpPr/>
          <p:nvPr/>
        </p:nvSpPr>
        <p:spPr>
          <a:xfrm>
            <a:off x="996874" y="3014089"/>
            <a:ext cx="810618" cy="19298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51" name="Google Shape;1851;p56"/>
          <p:cNvGrpSpPr/>
          <p:nvPr/>
        </p:nvGrpSpPr>
        <p:grpSpPr>
          <a:xfrm>
            <a:off x="997692" y="2334687"/>
            <a:ext cx="1959041" cy="208784"/>
            <a:chOff x="6336019" y="3733725"/>
            <a:chExt cx="2566206" cy="351310"/>
          </a:xfrm>
        </p:grpSpPr>
        <p:sp>
          <p:nvSpPr>
            <p:cNvPr id="1852" name="Google Shape;1852;p56"/>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56"/>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56"/>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56"/>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6" name="Google Shape;1856;p56"/>
          <p:cNvGrpSpPr/>
          <p:nvPr/>
        </p:nvGrpSpPr>
        <p:grpSpPr>
          <a:xfrm>
            <a:off x="1990126" y="3950602"/>
            <a:ext cx="946551" cy="153200"/>
            <a:chOff x="4404545" y="3301592"/>
            <a:chExt cx="782403" cy="129272"/>
          </a:xfrm>
        </p:grpSpPr>
        <p:sp>
          <p:nvSpPr>
            <p:cNvPr id="1857" name="Google Shape;1857;p56"/>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56"/>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9" name="Google Shape;1859;p56"/>
          <p:cNvGrpSpPr/>
          <p:nvPr/>
        </p:nvGrpSpPr>
        <p:grpSpPr>
          <a:xfrm>
            <a:off x="1990126" y="3695937"/>
            <a:ext cx="962257" cy="139127"/>
            <a:chOff x="4411970" y="3131459"/>
            <a:chExt cx="710520" cy="117397"/>
          </a:xfrm>
        </p:grpSpPr>
        <p:sp>
          <p:nvSpPr>
            <p:cNvPr id="1860" name="Google Shape;1860;p56"/>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56"/>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62" name="Google Shape;1862;p56" descr="Timeline background shape"/>
          <p:cNvSpPr/>
          <p:nvPr/>
        </p:nvSpPr>
        <p:spPr>
          <a:xfrm>
            <a:off x="1990126" y="4219341"/>
            <a:ext cx="960300" cy="153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63" name="Google Shape;1863;p56"/>
          <p:cNvGrpSpPr/>
          <p:nvPr/>
        </p:nvGrpSpPr>
        <p:grpSpPr>
          <a:xfrm>
            <a:off x="990271" y="3621603"/>
            <a:ext cx="823838" cy="458988"/>
            <a:chOff x="4411970" y="1801825"/>
            <a:chExt cx="734586" cy="409262"/>
          </a:xfrm>
        </p:grpSpPr>
        <p:sp>
          <p:nvSpPr>
            <p:cNvPr id="1864" name="Google Shape;1864;p56"/>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56"/>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6" name="Google Shape;1866;p56"/>
          <p:cNvGrpSpPr/>
          <p:nvPr/>
        </p:nvGrpSpPr>
        <p:grpSpPr>
          <a:xfrm>
            <a:off x="3095243" y="2339173"/>
            <a:ext cx="521514" cy="521514"/>
            <a:chOff x="5681300" y="2527788"/>
            <a:chExt cx="805800" cy="805800"/>
          </a:xfrm>
        </p:grpSpPr>
        <p:sp>
          <p:nvSpPr>
            <p:cNvPr id="1867" name="Google Shape;1867;p56"/>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56"/>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9" name="Google Shape;1869;p56"/>
          <p:cNvGrpSpPr/>
          <p:nvPr/>
        </p:nvGrpSpPr>
        <p:grpSpPr>
          <a:xfrm>
            <a:off x="3089483" y="3094865"/>
            <a:ext cx="533033" cy="533033"/>
            <a:chOff x="4049800" y="640400"/>
            <a:chExt cx="858900" cy="858900"/>
          </a:xfrm>
        </p:grpSpPr>
        <p:sp>
          <p:nvSpPr>
            <p:cNvPr id="1870" name="Google Shape;1870;p56"/>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56"/>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72" name="Google Shape;1872;p56"/>
          <p:cNvGrpSpPr/>
          <p:nvPr/>
        </p:nvGrpSpPr>
        <p:grpSpPr>
          <a:xfrm>
            <a:off x="3014966" y="3772543"/>
            <a:ext cx="682068" cy="682068"/>
            <a:chOff x="5080188" y="927900"/>
            <a:chExt cx="961200" cy="961200"/>
          </a:xfrm>
        </p:grpSpPr>
        <p:sp>
          <p:nvSpPr>
            <p:cNvPr id="1873" name="Google Shape;1873;p56"/>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6"/>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56"/>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56"/>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56"/>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56"/>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56"/>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6"/>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1" name="Google Shape;1881;p56"/>
          <p:cNvGrpSpPr/>
          <p:nvPr/>
        </p:nvGrpSpPr>
        <p:grpSpPr>
          <a:xfrm>
            <a:off x="4478465" y="3869234"/>
            <a:ext cx="505650" cy="504006"/>
            <a:chOff x="6039282" y="1042577"/>
            <a:chExt cx="734315" cy="731929"/>
          </a:xfrm>
        </p:grpSpPr>
        <p:sp>
          <p:nvSpPr>
            <p:cNvPr id="1882" name="Google Shape;1882;p56"/>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56"/>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56"/>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56"/>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56"/>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56"/>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56"/>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56"/>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56"/>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56"/>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56"/>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56"/>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56"/>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56"/>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56"/>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56"/>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56"/>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56"/>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56"/>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56"/>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56"/>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3" name="Google Shape;1903;p56"/>
          <p:cNvGrpSpPr/>
          <p:nvPr/>
        </p:nvGrpSpPr>
        <p:grpSpPr>
          <a:xfrm>
            <a:off x="5091067" y="2298862"/>
            <a:ext cx="567744" cy="602136"/>
            <a:chOff x="1825800" y="1651625"/>
            <a:chExt cx="539989" cy="571775"/>
          </a:xfrm>
        </p:grpSpPr>
        <p:sp>
          <p:nvSpPr>
            <p:cNvPr id="1904" name="Google Shape;1904;p56"/>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56"/>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56"/>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56"/>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8" name="Google Shape;1908;p56"/>
          <p:cNvGrpSpPr/>
          <p:nvPr/>
        </p:nvGrpSpPr>
        <p:grpSpPr>
          <a:xfrm>
            <a:off x="3765995" y="3855579"/>
            <a:ext cx="508123" cy="507955"/>
            <a:chOff x="1897577" y="2802432"/>
            <a:chExt cx="492176" cy="492014"/>
          </a:xfrm>
        </p:grpSpPr>
        <p:sp>
          <p:nvSpPr>
            <p:cNvPr id="1909" name="Google Shape;1909;p56"/>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56"/>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56"/>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56"/>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56"/>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56"/>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56"/>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56"/>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56"/>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56"/>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56"/>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56"/>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1" name="Google Shape;1921;p56"/>
          <p:cNvGrpSpPr/>
          <p:nvPr/>
        </p:nvGrpSpPr>
        <p:grpSpPr>
          <a:xfrm>
            <a:off x="997525" y="4169123"/>
            <a:ext cx="809227" cy="200842"/>
            <a:chOff x="2013045" y="4813233"/>
            <a:chExt cx="921986" cy="228854"/>
          </a:xfrm>
        </p:grpSpPr>
        <p:sp>
          <p:nvSpPr>
            <p:cNvPr id="1922" name="Google Shape;1922;p56"/>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56"/>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4" name="Google Shape;1924;p56"/>
          <p:cNvGrpSpPr/>
          <p:nvPr/>
        </p:nvGrpSpPr>
        <p:grpSpPr>
          <a:xfrm>
            <a:off x="1005985" y="2656004"/>
            <a:ext cx="792421" cy="269941"/>
            <a:chOff x="1046767" y="4756633"/>
            <a:chExt cx="859646" cy="292841"/>
          </a:xfrm>
        </p:grpSpPr>
        <p:sp>
          <p:nvSpPr>
            <p:cNvPr id="1925" name="Google Shape;1925;p56"/>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56"/>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56"/>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28" name="Google Shape;1928;p56"/>
          <p:cNvSpPr/>
          <p:nvPr/>
        </p:nvSpPr>
        <p:spPr>
          <a:xfrm>
            <a:off x="7439738"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56"/>
          <p:cNvSpPr/>
          <p:nvPr/>
        </p:nvSpPr>
        <p:spPr>
          <a:xfrm>
            <a:off x="7139193"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56"/>
          <p:cNvSpPr/>
          <p:nvPr/>
        </p:nvSpPr>
        <p:spPr>
          <a:xfrm>
            <a:off x="7761482"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56"/>
          <p:cNvSpPr/>
          <p:nvPr/>
        </p:nvSpPr>
        <p:spPr>
          <a:xfrm>
            <a:off x="8056187"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32" name="Google Shape;1932;p56"/>
          <p:cNvGrpSpPr/>
          <p:nvPr/>
        </p:nvGrpSpPr>
        <p:grpSpPr>
          <a:xfrm>
            <a:off x="7141841" y="2550562"/>
            <a:ext cx="166473" cy="141497"/>
            <a:chOff x="4660325" y="1866850"/>
            <a:chExt cx="68350" cy="58100"/>
          </a:xfrm>
        </p:grpSpPr>
        <p:sp>
          <p:nvSpPr>
            <p:cNvPr id="1933" name="Google Shape;1933;p56"/>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56"/>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5" name="Google Shape;1935;p56"/>
          <p:cNvGrpSpPr/>
          <p:nvPr/>
        </p:nvGrpSpPr>
        <p:grpSpPr>
          <a:xfrm>
            <a:off x="7451186" y="2576286"/>
            <a:ext cx="162515" cy="90049"/>
            <a:chOff x="4791775" y="1877500"/>
            <a:chExt cx="66725" cy="36975"/>
          </a:xfrm>
        </p:grpSpPr>
        <p:sp>
          <p:nvSpPr>
            <p:cNvPr id="1936" name="Google Shape;1936;p56"/>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56"/>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8" name="Google Shape;1938;p56"/>
          <p:cNvGrpSpPr/>
          <p:nvPr/>
        </p:nvGrpSpPr>
        <p:grpSpPr>
          <a:xfrm>
            <a:off x="7772899" y="2576286"/>
            <a:ext cx="144979" cy="90049"/>
            <a:chOff x="4923925" y="1877500"/>
            <a:chExt cx="59525" cy="36975"/>
          </a:xfrm>
        </p:grpSpPr>
        <p:sp>
          <p:nvSpPr>
            <p:cNvPr id="1939" name="Google Shape;1939;p56"/>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56"/>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1" name="Google Shape;1941;p56"/>
          <p:cNvGrpSpPr/>
          <p:nvPr/>
        </p:nvGrpSpPr>
        <p:grpSpPr>
          <a:xfrm>
            <a:off x="8067390" y="2558477"/>
            <a:ext cx="141447" cy="125667"/>
            <a:chOff x="5058450" y="1870100"/>
            <a:chExt cx="58075" cy="51600"/>
          </a:xfrm>
        </p:grpSpPr>
        <p:sp>
          <p:nvSpPr>
            <p:cNvPr id="1942" name="Google Shape;1942;p56"/>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56"/>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4" name="Google Shape;1944;p56"/>
          <p:cNvGrpSpPr/>
          <p:nvPr/>
        </p:nvGrpSpPr>
        <p:grpSpPr>
          <a:xfrm>
            <a:off x="7481905" y="2980885"/>
            <a:ext cx="101077" cy="107645"/>
            <a:chOff x="4811425" y="2065025"/>
            <a:chExt cx="41500" cy="44200"/>
          </a:xfrm>
        </p:grpSpPr>
        <p:sp>
          <p:nvSpPr>
            <p:cNvPr id="1945" name="Google Shape;1945;p56"/>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56"/>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7" name="Google Shape;1947;p56"/>
          <p:cNvGrpSpPr/>
          <p:nvPr/>
        </p:nvGrpSpPr>
        <p:grpSpPr>
          <a:xfrm>
            <a:off x="7774342" y="2981098"/>
            <a:ext cx="120867" cy="107218"/>
            <a:chOff x="4929875" y="2065025"/>
            <a:chExt cx="49625" cy="44025"/>
          </a:xfrm>
        </p:grpSpPr>
        <p:sp>
          <p:nvSpPr>
            <p:cNvPr id="1948" name="Google Shape;1948;p56"/>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56"/>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0" name="Google Shape;1950;p56"/>
          <p:cNvGrpSpPr/>
          <p:nvPr/>
        </p:nvGrpSpPr>
        <p:grpSpPr>
          <a:xfrm>
            <a:off x="8103011" y="2984112"/>
            <a:ext cx="70206" cy="101191"/>
            <a:chOff x="5083925" y="2066350"/>
            <a:chExt cx="28825" cy="41550"/>
          </a:xfrm>
        </p:grpSpPr>
        <p:sp>
          <p:nvSpPr>
            <p:cNvPr id="1951" name="Google Shape;1951;p56"/>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56"/>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3" name="Google Shape;1953;p56"/>
          <p:cNvGrpSpPr/>
          <p:nvPr/>
        </p:nvGrpSpPr>
        <p:grpSpPr>
          <a:xfrm>
            <a:off x="7134565" y="2999759"/>
            <a:ext cx="181026" cy="69896"/>
            <a:chOff x="4659775" y="2072775"/>
            <a:chExt cx="74325" cy="28700"/>
          </a:xfrm>
        </p:grpSpPr>
        <p:sp>
          <p:nvSpPr>
            <p:cNvPr id="1954" name="Google Shape;1954;p56"/>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56"/>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56"/>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7" name="Google Shape;1957;p56"/>
          <p:cNvGrpSpPr/>
          <p:nvPr/>
        </p:nvGrpSpPr>
        <p:grpSpPr>
          <a:xfrm>
            <a:off x="8054421" y="2790324"/>
            <a:ext cx="167387" cy="89197"/>
            <a:chOff x="4662475" y="1976500"/>
            <a:chExt cx="68725" cy="36625"/>
          </a:xfrm>
        </p:grpSpPr>
        <p:sp>
          <p:nvSpPr>
            <p:cNvPr id="1958" name="Google Shape;1958;p56"/>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56"/>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56"/>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1" name="Google Shape;1961;p56"/>
          <p:cNvGrpSpPr/>
          <p:nvPr/>
        </p:nvGrpSpPr>
        <p:grpSpPr>
          <a:xfrm>
            <a:off x="7751326" y="2793764"/>
            <a:ext cx="166899" cy="82317"/>
            <a:chOff x="4920150" y="1977875"/>
            <a:chExt cx="68525" cy="33800"/>
          </a:xfrm>
        </p:grpSpPr>
        <p:sp>
          <p:nvSpPr>
            <p:cNvPr id="1962" name="Google Shape;1962;p56"/>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56"/>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56"/>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5" name="Google Shape;1965;p56"/>
          <p:cNvGrpSpPr/>
          <p:nvPr/>
        </p:nvGrpSpPr>
        <p:grpSpPr>
          <a:xfrm>
            <a:off x="7162483" y="3197682"/>
            <a:ext cx="125190" cy="127859"/>
            <a:chOff x="4676550" y="2160575"/>
            <a:chExt cx="51400" cy="52500"/>
          </a:xfrm>
        </p:grpSpPr>
        <p:sp>
          <p:nvSpPr>
            <p:cNvPr id="1966" name="Google Shape;1966;p56"/>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56"/>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56"/>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9" name="Google Shape;1969;p56"/>
          <p:cNvGrpSpPr/>
          <p:nvPr/>
        </p:nvGrpSpPr>
        <p:grpSpPr>
          <a:xfrm>
            <a:off x="7459741" y="3204714"/>
            <a:ext cx="145405" cy="113794"/>
            <a:chOff x="4768325" y="2163475"/>
            <a:chExt cx="59700" cy="46725"/>
          </a:xfrm>
        </p:grpSpPr>
        <p:sp>
          <p:nvSpPr>
            <p:cNvPr id="1970" name="Google Shape;1970;p56"/>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56"/>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72" name="Google Shape;1972;p56"/>
          <p:cNvSpPr/>
          <p:nvPr/>
        </p:nvSpPr>
        <p:spPr>
          <a:xfrm>
            <a:off x="7791696"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56"/>
          <p:cNvSpPr/>
          <p:nvPr/>
        </p:nvSpPr>
        <p:spPr>
          <a:xfrm>
            <a:off x="8064072"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56"/>
          <p:cNvSpPr/>
          <p:nvPr/>
        </p:nvSpPr>
        <p:spPr>
          <a:xfrm>
            <a:off x="7165528"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56"/>
          <p:cNvSpPr/>
          <p:nvPr/>
        </p:nvSpPr>
        <p:spPr>
          <a:xfrm>
            <a:off x="7133499"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56"/>
          <p:cNvSpPr/>
          <p:nvPr/>
        </p:nvSpPr>
        <p:spPr>
          <a:xfrm>
            <a:off x="7150823"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56"/>
          <p:cNvSpPr/>
          <p:nvPr/>
        </p:nvSpPr>
        <p:spPr>
          <a:xfrm>
            <a:off x="7784572"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78" name="Google Shape;1978;p56"/>
          <p:cNvGrpSpPr/>
          <p:nvPr/>
        </p:nvGrpSpPr>
        <p:grpSpPr>
          <a:xfrm>
            <a:off x="7476059" y="3459808"/>
            <a:ext cx="112768" cy="106853"/>
            <a:chOff x="4768575" y="2253950"/>
            <a:chExt cx="46300" cy="43875"/>
          </a:xfrm>
        </p:grpSpPr>
        <p:sp>
          <p:nvSpPr>
            <p:cNvPr id="1979" name="Google Shape;1979;p56"/>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56"/>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1" name="Google Shape;1981;p56"/>
          <p:cNvGrpSpPr/>
          <p:nvPr/>
        </p:nvGrpSpPr>
        <p:grpSpPr>
          <a:xfrm>
            <a:off x="7775682" y="3948834"/>
            <a:ext cx="118187" cy="146246"/>
            <a:chOff x="4960900" y="2433225"/>
            <a:chExt cx="48525" cy="60050"/>
          </a:xfrm>
        </p:grpSpPr>
        <p:sp>
          <p:nvSpPr>
            <p:cNvPr id="1982" name="Google Shape;1982;p56"/>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56"/>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4" name="Google Shape;1984;p56"/>
          <p:cNvGrpSpPr/>
          <p:nvPr/>
        </p:nvGrpSpPr>
        <p:grpSpPr>
          <a:xfrm>
            <a:off x="7464247" y="4212895"/>
            <a:ext cx="136394" cy="143810"/>
            <a:chOff x="4854075" y="2527625"/>
            <a:chExt cx="56000" cy="59050"/>
          </a:xfrm>
        </p:grpSpPr>
        <p:sp>
          <p:nvSpPr>
            <p:cNvPr id="1985" name="Google Shape;1985;p56"/>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56"/>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87" name="Google Shape;1987;p56"/>
          <p:cNvSpPr/>
          <p:nvPr/>
        </p:nvSpPr>
        <p:spPr>
          <a:xfrm>
            <a:off x="7479500"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56"/>
          <p:cNvSpPr/>
          <p:nvPr/>
        </p:nvSpPr>
        <p:spPr>
          <a:xfrm>
            <a:off x="8058166"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56"/>
          <p:cNvSpPr/>
          <p:nvPr/>
        </p:nvSpPr>
        <p:spPr>
          <a:xfrm>
            <a:off x="7157429"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90" name="Google Shape;1990;p56"/>
          <p:cNvGrpSpPr/>
          <p:nvPr/>
        </p:nvGrpSpPr>
        <p:grpSpPr>
          <a:xfrm>
            <a:off x="8088458" y="3676639"/>
            <a:ext cx="99312" cy="160797"/>
            <a:chOff x="5059700" y="2334775"/>
            <a:chExt cx="40775" cy="66025"/>
          </a:xfrm>
        </p:grpSpPr>
        <p:sp>
          <p:nvSpPr>
            <p:cNvPr id="1991" name="Google Shape;1991;p56"/>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56"/>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56"/>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56"/>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56"/>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56"/>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56"/>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56"/>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56"/>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0" name="Google Shape;2000;p56"/>
          <p:cNvGrpSpPr/>
          <p:nvPr/>
        </p:nvGrpSpPr>
        <p:grpSpPr>
          <a:xfrm>
            <a:off x="8045622" y="3941771"/>
            <a:ext cx="184984" cy="160371"/>
            <a:chOff x="5037700" y="2430325"/>
            <a:chExt cx="75950" cy="65850"/>
          </a:xfrm>
        </p:grpSpPr>
        <p:sp>
          <p:nvSpPr>
            <p:cNvPr id="2001" name="Google Shape;2001;p56"/>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56"/>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3" name="Google Shape;2003;p56"/>
          <p:cNvGrpSpPr/>
          <p:nvPr/>
        </p:nvGrpSpPr>
        <p:grpSpPr>
          <a:xfrm>
            <a:off x="7465128" y="3708223"/>
            <a:ext cx="173014" cy="97629"/>
            <a:chOff x="4756975" y="2341800"/>
            <a:chExt cx="91975" cy="51925"/>
          </a:xfrm>
        </p:grpSpPr>
        <p:sp>
          <p:nvSpPr>
            <p:cNvPr id="2004" name="Google Shape;2004;p56"/>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56"/>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56"/>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56"/>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56"/>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56"/>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56"/>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56"/>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56"/>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56"/>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56"/>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56"/>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56"/>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56"/>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56"/>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56"/>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56"/>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56"/>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56"/>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56"/>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4" name="Google Shape;2024;p56"/>
          <p:cNvGrpSpPr/>
          <p:nvPr/>
        </p:nvGrpSpPr>
        <p:grpSpPr>
          <a:xfrm>
            <a:off x="7732065" y="4196920"/>
            <a:ext cx="212497" cy="175761"/>
            <a:chOff x="4943575" y="2516350"/>
            <a:chExt cx="98675" cy="81700"/>
          </a:xfrm>
        </p:grpSpPr>
        <p:sp>
          <p:nvSpPr>
            <p:cNvPr id="2025" name="Google Shape;2025;p56"/>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56"/>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56"/>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56"/>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56"/>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56"/>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56"/>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56"/>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56"/>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56"/>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56"/>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56"/>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56"/>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56"/>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56"/>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56"/>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56"/>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56"/>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56"/>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56"/>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56"/>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56"/>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56"/>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56"/>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56"/>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56"/>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56"/>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56"/>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56"/>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56"/>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56"/>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56"/>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56"/>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56"/>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56"/>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56"/>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56"/>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56"/>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56"/>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56"/>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56"/>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56"/>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56"/>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56"/>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56"/>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56"/>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56"/>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56"/>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56"/>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56"/>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56"/>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56"/>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56"/>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56"/>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56"/>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56"/>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56"/>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56"/>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56"/>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56"/>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56"/>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56"/>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56"/>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56"/>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56"/>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56"/>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56"/>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56"/>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56"/>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56"/>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56"/>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56"/>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56"/>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56"/>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56"/>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56"/>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56"/>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56"/>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3" name="Google Shape;2103;p56"/>
          <p:cNvSpPr/>
          <p:nvPr/>
        </p:nvSpPr>
        <p:spPr>
          <a:xfrm>
            <a:off x="7747607"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56"/>
          <p:cNvSpPr/>
          <p:nvPr/>
        </p:nvSpPr>
        <p:spPr>
          <a:xfrm>
            <a:off x="8063864"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56"/>
          <p:cNvSpPr/>
          <p:nvPr/>
        </p:nvSpPr>
        <p:spPr>
          <a:xfrm>
            <a:off x="7165978"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56"/>
          <p:cNvSpPr/>
          <p:nvPr/>
        </p:nvSpPr>
        <p:spPr>
          <a:xfrm flipH="1">
            <a:off x="7473344"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56"/>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Use our editable graphic resources...</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111"/>
        <p:cNvGrpSpPr/>
        <p:nvPr/>
      </p:nvGrpSpPr>
      <p:grpSpPr>
        <a:xfrm>
          <a:off x="0" y="0"/>
          <a:ext cx="0" cy="0"/>
          <a:chOff x="0" y="0"/>
          <a:chExt cx="0" cy="0"/>
        </a:xfrm>
      </p:grpSpPr>
      <p:grpSp>
        <p:nvGrpSpPr>
          <p:cNvPr id="2112" name="Google Shape;2112;p57"/>
          <p:cNvGrpSpPr/>
          <p:nvPr/>
        </p:nvGrpSpPr>
        <p:grpSpPr>
          <a:xfrm>
            <a:off x="6647587" y="3567393"/>
            <a:ext cx="560636" cy="516497"/>
            <a:chOff x="6652051" y="3714143"/>
            <a:chExt cx="560636" cy="516497"/>
          </a:xfrm>
        </p:grpSpPr>
        <p:grpSp>
          <p:nvGrpSpPr>
            <p:cNvPr id="2113" name="Google Shape;2113;p57"/>
            <p:cNvGrpSpPr/>
            <p:nvPr/>
          </p:nvGrpSpPr>
          <p:grpSpPr>
            <a:xfrm>
              <a:off x="6669657" y="3716715"/>
              <a:ext cx="466768" cy="464314"/>
              <a:chOff x="3139766" y="765669"/>
              <a:chExt cx="886380" cy="881888"/>
            </a:xfrm>
          </p:grpSpPr>
          <p:grpSp>
            <p:nvGrpSpPr>
              <p:cNvPr id="2114" name="Google Shape;2114;p57"/>
              <p:cNvGrpSpPr/>
              <p:nvPr/>
            </p:nvGrpSpPr>
            <p:grpSpPr>
              <a:xfrm>
                <a:off x="3139766" y="765669"/>
                <a:ext cx="886380" cy="881888"/>
                <a:chOff x="3139766" y="765669"/>
                <a:chExt cx="886380" cy="881888"/>
              </a:xfrm>
            </p:grpSpPr>
            <p:sp>
              <p:nvSpPr>
                <p:cNvPr id="2115" name="Google Shape;2115;p57"/>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57"/>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57"/>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57"/>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57"/>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57"/>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57"/>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57"/>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57"/>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24" name="Google Shape;2124;p57"/>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57"/>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57"/>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57"/>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28" name="Google Shape;2128;p57"/>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9" name="Google Shape;2129;p57"/>
          <p:cNvGrpSpPr/>
          <p:nvPr/>
        </p:nvGrpSpPr>
        <p:grpSpPr>
          <a:xfrm>
            <a:off x="7646296" y="3047976"/>
            <a:ext cx="104231" cy="320340"/>
            <a:chOff x="7564426" y="3224343"/>
            <a:chExt cx="119985" cy="368801"/>
          </a:xfrm>
        </p:grpSpPr>
        <p:sp>
          <p:nvSpPr>
            <p:cNvPr id="2130" name="Google Shape;2130;p57"/>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57"/>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2" name="Google Shape;2132;p57"/>
          <p:cNvGrpSpPr/>
          <p:nvPr/>
        </p:nvGrpSpPr>
        <p:grpSpPr>
          <a:xfrm>
            <a:off x="7345785" y="3042077"/>
            <a:ext cx="189489" cy="332132"/>
            <a:chOff x="8370831" y="3202002"/>
            <a:chExt cx="218129" cy="382376"/>
          </a:xfrm>
        </p:grpSpPr>
        <p:sp>
          <p:nvSpPr>
            <p:cNvPr id="2133" name="Google Shape;2133;p57"/>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57"/>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5" name="Google Shape;2135;p57"/>
          <p:cNvGrpSpPr/>
          <p:nvPr/>
        </p:nvGrpSpPr>
        <p:grpSpPr>
          <a:xfrm>
            <a:off x="8069174" y="3453209"/>
            <a:ext cx="309429" cy="267000"/>
            <a:chOff x="6742064" y="3750480"/>
            <a:chExt cx="399315" cy="344560"/>
          </a:xfrm>
        </p:grpSpPr>
        <p:sp>
          <p:nvSpPr>
            <p:cNvPr id="2136" name="Google Shape;2136;p57"/>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57"/>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8" name="Google Shape;2138;p57"/>
          <p:cNvGrpSpPr/>
          <p:nvPr/>
        </p:nvGrpSpPr>
        <p:grpSpPr>
          <a:xfrm>
            <a:off x="7608193" y="3804257"/>
            <a:ext cx="180437" cy="281608"/>
            <a:chOff x="7248525" y="3739696"/>
            <a:chExt cx="230531" cy="359790"/>
          </a:xfrm>
        </p:grpSpPr>
        <p:sp>
          <p:nvSpPr>
            <p:cNvPr id="2139" name="Google Shape;2139;p57"/>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57"/>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1" name="Google Shape;2141;p57"/>
          <p:cNvGrpSpPr/>
          <p:nvPr/>
        </p:nvGrpSpPr>
        <p:grpSpPr>
          <a:xfrm>
            <a:off x="7854113" y="3447481"/>
            <a:ext cx="162896" cy="278710"/>
            <a:chOff x="7601242" y="3729267"/>
            <a:chExt cx="222566" cy="380803"/>
          </a:xfrm>
        </p:grpSpPr>
        <p:sp>
          <p:nvSpPr>
            <p:cNvPr id="2142" name="Google Shape;2142;p57"/>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57"/>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44" name="Google Shape;2144;p57"/>
          <p:cNvSpPr/>
          <p:nvPr/>
        </p:nvSpPr>
        <p:spPr>
          <a:xfrm>
            <a:off x="7820139" y="3059838"/>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45" name="Google Shape;2145;p57"/>
          <p:cNvGrpSpPr/>
          <p:nvPr/>
        </p:nvGrpSpPr>
        <p:grpSpPr>
          <a:xfrm>
            <a:off x="7343758" y="3448622"/>
            <a:ext cx="193543" cy="275990"/>
            <a:chOff x="8304647" y="3738687"/>
            <a:chExt cx="225076" cy="320956"/>
          </a:xfrm>
        </p:grpSpPr>
        <p:sp>
          <p:nvSpPr>
            <p:cNvPr id="2146" name="Google Shape;2146;p57"/>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57"/>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57"/>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9" name="Google Shape;2149;p57"/>
          <p:cNvGrpSpPr/>
          <p:nvPr/>
        </p:nvGrpSpPr>
        <p:grpSpPr>
          <a:xfrm>
            <a:off x="7616251" y="3448622"/>
            <a:ext cx="178492" cy="275990"/>
            <a:chOff x="8615101" y="3738687"/>
            <a:chExt cx="207573" cy="320956"/>
          </a:xfrm>
        </p:grpSpPr>
        <p:sp>
          <p:nvSpPr>
            <p:cNvPr id="2150" name="Google Shape;2150;p57"/>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57"/>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57"/>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53" name="Google Shape;2153;p57"/>
          <p:cNvSpPr/>
          <p:nvPr/>
        </p:nvSpPr>
        <p:spPr>
          <a:xfrm>
            <a:off x="8112690" y="3038505"/>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4" name="Google Shape;2154;p57"/>
          <p:cNvGrpSpPr/>
          <p:nvPr/>
        </p:nvGrpSpPr>
        <p:grpSpPr>
          <a:xfrm>
            <a:off x="7841782" y="3851282"/>
            <a:ext cx="187557" cy="187557"/>
            <a:chOff x="8565775" y="671075"/>
            <a:chExt cx="441000" cy="441000"/>
          </a:xfrm>
        </p:grpSpPr>
        <p:sp>
          <p:nvSpPr>
            <p:cNvPr id="2155" name="Google Shape;2155;p57"/>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57"/>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57" name="Google Shape;2157;p57"/>
          <p:cNvSpPr/>
          <p:nvPr/>
        </p:nvSpPr>
        <p:spPr>
          <a:xfrm>
            <a:off x="8127048" y="3847203"/>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57"/>
          <p:cNvSpPr/>
          <p:nvPr/>
        </p:nvSpPr>
        <p:spPr>
          <a:xfrm flipH="1">
            <a:off x="7351235" y="3813658"/>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9" name="Google Shape;2159;p57"/>
          <p:cNvGrpSpPr/>
          <p:nvPr/>
        </p:nvGrpSpPr>
        <p:grpSpPr>
          <a:xfrm>
            <a:off x="5996254" y="2923808"/>
            <a:ext cx="587865" cy="517731"/>
            <a:chOff x="6000718" y="3070557"/>
            <a:chExt cx="587865" cy="517731"/>
          </a:xfrm>
        </p:grpSpPr>
        <p:sp>
          <p:nvSpPr>
            <p:cNvPr id="2160" name="Google Shape;2160;p57"/>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57"/>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57"/>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57"/>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7"/>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57"/>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57"/>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57"/>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57"/>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57"/>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0" name="Google Shape;2170;p57"/>
          <p:cNvGrpSpPr/>
          <p:nvPr/>
        </p:nvGrpSpPr>
        <p:grpSpPr>
          <a:xfrm>
            <a:off x="6011059" y="3567468"/>
            <a:ext cx="557665" cy="516387"/>
            <a:chOff x="6015523" y="3714217"/>
            <a:chExt cx="557665" cy="516387"/>
          </a:xfrm>
        </p:grpSpPr>
        <p:grpSp>
          <p:nvGrpSpPr>
            <p:cNvPr id="2171" name="Google Shape;2171;p57"/>
            <p:cNvGrpSpPr/>
            <p:nvPr/>
          </p:nvGrpSpPr>
          <p:grpSpPr>
            <a:xfrm>
              <a:off x="6036094" y="3716980"/>
              <a:ext cx="529822" cy="510480"/>
              <a:chOff x="3148311" y="-545634"/>
              <a:chExt cx="1006118" cy="969572"/>
            </a:xfrm>
          </p:grpSpPr>
          <p:sp>
            <p:nvSpPr>
              <p:cNvPr id="2172" name="Google Shape;2172;p57"/>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57"/>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7"/>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57"/>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57"/>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7"/>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7"/>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7"/>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57"/>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57"/>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82" name="Google Shape;2182;p57"/>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3" name="Google Shape;2183;p57"/>
          <p:cNvGrpSpPr/>
          <p:nvPr/>
        </p:nvGrpSpPr>
        <p:grpSpPr>
          <a:xfrm>
            <a:off x="6639841" y="2926879"/>
            <a:ext cx="576302" cy="511871"/>
            <a:chOff x="6644304" y="3073628"/>
            <a:chExt cx="576302" cy="511871"/>
          </a:xfrm>
        </p:grpSpPr>
        <p:grpSp>
          <p:nvGrpSpPr>
            <p:cNvPr id="2184" name="Google Shape;2184;p57"/>
            <p:cNvGrpSpPr/>
            <p:nvPr/>
          </p:nvGrpSpPr>
          <p:grpSpPr>
            <a:xfrm>
              <a:off x="6712169" y="3073651"/>
              <a:ext cx="481611" cy="506713"/>
              <a:chOff x="1833536" y="-546641"/>
              <a:chExt cx="914567" cy="962419"/>
            </a:xfrm>
          </p:grpSpPr>
          <p:grpSp>
            <p:nvGrpSpPr>
              <p:cNvPr id="2185" name="Google Shape;2185;p57"/>
              <p:cNvGrpSpPr/>
              <p:nvPr/>
            </p:nvGrpSpPr>
            <p:grpSpPr>
              <a:xfrm>
                <a:off x="1833536" y="-524249"/>
                <a:ext cx="914567" cy="940027"/>
                <a:chOff x="1833536" y="-524249"/>
                <a:chExt cx="914567" cy="940027"/>
              </a:xfrm>
            </p:grpSpPr>
            <p:sp>
              <p:nvSpPr>
                <p:cNvPr id="2186" name="Google Shape;2186;p57"/>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57"/>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57"/>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57"/>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57"/>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91" name="Google Shape;2191;p57"/>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57"/>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57"/>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7"/>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95" name="Google Shape;2195;p57"/>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6" name="Google Shape;2196;p57"/>
          <p:cNvGrpSpPr/>
          <p:nvPr/>
        </p:nvGrpSpPr>
        <p:grpSpPr>
          <a:xfrm>
            <a:off x="719115" y="2852867"/>
            <a:ext cx="2622876" cy="1333540"/>
            <a:chOff x="238125" y="1038125"/>
            <a:chExt cx="7146800" cy="3633625"/>
          </a:xfrm>
        </p:grpSpPr>
        <p:sp>
          <p:nvSpPr>
            <p:cNvPr id="2197" name="Google Shape;2197;p57"/>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57"/>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57"/>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57"/>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57"/>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57"/>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57"/>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57"/>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57"/>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57"/>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57"/>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57"/>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57"/>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57"/>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57"/>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57"/>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57"/>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57"/>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57"/>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57"/>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57"/>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57"/>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57"/>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57"/>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57"/>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57"/>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57"/>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57"/>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57"/>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57"/>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57"/>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57"/>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57"/>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57"/>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57"/>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57"/>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57"/>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57"/>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57"/>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57"/>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57"/>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57"/>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57"/>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57"/>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57"/>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57"/>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57"/>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57"/>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57"/>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57"/>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57"/>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57"/>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57"/>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57"/>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57"/>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57"/>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57"/>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57"/>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57"/>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57"/>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57"/>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57"/>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57"/>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57"/>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57"/>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57"/>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57"/>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57"/>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57"/>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57"/>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57"/>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57"/>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57"/>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57"/>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57"/>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57"/>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57"/>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57"/>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57"/>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57"/>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57"/>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57"/>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57"/>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57"/>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57"/>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57"/>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57"/>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57"/>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57"/>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57"/>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57"/>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57"/>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57"/>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57"/>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57"/>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57"/>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57"/>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57"/>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57"/>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57"/>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57"/>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57"/>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57"/>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57"/>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57"/>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57"/>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57"/>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57"/>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57"/>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57"/>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57"/>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57"/>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57"/>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57"/>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57"/>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57"/>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57"/>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57"/>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57"/>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57"/>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57"/>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57"/>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57"/>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57"/>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57"/>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57"/>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57"/>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57"/>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57"/>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57"/>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57"/>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57"/>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57"/>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57"/>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57"/>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57"/>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57"/>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57"/>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57"/>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57"/>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57"/>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57"/>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57"/>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7"/>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7"/>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7"/>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57"/>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57"/>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57"/>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7"/>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57"/>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7"/>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7"/>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7"/>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57"/>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57"/>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57"/>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7"/>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57"/>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7"/>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57"/>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7"/>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57"/>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57"/>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57"/>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57"/>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57"/>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57"/>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57"/>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57"/>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57"/>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57"/>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57"/>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57"/>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57"/>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57"/>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57"/>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57"/>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57"/>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57"/>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57"/>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57"/>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57"/>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57"/>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57"/>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57"/>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57"/>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7"/>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57"/>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57"/>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7"/>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7"/>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7"/>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57"/>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57"/>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57"/>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57"/>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57"/>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7"/>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7"/>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57"/>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57"/>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57"/>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57"/>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57"/>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7"/>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57"/>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57"/>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57"/>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57"/>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57"/>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7"/>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7"/>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57"/>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57"/>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7"/>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7"/>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7"/>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7"/>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57"/>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57"/>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57"/>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57"/>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7"/>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57"/>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57"/>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57"/>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57"/>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57"/>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57"/>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7"/>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57"/>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7"/>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7"/>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7"/>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57"/>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57"/>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7"/>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7"/>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7"/>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7"/>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7"/>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7"/>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57"/>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7"/>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7"/>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7"/>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57"/>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57"/>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7"/>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57"/>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57"/>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7"/>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57"/>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57"/>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7"/>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57"/>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57"/>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7"/>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57"/>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57"/>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57"/>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57"/>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57"/>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7"/>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57"/>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57"/>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7"/>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57"/>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57"/>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7"/>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7"/>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57"/>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57"/>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7"/>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7"/>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57"/>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57"/>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7"/>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7"/>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57"/>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57"/>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7"/>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7"/>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57"/>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57"/>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7"/>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57"/>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7"/>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7"/>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7"/>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7"/>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7"/>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57"/>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57"/>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7"/>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57"/>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57"/>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7"/>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57"/>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57"/>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7"/>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57"/>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7"/>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7"/>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57"/>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57"/>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7"/>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7"/>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7"/>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57"/>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57"/>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7"/>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57"/>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57"/>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57"/>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57"/>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7"/>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57"/>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57"/>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7"/>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7"/>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7"/>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7"/>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7"/>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7"/>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7"/>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7"/>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7"/>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7"/>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7"/>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7"/>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57"/>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57"/>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7"/>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7"/>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7"/>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7"/>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7"/>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57"/>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57"/>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7"/>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7"/>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7"/>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7"/>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7"/>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7"/>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7"/>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7"/>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7"/>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7"/>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7"/>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57"/>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7"/>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7"/>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7"/>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7"/>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7"/>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7"/>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7"/>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7"/>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7"/>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7"/>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7"/>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7"/>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7"/>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7"/>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7"/>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7"/>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7"/>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7"/>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7"/>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7"/>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7"/>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7"/>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7"/>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7"/>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7"/>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7"/>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7"/>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7"/>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7"/>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7"/>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7"/>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7"/>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7"/>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7"/>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7"/>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57"/>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57"/>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57"/>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57"/>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7"/>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57"/>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57"/>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57"/>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7"/>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7"/>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7"/>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57"/>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7"/>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7"/>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7"/>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7"/>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7"/>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7"/>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57"/>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57"/>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7"/>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7"/>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7"/>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7"/>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7"/>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7"/>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7"/>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7"/>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7"/>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7"/>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57"/>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57"/>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7"/>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7"/>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7"/>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57"/>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57"/>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7"/>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7"/>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57"/>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57"/>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7"/>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7"/>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57"/>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57"/>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7"/>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57"/>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57"/>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7"/>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7"/>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7"/>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7"/>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57"/>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57"/>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57"/>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7"/>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7"/>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7"/>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57"/>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57"/>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7"/>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57"/>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57"/>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7"/>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57"/>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57"/>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57"/>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7"/>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57"/>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57"/>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7"/>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57"/>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57"/>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7"/>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57"/>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57"/>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7"/>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57"/>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57"/>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7"/>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7"/>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7"/>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7"/>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7"/>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57"/>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7"/>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57"/>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57"/>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7"/>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7"/>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7"/>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7"/>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7"/>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7"/>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7"/>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7"/>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7"/>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57"/>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57"/>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7"/>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7"/>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7"/>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7"/>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7"/>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7"/>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7"/>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7"/>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7"/>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7"/>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7"/>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7"/>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7"/>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7"/>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7"/>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7"/>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7"/>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7"/>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7"/>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7"/>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57"/>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57"/>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7"/>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7"/>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7"/>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7"/>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7"/>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57"/>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7"/>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7"/>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7"/>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57"/>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57"/>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57"/>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57"/>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57"/>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57"/>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57"/>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57"/>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57"/>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57"/>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57"/>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57"/>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57"/>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7"/>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7"/>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7"/>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57"/>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57"/>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57"/>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57"/>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57"/>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57"/>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57"/>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7"/>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7"/>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7"/>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7"/>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7"/>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57"/>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7"/>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7"/>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7"/>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7"/>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7"/>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7"/>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7"/>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7"/>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7"/>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57"/>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57"/>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7"/>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7"/>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7"/>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7"/>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7"/>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57"/>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57"/>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7"/>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7"/>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7"/>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7"/>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7"/>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7"/>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7"/>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7"/>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7"/>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7"/>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7"/>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7"/>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7"/>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7"/>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7"/>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7"/>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7"/>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7"/>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7"/>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7"/>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7"/>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7"/>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7"/>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7"/>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7"/>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7"/>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7"/>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7"/>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7"/>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7"/>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7"/>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7"/>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7"/>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7"/>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7"/>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7"/>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7"/>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7"/>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7"/>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7"/>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7"/>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7"/>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7"/>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7"/>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7"/>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7"/>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7"/>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7"/>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7"/>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7"/>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7"/>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7"/>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7"/>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7"/>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7"/>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7"/>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7"/>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7"/>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7"/>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7"/>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7"/>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7"/>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7"/>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7"/>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7"/>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7"/>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7"/>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7"/>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7"/>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7"/>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7"/>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7"/>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7"/>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7"/>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7"/>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7"/>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7"/>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7"/>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7"/>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7"/>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7"/>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7"/>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7"/>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7"/>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7"/>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7"/>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7"/>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7"/>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7"/>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7"/>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7"/>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7"/>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7"/>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7"/>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7"/>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7"/>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7"/>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7"/>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7"/>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7"/>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7"/>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7"/>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7"/>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7"/>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7"/>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7"/>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7"/>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7"/>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7"/>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7"/>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7"/>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7"/>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7"/>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7"/>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7"/>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7"/>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7"/>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7"/>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7"/>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7"/>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7"/>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7"/>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7"/>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7"/>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7"/>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7"/>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7"/>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7"/>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7"/>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7"/>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7"/>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7"/>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7"/>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7"/>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7"/>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7"/>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7"/>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7"/>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7"/>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7"/>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7"/>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7"/>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7"/>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7"/>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7"/>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7"/>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7"/>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7"/>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7"/>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7"/>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7"/>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7"/>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7"/>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7"/>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7"/>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7"/>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7"/>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7"/>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7"/>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7"/>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7"/>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7"/>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7"/>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7"/>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7"/>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7"/>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7"/>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7"/>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7"/>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7"/>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7"/>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7"/>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7"/>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7"/>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7"/>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7"/>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7"/>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7"/>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7"/>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7"/>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57"/>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7"/>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7"/>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7"/>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7"/>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7"/>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7"/>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7"/>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7"/>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7"/>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7"/>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7"/>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7"/>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7"/>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7"/>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7"/>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7"/>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7"/>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7"/>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7"/>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7"/>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7"/>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7"/>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7"/>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7"/>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7"/>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7"/>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7"/>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7"/>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7"/>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7"/>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7"/>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7"/>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7"/>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7"/>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57"/>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57"/>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7"/>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7"/>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7"/>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7"/>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7"/>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7"/>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7"/>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7"/>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7"/>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7"/>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7"/>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7"/>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7"/>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7"/>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7"/>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7"/>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7"/>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7"/>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7"/>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7"/>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7"/>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7"/>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7"/>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7"/>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7"/>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7"/>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7"/>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7"/>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7"/>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7"/>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7"/>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7"/>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7"/>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7"/>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7"/>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7"/>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7"/>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7"/>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7"/>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7"/>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7"/>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7"/>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7"/>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7"/>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7"/>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7"/>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7"/>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7"/>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7"/>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7"/>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7"/>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7"/>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7"/>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7"/>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7"/>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7"/>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7"/>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7"/>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7"/>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7"/>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7"/>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7"/>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7"/>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7"/>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7"/>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7"/>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7"/>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7"/>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7"/>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7"/>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7"/>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7"/>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7"/>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7"/>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7"/>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7"/>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7"/>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7"/>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7"/>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7"/>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7"/>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7"/>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7"/>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7"/>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7"/>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7"/>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7"/>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7"/>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7"/>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7"/>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7"/>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7"/>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7"/>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7"/>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7"/>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7"/>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7"/>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7"/>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7"/>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7"/>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7"/>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7"/>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7"/>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7"/>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7"/>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7"/>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7"/>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7"/>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7"/>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7"/>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7"/>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7"/>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7"/>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7"/>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7"/>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7"/>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7"/>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7"/>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7"/>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7"/>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7"/>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7"/>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7"/>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7"/>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7"/>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7"/>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7"/>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7"/>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7"/>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7"/>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7"/>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7"/>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7"/>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7"/>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7"/>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7"/>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7"/>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7"/>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7"/>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7"/>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7"/>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7"/>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7"/>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7"/>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7"/>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7"/>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7"/>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7"/>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7"/>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7"/>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7"/>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7"/>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7"/>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7"/>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7"/>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7"/>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7"/>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7"/>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7"/>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7"/>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7"/>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7"/>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7"/>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7"/>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7"/>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7"/>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7"/>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7"/>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7"/>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7"/>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7"/>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7"/>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7"/>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7"/>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7"/>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7"/>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7"/>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7"/>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7"/>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7"/>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7"/>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7"/>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7"/>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7"/>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7"/>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7"/>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7"/>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7"/>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7"/>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7"/>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7"/>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7"/>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7"/>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7"/>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7"/>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7"/>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7"/>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7"/>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7"/>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7"/>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7"/>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7"/>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7"/>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7"/>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7"/>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7"/>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7"/>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7"/>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7"/>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7"/>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7"/>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7"/>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7"/>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7"/>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7"/>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7"/>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7"/>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7"/>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7"/>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7"/>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7"/>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7"/>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7"/>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7"/>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7"/>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7"/>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7"/>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7"/>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7"/>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7"/>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7"/>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7"/>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7"/>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7"/>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7"/>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7"/>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7"/>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7"/>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7"/>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7"/>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7"/>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7"/>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7"/>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7"/>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7"/>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7"/>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7"/>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7"/>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7"/>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7"/>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7"/>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7"/>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7"/>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7"/>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7"/>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7"/>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7"/>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7"/>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7"/>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7"/>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7"/>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7"/>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7"/>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7"/>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7"/>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7"/>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7"/>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7"/>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7"/>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7"/>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7"/>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7"/>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7"/>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7"/>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7"/>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7"/>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7"/>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7"/>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7"/>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7"/>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7"/>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7"/>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7"/>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7"/>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7"/>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7"/>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7"/>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7"/>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7"/>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7"/>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7"/>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7"/>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7"/>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7"/>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7"/>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7"/>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7"/>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7"/>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7"/>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7"/>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7"/>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7"/>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7"/>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7"/>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7"/>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7"/>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7"/>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7"/>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7"/>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7"/>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7"/>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7"/>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7"/>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7"/>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7"/>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7"/>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7"/>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7"/>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7"/>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7"/>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7"/>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7"/>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7"/>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7"/>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7"/>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7"/>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7"/>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7"/>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7"/>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7"/>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7"/>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7"/>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7"/>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7"/>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7"/>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7"/>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7"/>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7"/>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7"/>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7"/>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7"/>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7"/>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7"/>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7"/>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7"/>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7"/>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7"/>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7"/>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7"/>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7"/>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7"/>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7"/>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7"/>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7"/>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7"/>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7"/>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7"/>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7"/>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7"/>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7"/>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7"/>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7"/>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7"/>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7"/>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7"/>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7"/>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7"/>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7"/>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7"/>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7"/>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7"/>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7"/>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7"/>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7"/>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7"/>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7"/>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7"/>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7"/>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7"/>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7"/>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7"/>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7"/>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7"/>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7"/>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7"/>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7"/>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7"/>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7"/>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7"/>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7"/>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7"/>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7"/>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7"/>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7"/>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7"/>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7"/>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7"/>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7"/>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7"/>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7"/>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7"/>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7"/>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7"/>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7"/>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7"/>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7"/>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7"/>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7"/>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7"/>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7"/>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7"/>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7"/>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7"/>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7"/>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7"/>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7"/>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7"/>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7"/>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7"/>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7"/>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7"/>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7"/>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7"/>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7"/>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7"/>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7"/>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7"/>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7"/>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7"/>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7"/>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7"/>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7"/>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7"/>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7"/>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7"/>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7"/>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7"/>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7"/>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7"/>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7"/>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7"/>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7"/>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7"/>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7"/>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7"/>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7"/>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7"/>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7"/>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7"/>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7"/>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7"/>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7"/>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7"/>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7"/>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7"/>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7"/>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7"/>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7"/>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7"/>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7"/>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7"/>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7"/>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7"/>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7"/>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7"/>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7"/>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7"/>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7"/>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7"/>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7"/>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7"/>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7"/>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7"/>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7"/>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7"/>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7"/>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7"/>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7"/>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7"/>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7"/>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7"/>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7"/>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7"/>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7"/>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7"/>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7"/>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7"/>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7"/>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7"/>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7"/>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7"/>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7"/>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7"/>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7"/>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7"/>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7"/>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7"/>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7"/>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7"/>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7"/>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7"/>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7"/>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7"/>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7"/>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7"/>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7"/>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7"/>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7"/>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7"/>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7"/>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7"/>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7"/>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7"/>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7"/>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7"/>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7"/>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7"/>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7"/>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7"/>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7"/>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7"/>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7"/>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7"/>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7"/>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7"/>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7"/>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7"/>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7"/>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7"/>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7"/>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7"/>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7"/>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7"/>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7"/>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7"/>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7"/>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7"/>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7"/>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7"/>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7"/>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7"/>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7"/>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7"/>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7"/>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7"/>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7"/>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7"/>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7"/>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7"/>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7"/>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7"/>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7"/>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7"/>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7"/>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7"/>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7"/>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7"/>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7"/>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7"/>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7"/>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7"/>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7"/>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7"/>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7"/>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7"/>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7"/>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7"/>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7"/>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7"/>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7"/>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7"/>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7"/>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7"/>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7"/>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7"/>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7"/>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7"/>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7"/>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7"/>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7"/>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7"/>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7"/>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7"/>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7"/>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7"/>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7"/>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7"/>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7"/>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7"/>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7"/>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7"/>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7"/>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7"/>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7"/>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7"/>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7"/>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7"/>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7"/>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7"/>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7"/>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7"/>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7"/>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7"/>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7"/>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7"/>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7"/>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7"/>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7"/>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7"/>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7"/>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7"/>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7"/>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7"/>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7"/>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7"/>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7"/>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7"/>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7"/>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7"/>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7"/>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7"/>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7"/>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7"/>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7"/>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7"/>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7"/>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7"/>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7"/>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7"/>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7"/>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7"/>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7"/>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7"/>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7"/>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7"/>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7"/>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7"/>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7"/>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7"/>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7"/>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7"/>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7"/>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7"/>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7"/>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7"/>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7"/>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7"/>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7"/>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7"/>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7"/>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7"/>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7"/>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7"/>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7"/>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7"/>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7"/>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7"/>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7"/>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7"/>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7"/>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7"/>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7"/>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7"/>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7"/>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7"/>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7"/>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7"/>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7"/>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7"/>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7"/>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7"/>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7"/>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7"/>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7"/>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7"/>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7"/>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7"/>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7"/>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7"/>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7"/>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7"/>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7"/>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7"/>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7"/>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7"/>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7"/>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7"/>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7"/>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7"/>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7"/>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7"/>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7"/>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7"/>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7"/>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7"/>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7"/>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7"/>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7"/>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7"/>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7"/>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7"/>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7"/>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7"/>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7"/>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7"/>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7"/>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7"/>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7"/>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7"/>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7"/>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7"/>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7"/>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7"/>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7"/>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7"/>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7"/>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7"/>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7"/>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7"/>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7"/>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7"/>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7"/>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7"/>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7"/>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7"/>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7"/>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7"/>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7"/>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7"/>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7"/>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7"/>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7"/>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7"/>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7"/>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7"/>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7"/>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7"/>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7"/>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7"/>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7"/>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7"/>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7"/>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7"/>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7"/>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7"/>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7"/>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7"/>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7"/>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7"/>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7"/>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7"/>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7"/>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7"/>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7"/>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7"/>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7"/>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7"/>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7"/>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7"/>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7"/>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7"/>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7"/>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7"/>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7"/>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7"/>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7"/>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7"/>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7"/>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7"/>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7"/>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7"/>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7"/>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7"/>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7"/>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7"/>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7"/>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7"/>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7"/>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7"/>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7"/>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7"/>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7"/>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7"/>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7"/>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7"/>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7"/>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7"/>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7"/>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7"/>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7"/>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69" name="Google Shape;3769;p57"/>
          <p:cNvGrpSpPr/>
          <p:nvPr/>
        </p:nvGrpSpPr>
        <p:grpSpPr>
          <a:xfrm>
            <a:off x="5904877" y="1016248"/>
            <a:ext cx="2435960" cy="1297725"/>
            <a:chOff x="233350" y="949250"/>
            <a:chExt cx="7137300" cy="3802300"/>
          </a:xfrm>
        </p:grpSpPr>
        <p:sp>
          <p:nvSpPr>
            <p:cNvPr id="3770" name="Google Shape;3770;p57"/>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7"/>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7"/>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7"/>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7"/>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7"/>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7"/>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7"/>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7"/>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7"/>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7"/>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7"/>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7"/>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7"/>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7"/>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7"/>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7"/>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7"/>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7"/>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7"/>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7"/>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7"/>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7"/>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7"/>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7"/>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7"/>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7"/>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7"/>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7"/>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7"/>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7"/>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7"/>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7"/>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7"/>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7"/>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7"/>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7"/>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7"/>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7"/>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7"/>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7"/>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7"/>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7"/>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7"/>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7"/>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7"/>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7"/>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7"/>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7"/>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7"/>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7"/>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1" name="Google Shape;3821;p57"/>
          <p:cNvGrpSpPr/>
          <p:nvPr/>
        </p:nvGrpSpPr>
        <p:grpSpPr>
          <a:xfrm>
            <a:off x="698034" y="977939"/>
            <a:ext cx="2665073" cy="1317140"/>
            <a:chOff x="793334" y="1192826"/>
            <a:chExt cx="2665073" cy="1317140"/>
          </a:xfrm>
        </p:grpSpPr>
        <p:sp>
          <p:nvSpPr>
            <p:cNvPr id="3822" name="Google Shape;3822;p57"/>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7"/>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7"/>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7"/>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7"/>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7"/>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7"/>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7"/>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7"/>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7"/>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7"/>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7"/>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7"/>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7"/>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7"/>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7"/>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7"/>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7"/>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7"/>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7"/>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7"/>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7"/>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7"/>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7"/>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7"/>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7"/>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7"/>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7"/>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7"/>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7"/>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7"/>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7"/>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7"/>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7"/>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7"/>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7"/>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7"/>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7"/>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7"/>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7"/>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7"/>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7"/>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7"/>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7"/>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7"/>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7"/>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7"/>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7"/>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7"/>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7"/>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7"/>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7"/>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7"/>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7"/>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7"/>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7"/>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7"/>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7"/>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7"/>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7"/>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7"/>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7"/>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7"/>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7"/>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7"/>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7"/>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7"/>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7"/>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7"/>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7"/>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7"/>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7"/>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7"/>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7"/>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7"/>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7"/>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7"/>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7"/>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7"/>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7"/>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7"/>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7"/>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7"/>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7"/>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7"/>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7"/>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7"/>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7"/>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7"/>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7"/>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7"/>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7"/>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7"/>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7"/>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7"/>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7"/>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7"/>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7"/>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7"/>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7"/>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7"/>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7"/>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7"/>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7"/>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7"/>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7"/>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7"/>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7"/>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7"/>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7"/>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7"/>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7"/>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7"/>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7"/>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7"/>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7"/>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7"/>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7"/>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7"/>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7"/>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7"/>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7"/>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7"/>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7"/>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7"/>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7"/>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7"/>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7"/>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7"/>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7"/>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7"/>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7"/>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7"/>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7"/>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7"/>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7"/>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7"/>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7"/>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7"/>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7"/>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7"/>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7"/>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7"/>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7"/>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7"/>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7"/>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7"/>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7"/>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7"/>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7"/>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7"/>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7"/>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7"/>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7"/>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7"/>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7"/>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7"/>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7"/>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7"/>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7"/>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7"/>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7"/>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7"/>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7"/>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7"/>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7"/>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7"/>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7"/>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7"/>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7"/>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7"/>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7"/>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7"/>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7"/>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7"/>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7"/>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7"/>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7"/>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7"/>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7"/>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7"/>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7"/>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7"/>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7"/>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7"/>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7"/>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7"/>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7"/>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7"/>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7"/>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7"/>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7"/>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7"/>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7"/>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7"/>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7"/>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7"/>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7"/>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7"/>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7"/>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7"/>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7"/>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7"/>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7"/>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7"/>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7"/>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7"/>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7"/>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7"/>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7"/>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7"/>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7"/>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7"/>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7"/>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7"/>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7"/>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7"/>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7"/>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7"/>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7"/>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7"/>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7"/>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7"/>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7"/>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7"/>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7"/>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7"/>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7"/>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7"/>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7"/>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7"/>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7"/>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7"/>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7"/>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7"/>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7"/>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7"/>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7"/>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7"/>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7"/>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7"/>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7"/>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7"/>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7"/>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7"/>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7"/>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7"/>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7"/>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7"/>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7"/>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7"/>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7"/>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7"/>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7"/>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7"/>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7"/>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7"/>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7"/>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7"/>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7"/>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7"/>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7"/>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7"/>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7"/>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7"/>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7"/>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7"/>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7"/>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7"/>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7"/>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7"/>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7"/>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7"/>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7"/>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7"/>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7"/>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7"/>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7"/>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7"/>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7"/>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7"/>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7"/>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7"/>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7"/>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7"/>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7"/>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7"/>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7"/>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7"/>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7"/>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7"/>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7"/>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7"/>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7"/>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7"/>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7"/>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7"/>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7"/>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7"/>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7"/>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7"/>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7"/>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7"/>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7"/>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7"/>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7"/>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7"/>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7"/>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7"/>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7"/>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7"/>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7"/>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7"/>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7"/>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7"/>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7"/>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7"/>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7"/>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7"/>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57"/>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7"/>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7"/>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7"/>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7"/>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7"/>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7"/>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7"/>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7"/>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7"/>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7"/>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7"/>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7"/>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7"/>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7"/>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7"/>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7"/>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7"/>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7"/>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7"/>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7"/>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7"/>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7"/>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7"/>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7"/>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7"/>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7"/>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7"/>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7"/>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7"/>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7"/>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7"/>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7"/>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7"/>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7"/>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7"/>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7"/>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7"/>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7"/>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7"/>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7"/>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7"/>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7"/>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7"/>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7"/>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7"/>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7"/>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7"/>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7"/>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7"/>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7"/>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57"/>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7"/>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7"/>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57"/>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57"/>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7"/>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57"/>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57"/>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7"/>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57"/>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57"/>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7"/>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57"/>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57"/>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7"/>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7"/>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7"/>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7"/>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7"/>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7"/>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57"/>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7"/>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7"/>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7"/>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57"/>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7"/>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7"/>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57"/>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57"/>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7"/>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7"/>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7"/>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7"/>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7"/>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7"/>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7"/>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7"/>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7"/>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7"/>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7"/>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7"/>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7"/>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7"/>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7"/>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7"/>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7"/>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7"/>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7"/>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7"/>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7"/>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7"/>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7"/>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7"/>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7"/>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7"/>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7"/>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7"/>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7"/>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7"/>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7"/>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7"/>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7"/>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7"/>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7"/>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7"/>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7"/>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7"/>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7"/>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7"/>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7"/>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7"/>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7"/>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7"/>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7"/>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7"/>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7"/>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7"/>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7"/>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7"/>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7"/>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7"/>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7"/>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57"/>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7"/>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7"/>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7"/>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7"/>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7"/>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7"/>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7"/>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7"/>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7"/>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7"/>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7"/>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7"/>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7"/>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7"/>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7"/>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7"/>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7"/>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7"/>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7"/>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7"/>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7"/>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7"/>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7"/>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7"/>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7"/>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7"/>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7"/>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7"/>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7"/>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7"/>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7"/>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7"/>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7"/>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7"/>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7"/>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7"/>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7"/>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7"/>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7"/>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7"/>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7"/>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7"/>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7"/>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7"/>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7"/>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7"/>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7"/>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7"/>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7"/>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7"/>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7"/>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7"/>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7"/>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7"/>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7"/>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7"/>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7"/>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7"/>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57"/>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57"/>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7"/>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7"/>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7"/>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7"/>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7"/>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7"/>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7"/>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7"/>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7"/>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7"/>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7"/>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7"/>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7"/>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7"/>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7"/>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7"/>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7"/>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7"/>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7"/>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7"/>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7"/>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7"/>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7"/>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7"/>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7"/>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7"/>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7"/>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7"/>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7"/>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7"/>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7"/>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7"/>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7"/>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7"/>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7"/>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7"/>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7"/>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7"/>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7"/>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7"/>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7"/>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7"/>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7"/>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7"/>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7"/>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7"/>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7"/>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7"/>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7"/>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7"/>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57"/>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57"/>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7"/>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57"/>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57"/>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7"/>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57"/>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57"/>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7"/>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57"/>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57"/>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7"/>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57"/>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57"/>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7"/>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57"/>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57"/>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57"/>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7"/>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7"/>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57"/>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57"/>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7"/>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7"/>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57"/>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57"/>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57"/>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57"/>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57"/>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7"/>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7"/>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7"/>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7"/>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7"/>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7"/>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7"/>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7"/>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7"/>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57"/>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57"/>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57"/>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57"/>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7"/>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7"/>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7"/>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7"/>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57"/>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7"/>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7"/>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57"/>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57"/>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57"/>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57"/>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57"/>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7"/>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7"/>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7"/>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7"/>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7"/>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7"/>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7"/>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7"/>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7"/>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7"/>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7"/>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7"/>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57"/>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57"/>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7"/>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57"/>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7"/>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57"/>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57"/>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57"/>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57"/>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7"/>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7"/>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7"/>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7"/>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7"/>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7"/>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57"/>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57"/>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57"/>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57"/>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57"/>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7"/>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57"/>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57"/>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7"/>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57"/>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57"/>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57"/>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7"/>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57"/>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57"/>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7"/>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57"/>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57"/>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7"/>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57"/>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57"/>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7"/>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57"/>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57"/>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7"/>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57"/>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57"/>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57"/>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7"/>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7"/>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7"/>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7"/>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7"/>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57"/>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57"/>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7"/>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57"/>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57"/>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7"/>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57"/>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57"/>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7"/>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57"/>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57"/>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7"/>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57"/>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57"/>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7"/>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57"/>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57"/>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7"/>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57"/>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57"/>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7"/>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57"/>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57"/>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57"/>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7"/>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7"/>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57"/>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57"/>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57"/>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57"/>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57"/>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57"/>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57"/>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57"/>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57"/>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57"/>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57"/>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7"/>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57"/>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57"/>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57"/>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57"/>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57"/>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57"/>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57"/>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57"/>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57"/>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57"/>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57"/>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57"/>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57"/>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57"/>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57"/>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57"/>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57"/>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57"/>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57"/>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57"/>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57"/>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57"/>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57"/>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57"/>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57"/>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57"/>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57"/>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57"/>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57"/>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57"/>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57"/>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7"/>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57"/>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57"/>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57"/>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7"/>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7"/>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57"/>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57"/>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57"/>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57"/>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57"/>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7"/>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57"/>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57"/>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7"/>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57"/>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57"/>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7"/>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57"/>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57"/>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7"/>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57"/>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57"/>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7"/>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57"/>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57"/>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7"/>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57"/>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57"/>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7"/>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57"/>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57"/>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7"/>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57"/>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57"/>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57"/>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57"/>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57"/>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57"/>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7"/>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57"/>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57"/>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57"/>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57"/>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57"/>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7"/>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57"/>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57"/>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7"/>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57"/>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57"/>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57"/>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7"/>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7"/>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57"/>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57"/>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57"/>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7"/>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57"/>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57"/>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57"/>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57"/>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57"/>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7"/>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57"/>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57"/>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7"/>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57"/>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57"/>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7"/>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57"/>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57"/>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57"/>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57"/>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57"/>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57"/>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57"/>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57"/>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7"/>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57"/>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57"/>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7"/>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57"/>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57"/>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57"/>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57"/>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57"/>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57"/>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57"/>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57"/>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7"/>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57"/>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57"/>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7"/>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57"/>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57"/>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57"/>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57"/>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57"/>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57"/>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57"/>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57"/>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57"/>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57"/>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7"/>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57"/>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57"/>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57"/>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57"/>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7"/>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57"/>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57"/>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57"/>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57"/>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7"/>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57"/>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57"/>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57"/>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7"/>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7"/>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7"/>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7"/>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7"/>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57"/>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7"/>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57"/>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57"/>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57"/>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57"/>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57"/>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57"/>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57"/>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7"/>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7"/>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7"/>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7"/>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7"/>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57"/>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57"/>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57"/>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7"/>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57"/>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57"/>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7"/>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57"/>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57"/>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7"/>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57"/>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57"/>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7"/>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57"/>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57"/>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57"/>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57"/>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57"/>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7"/>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7"/>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7"/>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7"/>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7"/>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7"/>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57"/>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57"/>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7"/>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7"/>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7"/>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7"/>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7"/>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7"/>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7"/>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7"/>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7"/>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7"/>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7"/>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7"/>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57"/>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57"/>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7"/>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7"/>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7"/>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7"/>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7"/>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7"/>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57"/>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57"/>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7"/>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57"/>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57"/>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57"/>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57"/>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57"/>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57"/>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7"/>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57"/>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57"/>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57"/>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57"/>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57"/>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57"/>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57"/>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57"/>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57"/>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57"/>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57"/>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57"/>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57"/>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7"/>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57"/>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57"/>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57"/>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57"/>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57"/>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57"/>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57"/>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57"/>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7"/>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57"/>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57"/>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7"/>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57"/>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57"/>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7"/>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57"/>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57"/>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7"/>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57"/>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57"/>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7"/>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57"/>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57"/>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7"/>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57"/>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57"/>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57"/>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57"/>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57"/>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57"/>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57"/>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57"/>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7"/>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57"/>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57"/>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7"/>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57"/>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57"/>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7"/>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57"/>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57"/>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7"/>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57"/>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57"/>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7"/>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57"/>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57"/>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7"/>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57"/>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57"/>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7"/>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57"/>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57"/>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7"/>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57"/>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57"/>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7"/>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57"/>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57"/>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57"/>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57"/>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57"/>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7"/>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57"/>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57"/>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7"/>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57"/>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57"/>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7"/>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57"/>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57"/>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7"/>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57"/>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57"/>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7"/>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57"/>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57"/>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7"/>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57"/>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57"/>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7"/>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57"/>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57"/>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7"/>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57"/>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57"/>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7"/>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57"/>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57"/>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7"/>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57"/>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57"/>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7"/>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57"/>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57"/>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7"/>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57"/>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57"/>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7"/>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57"/>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57"/>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57"/>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57"/>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57"/>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7"/>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57"/>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57"/>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7"/>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57"/>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57"/>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7"/>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57"/>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57"/>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57"/>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57"/>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57"/>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57"/>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57"/>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57"/>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7"/>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57"/>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57"/>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7"/>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57"/>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57"/>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7"/>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57"/>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57"/>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7"/>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57"/>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57"/>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7"/>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57"/>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57"/>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7"/>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57"/>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57"/>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7"/>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57"/>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57"/>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7"/>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57"/>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57"/>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57"/>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57"/>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57"/>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57"/>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57"/>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57"/>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57"/>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57"/>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57"/>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57"/>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57"/>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57"/>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57"/>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57"/>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57"/>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57"/>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57"/>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57"/>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57"/>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57"/>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57"/>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57"/>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57"/>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57"/>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57"/>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57"/>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57"/>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7"/>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57"/>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57"/>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57"/>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57"/>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57"/>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57"/>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57"/>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57"/>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57"/>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57"/>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57"/>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57"/>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57"/>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57"/>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57"/>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57"/>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57"/>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57"/>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57"/>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57"/>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57"/>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57"/>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57"/>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57"/>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57"/>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57"/>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57"/>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57"/>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57"/>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57"/>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57"/>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57"/>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57"/>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57"/>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57"/>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57"/>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57"/>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57"/>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57"/>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57"/>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57"/>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57"/>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57"/>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57"/>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57"/>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7"/>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57"/>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57"/>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57"/>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57"/>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57"/>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57"/>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57"/>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57"/>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57"/>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57"/>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7"/>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57"/>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57"/>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57"/>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57"/>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57"/>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57"/>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57"/>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57"/>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57"/>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57"/>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57"/>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57"/>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57"/>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57"/>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57"/>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57"/>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57"/>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57"/>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57"/>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57"/>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7"/>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57"/>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57"/>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57"/>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57"/>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57"/>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57"/>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57"/>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57"/>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57"/>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57"/>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57"/>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7"/>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57"/>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57"/>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57"/>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57"/>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57"/>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7"/>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57"/>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57"/>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7"/>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57"/>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57"/>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57"/>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57"/>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57"/>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7"/>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57"/>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57"/>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57"/>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57"/>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57"/>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57"/>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57"/>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57"/>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57"/>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57"/>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57"/>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57"/>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57"/>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57"/>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7"/>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57"/>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57"/>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7"/>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57"/>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57"/>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7"/>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57"/>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7"/>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57"/>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57"/>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57"/>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57"/>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57"/>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7"/>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57"/>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57"/>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7"/>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57"/>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57"/>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57"/>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57"/>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57"/>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57"/>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57"/>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57"/>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57"/>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57"/>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7"/>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57"/>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57"/>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57"/>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7"/>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7"/>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7"/>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7"/>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57"/>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57"/>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57"/>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57"/>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57"/>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57"/>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57"/>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57"/>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57"/>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57"/>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7"/>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57"/>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57"/>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57"/>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57"/>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57"/>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57"/>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57"/>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57"/>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57"/>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57"/>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57"/>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57"/>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57"/>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57"/>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57"/>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57"/>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57"/>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57"/>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57"/>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7"/>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7"/>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7"/>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7"/>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57"/>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57"/>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7"/>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7"/>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7"/>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7"/>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57"/>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57"/>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57"/>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57"/>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57"/>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57"/>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57"/>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57"/>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57"/>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57"/>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57"/>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57"/>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57"/>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57"/>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57"/>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57"/>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57"/>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57"/>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57"/>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57"/>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57"/>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57"/>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57"/>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57"/>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57"/>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57"/>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57"/>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57"/>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57"/>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57"/>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57"/>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57"/>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57"/>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57"/>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57"/>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57"/>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57"/>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57"/>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57"/>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57"/>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57"/>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57"/>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57"/>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57"/>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57"/>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57"/>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57"/>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57"/>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57"/>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57"/>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57"/>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57"/>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7"/>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57"/>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57"/>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7"/>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57"/>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57"/>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57"/>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57"/>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57"/>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57"/>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57"/>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57"/>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57"/>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57"/>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57"/>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57"/>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57"/>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57"/>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57"/>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57"/>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57"/>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57"/>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57"/>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57"/>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57"/>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57"/>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57"/>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57"/>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57"/>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57"/>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57"/>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57"/>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57"/>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7"/>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57"/>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57"/>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57"/>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57"/>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57"/>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7"/>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57"/>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57"/>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57"/>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57"/>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57"/>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57"/>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57"/>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57"/>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57"/>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57"/>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57"/>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57"/>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57"/>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57"/>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57"/>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57"/>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57"/>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57"/>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57"/>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57"/>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57"/>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57"/>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57"/>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7"/>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57"/>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57"/>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7"/>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57"/>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57"/>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57"/>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57"/>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57"/>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7"/>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57"/>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57"/>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7"/>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57"/>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57"/>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57"/>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57"/>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57"/>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57"/>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57"/>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57"/>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57"/>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57"/>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57"/>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57"/>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57"/>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57"/>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57"/>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57"/>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57"/>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57"/>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57"/>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57"/>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57"/>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57"/>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57"/>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57"/>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57"/>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57"/>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57"/>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57"/>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57"/>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57"/>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57"/>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57"/>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57"/>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57"/>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57"/>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57"/>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57"/>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57"/>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57"/>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57"/>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7"/>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57"/>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57"/>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57"/>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57"/>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57"/>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57"/>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57"/>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57"/>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57"/>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57"/>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57"/>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57"/>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57"/>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57"/>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57"/>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57"/>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57"/>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57"/>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57"/>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57"/>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57"/>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57"/>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57"/>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57"/>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57"/>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57"/>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57"/>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57"/>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57"/>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57"/>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57"/>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57"/>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57"/>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57"/>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57"/>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57"/>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57"/>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57"/>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57"/>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57"/>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57"/>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57"/>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57"/>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57"/>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57"/>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57"/>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57"/>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57"/>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57"/>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57"/>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57"/>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57"/>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57"/>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57"/>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57"/>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57"/>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57"/>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57"/>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57"/>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57"/>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57"/>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57"/>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57"/>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57"/>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57"/>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57"/>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57"/>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57"/>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57"/>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7"/>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57"/>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57"/>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57"/>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57"/>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57"/>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57"/>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57"/>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57"/>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57"/>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7"/>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57"/>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57"/>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7"/>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7"/>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57"/>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57"/>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57"/>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7"/>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57"/>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57"/>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57"/>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7"/>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57"/>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57"/>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57"/>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57"/>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57"/>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57"/>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57"/>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7"/>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57"/>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57"/>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57"/>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57"/>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7"/>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57"/>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57"/>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7"/>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57"/>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57"/>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57"/>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57"/>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57"/>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7"/>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57"/>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57"/>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7"/>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57"/>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57"/>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57"/>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7"/>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7"/>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7"/>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7"/>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7"/>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57"/>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57"/>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57"/>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57"/>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57"/>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7"/>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57"/>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57"/>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57"/>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57"/>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57"/>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57"/>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57"/>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7"/>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57"/>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57"/>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57"/>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57"/>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57"/>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7"/>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57"/>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57"/>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57"/>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57"/>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57"/>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57"/>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57"/>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7"/>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57"/>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57"/>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57"/>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57"/>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57"/>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57"/>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57"/>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57"/>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57"/>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57"/>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57"/>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57"/>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57"/>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57"/>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57"/>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57"/>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57"/>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57"/>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57"/>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57"/>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57"/>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57"/>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57"/>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57"/>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57"/>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57"/>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57"/>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57"/>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57"/>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57"/>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57"/>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57"/>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7"/>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57"/>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57"/>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57"/>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57"/>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57"/>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57"/>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57"/>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57"/>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57"/>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57"/>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57"/>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57"/>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57"/>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57"/>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57"/>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57"/>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57"/>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57"/>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57"/>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57"/>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57"/>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57"/>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57"/>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57"/>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57"/>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57"/>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57"/>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57"/>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57"/>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57"/>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57"/>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57"/>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57"/>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57"/>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57"/>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57"/>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57"/>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57"/>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57"/>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57"/>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57"/>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57"/>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57"/>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57"/>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57"/>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57"/>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57"/>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57"/>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57"/>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57"/>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57"/>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57"/>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57"/>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57"/>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57"/>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57"/>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57"/>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57"/>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57"/>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57"/>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57"/>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57"/>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57"/>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57"/>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57"/>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57"/>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57"/>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57"/>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57"/>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57"/>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57"/>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57"/>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57"/>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57"/>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57"/>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57"/>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57"/>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57"/>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57"/>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57"/>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57"/>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57"/>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57"/>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57"/>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57"/>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57"/>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57"/>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57"/>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57"/>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57"/>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57"/>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57"/>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57"/>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57"/>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57"/>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57"/>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57"/>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57"/>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57"/>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57"/>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57"/>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57"/>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57"/>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57"/>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57"/>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57"/>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57"/>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57"/>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57"/>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57"/>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57"/>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57"/>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57"/>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57"/>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57"/>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57"/>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57"/>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57"/>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57"/>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57"/>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57"/>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57"/>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57"/>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57"/>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57"/>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57"/>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57"/>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57"/>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57"/>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57"/>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57"/>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57"/>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57"/>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57"/>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57"/>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57"/>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57"/>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57"/>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57"/>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57"/>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57"/>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57"/>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57"/>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57"/>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57"/>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57"/>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57"/>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57"/>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57"/>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57"/>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57"/>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57"/>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57"/>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57"/>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57"/>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57"/>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57"/>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57"/>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57"/>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57"/>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57"/>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57"/>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57"/>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57"/>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57"/>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57"/>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57"/>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57"/>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57"/>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57"/>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57"/>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57"/>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57"/>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57"/>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57"/>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57"/>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57"/>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57"/>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57"/>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57"/>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57"/>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57"/>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57"/>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57"/>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57"/>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57"/>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57"/>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57"/>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57"/>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57"/>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57"/>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57"/>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57"/>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57"/>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57"/>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57"/>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57"/>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57"/>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57"/>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57"/>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57"/>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57"/>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57"/>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57"/>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57"/>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57"/>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57"/>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57"/>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57"/>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57"/>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57"/>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57"/>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57"/>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57"/>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57"/>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57"/>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57"/>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57"/>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57"/>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57"/>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57"/>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57"/>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57"/>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57"/>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57"/>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57"/>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57"/>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57"/>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57"/>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57"/>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57"/>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57"/>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57"/>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57"/>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57"/>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57"/>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57"/>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57"/>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57"/>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57"/>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57"/>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57"/>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57"/>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57"/>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57"/>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57"/>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57"/>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57"/>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57"/>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57"/>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57"/>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57"/>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57"/>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57"/>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57"/>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57"/>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57"/>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57"/>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57"/>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57"/>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57"/>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57"/>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57"/>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57"/>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57"/>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57"/>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57"/>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57"/>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57"/>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57"/>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57"/>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57"/>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57"/>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57"/>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57"/>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57"/>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57"/>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57"/>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57"/>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57"/>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57"/>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57"/>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57"/>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57"/>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57"/>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57"/>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57"/>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57"/>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57"/>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57"/>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57"/>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57"/>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57"/>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57"/>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57"/>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57"/>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57"/>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57"/>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57"/>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57"/>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57"/>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57"/>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57"/>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57"/>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57"/>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57"/>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57"/>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57"/>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57"/>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57"/>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57"/>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57"/>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57"/>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57"/>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57"/>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57"/>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57"/>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57"/>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57"/>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57"/>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57"/>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57"/>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57"/>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57"/>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57"/>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57"/>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57"/>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57"/>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57"/>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57"/>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57"/>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57"/>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57"/>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57"/>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57"/>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57"/>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57"/>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57"/>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57"/>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57"/>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57"/>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57"/>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57"/>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57"/>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57"/>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57"/>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57"/>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57"/>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57"/>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57"/>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57"/>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57"/>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57"/>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57"/>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57"/>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57"/>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57"/>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57"/>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57"/>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57"/>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57"/>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57"/>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57"/>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57"/>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57"/>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57"/>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57"/>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57"/>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57"/>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57"/>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57"/>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57"/>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57"/>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57"/>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57"/>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57"/>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57"/>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57"/>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57"/>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57"/>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57"/>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57"/>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57"/>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57"/>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57"/>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57"/>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57"/>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57"/>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57"/>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57"/>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57"/>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57"/>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57"/>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57"/>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57"/>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57"/>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57"/>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57"/>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57"/>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57"/>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57"/>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57"/>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57"/>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57"/>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57"/>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57"/>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57"/>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57"/>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57"/>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57"/>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57"/>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57"/>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57"/>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57"/>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57"/>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57"/>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57"/>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57"/>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57"/>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57"/>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57"/>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57"/>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57"/>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57"/>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57"/>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57"/>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57"/>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57"/>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57"/>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57"/>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57"/>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57"/>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57"/>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57"/>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57"/>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57"/>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57"/>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57"/>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57"/>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57"/>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57"/>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57"/>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57"/>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57"/>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57"/>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57"/>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57"/>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57"/>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57"/>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57"/>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57"/>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57"/>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57"/>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57"/>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57"/>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57"/>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57"/>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57"/>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57"/>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57"/>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57"/>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57"/>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57"/>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57"/>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57"/>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57"/>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57"/>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57"/>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57"/>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57"/>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57"/>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57"/>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57"/>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57"/>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57"/>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57"/>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57"/>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57"/>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57"/>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57"/>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57"/>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57"/>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57"/>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57"/>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57"/>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57"/>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57"/>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57"/>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57"/>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57"/>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57"/>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57"/>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57"/>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57"/>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57"/>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57"/>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57"/>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57"/>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57"/>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57"/>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57"/>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57"/>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57"/>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57"/>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57"/>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57"/>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57"/>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57"/>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57"/>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57"/>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57"/>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57"/>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57"/>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57"/>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57"/>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57"/>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57"/>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57"/>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57"/>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57"/>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57"/>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57"/>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57"/>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57"/>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57"/>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57"/>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57"/>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57"/>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57"/>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57"/>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57"/>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57"/>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57"/>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57"/>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57"/>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57"/>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57"/>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57"/>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57"/>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57"/>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57"/>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57"/>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57"/>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57"/>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57"/>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57"/>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57"/>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57"/>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57"/>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57"/>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57"/>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57"/>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57"/>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57"/>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57"/>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57"/>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57"/>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57"/>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57"/>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57"/>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57"/>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57"/>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57"/>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57"/>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57"/>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57"/>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57"/>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57"/>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57"/>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57"/>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57"/>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57"/>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57"/>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57"/>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57"/>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57"/>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57"/>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57"/>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57"/>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57"/>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57"/>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57"/>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57"/>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57"/>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57"/>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57"/>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57"/>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57"/>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57"/>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57"/>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57"/>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57"/>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57"/>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57"/>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57"/>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57"/>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57"/>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57"/>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57"/>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57"/>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57"/>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57"/>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57"/>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57"/>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57"/>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57"/>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57"/>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57"/>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57"/>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57"/>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57"/>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57"/>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57"/>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57"/>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57"/>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57"/>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57"/>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57"/>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57"/>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57"/>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57"/>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57"/>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57"/>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57"/>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57"/>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57"/>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57"/>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57"/>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57"/>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57"/>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57"/>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57"/>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57"/>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57"/>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57"/>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57"/>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57"/>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57"/>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57"/>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57"/>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57"/>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57"/>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57"/>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57"/>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57"/>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57"/>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57"/>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57"/>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57"/>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57"/>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57"/>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57"/>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57"/>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57"/>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57"/>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57"/>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57"/>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57"/>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57"/>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57"/>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57"/>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57"/>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57"/>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57"/>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57"/>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57"/>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57"/>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57"/>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57"/>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57"/>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57"/>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57"/>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57"/>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57"/>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57"/>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57"/>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57"/>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57"/>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57"/>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57"/>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57"/>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57"/>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57"/>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57"/>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57"/>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57"/>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57"/>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57"/>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57"/>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57"/>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57"/>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57"/>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57"/>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57"/>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57"/>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57"/>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57"/>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57"/>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57"/>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57"/>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57"/>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57"/>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57"/>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57"/>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57"/>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57"/>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57"/>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57"/>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57"/>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57"/>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57"/>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57"/>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57"/>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57"/>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57"/>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57"/>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57"/>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57"/>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57"/>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57"/>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57"/>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57"/>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57"/>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57"/>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57"/>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57"/>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57"/>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57"/>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57"/>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57"/>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57"/>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57"/>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57"/>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57"/>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57"/>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57"/>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57"/>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57"/>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57"/>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57"/>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57"/>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57"/>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57"/>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57"/>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57"/>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57"/>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57"/>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57"/>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57"/>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57"/>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57"/>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57"/>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57"/>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57"/>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57"/>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57"/>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57"/>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57"/>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57"/>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57"/>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57"/>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57"/>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57"/>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57"/>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57"/>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57"/>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57"/>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57"/>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57"/>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57"/>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57"/>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57"/>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57"/>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57"/>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57"/>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57"/>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57"/>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57"/>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57"/>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57"/>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57"/>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57"/>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57"/>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57"/>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57"/>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57"/>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57"/>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57"/>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57"/>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57"/>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57"/>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57"/>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57"/>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57"/>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57"/>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57"/>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57"/>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57"/>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57"/>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57"/>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57"/>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57"/>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57"/>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57"/>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57"/>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57"/>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57"/>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57"/>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57"/>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57"/>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57"/>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57"/>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57"/>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57"/>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57"/>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57"/>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57"/>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57"/>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57"/>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57"/>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57"/>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57"/>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57"/>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57"/>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57"/>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57"/>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57"/>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57"/>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57"/>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57"/>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57"/>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57"/>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57"/>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57"/>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57"/>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57"/>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57"/>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57"/>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57"/>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57"/>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57"/>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57"/>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57"/>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57"/>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57"/>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57"/>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57"/>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57"/>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57"/>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57"/>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57"/>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57"/>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57"/>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57"/>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57"/>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57"/>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57"/>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57"/>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57"/>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57"/>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57"/>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57"/>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57"/>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57"/>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57"/>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57"/>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57"/>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57"/>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57"/>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57"/>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57"/>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57"/>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57"/>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57"/>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57"/>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57"/>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57"/>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57"/>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57"/>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57"/>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57"/>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57"/>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57"/>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57"/>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57"/>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57"/>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57"/>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57"/>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57"/>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57"/>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57"/>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57"/>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57"/>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57"/>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57"/>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57"/>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57"/>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57"/>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57"/>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57"/>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57"/>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57"/>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57"/>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57"/>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57"/>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57"/>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57"/>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57"/>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57"/>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57"/>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57"/>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57"/>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57"/>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57"/>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57"/>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57"/>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57"/>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57"/>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57"/>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57"/>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57"/>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57"/>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57"/>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57"/>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57"/>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57"/>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57"/>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57"/>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57"/>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57"/>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57"/>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57"/>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57"/>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57"/>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57"/>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57"/>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57"/>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57"/>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57"/>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57"/>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57"/>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57"/>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57"/>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57"/>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57"/>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57"/>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57"/>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57"/>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57"/>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57"/>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57"/>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57"/>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57"/>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57"/>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57"/>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57"/>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57"/>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57"/>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57"/>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57"/>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57"/>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57"/>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57"/>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57"/>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57"/>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57"/>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57"/>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57"/>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57"/>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57"/>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57"/>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57"/>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57"/>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57"/>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57"/>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57"/>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57"/>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57"/>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57"/>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57"/>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57"/>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57"/>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57"/>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57"/>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57"/>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57"/>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57"/>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57"/>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57"/>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57"/>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57"/>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57"/>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57"/>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57"/>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57"/>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57"/>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57"/>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57"/>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57"/>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57"/>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57"/>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57"/>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57"/>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57"/>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57"/>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57"/>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57"/>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57"/>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57"/>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57"/>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57"/>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57"/>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57"/>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57"/>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57"/>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57"/>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57"/>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57"/>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57"/>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57"/>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57"/>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57"/>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57"/>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57"/>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57"/>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57"/>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57"/>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57"/>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57"/>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57"/>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57"/>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57"/>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57"/>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57"/>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57"/>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57"/>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57"/>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57"/>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57"/>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57"/>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57"/>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57"/>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57"/>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57"/>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57"/>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57"/>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57"/>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57"/>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57"/>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57"/>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57"/>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57"/>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57"/>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57"/>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57"/>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57"/>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57"/>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57"/>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57"/>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57"/>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57"/>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57"/>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57"/>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57"/>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57"/>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57"/>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57"/>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57"/>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57"/>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57"/>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57"/>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57"/>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57"/>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57"/>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57"/>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57"/>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57"/>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57"/>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57"/>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57"/>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57"/>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57"/>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57"/>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57"/>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57"/>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57"/>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57"/>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57"/>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57"/>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57"/>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57"/>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57"/>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57"/>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57"/>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57"/>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57"/>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57"/>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57"/>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57"/>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57"/>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57"/>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57"/>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57"/>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57"/>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57"/>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57"/>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57"/>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57"/>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57"/>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57"/>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57"/>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57"/>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57"/>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57"/>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57"/>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57"/>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57"/>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57"/>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57"/>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57"/>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57"/>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57"/>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57"/>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57"/>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57"/>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57"/>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57"/>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57"/>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57"/>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57"/>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57"/>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57"/>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57"/>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57"/>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57"/>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57"/>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57"/>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57"/>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57"/>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57"/>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57"/>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57"/>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57"/>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57"/>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57"/>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57"/>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57"/>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57"/>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57"/>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57"/>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57"/>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57"/>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57"/>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57"/>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57"/>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57"/>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57"/>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57"/>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57"/>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57"/>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57"/>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57"/>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57"/>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57"/>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57"/>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57"/>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57"/>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57"/>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57"/>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57"/>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57"/>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57"/>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57"/>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57"/>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57"/>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57"/>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57"/>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57"/>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57"/>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57"/>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57"/>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57"/>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57"/>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57"/>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57"/>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57"/>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57"/>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57"/>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57"/>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57"/>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57"/>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57"/>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57"/>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57"/>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57"/>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57"/>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57"/>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57"/>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57"/>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57"/>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57"/>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57"/>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57"/>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57"/>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57"/>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57"/>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57"/>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57"/>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57"/>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57"/>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57"/>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57"/>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57"/>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57"/>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57"/>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57"/>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57"/>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57"/>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57"/>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57"/>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57"/>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57"/>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57"/>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57"/>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57"/>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57"/>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57"/>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57"/>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57"/>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57"/>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57"/>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57"/>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57"/>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57"/>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57"/>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57"/>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57"/>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57"/>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57"/>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57"/>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57"/>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57"/>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57"/>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57"/>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57"/>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57"/>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57"/>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57"/>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57"/>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57"/>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57"/>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57"/>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57"/>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57"/>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57"/>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57"/>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57"/>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57"/>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57"/>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57"/>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57"/>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57"/>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57"/>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57"/>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57"/>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57"/>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57"/>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57"/>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57"/>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57"/>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57"/>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57"/>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57"/>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57"/>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57"/>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57"/>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57"/>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57"/>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57"/>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57"/>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57"/>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57"/>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57"/>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57"/>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57"/>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57"/>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57"/>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57"/>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57"/>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57"/>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57"/>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57"/>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57"/>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57"/>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57"/>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57"/>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57"/>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57"/>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57"/>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57"/>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57"/>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57"/>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57"/>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57"/>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57"/>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57"/>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57"/>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57"/>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57"/>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57"/>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57"/>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57"/>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57"/>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57"/>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57"/>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57"/>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57"/>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57"/>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57"/>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57"/>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57"/>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57"/>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57"/>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57"/>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57"/>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57"/>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57"/>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57"/>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57"/>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57"/>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57"/>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57"/>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57"/>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57"/>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57"/>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57"/>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57"/>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57"/>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57"/>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57"/>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57"/>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57"/>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57"/>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57"/>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57"/>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57"/>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57"/>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57"/>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57"/>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57"/>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57"/>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57"/>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57"/>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57"/>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57"/>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57"/>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57"/>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57"/>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57"/>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57"/>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57"/>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57"/>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57"/>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57"/>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57"/>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57"/>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57"/>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57"/>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57"/>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57"/>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57"/>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57"/>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57"/>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57"/>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57"/>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57"/>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57"/>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57"/>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57"/>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57"/>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57"/>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57"/>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57"/>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57"/>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57"/>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57"/>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57"/>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57"/>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57"/>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57"/>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57"/>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57"/>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57"/>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57"/>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57"/>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57"/>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57"/>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57"/>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57"/>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57"/>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57"/>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57"/>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57"/>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57"/>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57"/>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57"/>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57"/>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57"/>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57"/>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57"/>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57"/>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57"/>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57"/>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57"/>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57"/>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57"/>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57"/>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57"/>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57"/>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57"/>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57"/>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57"/>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57"/>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57"/>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57"/>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57"/>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57"/>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57"/>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57"/>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57"/>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57"/>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57"/>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57"/>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57"/>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57"/>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57"/>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57"/>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57"/>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57"/>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57"/>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57"/>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57"/>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57"/>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57"/>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57"/>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57"/>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57"/>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57"/>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57"/>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57"/>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57"/>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57"/>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57"/>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57"/>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57"/>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57"/>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57"/>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57"/>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57"/>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57"/>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57"/>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57"/>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57"/>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57"/>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57"/>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57"/>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57"/>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57"/>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57"/>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57"/>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57"/>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57"/>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57"/>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57"/>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57"/>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57"/>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57"/>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57"/>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57"/>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57"/>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57"/>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57"/>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57"/>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57"/>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57"/>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57"/>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57"/>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57"/>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57"/>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57"/>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57"/>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57"/>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57"/>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57"/>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57"/>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57"/>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57"/>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57"/>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57"/>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57"/>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57"/>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57"/>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57"/>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57"/>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57"/>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57"/>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57"/>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57"/>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57"/>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57"/>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57"/>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57"/>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57"/>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57"/>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57"/>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57"/>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57"/>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57"/>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57"/>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57"/>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57"/>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57"/>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57"/>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57"/>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57"/>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57"/>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57"/>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57"/>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57"/>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57"/>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57"/>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57"/>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57"/>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57"/>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57"/>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57"/>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57"/>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57"/>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57"/>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57"/>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57"/>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57"/>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57"/>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57"/>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57"/>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57"/>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57"/>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57"/>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57"/>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57"/>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57"/>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57"/>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57"/>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57"/>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57"/>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57"/>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57"/>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57"/>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57"/>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57"/>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57"/>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57"/>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57"/>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57"/>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57"/>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57"/>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57"/>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57"/>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57"/>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57"/>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57"/>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57"/>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57"/>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57"/>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57"/>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57"/>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57"/>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57"/>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57"/>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57"/>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57"/>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57"/>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57"/>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57"/>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57"/>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57"/>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57"/>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57"/>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57"/>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57"/>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57"/>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57"/>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57"/>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57"/>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57"/>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57"/>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57"/>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57"/>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57"/>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57"/>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57"/>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57"/>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57"/>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57"/>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57"/>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57"/>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57"/>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57"/>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57"/>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57"/>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57"/>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57"/>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57"/>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57"/>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57"/>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57"/>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57"/>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57"/>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57"/>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57"/>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57"/>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57"/>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57"/>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57"/>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57"/>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57"/>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57"/>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57"/>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57"/>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57"/>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57"/>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57"/>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57"/>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57"/>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57"/>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57"/>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57"/>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57"/>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57"/>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57"/>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57"/>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57"/>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57"/>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57"/>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57"/>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57"/>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57"/>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57"/>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57"/>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57"/>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57"/>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57"/>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57"/>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57"/>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57"/>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57"/>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57"/>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57"/>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57"/>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57"/>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57"/>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57"/>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57"/>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57"/>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57"/>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57"/>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57"/>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57"/>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57"/>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57"/>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57"/>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57"/>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57"/>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57"/>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57"/>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57"/>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57"/>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57"/>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57"/>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57"/>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57"/>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57"/>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57"/>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57"/>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57"/>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57"/>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57"/>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57"/>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57"/>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57"/>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57"/>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57"/>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57"/>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57"/>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57"/>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57"/>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57"/>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57"/>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57"/>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57"/>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57"/>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57"/>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57"/>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57"/>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57"/>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57"/>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57"/>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57"/>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57"/>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57"/>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57"/>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57"/>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57"/>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57"/>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57"/>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57"/>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57"/>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57"/>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57"/>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57"/>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57"/>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57"/>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57"/>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57"/>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57"/>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57"/>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57"/>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57"/>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57"/>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57"/>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57"/>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57"/>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57"/>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57"/>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57"/>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57"/>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57"/>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57"/>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57"/>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57"/>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57"/>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57"/>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57"/>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57"/>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57"/>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57"/>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57"/>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57"/>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57"/>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57"/>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57"/>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57"/>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57"/>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57"/>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57"/>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57"/>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57"/>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57"/>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57"/>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57"/>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57"/>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57"/>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57"/>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57"/>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57"/>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57"/>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57"/>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57"/>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57"/>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57"/>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57"/>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57"/>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57"/>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57"/>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57"/>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57"/>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57"/>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57"/>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57"/>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57"/>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57"/>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57"/>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57"/>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57"/>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57"/>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57"/>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57"/>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57"/>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57"/>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57"/>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57"/>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57"/>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57"/>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57"/>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57"/>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57"/>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57"/>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57"/>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57"/>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57"/>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57"/>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57"/>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57"/>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57"/>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57"/>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57"/>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57"/>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57"/>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57"/>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57"/>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57"/>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57"/>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57"/>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57"/>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57"/>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57"/>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57"/>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57"/>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57"/>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57"/>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57"/>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57"/>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57"/>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57"/>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57"/>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57"/>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57"/>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57"/>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57"/>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57"/>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57"/>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57"/>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57"/>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57"/>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57"/>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57"/>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57"/>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57"/>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57"/>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57"/>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57"/>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57"/>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57"/>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57"/>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57"/>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57"/>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57"/>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57"/>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57"/>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57"/>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57"/>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57"/>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57"/>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57"/>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57"/>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57"/>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57"/>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57"/>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57"/>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57"/>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57"/>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57"/>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57"/>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57"/>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57"/>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57"/>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57"/>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57"/>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57"/>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57"/>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57"/>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57"/>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57"/>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57"/>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57"/>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57"/>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57"/>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57"/>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57"/>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57"/>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57"/>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57"/>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57"/>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57"/>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57"/>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57"/>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57"/>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57"/>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57"/>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57"/>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57"/>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57"/>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57"/>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57"/>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57"/>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57"/>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57"/>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57"/>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57"/>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57"/>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57"/>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57"/>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57"/>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57"/>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57"/>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57"/>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57"/>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57"/>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57"/>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57"/>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57"/>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57"/>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57"/>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57"/>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57"/>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57"/>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57"/>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57"/>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57"/>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57"/>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57"/>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57"/>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57"/>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57"/>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57"/>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57"/>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57"/>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57"/>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57"/>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57"/>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57"/>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57"/>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57"/>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57"/>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57"/>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57"/>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57"/>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57"/>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57"/>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57"/>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57"/>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57"/>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57"/>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57"/>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57"/>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57"/>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57"/>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57"/>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57"/>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57"/>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57"/>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57"/>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57"/>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57"/>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57"/>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57"/>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57"/>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57"/>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57"/>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57"/>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57"/>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57"/>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57"/>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57"/>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57"/>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57"/>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57"/>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57"/>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57"/>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57"/>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57"/>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57"/>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57"/>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57"/>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57"/>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57"/>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57"/>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57"/>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57"/>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57"/>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57"/>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57"/>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57"/>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57"/>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57"/>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57"/>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57"/>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57"/>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57"/>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57"/>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57"/>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57"/>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57"/>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57"/>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57"/>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57"/>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57"/>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57"/>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57"/>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57"/>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57"/>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57"/>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57"/>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57"/>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57"/>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57"/>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57"/>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57"/>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57"/>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57"/>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57"/>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57"/>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57"/>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57"/>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57"/>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57"/>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57"/>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57"/>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57"/>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57"/>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57"/>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57"/>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57"/>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57"/>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57"/>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57"/>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57"/>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57"/>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57"/>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57"/>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57"/>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57"/>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57"/>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57"/>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57"/>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57"/>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57"/>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57"/>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57"/>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57"/>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57"/>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57"/>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57"/>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57"/>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57"/>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57"/>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57"/>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57"/>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57"/>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57"/>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57"/>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57"/>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57"/>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57"/>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57"/>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57"/>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57"/>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57"/>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57"/>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57"/>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57"/>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57"/>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57"/>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57"/>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57"/>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57"/>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57"/>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57"/>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57"/>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57"/>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57"/>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57"/>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57"/>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57"/>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57"/>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57"/>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57"/>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57"/>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57"/>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57"/>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57"/>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57"/>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57"/>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57"/>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57"/>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57"/>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57"/>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57"/>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57"/>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57"/>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57"/>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57"/>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57"/>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57"/>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57"/>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57"/>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57"/>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57"/>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57"/>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57"/>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57"/>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57"/>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57"/>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57"/>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57"/>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57"/>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57"/>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57"/>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57"/>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57"/>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57"/>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57"/>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57"/>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57"/>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57"/>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57"/>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57"/>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57"/>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57"/>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57"/>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57"/>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57"/>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57"/>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57"/>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57"/>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57"/>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57"/>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57"/>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57"/>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57"/>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57"/>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57"/>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57"/>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57"/>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57"/>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57"/>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57"/>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57"/>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57"/>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57"/>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57"/>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57"/>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57"/>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57"/>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57"/>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57"/>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57"/>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57"/>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57"/>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57"/>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57"/>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57"/>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57"/>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57"/>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57"/>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57"/>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57"/>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57"/>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57"/>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57"/>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57"/>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57"/>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57"/>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57"/>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57"/>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57"/>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57"/>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57"/>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57"/>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57"/>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57"/>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57"/>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57"/>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57"/>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57"/>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57"/>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57"/>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57"/>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57"/>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57"/>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57"/>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57"/>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57"/>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57"/>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57"/>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57"/>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57"/>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57"/>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57"/>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57"/>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57"/>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57"/>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57"/>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57"/>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57"/>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57"/>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57"/>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57"/>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57"/>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57"/>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57"/>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57"/>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57"/>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57"/>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57"/>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57"/>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57"/>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57"/>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57"/>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57"/>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57"/>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57"/>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57"/>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57"/>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57"/>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57"/>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57"/>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57"/>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57"/>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57"/>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57"/>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57"/>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57"/>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57"/>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57"/>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57"/>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57"/>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57"/>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57"/>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57"/>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57"/>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57"/>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57"/>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57"/>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57"/>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57"/>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57"/>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57"/>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57"/>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57"/>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57"/>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57"/>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57"/>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57"/>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57"/>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57"/>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57"/>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57"/>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57"/>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57"/>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57"/>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57"/>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57"/>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57"/>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57"/>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57"/>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57"/>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57"/>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57"/>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57"/>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57"/>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57"/>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57"/>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57"/>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57"/>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57"/>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57"/>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57"/>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57"/>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57"/>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57"/>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57"/>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57"/>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57"/>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57"/>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57"/>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57"/>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57"/>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57"/>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57"/>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57"/>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57"/>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57"/>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57"/>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57"/>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57"/>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57"/>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57"/>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57"/>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57"/>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57"/>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57"/>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57"/>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9" name="Google Shape;7789;p57"/>
          <p:cNvGrpSpPr/>
          <p:nvPr/>
        </p:nvGrpSpPr>
        <p:grpSpPr>
          <a:xfrm>
            <a:off x="3416804" y="902588"/>
            <a:ext cx="2310381" cy="1488888"/>
            <a:chOff x="229225" y="549050"/>
            <a:chExt cx="7161750" cy="4615275"/>
          </a:xfrm>
        </p:grpSpPr>
        <p:sp>
          <p:nvSpPr>
            <p:cNvPr id="7790" name="Google Shape;7790;p57"/>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57"/>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57"/>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57"/>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57"/>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57"/>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57"/>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57"/>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57"/>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57"/>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57"/>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57"/>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57"/>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57"/>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57"/>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57"/>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57"/>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57"/>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57"/>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57"/>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57"/>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57"/>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57"/>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57"/>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57"/>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57"/>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57"/>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57"/>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57"/>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57"/>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57"/>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57"/>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57"/>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57"/>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57"/>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57"/>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57"/>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57"/>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57"/>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57"/>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57"/>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57"/>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57"/>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57"/>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57"/>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57"/>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57"/>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57"/>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57"/>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57"/>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57"/>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57"/>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57"/>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57"/>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57"/>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57"/>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57"/>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57"/>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57"/>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57"/>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57"/>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57"/>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57"/>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57"/>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57"/>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57"/>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57"/>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57"/>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57"/>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57"/>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57"/>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57"/>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57"/>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57"/>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57"/>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57"/>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57"/>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57"/>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57"/>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57"/>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57"/>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57"/>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57"/>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57"/>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57"/>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57"/>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57"/>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57"/>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57"/>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57"/>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57"/>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57"/>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57"/>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57"/>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57"/>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57"/>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57"/>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57"/>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57"/>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57"/>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57"/>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57"/>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57"/>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57"/>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57"/>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57"/>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57"/>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57"/>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57"/>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57"/>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57"/>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57"/>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57"/>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57"/>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57"/>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57"/>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57"/>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7" name="Google Shape;7907;p57"/>
          <p:cNvGrpSpPr/>
          <p:nvPr/>
        </p:nvGrpSpPr>
        <p:grpSpPr>
          <a:xfrm>
            <a:off x="3514722" y="2832485"/>
            <a:ext cx="2310282" cy="1374222"/>
            <a:chOff x="238125" y="732525"/>
            <a:chExt cx="7130500" cy="4241425"/>
          </a:xfrm>
        </p:grpSpPr>
        <p:sp>
          <p:nvSpPr>
            <p:cNvPr id="7908" name="Google Shape;7908;p57"/>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57"/>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57"/>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57"/>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57"/>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57"/>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57"/>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57"/>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57"/>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57"/>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57"/>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57"/>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57"/>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57"/>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57"/>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57"/>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57"/>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57"/>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57"/>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57"/>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57"/>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57"/>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57"/>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57"/>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57"/>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57"/>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57"/>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57"/>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57"/>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57"/>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57"/>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57"/>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57"/>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57"/>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57"/>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57"/>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57"/>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57"/>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57"/>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57"/>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57"/>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57"/>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57"/>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57"/>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57"/>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57"/>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57"/>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57"/>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57"/>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57"/>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57"/>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57"/>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57"/>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57"/>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57"/>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57"/>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57"/>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57"/>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57"/>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57"/>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57"/>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57"/>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57"/>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57"/>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57"/>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57"/>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57"/>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57"/>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57"/>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57"/>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57"/>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57"/>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57"/>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57"/>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57"/>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57"/>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57"/>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57"/>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57"/>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57"/>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57"/>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57"/>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57"/>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57"/>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57"/>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57"/>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57"/>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57"/>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57"/>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57"/>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57"/>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57"/>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57"/>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57"/>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57"/>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57"/>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57"/>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57"/>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57"/>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57"/>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57"/>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57"/>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57"/>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57"/>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57"/>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57"/>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57"/>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57"/>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57"/>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57"/>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57"/>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57"/>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57"/>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57"/>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8025"/>
        <p:cNvGrpSpPr/>
        <p:nvPr/>
      </p:nvGrpSpPr>
      <p:grpSpPr>
        <a:xfrm>
          <a:off x="0" y="0"/>
          <a:ext cx="0" cy="0"/>
          <a:chOff x="0" y="0"/>
          <a:chExt cx="0" cy="0"/>
        </a:xfrm>
      </p:grpSpPr>
      <p:grpSp>
        <p:nvGrpSpPr>
          <p:cNvPr id="8026" name="Google Shape;8026;p58"/>
          <p:cNvGrpSpPr/>
          <p:nvPr/>
        </p:nvGrpSpPr>
        <p:grpSpPr>
          <a:xfrm>
            <a:off x="2100561" y="3398658"/>
            <a:ext cx="1102891" cy="760337"/>
            <a:chOff x="4967783" y="2151471"/>
            <a:chExt cx="3920692" cy="2702940"/>
          </a:xfrm>
        </p:grpSpPr>
        <p:grpSp>
          <p:nvGrpSpPr>
            <p:cNvPr id="8027" name="Google Shape;8027;p58"/>
            <p:cNvGrpSpPr/>
            <p:nvPr/>
          </p:nvGrpSpPr>
          <p:grpSpPr>
            <a:xfrm>
              <a:off x="5045709" y="2252109"/>
              <a:ext cx="3761071" cy="2501708"/>
              <a:chOff x="2691784" y="1805334"/>
              <a:chExt cx="3761071" cy="2501708"/>
            </a:xfrm>
          </p:grpSpPr>
          <p:sp>
            <p:nvSpPr>
              <p:cNvPr id="8028" name="Google Shape;8028;p58"/>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58"/>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58"/>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58"/>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58"/>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58"/>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58"/>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5" name="Google Shape;8035;p58"/>
            <p:cNvGrpSpPr/>
            <p:nvPr/>
          </p:nvGrpSpPr>
          <p:grpSpPr>
            <a:xfrm>
              <a:off x="4967783" y="2151471"/>
              <a:ext cx="3920692" cy="2702940"/>
              <a:chOff x="2613858" y="1704696"/>
              <a:chExt cx="3920692" cy="2702940"/>
            </a:xfrm>
          </p:grpSpPr>
          <p:sp>
            <p:nvSpPr>
              <p:cNvPr id="8036" name="Google Shape;8036;p58"/>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7" name="Google Shape;8037;p58"/>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58"/>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58"/>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58"/>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41" name="Google Shape;8041;p58"/>
          <p:cNvGrpSpPr/>
          <p:nvPr/>
        </p:nvGrpSpPr>
        <p:grpSpPr>
          <a:xfrm>
            <a:off x="3504470" y="1286935"/>
            <a:ext cx="1561911" cy="708580"/>
            <a:chOff x="3530532" y="1496185"/>
            <a:chExt cx="1561911" cy="708580"/>
          </a:xfrm>
        </p:grpSpPr>
        <p:grpSp>
          <p:nvGrpSpPr>
            <p:cNvPr id="8042" name="Google Shape;8042;p58"/>
            <p:cNvGrpSpPr/>
            <p:nvPr/>
          </p:nvGrpSpPr>
          <p:grpSpPr>
            <a:xfrm>
              <a:off x="3720318" y="1857562"/>
              <a:ext cx="1372125" cy="54"/>
              <a:chOff x="3720318" y="1857562"/>
              <a:chExt cx="1372125" cy="54"/>
            </a:xfrm>
          </p:grpSpPr>
          <p:cxnSp>
            <p:nvCxnSpPr>
              <p:cNvPr id="8043" name="Google Shape;8043;p58"/>
              <p:cNvCxnSpPr>
                <a:endCxn id="8044"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8045" name="Google Shape;8045;p58"/>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8046" name="Google Shape;8046;p58"/>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8047" name="Google Shape;8047;p58"/>
              <p:cNvCxnSpPr>
                <a:stCxn id="8044"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8048" name="Google Shape;8048;p58"/>
            <p:cNvGrpSpPr/>
            <p:nvPr/>
          </p:nvGrpSpPr>
          <p:grpSpPr>
            <a:xfrm>
              <a:off x="3567462" y="1496185"/>
              <a:ext cx="286500" cy="272914"/>
              <a:chOff x="3567462" y="1496185"/>
              <a:chExt cx="286500" cy="272914"/>
            </a:xfrm>
          </p:grpSpPr>
          <p:cxnSp>
            <p:nvCxnSpPr>
              <p:cNvPr id="8049" name="Google Shape;8049;p58"/>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8050" name="Google Shape;8050;p58"/>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1" name="Google Shape;8051;p58"/>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58"/>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53" name="Google Shape;8053;p58"/>
            <p:cNvGrpSpPr/>
            <p:nvPr/>
          </p:nvGrpSpPr>
          <p:grpSpPr>
            <a:xfrm>
              <a:off x="3929014" y="1960574"/>
              <a:ext cx="286500" cy="242342"/>
              <a:chOff x="3929014" y="1960574"/>
              <a:chExt cx="286500" cy="242342"/>
            </a:xfrm>
          </p:grpSpPr>
          <p:cxnSp>
            <p:nvCxnSpPr>
              <p:cNvPr id="8054" name="Google Shape;8054;p58"/>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8055" name="Google Shape;8055;p58"/>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6" name="Google Shape;8056;p58"/>
            <p:cNvGrpSpPr/>
            <p:nvPr/>
          </p:nvGrpSpPr>
          <p:grpSpPr>
            <a:xfrm>
              <a:off x="4290828" y="1496185"/>
              <a:ext cx="286500" cy="272914"/>
              <a:chOff x="4290828" y="1496185"/>
              <a:chExt cx="286500" cy="272914"/>
            </a:xfrm>
          </p:grpSpPr>
          <p:cxnSp>
            <p:nvCxnSpPr>
              <p:cNvPr id="8057" name="Google Shape;8057;p58"/>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8058" name="Google Shape;8058;p58"/>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9" name="Google Shape;8059;p58"/>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58"/>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60" name="Google Shape;8060;p58"/>
            <p:cNvGrpSpPr/>
            <p:nvPr/>
          </p:nvGrpSpPr>
          <p:grpSpPr>
            <a:xfrm>
              <a:off x="4657726" y="1959674"/>
              <a:ext cx="286500" cy="245092"/>
              <a:chOff x="4657726" y="1959674"/>
              <a:chExt cx="286500" cy="245092"/>
            </a:xfrm>
          </p:grpSpPr>
          <p:cxnSp>
            <p:nvCxnSpPr>
              <p:cNvPr id="8061" name="Google Shape;8061;p58"/>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8062" name="Google Shape;8062;p58"/>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63" name="Google Shape;8063;p58"/>
          <p:cNvGrpSpPr/>
          <p:nvPr/>
        </p:nvGrpSpPr>
        <p:grpSpPr>
          <a:xfrm>
            <a:off x="3486489" y="2149032"/>
            <a:ext cx="1597032" cy="378649"/>
            <a:chOff x="3512551" y="2358282"/>
            <a:chExt cx="1597032" cy="378649"/>
          </a:xfrm>
        </p:grpSpPr>
        <p:grpSp>
          <p:nvGrpSpPr>
            <p:cNvPr id="8064" name="Google Shape;8064;p58"/>
            <p:cNvGrpSpPr/>
            <p:nvPr/>
          </p:nvGrpSpPr>
          <p:grpSpPr>
            <a:xfrm>
              <a:off x="3738198" y="2553002"/>
              <a:ext cx="1145834" cy="117"/>
              <a:chOff x="3738198" y="2553002"/>
              <a:chExt cx="1145834" cy="117"/>
            </a:xfrm>
          </p:grpSpPr>
          <p:cxnSp>
            <p:nvCxnSpPr>
              <p:cNvPr id="8065" name="Google Shape;8065;p58"/>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8066" name="Google Shape;8066;p58"/>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8067" name="Google Shape;8067;p58"/>
              <p:cNvCxnSpPr>
                <a:stCxn id="8068" idx="6"/>
                <a:endCxn id="8069"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8070" name="Google Shape;8070;p58"/>
            <p:cNvGrpSpPr/>
            <p:nvPr/>
          </p:nvGrpSpPr>
          <p:grpSpPr>
            <a:xfrm>
              <a:off x="3969644" y="2440153"/>
              <a:ext cx="225900" cy="296779"/>
              <a:chOff x="3969644" y="2440153"/>
              <a:chExt cx="225900" cy="296779"/>
            </a:xfrm>
          </p:grpSpPr>
          <p:cxnSp>
            <p:nvCxnSpPr>
              <p:cNvPr id="8071" name="Google Shape;8071;p58"/>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8069" name="Google Shape;8069;p58"/>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58"/>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3" name="Google Shape;8073;p58"/>
            <p:cNvGrpSpPr/>
            <p:nvPr/>
          </p:nvGrpSpPr>
          <p:grpSpPr>
            <a:xfrm>
              <a:off x="4426818" y="2358282"/>
              <a:ext cx="225600" cy="307471"/>
              <a:chOff x="4426818" y="2358282"/>
              <a:chExt cx="225600" cy="307471"/>
            </a:xfrm>
          </p:grpSpPr>
          <p:cxnSp>
            <p:nvCxnSpPr>
              <p:cNvPr id="8074" name="Google Shape;8074;p58"/>
              <p:cNvCxnSpPr>
                <a:stCxn id="8075"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8076" name="Google Shape;8076;p58"/>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58"/>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7" name="Google Shape;8077;p58"/>
            <p:cNvGrpSpPr/>
            <p:nvPr/>
          </p:nvGrpSpPr>
          <p:grpSpPr>
            <a:xfrm>
              <a:off x="4883984" y="2440153"/>
              <a:ext cx="225600" cy="296479"/>
              <a:chOff x="4883984" y="2440153"/>
              <a:chExt cx="225600" cy="296479"/>
            </a:xfrm>
          </p:grpSpPr>
          <p:cxnSp>
            <p:nvCxnSpPr>
              <p:cNvPr id="8078" name="Google Shape;8078;p58"/>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8079" name="Google Shape;8079;p58"/>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58"/>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1" name="Google Shape;8081;p58"/>
            <p:cNvGrpSpPr/>
            <p:nvPr/>
          </p:nvGrpSpPr>
          <p:grpSpPr>
            <a:xfrm>
              <a:off x="3512551" y="2358356"/>
              <a:ext cx="225647" cy="307629"/>
              <a:chOff x="2182679" y="2005014"/>
              <a:chExt cx="792300" cy="1080158"/>
            </a:xfrm>
          </p:grpSpPr>
          <p:cxnSp>
            <p:nvCxnSpPr>
              <p:cNvPr id="8082" name="Google Shape;8082;p58"/>
              <p:cNvCxnSpPr>
                <a:stCxn id="8083"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8068" name="Google Shape;8068;p58"/>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58"/>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84" name="Google Shape;8084;p58"/>
          <p:cNvGrpSpPr/>
          <p:nvPr/>
        </p:nvGrpSpPr>
        <p:grpSpPr>
          <a:xfrm>
            <a:off x="6846571" y="972829"/>
            <a:ext cx="1559809" cy="722610"/>
            <a:chOff x="634175" y="2986275"/>
            <a:chExt cx="3147949" cy="1458344"/>
          </a:xfrm>
        </p:grpSpPr>
        <p:cxnSp>
          <p:nvCxnSpPr>
            <p:cNvPr id="8085" name="Google Shape;8085;p58"/>
            <p:cNvCxnSpPr>
              <a:stCxn id="8086" idx="4"/>
              <a:endCxn id="8087"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8088" name="Google Shape;8088;p58"/>
            <p:cNvCxnSpPr>
              <a:stCxn id="8087" idx="0"/>
              <a:endCxn id="8089"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8090" name="Google Shape;8090;p58"/>
            <p:cNvCxnSpPr>
              <a:stCxn id="8089" idx="4"/>
              <a:endCxn id="8091"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8092" name="Google Shape;8092;p58"/>
            <p:cNvCxnSpPr>
              <a:stCxn id="8091" idx="0"/>
              <a:endCxn id="8093"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8093" name="Google Shape;8093;p58"/>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089" name="Google Shape;8089;p58"/>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086" name="Google Shape;8086;p58"/>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091" name="Google Shape;8091;p58"/>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087" name="Google Shape;8087;p58"/>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8094" name="Google Shape;8094;p58"/>
          <p:cNvGrpSpPr/>
          <p:nvPr/>
        </p:nvGrpSpPr>
        <p:grpSpPr>
          <a:xfrm>
            <a:off x="3500361" y="2682737"/>
            <a:ext cx="1570719" cy="294123"/>
            <a:chOff x="998425" y="1182125"/>
            <a:chExt cx="1065400" cy="199500"/>
          </a:xfrm>
        </p:grpSpPr>
        <p:sp>
          <p:nvSpPr>
            <p:cNvPr id="8095" name="Google Shape;8095;p58"/>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58"/>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58"/>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58"/>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58"/>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0" name="Google Shape;8100;p58"/>
          <p:cNvGrpSpPr/>
          <p:nvPr/>
        </p:nvGrpSpPr>
        <p:grpSpPr>
          <a:xfrm>
            <a:off x="6843617" y="1800224"/>
            <a:ext cx="1565716" cy="366729"/>
            <a:chOff x="1247650" y="2075423"/>
            <a:chExt cx="6648477" cy="1557238"/>
          </a:xfrm>
        </p:grpSpPr>
        <p:sp>
          <p:nvSpPr>
            <p:cNvPr id="8101" name="Google Shape;8101;p58"/>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58"/>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58"/>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58"/>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58"/>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58"/>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7" name="Google Shape;8107;p58"/>
          <p:cNvGrpSpPr/>
          <p:nvPr/>
        </p:nvGrpSpPr>
        <p:grpSpPr>
          <a:xfrm>
            <a:off x="6827929" y="2949039"/>
            <a:ext cx="1597061" cy="663440"/>
            <a:chOff x="6796238" y="3158297"/>
            <a:chExt cx="1630319" cy="677257"/>
          </a:xfrm>
        </p:grpSpPr>
        <p:cxnSp>
          <p:nvCxnSpPr>
            <p:cNvPr id="8108" name="Google Shape;8108;p58"/>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8109" name="Google Shape;8109;p58"/>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8110" name="Google Shape;8110;p58"/>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8111" name="Google Shape;8111;p58"/>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8112" name="Google Shape;8112;p58"/>
            <p:cNvGrpSpPr/>
            <p:nvPr/>
          </p:nvGrpSpPr>
          <p:grpSpPr>
            <a:xfrm>
              <a:off x="6796238" y="3311904"/>
              <a:ext cx="1630319" cy="377697"/>
              <a:chOff x="6796238" y="3311904"/>
              <a:chExt cx="1630319" cy="377697"/>
            </a:xfrm>
          </p:grpSpPr>
          <p:sp>
            <p:nvSpPr>
              <p:cNvPr id="8113" name="Google Shape;8113;p58"/>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58"/>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58"/>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16" name="Google Shape;8116;p58"/>
          <p:cNvGrpSpPr/>
          <p:nvPr/>
        </p:nvGrpSpPr>
        <p:grpSpPr>
          <a:xfrm>
            <a:off x="5349067" y="970431"/>
            <a:ext cx="1368606" cy="1593805"/>
            <a:chOff x="1839112" y="2209163"/>
            <a:chExt cx="1918159" cy="2233784"/>
          </a:xfrm>
        </p:grpSpPr>
        <p:sp>
          <p:nvSpPr>
            <p:cNvPr id="8117" name="Google Shape;8117;p58"/>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58"/>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58"/>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120" name="Google Shape;8120;p58"/>
            <p:cNvCxnSpPr>
              <a:stCxn id="8117" idx="6"/>
              <a:endCxn id="8118" idx="2"/>
            </p:cNvCxnSpPr>
            <p:nvPr/>
          </p:nvCxnSpPr>
          <p:spPr>
            <a:xfrm>
              <a:off x="2414212" y="2496713"/>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8121" name="Google Shape;8121;p58"/>
            <p:cNvCxnSpPr>
              <a:stCxn id="8118" idx="4"/>
              <a:endCxn id="8122"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8123" name="Google Shape;8123;p58"/>
            <p:cNvCxnSpPr>
              <a:stCxn id="8122" idx="6"/>
              <a:endCxn id="8119" idx="2"/>
            </p:cNvCxnSpPr>
            <p:nvPr/>
          </p:nvCxnSpPr>
          <p:spPr>
            <a:xfrm>
              <a:off x="2414212" y="3328316"/>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8124" name="Google Shape;8124;p58"/>
            <p:cNvCxnSpPr>
              <a:stCxn id="8119" idx="4"/>
              <a:endCxn id="8125"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8122" name="Google Shape;8122;p58"/>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58"/>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58"/>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127" name="Google Shape;8127;p58"/>
            <p:cNvCxnSpPr>
              <a:endCxn id="8126"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8128" name="Google Shape;8128;p58"/>
          <p:cNvGrpSpPr/>
          <p:nvPr/>
        </p:nvGrpSpPr>
        <p:grpSpPr>
          <a:xfrm>
            <a:off x="3481440" y="976667"/>
            <a:ext cx="1637968" cy="154942"/>
            <a:chOff x="238125" y="2506075"/>
            <a:chExt cx="7115411" cy="673075"/>
          </a:xfrm>
        </p:grpSpPr>
        <p:sp>
          <p:nvSpPr>
            <p:cNvPr id="8129" name="Google Shape;8129;p58"/>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58"/>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58"/>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58"/>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58"/>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4" name="Google Shape;8134;p58"/>
          <p:cNvGrpSpPr/>
          <p:nvPr/>
        </p:nvGrpSpPr>
        <p:grpSpPr>
          <a:xfrm>
            <a:off x="720125" y="1298264"/>
            <a:ext cx="2476762" cy="91743"/>
            <a:chOff x="1464850" y="436376"/>
            <a:chExt cx="6001362" cy="222300"/>
          </a:xfrm>
        </p:grpSpPr>
        <p:sp>
          <p:nvSpPr>
            <p:cNvPr id="8135" name="Google Shape;8135;p58"/>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58"/>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58"/>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58"/>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58"/>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140" name="Google Shape;8140;p58"/>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8141" name="Google Shape;8141;p58"/>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8142" name="Google Shape;8142;p58"/>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8143" name="Google Shape;8143;p58"/>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8144" name="Google Shape;8144;p58"/>
          <p:cNvGrpSpPr/>
          <p:nvPr/>
        </p:nvGrpSpPr>
        <p:grpSpPr>
          <a:xfrm>
            <a:off x="706392" y="2533730"/>
            <a:ext cx="1452710" cy="651923"/>
            <a:chOff x="803162" y="2667727"/>
            <a:chExt cx="1411906" cy="633611"/>
          </a:xfrm>
        </p:grpSpPr>
        <p:cxnSp>
          <p:nvCxnSpPr>
            <p:cNvPr id="8145" name="Google Shape;8145;p58"/>
            <p:cNvCxnSpPr>
              <a:stCxn id="8146" idx="2"/>
              <a:endCxn id="8147" idx="0"/>
            </p:cNvCxnSpPr>
            <p:nvPr/>
          </p:nvCxnSpPr>
          <p:spPr>
            <a:xfrm rot="-5400000" flipH="1">
              <a:off x="1629114" y="2672827"/>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148" name="Google Shape;8148;p58"/>
            <p:cNvCxnSpPr>
              <a:stCxn id="8149" idx="0"/>
              <a:endCxn id="8146" idx="2"/>
            </p:cNvCxnSpPr>
            <p:nvPr/>
          </p:nvCxnSpPr>
          <p:spPr>
            <a:xfrm rot="-5400000">
              <a:off x="1259830" y="2672682"/>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150" name="Google Shape;8150;p58"/>
            <p:cNvCxnSpPr>
              <a:stCxn id="8149" idx="2"/>
              <a:endCxn id="8151" idx="0"/>
            </p:cNvCxnSpPr>
            <p:nvPr/>
          </p:nvCxnSpPr>
          <p:spPr>
            <a:xfrm rot="-5400000" flipH="1">
              <a:off x="1163380"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152" name="Google Shape;8152;p58"/>
            <p:cNvCxnSpPr>
              <a:stCxn id="8153" idx="0"/>
              <a:endCxn id="8149" idx="2"/>
            </p:cNvCxnSpPr>
            <p:nvPr/>
          </p:nvCxnSpPr>
          <p:spPr>
            <a:xfrm rot="-5400000">
              <a:off x="987062"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154" name="Google Shape;8154;p58"/>
            <p:cNvCxnSpPr>
              <a:stCxn id="8147" idx="2"/>
              <a:endCxn id="8155" idx="0"/>
            </p:cNvCxnSpPr>
            <p:nvPr/>
          </p:nvCxnSpPr>
          <p:spPr>
            <a:xfrm rot="-5400000" flipH="1">
              <a:off x="1901948"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156" name="Google Shape;8156;p58"/>
            <p:cNvCxnSpPr>
              <a:stCxn id="8157" idx="0"/>
              <a:endCxn id="8147" idx="2"/>
            </p:cNvCxnSpPr>
            <p:nvPr/>
          </p:nvCxnSpPr>
          <p:spPr>
            <a:xfrm rot="-5400000">
              <a:off x="1725631"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sp>
          <p:nvSpPr>
            <p:cNvPr id="8153" name="Google Shape;8153;p58"/>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51" name="Google Shape;8151;p58"/>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57" name="Google Shape;8157;p58"/>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55" name="Google Shape;8155;p58"/>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47" name="Google Shape;8147;p58"/>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49" name="Google Shape;8149;p58"/>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46" name="Google Shape;8146;p58"/>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8158" name="Google Shape;8158;p58"/>
          <p:cNvGrpSpPr/>
          <p:nvPr/>
        </p:nvGrpSpPr>
        <p:grpSpPr>
          <a:xfrm>
            <a:off x="706394" y="969268"/>
            <a:ext cx="2518541" cy="209309"/>
            <a:chOff x="803163" y="1111966"/>
            <a:chExt cx="2447800" cy="203430"/>
          </a:xfrm>
        </p:grpSpPr>
        <p:grpSp>
          <p:nvGrpSpPr>
            <p:cNvPr id="8159" name="Google Shape;8159;p58"/>
            <p:cNvGrpSpPr/>
            <p:nvPr/>
          </p:nvGrpSpPr>
          <p:grpSpPr>
            <a:xfrm>
              <a:off x="1958180" y="1111966"/>
              <a:ext cx="588019" cy="121396"/>
              <a:chOff x="4808316" y="2800065"/>
              <a:chExt cx="1999386" cy="412910"/>
            </a:xfrm>
          </p:grpSpPr>
          <p:sp>
            <p:nvSpPr>
              <p:cNvPr id="8160" name="Google Shape;8160;p58"/>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61" name="Google Shape;8161;p58"/>
              <p:cNvGrpSpPr/>
              <p:nvPr/>
            </p:nvGrpSpPr>
            <p:grpSpPr>
              <a:xfrm>
                <a:off x="4808316" y="2800065"/>
                <a:ext cx="92400" cy="411825"/>
                <a:chOff x="845575" y="2563700"/>
                <a:chExt cx="92400" cy="411825"/>
              </a:xfrm>
            </p:grpSpPr>
            <p:cxnSp>
              <p:nvCxnSpPr>
                <p:cNvPr id="8162" name="Google Shape;8162;p58"/>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63" name="Google Shape;8163;p58"/>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8164" name="Google Shape;8164;p58"/>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8165" name="Google Shape;8165;p58"/>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66" name="Google Shape;8166;p58"/>
            <p:cNvGrpSpPr/>
            <p:nvPr/>
          </p:nvGrpSpPr>
          <p:grpSpPr>
            <a:xfrm>
              <a:off x="803163" y="1111974"/>
              <a:ext cx="591158" cy="121545"/>
              <a:chOff x="803163" y="1111974"/>
              <a:chExt cx="591158" cy="121545"/>
            </a:xfrm>
          </p:grpSpPr>
          <p:grpSp>
            <p:nvGrpSpPr>
              <p:cNvPr id="8167" name="Google Shape;8167;p58"/>
              <p:cNvGrpSpPr/>
              <p:nvPr/>
            </p:nvGrpSpPr>
            <p:grpSpPr>
              <a:xfrm>
                <a:off x="803163" y="1111974"/>
                <a:ext cx="27175" cy="121077"/>
                <a:chOff x="845575" y="2563700"/>
                <a:chExt cx="92400" cy="411825"/>
              </a:xfrm>
            </p:grpSpPr>
            <p:cxnSp>
              <p:nvCxnSpPr>
                <p:cNvPr id="8168" name="Google Shape;8168;p58"/>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69" name="Google Shape;8169;p58"/>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70" name="Google Shape;8170;p58"/>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1" name="Google Shape;8171;p58"/>
            <p:cNvGrpSpPr/>
            <p:nvPr/>
          </p:nvGrpSpPr>
          <p:grpSpPr>
            <a:xfrm>
              <a:off x="1381910" y="1194219"/>
              <a:ext cx="588341" cy="121177"/>
              <a:chOff x="1381910" y="1194219"/>
              <a:chExt cx="588341" cy="121177"/>
            </a:xfrm>
          </p:grpSpPr>
          <p:grpSp>
            <p:nvGrpSpPr>
              <p:cNvPr id="8172" name="Google Shape;8172;p58"/>
              <p:cNvGrpSpPr/>
              <p:nvPr/>
            </p:nvGrpSpPr>
            <p:grpSpPr>
              <a:xfrm rot="10800000">
                <a:off x="1381910" y="1194319"/>
                <a:ext cx="27175" cy="121077"/>
                <a:chOff x="2070100" y="2563700"/>
                <a:chExt cx="92400" cy="411825"/>
              </a:xfrm>
            </p:grpSpPr>
            <p:cxnSp>
              <p:nvCxnSpPr>
                <p:cNvPr id="8173" name="Google Shape;8173;p58"/>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74" name="Google Shape;8174;p58"/>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75" name="Google Shape;8175;p58"/>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6" name="Google Shape;8176;p58"/>
            <p:cNvGrpSpPr/>
            <p:nvPr/>
          </p:nvGrpSpPr>
          <p:grpSpPr>
            <a:xfrm>
              <a:off x="2532079" y="1194219"/>
              <a:ext cx="704927" cy="121177"/>
              <a:chOff x="2532079" y="1194219"/>
              <a:chExt cx="704927" cy="121177"/>
            </a:xfrm>
          </p:grpSpPr>
          <p:grpSp>
            <p:nvGrpSpPr>
              <p:cNvPr id="8177" name="Google Shape;8177;p58"/>
              <p:cNvGrpSpPr/>
              <p:nvPr/>
            </p:nvGrpSpPr>
            <p:grpSpPr>
              <a:xfrm rot="10800000">
                <a:off x="2532079" y="1194319"/>
                <a:ext cx="27175" cy="121077"/>
                <a:chOff x="2070100" y="2563700"/>
                <a:chExt cx="92400" cy="411825"/>
              </a:xfrm>
            </p:grpSpPr>
            <p:cxnSp>
              <p:nvCxnSpPr>
                <p:cNvPr id="8178" name="Google Shape;8178;p58"/>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79" name="Google Shape;8179;p58"/>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80" name="Google Shape;8180;p58"/>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81" name="Google Shape;8181;p58"/>
          <p:cNvGrpSpPr/>
          <p:nvPr/>
        </p:nvGrpSpPr>
        <p:grpSpPr>
          <a:xfrm>
            <a:off x="3499404" y="3665900"/>
            <a:ext cx="1567778" cy="491677"/>
            <a:chOff x="5194708" y="3484366"/>
            <a:chExt cx="3148148" cy="987304"/>
          </a:xfrm>
        </p:grpSpPr>
        <p:grpSp>
          <p:nvGrpSpPr>
            <p:cNvPr id="8182" name="Google Shape;8182;p58"/>
            <p:cNvGrpSpPr/>
            <p:nvPr/>
          </p:nvGrpSpPr>
          <p:grpSpPr>
            <a:xfrm>
              <a:off x="7531521" y="3484366"/>
              <a:ext cx="811335" cy="987304"/>
              <a:chOff x="3379425" y="1617275"/>
              <a:chExt cx="1090650" cy="1327200"/>
            </a:xfrm>
          </p:grpSpPr>
          <p:sp>
            <p:nvSpPr>
              <p:cNvPr id="8183" name="Google Shape;8183;p58"/>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58"/>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58"/>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6" name="Google Shape;8186;p58"/>
            <p:cNvGrpSpPr/>
            <p:nvPr/>
          </p:nvGrpSpPr>
          <p:grpSpPr>
            <a:xfrm>
              <a:off x="6752546" y="3484366"/>
              <a:ext cx="811428" cy="987304"/>
              <a:chOff x="2332275" y="1617275"/>
              <a:chExt cx="1090775" cy="1327200"/>
            </a:xfrm>
          </p:grpSpPr>
          <p:sp>
            <p:nvSpPr>
              <p:cNvPr id="8187" name="Google Shape;8187;p58"/>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58"/>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58"/>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0" name="Google Shape;8190;p58"/>
            <p:cNvGrpSpPr/>
            <p:nvPr/>
          </p:nvGrpSpPr>
          <p:grpSpPr>
            <a:xfrm>
              <a:off x="5973664" y="3484366"/>
              <a:ext cx="811335" cy="987304"/>
              <a:chOff x="1285250" y="1617275"/>
              <a:chExt cx="1090650" cy="1327200"/>
            </a:xfrm>
          </p:grpSpPr>
          <p:sp>
            <p:nvSpPr>
              <p:cNvPr id="8191" name="Google Shape;8191;p58"/>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58"/>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58"/>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4" name="Google Shape;8194;p58"/>
            <p:cNvGrpSpPr/>
            <p:nvPr/>
          </p:nvGrpSpPr>
          <p:grpSpPr>
            <a:xfrm>
              <a:off x="5194708" y="3484366"/>
              <a:ext cx="811409" cy="987304"/>
              <a:chOff x="238125" y="1617275"/>
              <a:chExt cx="1090750" cy="1327200"/>
            </a:xfrm>
          </p:grpSpPr>
          <p:sp>
            <p:nvSpPr>
              <p:cNvPr id="8195" name="Google Shape;8195;p58"/>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58"/>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58"/>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98" name="Google Shape;8198;p58"/>
          <p:cNvGrpSpPr/>
          <p:nvPr/>
        </p:nvGrpSpPr>
        <p:grpSpPr>
          <a:xfrm>
            <a:off x="3460013" y="3146311"/>
            <a:ext cx="1616964" cy="346256"/>
            <a:chOff x="1808063" y="4294338"/>
            <a:chExt cx="3370782" cy="721817"/>
          </a:xfrm>
        </p:grpSpPr>
        <p:sp>
          <p:nvSpPr>
            <p:cNvPr id="8199" name="Google Shape;8199;p58"/>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58"/>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58"/>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58"/>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58"/>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58"/>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58"/>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58"/>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58"/>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58"/>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9" name="Google Shape;8209;p58"/>
          <p:cNvGrpSpPr/>
          <p:nvPr/>
        </p:nvGrpSpPr>
        <p:grpSpPr>
          <a:xfrm>
            <a:off x="738225" y="3432340"/>
            <a:ext cx="1295882" cy="646587"/>
            <a:chOff x="834100" y="3642869"/>
            <a:chExt cx="1259483" cy="628426"/>
          </a:xfrm>
        </p:grpSpPr>
        <p:sp>
          <p:nvSpPr>
            <p:cNvPr id="8210" name="Google Shape;8210;p58"/>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58"/>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58"/>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58"/>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58"/>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58"/>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58"/>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58"/>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58"/>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58"/>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58"/>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58"/>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58"/>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58"/>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58"/>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58"/>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58"/>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58"/>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58"/>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58"/>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58"/>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58"/>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58"/>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58"/>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58"/>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35" name="Google Shape;8235;p58"/>
            <p:cNvGrpSpPr/>
            <p:nvPr/>
          </p:nvGrpSpPr>
          <p:grpSpPr>
            <a:xfrm>
              <a:off x="1360364" y="3847835"/>
              <a:ext cx="208119" cy="224359"/>
              <a:chOff x="1360769" y="3847100"/>
              <a:chExt cx="208119" cy="224359"/>
            </a:xfrm>
          </p:grpSpPr>
          <p:sp>
            <p:nvSpPr>
              <p:cNvPr id="8236" name="Google Shape;8236;p58"/>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58"/>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58"/>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58"/>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58"/>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58"/>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58"/>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58"/>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58"/>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58"/>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58"/>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58"/>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58"/>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58"/>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58"/>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58"/>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58"/>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58"/>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58"/>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58"/>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56" name="Google Shape;8256;p58"/>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58"/>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58"/>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58"/>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58"/>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58"/>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58"/>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58"/>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58"/>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58"/>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58"/>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58"/>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58"/>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58"/>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0" name="Google Shape;8270;p58"/>
          <p:cNvGrpSpPr/>
          <p:nvPr/>
        </p:nvGrpSpPr>
        <p:grpSpPr>
          <a:xfrm rot="5400000">
            <a:off x="5951338" y="3228837"/>
            <a:ext cx="164064" cy="1414916"/>
            <a:chOff x="4428249" y="1369375"/>
            <a:chExt cx="36905" cy="429569"/>
          </a:xfrm>
        </p:grpSpPr>
        <p:sp>
          <p:nvSpPr>
            <p:cNvPr id="8271" name="Google Shape;8271;p58"/>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58"/>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58"/>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58"/>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58"/>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58"/>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58"/>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58"/>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58"/>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58"/>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58"/>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58"/>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58"/>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58"/>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58"/>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58"/>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58"/>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58"/>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58"/>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58"/>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58"/>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58"/>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58"/>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58"/>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58"/>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58"/>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58"/>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58"/>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58"/>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58"/>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58"/>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58"/>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3" name="Google Shape;8303;p58"/>
          <p:cNvGrpSpPr/>
          <p:nvPr/>
        </p:nvGrpSpPr>
        <p:grpSpPr>
          <a:xfrm rot="10800000" flipH="1">
            <a:off x="5323767" y="2817380"/>
            <a:ext cx="1419207" cy="24808"/>
            <a:chOff x="219558" y="4738465"/>
            <a:chExt cx="5852400" cy="102300"/>
          </a:xfrm>
        </p:grpSpPr>
        <p:cxnSp>
          <p:nvCxnSpPr>
            <p:cNvPr id="8304" name="Google Shape;8304;p58"/>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8305" name="Google Shape;8305;p58"/>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58"/>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58"/>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58"/>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58"/>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0" name="Google Shape;8310;p58"/>
          <p:cNvGrpSpPr/>
          <p:nvPr/>
        </p:nvGrpSpPr>
        <p:grpSpPr>
          <a:xfrm>
            <a:off x="5335086" y="3190444"/>
            <a:ext cx="1396570" cy="385016"/>
            <a:chOff x="5286284" y="2966544"/>
            <a:chExt cx="1396570" cy="385016"/>
          </a:xfrm>
        </p:grpSpPr>
        <p:cxnSp>
          <p:nvCxnSpPr>
            <p:cNvPr id="8311" name="Google Shape;8311;p58"/>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8312" name="Google Shape;8312;p58"/>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8313" name="Google Shape;8313;p58"/>
            <p:cNvGrpSpPr/>
            <p:nvPr/>
          </p:nvGrpSpPr>
          <p:grpSpPr>
            <a:xfrm>
              <a:off x="5287688" y="3173364"/>
              <a:ext cx="1395166" cy="74100"/>
              <a:chOff x="5287688" y="3173364"/>
              <a:chExt cx="1395166" cy="74100"/>
            </a:xfrm>
          </p:grpSpPr>
          <p:cxnSp>
            <p:nvCxnSpPr>
              <p:cNvPr id="8314" name="Google Shape;8314;p58"/>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8315" name="Google Shape;8315;p58"/>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8316" name="Google Shape;8316;p58"/>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8317" name="Google Shape;8317;p58"/>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8318" name="Google Shape;8318;p58"/>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8319" name="Google Shape;8319;p58"/>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8320" name="Google Shape;8320;p58"/>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8321" name="Google Shape;8321;p58"/>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8322" name="Google Shape;8322;p58"/>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8323" name="Google Shape;8323;p58"/>
          <p:cNvGrpSpPr/>
          <p:nvPr/>
        </p:nvGrpSpPr>
        <p:grpSpPr>
          <a:xfrm>
            <a:off x="2021151" y="1609220"/>
            <a:ext cx="1182276" cy="662027"/>
            <a:chOff x="2029517" y="1732295"/>
            <a:chExt cx="1149068" cy="643432"/>
          </a:xfrm>
        </p:grpSpPr>
        <p:grpSp>
          <p:nvGrpSpPr>
            <p:cNvPr id="8324" name="Google Shape;8324;p58"/>
            <p:cNvGrpSpPr/>
            <p:nvPr/>
          </p:nvGrpSpPr>
          <p:grpSpPr>
            <a:xfrm>
              <a:off x="2708660" y="1746937"/>
              <a:ext cx="455427" cy="244429"/>
              <a:chOff x="2700693" y="1746937"/>
              <a:chExt cx="455427" cy="244429"/>
            </a:xfrm>
          </p:grpSpPr>
          <p:grpSp>
            <p:nvGrpSpPr>
              <p:cNvPr id="8325" name="Google Shape;8325;p58"/>
              <p:cNvGrpSpPr/>
              <p:nvPr/>
            </p:nvGrpSpPr>
            <p:grpSpPr>
              <a:xfrm>
                <a:off x="2905682" y="1782817"/>
                <a:ext cx="250438" cy="208549"/>
                <a:chOff x="2905682" y="1782817"/>
                <a:chExt cx="250438" cy="208549"/>
              </a:xfrm>
            </p:grpSpPr>
            <p:cxnSp>
              <p:nvCxnSpPr>
                <p:cNvPr id="8326" name="Google Shape;8326;p58"/>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8327" name="Google Shape;8327;p58"/>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8" name="Google Shape;8328;p58"/>
              <p:cNvGrpSpPr/>
              <p:nvPr/>
            </p:nvGrpSpPr>
            <p:grpSpPr>
              <a:xfrm>
                <a:off x="2700693" y="1746937"/>
                <a:ext cx="449967" cy="72374"/>
                <a:chOff x="2700693" y="1746937"/>
                <a:chExt cx="449967" cy="72374"/>
              </a:xfrm>
            </p:grpSpPr>
            <p:cxnSp>
              <p:nvCxnSpPr>
                <p:cNvPr id="8329" name="Google Shape;8329;p58"/>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8330" name="Google Shape;8330;p58"/>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31" name="Google Shape;8331;p58"/>
            <p:cNvGrpSpPr/>
            <p:nvPr/>
          </p:nvGrpSpPr>
          <p:grpSpPr>
            <a:xfrm>
              <a:off x="2029517" y="1732295"/>
              <a:ext cx="1149068" cy="643432"/>
              <a:chOff x="2029517" y="1732295"/>
              <a:chExt cx="1149068" cy="643432"/>
            </a:xfrm>
          </p:grpSpPr>
          <p:grpSp>
            <p:nvGrpSpPr>
              <p:cNvPr id="8332" name="Google Shape;8332;p58"/>
              <p:cNvGrpSpPr/>
              <p:nvPr/>
            </p:nvGrpSpPr>
            <p:grpSpPr>
              <a:xfrm>
                <a:off x="2703618" y="2103152"/>
                <a:ext cx="474966" cy="260017"/>
                <a:chOff x="2703618" y="2103152"/>
                <a:chExt cx="474966" cy="260017"/>
              </a:xfrm>
            </p:grpSpPr>
            <p:grpSp>
              <p:nvGrpSpPr>
                <p:cNvPr id="8333" name="Google Shape;8333;p58"/>
                <p:cNvGrpSpPr/>
                <p:nvPr/>
              </p:nvGrpSpPr>
              <p:grpSpPr>
                <a:xfrm>
                  <a:off x="2703618" y="2290640"/>
                  <a:ext cx="450291" cy="72529"/>
                  <a:chOff x="2703618" y="2290640"/>
                  <a:chExt cx="450291" cy="72529"/>
                </a:xfrm>
              </p:grpSpPr>
              <p:cxnSp>
                <p:nvCxnSpPr>
                  <p:cNvPr id="8334" name="Google Shape;8334;p58"/>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8335" name="Google Shape;8335;p58"/>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6" name="Google Shape;8336;p58"/>
                <p:cNvGrpSpPr/>
                <p:nvPr/>
              </p:nvGrpSpPr>
              <p:grpSpPr>
                <a:xfrm>
                  <a:off x="2908607" y="2103152"/>
                  <a:ext cx="269977" cy="223538"/>
                  <a:chOff x="2908607" y="2103152"/>
                  <a:chExt cx="269977" cy="223538"/>
                </a:xfrm>
              </p:grpSpPr>
              <p:cxnSp>
                <p:nvCxnSpPr>
                  <p:cNvPr id="8337" name="Google Shape;8337;p58"/>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8338" name="Google Shape;8338;p58"/>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39" name="Google Shape;8339;p58"/>
              <p:cNvGrpSpPr/>
              <p:nvPr/>
            </p:nvGrpSpPr>
            <p:grpSpPr>
              <a:xfrm>
                <a:off x="2029517" y="1732295"/>
                <a:ext cx="685827" cy="643432"/>
                <a:chOff x="2029517" y="1732295"/>
                <a:chExt cx="685827" cy="643432"/>
              </a:xfrm>
            </p:grpSpPr>
            <p:sp>
              <p:nvSpPr>
                <p:cNvPr id="8340" name="Google Shape;8340;p58"/>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41" name="Google Shape;8341;p58"/>
                <p:cNvGrpSpPr/>
                <p:nvPr/>
              </p:nvGrpSpPr>
              <p:grpSpPr>
                <a:xfrm>
                  <a:off x="2158948" y="1732295"/>
                  <a:ext cx="556396" cy="333108"/>
                  <a:chOff x="2158948" y="1732295"/>
                  <a:chExt cx="556396" cy="333108"/>
                </a:xfrm>
              </p:grpSpPr>
              <p:cxnSp>
                <p:nvCxnSpPr>
                  <p:cNvPr id="8342" name="Google Shape;8342;p58"/>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8343" name="Google Shape;8343;p58"/>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4" name="Google Shape;8344;p58"/>
                <p:cNvGrpSpPr/>
                <p:nvPr/>
              </p:nvGrpSpPr>
              <p:grpSpPr>
                <a:xfrm>
                  <a:off x="2159908" y="2065057"/>
                  <a:ext cx="550884" cy="310670"/>
                  <a:chOff x="2159908" y="2065057"/>
                  <a:chExt cx="550884" cy="310670"/>
                </a:xfrm>
              </p:grpSpPr>
              <p:cxnSp>
                <p:nvCxnSpPr>
                  <p:cNvPr id="8345" name="Google Shape;8345;p58"/>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8346" name="Google Shape;8346;p58"/>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8347" name="Google Shape;8347;p58"/>
          <p:cNvGrpSpPr/>
          <p:nvPr/>
        </p:nvGrpSpPr>
        <p:grpSpPr>
          <a:xfrm>
            <a:off x="706400" y="1556833"/>
            <a:ext cx="962651" cy="810058"/>
            <a:chOff x="844912" y="1681380"/>
            <a:chExt cx="935611" cy="787305"/>
          </a:xfrm>
        </p:grpSpPr>
        <p:grpSp>
          <p:nvGrpSpPr>
            <p:cNvPr id="8348" name="Google Shape;8348;p58"/>
            <p:cNvGrpSpPr/>
            <p:nvPr/>
          </p:nvGrpSpPr>
          <p:grpSpPr>
            <a:xfrm>
              <a:off x="844912" y="1819635"/>
              <a:ext cx="329836" cy="510016"/>
              <a:chOff x="844912" y="1819635"/>
              <a:chExt cx="329836" cy="510016"/>
            </a:xfrm>
          </p:grpSpPr>
          <p:sp>
            <p:nvSpPr>
              <p:cNvPr id="8349" name="Google Shape;8349;p58"/>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58"/>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58"/>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58"/>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58"/>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58"/>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5" name="Google Shape;8355;p58"/>
            <p:cNvGrpSpPr/>
            <p:nvPr/>
          </p:nvGrpSpPr>
          <p:grpSpPr>
            <a:xfrm>
              <a:off x="1284601" y="2158168"/>
              <a:ext cx="495923" cy="310517"/>
              <a:chOff x="1284601" y="2158168"/>
              <a:chExt cx="495923" cy="310517"/>
            </a:xfrm>
          </p:grpSpPr>
          <p:sp>
            <p:nvSpPr>
              <p:cNvPr id="8356" name="Google Shape;8356;p58"/>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57" name="Google Shape;8357;p58"/>
              <p:cNvGrpSpPr/>
              <p:nvPr/>
            </p:nvGrpSpPr>
            <p:grpSpPr>
              <a:xfrm>
                <a:off x="1507666" y="2158168"/>
                <a:ext cx="272858" cy="310517"/>
                <a:chOff x="1507666" y="2158168"/>
                <a:chExt cx="272858" cy="310517"/>
              </a:xfrm>
            </p:grpSpPr>
            <p:grpSp>
              <p:nvGrpSpPr>
                <p:cNvPr id="8358" name="Google Shape;8358;p58"/>
                <p:cNvGrpSpPr/>
                <p:nvPr/>
              </p:nvGrpSpPr>
              <p:grpSpPr>
                <a:xfrm>
                  <a:off x="1507666" y="2176104"/>
                  <a:ext cx="166395" cy="273149"/>
                  <a:chOff x="1507666" y="2176104"/>
                  <a:chExt cx="166395" cy="273149"/>
                </a:xfrm>
              </p:grpSpPr>
              <p:sp>
                <p:nvSpPr>
                  <p:cNvPr id="8359" name="Google Shape;8359;p58"/>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58"/>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58"/>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58"/>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58"/>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58"/>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58"/>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66" name="Google Shape;8366;p58"/>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58"/>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68" name="Google Shape;8368;p58"/>
            <p:cNvGrpSpPr/>
            <p:nvPr/>
          </p:nvGrpSpPr>
          <p:grpSpPr>
            <a:xfrm>
              <a:off x="1284601" y="1681380"/>
              <a:ext cx="495923" cy="310517"/>
              <a:chOff x="1284601" y="1681380"/>
              <a:chExt cx="495923" cy="310517"/>
            </a:xfrm>
          </p:grpSpPr>
          <p:sp>
            <p:nvSpPr>
              <p:cNvPr id="8369" name="Google Shape;8369;p58"/>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70" name="Google Shape;8370;p58"/>
              <p:cNvGrpSpPr/>
              <p:nvPr/>
            </p:nvGrpSpPr>
            <p:grpSpPr>
              <a:xfrm>
                <a:off x="1507666" y="1681380"/>
                <a:ext cx="272858" cy="310517"/>
                <a:chOff x="1507666" y="1681380"/>
                <a:chExt cx="272858" cy="310517"/>
              </a:xfrm>
            </p:grpSpPr>
            <p:grpSp>
              <p:nvGrpSpPr>
                <p:cNvPr id="8371" name="Google Shape;8371;p58"/>
                <p:cNvGrpSpPr/>
                <p:nvPr/>
              </p:nvGrpSpPr>
              <p:grpSpPr>
                <a:xfrm>
                  <a:off x="1507666" y="1700120"/>
                  <a:ext cx="166395" cy="272984"/>
                  <a:chOff x="1507666" y="1700120"/>
                  <a:chExt cx="166395" cy="272984"/>
                </a:xfrm>
              </p:grpSpPr>
              <p:sp>
                <p:nvSpPr>
                  <p:cNvPr id="8372" name="Google Shape;8372;p58"/>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58"/>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58"/>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58"/>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58"/>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58"/>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58"/>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79" name="Google Shape;8379;p58"/>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58"/>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381" name="Google Shape;8381;p58"/>
          <p:cNvGrpSpPr/>
          <p:nvPr/>
        </p:nvGrpSpPr>
        <p:grpSpPr>
          <a:xfrm>
            <a:off x="6815341" y="2324262"/>
            <a:ext cx="1622269" cy="552443"/>
            <a:chOff x="6894650" y="2574740"/>
            <a:chExt cx="1445100" cy="492111"/>
          </a:xfrm>
        </p:grpSpPr>
        <p:sp>
          <p:nvSpPr>
            <p:cNvPr id="8382" name="Google Shape;8382;p58"/>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58"/>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58"/>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58"/>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58"/>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87" name="Google Shape;8387;p58"/>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8388" name="Google Shape;8388;p58"/>
          <p:cNvGrpSpPr/>
          <p:nvPr/>
        </p:nvGrpSpPr>
        <p:grpSpPr>
          <a:xfrm>
            <a:off x="6834884" y="3698518"/>
            <a:ext cx="1583206" cy="475705"/>
            <a:chOff x="6953919" y="3907920"/>
            <a:chExt cx="1377300" cy="475705"/>
          </a:xfrm>
        </p:grpSpPr>
        <p:cxnSp>
          <p:nvCxnSpPr>
            <p:cNvPr id="8389" name="Google Shape;8389;p58"/>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8390" name="Google Shape;8390;p58"/>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8391" name="Google Shape;8391;p58"/>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8392" name="Google Shape;8392;p58"/>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8393" name="Google Shape;8393;p58"/>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grpSp>
        <p:nvGrpSpPr>
          <p:cNvPr id="8394" name="Google Shape;8394;p58"/>
          <p:cNvGrpSpPr/>
          <p:nvPr/>
        </p:nvGrpSpPr>
        <p:grpSpPr>
          <a:xfrm>
            <a:off x="2338472" y="2459663"/>
            <a:ext cx="836286" cy="824529"/>
            <a:chOff x="2389399" y="2595741"/>
            <a:chExt cx="812796" cy="801369"/>
          </a:xfrm>
        </p:grpSpPr>
        <p:grpSp>
          <p:nvGrpSpPr>
            <p:cNvPr id="8395" name="Google Shape;8395;p58"/>
            <p:cNvGrpSpPr/>
            <p:nvPr/>
          </p:nvGrpSpPr>
          <p:grpSpPr>
            <a:xfrm>
              <a:off x="2492145" y="2881565"/>
              <a:ext cx="607300" cy="229751"/>
              <a:chOff x="2492145" y="2881565"/>
              <a:chExt cx="607300" cy="229751"/>
            </a:xfrm>
          </p:grpSpPr>
          <p:sp>
            <p:nvSpPr>
              <p:cNvPr id="8396" name="Google Shape;8396;p58"/>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58"/>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58"/>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9" name="Google Shape;8399;p58"/>
            <p:cNvGrpSpPr/>
            <p:nvPr/>
          </p:nvGrpSpPr>
          <p:grpSpPr>
            <a:xfrm>
              <a:off x="2389399" y="2595741"/>
              <a:ext cx="812796" cy="296825"/>
              <a:chOff x="2389399" y="2595741"/>
              <a:chExt cx="812796" cy="296825"/>
            </a:xfrm>
          </p:grpSpPr>
          <p:grpSp>
            <p:nvGrpSpPr>
              <p:cNvPr id="8400" name="Google Shape;8400;p58"/>
              <p:cNvGrpSpPr/>
              <p:nvPr/>
            </p:nvGrpSpPr>
            <p:grpSpPr>
              <a:xfrm>
                <a:off x="2389399" y="2595741"/>
                <a:ext cx="363638" cy="296825"/>
                <a:chOff x="2389399" y="2595741"/>
                <a:chExt cx="363638" cy="296825"/>
              </a:xfrm>
            </p:grpSpPr>
            <p:grpSp>
              <p:nvGrpSpPr>
                <p:cNvPr id="8401" name="Google Shape;8401;p58"/>
                <p:cNvGrpSpPr/>
                <p:nvPr/>
              </p:nvGrpSpPr>
              <p:grpSpPr>
                <a:xfrm>
                  <a:off x="2493852" y="2794333"/>
                  <a:ext cx="259185" cy="98232"/>
                  <a:chOff x="2493852" y="2794333"/>
                  <a:chExt cx="259185" cy="98232"/>
                </a:xfrm>
              </p:grpSpPr>
              <p:sp>
                <p:nvSpPr>
                  <p:cNvPr id="8402" name="Google Shape;8402;p58"/>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58"/>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58"/>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5" name="Google Shape;8405;p58"/>
                <p:cNvGrpSpPr/>
                <p:nvPr/>
              </p:nvGrpSpPr>
              <p:grpSpPr>
                <a:xfrm>
                  <a:off x="2389399" y="2595741"/>
                  <a:ext cx="224343" cy="182054"/>
                  <a:chOff x="2389399" y="2595741"/>
                  <a:chExt cx="224343" cy="182054"/>
                </a:xfrm>
              </p:grpSpPr>
              <p:sp>
                <p:nvSpPr>
                  <p:cNvPr id="8406" name="Google Shape;8406;p58"/>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58"/>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08" name="Google Shape;8408;p58"/>
              <p:cNvGrpSpPr/>
              <p:nvPr/>
            </p:nvGrpSpPr>
            <p:grpSpPr>
              <a:xfrm>
                <a:off x="2683630" y="2595741"/>
                <a:ext cx="224334" cy="296825"/>
                <a:chOff x="2683630" y="2595741"/>
                <a:chExt cx="224334" cy="296825"/>
              </a:xfrm>
            </p:grpSpPr>
            <p:grpSp>
              <p:nvGrpSpPr>
                <p:cNvPr id="8409" name="Google Shape;8409;p58"/>
                <p:cNvGrpSpPr/>
                <p:nvPr/>
              </p:nvGrpSpPr>
              <p:grpSpPr>
                <a:xfrm>
                  <a:off x="2788083" y="2794333"/>
                  <a:ext cx="15356" cy="98232"/>
                  <a:chOff x="2788083" y="2794333"/>
                  <a:chExt cx="15356" cy="98232"/>
                </a:xfrm>
              </p:grpSpPr>
              <p:sp>
                <p:nvSpPr>
                  <p:cNvPr id="8410" name="Google Shape;8410;p58"/>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58"/>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58"/>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3" name="Google Shape;8413;p58"/>
                <p:cNvGrpSpPr/>
                <p:nvPr/>
              </p:nvGrpSpPr>
              <p:grpSpPr>
                <a:xfrm>
                  <a:off x="2683630" y="2595741"/>
                  <a:ext cx="224334" cy="182054"/>
                  <a:chOff x="2683630" y="2595741"/>
                  <a:chExt cx="224334" cy="182054"/>
                </a:xfrm>
              </p:grpSpPr>
              <p:sp>
                <p:nvSpPr>
                  <p:cNvPr id="8414" name="Google Shape;8414;p58"/>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58"/>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16" name="Google Shape;8416;p58"/>
              <p:cNvGrpSpPr/>
              <p:nvPr/>
            </p:nvGrpSpPr>
            <p:grpSpPr>
              <a:xfrm>
                <a:off x="2838475" y="2595741"/>
                <a:ext cx="363719" cy="296825"/>
                <a:chOff x="2838475" y="2595741"/>
                <a:chExt cx="363719" cy="296825"/>
              </a:xfrm>
            </p:grpSpPr>
            <p:grpSp>
              <p:nvGrpSpPr>
                <p:cNvPr id="8417" name="Google Shape;8417;p58"/>
                <p:cNvGrpSpPr/>
                <p:nvPr/>
              </p:nvGrpSpPr>
              <p:grpSpPr>
                <a:xfrm>
                  <a:off x="2838475" y="2794333"/>
                  <a:ext cx="259185" cy="98232"/>
                  <a:chOff x="2838475" y="2794333"/>
                  <a:chExt cx="259185" cy="98232"/>
                </a:xfrm>
              </p:grpSpPr>
              <p:sp>
                <p:nvSpPr>
                  <p:cNvPr id="8418" name="Google Shape;8418;p58"/>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58"/>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58"/>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1" name="Google Shape;8421;p58"/>
                <p:cNvGrpSpPr/>
                <p:nvPr/>
              </p:nvGrpSpPr>
              <p:grpSpPr>
                <a:xfrm>
                  <a:off x="2977852" y="2595741"/>
                  <a:ext cx="224343" cy="182054"/>
                  <a:chOff x="2977852" y="2595741"/>
                  <a:chExt cx="224343" cy="182054"/>
                </a:xfrm>
              </p:grpSpPr>
              <p:sp>
                <p:nvSpPr>
                  <p:cNvPr id="8422" name="Google Shape;8422;p58"/>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58"/>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424" name="Google Shape;8424;p58"/>
            <p:cNvGrpSpPr/>
            <p:nvPr/>
          </p:nvGrpSpPr>
          <p:grpSpPr>
            <a:xfrm>
              <a:off x="2389399" y="3100241"/>
              <a:ext cx="812796" cy="296869"/>
              <a:chOff x="2389399" y="3100241"/>
              <a:chExt cx="812796" cy="296869"/>
            </a:xfrm>
          </p:grpSpPr>
          <p:grpSp>
            <p:nvGrpSpPr>
              <p:cNvPr id="8425" name="Google Shape;8425;p58"/>
              <p:cNvGrpSpPr/>
              <p:nvPr/>
            </p:nvGrpSpPr>
            <p:grpSpPr>
              <a:xfrm>
                <a:off x="2683630" y="3100241"/>
                <a:ext cx="224334" cy="296869"/>
                <a:chOff x="2683630" y="3100241"/>
                <a:chExt cx="224334" cy="296869"/>
              </a:xfrm>
            </p:grpSpPr>
            <p:grpSp>
              <p:nvGrpSpPr>
                <p:cNvPr id="8426" name="Google Shape;8426;p58"/>
                <p:cNvGrpSpPr/>
                <p:nvPr/>
              </p:nvGrpSpPr>
              <p:grpSpPr>
                <a:xfrm>
                  <a:off x="2788083" y="3100241"/>
                  <a:ext cx="15356" cy="98237"/>
                  <a:chOff x="2788083" y="3100241"/>
                  <a:chExt cx="15356" cy="98237"/>
                </a:xfrm>
              </p:grpSpPr>
              <p:sp>
                <p:nvSpPr>
                  <p:cNvPr id="8427" name="Google Shape;8427;p58"/>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58"/>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58"/>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0" name="Google Shape;8430;p58"/>
                <p:cNvGrpSpPr/>
                <p:nvPr/>
              </p:nvGrpSpPr>
              <p:grpSpPr>
                <a:xfrm>
                  <a:off x="2683630" y="3215065"/>
                  <a:ext cx="224334" cy="182045"/>
                  <a:chOff x="2683630" y="3215065"/>
                  <a:chExt cx="224334" cy="182045"/>
                </a:xfrm>
              </p:grpSpPr>
              <p:sp>
                <p:nvSpPr>
                  <p:cNvPr id="8431" name="Google Shape;8431;p58"/>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58"/>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33" name="Google Shape;8433;p58"/>
              <p:cNvGrpSpPr/>
              <p:nvPr/>
            </p:nvGrpSpPr>
            <p:grpSpPr>
              <a:xfrm>
                <a:off x="2389399" y="3100241"/>
                <a:ext cx="363638" cy="296869"/>
                <a:chOff x="2389399" y="3100241"/>
                <a:chExt cx="363638" cy="296869"/>
              </a:xfrm>
            </p:grpSpPr>
            <p:grpSp>
              <p:nvGrpSpPr>
                <p:cNvPr id="8434" name="Google Shape;8434;p58"/>
                <p:cNvGrpSpPr/>
                <p:nvPr/>
              </p:nvGrpSpPr>
              <p:grpSpPr>
                <a:xfrm>
                  <a:off x="2493852" y="3100241"/>
                  <a:ext cx="259185" cy="98237"/>
                  <a:chOff x="2493852" y="3100241"/>
                  <a:chExt cx="259185" cy="98237"/>
                </a:xfrm>
              </p:grpSpPr>
              <p:sp>
                <p:nvSpPr>
                  <p:cNvPr id="8435" name="Google Shape;8435;p58"/>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58"/>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58"/>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8" name="Google Shape;8438;p58"/>
                <p:cNvGrpSpPr/>
                <p:nvPr/>
              </p:nvGrpSpPr>
              <p:grpSpPr>
                <a:xfrm>
                  <a:off x="2389399" y="3215065"/>
                  <a:ext cx="224343" cy="182045"/>
                  <a:chOff x="2389399" y="3215065"/>
                  <a:chExt cx="224343" cy="182045"/>
                </a:xfrm>
              </p:grpSpPr>
              <p:sp>
                <p:nvSpPr>
                  <p:cNvPr id="8439" name="Google Shape;8439;p58"/>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58"/>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41" name="Google Shape;8441;p58"/>
              <p:cNvGrpSpPr/>
              <p:nvPr/>
            </p:nvGrpSpPr>
            <p:grpSpPr>
              <a:xfrm>
                <a:off x="2838475" y="3100241"/>
                <a:ext cx="363719" cy="296869"/>
                <a:chOff x="2838475" y="3100241"/>
                <a:chExt cx="363719" cy="296869"/>
              </a:xfrm>
            </p:grpSpPr>
            <p:grpSp>
              <p:nvGrpSpPr>
                <p:cNvPr id="8442" name="Google Shape;8442;p58"/>
                <p:cNvGrpSpPr/>
                <p:nvPr/>
              </p:nvGrpSpPr>
              <p:grpSpPr>
                <a:xfrm>
                  <a:off x="2838475" y="3100241"/>
                  <a:ext cx="259185" cy="98237"/>
                  <a:chOff x="2838475" y="3100241"/>
                  <a:chExt cx="259185" cy="98237"/>
                </a:xfrm>
              </p:grpSpPr>
              <p:sp>
                <p:nvSpPr>
                  <p:cNvPr id="8443" name="Google Shape;8443;p58"/>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58"/>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58"/>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6" name="Google Shape;8446;p58"/>
                <p:cNvGrpSpPr/>
                <p:nvPr/>
              </p:nvGrpSpPr>
              <p:grpSpPr>
                <a:xfrm>
                  <a:off x="2977852" y="3215065"/>
                  <a:ext cx="224343" cy="182045"/>
                  <a:chOff x="2977852" y="3215065"/>
                  <a:chExt cx="224343" cy="182045"/>
                </a:xfrm>
              </p:grpSpPr>
              <p:sp>
                <p:nvSpPr>
                  <p:cNvPr id="8447" name="Google Shape;8447;p58"/>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58"/>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8452"/>
        <p:cNvGrpSpPr/>
        <p:nvPr/>
      </p:nvGrpSpPr>
      <p:grpSpPr>
        <a:xfrm>
          <a:off x="0" y="0"/>
          <a:ext cx="0" cy="0"/>
          <a:chOff x="0" y="0"/>
          <a:chExt cx="0" cy="0"/>
        </a:xfrm>
      </p:grpSpPr>
      <p:grpSp>
        <p:nvGrpSpPr>
          <p:cNvPr id="8453" name="Google Shape;8453;p59"/>
          <p:cNvGrpSpPr/>
          <p:nvPr/>
        </p:nvGrpSpPr>
        <p:grpSpPr>
          <a:xfrm>
            <a:off x="702075" y="3155925"/>
            <a:ext cx="2390414" cy="1024800"/>
            <a:chOff x="728925" y="3296613"/>
            <a:chExt cx="2390414" cy="1024800"/>
          </a:xfrm>
        </p:grpSpPr>
        <p:grpSp>
          <p:nvGrpSpPr>
            <p:cNvPr id="8454" name="Google Shape;8454;p59"/>
            <p:cNvGrpSpPr/>
            <p:nvPr/>
          </p:nvGrpSpPr>
          <p:grpSpPr>
            <a:xfrm>
              <a:off x="728925" y="3619800"/>
              <a:ext cx="2390414" cy="500893"/>
              <a:chOff x="728925" y="3619800"/>
              <a:chExt cx="2390414" cy="500893"/>
            </a:xfrm>
          </p:grpSpPr>
          <p:sp>
            <p:nvSpPr>
              <p:cNvPr id="8455" name="Google Shape;8455;p59"/>
              <p:cNvSpPr/>
              <p:nvPr/>
            </p:nvSpPr>
            <p:spPr>
              <a:xfrm>
                <a:off x="728925" y="3619800"/>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456" name="Google Shape;8456;p59"/>
              <p:cNvSpPr/>
              <p:nvPr/>
            </p:nvSpPr>
            <p:spPr>
              <a:xfrm>
                <a:off x="728939" y="3953593"/>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8457" name="Google Shape;8457;p59"/>
            <p:cNvGrpSpPr/>
            <p:nvPr/>
          </p:nvGrpSpPr>
          <p:grpSpPr>
            <a:xfrm>
              <a:off x="1348050" y="3296613"/>
              <a:ext cx="1706152" cy="1024800"/>
              <a:chOff x="1348050" y="3296613"/>
              <a:chExt cx="1706152" cy="1024800"/>
            </a:xfrm>
          </p:grpSpPr>
          <p:sp>
            <p:nvSpPr>
              <p:cNvPr id="8458" name="Google Shape;8458;p59"/>
              <p:cNvSpPr/>
              <p:nvPr/>
            </p:nvSpPr>
            <p:spPr>
              <a:xfrm>
                <a:off x="1348050"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459" name="Google Shape;8459;p59"/>
              <p:cNvSpPr/>
              <p:nvPr/>
            </p:nvSpPr>
            <p:spPr>
              <a:xfrm>
                <a:off x="168708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460" name="Google Shape;8460;p59"/>
              <p:cNvSpPr/>
              <p:nvPr/>
            </p:nvSpPr>
            <p:spPr>
              <a:xfrm>
                <a:off x="2040389"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461" name="Google Shape;8461;p59"/>
              <p:cNvSpPr/>
              <p:nvPr/>
            </p:nvSpPr>
            <p:spPr>
              <a:xfrm>
                <a:off x="2393695"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462" name="Google Shape;8462;p59"/>
              <p:cNvSpPr/>
              <p:nvPr/>
            </p:nvSpPr>
            <p:spPr>
              <a:xfrm>
                <a:off x="274700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8463" name="Google Shape;8463;p59"/>
            <p:cNvGrpSpPr/>
            <p:nvPr/>
          </p:nvGrpSpPr>
          <p:grpSpPr>
            <a:xfrm>
              <a:off x="1455707" y="3654858"/>
              <a:ext cx="1491150" cy="417657"/>
              <a:chOff x="1455707" y="3654858"/>
              <a:chExt cx="1491150" cy="417657"/>
            </a:xfrm>
          </p:grpSpPr>
          <p:sp>
            <p:nvSpPr>
              <p:cNvPr id="8464" name="Google Shape;8464;p59"/>
              <p:cNvSpPr/>
              <p:nvPr/>
            </p:nvSpPr>
            <p:spPr>
              <a:xfrm>
                <a:off x="1472938"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59"/>
              <p:cNvSpPr/>
              <p:nvPr/>
            </p:nvSpPr>
            <p:spPr>
              <a:xfrm>
                <a:off x="1490853"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59"/>
              <p:cNvSpPr/>
              <p:nvPr/>
            </p:nvSpPr>
            <p:spPr>
              <a:xfrm>
                <a:off x="181918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59"/>
              <p:cNvSpPr/>
              <p:nvPr/>
            </p:nvSpPr>
            <p:spPr>
              <a:xfrm>
                <a:off x="183709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59"/>
              <p:cNvSpPr/>
              <p:nvPr/>
            </p:nvSpPr>
            <p:spPr>
              <a:xfrm>
                <a:off x="1478676" y="40082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59"/>
              <p:cNvSpPr/>
              <p:nvPr/>
            </p:nvSpPr>
            <p:spPr>
              <a:xfrm>
                <a:off x="1455707" y="40079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59"/>
              <p:cNvSpPr/>
              <p:nvPr/>
            </p:nvSpPr>
            <p:spPr>
              <a:xfrm>
                <a:off x="184157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59"/>
              <p:cNvSpPr/>
              <p:nvPr/>
            </p:nvSpPr>
            <p:spPr>
              <a:xfrm>
                <a:off x="181861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59"/>
              <p:cNvSpPr/>
              <p:nvPr/>
            </p:nvSpPr>
            <p:spPr>
              <a:xfrm>
                <a:off x="217249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59"/>
              <p:cNvSpPr/>
              <p:nvPr/>
            </p:nvSpPr>
            <p:spPr>
              <a:xfrm>
                <a:off x="219040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59"/>
              <p:cNvSpPr/>
              <p:nvPr/>
            </p:nvSpPr>
            <p:spPr>
              <a:xfrm>
                <a:off x="219488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59"/>
              <p:cNvSpPr/>
              <p:nvPr/>
            </p:nvSpPr>
            <p:spPr>
              <a:xfrm>
                <a:off x="217192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59"/>
              <p:cNvSpPr/>
              <p:nvPr/>
            </p:nvSpPr>
            <p:spPr>
              <a:xfrm>
                <a:off x="2874730"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59"/>
              <p:cNvSpPr/>
              <p:nvPr/>
            </p:nvSpPr>
            <p:spPr>
              <a:xfrm>
                <a:off x="2892645"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59"/>
              <p:cNvSpPr/>
              <p:nvPr/>
            </p:nvSpPr>
            <p:spPr>
              <a:xfrm>
                <a:off x="2901559" y="40055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59"/>
              <p:cNvSpPr/>
              <p:nvPr/>
            </p:nvSpPr>
            <p:spPr>
              <a:xfrm>
                <a:off x="2878589" y="40052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59"/>
              <p:cNvSpPr/>
              <p:nvPr/>
            </p:nvSpPr>
            <p:spPr>
              <a:xfrm>
                <a:off x="2525796"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59"/>
              <p:cNvSpPr/>
              <p:nvPr/>
            </p:nvSpPr>
            <p:spPr>
              <a:xfrm>
                <a:off x="2543711"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59"/>
              <p:cNvSpPr/>
              <p:nvPr/>
            </p:nvSpPr>
            <p:spPr>
              <a:xfrm>
                <a:off x="2548194"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59"/>
              <p:cNvSpPr/>
              <p:nvPr/>
            </p:nvSpPr>
            <p:spPr>
              <a:xfrm>
                <a:off x="2525225"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8484" name="Google Shape;8484;p59"/>
          <p:cNvGraphicFramePr/>
          <p:nvPr/>
        </p:nvGraphicFramePr>
        <p:xfrm>
          <a:off x="5937775" y="2153837"/>
          <a:ext cx="3000000" cy="3000000"/>
        </p:xfrm>
        <a:graphic>
          <a:graphicData uri="http://schemas.openxmlformats.org/drawingml/2006/table">
            <a:tbl>
              <a:tblPr>
                <a:noFill/>
                <a:tableStyleId>{7AEFDC93-782D-4E4C-A218-EDA5358B997B}</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8485" name="Google Shape;8485;p59"/>
          <p:cNvGrpSpPr/>
          <p:nvPr/>
        </p:nvGrpSpPr>
        <p:grpSpPr>
          <a:xfrm>
            <a:off x="710451" y="981601"/>
            <a:ext cx="2396505" cy="976502"/>
            <a:chOff x="749309" y="1112739"/>
            <a:chExt cx="2371603" cy="976502"/>
          </a:xfrm>
        </p:grpSpPr>
        <p:grpSp>
          <p:nvGrpSpPr>
            <p:cNvPr id="8486" name="Google Shape;8486;p59"/>
            <p:cNvGrpSpPr/>
            <p:nvPr/>
          </p:nvGrpSpPr>
          <p:grpSpPr>
            <a:xfrm>
              <a:off x="1092126" y="1112739"/>
              <a:ext cx="2028786" cy="975464"/>
              <a:chOff x="1092126" y="1112739"/>
              <a:chExt cx="2028786" cy="975464"/>
            </a:xfrm>
          </p:grpSpPr>
          <p:sp>
            <p:nvSpPr>
              <p:cNvPr id="8487" name="Google Shape;8487;p59"/>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59"/>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59"/>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59"/>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59"/>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59"/>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59"/>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59"/>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59"/>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59"/>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59"/>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59"/>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59"/>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59"/>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59"/>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59"/>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59"/>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59"/>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59"/>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59"/>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59"/>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59"/>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59"/>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59"/>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1" name="Google Shape;8511;p59"/>
            <p:cNvGrpSpPr/>
            <p:nvPr/>
          </p:nvGrpSpPr>
          <p:grpSpPr>
            <a:xfrm>
              <a:off x="749309" y="1112739"/>
              <a:ext cx="314700" cy="975464"/>
              <a:chOff x="749309" y="1112739"/>
              <a:chExt cx="314700" cy="975464"/>
            </a:xfrm>
          </p:grpSpPr>
          <p:sp>
            <p:nvSpPr>
              <p:cNvPr id="8512" name="Google Shape;8512;p59"/>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59"/>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59"/>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59"/>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16" name="Google Shape;8516;p59"/>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59"/>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59"/>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59"/>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8520" name="Google Shape;8520;p59"/>
          <p:cNvGraphicFramePr/>
          <p:nvPr/>
        </p:nvGraphicFramePr>
        <p:xfrm>
          <a:off x="5937800" y="981587"/>
          <a:ext cx="3000000" cy="3000000"/>
        </p:xfrm>
        <a:graphic>
          <a:graphicData uri="http://schemas.openxmlformats.org/drawingml/2006/table">
            <a:tbl>
              <a:tblPr>
                <a:noFill/>
                <a:tableStyleId>{7AEFDC93-782D-4E4C-A218-EDA5358B997B}</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8521" name="Google Shape;8521;p59"/>
          <p:cNvGraphicFramePr/>
          <p:nvPr/>
        </p:nvGraphicFramePr>
        <p:xfrm>
          <a:off x="3358663" y="2153837"/>
          <a:ext cx="3000000" cy="3000000"/>
        </p:xfrm>
        <a:graphic>
          <a:graphicData uri="http://schemas.openxmlformats.org/drawingml/2006/table">
            <a:tbl>
              <a:tblPr>
                <a:noFill/>
                <a:tableStyleId>{7AEFDC93-782D-4E4C-A218-EDA5358B997B}</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8522" name="Google Shape;8522;p59"/>
          <p:cNvGrpSpPr/>
          <p:nvPr/>
        </p:nvGrpSpPr>
        <p:grpSpPr>
          <a:xfrm>
            <a:off x="3360649" y="3144798"/>
            <a:ext cx="2363377" cy="1047062"/>
            <a:chOff x="3358399" y="3285485"/>
            <a:chExt cx="2363377" cy="1047062"/>
          </a:xfrm>
        </p:grpSpPr>
        <p:grpSp>
          <p:nvGrpSpPr>
            <p:cNvPr id="8523" name="Google Shape;8523;p59"/>
            <p:cNvGrpSpPr/>
            <p:nvPr/>
          </p:nvGrpSpPr>
          <p:grpSpPr>
            <a:xfrm>
              <a:off x="3358412" y="3285485"/>
              <a:ext cx="2363244" cy="139500"/>
              <a:chOff x="3358412" y="3285485"/>
              <a:chExt cx="2363244" cy="139500"/>
            </a:xfrm>
          </p:grpSpPr>
          <p:sp>
            <p:nvSpPr>
              <p:cNvPr id="8524" name="Google Shape;8524;p59"/>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59"/>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59"/>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59"/>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59"/>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9" name="Google Shape;8529;p59"/>
            <p:cNvGrpSpPr/>
            <p:nvPr/>
          </p:nvGrpSpPr>
          <p:grpSpPr>
            <a:xfrm>
              <a:off x="3358412" y="3466996"/>
              <a:ext cx="2363244" cy="139500"/>
              <a:chOff x="3358412" y="3466996"/>
              <a:chExt cx="2363244" cy="139500"/>
            </a:xfrm>
          </p:grpSpPr>
          <p:sp>
            <p:nvSpPr>
              <p:cNvPr id="8530" name="Google Shape;8530;p59"/>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59"/>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59"/>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59"/>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59"/>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5" name="Google Shape;8535;p59"/>
            <p:cNvGrpSpPr/>
            <p:nvPr/>
          </p:nvGrpSpPr>
          <p:grpSpPr>
            <a:xfrm>
              <a:off x="3358412" y="3648507"/>
              <a:ext cx="2363244" cy="139500"/>
              <a:chOff x="3358412" y="3648507"/>
              <a:chExt cx="2363244" cy="139500"/>
            </a:xfrm>
          </p:grpSpPr>
          <p:sp>
            <p:nvSpPr>
              <p:cNvPr id="8536" name="Google Shape;8536;p59"/>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59"/>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59"/>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59"/>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59"/>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1" name="Google Shape;8541;p59"/>
            <p:cNvGrpSpPr/>
            <p:nvPr/>
          </p:nvGrpSpPr>
          <p:grpSpPr>
            <a:xfrm>
              <a:off x="3358412" y="3830018"/>
              <a:ext cx="2363244" cy="139500"/>
              <a:chOff x="3358412" y="3830018"/>
              <a:chExt cx="2363244" cy="139500"/>
            </a:xfrm>
          </p:grpSpPr>
          <p:sp>
            <p:nvSpPr>
              <p:cNvPr id="8542" name="Google Shape;8542;p59"/>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59"/>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59"/>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59"/>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59"/>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7" name="Google Shape;8547;p59"/>
            <p:cNvGrpSpPr/>
            <p:nvPr/>
          </p:nvGrpSpPr>
          <p:grpSpPr>
            <a:xfrm>
              <a:off x="3358399" y="4011514"/>
              <a:ext cx="2363377" cy="139537"/>
              <a:chOff x="3294800" y="4134603"/>
              <a:chExt cx="2638876" cy="152400"/>
            </a:xfrm>
          </p:grpSpPr>
          <p:sp>
            <p:nvSpPr>
              <p:cNvPr id="8548" name="Google Shape;8548;p59"/>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59"/>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59"/>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59"/>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59"/>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3" name="Google Shape;8553;p59"/>
            <p:cNvGrpSpPr/>
            <p:nvPr/>
          </p:nvGrpSpPr>
          <p:grpSpPr>
            <a:xfrm>
              <a:off x="3358399" y="4193010"/>
              <a:ext cx="2363377" cy="139537"/>
              <a:chOff x="3294800" y="4134603"/>
              <a:chExt cx="2638876" cy="152400"/>
            </a:xfrm>
          </p:grpSpPr>
          <p:sp>
            <p:nvSpPr>
              <p:cNvPr id="8554" name="Google Shape;8554;p59"/>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59"/>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59"/>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59"/>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59"/>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8559" name="Google Shape;8559;p59"/>
          <p:cNvGraphicFramePr/>
          <p:nvPr/>
        </p:nvGraphicFramePr>
        <p:xfrm>
          <a:off x="711450" y="2153837"/>
          <a:ext cx="3000000" cy="3000000"/>
        </p:xfrm>
        <a:graphic>
          <a:graphicData uri="http://schemas.openxmlformats.org/drawingml/2006/table">
            <a:tbl>
              <a:tblPr>
                <a:noFill/>
                <a:tableStyleId>{7AEFDC93-782D-4E4C-A218-EDA5358B997B}</a:tableStyleId>
              </a:tblPr>
              <a:tblGrid>
                <a:gridCol w="592450">
                  <a:extLst>
                    <a:ext uri="{9D8B030D-6E8A-4147-A177-3AD203B41FA5}">
                      <a16:colId xmlns:a16="http://schemas.microsoft.com/office/drawing/2014/main" val="20000"/>
                    </a:ext>
                  </a:extLst>
                </a:gridCol>
                <a:gridCol w="592450">
                  <a:extLst>
                    <a:ext uri="{9D8B030D-6E8A-4147-A177-3AD203B41FA5}">
                      <a16:colId xmlns:a16="http://schemas.microsoft.com/office/drawing/2014/main" val="20001"/>
                    </a:ext>
                  </a:extLst>
                </a:gridCol>
                <a:gridCol w="592450">
                  <a:extLst>
                    <a:ext uri="{9D8B030D-6E8A-4147-A177-3AD203B41FA5}">
                      <a16:colId xmlns:a16="http://schemas.microsoft.com/office/drawing/2014/main" val="20002"/>
                    </a:ext>
                  </a:extLst>
                </a:gridCol>
                <a:gridCol w="592450">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8560" name="Google Shape;8560;p59"/>
          <p:cNvGrpSpPr/>
          <p:nvPr/>
        </p:nvGrpSpPr>
        <p:grpSpPr>
          <a:xfrm>
            <a:off x="4161119" y="2557652"/>
            <a:ext cx="1302095" cy="60959"/>
            <a:chOff x="3558802" y="4011427"/>
            <a:chExt cx="1866000" cy="111300"/>
          </a:xfrm>
        </p:grpSpPr>
        <p:sp>
          <p:nvSpPr>
            <p:cNvPr id="8561" name="Google Shape;8561;p59"/>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59"/>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3" name="Google Shape;8563;p59"/>
          <p:cNvGrpSpPr/>
          <p:nvPr/>
        </p:nvGrpSpPr>
        <p:grpSpPr>
          <a:xfrm>
            <a:off x="4706607" y="2839811"/>
            <a:ext cx="914340" cy="60959"/>
            <a:chOff x="3558802" y="4011427"/>
            <a:chExt cx="1866000" cy="111300"/>
          </a:xfrm>
        </p:grpSpPr>
        <p:sp>
          <p:nvSpPr>
            <p:cNvPr id="8564" name="Google Shape;8564;p59"/>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59"/>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6" name="Google Shape;8566;p59"/>
          <p:cNvGrpSpPr/>
          <p:nvPr/>
        </p:nvGrpSpPr>
        <p:grpSpPr>
          <a:xfrm>
            <a:off x="5874449" y="3167609"/>
            <a:ext cx="2519825" cy="1001454"/>
            <a:chOff x="1906114" y="789980"/>
            <a:chExt cx="1487676" cy="606868"/>
          </a:xfrm>
        </p:grpSpPr>
        <p:cxnSp>
          <p:nvCxnSpPr>
            <p:cNvPr id="8567" name="Google Shape;8567;p59"/>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8568" name="Google Shape;8568;p59"/>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8569" name="Google Shape;8569;p59"/>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8570" name="Google Shape;8570;p59"/>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8571" name="Google Shape;8571;p59"/>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8572" name="Google Shape;8572;p59"/>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8573" name="Google Shape;8573;p59"/>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8574" name="Google Shape;8574;p59"/>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59"/>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59"/>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59"/>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59"/>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59"/>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59"/>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8581" name="Google Shape;8581;p59"/>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8582" name="Google Shape;8582;p59"/>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8583" name="Google Shape;8583;p59"/>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4" name="Google Shape;8584;p59"/>
          <p:cNvGrpSpPr/>
          <p:nvPr/>
        </p:nvGrpSpPr>
        <p:grpSpPr>
          <a:xfrm>
            <a:off x="3355812" y="951645"/>
            <a:ext cx="2363393" cy="1005865"/>
            <a:chOff x="3292400" y="1193188"/>
            <a:chExt cx="2615240" cy="1131075"/>
          </a:xfrm>
        </p:grpSpPr>
        <p:sp>
          <p:nvSpPr>
            <p:cNvPr id="8585" name="Google Shape;8585;p59"/>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586" name="Google Shape;8586;p59"/>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587" name="Google Shape;8587;p59"/>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JANUARY</a:t>
              </a:r>
              <a:endParaRPr sz="200">
                <a:solidFill>
                  <a:srgbClr val="FFFFFF"/>
                </a:solidFill>
              </a:endParaRPr>
            </a:p>
          </p:txBody>
        </p:sp>
        <p:sp>
          <p:nvSpPr>
            <p:cNvPr id="8588" name="Google Shape;8588;p59"/>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FEBRUARY</a:t>
              </a:r>
              <a:endParaRPr sz="200">
                <a:solidFill>
                  <a:srgbClr val="FFFFFF"/>
                </a:solidFill>
              </a:endParaRPr>
            </a:p>
          </p:txBody>
        </p:sp>
        <p:sp>
          <p:nvSpPr>
            <p:cNvPr id="8589" name="Google Shape;8589;p59"/>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MARCH</a:t>
              </a:r>
              <a:endParaRPr sz="200">
                <a:solidFill>
                  <a:srgbClr val="FFFFFF"/>
                </a:solidFill>
              </a:endParaRPr>
            </a:p>
          </p:txBody>
        </p:sp>
        <p:sp>
          <p:nvSpPr>
            <p:cNvPr id="8590" name="Google Shape;8590;p59"/>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APRIL</a:t>
              </a:r>
              <a:endParaRPr sz="200">
                <a:solidFill>
                  <a:srgbClr val="FFFFFF"/>
                </a:solidFill>
              </a:endParaRPr>
            </a:p>
          </p:txBody>
        </p:sp>
        <p:sp>
          <p:nvSpPr>
            <p:cNvPr id="8591" name="Google Shape;8591;p59"/>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MAY</a:t>
              </a:r>
              <a:endParaRPr sz="200">
                <a:solidFill>
                  <a:srgbClr val="FFFFFF"/>
                </a:solidFill>
              </a:endParaRPr>
            </a:p>
          </p:txBody>
        </p:sp>
        <p:sp>
          <p:nvSpPr>
            <p:cNvPr id="8592" name="Google Shape;8592;p59"/>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JUNE</a:t>
              </a:r>
              <a:endParaRPr sz="200">
                <a:solidFill>
                  <a:srgbClr val="FFFFFF"/>
                </a:solidFill>
              </a:endParaRPr>
            </a:p>
          </p:txBody>
        </p:sp>
        <p:sp>
          <p:nvSpPr>
            <p:cNvPr id="8593" name="Google Shape;8593;p59"/>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1</a:t>
              </a:r>
              <a:endParaRPr sz="200">
                <a:solidFill>
                  <a:srgbClr val="FFFFFF"/>
                </a:solidFill>
              </a:endParaRPr>
            </a:p>
          </p:txBody>
        </p:sp>
        <p:sp>
          <p:nvSpPr>
            <p:cNvPr id="8594" name="Google Shape;8594;p59"/>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2</a:t>
              </a:r>
              <a:endParaRPr sz="200">
                <a:solidFill>
                  <a:srgbClr val="FFFFFF"/>
                </a:solidFill>
              </a:endParaRPr>
            </a:p>
          </p:txBody>
        </p:sp>
        <p:sp>
          <p:nvSpPr>
            <p:cNvPr id="8595" name="Google Shape;8595;p59"/>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8596" name="Google Shape;8596;p59"/>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8597" name="Google Shape;8597;p59"/>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8598" name="Google Shape;8598;p59"/>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8599" name="Google Shape;8599;p59"/>
            <p:cNvGrpSpPr/>
            <p:nvPr/>
          </p:nvGrpSpPr>
          <p:grpSpPr>
            <a:xfrm>
              <a:off x="3748438" y="1378608"/>
              <a:ext cx="2159202" cy="903971"/>
              <a:chOff x="1683525" y="2179850"/>
              <a:chExt cx="4519050" cy="2134525"/>
            </a:xfrm>
          </p:grpSpPr>
          <p:sp>
            <p:nvSpPr>
              <p:cNvPr id="8600" name="Google Shape;8600;p59"/>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1" name="Google Shape;8601;p59"/>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2" name="Google Shape;8602;p59"/>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3" name="Google Shape;8603;p59"/>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4" name="Google Shape;8604;p59"/>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5" name="Google Shape;8605;p59"/>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6" name="Google Shape;8606;p59"/>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7" name="Google Shape;8607;p59"/>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8" name="Google Shape;8608;p59"/>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9" name="Google Shape;8609;p59"/>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10" name="Google Shape;8610;p59"/>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11" name="Google Shape;8611;p59"/>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8615"/>
        <p:cNvGrpSpPr/>
        <p:nvPr/>
      </p:nvGrpSpPr>
      <p:grpSpPr>
        <a:xfrm>
          <a:off x="0" y="0"/>
          <a:ext cx="0" cy="0"/>
          <a:chOff x="0" y="0"/>
          <a:chExt cx="0" cy="0"/>
        </a:xfrm>
      </p:grpSpPr>
      <p:grpSp>
        <p:nvGrpSpPr>
          <p:cNvPr id="8616" name="Google Shape;8616;p60"/>
          <p:cNvGrpSpPr/>
          <p:nvPr/>
        </p:nvGrpSpPr>
        <p:grpSpPr>
          <a:xfrm>
            <a:off x="4796684" y="970941"/>
            <a:ext cx="745431" cy="718863"/>
            <a:chOff x="4249973" y="1201875"/>
            <a:chExt cx="1958568" cy="1888762"/>
          </a:xfrm>
        </p:grpSpPr>
        <p:sp>
          <p:nvSpPr>
            <p:cNvPr id="8617" name="Google Shape;8617;p60"/>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18" name="Google Shape;8618;p60"/>
            <p:cNvGrpSpPr/>
            <p:nvPr/>
          </p:nvGrpSpPr>
          <p:grpSpPr>
            <a:xfrm>
              <a:off x="5853086" y="1789142"/>
              <a:ext cx="355454" cy="1048099"/>
              <a:chOff x="5576108" y="2016725"/>
              <a:chExt cx="565200" cy="1666560"/>
            </a:xfrm>
          </p:grpSpPr>
          <p:sp>
            <p:nvSpPr>
              <p:cNvPr id="8619" name="Google Shape;8619;p60"/>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620" name="Google Shape;8620;p60"/>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1" name="Google Shape;8621;p60"/>
            <p:cNvGrpSpPr/>
            <p:nvPr/>
          </p:nvGrpSpPr>
          <p:grpSpPr>
            <a:xfrm>
              <a:off x="4869455" y="2691676"/>
              <a:ext cx="1013897" cy="398961"/>
              <a:chOff x="4012057" y="3451825"/>
              <a:chExt cx="1612175" cy="634379"/>
            </a:xfrm>
          </p:grpSpPr>
          <p:sp>
            <p:nvSpPr>
              <p:cNvPr id="8622" name="Google Shape;8622;p60"/>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623" name="Google Shape;8623;p60"/>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4" name="Google Shape;8624;p60"/>
            <p:cNvGrpSpPr/>
            <p:nvPr/>
          </p:nvGrpSpPr>
          <p:grpSpPr>
            <a:xfrm>
              <a:off x="4276937" y="2155961"/>
              <a:ext cx="651965" cy="891358"/>
              <a:chOff x="3069908" y="2599997"/>
              <a:chExt cx="1036675" cy="1417328"/>
            </a:xfrm>
          </p:grpSpPr>
          <p:sp>
            <p:nvSpPr>
              <p:cNvPr id="8625" name="Google Shape;8625;p60"/>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626" name="Google Shape;8626;p60"/>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7" name="Google Shape;8627;p60"/>
            <p:cNvGrpSpPr/>
            <p:nvPr/>
          </p:nvGrpSpPr>
          <p:grpSpPr>
            <a:xfrm>
              <a:off x="5054918" y="1201875"/>
              <a:ext cx="999548" cy="602711"/>
              <a:chOff x="4306958" y="1082925"/>
              <a:chExt cx="1589359" cy="958358"/>
            </a:xfrm>
          </p:grpSpPr>
          <p:sp>
            <p:nvSpPr>
              <p:cNvPr id="8628" name="Google Shape;8628;p60"/>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629" name="Google Shape;8629;p60"/>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0" name="Google Shape;8630;p60"/>
            <p:cNvGrpSpPr/>
            <p:nvPr/>
          </p:nvGrpSpPr>
          <p:grpSpPr>
            <a:xfrm>
              <a:off x="4249973" y="1303451"/>
              <a:ext cx="799317" cy="841334"/>
              <a:chOff x="3027033" y="1244439"/>
              <a:chExt cx="1270977" cy="1337786"/>
            </a:xfrm>
          </p:grpSpPr>
          <p:sp>
            <p:nvSpPr>
              <p:cNvPr id="8631" name="Google Shape;8631;p60"/>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632" name="Google Shape;8632;p60"/>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633" name="Google Shape;8633;p60"/>
          <p:cNvGrpSpPr/>
          <p:nvPr/>
        </p:nvGrpSpPr>
        <p:grpSpPr>
          <a:xfrm>
            <a:off x="713057" y="1849390"/>
            <a:ext cx="761767" cy="729896"/>
            <a:chOff x="2657744" y="2337745"/>
            <a:chExt cx="832987" cy="798137"/>
          </a:xfrm>
        </p:grpSpPr>
        <p:sp>
          <p:nvSpPr>
            <p:cNvPr id="8634" name="Google Shape;8634;p60"/>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60"/>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60"/>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60"/>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60"/>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60"/>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40" name="Google Shape;8640;p60"/>
          <p:cNvGrpSpPr/>
          <p:nvPr/>
        </p:nvGrpSpPr>
        <p:grpSpPr>
          <a:xfrm>
            <a:off x="3224022" y="1852597"/>
            <a:ext cx="685569" cy="723586"/>
            <a:chOff x="3398134" y="2057755"/>
            <a:chExt cx="704087" cy="743130"/>
          </a:xfrm>
        </p:grpSpPr>
        <p:grpSp>
          <p:nvGrpSpPr>
            <p:cNvPr id="8641" name="Google Shape;8641;p60"/>
            <p:cNvGrpSpPr/>
            <p:nvPr/>
          </p:nvGrpSpPr>
          <p:grpSpPr>
            <a:xfrm>
              <a:off x="3398134" y="2290183"/>
              <a:ext cx="315300" cy="219900"/>
              <a:chOff x="3398134" y="2290183"/>
              <a:chExt cx="315300" cy="219900"/>
            </a:xfrm>
          </p:grpSpPr>
          <p:sp>
            <p:nvSpPr>
              <p:cNvPr id="8642" name="Google Shape;8642;p60"/>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8643" name="Google Shape;8643;p60"/>
              <p:cNvCxnSpPr>
                <a:stCxn id="8642"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8644" name="Google Shape;8644;p60"/>
            <p:cNvGrpSpPr/>
            <p:nvPr/>
          </p:nvGrpSpPr>
          <p:grpSpPr>
            <a:xfrm>
              <a:off x="3547823" y="2467358"/>
              <a:ext cx="219900" cy="333527"/>
              <a:chOff x="3547823" y="2467358"/>
              <a:chExt cx="219900" cy="333527"/>
            </a:xfrm>
          </p:grpSpPr>
          <p:sp>
            <p:nvSpPr>
              <p:cNvPr id="8645" name="Google Shape;8645;p60"/>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8646" name="Google Shape;8646;p60"/>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8647" name="Google Shape;8647;p60"/>
            <p:cNvGrpSpPr/>
            <p:nvPr/>
          </p:nvGrpSpPr>
          <p:grpSpPr>
            <a:xfrm>
              <a:off x="3734138" y="2467358"/>
              <a:ext cx="219900" cy="333527"/>
              <a:chOff x="3734138" y="2467358"/>
              <a:chExt cx="219900" cy="333527"/>
            </a:xfrm>
          </p:grpSpPr>
          <p:sp>
            <p:nvSpPr>
              <p:cNvPr id="8648" name="Google Shape;8648;p60"/>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8649" name="Google Shape;8649;p60"/>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8650" name="Google Shape;8650;p60"/>
            <p:cNvGrpSpPr/>
            <p:nvPr/>
          </p:nvGrpSpPr>
          <p:grpSpPr>
            <a:xfrm>
              <a:off x="3787560" y="2288011"/>
              <a:ext cx="314661" cy="219900"/>
              <a:chOff x="3787560" y="2288011"/>
              <a:chExt cx="314661" cy="219900"/>
            </a:xfrm>
          </p:grpSpPr>
          <p:sp>
            <p:nvSpPr>
              <p:cNvPr id="8651" name="Google Shape;8651;p60"/>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8652" name="Google Shape;8652;p60"/>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8653" name="Google Shape;8653;p60"/>
            <p:cNvGrpSpPr/>
            <p:nvPr/>
          </p:nvGrpSpPr>
          <p:grpSpPr>
            <a:xfrm>
              <a:off x="3637290" y="2057755"/>
              <a:ext cx="219900" cy="335499"/>
              <a:chOff x="3637290" y="2057755"/>
              <a:chExt cx="219900" cy="335499"/>
            </a:xfrm>
          </p:grpSpPr>
          <p:sp>
            <p:nvSpPr>
              <p:cNvPr id="8654" name="Google Shape;8654;p60"/>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8655" name="Google Shape;8655;p60"/>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8656" name="Google Shape;8656;p60"/>
          <p:cNvGrpSpPr/>
          <p:nvPr/>
        </p:nvGrpSpPr>
        <p:grpSpPr>
          <a:xfrm>
            <a:off x="4899244" y="1859292"/>
            <a:ext cx="710153" cy="710153"/>
            <a:chOff x="5007123" y="2079403"/>
            <a:chExt cx="687600" cy="687600"/>
          </a:xfrm>
        </p:grpSpPr>
        <p:sp>
          <p:nvSpPr>
            <p:cNvPr id="8657" name="Google Shape;8657;p60"/>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60"/>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60"/>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60"/>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1" name="Google Shape;8661;p60"/>
          <p:cNvGrpSpPr/>
          <p:nvPr/>
        </p:nvGrpSpPr>
        <p:grpSpPr>
          <a:xfrm>
            <a:off x="5708681" y="1853799"/>
            <a:ext cx="720998" cy="721183"/>
            <a:chOff x="5797446" y="2063053"/>
            <a:chExt cx="698100" cy="698280"/>
          </a:xfrm>
        </p:grpSpPr>
        <p:sp>
          <p:nvSpPr>
            <p:cNvPr id="8662" name="Google Shape;8662;p60"/>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60"/>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60"/>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60"/>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6" name="Google Shape;8666;p60"/>
          <p:cNvGrpSpPr/>
          <p:nvPr/>
        </p:nvGrpSpPr>
        <p:grpSpPr>
          <a:xfrm>
            <a:off x="8153828" y="3499404"/>
            <a:ext cx="280585" cy="673164"/>
            <a:chOff x="8075075" y="3754290"/>
            <a:chExt cx="255612" cy="613194"/>
          </a:xfrm>
        </p:grpSpPr>
        <p:grpSp>
          <p:nvGrpSpPr>
            <p:cNvPr id="8667" name="Google Shape;8667;p60"/>
            <p:cNvGrpSpPr/>
            <p:nvPr/>
          </p:nvGrpSpPr>
          <p:grpSpPr>
            <a:xfrm>
              <a:off x="8075075" y="3754290"/>
              <a:ext cx="255612" cy="613194"/>
              <a:chOff x="8075075" y="3754290"/>
              <a:chExt cx="255612" cy="613194"/>
            </a:xfrm>
          </p:grpSpPr>
          <p:sp>
            <p:nvSpPr>
              <p:cNvPr id="8668" name="Google Shape;8668;p60"/>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60"/>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70" name="Google Shape;8670;p60"/>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1" name="Google Shape;8671;p60"/>
          <p:cNvGrpSpPr/>
          <p:nvPr/>
        </p:nvGrpSpPr>
        <p:grpSpPr>
          <a:xfrm>
            <a:off x="5270887" y="3488200"/>
            <a:ext cx="470352" cy="683745"/>
            <a:chOff x="1697726" y="3244179"/>
            <a:chExt cx="788124" cy="1146069"/>
          </a:xfrm>
        </p:grpSpPr>
        <p:sp>
          <p:nvSpPr>
            <p:cNvPr id="8672" name="Google Shape;8672;p60"/>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60"/>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74" name="Google Shape;8674;p60"/>
          <p:cNvSpPr/>
          <p:nvPr/>
        </p:nvSpPr>
        <p:spPr>
          <a:xfrm>
            <a:off x="8128351" y="340220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75" name="Google Shape;8675;p60"/>
          <p:cNvGrpSpPr/>
          <p:nvPr/>
        </p:nvGrpSpPr>
        <p:grpSpPr>
          <a:xfrm>
            <a:off x="5892037" y="3499402"/>
            <a:ext cx="293891" cy="293845"/>
            <a:chOff x="6134814" y="3754290"/>
            <a:chExt cx="293891" cy="293845"/>
          </a:xfrm>
        </p:grpSpPr>
        <p:sp>
          <p:nvSpPr>
            <p:cNvPr id="8676" name="Google Shape;8676;p60"/>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60"/>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8" name="Google Shape;8678;p60"/>
          <p:cNvGrpSpPr/>
          <p:nvPr/>
        </p:nvGrpSpPr>
        <p:grpSpPr>
          <a:xfrm>
            <a:off x="5892037" y="3878074"/>
            <a:ext cx="293891" cy="293891"/>
            <a:chOff x="6134814" y="4086186"/>
            <a:chExt cx="293891" cy="293891"/>
          </a:xfrm>
        </p:grpSpPr>
        <p:sp>
          <p:nvSpPr>
            <p:cNvPr id="8679" name="Google Shape;8679;p60"/>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60"/>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81" name="Google Shape;8681;p60"/>
          <p:cNvSpPr/>
          <p:nvPr/>
        </p:nvSpPr>
        <p:spPr>
          <a:xfrm>
            <a:off x="6930464" y="3498600"/>
            <a:ext cx="609693" cy="673150"/>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60"/>
          <p:cNvSpPr/>
          <p:nvPr/>
        </p:nvSpPr>
        <p:spPr>
          <a:xfrm rot="10800000">
            <a:off x="6336727" y="3496337"/>
            <a:ext cx="442939" cy="675638"/>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83" name="Google Shape;8683;p60"/>
          <p:cNvGrpSpPr/>
          <p:nvPr/>
        </p:nvGrpSpPr>
        <p:grpSpPr>
          <a:xfrm>
            <a:off x="7817013" y="2706766"/>
            <a:ext cx="622883" cy="621944"/>
            <a:chOff x="1187048" y="238125"/>
            <a:chExt cx="5256397" cy="5248476"/>
          </a:xfrm>
        </p:grpSpPr>
        <p:sp>
          <p:nvSpPr>
            <p:cNvPr id="8684" name="Google Shape;8684;p60"/>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60"/>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60"/>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60"/>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8" name="Google Shape;8688;p60"/>
          <p:cNvGrpSpPr/>
          <p:nvPr/>
        </p:nvGrpSpPr>
        <p:grpSpPr>
          <a:xfrm>
            <a:off x="2274118" y="2716375"/>
            <a:ext cx="1310987" cy="612407"/>
            <a:chOff x="238125" y="1188750"/>
            <a:chExt cx="7140450" cy="3335550"/>
          </a:xfrm>
        </p:grpSpPr>
        <p:sp>
          <p:nvSpPr>
            <p:cNvPr id="8689" name="Google Shape;8689;p60"/>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60"/>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60"/>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60"/>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60"/>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4" name="Google Shape;8694;p60"/>
          <p:cNvGrpSpPr/>
          <p:nvPr/>
        </p:nvGrpSpPr>
        <p:grpSpPr>
          <a:xfrm>
            <a:off x="6599990" y="2706930"/>
            <a:ext cx="1110299" cy="621702"/>
            <a:chOff x="238125" y="1335475"/>
            <a:chExt cx="5418735" cy="3034175"/>
          </a:xfrm>
        </p:grpSpPr>
        <p:sp>
          <p:nvSpPr>
            <p:cNvPr id="8695" name="Google Shape;8695;p60"/>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60"/>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60"/>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8" name="Google Shape;8698;p60"/>
          <p:cNvGrpSpPr/>
          <p:nvPr/>
        </p:nvGrpSpPr>
        <p:grpSpPr>
          <a:xfrm>
            <a:off x="5417649" y="2703827"/>
            <a:ext cx="1074451" cy="627181"/>
            <a:chOff x="5359127" y="2910889"/>
            <a:chExt cx="1097723" cy="640831"/>
          </a:xfrm>
        </p:grpSpPr>
        <p:grpSp>
          <p:nvGrpSpPr>
            <p:cNvPr id="8699" name="Google Shape;8699;p60"/>
            <p:cNvGrpSpPr/>
            <p:nvPr/>
          </p:nvGrpSpPr>
          <p:grpSpPr>
            <a:xfrm>
              <a:off x="5929791" y="3263088"/>
              <a:ext cx="527060" cy="287097"/>
              <a:chOff x="5929791" y="3263088"/>
              <a:chExt cx="527060" cy="287097"/>
            </a:xfrm>
          </p:grpSpPr>
          <p:sp>
            <p:nvSpPr>
              <p:cNvPr id="8700" name="Google Shape;8700;p60"/>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701" name="Google Shape;8701;p60"/>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8702" name="Google Shape;8702;p60"/>
            <p:cNvGrpSpPr/>
            <p:nvPr/>
          </p:nvGrpSpPr>
          <p:grpSpPr>
            <a:xfrm>
              <a:off x="5359127" y="3263089"/>
              <a:ext cx="526428" cy="288631"/>
              <a:chOff x="5359127" y="3263089"/>
              <a:chExt cx="526428" cy="288631"/>
            </a:xfrm>
          </p:grpSpPr>
          <p:sp>
            <p:nvSpPr>
              <p:cNvPr id="8703" name="Google Shape;8703;p60"/>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704" name="Google Shape;8704;p60"/>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8705" name="Google Shape;8705;p60"/>
            <p:cNvGrpSpPr/>
            <p:nvPr/>
          </p:nvGrpSpPr>
          <p:grpSpPr>
            <a:xfrm>
              <a:off x="5551525" y="2910889"/>
              <a:ext cx="520901" cy="610283"/>
              <a:chOff x="5551525" y="2910889"/>
              <a:chExt cx="520901" cy="610283"/>
            </a:xfrm>
          </p:grpSpPr>
          <p:sp>
            <p:nvSpPr>
              <p:cNvPr id="8706" name="Google Shape;8706;p60"/>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707" name="Google Shape;8707;p60"/>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8708" name="Google Shape;8708;p60"/>
            <p:cNvGrpSpPr/>
            <p:nvPr/>
          </p:nvGrpSpPr>
          <p:grpSpPr>
            <a:xfrm>
              <a:off x="5743962" y="2919100"/>
              <a:ext cx="623674" cy="284502"/>
              <a:chOff x="5743962" y="2919100"/>
              <a:chExt cx="623674" cy="284502"/>
            </a:xfrm>
          </p:grpSpPr>
          <p:sp>
            <p:nvSpPr>
              <p:cNvPr id="8709" name="Google Shape;8709;p60"/>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710" name="Google Shape;8710;p60"/>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8711" name="Google Shape;8711;p60"/>
          <p:cNvGrpSpPr/>
          <p:nvPr/>
        </p:nvGrpSpPr>
        <p:grpSpPr>
          <a:xfrm>
            <a:off x="7568863" y="1854538"/>
            <a:ext cx="874976" cy="719600"/>
            <a:chOff x="7608988" y="2093194"/>
            <a:chExt cx="817276" cy="672147"/>
          </a:xfrm>
        </p:grpSpPr>
        <p:cxnSp>
          <p:nvCxnSpPr>
            <p:cNvPr id="8712" name="Google Shape;8712;p60"/>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713" name="Google Shape;8713;p60"/>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714" name="Google Shape;8714;p60"/>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715" name="Google Shape;8715;p60"/>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716" name="Google Shape;8716;p60"/>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8717" name="Google Shape;8717;p60"/>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8718" name="Google Shape;8718;p60"/>
            <p:cNvGrpSpPr/>
            <p:nvPr/>
          </p:nvGrpSpPr>
          <p:grpSpPr>
            <a:xfrm>
              <a:off x="7721175" y="2093194"/>
              <a:ext cx="599587" cy="623846"/>
              <a:chOff x="7721175" y="2093194"/>
              <a:chExt cx="599587" cy="623846"/>
            </a:xfrm>
          </p:grpSpPr>
          <p:grpSp>
            <p:nvGrpSpPr>
              <p:cNvPr id="8719" name="Google Shape;8719;p60"/>
              <p:cNvGrpSpPr/>
              <p:nvPr/>
            </p:nvGrpSpPr>
            <p:grpSpPr>
              <a:xfrm>
                <a:off x="7721175" y="2093194"/>
                <a:ext cx="291605" cy="623846"/>
                <a:chOff x="9405575" y="2061418"/>
                <a:chExt cx="291605" cy="623846"/>
              </a:xfrm>
            </p:grpSpPr>
            <p:sp>
              <p:nvSpPr>
                <p:cNvPr id="8720" name="Google Shape;8720;p60"/>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60"/>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60"/>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60"/>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60"/>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60"/>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60"/>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7" name="Google Shape;8727;p60"/>
              <p:cNvGrpSpPr/>
              <p:nvPr/>
            </p:nvGrpSpPr>
            <p:grpSpPr>
              <a:xfrm flipH="1">
                <a:off x="8029157" y="2093194"/>
                <a:ext cx="291605" cy="623846"/>
                <a:chOff x="9405575" y="2061418"/>
                <a:chExt cx="291605" cy="623846"/>
              </a:xfrm>
            </p:grpSpPr>
            <p:sp>
              <p:nvSpPr>
                <p:cNvPr id="8728" name="Google Shape;8728;p60"/>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60"/>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60"/>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60"/>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60"/>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60"/>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60"/>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735" name="Google Shape;8735;p60"/>
          <p:cNvGrpSpPr/>
          <p:nvPr/>
        </p:nvGrpSpPr>
        <p:grpSpPr>
          <a:xfrm>
            <a:off x="4013299" y="970941"/>
            <a:ext cx="712557" cy="785901"/>
            <a:chOff x="4206459" y="1191441"/>
            <a:chExt cx="712557" cy="785901"/>
          </a:xfrm>
        </p:grpSpPr>
        <p:sp>
          <p:nvSpPr>
            <p:cNvPr id="8736" name="Google Shape;8736;p60"/>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60"/>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60"/>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60"/>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40" name="Google Shape;8740;p60"/>
            <p:cNvGrpSpPr/>
            <p:nvPr/>
          </p:nvGrpSpPr>
          <p:grpSpPr>
            <a:xfrm>
              <a:off x="4644280" y="1290523"/>
              <a:ext cx="143716" cy="29463"/>
              <a:chOff x="4644280" y="1290523"/>
              <a:chExt cx="143716" cy="29463"/>
            </a:xfrm>
          </p:grpSpPr>
          <p:sp>
            <p:nvSpPr>
              <p:cNvPr id="8741" name="Google Shape;8741;p60"/>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60"/>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60"/>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60"/>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5" name="Google Shape;8745;p60"/>
            <p:cNvGrpSpPr/>
            <p:nvPr/>
          </p:nvGrpSpPr>
          <p:grpSpPr>
            <a:xfrm>
              <a:off x="4356567" y="1191441"/>
              <a:ext cx="143690" cy="29488"/>
              <a:chOff x="4356567" y="1191441"/>
              <a:chExt cx="143690" cy="29488"/>
            </a:xfrm>
          </p:grpSpPr>
          <p:sp>
            <p:nvSpPr>
              <p:cNvPr id="8746" name="Google Shape;8746;p60"/>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60"/>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60"/>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60"/>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0" name="Google Shape;8750;p60"/>
            <p:cNvGrpSpPr/>
            <p:nvPr/>
          </p:nvGrpSpPr>
          <p:grpSpPr>
            <a:xfrm>
              <a:off x="4339009" y="1863727"/>
              <a:ext cx="143703" cy="29476"/>
              <a:chOff x="4339009" y="1863727"/>
              <a:chExt cx="143703" cy="29476"/>
            </a:xfrm>
          </p:grpSpPr>
          <p:sp>
            <p:nvSpPr>
              <p:cNvPr id="8751" name="Google Shape;8751;p60"/>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60"/>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60"/>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60"/>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5" name="Google Shape;8755;p60"/>
            <p:cNvGrpSpPr/>
            <p:nvPr/>
          </p:nvGrpSpPr>
          <p:grpSpPr>
            <a:xfrm>
              <a:off x="4206459" y="1607315"/>
              <a:ext cx="29539" cy="142899"/>
              <a:chOff x="4206459" y="1607315"/>
              <a:chExt cx="29539" cy="142899"/>
            </a:xfrm>
          </p:grpSpPr>
          <p:sp>
            <p:nvSpPr>
              <p:cNvPr id="8756" name="Google Shape;8756;p60"/>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60"/>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60"/>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60"/>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60" name="Google Shape;8760;p60"/>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60"/>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60"/>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60"/>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64" name="Google Shape;8764;p60"/>
            <p:cNvGrpSpPr/>
            <p:nvPr/>
          </p:nvGrpSpPr>
          <p:grpSpPr>
            <a:xfrm>
              <a:off x="4889463" y="1423737"/>
              <a:ext cx="29552" cy="142899"/>
              <a:chOff x="4889463" y="1423737"/>
              <a:chExt cx="29552" cy="142899"/>
            </a:xfrm>
          </p:grpSpPr>
          <p:sp>
            <p:nvSpPr>
              <p:cNvPr id="8765" name="Google Shape;8765;p60"/>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60"/>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60"/>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60"/>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9" name="Google Shape;8769;p60"/>
            <p:cNvGrpSpPr/>
            <p:nvPr/>
          </p:nvGrpSpPr>
          <p:grpSpPr>
            <a:xfrm>
              <a:off x="4771663" y="1876896"/>
              <a:ext cx="108651" cy="100447"/>
              <a:chOff x="4771663" y="1876896"/>
              <a:chExt cx="108651" cy="100447"/>
            </a:xfrm>
          </p:grpSpPr>
          <p:sp>
            <p:nvSpPr>
              <p:cNvPr id="8770" name="Google Shape;8770;p60"/>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60"/>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60"/>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60"/>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774" name="Google Shape;8774;p60"/>
          <p:cNvGrpSpPr/>
          <p:nvPr/>
        </p:nvGrpSpPr>
        <p:grpSpPr>
          <a:xfrm>
            <a:off x="4008774" y="1854164"/>
            <a:ext cx="791287" cy="720350"/>
            <a:chOff x="267375" y="1071875"/>
            <a:chExt cx="470500" cy="428550"/>
          </a:xfrm>
        </p:grpSpPr>
        <p:sp>
          <p:nvSpPr>
            <p:cNvPr id="8775" name="Google Shape;8775;p60"/>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60"/>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60"/>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60"/>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60"/>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60"/>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60"/>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60"/>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3" name="Google Shape;8783;p60"/>
          <p:cNvGrpSpPr/>
          <p:nvPr/>
        </p:nvGrpSpPr>
        <p:grpSpPr>
          <a:xfrm>
            <a:off x="709269" y="3498794"/>
            <a:ext cx="1408444" cy="673166"/>
            <a:chOff x="712664" y="3693287"/>
            <a:chExt cx="1460738" cy="698160"/>
          </a:xfrm>
        </p:grpSpPr>
        <p:grpSp>
          <p:nvGrpSpPr>
            <p:cNvPr id="8784" name="Google Shape;8784;p60"/>
            <p:cNvGrpSpPr/>
            <p:nvPr/>
          </p:nvGrpSpPr>
          <p:grpSpPr>
            <a:xfrm>
              <a:off x="1380079" y="4133090"/>
              <a:ext cx="234048" cy="258099"/>
              <a:chOff x="1380079" y="4133090"/>
              <a:chExt cx="234048" cy="258099"/>
            </a:xfrm>
          </p:grpSpPr>
          <p:sp>
            <p:nvSpPr>
              <p:cNvPr id="8785" name="Google Shape;8785;p60"/>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60"/>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60"/>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8" name="Google Shape;8788;p60"/>
            <p:cNvGrpSpPr/>
            <p:nvPr/>
          </p:nvGrpSpPr>
          <p:grpSpPr>
            <a:xfrm>
              <a:off x="884610" y="3864082"/>
              <a:ext cx="1118566" cy="527275"/>
              <a:chOff x="890961" y="3865463"/>
              <a:chExt cx="1115221" cy="525698"/>
            </a:xfrm>
          </p:grpSpPr>
          <p:sp>
            <p:nvSpPr>
              <p:cNvPr id="8789" name="Google Shape;8789;p60"/>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60"/>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60"/>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2" name="Google Shape;8792;p60"/>
            <p:cNvGrpSpPr/>
            <p:nvPr/>
          </p:nvGrpSpPr>
          <p:grpSpPr>
            <a:xfrm>
              <a:off x="712664" y="3693287"/>
              <a:ext cx="1460738" cy="698160"/>
              <a:chOff x="712664" y="3693025"/>
              <a:chExt cx="1460738" cy="698160"/>
            </a:xfrm>
          </p:grpSpPr>
          <p:sp>
            <p:nvSpPr>
              <p:cNvPr id="8793" name="Google Shape;8793;p60"/>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60"/>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60"/>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60"/>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60"/>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60"/>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799" name="Google Shape;8799;p60"/>
          <p:cNvGrpSpPr/>
          <p:nvPr/>
        </p:nvGrpSpPr>
        <p:grpSpPr>
          <a:xfrm>
            <a:off x="3146985" y="970941"/>
            <a:ext cx="795485" cy="738831"/>
            <a:chOff x="3348603" y="1236445"/>
            <a:chExt cx="749256" cy="695894"/>
          </a:xfrm>
        </p:grpSpPr>
        <p:grpSp>
          <p:nvGrpSpPr>
            <p:cNvPr id="8800" name="Google Shape;8800;p60"/>
            <p:cNvGrpSpPr/>
            <p:nvPr/>
          </p:nvGrpSpPr>
          <p:grpSpPr>
            <a:xfrm>
              <a:off x="3583779" y="1236445"/>
              <a:ext cx="293795" cy="285811"/>
              <a:chOff x="3750225" y="1774000"/>
              <a:chExt cx="149575" cy="145525"/>
            </a:xfrm>
          </p:grpSpPr>
          <p:sp>
            <p:nvSpPr>
              <p:cNvPr id="8801" name="Google Shape;8801;p60"/>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60"/>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3" name="Google Shape;8803;p60"/>
            <p:cNvGrpSpPr/>
            <p:nvPr/>
          </p:nvGrpSpPr>
          <p:grpSpPr>
            <a:xfrm>
              <a:off x="3775534" y="1462599"/>
              <a:ext cx="322325" cy="285958"/>
              <a:chOff x="3847850" y="1889150"/>
              <a:chExt cx="164100" cy="145600"/>
            </a:xfrm>
          </p:grpSpPr>
          <p:sp>
            <p:nvSpPr>
              <p:cNvPr id="8804" name="Google Shape;8804;p60"/>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60"/>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6" name="Google Shape;8806;p60"/>
            <p:cNvGrpSpPr/>
            <p:nvPr/>
          </p:nvGrpSpPr>
          <p:grpSpPr>
            <a:xfrm>
              <a:off x="3545329" y="1646528"/>
              <a:ext cx="293746" cy="285811"/>
              <a:chOff x="3730650" y="1982800"/>
              <a:chExt cx="149550" cy="145525"/>
            </a:xfrm>
          </p:grpSpPr>
          <p:sp>
            <p:nvSpPr>
              <p:cNvPr id="8807" name="Google Shape;8807;p60"/>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60"/>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9" name="Google Shape;8809;p60"/>
            <p:cNvGrpSpPr/>
            <p:nvPr/>
          </p:nvGrpSpPr>
          <p:grpSpPr>
            <a:xfrm>
              <a:off x="3348603" y="1415046"/>
              <a:ext cx="294384" cy="284387"/>
              <a:chOff x="3630494" y="1864938"/>
              <a:chExt cx="149875" cy="144800"/>
            </a:xfrm>
          </p:grpSpPr>
          <p:sp>
            <p:nvSpPr>
              <p:cNvPr id="8810" name="Google Shape;8810;p60"/>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60"/>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12" name="Google Shape;8812;p60"/>
          <p:cNvGrpSpPr/>
          <p:nvPr/>
        </p:nvGrpSpPr>
        <p:grpSpPr>
          <a:xfrm>
            <a:off x="2268512" y="3493837"/>
            <a:ext cx="1324924" cy="678083"/>
            <a:chOff x="2413923" y="3711366"/>
            <a:chExt cx="1374117" cy="703260"/>
          </a:xfrm>
        </p:grpSpPr>
        <p:grpSp>
          <p:nvGrpSpPr>
            <p:cNvPr id="8813" name="Google Shape;8813;p60"/>
            <p:cNvGrpSpPr/>
            <p:nvPr/>
          </p:nvGrpSpPr>
          <p:grpSpPr>
            <a:xfrm>
              <a:off x="2413923" y="3711366"/>
              <a:ext cx="1374117" cy="703260"/>
              <a:chOff x="2413923" y="3711366"/>
              <a:chExt cx="1374117" cy="703260"/>
            </a:xfrm>
          </p:grpSpPr>
          <p:sp>
            <p:nvSpPr>
              <p:cNvPr id="8814" name="Google Shape;8814;p60"/>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15" name="Google Shape;8815;p60"/>
              <p:cNvGrpSpPr/>
              <p:nvPr/>
            </p:nvGrpSpPr>
            <p:grpSpPr>
              <a:xfrm>
                <a:off x="2600284" y="3808654"/>
                <a:ext cx="234506" cy="138009"/>
                <a:chOff x="2600284" y="3808654"/>
                <a:chExt cx="234506" cy="138009"/>
              </a:xfrm>
            </p:grpSpPr>
            <p:sp>
              <p:nvSpPr>
                <p:cNvPr id="8816" name="Google Shape;8816;p60"/>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17" name="Google Shape;8817;p60"/>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818" name="Google Shape;8818;p60"/>
              <p:cNvGrpSpPr/>
              <p:nvPr/>
            </p:nvGrpSpPr>
            <p:grpSpPr>
              <a:xfrm>
                <a:off x="3359659" y="3805664"/>
                <a:ext cx="232294" cy="141000"/>
                <a:chOff x="3359659" y="3805664"/>
                <a:chExt cx="232294" cy="141000"/>
              </a:xfrm>
            </p:grpSpPr>
            <p:sp>
              <p:nvSpPr>
                <p:cNvPr id="8819" name="Google Shape;8819;p60"/>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20" name="Google Shape;8820;p60"/>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821" name="Google Shape;8821;p60"/>
              <p:cNvGrpSpPr/>
              <p:nvPr/>
            </p:nvGrpSpPr>
            <p:grpSpPr>
              <a:xfrm>
                <a:off x="3067316" y="3711366"/>
                <a:ext cx="66900" cy="166809"/>
                <a:chOff x="3067316" y="3711366"/>
                <a:chExt cx="66900" cy="166809"/>
              </a:xfrm>
            </p:grpSpPr>
            <p:sp>
              <p:nvSpPr>
                <p:cNvPr id="8822" name="Google Shape;8822;p60"/>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23" name="Google Shape;8823;p60"/>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824" name="Google Shape;8824;p60"/>
              <p:cNvGrpSpPr/>
              <p:nvPr/>
            </p:nvGrpSpPr>
            <p:grpSpPr>
              <a:xfrm>
                <a:off x="2413923" y="4058666"/>
                <a:ext cx="224119" cy="66900"/>
                <a:chOff x="2413923" y="4058666"/>
                <a:chExt cx="224119" cy="66900"/>
              </a:xfrm>
            </p:grpSpPr>
            <p:sp>
              <p:nvSpPr>
                <p:cNvPr id="8825" name="Google Shape;8825;p60"/>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26" name="Google Shape;8826;p60"/>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827" name="Google Shape;8827;p60"/>
              <p:cNvGrpSpPr/>
              <p:nvPr/>
            </p:nvGrpSpPr>
            <p:grpSpPr>
              <a:xfrm>
                <a:off x="3564643" y="4058666"/>
                <a:ext cx="223397" cy="66900"/>
                <a:chOff x="3564643" y="4058666"/>
                <a:chExt cx="223397" cy="66900"/>
              </a:xfrm>
            </p:grpSpPr>
            <p:sp>
              <p:nvSpPr>
                <p:cNvPr id="8828" name="Google Shape;8828;p60"/>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29" name="Google Shape;8829;p60"/>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8830" name="Google Shape;8830;p60"/>
            <p:cNvGrpSpPr/>
            <p:nvPr/>
          </p:nvGrpSpPr>
          <p:grpSpPr>
            <a:xfrm>
              <a:off x="2633353" y="3965763"/>
              <a:ext cx="933975" cy="445687"/>
              <a:chOff x="2633353" y="3965763"/>
              <a:chExt cx="933975" cy="445687"/>
            </a:xfrm>
          </p:grpSpPr>
          <p:sp>
            <p:nvSpPr>
              <p:cNvPr id="8831" name="Google Shape;8831;p60"/>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60"/>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33" name="Google Shape;8833;p60"/>
          <p:cNvGrpSpPr/>
          <p:nvPr/>
        </p:nvGrpSpPr>
        <p:grpSpPr>
          <a:xfrm>
            <a:off x="6392784" y="1044384"/>
            <a:ext cx="1131087" cy="587383"/>
            <a:chOff x="238125" y="999450"/>
            <a:chExt cx="7140700" cy="3708225"/>
          </a:xfrm>
        </p:grpSpPr>
        <p:sp>
          <p:nvSpPr>
            <p:cNvPr id="8834" name="Google Shape;8834;p60"/>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60"/>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60"/>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60"/>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60"/>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60"/>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60"/>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60"/>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60"/>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3" name="Google Shape;8843;p60"/>
          <p:cNvGrpSpPr/>
          <p:nvPr/>
        </p:nvGrpSpPr>
        <p:grpSpPr>
          <a:xfrm>
            <a:off x="3744234" y="3493879"/>
            <a:ext cx="1375854" cy="678131"/>
            <a:chOff x="3913765" y="3641905"/>
            <a:chExt cx="1522805" cy="750560"/>
          </a:xfrm>
        </p:grpSpPr>
        <p:grpSp>
          <p:nvGrpSpPr>
            <p:cNvPr id="8844" name="Google Shape;8844;p60"/>
            <p:cNvGrpSpPr/>
            <p:nvPr/>
          </p:nvGrpSpPr>
          <p:grpSpPr>
            <a:xfrm>
              <a:off x="3913765" y="3997002"/>
              <a:ext cx="1522805" cy="395463"/>
              <a:chOff x="3913765" y="3997002"/>
              <a:chExt cx="1522805" cy="395463"/>
            </a:xfrm>
          </p:grpSpPr>
          <p:grpSp>
            <p:nvGrpSpPr>
              <p:cNvPr id="8845" name="Google Shape;8845;p60"/>
              <p:cNvGrpSpPr/>
              <p:nvPr/>
            </p:nvGrpSpPr>
            <p:grpSpPr>
              <a:xfrm>
                <a:off x="3913765" y="4138659"/>
                <a:ext cx="507602" cy="253806"/>
                <a:chOff x="3913765" y="4138659"/>
                <a:chExt cx="507602" cy="253806"/>
              </a:xfrm>
            </p:grpSpPr>
            <p:sp>
              <p:nvSpPr>
                <p:cNvPr id="8846" name="Google Shape;8846;p60"/>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60"/>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8848" name="Google Shape;8848;p60"/>
              <p:cNvGrpSpPr/>
              <p:nvPr/>
            </p:nvGrpSpPr>
            <p:grpSpPr>
              <a:xfrm>
                <a:off x="4421361" y="3997002"/>
                <a:ext cx="507618" cy="395463"/>
                <a:chOff x="4421361" y="3997002"/>
                <a:chExt cx="507618" cy="395463"/>
              </a:xfrm>
            </p:grpSpPr>
            <p:sp>
              <p:nvSpPr>
                <p:cNvPr id="8849" name="Google Shape;8849;p60"/>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60"/>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1" name="Google Shape;8851;p60"/>
              <p:cNvGrpSpPr/>
              <p:nvPr/>
            </p:nvGrpSpPr>
            <p:grpSpPr>
              <a:xfrm>
                <a:off x="4928973" y="4189418"/>
                <a:ext cx="507596" cy="203047"/>
                <a:chOff x="4928973" y="4189418"/>
                <a:chExt cx="507596" cy="203047"/>
              </a:xfrm>
            </p:grpSpPr>
            <p:sp>
              <p:nvSpPr>
                <p:cNvPr id="8852" name="Google Shape;8852;p60"/>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60"/>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54" name="Google Shape;8854;p60"/>
            <p:cNvGrpSpPr/>
            <p:nvPr/>
          </p:nvGrpSpPr>
          <p:grpSpPr>
            <a:xfrm>
              <a:off x="4482186" y="3641905"/>
              <a:ext cx="397605" cy="349784"/>
              <a:chOff x="2906375" y="1159725"/>
              <a:chExt cx="1860575" cy="1636800"/>
            </a:xfrm>
          </p:grpSpPr>
          <p:sp>
            <p:nvSpPr>
              <p:cNvPr id="8855" name="Google Shape;8855;p60"/>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60"/>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60"/>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60"/>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59" name="Google Shape;8859;p60"/>
          <p:cNvGrpSpPr/>
          <p:nvPr/>
        </p:nvGrpSpPr>
        <p:grpSpPr>
          <a:xfrm>
            <a:off x="6528943" y="1853805"/>
            <a:ext cx="940737" cy="721067"/>
            <a:chOff x="6599718" y="2068734"/>
            <a:chExt cx="940737" cy="721067"/>
          </a:xfrm>
        </p:grpSpPr>
        <p:sp>
          <p:nvSpPr>
            <p:cNvPr id="8860" name="Google Shape;8860;p60"/>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60"/>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0"/>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60"/>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60"/>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60"/>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66" name="Google Shape;8866;p60"/>
            <p:cNvGrpSpPr/>
            <p:nvPr/>
          </p:nvGrpSpPr>
          <p:grpSpPr>
            <a:xfrm>
              <a:off x="6836957" y="2068734"/>
              <a:ext cx="461892" cy="721067"/>
              <a:chOff x="6836957" y="2068734"/>
              <a:chExt cx="461892" cy="721067"/>
            </a:xfrm>
          </p:grpSpPr>
          <p:sp>
            <p:nvSpPr>
              <p:cNvPr id="8867" name="Google Shape;8867;p60"/>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60"/>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60"/>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60"/>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60"/>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60"/>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73" name="Google Shape;8873;p60"/>
              <p:cNvGrpSpPr/>
              <p:nvPr/>
            </p:nvGrpSpPr>
            <p:grpSpPr>
              <a:xfrm>
                <a:off x="6836957" y="2068734"/>
                <a:ext cx="461892" cy="721067"/>
                <a:chOff x="6836957" y="2068734"/>
                <a:chExt cx="461892" cy="721067"/>
              </a:xfrm>
            </p:grpSpPr>
            <p:sp>
              <p:nvSpPr>
                <p:cNvPr id="8874" name="Google Shape;8874;p60"/>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60"/>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60"/>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0"/>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60"/>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60"/>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0"/>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881" name="Google Shape;8881;p60"/>
          <p:cNvGrpSpPr/>
          <p:nvPr/>
        </p:nvGrpSpPr>
        <p:grpSpPr>
          <a:xfrm>
            <a:off x="2412262" y="1858152"/>
            <a:ext cx="712577" cy="712374"/>
            <a:chOff x="2559249" y="2069323"/>
            <a:chExt cx="685566" cy="685634"/>
          </a:xfrm>
        </p:grpSpPr>
        <p:sp>
          <p:nvSpPr>
            <p:cNvPr id="8882" name="Google Shape;8882;p60"/>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60"/>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0"/>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60"/>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60"/>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60"/>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60"/>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60"/>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60"/>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60"/>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60"/>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60"/>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60"/>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5" name="Google Shape;8895;p60"/>
          <p:cNvGrpSpPr/>
          <p:nvPr/>
        </p:nvGrpSpPr>
        <p:grpSpPr>
          <a:xfrm>
            <a:off x="7594699" y="970941"/>
            <a:ext cx="845645" cy="711911"/>
            <a:chOff x="951975" y="315800"/>
            <a:chExt cx="5860325" cy="4933550"/>
          </a:xfrm>
        </p:grpSpPr>
        <p:sp>
          <p:nvSpPr>
            <p:cNvPr id="8896" name="Google Shape;8896;p60"/>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60"/>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60"/>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60"/>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60"/>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60"/>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60"/>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60"/>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4" name="Google Shape;8904;p60"/>
          <p:cNvGrpSpPr/>
          <p:nvPr/>
        </p:nvGrpSpPr>
        <p:grpSpPr>
          <a:xfrm>
            <a:off x="3691828" y="2707050"/>
            <a:ext cx="1617932" cy="621724"/>
            <a:chOff x="3862800" y="3038525"/>
            <a:chExt cx="1329006" cy="510698"/>
          </a:xfrm>
        </p:grpSpPr>
        <p:sp>
          <p:nvSpPr>
            <p:cNvPr id="8905" name="Google Shape;8905;p60"/>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60"/>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07" name="Google Shape;8907;p60"/>
            <p:cNvGrpSpPr/>
            <p:nvPr/>
          </p:nvGrpSpPr>
          <p:grpSpPr>
            <a:xfrm>
              <a:off x="3967075" y="3040337"/>
              <a:ext cx="1019927" cy="402126"/>
              <a:chOff x="3967075" y="3040337"/>
              <a:chExt cx="1019927" cy="402126"/>
            </a:xfrm>
          </p:grpSpPr>
          <p:sp>
            <p:nvSpPr>
              <p:cNvPr id="8908" name="Google Shape;8908;p60"/>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60"/>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0" name="Google Shape;8910;p60"/>
            <p:cNvGrpSpPr/>
            <p:nvPr/>
          </p:nvGrpSpPr>
          <p:grpSpPr>
            <a:xfrm>
              <a:off x="4186700" y="3040337"/>
              <a:ext cx="390475" cy="183289"/>
              <a:chOff x="4186700" y="3040337"/>
              <a:chExt cx="390475" cy="183289"/>
            </a:xfrm>
          </p:grpSpPr>
          <p:sp>
            <p:nvSpPr>
              <p:cNvPr id="8911" name="Google Shape;8911;p60"/>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60"/>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3" name="Google Shape;8913;p60"/>
            <p:cNvGrpSpPr/>
            <p:nvPr/>
          </p:nvGrpSpPr>
          <p:grpSpPr>
            <a:xfrm>
              <a:off x="4073727" y="3040337"/>
              <a:ext cx="697794" cy="296263"/>
              <a:chOff x="4073727" y="3040337"/>
              <a:chExt cx="697794" cy="296263"/>
            </a:xfrm>
          </p:grpSpPr>
          <p:sp>
            <p:nvSpPr>
              <p:cNvPr id="8914" name="Google Shape;8914;p60"/>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60"/>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6" name="Google Shape;8916;p60"/>
            <p:cNvGrpSpPr/>
            <p:nvPr/>
          </p:nvGrpSpPr>
          <p:grpSpPr>
            <a:xfrm>
              <a:off x="3862800" y="3038525"/>
              <a:ext cx="1329006" cy="510698"/>
              <a:chOff x="3862800" y="3038525"/>
              <a:chExt cx="1329006" cy="510698"/>
            </a:xfrm>
          </p:grpSpPr>
          <p:sp>
            <p:nvSpPr>
              <p:cNvPr id="8917" name="Google Shape;8917;p60"/>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60"/>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19" name="Google Shape;8919;p60"/>
          <p:cNvGrpSpPr/>
          <p:nvPr/>
        </p:nvGrpSpPr>
        <p:grpSpPr>
          <a:xfrm>
            <a:off x="700150" y="970941"/>
            <a:ext cx="883205" cy="775176"/>
            <a:chOff x="649648" y="271400"/>
            <a:chExt cx="6215377" cy="5455143"/>
          </a:xfrm>
        </p:grpSpPr>
        <p:sp>
          <p:nvSpPr>
            <p:cNvPr id="8920" name="Google Shape;8920;p60"/>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60"/>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60"/>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60"/>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60"/>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60"/>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60"/>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60"/>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60"/>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60"/>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60"/>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60"/>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2" name="Google Shape;8932;p60"/>
          <p:cNvGrpSpPr/>
          <p:nvPr/>
        </p:nvGrpSpPr>
        <p:grpSpPr>
          <a:xfrm>
            <a:off x="2308452" y="970941"/>
            <a:ext cx="767704" cy="815489"/>
            <a:chOff x="2499700" y="1135950"/>
            <a:chExt cx="732402" cy="777990"/>
          </a:xfrm>
        </p:grpSpPr>
        <p:grpSp>
          <p:nvGrpSpPr>
            <p:cNvPr id="8933" name="Google Shape;8933;p60"/>
            <p:cNvGrpSpPr/>
            <p:nvPr/>
          </p:nvGrpSpPr>
          <p:grpSpPr>
            <a:xfrm>
              <a:off x="2499700" y="1135950"/>
              <a:ext cx="732402" cy="694705"/>
              <a:chOff x="2499700" y="1135950"/>
              <a:chExt cx="732402" cy="694705"/>
            </a:xfrm>
          </p:grpSpPr>
          <p:sp>
            <p:nvSpPr>
              <p:cNvPr id="8934" name="Google Shape;8934;p60"/>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60"/>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60"/>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60"/>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60"/>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60"/>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60"/>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60"/>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60"/>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0"/>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60"/>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60"/>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60"/>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60"/>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60"/>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60"/>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0"/>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60"/>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60"/>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0"/>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60"/>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60"/>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60"/>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60"/>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60"/>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60"/>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60"/>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1" name="Google Shape;8961;p60"/>
            <p:cNvGrpSpPr/>
            <p:nvPr/>
          </p:nvGrpSpPr>
          <p:grpSpPr>
            <a:xfrm>
              <a:off x="2517909" y="1188726"/>
              <a:ext cx="702702" cy="725214"/>
              <a:chOff x="2517909" y="1188726"/>
              <a:chExt cx="702702" cy="725214"/>
            </a:xfrm>
          </p:grpSpPr>
          <p:sp>
            <p:nvSpPr>
              <p:cNvPr id="8962" name="Google Shape;8962;p60"/>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60"/>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60"/>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60"/>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60"/>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67" name="Google Shape;8967;p60"/>
          <p:cNvGrpSpPr/>
          <p:nvPr/>
        </p:nvGrpSpPr>
        <p:grpSpPr>
          <a:xfrm>
            <a:off x="1654184" y="970941"/>
            <a:ext cx="583439" cy="870229"/>
            <a:chOff x="1716825" y="1121550"/>
            <a:chExt cx="622800" cy="928938"/>
          </a:xfrm>
        </p:grpSpPr>
        <p:grpSp>
          <p:nvGrpSpPr>
            <p:cNvPr id="8968" name="Google Shape;8968;p60"/>
            <p:cNvGrpSpPr/>
            <p:nvPr/>
          </p:nvGrpSpPr>
          <p:grpSpPr>
            <a:xfrm>
              <a:off x="1716825" y="1121550"/>
              <a:ext cx="622800" cy="928938"/>
              <a:chOff x="1716825" y="1121550"/>
              <a:chExt cx="622800" cy="928938"/>
            </a:xfrm>
          </p:grpSpPr>
          <p:cxnSp>
            <p:nvCxnSpPr>
              <p:cNvPr id="8969" name="Google Shape;8969;p60"/>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8970" name="Google Shape;8970;p60"/>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1" name="Google Shape;8971;p60"/>
            <p:cNvGrpSpPr/>
            <p:nvPr/>
          </p:nvGrpSpPr>
          <p:grpSpPr>
            <a:xfrm>
              <a:off x="1768050" y="1172775"/>
              <a:ext cx="520200" cy="832000"/>
              <a:chOff x="1768050" y="1172775"/>
              <a:chExt cx="520200" cy="832000"/>
            </a:xfrm>
          </p:grpSpPr>
          <p:cxnSp>
            <p:nvCxnSpPr>
              <p:cNvPr id="8972" name="Google Shape;8972;p60"/>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8973" name="Google Shape;8973;p60"/>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4" name="Google Shape;8974;p60"/>
            <p:cNvGrpSpPr/>
            <p:nvPr/>
          </p:nvGrpSpPr>
          <p:grpSpPr>
            <a:xfrm>
              <a:off x="1820100" y="1225475"/>
              <a:ext cx="416400" cy="729575"/>
              <a:chOff x="1820100" y="1225475"/>
              <a:chExt cx="416400" cy="729575"/>
            </a:xfrm>
          </p:grpSpPr>
          <p:cxnSp>
            <p:nvCxnSpPr>
              <p:cNvPr id="8975" name="Google Shape;8975;p60"/>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8976" name="Google Shape;8976;p60"/>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7" name="Google Shape;8977;p60"/>
            <p:cNvGrpSpPr/>
            <p:nvPr/>
          </p:nvGrpSpPr>
          <p:grpSpPr>
            <a:xfrm>
              <a:off x="1874250" y="1278825"/>
              <a:ext cx="308100" cy="605275"/>
              <a:chOff x="1874250" y="1278825"/>
              <a:chExt cx="308100" cy="605275"/>
            </a:xfrm>
          </p:grpSpPr>
          <p:cxnSp>
            <p:nvCxnSpPr>
              <p:cNvPr id="8978" name="Google Shape;8978;p60"/>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8979" name="Google Shape;8979;p60"/>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80" name="Google Shape;8980;p60"/>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1" name="Google Shape;8981;p60"/>
          <p:cNvGrpSpPr/>
          <p:nvPr/>
        </p:nvGrpSpPr>
        <p:grpSpPr>
          <a:xfrm>
            <a:off x="1574007" y="1857263"/>
            <a:ext cx="739072" cy="714152"/>
            <a:chOff x="4334725" y="1355875"/>
            <a:chExt cx="3106650" cy="3001900"/>
          </a:xfrm>
        </p:grpSpPr>
        <p:grpSp>
          <p:nvGrpSpPr>
            <p:cNvPr id="8982" name="Google Shape;8982;p60"/>
            <p:cNvGrpSpPr/>
            <p:nvPr/>
          </p:nvGrpSpPr>
          <p:grpSpPr>
            <a:xfrm>
              <a:off x="4516050" y="1724875"/>
              <a:ext cx="2693725" cy="2632900"/>
              <a:chOff x="4516050" y="1724875"/>
              <a:chExt cx="2693725" cy="2632900"/>
            </a:xfrm>
          </p:grpSpPr>
          <p:sp>
            <p:nvSpPr>
              <p:cNvPr id="8983" name="Google Shape;8983;p60"/>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0"/>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0"/>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6" name="Google Shape;8986;p60"/>
            <p:cNvGrpSpPr/>
            <p:nvPr/>
          </p:nvGrpSpPr>
          <p:grpSpPr>
            <a:xfrm>
              <a:off x="4334725" y="1355875"/>
              <a:ext cx="3106650" cy="2709650"/>
              <a:chOff x="4334725" y="1355875"/>
              <a:chExt cx="3106650" cy="2709650"/>
            </a:xfrm>
          </p:grpSpPr>
          <p:sp>
            <p:nvSpPr>
              <p:cNvPr id="8987" name="Google Shape;8987;p60"/>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0"/>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60"/>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90" name="Google Shape;8990;p60"/>
          <p:cNvGrpSpPr/>
          <p:nvPr/>
        </p:nvGrpSpPr>
        <p:grpSpPr>
          <a:xfrm>
            <a:off x="7690956" y="3488034"/>
            <a:ext cx="312074" cy="684173"/>
            <a:chOff x="7645573" y="3754300"/>
            <a:chExt cx="293855" cy="644170"/>
          </a:xfrm>
        </p:grpSpPr>
        <p:sp>
          <p:nvSpPr>
            <p:cNvPr id="8991" name="Google Shape;8991;p60"/>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60"/>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3" name="Google Shape;8993;p60"/>
          <p:cNvGrpSpPr/>
          <p:nvPr/>
        </p:nvGrpSpPr>
        <p:grpSpPr>
          <a:xfrm>
            <a:off x="5612944" y="970941"/>
            <a:ext cx="709011" cy="739359"/>
            <a:chOff x="5830645" y="1256617"/>
            <a:chExt cx="530340" cy="553040"/>
          </a:xfrm>
        </p:grpSpPr>
        <p:grpSp>
          <p:nvGrpSpPr>
            <p:cNvPr id="8994" name="Google Shape;8994;p60"/>
            <p:cNvGrpSpPr/>
            <p:nvPr/>
          </p:nvGrpSpPr>
          <p:grpSpPr>
            <a:xfrm>
              <a:off x="5830645" y="1256617"/>
              <a:ext cx="259743" cy="269909"/>
              <a:chOff x="5830645" y="1256617"/>
              <a:chExt cx="259743" cy="269909"/>
            </a:xfrm>
          </p:grpSpPr>
          <p:sp>
            <p:nvSpPr>
              <p:cNvPr id="8995" name="Google Shape;8995;p60"/>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60"/>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7" name="Google Shape;8997;p60"/>
            <p:cNvGrpSpPr/>
            <p:nvPr/>
          </p:nvGrpSpPr>
          <p:grpSpPr>
            <a:xfrm>
              <a:off x="6101293" y="1256617"/>
              <a:ext cx="259692" cy="269909"/>
              <a:chOff x="6101293" y="1256617"/>
              <a:chExt cx="259692" cy="269909"/>
            </a:xfrm>
          </p:grpSpPr>
          <p:sp>
            <p:nvSpPr>
              <p:cNvPr id="8998" name="Google Shape;8998;p60"/>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60"/>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0" name="Google Shape;9000;p60"/>
            <p:cNvGrpSpPr/>
            <p:nvPr/>
          </p:nvGrpSpPr>
          <p:grpSpPr>
            <a:xfrm>
              <a:off x="5830645" y="1539749"/>
              <a:ext cx="259692" cy="269909"/>
              <a:chOff x="5830645" y="1539749"/>
              <a:chExt cx="259692" cy="269909"/>
            </a:xfrm>
          </p:grpSpPr>
          <p:sp>
            <p:nvSpPr>
              <p:cNvPr id="9001" name="Google Shape;9001;p60"/>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0"/>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3" name="Google Shape;9003;p60"/>
            <p:cNvGrpSpPr/>
            <p:nvPr/>
          </p:nvGrpSpPr>
          <p:grpSpPr>
            <a:xfrm>
              <a:off x="6101293" y="1539749"/>
              <a:ext cx="259692" cy="269909"/>
              <a:chOff x="6101293" y="1539749"/>
              <a:chExt cx="259692" cy="269909"/>
            </a:xfrm>
          </p:grpSpPr>
          <p:sp>
            <p:nvSpPr>
              <p:cNvPr id="9004" name="Google Shape;9004;p60"/>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60"/>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06" name="Google Shape;9006;p60"/>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7" name="Google Shape;9007;p60"/>
          <p:cNvGrpSpPr/>
          <p:nvPr/>
        </p:nvGrpSpPr>
        <p:grpSpPr>
          <a:xfrm>
            <a:off x="714438" y="2707057"/>
            <a:ext cx="1452955" cy="621360"/>
            <a:chOff x="732422" y="2990152"/>
            <a:chExt cx="1337773" cy="572102"/>
          </a:xfrm>
        </p:grpSpPr>
        <p:sp>
          <p:nvSpPr>
            <p:cNvPr id="9008" name="Google Shape;9008;p60"/>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60"/>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60"/>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60"/>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60"/>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60"/>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9017"/>
        <p:cNvGrpSpPr/>
        <p:nvPr/>
      </p:nvGrpSpPr>
      <p:grpSpPr>
        <a:xfrm>
          <a:off x="0" y="0"/>
          <a:ext cx="0" cy="0"/>
          <a:chOff x="0" y="0"/>
          <a:chExt cx="0" cy="0"/>
        </a:xfrm>
      </p:grpSpPr>
      <p:grpSp>
        <p:nvGrpSpPr>
          <p:cNvPr id="9018" name="Google Shape;9018;p61"/>
          <p:cNvGrpSpPr/>
          <p:nvPr/>
        </p:nvGrpSpPr>
        <p:grpSpPr>
          <a:xfrm>
            <a:off x="708575" y="965865"/>
            <a:ext cx="1636117" cy="1526144"/>
            <a:chOff x="729238" y="1179665"/>
            <a:chExt cx="1636117" cy="1526144"/>
          </a:xfrm>
        </p:grpSpPr>
        <p:grpSp>
          <p:nvGrpSpPr>
            <p:cNvPr id="9019" name="Google Shape;9019;p61"/>
            <p:cNvGrpSpPr/>
            <p:nvPr/>
          </p:nvGrpSpPr>
          <p:grpSpPr>
            <a:xfrm>
              <a:off x="729238" y="1179665"/>
              <a:ext cx="80700" cy="1526144"/>
              <a:chOff x="729238" y="1179665"/>
              <a:chExt cx="80700" cy="1526144"/>
            </a:xfrm>
          </p:grpSpPr>
          <p:sp>
            <p:nvSpPr>
              <p:cNvPr id="9020" name="Google Shape;9020;p61"/>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61"/>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61"/>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61"/>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1"/>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61"/>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61"/>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61"/>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61"/>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61"/>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0" name="Google Shape;9030;p61"/>
            <p:cNvGrpSpPr/>
            <p:nvPr/>
          </p:nvGrpSpPr>
          <p:grpSpPr>
            <a:xfrm>
              <a:off x="903098" y="1179665"/>
              <a:ext cx="80700" cy="1526144"/>
              <a:chOff x="903098" y="1179665"/>
              <a:chExt cx="80700" cy="1526144"/>
            </a:xfrm>
          </p:grpSpPr>
          <p:sp>
            <p:nvSpPr>
              <p:cNvPr id="9031" name="Google Shape;9031;p61"/>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61"/>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61"/>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1"/>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61"/>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61"/>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61"/>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1"/>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61"/>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61"/>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1" name="Google Shape;9041;p61"/>
            <p:cNvGrpSpPr/>
            <p:nvPr/>
          </p:nvGrpSpPr>
          <p:grpSpPr>
            <a:xfrm>
              <a:off x="1076958" y="1179665"/>
              <a:ext cx="80700" cy="1526144"/>
              <a:chOff x="1076958" y="1179665"/>
              <a:chExt cx="80700" cy="1526144"/>
            </a:xfrm>
          </p:grpSpPr>
          <p:sp>
            <p:nvSpPr>
              <p:cNvPr id="9042" name="Google Shape;9042;p61"/>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1"/>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61"/>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61"/>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61"/>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61"/>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61"/>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61"/>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61"/>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61"/>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2" name="Google Shape;9052;p61"/>
            <p:cNvGrpSpPr/>
            <p:nvPr/>
          </p:nvGrpSpPr>
          <p:grpSpPr>
            <a:xfrm>
              <a:off x="1247707" y="1179665"/>
              <a:ext cx="80700" cy="1526144"/>
              <a:chOff x="1247707" y="1179665"/>
              <a:chExt cx="80700" cy="1526144"/>
            </a:xfrm>
          </p:grpSpPr>
          <p:sp>
            <p:nvSpPr>
              <p:cNvPr id="9053" name="Google Shape;9053;p61"/>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61"/>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61"/>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61"/>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61"/>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61"/>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61"/>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61"/>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61"/>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1"/>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3" name="Google Shape;9063;p61"/>
            <p:cNvGrpSpPr/>
            <p:nvPr/>
          </p:nvGrpSpPr>
          <p:grpSpPr>
            <a:xfrm>
              <a:off x="1421567" y="1179665"/>
              <a:ext cx="80700" cy="1526144"/>
              <a:chOff x="1421567" y="1179665"/>
              <a:chExt cx="80700" cy="1526144"/>
            </a:xfrm>
          </p:grpSpPr>
          <p:sp>
            <p:nvSpPr>
              <p:cNvPr id="9064" name="Google Shape;9064;p61"/>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61"/>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61"/>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61"/>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61"/>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1"/>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61"/>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61"/>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61"/>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61"/>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4" name="Google Shape;9074;p61"/>
            <p:cNvGrpSpPr/>
            <p:nvPr/>
          </p:nvGrpSpPr>
          <p:grpSpPr>
            <a:xfrm>
              <a:off x="1592327" y="1179665"/>
              <a:ext cx="80700" cy="1526144"/>
              <a:chOff x="1592327" y="1179665"/>
              <a:chExt cx="80700" cy="1526144"/>
            </a:xfrm>
          </p:grpSpPr>
          <p:sp>
            <p:nvSpPr>
              <p:cNvPr id="9075" name="Google Shape;9075;p61"/>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61"/>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61"/>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61"/>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1"/>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1"/>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61"/>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61"/>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61"/>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61"/>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5" name="Google Shape;9085;p61"/>
            <p:cNvGrpSpPr/>
            <p:nvPr/>
          </p:nvGrpSpPr>
          <p:grpSpPr>
            <a:xfrm>
              <a:off x="1766187" y="1179665"/>
              <a:ext cx="80700" cy="1526144"/>
              <a:chOff x="1766187" y="1179665"/>
              <a:chExt cx="80700" cy="1526144"/>
            </a:xfrm>
          </p:grpSpPr>
          <p:sp>
            <p:nvSpPr>
              <p:cNvPr id="9086" name="Google Shape;9086;p61"/>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61"/>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61"/>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61"/>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61"/>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61"/>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61"/>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61"/>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61"/>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1"/>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6" name="Google Shape;9096;p61"/>
            <p:cNvGrpSpPr/>
            <p:nvPr/>
          </p:nvGrpSpPr>
          <p:grpSpPr>
            <a:xfrm>
              <a:off x="1936935" y="1179665"/>
              <a:ext cx="80700" cy="1526144"/>
              <a:chOff x="1936935" y="1179665"/>
              <a:chExt cx="80700" cy="1526144"/>
            </a:xfrm>
          </p:grpSpPr>
          <p:sp>
            <p:nvSpPr>
              <p:cNvPr id="9097" name="Google Shape;9097;p61"/>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61"/>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1"/>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61"/>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61"/>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61"/>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61"/>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61"/>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61"/>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61"/>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7" name="Google Shape;9107;p61"/>
            <p:cNvGrpSpPr/>
            <p:nvPr/>
          </p:nvGrpSpPr>
          <p:grpSpPr>
            <a:xfrm>
              <a:off x="2110795" y="1179665"/>
              <a:ext cx="80700" cy="1526144"/>
              <a:chOff x="2110795" y="1179665"/>
              <a:chExt cx="80700" cy="1526144"/>
            </a:xfrm>
          </p:grpSpPr>
          <p:sp>
            <p:nvSpPr>
              <p:cNvPr id="9108" name="Google Shape;9108;p61"/>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61"/>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61"/>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1"/>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1"/>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1"/>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61"/>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61"/>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61"/>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61"/>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8" name="Google Shape;9118;p61"/>
            <p:cNvGrpSpPr/>
            <p:nvPr/>
          </p:nvGrpSpPr>
          <p:grpSpPr>
            <a:xfrm>
              <a:off x="2284655" y="1179665"/>
              <a:ext cx="80700" cy="1526144"/>
              <a:chOff x="2284655" y="1179665"/>
              <a:chExt cx="80700" cy="1526144"/>
            </a:xfrm>
          </p:grpSpPr>
          <p:sp>
            <p:nvSpPr>
              <p:cNvPr id="9119" name="Google Shape;9119;p61"/>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61"/>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61"/>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61"/>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61"/>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61"/>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61"/>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61"/>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61"/>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61"/>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29" name="Google Shape;9129;p61"/>
          <p:cNvGrpSpPr/>
          <p:nvPr/>
        </p:nvGrpSpPr>
        <p:grpSpPr>
          <a:xfrm>
            <a:off x="2603242" y="985003"/>
            <a:ext cx="1364248" cy="1102133"/>
            <a:chOff x="2623904" y="1198803"/>
            <a:chExt cx="1364248" cy="1102133"/>
          </a:xfrm>
        </p:grpSpPr>
        <p:grpSp>
          <p:nvGrpSpPr>
            <p:cNvPr id="9130" name="Google Shape;9130;p61"/>
            <p:cNvGrpSpPr/>
            <p:nvPr/>
          </p:nvGrpSpPr>
          <p:grpSpPr>
            <a:xfrm>
              <a:off x="2623907" y="1198803"/>
              <a:ext cx="1364245" cy="273000"/>
              <a:chOff x="2623907" y="1198803"/>
              <a:chExt cx="1364245" cy="273000"/>
            </a:xfrm>
          </p:grpSpPr>
          <p:sp>
            <p:nvSpPr>
              <p:cNvPr id="9131" name="Google Shape;9131;p61"/>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61"/>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61"/>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1"/>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61"/>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6" name="Google Shape;9136;p61"/>
            <p:cNvGrpSpPr/>
            <p:nvPr/>
          </p:nvGrpSpPr>
          <p:grpSpPr>
            <a:xfrm>
              <a:off x="2623904" y="1476964"/>
              <a:ext cx="1364245" cy="273000"/>
              <a:chOff x="2623904" y="1476964"/>
              <a:chExt cx="1364245" cy="273000"/>
            </a:xfrm>
          </p:grpSpPr>
          <p:sp>
            <p:nvSpPr>
              <p:cNvPr id="9137" name="Google Shape;9137;p61"/>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61"/>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61"/>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61"/>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61"/>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2" name="Google Shape;9142;p61"/>
            <p:cNvGrpSpPr/>
            <p:nvPr/>
          </p:nvGrpSpPr>
          <p:grpSpPr>
            <a:xfrm>
              <a:off x="2623907" y="1749775"/>
              <a:ext cx="1364245" cy="273000"/>
              <a:chOff x="2623907" y="1749775"/>
              <a:chExt cx="1364245" cy="273000"/>
            </a:xfrm>
          </p:grpSpPr>
          <p:sp>
            <p:nvSpPr>
              <p:cNvPr id="9143" name="Google Shape;9143;p61"/>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61"/>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61"/>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1"/>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1"/>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8" name="Google Shape;9148;p61"/>
            <p:cNvGrpSpPr/>
            <p:nvPr/>
          </p:nvGrpSpPr>
          <p:grpSpPr>
            <a:xfrm>
              <a:off x="2623904" y="2027936"/>
              <a:ext cx="1364245" cy="273000"/>
              <a:chOff x="2623904" y="2027936"/>
              <a:chExt cx="1364245" cy="273000"/>
            </a:xfrm>
          </p:grpSpPr>
          <p:sp>
            <p:nvSpPr>
              <p:cNvPr id="9149" name="Google Shape;9149;p61"/>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61"/>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61"/>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61"/>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61"/>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54" name="Google Shape;9154;p61"/>
          <p:cNvGrpSpPr/>
          <p:nvPr/>
        </p:nvGrpSpPr>
        <p:grpSpPr>
          <a:xfrm>
            <a:off x="2592703" y="2444186"/>
            <a:ext cx="1387541" cy="159124"/>
            <a:chOff x="3200660" y="2180272"/>
            <a:chExt cx="2563824" cy="378237"/>
          </a:xfrm>
        </p:grpSpPr>
        <p:sp>
          <p:nvSpPr>
            <p:cNvPr id="9155" name="Google Shape;9155;p61"/>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61"/>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61"/>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61"/>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61"/>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1"/>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1"/>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61"/>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61"/>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1"/>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1"/>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1"/>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1"/>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61"/>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61"/>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61"/>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61"/>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61"/>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3" name="Google Shape;9173;p61"/>
          <p:cNvGrpSpPr/>
          <p:nvPr/>
        </p:nvGrpSpPr>
        <p:grpSpPr>
          <a:xfrm>
            <a:off x="2589227" y="2722011"/>
            <a:ext cx="1390502" cy="159625"/>
            <a:chOff x="3530150" y="2790075"/>
            <a:chExt cx="1962600" cy="225300"/>
          </a:xfrm>
        </p:grpSpPr>
        <p:sp>
          <p:nvSpPr>
            <p:cNvPr id="9174" name="Google Shape;9174;p61"/>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61"/>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6" name="Google Shape;9176;p61"/>
          <p:cNvGrpSpPr/>
          <p:nvPr/>
        </p:nvGrpSpPr>
        <p:grpSpPr>
          <a:xfrm>
            <a:off x="2589880" y="3000337"/>
            <a:ext cx="1411629" cy="153761"/>
            <a:chOff x="3558802" y="4011427"/>
            <a:chExt cx="1866000" cy="111300"/>
          </a:xfrm>
        </p:grpSpPr>
        <p:sp>
          <p:nvSpPr>
            <p:cNvPr id="9177" name="Google Shape;9177;p61"/>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1"/>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9" name="Google Shape;9179;p61"/>
          <p:cNvGrpSpPr/>
          <p:nvPr/>
        </p:nvGrpSpPr>
        <p:grpSpPr>
          <a:xfrm>
            <a:off x="2589573" y="2205736"/>
            <a:ext cx="1383503" cy="119749"/>
            <a:chOff x="3465975" y="2270276"/>
            <a:chExt cx="1986364" cy="171929"/>
          </a:xfrm>
        </p:grpSpPr>
        <p:sp>
          <p:nvSpPr>
            <p:cNvPr id="9180" name="Google Shape;9180;p61"/>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1"/>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61"/>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61"/>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61"/>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61"/>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61"/>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61"/>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8" name="Google Shape;9188;p61"/>
          <p:cNvGrpSpPr/>
          <p:nvPr/>
        </p:nvGrpSpPr>
        <p:grpSpPr>
          <a:xfrm>
            <a:off x="2600580" y="3569387"/>
            <a:ext cx="1369531" cy="195460"/>
            <a:chOff x="723300" y="4253549"/>
            <a:chExt cx="2276482" cy="324900"/>
          </a:xfrm>
        </p:grpSpPr>
        <p:sp>
          <p:nvSpPr>
            <p:cNvPr id="9189" name="Google Shape;9189;p61"/>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61"/>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61"/>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1"/>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61"/>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4" name="Google Shape;9194;p61"/>
          <p:cNvGrpSpPr/>
          <p:nvPr/>
        </p:nvGrpSpPr>
        <p:grpSpPr>
          <a:xfrm>
            <a:off x="2590141" y="3270567"/>
            <a:ext cx="1389066" cy="180119"/>
            <a:chOff x="705948" y="3788465"/>
            <a:chExt cx="2308953" cy="299400"/>
          </a:xfrm>
        </p:grpSpPr>
        <p:sp>
          <p:nvSpPr>
            <p:cNvPr id="9195" name="Google Shape;9195;p61"/>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61"/>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61"/>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61"/>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61"/>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0" name="Google Shape;9200;p61"/>
          <p:cNvGrpSpPr/>
          <p:nvPr/>
        </p:nvGrpSpPr>
        <p:grpSpPr>
          <a:xfrm>
            <a:off x="2638078" y="3883547"/>
            <a:ext cx="1304609" cy="294074"/>
            <a:chOff x="2658741" y="4097347"/>
            <a:chExt cx="1304609" cy="294074"/>
          </a:xfrm>
        </p:grpSpPr>
        <p:grpSp>
          <p:nvGrpSpPr>
            <p:cNvPr id="9201" name="Google Shape;9201;p61"/>
            <p:cNvGrpSpPr/>
            <p:nvPr/>
          </p:nvGrpSpPr>
          <p:grpSpPr>
            <a:xfrm>
              <a:off x="2658741" y="4097347"/>
              <a:ext cx="118572" cy="294074"/>
              <a:chOff x="3343310" y="4475555"/>
              <a:chExt cx="127717" cy="316753"/>
            </a:xfrm>
          </p:grpSpPr>
          <p:sp>
            <p:nvSpPr>
              <p:cNvPr id="9202" name="Google Shape;9202;p61"/>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61"/>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4" name="Google Shape;9204;p61"/>
            <p:cNvGrpSpPr/>
            <p:nvPr/>
          </p:nvGrpSpPr>
          <p:grpSpPr>
            <a:xfrm>
              <a:off x="3815519" y="4098388"/>
              <a:ext cx="147831" cy="291991"/>
              <a:chOff x="3527539" y="4476677"/>
              <a:chExt cx="159232" cy="314510"/>
            </a:xfrm>
          </p:grpSpPr>
          <p:sp>
            <p:nvSpPr>
              <p:cNvPr id="9205" name="Google Shape;9205;p61"/>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61"/>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7" name="Google Shape;9207;p61"/>
            <p:cNvGrpSpPr/>
            <p:nvPr/>
          </p:nvGrpSpPr>
          <p:grpSpPr>
            <a:xfrm>
              <a:off x="3511696" y="4098388"/>
              <a:ext cx="147831" cy="291991"/>
              <a:chOff x="3527539" y="4476677"/>
              <a:chExt cx="159232" cy="314510"/>
            </a:xfrm>
          </p:grpSpPr>
          <p:sp>
            <p:nvSpPr>
              <p:cNvPr id="9208" name="Google Shape;9208;p61"/>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61"/>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0" name="Google Shape;9210;p61"/>
            <p:cNvGrpSpPr/>
            <p:nvPr/>
          </p:nvGrpSpPr>
          <p:grpSpPr>
            <a:xfrm>
              <a:off x="3207874" y="4098388"/>
              <a:ext cx="147831" cy="291991"/>
              <a:chOff x="3527539" y="4476677"/>
              <a:chExt cx="159232" cy="314510"/>
            </a:xfrm>
          </p:grpSpPr>
          <p:sp>
            <p:nvSpPr>
              <p:cNvPr id="9211" name="Google Shape;9211;p61"/>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61"/>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3" name="Google Shape;9213;p61"/>
            <p:cNvGrpSpPr/>
            <p:nvPr/>
          </p:nvGrpSpPr>
          <p:grpSpPr>
            <a:xfrm>
              <a:off x="2933305" y="4097347"/>
              <a:ext cx="118572" cy="294074"/>
              <a:chOff x="3343310" y="4475555"/>
              <a:chExt cx="127717" cy="316753"/>
            </a:xfrm>
          </p:grpSpPr>
          <p:sp>
            <p:nvSpPr>
              <p:cNvPr id="9214" name="Google Shape;9214;p61"/>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61"/>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216" name="Google Shape;9216;p61"/>
          <p:cNvGrpSpPr/>
          <p:nvPr/>
        </p:nvGrpSpPr>
        <p:grpSpPr>
          <a:xfrm>
            <a:off x="4256908" y="1866669"/>
            <a:ext cx="1433821" cy="191501"/>
            <a:chOff x="4273350" y="2080469"/>
            <a:chExt cx="1433821" cy="191501"/>
          </a:xfrm>
        </p:grpSpPr>
        <p:grpSp>
          <p:nvGrpSpPr>
            <p:cNvPr id="9217" name="Google Shape;9217;p61"/>
            <p:cNvGrpSpPr/>
            <p:nvPr/>
          </p:nvGrpSpPr>
          <p:grpSpPr>
            <a:xfrm>
              <a:off x="4273350" y="2080469"/>
              <a:ext cx="1433821" cy="0"/>
              <a:chOff x="5224975" y="2962250"/>
              <a:chExt cx="1544400" cy="0"/>
            </a:xfrm>
          </p:grpSpPr>
          <p:cxnSp>
            <p:nvCxnSpPr>
              <p:cNvPr id="9218" name="Google Shape;9218;p61"/>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9219" name="Google Shape;9219;p61"/>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9220" name="Google Shape;9220;p61"/>
            <p:cNvGrpSpPr/>
            <p:nvPr/>
          </p:nvGrpSpPr>
          <p:grpSpPr>
            <a:xfrm>
              <a:off x="4273350" y="2271969"/>
              <a:ext cx="1433821" cy="0"/>
              <a:chOff x="5224975" y="2962250"/>
              <a:chExt cx="1544400" cy="0"/>
            </a:xfrm>
          </p:grpSpPr>
          <p:cxnSp>
            <p:nvCxnSpPr>
              <p:cNvPr id="9221" name="Google Shape;9221;p61"/>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9222" name="Google Shape;9222;p61"/>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9223" name="Google Shape;9223;p61"/>
          <p:cNvGrpSpPr/>
          <p:nvPr/>
        </p:nvGrpSpPr>
        <p:grpSpPr>
          <a:xfrm>
            <a:off x="4258463" y="969236"/>
            <a:ext cx="1430711" cy="743389"/>
            <a:chOff x="5159450" y="1919950"/>
            <a:chExt cx="1541050" cy="862500"/>
          </a:xfrm>
        </p:grpSpPr>
        <p:sp>
          <p:nvSpPr>
            <p:cNvPr id="9224" name="Google Shape;9224;p61"/>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n-US"/>
            </a:p>
          </p:txBody>
        </p:sp>
        <p:grpSp>
          <p:nvGrpSpPr>
            <p:cNvPr id="9225" name="Google Shape;9225;p61"/>
            <p:cNvGrpSpPr/>
            <p:nvPr/>
          </p:nvGrpSpPr>
          <p:grpSpPr>
            <a:xfrm>
              <a:off x="5159450" y="1919950"/>
              <a:ext cx="1541050" cy="862500"/>
              <a:chOff x="5159450" y="1919950"/>
              <a:chExt cx="1541050" cy="862500"/>
            </a:xfrm>
          </p:grpSpPr>
          <p:cxnSp>
            <p:nvCxnSpPr>
              <p:cNvPr id="9226" name="Google Shape;9226;p61"/>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9227" name="Google Shape;9227;p61"/>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9228" name="Google Shape;9228;p61"/>
          <p:cNvGrpSpPr/>
          <p:nvPr/>
        </p:nvGrpSpPr>
        <p:grpSpPr>
          <a:xfrm>
            <a:off x="4248577" y="2192564"/>
            <a:ext cx="1450484" cy="1052087"/>
            <a:chOff x="5230575" y="1554475"/>
            <a:chExt cx="2137150" cy="1550150"/>
          </a:xfrm>
        </p:grpSpPr>
        <p:sp>
          <p:nvSpPr>
            <p:cNvPr id="9229" name="Google Shape;9229;p61"/>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61"/>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61"/>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61"/>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61"/>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61"/>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1"/>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61"/>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61"/>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61"/>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61"/>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61"/>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61"/>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2" name="Google Shape;9242;p61"/>
          <p:cNvGrpSpPr/>
          <p:nvPr/>
        </p:nvGrpSpPr>
        <p:grpSpPr>
          <a:xfrm rot="10800000">
            <a:off x="4265127" y="3284753"/>
            <a:ext cx="1417383" cy="887946"/>
            <a:chOff x="5645403" y="2920021"/>
            <a:chExt cx="2650800" cy="2180614"/>
          </a:xfrm>
        </p:grpSpPr>
        <p:sp>
          <p:nvSpPr>
            <p:cNvPr id="9243" name="Google Shape;9243;p61"/>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244" name="Google Shape;9244;p61"/>
            <p:cNvCxnSpPr>
              <a:stCxn id="9243"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9245" name="Google Shape;9245;p61"/>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246" name="Google Shape;9246;p61"/>
            <p:cNvCxnSpPr>
              <a:endCxn id="9245" idx="3"/>
            </p:cNvCxnSpPr>
            <p:nvPr/>
          </p:nvCxnSpPr>
          <p:spPr>
            <a:xfrm rot="10800000">
              <a:off x="8059040" y="3735532"/>
              <a:ext cx="135300" cy="0"/>
            </a:xfrm>
            <a:prstGeom prst="straightConnector1">
              <a:avLst/>
            </a:prstGeom>
            <a:noFill/>
            <a:ln w="9525" cap="flat" cmpd="sng">
              <a:solidFill>
                <a:srgbClr val="5F7D95"/>
              </a:solidFill>
              <a:prstDash val="solid"/>
              <a:round/>
              <a:headEnd type="none" w="med" len="med"/>
              <a:tailEnd type="none" w="med" len="med"/>
            </a:ln>
          </p:spPr>
        </p:cxnSp>
        <p:sp>
          <p:nvSpPr>
            <p:cNvPr id="9247" name="Google Shape;9247;p61"/>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248" name="Google Shape;9248;p61"/>
            <p:cNvCxnSpPr>
              <a:stCxn id="9247" idx="1"/>
            </p:cNvCxnSpPr>
            <p:nvPr/>
          </p:nvCxnSpPr>
          <p:spPr>
            <a:xfrm rot="10800000">
              <a:off x="6175223"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9249" name="Google Shape;9249;p61"/>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250" name="Google Shape;9250;p61"/>
            <p:cNvCxnSpPr>
              <a:endCxn id="9249"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9251" name="Google Shape;9251;p61"/>
          <p:cNvGrpSpPr/>
          <p:nvPr/>
        </p:nvGrpSpPr>
        <p:grpSpPr>
          <a:xfrm>
            <a:off x="7365487" y="2188108"/>
            <a:ext cx="1071743" cy="1021579"/>
            <a:chOff x="7189833" y="2022667"/>
            <a:chExt cx="1251159" cy="1192597"/>
          </a:xfrm>
        </p:grpSpPr>
        <p:sp>
          <p:nvSpPr>
            <p:cNvPr id="9252" name="Google Shape;9252;p61"/>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61"/>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61"/>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61"/>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6" name="Google Shape;9256;p61"/>
          <p:cNvGrpSpPr/>
          <p:nvPr/>
        </p:nvGrpSpPr>
        <p:grpSpPr>
          <a:xfrm>
            <a:off x="706758" y="2614515"/>
            <a:ext cx="1695374" cy="1560837"/>
            <a:chOff x="727421" y="2828315"/>
            <a:chExt cx="1695374" cy="1560837"/>
          </a:xfrm>
        </p:grpSpPr>
        <p:grpSp>
          <p:nvGrpSpPr>
            <p:cNvPr id="9257" name="Google Shape;9257;p61"/>
            <p:cNvGrpSpPr/>
            <p:nvPr/>
          </p:nvGrpSpPr>
          <p:grpSpPr>
            <a:xfrm>
              <a:off x="819108" y="2882501"/>
              <a:ext cx="103104" cy="1426186"/>
              <a:chOff x="4674013" y="3100904"/>
              <a:chExt cx="122758" cy="1698043"/>
            </a:xfrm>
          </p:grpSpPr>
          <p:sp>
            <p:nvSpPr>
              <p:cNvPr id="9258" name="Google Shape;9258;p61"/>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61"/>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61"/>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61"/>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61"/>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61"/>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61"/>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5" name="Google Shape;9265;p61"/>
            <p:cNvGrpSpPr/>
            <p:nvPr/>
          </p:nvGrpSpPr>
          <p:grpSpPr>
            <a:xfrm>
              <a:off x="1062475" y="2882501"/>
              <a:ext cx="103104" cy="1426186"/>
              <a:chOff x="4940438" y="3100904"/>
              <a:chExt cx="122758" cy="1698043"/>
            </a:xfrm>
          </p:grpSpPr>
          <p:sp>
            <p:nvSpPr>
              <p:cNvPr id="9266" name="Google Shape;9266;p61"/>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61"/>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61"/>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1"/>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61"/>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61"/>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61"/>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3" name="Google Shape;9273;p61"/>
            <p:cNvGrpSpPr/>
            <p:nvPr/>
          </p:nvGrpSpPr>
          <p:grpSpPr>
            <a:xfrm>
              <a:off x="1299324" y="2882501"/>
              <a:ext cx="103104" cy="1426186"/>
              <a:chOff x="5206863" y="3100904"/>
              <a:chExt cx="122758" cy="1698043"/>
            </a:xfrm>
          </p:grpSpPr>
          <p:sp>
            <p:nvSpPr>
              <p:cNvPr id="9274" name="Google Shape;9274;p61"/>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61"/>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61"/>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61"/>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61"/>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1"/>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61"/>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1" name="Google Shape;9281;p61"/>
            <p:cNvGrpSpPr/>
            <p:nvPr/>
          </p:nvGrpSpPr>
          <p:grpSpPr>
            <a:xfrm>
              <a:off x="1786057" y="2882501"/>
              <a:ext cx="103104" cy="1426186"/>
              <a:chOff x="6006138" y="3143629"/>
              <a:chExt cx="122758" cy="1698043"/>
            </a:xfrm>
          </p:grpSpPr>
          <p:sp>
            <p:nvSpPr>
              <p:cNvPr id="9282" name="Google Shape;9282;p61"/>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61"/>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61"/>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1"/>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61"/>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61"/>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61"/>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9" name="Google Shape;9289;p61"/>
            <p:cNvGrpSpPr/>
            <p:nvPr/>
          </p:nvGrpSpPr>
          <p:grpSpPr>
            <a:xfrm>
              <a:off x="2029422" y="2882501"/>
              <a:ext cx="103104" cy="1426186"/>
              <a:chOff x="6805413" y="3100904"/>
              <a:chExt cx="122758" cy="1698043"/>
            </a:xfrm>
          </p:grpSpPr>
          <p:sp>
            <p:nvSpPr>
              <p:cNvPr id="9290" name="Google Shape;9290;p61"/>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61"/>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61"/>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1"/>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1"/>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61"/>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61"/>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7" name="Google Shape;9297;p61"/>
            <p:cNvGrpSpPr/>
            <p:nvPr/>
          </p:nvGrpSpPr>
          <p:grpSpPr>
            <a:xfrm>
              <a:off x="727421" y="2828315"/>
              <a:ext cx="1695374" cy="1560837"/>
              <a:chOff x="734799" y="2782450"/>
              <a:chExt cx="1571100" cy="1577400"/>
            </a:xfrm>
          </p:grpSpPr>
          <p:cxnSp>
            <p:nvCxnSpPr>
              <p:cNvPr id="9298" name="Google Shape;9298;p61"/>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9299" name="Google Shape;9299;p61"/>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9300" name="Google Shape;9300;p61"/>
            <p:cNvGrpSpPr/>
            <p:nvPr/>
          </p:nvGrpSpPr>
          <p:grpSpPr>
            <a:xfrm>
              <a:off x="2272795" y="2882501"/>
              <a:ext cx="103104" cy="1426186"/>
              <a:chOff x="5206863" y="3100904"/>
              <a:chExt cx="122758" cy="1698043"/>
            </a:xfrm>
          </p:grpSpPr>
          <p:sp>
            <p:nvSpPr>
              <p:cNvPr id="9301" name="Google Shape;9301;p61"/>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61"/>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61"/>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1"/>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61"/>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61"/>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61"/>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8" name="Google Shape;9308;p61"/>
            <p:cNvGrpSpPr/>
            <p:nvPr/>
          </p:nvGrpSpPr>
          <p:grpSpPr>
            <a:xfrm>
              <a:off x="1542694" y="2882501"/>
              <a:ext cx="103104" cy="1426186"/>
              <a:chOff x="6006138" y="3143629"/>
              <a:chExt cx="122758" cy="1698043"/>
            </a:xfrm>
          </p:grpSpPr>
          <p:sp>
            <p:nvSpPr>
              <p:cNvPr id="9309" name="Google Shape;9309;p61"/>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61"/>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61"/>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61"/>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61"/>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61"/>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1"/>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316" name="Google Shape;9316;p61"/>
          <p:cNvGrpSpPr/>
          <p:nvPr/>
        </p:nvGrpSpPr>
        <p:grpSpPr>
          <a:xfrm>
            <a:off x="5915338" y="2192087"/>
            <a:ext cx="1248543" cy="1025319"/>
            <a:chOff x="5183758" y="1210600"/>
            <a:chExt cx="3605380" cy="2960783"/>
          </a:xfrm>
        </p:grpSpPr>
        <p:sp>
          <p:nvSpPr>
            <p:cNvPr id="9317" name="Google Shape;9317;p61"/>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61"/>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61"/>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61"/>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21" name="Google Shape;9321;p61"/>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9322" name="Google Shape;9322;p61"/>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9323" name="Google Shape;9323;p61"/>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9324" name="Google Shape;9324;p61"/>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9325" name="Google Shape;9325;p61"/>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6" name="Google Shape;9326;p61"/>
          <p:cNvGrpSpPr/>
          <p:nvPr/>
        </p:nvGrpSpPr>
        <p:grpSpPr>
          <a:xfrm>
            <a:off x="5772399" y="3330404"/>
            <a:ext cx="2664831" cy="843440"/>
            <a:chOff x="5916567" y="1099697"/>
            <a:chExt cx="2556683" cy="809211"/>
          </a:xfrm>
        </p:grpSpPr>
        <p:sp>
          <p:nvSpPr>
            <p:cNvPr id="9327" name="Google Shape;9327;p61"/>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61"/>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61"/>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61"/>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1"/>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61"/>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61"/>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61"/>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5" name="Google Shape;9335;p61"/>
          <p:cNvGrpSpPr/>
          <p:nvPr/>
        </p:nvGrpSpPr>
        <p:grpSpPr>
          <a:xfrm>
            <a:off x="5879940" y="979263"/>
            <a:ext cx="1299851" cy="1023338"/>
            <a:chOff x="5900602" y="1193063"/>
            <a:chExt cx="1299851" cy="1023338"/>
          </a:xfrm>
        </p:grpSpPr>
        <p:grpSp>
          <p:nvGrpSpPr>
            <p:cNvPr id="9336" name="Google Shape;9336;p61"/>
            <p:cNvGrpSpPr/>
            <p:nvPr/>
          </p:nvGrpSpPr>
          <p:grpSpPr>
            <a:xfrm>
              <a:off x="6743564" y="1193063"/>
              <a:ext cx="456889" cy="700379"/>
              <a:chOff x="6743564" y="1193063"/>
              <a:chExt cx="456889" cy="700379"/>
            </a:xfrm>
          </p:grpSpPr>
          <p:grpSp>
            <p:nvGrpSpPr>
              <p:cNvPr id="9337" name="Google Shape;9337;p61"/>
              <p:cNvGrpSpPr/>
              <p:nvPr/>
            </p:nvGrpSpPr>
            <p:grpSpPr>
              <a:xfrm>
                <a:off x="6743564" y="1690731"/>
                <a:ext cx="214402" cy="202710"/>
                <a:chOff x="6743564" y="1690731"/>
                <a:chExt cx="214402" cy="202710"/>
              </a:xfrm>
            </p:grpSpPr>
            <p:sp>
              <p:nvSpPr>
                <p:cNvPr id="9338" name="Google Shape;9338;p61"/>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61"/>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0" name="Google Shape;9340;p61"/>
              <p:cNvGrpSpPr/>
              <p:nvPr/>
            </p:nvGrpSpPr>
            <p:grpSpPr>
              <a:xfrm>
                <a:off x="6915505" y="1193063"/>
                <a:ext cx="284947" cy="589637"/>
                <a:chOff x="6915505" y="1193063"/>
                <a:chExt cx="284947" cy="589637"/>
              </a:xfrm>
            </p:grpSpPr>
            <p:sp>
              <p:nvSpPr>
                <p:cNvPr id="9341" name="Google Shape;9341;p61"/>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42" name="Google Shape;9342;p61"/>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9343" name="Google Shape;9343;p61"/>
            <p:cNvGrpSpPr/>
            <p:nvPr/>
          </p:nvGrpSpPr>
          <p:grpSpPr>
            <a:xfrm>
              <a:off x="6520337" y="1193063"/>
              <a:ext cx="341815" cy="801589"/>
              <a:chOff x="6520337" y="1193063"/>
              <a:chExt cx="341815" cy="801589"/>
            </a:xfrm>
          </p:grpSpPr>
          <p:grpSp>
            <p:nvGrpSpPr>
              <p:cNvPr id="9344" name="Google Shape;9344;p61"/>
              <p:cNvGrpSpPr/>
              <p:nvPr/>
            </p:nvGrpSpPr>
            <p:grpSpPr>
              <a:xfrm>
                <a:off x="6520337" y="1589527"/>
                <a:ext cx="213950" cy="405125"/>
                <a:chOff x="6520337" y="1589527"/>
                <a:chExt cx="213950" cy="405125"/>
              </a:xfrm>
            </p:grpSpPr>
            <p:sp>
              <p:nvSpPr>
                <p:cNvPr id="9345" name="Google Shape;9345;p61"/>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1"/>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7" name="Google Shape;9347;p61"/>
              <p:cNvGrpSpPr/>
              <p:nvPr/>
            </p:nvGrpSpPr>
            <p:grpSpPr>
              <a:xfrm>
                <a:off x="6577204" y="1193063"/>
                <a:ext cx="284947" cy="453562"/>
                <a:chOff x="6577204" y="1193063"/>
                <a:chExt cx="284947" cy="453562"/>
              </a:xfrm>
            </p:grpSpPr>
            <p:sp>
              <p:nvSpPr>
                <p:cNvPr id="9348" name="Google Shape;9348;p61"/>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49" name="Google Shape;9349;p61"/>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9350" name="Google Shape;9350;p61"/>
            <p:cNvGrpSpPr/>
            <p:nvPr/>
          </p:nvGrpSpPr>
          <p:grpSpPr>
            <a:xfrm>
              <a:off x="6238903" y="1193063"/>
              <a:ext cx="300475" cy="901782"/>
              <a:chOff x="6238903" y="1193063"/>
              <a:chExt cx="300475" cy="901782"/>
            </a:xfrm>
          </p:grpSpPr>
          <p:grpSp>
            <p:nvGrpSpPr>
              <p:cNvPr id="9351" name="Google Shape;9351;p61"/>
              <p:cNvGrpSpPr/>
              <p:nvPr/>
            </p:nvGrpSpPr>
            <p:grpSpPr>
              <a:xfrm>
                <a:off x="6290865" y="1489315"/>
                <a:ext cx="248514" cy="605530"/>
                <a:chOff x="6290865" y="1489315"/>
                <a:chExt cx="248514" cy="605530"/>
              </a:xfrm>
            </p:grpSpPr>
            <p:sp>
              <p:nvSpPr>
                <p:cNvPr id="9352" name="Google Shape;9352;p61"/>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61"/>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4" name="Google Shape;9354;p61"/>
              <p:cNvGrpSpPr/>
              <p:nvPr/>
            </p:nvGrpSpPr>
            <p:grpSpPr>
              <a:xfrm>
                <a:off x="6238903" y="1193063"/>
                <a:ext cx="284947" cy="327512"/>
                <a:chOff x="6238903" y="1193063"/>
                <a:chExt cx="284947" cy="327512"/>
              </a:xfrm>
            </p:grpSpPr>
            <p:sp>
              <p:nvSpPr>
                <p:cNvPr id="9355" name="Google Shape;9355;p61"/>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56" name="Google Shape;9356;p61"/>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9357" name="Google Shape;9357;p61"/>
            <p:cNvGrpSpPr/>
            <p:nvPr/>
          </p:nvGrpSpPr>
          <p:grpSpPr>
            <a:xfrm>
              <a:off x="5900602" y="1193063"/>
              <a:ext cx="444345" cy="1023338"/>
              <a:chOff x="5900602" y="1193063"/>
              <a:chExt cx="444345" cy="1023338"/>
            </a:xfrm>
          </p:grpSpPr>
          <p:grpSp>
            <p:nvGrpSpPr>
              <p:cNvPr id="9358" name="Google Shape;9358;p61"/>
              <p:cNvGrpSpPr/>
              <p:nvPr/>
            </p:nvGrpSpPr>
            <p:grpSpPr>
              <a:xfrm>
                <a:off x="6046501" y="1367785"/>
                <a:ext cx="298446" cy="848616"/>
                <a:chOff x="6046501" y="1367785"/>
                <a:chExt cx="298446" cy="848616"/>
              </a:xfrm>
            </p:grpSpPr>
            <p:sp>
              <p:nvSpPr>
                <p:cNvPr id="9359" name="Google Shape;9359;p61"/>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61"/>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1" name="Google Shape;9361;p61"/>
              <p:cNvGrpSpPr/>
              <p:nvPr/>
            </p:nvGrpSpPr>
            <p:grpSpPr>
              <a:xfrm>
                <a:off x="5900602" y="1193063"/>
                <a:ext cx="284947" cy="182312"/>
                <a:chOff x="5900602" y="1193063"/>
                <a:chExt cx="284947" cy="182312"/>
              </a:xfrm>
            </p:grpSpPr>
            <p:sp>
              <p:nvSpPr>
                <p:cNvPr id="9362" name="Google Shape;9362;p61"/>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63" name="Google Shape;9363;p61"/>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9364" name="Google Shape;9364;p61"/>
          <p:cNvGrpSpPr/>
          <p:nvPr/>
        </p:nvGrpSpPr>
        <p:grpSpPr>
          <a:xfrm>
            <a:off x="7217822" y="979408"/>
            <a:ext cx="1219413" cy="1051365"/>
            <a:chOff x="7287122" y="1165658"/>
            <a:chExt cx="1219413" cy="1051365"/>
          </a:xfrm>
        </p:grpSpPr>
        <p:grpSp>
          <p:nvGrpSpPr>
            <p:cNvPr id="9365" name="Google Shape;9365;p61"/>
            <p:cNvGrpSpPr/>
            <p:nvPr/>
          </p:nvGrpSpPr>
          <p:grpSpPr>
            <a:xfrm>
              <a:off x="7287122" y="1969723"/>
              <a:ext cx="1219413" cy="247300"/>
              <a:chOff x="7287122" y="1969723"/>
              <a:chExt cx="1219413" cy="247300"/>
            </a:xfrm>
          </p:grpSpPr>
          <p:sp>
            <p:nvSpPr>
              <p:cNvPr id="9366" name="Google Shape;9366;p61"/>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67" name="Google Shape;9367;p61"/>
              <p:cNvGrpSpPr/>
              <p:nvPr/>
            </p:nvGrpSpPr>
            <p:grpSpPr>
              <a:xfrm>
                <a:off x="7287122" y="2063892"/>
                <a:ext cx="1151753" cy="73428"/>
                <a:chOff x="7287122" y="2063892"/>
                <a:chExt cx="1151753" cy="73428"/>
              </a:xfrm>
            </p:grpSpPr>
            <p:sp>
              <p:nvSpPr>
                <p:cNvPr id="9368" name="Google Shape;9368;p61"/>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69" name="Google Shape;9369;p61"/>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9370" name="Google Shape;9370;p61"/>
            <p:cNvGrpSpPr/>
            <p:nvPr/>
          </p:nvGrpSpPr>
          <p:grpSpPr>
            <a:xfrm>
              <a:off x="7287122" y="1712201"/>
              <a:ext cx="1219403" cy="246767"/>
              <a:chOff x="7287122" y="1712201"/>
              <a:chExt cx="1219403" cy="246767"/>
            </a:xfrm>
          </p:grpSpPr>
          <p:sp>
            <p:nvSpPr>
              <p:cNvPr id="9371" name="Google Shape;9371;p61"/>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72" name="Google Shape;9372;p61"/>
              <p:cNvGrpSpPr/>
              <p:nvPr/>
            </p:nvGrpSpPr>
            <p:grpSpPr>
              <a:xfrm>
                <a:off x="7287122" y="1842861"/>
                <a:ext cx="1005303" cy="73419"/>
                <a:chOff x="7287122" y="1842861"/>
                <a:chExt cx="1005303" cy="73419"/>
              </a:xfrm>
            </p:grpSpPr>
            <p:sp>
              <p:nvSpPr>
                <p:cNvPr id="9373" name="Google Shape;9373;p61"/>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74" name="Google Shape;9374;p61"/>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9375" name="Google Shape;9375;p61"/>
            <p:cNvGrpSpPr/>
            <p:nvPr/>
          </p:nvGrpSpPr>
          <p:grpSpPr>
            <a:xfrm>
              <a:off x="7287122" y="1447520"/>
              <a:ext cx="1219403" cy="286667"/>
              <a:chOff x="7287122" y="1447520"/>
              <a:chExt cx="1219403" cy="286667"/>
            </a:xfrm>
          </p:grpSpPr>
          <p:sp>
            <p:nvSpPr>
              <p:cNvPr id="9376" name="Google Shape;9376;p61"/>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77" name="Google Shape;9377;p61"/>
              <p:cNvGrpSpPr/>
              <p:nvPr/>
            </p:nvGrpSpPr>
            <p:grpSpPr>
              <a:xfrm>
                <a:off x="7287122" y="1581977"/>
                <a:ext cx="852803" cy="73428"/>
                <a:chOff x="7287122" y="1581977"/>
                <a:chExt cx="852803" cy="73428"/>
              </a:xfrm>
            </p:grpSpPr>
            <p:sp>
              <p:nvSpPr>
                <p:cNvPr id="9378" name="Google Shape;9378;p61"/>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79" name="Google Shape;9379;p61"/>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9380" name="Google Shape;9380;p61"/>
            <p:cNvGrpSpPr/>
            <p:nvPr/>
          </p:nvGrpSpPr>
          <p:grpSpPr>
            <a:xfrm>
              <a:off x="7287122" y="1165658"/>
              <a:ext cx="1219403" cy="344253"/>
              <a:chOff x="7287122" y="1165658"/>
              <a:chExt cx="1219403" cy="344253"/>
            </a:xfrm>
          </p:grpSpPr>
          <p:sp>
            <p:nvSpPr>
              <p:cNvPr id="9381" name="Google Shape;9381;p61"/>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82" name="Google Shape;9382;p61"/>
              <p:cNvGrpSpPr/>
              <p:nvPr/>
            </p:nvGrpSpPr>
            <p:grpSpPr>
              <a:xfrm>
                <a:off x="7287122" y="1341025"/>
                <a:ext cx="695703" cy="73419"/>
                <a:chOff x="7287122" y="1341025"/>
                <a:chExt cx="695703" cy="73419"/>
              </a:xfrm>
            </p:grpSpPr>
            <p:sp>
              <p:nvSpPr>
                <p:cNvPr id="9383" name="Google Shape;9383;p61"/>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84" name="Google Shape;9384;p61"/>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388"/>
        <p:cNvGrpSpPr/>
        <p:nvPr/>
      </p:nvGrpSpPr>
      <p:grpSpPr>
        <a:xfrm>
          <a:off x="0" y="0"/>
          <a:ext cx="0" cy="0"/>
          <a:chOff x="0" y="0"/>
          <a:chExt cx="0" cy="0"/>
        </a:xfrm>
      </p:grpSpPr>
      <p:grpSp>
        <p:nvGrpSpPr>
          <p:cNvPr id="9389" name="Google Shape;9389;p62"/>
          <p:cNvGrpSpPr/>
          <p:nvPr/>
        </p:nvGrpSpPr>
        <p:grpSpPr>
          <a:xfrm>
            <a:off x="866243" y="2291587"/>
            <a:ext cx="415546" cy="355053"/>
            <a:chOff x="866243" y="2291587"/>
            <a:chExt cx="415546" cy="355053"/>
          </a:xfrm>
        </p:grpSpPr>
        <p:sp>
          <p:nvSpPr>
            <p:cNvPr id="9390" name="Google Shape;9390;p62"/>
            <p:cNvSpPr/>
            <p:nvPr/>
          </p:nvSpPr>
          <p:spPr>
            <a:xfrm>
              <a:off x="1053756" y="2523748"/>
              <a:ext cx="103998" cy="81706"/>
            </a:xfrm>
            <a:custGeom>
              <a:avLst/>
              <a:gdLst/>
              <a:ahLst/>
              <a:cxnLst/>
              <a:rect l="l" t="t" r="r" b="b"/>
              <a:pathLst>
                <a:path w="3275" h="2573" extrusionOk="0">
                  <a:moveTo>
                    <a:pt x="2358" y="393"/>
                  </a:moveTo>
                  <a:cubicBezTo>
                    <a:pt x="2418" y="393"/>
                    <a:pt x="2465" y="429"/>
                    <a:pt x="2489" y="488"/>
                  </a:cubicBezTo>
                  <a:lnTo>
                    <a:pt x="2823" y="1262"/>
                  </a:lnTo>
                  <a:cubicBezTo>
                    <a:pt x="2846" y="1322"/>
                    <a:pt x="2823" y="1405"/>
                    <a:pt x="2739" y="1441"/>
                  </a:cubicBezTo>
                  <a:lnTo>
                    <a:pt x="989" y="2179"/>
                  </a:lnTo>
                  <a:cubicBezTo>
                    <a:pt x="977" y="2179"/>
                    <a:pt x="953" y="2203"/>
                    <a:pt x="929" y="2203"/>
                  </a:cubicBezTo>
                  <a:cubicBezTo>
                    <a:pt x="870" y="2203"/>
                    <a:pt x="822" y="2167"/>
                    <a:pt x="787" y="2108"/>
                  </a:cubicBezTo>
                  <a:lnTo>
                    <a:pt x="465" y="1334"/>
                  </a:lnTo>
                  <a:cubicBezTo>
                    <a:pt x="441" y="1262"/>
                    <a:pt x="465" y="1191"/>
                    <a:pt x="537" y="1155"/>
                  </a:cubicBezTo>
                  <a:lnTo>
                    <a:pt x="2299" y="417"/>
                  </a:lnTo>
                  <a:cubicBezTo>
                    <a:pt x="2311" y="417"/>
                    <a:pt x="2322" y="393"/>
                    <a:pt x="2358" y="393"/>
                  </a:cubicBezTo>
                  <a:close/>
                  <a:moveTo>
                    <a:pt x="2358" y="0"/>
                  </a:moveTo>
                  <a:cubicBezTo>
                    <a:pt x="2287" y="0"/>
                    <a:pt x="2227" y="12"/>
                    <a:pt x="2144" y="36"/>
                  </a:cubicBezTo>
                  <a:lnTo>
                    <a:pt x="394" y="786"/>
                  </a:lnTo>
                  <a:cubicBezTo>
                    <a:pt x="120" y="905"/>
                    <a:pt x="1" y="1203"/>
                    <a:pt x="108" y="1465"/>
                  </a:cubicBezTo>
                  <a:lnTo>
                    <a:pt x="429" y="2239"/>
                  </a:lnTo>
                  <a:cubicBezTo>
                    <a:pt x="525" y="2441"/>
                    <a:pt x="703" y="2572"/>
                    <a:pt x="929" y="2572"/>
                  </a:cubicBezTo>
                  <a:cubicBezTo>
                    <a:pt x="1001" y="2572"/>
                    <a:pt x="1060" y="2560"/>
                    <a:pt x="1132" y="2524"/>
                  </a:cubicBezTo>
                  <a:lnTo>
                    <a:pt x="2894" y="1786"/>
                  </a:lnTo>
                  <a:cubicBezTo>
                    <a:pt x="3156" y="1679"/>
                    <a:pt x="3275" y="1370"/>
                    <a:pt x="3180" y="1096"/>
                  </a:cubicBezTo>
                  <a:lnTo>
                    <a:pt x="2846" y="322"/>
                  </a:lnTo>
                  <a:cubicBezTo>
                    <a:pt x="2763" y="131"/>
                    <a:pt x="2584"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62"/>
            <p:cNvSpPr/>
            <p:nvPr/>
          </p:nvSpPr>
          <p:spPr>
            <a:xfrm>
              <a:off x="1076461" y="2409176"/>
              <a:ext cx="79419" cy="60525"/>
            </a:xfrm>
            <a:custGeom>
              <a:avLst/>
              <a:gdLst/>
              <a:ahLst/>
              <a:cxnLst/>
              <a:rect l="l" t="t" r="r" b="b"/>
              <a:pathLst>
                <a:path w="2501" h="1906" extrusionOk="0">
                  <a:moveTo>
                    <a:pt x="1250" y="370"/>
                  </a:moveTo>
                  <a:cubicBezTo>
                    <a:pt x="1715" y="370"/>
                    <a:pt x="2119" y="620"/>
                    <a:pt x="2119" y="941"/>
                  </a:cubicBezTo>
                  <a:cubicBezTo>
                    <a:pt x="2119" y="1251"/>
                    <a:pt x="1715" y="1501"/>
                    <a:pt x="1250" y="1501"/>
                  </a:cubicBezTo>
                  <a:cubicBezTo>
                    <a:pt x="798" y="1501"/>
                    <a:pt x="393" y="1251"/>
                    <a:pt x="393" y="941"/>
                  </a:cubicBezTo>
                  <a:cubicBezTo>
                    <a:pt x="393" y="620"/>
                    <a:pt x="786" y="370"/>
                    <a:pt x="1250" y="370"/>
                  </a:cubicBezTo>
                  <a:close/>
                  <a:moveTo>
                    <a:pt x="1250" y="1"/>
                  </a:moveTo>
                  <a:cubicBezTo>
                    <a:pt x="929" y="1"/>
                    <a:pt x="631" y="96"/>
                    <a:pt x="393" y="251"/>
                  </a:cubicBezTo>
                  <a:cubicBezTo>
                    <a:pt x="143" y="429"/>
                    <a:pt x="0" y="691"/>
                    <a:pt x="0" y="953"/>
                  </a:cubicBezTo>
                  <a:cubicBezTo>
                    <a:pt x="0" y="1227"/>
                    <a:pt x="143" y="1465"/>
                    <a:pt x="393" y="1656"/>
                  </a:cubicBezTo>
                  <a:cubicBezTo>
                    <a:pt x="631" y="1822"/>
                    <a:pt x="929" y="1906"/>
                    <a:pt x="1250" y="1906"/>
                  </a:cubicBezTo>
                  <a:cubicBezTo>
                    <a:pt x="1584" y="1906"/>
                    <a:pt x="1881" y="1810"/>
                    <a:pt x="2119" y="1656"/>
                  </a:cubicBezTo>
                  <a:cubicBezTo>
                    <a:pt x="2369" y="1477"/>
                    <a:pt x="2500" y="1227"/>
                    <a:pt x="2500" y="953"/>
                  </a:cubicBezTo>
                  <a:cubicBezTo>
                    <a:pt x="2500" y="691"/>
                    <a:pt x="2358" y="429"/>
                    <a:pt x="2119" y="251"/>
                  </a:cubicBezTo>
                  <a:cubicBezTo>
                    <a:pt x="1881" y="96"/>
                    <a:pt x="1584"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62"/>
            <p:cNvSpPr/>
            <p:nvPr/>
          </p:nvSpPr>
          <p:spPr>
            <a:xfrm>
              <a:off x="985324" y="2448488"/>
              <a:ext cx="86628" cy="94185"/>
            </a:xfrm>
            <a:custGeom>
              <a:avLst/>
              <a:gdLst/>
              <a:ahLst/>
              <a:cxnLst/>
              <a:rect l="l" t="t" r="r" b="b"/>
              <a:pathLst>
                <a:path w="2728" h="2966" extrusionOk="0">
                  <a:moveTo>
                    <a:pt x="977" y="370"/>
                  </a:moveTo>
                  <a:lnTo>
                    <a:pt x="1537" y="430"/>
                  </a:lnTo>
                  <a:cubicBezTo>
                    <a:pt x="1608" y="442"/>
                    <a:pt x="1680" y="489"/>
                    <a:pt x="1715" y="561"/>
                  </a:cubicBezTo>
                  <a:lnTo>
                    <a:pt x="2287" y="1858"/>
                  </a:lnTo>
                  <a:cubicBezTo>
                    <a:pt x="2322" y="1918"/>
                    <a:pt x="2322" y="1977"/>
                    <a:pt x="2311" y="2037"/>
                  </a:cubicBezTo>
                  <a:cubicBezTo>
                    <a:pt x="2299" y="2096"/>
                    <a:pt x="2251" y="2144"/>
                    <a:pt x="2191" y="2156"/>
                  </a:cubicBezTo>
                  <a:lnTo>
                    <a:pt x="1310" y="2549"/>
                  </a:lnTo>
                  <a:cubicBezTo>
                    <a:pt x="1287" y="2561"/>
                    <a:pt x="1251" y="2561"/>
                    <a:pt x="1227" y="2561"/>
                  </a:cubicBezTo>
                  <a:cubicBezTo>
                    <a:pt x="1132" y="2561"/>
                    <a:pt x="1060" y="2513"/>
                    <a:pt x="1013" y="2430"/>
                  </a:cubicBezTo>
                  <a:lnTo>
                    <a:pt x="429" y="1132"/>
                  </a:lnTo>
                  <a:cubicBezTo>
                    <a:pt x="406" y="1061"/>
                    <a:pt x="406" y="977"/>
                    <a:pt x="465" y="906"/>
                  </a:cubicBezTo>
                  <a:lnTo>
                    <a:pt x="787" y="465"/>
                  </a:lnTo>
                  <a:cubicBezTo>
                    <a:pt x="834" y="406"/>
                    <a:pt x="906" y="370"/>
                    <a:pt x="977" y="370"/>
                  </a:cubicBezTo>
                  <a:close/>
                  <a:moveTo>
                    <a:pt x="965" y="1"/>
                  </a:moveTo>
                  <a:cubicBezTo>
                    <a:pt x="775" y="1"/>
                    <a:pt x="596" y="84"/>
                    <a:pt x="477" y="251"/>
                  </a:cubicBezTo>
                  <a:lnTo>
                    <a:pt x="156" y="703"/>
                  </a:lnTo>
                  <a:cubicBezTo>
                    <a:pt x="13" y="882"/>
                    <a:pt x="1" y="1096"/>
                    <a:pt x="84" y="1311"/>
                  </a:cubicBezTo>
                  <a:lnTo>
                    <a:pt x="667" y="2608"/>
                  </a:lnTo>
                  <a:cubicBezTo>
                    <a:pt x="775" y="2823"/>
                    <a:pt x="977" y="2966"/>
                    <a:pt x="1215" y="2966"/>
                  </a:cubicBezTo>
                  <a:cubicBezTo>
                    <a:pt x="1310" y="2966"/>
                    <a:pt x="1382" y="2942"/>
                    <a:pt x="1453" y="2906"/>
                  </a:cubicBezTo>
                  <a:lnTo>
                    <a:pt x="2334" y="2513"/>
                  </a:lnTo>
                  <a:cubicBezTo>
                    <a:pt x="2489" y="2454"/>
                    <a:pt x="2608" y="2335"/>
                    <a:pt x="2644" y="2168"/>
                  </a:cubicBezTo>
                  <a:cubicBezTo>
                    <a:pt x="2727" y="2025"/>
                    <a:pt x="2727" y="1858"/>
                    <a:pt x="2656" y="1715"/>
                  </a:cubicBezTo>
                  <a:lnTo>
                    <a:pt x="2072" y="418"/>
                  </a:lnTo>
                  <a:cubicBezTo>
                    <a:pt x="1977" y="227"/>
                    <a:pt x="1787" y="84"/>
                    <a:pt x="1572" y="61"/>
                  </a:cubicBezTo>
                  <a:cubicBezTo>
                    <a:pt x="1370" y="49"/>
                    <a:pt x="1156"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62"/>
            <p:cNvSpPr/>
            <p:nvPr/>
          </p:nvSpPr>
          <p:spPr>
            <a:xfrm>
              <a:off x="1014062" y="2472336"/>
              <a:ext cx="15147" cy="15147"/>
            </a:xfrm>
            <a:custGeom>
              <a:avLst/>
              <a:gdLst/>
              <a:ahLst/>
              <a:cxnLst/>
              <a:rect l="l" t="t" r="r" b="b"/>
              <a:pathLst>
                <a:path w="477" h="477" extrusionOk="0">
                  <a:moveTo>
                    <a:pt x="239" y="0"/>
                  </a:moveTo>
                  <a:cubicBezTo>
                    <a:pt x="108" y="0"/>
                    <a:pt x="1" y="107"/>
                    <a:pt x="1" y="238"/>
                  </a:cubicBezTo>
                  <a:cubicBezTo>
                    <a:pt x="1" y="381"/>
                    <a:pt x="108" y="476"/>
                    <a:pt x="239" y="476"/>
                  </a:cubicBezTo>
                  <a:cubicBezTo>
                    <a:pt x="370" y="476"/>
                    <a:pt x="477" y="381"/>
                    <a:pt x="477" y="238"/>
                  </a:cubicBezTo>
                  <a:cubicBezTo>
                    <a:pt x="477" y="107"/>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62"/>
            <p:cNvSpPr/>
            <p:nvPr/>
          </p:nvSpPr>
          <p:spPr>
            <a:xfrm>
              <a:off x="866243" y="2291587"/>
              <a:ext cx="415546" cy="355053"/>
            </a:xfrm>
            <a:custGeom>
              <a:avLst/>
              <a:gdLst/>
              <a:ahLst/>
              <a:cxnLst/>
              <a:rect l="l" t="t" r="r" b="b"/>
              <a:pathLst>
                <a:path w="13086" h="11181" extrusionOk="0">
                  <a:moveTo>
                    <a:pt x="7620" y="1430"/>
                  </a:moveTo>
                  <a:lnTo>
                    <a:pt x="7620" y="1989"/>
                  </a:lnTo>
                  <a:lnTo>
                    <a:pt x="5453" y="1989"/>
                  </a:lnTo>
                  <a:lnTo>
                    <a:pt x="5453" y="1430"/>
                  </a:lnTo>
                  <a:close/>
                  <a:moveTo>
                    <a:pt x="7608" y="406"/>
                  </a:moveTo>
                  <a:cubicBezTo>
                    <a:pt x="8168" y="406"/>
                    <a:pt x="8632" y="858"/>
                    <a:pt x="8632" y="1430"/>
                  </a:cubicBezTo>
                  <a:lnTo>
                    <a:pt x="8632" y="1989"/>
                  </a:lnTo>
                  <a:lnTo>
                    <a:pt x="7989" y="1989"/>
                  </a:lnTo>
                  <a:lnTo>
                    <a:pt x="7989" y="1430"/>
                  </a:lnTo>
                  <a:cubicBezTo>
                    <a:pt x="7989" y="1215"/>
                    <a:pt x="7811" y="1037"/>
                    <a:pt x="7608" y="1037"/>
                  </a:cubicBezTo>
                  <a:lnTo>
                    <a:pt x="5453" y="1037"/>
                  </a:lnTo>
                  <a:cubicBezTo>
                    <a:pt x="5239" y="1037"/>
                    <a:pt x="5060" y="1215"/>
                    <a:pt x="5060" y="1430"/>
                  </a:cubicBezTo>
                  <a:lnTo>
                    <a:pt x="5060" y="1989"/>
                  </a:lnTo>
                  <a:lnTo>
                    <a:pt x="4417" y="1989"/>
                  </a:lnTo>
                  <a:lnTo>
                    <a:pt x="4417" y="1430"/>
                  </a:lnTo>
                  <a:cubicBezTo>
                    <a:pt x="4417" y="858"/>
                    <a:pt x="4882" y="406"/>
                    <a:pt x="5453" y="406"/>
                  </a:cubicBezTo>
                  <a:close/>
                  <a:moveTo>
                    <a:pt x="2929" y="2096"/>
                  </a:moveTo>
                  <a:cubicBezTo>
                    <a:pt x="3013" y="2096"/>
                    <a:pt x="3072" y="2156"/>
                    <a:pt x="3072" y="2227"/>
                  </a:cubicBezTo>
                  <a:lnTo>
                    <a:pt x="3072" y="3299"/>
                  </a:lnTo>
                  <a:cubicBezTo>
                    <a:pt x="3072" y="3382"/>
                    <a:pt x="3132" y="3454"/>
                    <a:pt x="3203" y="3478"/>
                  </a:cubicBezTo>
                  <a:cubicBezTo>
                    <a:pt x="3224" y="3486"/>
                    <a:pt x="3246" y="3490"/>
                    <a:pt x="3267" y="3490"/>
                  </a:cubicBezTo>
                  <a:cubicBezTo>
                    <a:pt x="3365" y="3490"/>
                    <a:pt x="3453" y="3406"/>
                    <a:pt x="3453" y="3299"/>
                  </a:cubicBezTo>
                  <a:lnTo>
                    <a:pt x="3453" y="2358"/>
                  </a:lnTo>
                  <a:lnTo>
                    <a:pt x="9632" y="2358"/>
                  </a:lnTo>
                  <a:lnTo>
                    <a:pt x="9632" y="10502"/>
                  </a:lnTo>
                  <a:lnTo>
                    <a:pt x="3453" y="10502"/>
                  </a:lnTo>
                  <a:lnTo>
                    <a:pt x="3453" y="4073"/>
                  </a:lnTo>
                  <a:cubicBezTo>
                    <a:pt x="3453" y="3978"/>
                    <a:pt x="3370" y="3882"/>
                    <a:pt x="3263" y="3882"/>
                  </a:cubicBezTo>
                  <a:cubicBezTo>
                    <a:pt x="3155" y="3882"/>
                    <a:pt x="3072" y="3978"/>
                    <a:pt x="3072" y="4073"/>
                  </a:cubicBezTo>
                  <a:lnTo>
                    <a:pt x="3072" y="10657"/>
                  </a:lnTo>
                  <a:cubicBezTo>
                    <a:pt x="3072" y="10728"/>
                    <a:pt x="3013" y="10788"/>
                    <a:pt x="2929" y="10788"/>
                  </a:cubicBezTo>
                  <a:lnTo>
                    <a:pt x="2310" y="10788"/>
                  </a:lnTo>
                  <a:cubicBezTo>
                    <a:pt x="2239" y="10788"/>
                    <a:pt x="2179" y="10728"/>
                    <a:pt x="2179" y="10657"/>
                  </a:cubicBezTo>
                  <a:lnTo>
                    <a:pt x="2179" y="2227"/>
                  </a:lnTo>
                  <a:cubicBezTo>
                    <a:pt x="2179" y="2156"/>
                    <a:pt x="2239" y="2096"/>
                    <a:pt x="2310" y="2096"/>
                  </a:cubicBezTo>
                  <a:close/>
                  <a:moveTo>
                    <a:pt x="10775" y="2096"/>
                  </a:moveTo>
                  <a:cubicBezTo>
                    <a:pt x="10847" y="2096"/>
                    <a:pt x="10906" y="2156"/>
                    <a:pt x="10906" y="2227"/>
                  </a:cubicBezTo>
                  <a:lnTo>
                    <a:pt x="10906" y="10657"/>
                  </a:lnTo>
                  <a:cubicBezTo>
                    <a:pt x="10906" y="10728"/>
                    <a:pt x="10847" y="10788"/>
                    <a:pt x="10775" y="10788"/>
                  </a:cubicBezTo>
                  <a:lnTo>
                    <a:pt x="10156" y="10788"/>
                  </a:lnTo>
                  <a:cubicBezTo>
                    <a:pt x="10073" y="10788"/>
                    <a:pt x="10013" y="10728"/>
                    <a:pt x="10013" y="10657"/>
                  </a:cubicBezTo>
                  <a:lnTo>
                    <a:pt x="10013" y="2227"/>
                  </a:lnTo>
                  <a:cubicBezTo>
                    <a:pt x="10013" y="2156"/>
                    <a:pt x="10073" y="2096"/>
                    <a:pt x="10156" y="2096"/>
                  </a:cubicBezTo>
                  <a:close/>
                  <a:moveTo>
                    <a:pt x="5465" y="1"/>
                  </a:moveTo>
                  <a:cubicBezTo>
                    <a:pt x="4691" y="1"/>
                    <a:pt x="4048" y="644"/>
                    <a:pt x="4048" y="1418"/>
                  </a:cubicBezTo>
                  <a:lnTo>
                    <a:pt x="4048" y="1977"/>
                  </a:lnTo>
                  <a:lnTo>
                    <a:pt x="3394" y="1977"/>
                  </a:lnTo>
                  <a:cubicBezTo>
                    <a:pt x="3310" y="1811"/>
                    <a:pt x="3132" y="1692"/>
                    <a:pt x="2929" y="1692"/>
                  </a:cubicBezTo>
                  <a:lnTo>
                    <a:pt x="2310" y="1692"/>
                  </a:lnTo>
                  <a:cubicBezTo>
                    <a:pt x="2096" y="1692"/>
                    <a:pt x="1941" y="1811"/>
                    <a:pt x="1846" y="1977"/>
                  </a:cubicBezTo>
                  <a:lnTo>
                    <a:pt x="1310" y="1977"/>
                  </a:lnTo>
                  <a:cubicBezTo>
                    <a:pt x="596" y="1977"/>
                    <a:pt x="0" y="2561"/>
                    <a:pt x="0" y="3287"/>
                  </a:cubicBezTo>
                  <a:lnTo>
                    <a:pt x="0" y="7990"/>
                  </a:lnTo>
                  <a:cubicBezTo>
                    <a:pt x="0" y="8097"/>
                    <a:pt x="96" y="8180"/>
                    <a:pt x="191" y="8180"/>
                  </a:cubicBezTo>
                  <a:cubicBezTo>
                    <a:pt x="298" y="8180"/>
                    <a:pt x="393" y="8097"/>
                    <a:pt x="393" y="7990"/>
                  </a:cubicBezTo>
                  <a:lnTo>
                    <a:pt x="393" y="3287"/>
                  </a:lnTo>
                  <a:cubicBezTo>
                    <a:pt x="393" y="2787"/>
                    <a:pt x="810" y="2370"/>
                    <a:pt x="1310" y="2370"/>
                  </a:cubicBezTo>
                  <a:lnTo>
                    <a:pt x="1786" y="2370"/>
                  </a:lnTo>
                  <a:lnTo>
                    <a:pt x="1786" y="10502"/>
                  </a:lnTo>
                  <a:lnTo>
                    <a:pt x="1310" y="10502"/>
                  </a:lnTo>
                  <a:cubicBezTo>
                    <a:pt x="810" y="10502"/>
                    <a:pt x="393" y="10085"/>
                    <a:pt x="393" y="9585"/>
                  </a:cubicBezTo>
                  <a:lnTo>
                    <a:pt x="393" y="8764"/>
                  </a:lnTo>
                  <a:cubicBezTo>
                    <a:pt x="393" y="8657"/>
                    <a:pt x="298" y="8573"/>
                    <a:pt x="191" y="8573"/>
                  </a:cubicBezTo>
                  <a:cubicBezTo>
                    <a:pt x="96" y="8573"/>
                    <a:pt x="0" y="8657"/>
                    <a:pt x="0" y="8764"/>
                  </a:cubicBezTo>
                  <a:lnTo>
                    <a:pt x="0" y="9585"/>
                  </a:lnTo>
                  <a:cubicBezTo>
                    <a:pt x="0" y="10300"/>
                    <a:pt x="584" y="10895"/>
                    <a:pt x="1310" y="10895"/>
                  </a:cubicBezTo>
                  <a:lnTo>
                    <a:pt x="1846" y="10895"/>
                  </a:lnTo>
                  <a:cubicBezTo>
                    <a:pt x="1941" y="11062"/>
                    <a:pt x="2120" y="11181"/>
                    <a:pt x="2310" y="11181"/>
                  </a:cubicBezTo>
                  <a:lnTo>
                    <a:pt x="2929" y="11181"/>
                  </a:lnTo>
                  <a:cubicBezTo>
                    <a:pt x="3144" y="11181"/>
                    <a:pt x="3310" y="11062"/>
                    <a:pt x="3394" y="10895"/>
                  </a:cubicBezTo>
                  <a:lnTo>
                    <a:pt x="9692" y="10895"/>
                  </a:lnTo>
                  <a:cubicBezTo>
                    <a:pt x="9775" y="11062"/>
                    <a:pt x="9954" y="11181"/>
                    <a:pt x="10156" y="11181"/>
                  </a:cubicBezTo>
                  <a:lnTo>
                    <a:pt x="10775" y="11181"/>
                  </a:lnTo>
                  <a:cubicBezTo>
                    <a:pt x="10978" y="11181"/>
                    <a:pt x="11145" y="11062"/>
                    <a:pt x="11240" y="10895"/>
                  </a:cubicBezTo>
                  <a:lnTo>
                    <a:pt x="11776" y="10895"/>
                  </a:lnTo>
                  <a:cubicBezTo>
                    <a:pt x="12490" y="10895"/>
                    <a:pt x="13085" y="10312"/>
                    <a:pt x="13085" y="9585"/>
                  </a:cubicBezTo>
                  <a:lnTo>
                    <a:pt x="13085" y="4894"/>
                  </a:lnTo>
                  <a:cubicBezTo>
                    <a:pt x="13085" y="4787"/>
                    <a:pt x="12990" y="4704"/>
                    <a:pt x="12883" y="4704"/>
                  </a:cubicBezTo>
                  <a:cubicBezTo>
                    <a:pt x="12788" y="4704"/>
                    <a:pt x="12692" y="4787"/>
                    <a:pt x="12692" y="4894"/>
                  </a:cubicBezTo>
                  <a:lnTo>
                    <a:pt x="12692" y="9585"/>
                  </a:lnTo>
                  <a:cubicBezTo>
                    <a:pt x="12692" y="10085"/>
                    <a:pt x="12276" y="10502"/>
                    <a:pt x="11776" y="10502"/>
                  </a:cubicBezTo>
                  <a:lnTo>
                    <a:pt x="11299" y="10502"/>
                  </a:lnTo>
                  <a:lnTo>
                    <a:pt x="11299" y="2370"/>
                  </a:lnTo>
                  <a:lnTo>
                    <a:pt x="11776" y="2370"/>
                  </a:lnTo>
                  <a:cubicBezTo>
                    <a:pt x="12276" y="2370"/>
                    <a:pt x="12692" y="2787"/>
                    <a:pt x="12692" y="3287"/>
                  </a:cubicBezTo>
                  <a:lnTo>
                    <a:pt x="12692" y="4120"/>
                  </a:lnTo>
                  <a:cubicBezTo>
                    <a:pt x="12692" y="4240"/>
                    <a:pt x="12788" y="4311"/>
                    <a:pt x="12895" y="4311"/>
                  </a:cubicBezTo>
                  <a:cubicBezTo>
                    <a:pt x="12990" y="4311"/>
                    <a:pt x="13085" y="4228"/>
                    <a:pt x="13085" y="4120"/>
                  </a:cubicBezTo>
                  <a:lnTo>
                    <a:pt x="13085" y="3287"/>
                  </a:lnTo>
                  <a:cubicBezTo>
                    <a:pt x="13085" y="2573"/>
                    <a:pt x="12502" y="1977"/>
                    <a:pt x="11776" y="1977"/>
                  </a:cubicBezTo>
                  <a:lnTo>
                    <a:pt x="11240" y="1977"/>
                  </a:lnTo>
                  <a:cubicBezTo>
                    <a:pt x="11145" y="1811"/>
                    <a:pt x="10966" y="1692"/>
                    <a:pt x="10775" y="1692"/>
                  </a:cubicBezTo>
                  <a:lnTo>
                    <a:pt x="10156" y="1692"/>
                  </a:lnTo>
                  <a:cubicBezTo>
                    <a:pt x="9942" y="1692"/>
                    <a:pt x="9775" y="1811"/>
                    <a:pt x="9692" y="1977"/>
                  </a:cubicBezTo>
                  <a:lnTo>
                    <a:pt x="9037" y="1977"/>
                  </a:lnTo>
                  <a:lnTo>
                    <a:pt x="9037" y="1418"/>
                  </a:lnTo>
                  <a:cubicBezTo>
                    <a:pt x="9037" y="644"/>
                    <a:pt x="8394" y="1"/>
                    <a:pt x="7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95" name="Google Shape;9395;p62"/>
          <p:cNvSpPr/>
          <p:nvPr/>
        </p:nvSpPr>
        <p:spPr>
          <a:xfrm>
            <a:off x="1411794" y="2287808"/>
            <a:ext cx="360356" cy="358831"/>
          </a:xfrm>
          <a:custGeom>
            <a:avLst/>
            <a:gdLst/>
            <a:ahLst/>
            <a:cxnLst/>
            <a:rect l="l" t="t" r="r" b="b"/>
            <a:pathLst>
              <a:path w="11348" h="11300" extrusionOk="0">
                <a:moveTo>
                  <a:pt x="7752" y="846"/>
                </a:moveTo>
                <a:cubicBezTo>
                  <a:pt x="7978" y="846"/>
                  <a:pt x="8133" y="1025"/>
                  <a:pt x="8133" y="1239"/>
                </a:cubicBezTo>
                <a:lnTo>
                  <a:pt x="8133" y="4001"/>
                </a:lnTo>
                <a:lnTo>
                  <a:pt x="4252" y="4001"/>
                </a:lnTo>
                <a:cubicBezTo>
                  <a:pt x="3763" y="4001"/>
                  <a:pt x="3359" y="4406"/>
                  <a:pt x="3359" y="4894"/>
                </a:cubicBezTo>
                <a:lnTo>
                  <a:pt x="3359" y="4990"/>
                </a:lnTo>
                <a:lnTo>
                  <a:pt x="1168" y="4990"/>
                </a:lnTo>
                <a:lnTo>
                  <a:pt x="1168" y="5001"/>
                </a:lnTo>
                <a:cubicBezTo>
                  <a:pt x="942" y="5001"/>
                  <a:pt x="787" y="4823"/>
                  <a:pt x="787" y="4609"/>
                </a:cubicBezTo>
                <a:lnTo>
                  <a:pt x="787" y="1239"/>
                </a:lnTo>
                <a:cubicBezTo>
                  <a:pt x="787" y="1013"/>
                  <a:pt x="965" y="846"/>
                  <a:pt x="1168" y="846"/>
                </a:cubicBezTo>
                <a:close/>
                <a:moveTo>
                  <a:pt x="3370" y="6621"/>
                </a:moveTo>
                <a:lnTo>
                  <a:pt x="3370" y="6978"/>
                </a:lnTo>
                <a:lnTo>
                  <a:pt x="3180" y="6978"/>
                </a:lnTo>
                <a:lnTo>
                  <a:pt x="3370" y="6621"/>
                </a:lnTo>
                <a:close/>
                <a:moveTo>
                  <a:pt x="3382" y="7335"/>
                </a:moveTo>
                <a:lnTo>
                  <a:pt x="3382" y="7490"/>
                </a:lnTo>
                <a:lnTo>
                  <a:pt x="2644" y="7490"/>
                </a:lnTo>
                <a:cubicBezTo>
                  <a:pt x="2597" y="7490"/>
                  <a:pt x="2573" y="7454"/>
                  <a:pt x="2573" y="7407"/>
                </a:cubicBezTo>
                <a:cubicBezTo>
                  <a:pt x="2573" y="7383"/>
                  <a:pt x="2585" y="7371"/>
                  <a:pt x="2597" y="7347"/>
                </a:cubicBezTo>
                <a:cubicBezTo>
                  <a:pt x="2620" y="7335"/>
                  <a:pt x="2632" y="7335"/>
                  <a:pt x="2656" y="7335"/>
                </a:cubicBezTo>
                <a:close/>
                <a:moveTo>
                  <a:pt x="8966" y="8276"/>
                </a:moveTo>
                <a:cubicBezTo>
                  <a:pt x="9062" y="8276"/>
                  <a:pt x="9133" y="8347"/>
                  <a:pt x="9133" y="8442"/>
                </a:cubicBezTo>
                <a:lnTo>
                  <a:pt x="9133" y="8573"/>
                </a:lnTo>
                <a:cubicBezTo>
                  <a:pt x="9109" y="8573"/>
                  <a:pt x="9074" y="8561"/>
                  <a:pt x="9038" y="8561"/>
                </a:cubicBezTo>
                <a:lnTo>
                  <a:pt x="7454" y="8561"/>
                </a:lnTo>
                <a:cubicBezTo>
                  <a:pt x="7419" y="8561"/>
                  <a:pt x="7395" y="8561"/>
                  <a:pt x="7359" y="8573"/>
                </a:cubicBezTo>
                <a:lnTo>
                  <a:pt x="7359" y="8442"/>
                </a:lnTo>
                <a:cubicBezTo>
                  <a:pt x="7359" y="8347"/>
                  <a:pt x="7430" y="8276"/>
                  <a:pt x="7526" y="8276"/>
                </a:cubicBezTo>
                <a:close/>
                <a:moveTo>
                  <a:pt x="9883" y="4347"/>
                </a:moveTo>
                <a:cubicBezTo>
                  <a:pt x="10193" y="4347"/>
                  <a:pt x="10443" y="4597"/>
                  <a:pt x="10443" y="4906"/>
                </a:cubicBezTo>
                <a:lnTo>
                  <a:pt x="10443" y="9276"/>
                </a:lnTo>
                <a:lnTo>
                  <a:pt x="9478" y="9276"/>
                </a:lnTo>
                <a:lnTo>
                  <a:pt x="9478" y="9109"/>
                </a:lnTo>
                <a:lnTo>
                  <a:pt x="9764" y="9109"/>
                </a:lnTo>
                <a:cubicBezTo>
                  <a:pt x="10038" y="9109"/>
                  <a:pt x="10264" y="8883"/>
                  <a:pt x="10264" y="8597"/>
                </a:cubicBezTo>
                <a:lnTo>
                  <a:pt x="10264" y="5942"/>
                </a:lnTo>
                <a:cubicBezTo>
                  <a:pt x="10264" y="5847"/>
                  <a:pt x="10193" y="5775"/>
                  <a:pt x="10097" y="5775"/>
                </a:cubicBezTo>
                <a:cubicBezTo>
                  <a:pt x="10014" y="5775"/>
                  <a:pt x="9931" y="5847"/>
                  <a:pt x="9931" y="5942"/>
                </a:cubicBezTo>
                <a:lnTo>
                  <a:pt x="9931" y="8585"/>
                </a:lnTo>
                <a:cubicBezTo>
                  <a:pt x="9931" y="8680"/>
                  <a:pt x="9859" y="8752"/>
                  <a:pt x="9764" y="8752"/>
                </a:cubicBezTo>
                <a:lnTo>
                  <a:pt x="9478" y="8752"/>
                </a:lnTo>
                <a:lnTo>
                  <a:pt x="9478" y="8419"/>
                </a:lnTo>
                <a:cubicBezTo>
                  <a:pt x="9478" y="8157"/>
                  <a:pt x="9252" y="7918"/>
                  <a:pt x="8966" y="7918"/>
                </a:cubicBezTo>
                <a:lnTo>
                  <a:pt x="7526" y="7918"/>
                </a:lnTo>
                <a:cubicBezTo>
                  <a:pt x="7264" y="7918"/>
                  <a:pt x="7026" y="8145"/>
                  <a:pt x="7026" y="8419"/>
                </a:cubicBezTo>
                <a:lnTo>
                  <a:pt x="7026" y="8752"/>
                </a:lnTo>
                <a:lnTo>
                  <a:pt x="4382" y="8752"/>
                </a:lnTo>
                <a:cubicBezTo>
                  <a:pt x="4299" y="8752"/>
                  <a:pt x="4204" y="8680"/>
                  <a:pt x="4204" y="8585"/>
                </a:cubicBezTo>
                <a:lnTo>
                  <a:pt x="4204" y="5121"/>
                </a:lnTo>
                <a:cubicBezTo>
                  <a:pt x="4204" y="5025"/>
                  <a:pt x="4287" y="4942"/>
                  <a:pt x="4382" y="4942"/>
                </a:cubicBezTo>
                <a:lnTo>
                  <a:pt x="9740" y="4942"/>
                </a:lnTo>
                <a:cubicBezTo>
                  <a:pt x="9836" y="4942"/>
                  <a:pt x="9919" y="5013"/>
                  <a:pt x="9919" y="5121"/>
                </a:cubicBezTo>
                <a:lnTo>
                  <a:pt x="9919" y="5251"/>
                </a:lnTo>
                <a:cubicBezTo>
                  <a:pt x="9919" y="5347"/>
                  <a:pt x="10002" y="5418"/>
                  <a:pt x="10086" y="5418"/>
                </a:cubicBezTo>
                <a:cubicBezTo>
                  <a:pt x="10181" y="5418"/>
                  <a:pt x="10252" y="5347"/>
                  <a:pt x="10252" y="5251"/>
                </a:cubicBezTo>
                <a:lnTo>
                  <a:pt x="10252" y="5121"/>
                </a:lnTo>
                <a:cubicBezTo>
                  <a:pt x="10252" y="4835"/>
                  <a:pt x="10026" y="4609"/>
                  <a:pt x="9740" y="4609"/>
                </a:cubicBezTo>
                <a:lnTo>
                  <a:pt x="4382" y="4609"/>
                </a:lnTo>
                <a:cubicBezTo>
                  <a:pt x="4109" y="4609"/>
                  <a:pt x="3882" y="4835"/>
                  <a:pt x="3882" y="5121"/>
                </a:cubicBezTo>
                <a:lnTo>
                  <a:pt x="3882" y="8585"/>
                </a:lnTo>
                <a:cubicBezTo>
                  <a:pt x="3882" y="8871"/>
                  <a:pt x="4109" y="9097"/>
                  <a:pt x="4382" y="9097"/>
                </a:cubicBezTo>
                <a:lnTo>
                  <a:pt x="7026" y="9097"/>
                </a:lnTo>
                <a:lnTo>
                  <a:pt x="7026" y="9252"/>
                </a:lnTo>
                <a:lnTo>
                  <a:pt x="3716" y="9252"/>
                </a:lnTo>
                <a:lnTo>
                  <a:pt x="3716" y="4906"/>
                </a:lnTo>
                <a:cubicBezTo>
                  <a:pt x="3716" y="4597"/>
                  <a:pt x="3966" y="4347"/>
                  <a:pt x="4287" y="4347"/>
                </a:cubicBezTo>
                <a:close/>
                <a:moveTo>
                  <a:pt x="7038" y="9597"/>
                </a:moveTo>
                <a:lnTo>
                  <a:pt x="7038" y="10002"/>
                </a:lnTo>
                <a:lnTo>
                  <a:pt x="3549" y="10002"/>
                </a:lnTo>
                <a:cubicBezTo>
                  <a:pt x="3539" y="10003"/>
                  <a:pt x="3529" y="10004"/>
                  <a:pt x="3520" y="10004"/>
                </a:cubicBezTo>
                <a:cubicBezTo>
                  <a:pt x="3434" y="10004"/>
                  <a:pt x="3351" y="9959"/>
                  <a:pt x="3287" y="9895"/>
                </a:cubicBezTo>
                <a:cubicBezTo>
                  <a:pt x="3216" y="9823"/>
                  <a:pt x="3168" y="9716"/>
                  <a:pt x="3168" y="9609"/>
                </a:cubicBezTo>
                <a:cubicBezTo>
                  <a:pt x="3168" y="9597"/>
                  <a:pt x="3168" y="9597"/>
                  <a:pt x="3180" y="9597"/>
                </a:cubicBezTo>
                <a:close/>
                <a:moveTo>
                  <a:pt x="10990" y="9609"/>
                </a:moveTo>
                <a:lnTo>
                  <a:pt x="10990" y="9633"/>
                </a:lnTo>
                <a:cubicBezTo>
                  <a:pt x="10979" y="9835"/>
                  <a:pt x="10812" y="10014"/>
                  <a:pt x="10598" y="10014"/>
                </a:cubicBezTo>
                <a:lnTo>
                  <a:pt x="9478" y="10014"/>
                </a:lnTo>
                <a:lnTo>
                  <a:pt x="9478" y="9609"/>
                </a:lnTo>
                <a:close/>
                <a:moveTo>
                  <a:pt x="9050" y="8883"/>
                </a:moveTo>
                <a:cubicBezTo>
                  <a:pt x="9085" y="8883"/>
                  <a:pt x="9133" y="8931"/>
                  <a:pt x="9133" y="8978"/>
                </a:cubicBezTo>
                <a:lnTo>
                  <a:pt x="9133" y="10240"/>
                </a:lnTo>
                <a:cubicBezTo>
                  <a:pt x="9133" y="10288"/>
                  <a:pt x="9085" y="10324"/>
                  <a:pt x="9050" y="10324"/>
                </a:cubicBezTo>
                <a:lnTo>
                  <a:pt x="7454" y="10324"/>
                </a:lnTo>
                <a:cubicBezTo>
                  <a:pt x="7407" y="10324"/>
                  <a:pt x="7359" y="10288"/>
                  <a:pt x="7359" y="10240"/>
                </a:cubicBezTo>
                <a:lnTo>
                  <a:pt x="7359" y="10181"/>
                </a:lnTo>
                <a:lnTo>
                  <a:pt x="7359" y="8978"/>
                </a:lnTo>
                <a:cubicBezTo>
                  <a:pt x="7359" y="8931"/>
                  <a:pt x="7407" y="8883"/>
                  <a:pt x="7454" y="8883"/>
                </a:cubicBezTo>
                <a:close/>
                <a:moveTo>
                  <a:pt x="9133" y="10645"/>
                </a:moveTo>
                <a:lnTo>
                  <a:pt x="9133" y="10776"/>
                </a:lnTo>
                <a:cubicBezTo>
                  <a:pt x="9133" y="10859"/>
                  <a:pt x="9062" y="10943"/>
                  <a:pt x="8966" y="10943"/>
                </a:cubicBezTo>
                <a:lnTo>
                  <a:pt x="7526" y="10943"/>
                </a:lnTo>
                <a:cubicBezTo>
                  <a:pt x="7442" y="10943"/>
                  <a:pt x="7359" y="10859"/>
                  <a:pt x="7359" y="10776"/>
                </a:cubicBezTo>
                <a:lnTo>
                  <a:pt x="7359" y="10645"/>
                </a:lnTo>
                <a:cubicBezTo>
                  <a:pt x="7395" y="10645"/>
                  <a:pt x="7419" y="10657"/>
                  <a:pt x="7454" y="10657"/>
                </a:cubicBezTo>
                <a:lnTo>
                  <a:pt x="9050" y="10657"/>
                </a:lnTo>
                <a:cubicBezTo>
                  <a:pt x="9074" y="10657"/>
                  <a:pt x="9109" y="10657"/>
                  <a:pt x="9133" y="10645"/>
                </a:cubicBezTo>
                <a:close/>
                <a:moveTo>
                  <a:pt x="858" y="1"/>
                </a:moveTo>
                <a:cubicBezTo>
                  <a:pt x="382" y="1"/>
                  <a:pt x="1" y="382"/>
                  <a:pt x="1" y="858"/>
                </a:cubicBezTo>
                <a:lnTo>
                  <a:pt x="1" y="5561"/>
                </a:lnTo>
                <a:cubicBezTo>
                  <a:pt x="1" y="6037"/>
                  <a:pt x="382" y="6430"/>
                  <a:pt x="858" y="6430"/>
                </a:cubicBezTo>
                <a:lnTo>
                  <a:pt x="1334" y="6430"/>
                </a:lnTo>
                <a:cubicBezTo>
                  <a:pt x="1430" y="6430"/>
                  <a:pt x="1501" y="6359"/>
                  <a:pt x="1501" y="6264"/>
                </a:cubicBezTo>
                <a:cubicBezTo>
                  <a:pt x="1501" y="6180"/>
                  <a:pt x="1430" y="6097"/>
                  <a:pt x="1334" y="6097"/>
                </a:cubicBezTo>
                <a:lnTo>
                  <a:pt x="858" y="6097"/>
                </a:lnTo>
                <a:cubicBezTo>
                  <a:pt x="572" y="6097"/>
                  <a:pt x="334" y="5859"/>
                  <a:pt x="334" y="5585"/>
                </a:cubicBezTo>
                <a:lnTo>
                  <a:pt x="334" y="882"/>
                </a:lnTo>
                <a:cubicBezTo>
                  <a:pt x="334" y="596"/>
                  <a:pt x="572" y="358"/>
                  <a:pt x="858" y="358"/>
                </a:cubicBezTo>
                <a:lnTo>
                  <a:pt x="8062" y="358"/>
                </a:lnTo>
                <a:cubicBezTo>
                  <a:pt x="8347" y="358"/>
                  <a:pt x="8585" y="596"/>
                  <a:pt x="8585" y="882"/>
                </a:cubicBezTo>
                <a:lnTo>
                  <a:pt x="8585" y="4001"/>
                </a:lnTo>
                <a:lnTo>
                  <a:pt x="8478" y="4001"/>
                </a:lnTo>
                <a:lnTo>
                  <a:pt x="8478" y="1215"/>
                </a:lnTo>
                <a:cubicBezTo>
                  <a:pt x="8478" y="822"/>
                  <a:pt x="8157" y="489"/>
                  <a:pt x="7752" y="489"/>
                </a:cubicBezTo>
                <a:lnTo>
                  <a:pt x="1168" y="489"/>
                </a:lnTo>
                <a:cubicBezTo>
                  <a:pt x="775" y="489"/>
                  <a:pt x="442" y="822"/>
                  <a:pt x="442" y="1215"/>
                </a:cubicBezTo>
                <a:lnTo>
                  <a:pt x="442" y="4597"/>
                </a:lnTo>
                <a:cubicBezTo>
                  <a:pt x="442" y="5001"/>
                  <a:pt x="775" y="5323"/>
                  <a:pt x="1168" y="5323"/>
                </a:cubicBezTo>
                <a:lnTo>
                  <a:pt x="3370" y="5323"/>
                </a:lnTo>
                <a:lnTo>
                  <a:pt x="3370" y="6085"/>
                </a:lnTo>
                <a:lnTo>
                  <a:pt x="2001" y="6085"/>
                </a:lnTo>
                <a:cubicBezTo>
                  <a:pt x="1918" y="6085"/>
                  <a:pt x="1846" y="6156"/>
                  <a:pt x="1846" y="6252"/>
                </a:cubicBezTo>
                <a:cubicBezTo>
                  <a:pt x="1846" y="6335"/>
                  <a:pt x="1918" y="6418"/>
                  <a:pt x="2001" y="6418"/>
                </a:cubicBezTo>
                <a:lnTo>
                  <a:pt x="3109" y="6418"/>
                </a:lnTo>
                <a:lnTo>
                  <a:pt x="2811" y="6978"/>
                </a:lnTo>
                <a:lnTo>
                  <a:pt x="2656" y="6978"/>
                </a:lnTo>
                <a:cubicBezTo>
                  <a:pt x="2561" y="6978"/>
                  <a:pt x="2454" y="7026"/>
                  <a:pt x="2358" y="7097"/>
                </a:cubicBezTo>
                <a:cubicBezTo>
                  <a:pt x="2287" y="7168"/>
                  <a:pt x="2239" y="7276"/>
                  <a:pt x="2239" y="7395"/>
                </a:cubicBezTo>
                <a:cubicBezTo>
                  <a:pt x="2239" y="7621"/>
                  <a:pt x="2418" y="7811"/>
                  <a:pt x="2656" y="7811"/>
                </a:cubicBezTo>
                <a:lnTo>
                  <a:pt x="3394" y="7811"/>
                </a:lnTo>
                <a:lnTo>
                  <a:pt x="3394" y="9276"/>
                </a:lnTo>
                <a:lnTo>
                  <a:pt x="3192" y="9276"/>
                </a:lnTo>
                <a:cubicBezTo>
                  <a:pt x="3001" y="9276"/>
                  <a:pt x="2835" y="9431"/>
                  <a:pt x="2835" y="9633"/>
                </a:cubicBezTo>
                <a:cubicBezTo>
                  <a:pt x="2835" y="9823"/>
                  <a:pt x="2918" y="10002"/>
                  <a:pt x="3049" y="10145"/>
                </a:cubicBezTo>
                <a:cubicBezTo>
                  <a:pt x="3180" y="10288"/>
                  <a:pt x="3370" y="10359"/>
                  <a:pt x="3573" y="10359"/>
                </a:cubicBezTo>
                <a:lnTo>
                  <a:pt x="7049" y="10359"/>
                </a:lnTo>
                <a:lnTo>
                  <a:pt x="7049" y="10788"/>
                </a:lnTo>
                <a:cubicBezTo>
                  <a:pt x="7049" y="11062"/>
                  <a:pt x="7276" y="11300"/>
                  <a:pt x="7550" y="11300"/>
                </a:cubicBezTo>
                <a:lnTo>
                  <a:pt x="9002" y="11300"/>
                </a:lnTo>
                <a:cubicBezTo>
                  <a:pt x="9264" y="11300"/>
                  <a:pt x="9502" y="11074"/>
                  <a:pt x="9502" y="10788"/>
                </a:cubicBezTo>
                <a:lnTo>
                  <a:pt x="9502" y="10359"/>
                </a:lnTo>
                <a:lnTo>
                  <a:pt x="10621" y="10359"/>
                </a:lnTo>
                <a:cubicBezTo>
                  <a:pt x="11026" y="10359"/>
                  <a:pt x="11348" y="10026"/>
                  <a:pt x="11348" y="9633"/>
                </a:cubicBezTo>
                <a:cubicBezTo>
                  <a:pt x="11324" y="9526"/>
                  <a:pt x="11276" y="9431"/>
                  <a:pt x="11217" y="9371"/>
                </a:cubicBezTo>
                <a:cubicBezTo>
                  <a:pt x="11157" y="9312"/>
                  <a:pt x="11074" y="9276"/>
                  <a:pt x="10967" y="9276"/>
                </a:cubicBezTo>
                <a:lnTo>
                  <a:pt x="10776" y="9276"/>
                </a:lnTo>
                <a:lnTo>
                  <a:pt x="10776" y="4906"/>
                </a:lnTo>
                <a:cubicBezTo>
                  <a:pt x="10776" y="4418"/>
                  <a:pt x="10371" y="4013"/>
                  <a:pt x="9883" y="4013"/>
                </a:cubicBezTo>
                <a:lnTo>
                  <a:pt x="8931" y="4013"/>
                </a:lnTo>
                <a:lnTo>
                  <a:pt x="8931" y="858"/>
                </a:lnTo>
                <a:cubicBezTo>
                  <a:pt x="8931" y="382"/>
                  <a:pt x="8538" y="1"/>
                  <a:pt x="8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96" name="Google Shape;9396;p62"/>
          <p:cNvGrpSpPr/>
          <p:nvPr/>
        </p:nvGrpSpPr>
        <p:grpSpPr>
          <a:xfrm>
            <a:off x="1958520" y="2302574"/>
            <a:ext cx="359213" cy="327807"/>
            <a:chOff x="1958520" y="2302574"/>
            <a:chExt cx="359213" cy="327807"/>
          </a:xfrm>
        </p:grpSpPr>
        <p:sp>
          <p:nvSpPr>
            <p:cNvPr id="9397" name="Google Shape;9397;p62"/>
            <p:cNvSpPr/>
            <p:nvPr/>
          </p:nvSpPr>
          <p:spPr>
            <a:xfrm>
              <a:off x="1958520" y="2302574"/>
              <a:ext cx="359213" cy="327807"/>
            </a:xfrm>
            <a:custGeom>
              <a:avLst/>
              <a:gdLst/>
              <a:ahLst/>
              <a:cxnLst/>
              <a:rect l="l" t="t" r="r" b="b"/>
              <a:pathLst>
                <a:path w="11312" h="10323" extrusionOk="0">
                  <a:moveTo>
                    <a:pt x="7168" y="8132"/>
                  </a:moveTo>
                  <a:lnTo>
                    <a:pt x="7501" y="9204"/>
                  </a:lnTo>
                  <a:lnTo>
                    <a:pt x="3799" y="9204"/>
                  </a:lnTo>
                  <a:lnTo>
                    <a:pt x="4120" y="8132"/>
                  </a:lnTo>
                  <a:close/>
                  <a:moveTo>
                    <a:pt x="8466" y="9537"/>
                  </a:moveTo>
                  <a:cubicBezTo>
                    <a:pt x="8597" y="9537"/>
                    <a:pt x="8704" y="9656"/>
                    <a:pt x="8704" y="9775"/>
                  </a:cubicBezTo>
                  <a:cubicBezTo>
                    <a:pt x="8704" y="9906"/>
                    <a:pt x="8597" y="10013"/>
                    <a:pt x="8466" y="10013"/>
                  </a:cubicBezTo>
                  <a:lnTo>
                    <a:pt x="2810" y="10013"/>
                  </a:lnTo>
                  <a:cubicBezTo>
                    <a:pt x="2679" y="10013"/>
                    <a:pt x="2572" y="9906"/>
                    <a:pt x="2572" y="9775"/>
                  </a:cubicBezTo>
                  <a:cubicBezTo>
                    <a:pt x="2572" y="9644"/>
                    <a:pt x="2679" y="9537"/>
                    <a:pt x="2810" y="9537"/>
                  </a:cubicBezTo>
                  <a:close/>
                  <a:moveTo>
                    <a:pt x="1072" y="0"/>
                  </a:moveTo>
                  <a:cubicBezTo>
                    <a:pt x="477" y="0"/>
                    <a:pt x="0" y="476"/>
                    <a:pt x="0" y="1072"/>
                  </a:cubicBezTo>
                  <a:lnTo>
                    <a:pt x="0" y="7049"/>
                  </a:lnTo>
                  <a:cubicBezTo>
                    <a:pt x="0" y="7644"/>
                    <a:pt x="477" y="8120"/>
                    <a:pt x="1072" y="8120"/>
                  </a:cubicBezTo>
                  <a:lnTo>
                    <a:pt x="3763" y="8120"/>
                  </a:lnTo>
                  <a:lnTo>
                    <a:pt x="3441" y="9192"/>
                  </a:lnTo>
                  <a:lnTo>
                    <a:pt x="2822" y="9192"/>
                  </a:lnTo>
                  <a:cubicBezTo>
                    <a:pt x="2513" y="9192"/>
                    <a:pt x="2263" y="9442"/>
                    <a:pt x="2263" y="9751"/>
                  </a:cubicBezTo>
                  <a:cubicBezTo>
                    <a:pt x="2263" y="10073"/>
                    <a:pt x="2513" y="10323"/>
                    <a:pt x="2822" y="10323"/>
                  </a:cubicBezTo>
                  <a:lnTo>
                    <a:pt x="8478" y="10323"/>
                  </a:lnTo>
                  <a:cubicBezTo>
                    <a:pt x="8799" y="10323"/>
                    <a:pt x="9049" y="10073"/>
                    <a:pt x="9049" y="9751"/>
                  </a:cubicBezTo>
                  <a:cubicBezTo>
                    <a:pt x="9049" y="9442"/>
                    <a:pt x="8799" y="9192"/>
                    <a:pt x="8478" y="9192"/>
                  </a:cubicBezTo>
                  <a:lnTo>
                    <a:pt x="7870" y="9192"/>
                  </a:lnTo>
                  <a:lnTo>
                    <a:pt x="7549" y="8120"/>
                  </a:lnTo>
                  <a:lnTo>
                    <a:pt x="10240" y="8120"/>
                  </a:lnTo>
                  <a:cubicBezTo>
                    <a:pt x="10835" y="8120"/>
                    <a:pt x="11311" y="7644"/>
                    <a:pt x="11311" y="7049"/>
                  </a:cubicBezTo>
                  <a:lnTo>
                    <a:pt x="11311" y="1072"/>
                  </a:lnTo>
                  <a:cubicBezTo>
                    <a:pt x="11299" y="488"/>
                    <a:pt x="10823" y="0"/>
                    <a:pt x="10228" y="0"/>
                  </a:cubicBezTo>
                  <a:lnTo>
                    <a:pt x="2786" y="0"/>
                  </a:lnTo>
                  <a:cubicBezTo>
                    <a:pt x="2691" y="0"/>
                    <a:pt x="2620" y="72"/>
                    <a:pt x="2620" y="155"/>
                  </a:cubicBezTo>
                  <a:cubicBezTo>
                    <a:pt x="2620" y="250"/>
                    <a:pt x="2691" y="322"/>
                    <a:pt x="2786" y="322"/>
                  </a:cubicBezTo>
                  <a:lnTo>
                    <a:pt x="10228" y="322"/>
                  </a:lnTo>
                  <a:cubicBezTo>
                    <a:pt x="10621" y="322"/>
                    <a:pt x="10966" y="655"/>
                    <a:pt x="10966" y="1072"/>
                  </a:cubicBezTo>
                  <a:lnTo>
                    <a:pt x="10966" y="7049"/>
                  </a:lnTo>
                  <a:cubicBezTo>
                    <a:pt x="10966" y="7453"/>
                    <a:pt x="10645" y="7799"/>
                    <a:pt x="10228" y="7799"/>
                  </a:cubicBezTo>
                  <a:lnTo>
                    <a:pt x="1072" y="7799"/>
                  </a:lnTo>
                  <a:cubicBezTo>
                    <a:pt x="667" y="7799"/>
                    <a:pt x="322" y="7465"/>
                    <a:pt x="322" y="7049"/>
                  </a:cubicBezTo>
                  <a:lnTo>
                    <a:pt x="322" y="1072"/>
                  </a:lnTo>
                  <a:cubicBezTo>
                    <a:pt x="322" y="667"/>
                    <a:pt x="655" y="322"/>
                    <a:pt x="1072" y="322"/>
                  </a:cubicBezTo>
                  <a:lnTo>
                    <a:pt x="2108" y="322"/>
                  </a:lnTo>
                  <a:cubicBezTo>
                    <a:pt x="2203" y="322"/>
                    <a:pt x="2275" y="250"/>
                    <a:pt x="2275" y="155"/>
                  </a:cubicBezTo>
                  <a:cubicBezTo>
                    <a:pt x="2275" y="72"/>
                    <a:pt x="2203" y="0"/>
                    <a:pt x="21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2"/>
            <p:cNvSpPr/>
            <p:nvPr/>
          </p:nvSpPr>
          <p:spPr>
            <a:xfrm>
              <a:off x="1986877" y="2331313"/>
              <a:ext cx="302117" cy="184909"/>
            </a:xfrm>
            <a:custGeom>
              <a:avLst/>
              <a:gdLst/>
              <a:ahLst/>
              <a:cxnLst/>
              <a:rect l="l" t="t" r="r" b="b"/>
              <a:pathLst>
                <a:path w="9514" h="5823" extrusionOk="0">
                  <a:moveTo>
                    <a:pt x="179" y="0"/>
                  </a:moveTo>
                  <a:cubicBezTo>
                    <a:pt x="72" y="0"/>
                    <a:pt x="0" y="71"/>
                    <a:pt x="0" y="179"/>
                  </a:cubicBezTo>
                  <a:lnTo>
                    <a:pt x="0" y="5656"/>
                  </a:lnTo>
                  <a:cubicBezTo>
                    <a:pt x="0" y="5739"/>
                    <a:pt x="72" y="5822"/>
                    <a:pt x="167" y="5822"/>
                  </a:cubicBezTo>
                  <a:lnTo>
                    <a:pt x="9347" y="5822"/>
                  </a:lnTo>
                  <a:cubicBezTo>
                    <a:pt x="9430" y="5822"/>
                    <a:pt x="9513" y="5739"/>
                    <a:pt x="9513" y="5656"/>
                  </a:cubicBezTo>
                  <a:lnTo>
                    <a:pt x="9513" y="5072"/>
                  </a:lnTo>
                  <a:cubicBezTo>
                    <a:pt x="9513" y="4989"/>
                    <a:pt x="9430" y="4905"/>
                    <a:pt x="9347" y="4905"/>
                  </a:cubicBezTo>
                  <a:cubicBezTo>
                    <a:pt x="9252" y="4905"/>
                    <a:pt x="9180" y="4989"/>
                    <a:pt x="9180" y="5072"/>
                  </a:cubicBezTo>
                  <a:lnTo>
                    <a:pt x="9180" y="5489"/>
                  </a:lnTo>
                  <a:lnTo>
                    <a:pt x="346" y="5489"/>
                  </a:lnTo>
                  <a:lnTo>
                    <a:pt x="346" y="345"/>
                  </a:lnTo>
                  <a:lnTo>
                    <a:pt x="9180" y="345"/>
                  </a:lnTo>
                  <a:lnTo>
                    <a:pt x="9180" y="4405"/>
                  </a:lnTo>
                  <a:cubicBezTo>
                    <a:pt x="9168" y="4489"/>
                    <a:pt x="9240" y="4572"/>
                    <a:pt x="9347" y="4572"/>
                  </a:cubicBezTo>
                  <a:cubicBezTo>
                    <a:pt x="9430" y="4572"/>
                    <a:pt x="9513" y="4489"/>
                    <a:pt x="9513" y="4405"/>
                  </a:cubicBezTo>
                  <a:lnTo>
                    <a:pt x="9513" y="179"/>
                  </a:lnTo>
                  <a:cubicBezTo>
                    <a:pt x="9513" y="71"/>
                    <a:pt x="9430" y="0"/>
                    <a:pt x="9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62"/>
            <p:cNvSpPr/>
            <p:nvPr/>
          </p:nvSpPr>
          <p:spPr>
            <a:xfrm>
              <a:off x="2131521" y="2526701"/>
              <a:ext cx="11908" cy="10638"/>
            </a:xfrm>
            <a:custGeom>
              <a:avLst/>
              <a:gdLst/>
              <a:ahLst/>
              <a:cxnLst/>
              <a:rect l="l" t="t" r="r" b="b"/>
              <a:pathLst>
                <a:path w="375" h="335" extrusionOk="0">
                  <a:moveTo>
                    <a:pt x="176" y="0"/>
                  </a:moveTo>
                  <a:cubicBezTo>
                    <a:pt x="167" y="0"/>
                    <a:pt x="158" y="1"/>
                    <a:pt x="148" y="3"/>
                  </a:cubicBezTo>
                  <a:cubicBezTo>
                    <a:pt x="77" y="26"/>
                    <a:pt x="17" y="86"/>
                    <a:pt x="17" y="157"/>
                  </a:cubicBezTo>
                  <a:cubicBezTo>
                    <a:pt x="1" y="258"/>
                    <a:pt x="95" y="334"/>
                    <a:pt x="186" y="334"/>
                  </a:cubicBezTo>
                  <a:cubicBezTo>
                    <a:pt x="225" y="334"/>
                    <a:pt x="263" y="320"/>
                    <a:pt x="291" y="288"/>
                  </a:cubicBezTo>
                  <a:cubicBezTo>
                    <a:pt x="375" y="229"/>
                    <a:pt x="375" y="145"/>
                    <a:pt x="327" y="86"/>
                  </a:cubicBezTo>
                  <a:cubicBezTo>
                    <a:pt x="296" y="34"/>
                    <a:pt x="23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0" name="Google Shape;9400;p62"/>
          <p:cNvGrpSpPr/>
          <p:nvPr/>
        </p:nvGrpSpPr>
        <p:grpSpPr>
          <a:xfrm>
            <a:off x="2579882" y="2287427"/>
            <a:ext cx="207582" cy="359594"/>
            <a:chOff x="2656082" y="2287427"/>
            <a:chExt cx="207582" cy="359594"/>
          </a:xfrm>
        </p:grpSpPr>
        <p:sp>
          <p:nvSpPr>
            <p:cNvPr id="9401" name="Google Shape;9401;p62"/>
            <p:cNvSpPr/>
            <p:nvPr/>
          </p:nvSpPr>
          <p:spPr>
            <a:xfrm>
              <a:off x="2656082" y="2287427"/>
              <a:ext cx="207582" cy="359594"/>
            </a:xfrm>
            <a:custGeom>
              <a:avLst/>
              <a:gdLst/>
              <a:ahLst/>
              <a:cxnLst/>
              <a:rect l="l" t="t" r="r" b="b"/>
              <a:pathLst>
                <a:path w="6537" h="11324" extrusionOk="0">
                  <a:moveTo>
                    <a:pt x="5704" y="334"/>
                  </a:moveTo>
                  <a:cubicBezTo>
                    <a:pt x="5965" y="334"/>
                    <a:pt x="6192" y="561"/>
                    <a:pt x="6192" y="834"/>
                  </a:cubicBezTo>
                  <a:lnTo>
                    <a:pt x="6192" y="1323"/>
                  </a:lnTo>
                  <a:lnTo>
                    <a:pt x="346" y="1323"/>
                  </a:lnTo>
                  <a:lnTo>
                    <a:pt x="346" y="834"/>
                  </a:lnTo>
                  <a:cubicBezTo>
                    <a:pt x="346" y="561"/>
                    <a:pt x="560" y="334"/>
                    <a:pt x="834" y="334"/>
                  </a:cubicBezTo>
                  <a:close/>
                  <a:moveTo>
                    <a:pt x="6192" y="1644"/>
                  </a:moveTo>
                  <a:lnTo>
                    <a:pt x="6192" y="8990"/>
                  </a:lnTo>
                  <a:lnTo>
                    <a:pt x="1501" y="8990"/>
                  </a:lnTo>
                  <a:cubicBezTo>
                    <a:pt x="1405" y="8990"/>
                    <a:pt x="1334" y="9062"/>
                    <a:pt x="1334" y="9145"/>
                  </a:cubicBezTo>
                  <a:cubicBezTo>
                    <a:pt x="1334" y="9240"/>
                    <a:pt x="1405" y="9312"/>
                    <a:pt x="1501" y="9312"/>
                  </a:cubicBezTo>
                  <a:lnTo>
                    <a:pt x="6192" y="9312"/>
                  </a:lnTo>
                  <a:lnTo>
                    <a:pt x="6192" y="10478"/>
                  </a:lnTo>
                  <a:cubicBezTo>
                    <a:pt x="6192" y="10740"/>
                    <a:pt x="5965" y="10967"/>
                    <a:pt x="5704" y="10967"/>
                  </a:cubicBezTo>
                  <a:lnTo>
                    <a:pt x="834" y="10967"/>
                  </a:lnTo>
                  <a:cubicBezTo>
                    <a:pt x="560" y="10967"/>
                    <a:pt x="346" y="10740"/>
                    <a:pt x="346" y="10478"/>
                  </a:cubicBezTo>
                  <a:lnTo>
                    <a:pt x="346" y="9312"/>
                  </a:lnTo>
                  <a:lnTo>
                    <a:pt x="834" y="9312"/>
                  </a:lnTo>
                  <a:cubicBezTo>
                    <a:pt x="917" y="9312"/>
                    <a:pt x="1001" y="9240"/>
                    <a:pt x="1001" y="9145"/>
                  </a:cubicBezTo>
                  <a:cubicBezTo>
                    <a:pt x="1001" y="9062"/>
                    <a:pt x="917" y="8990"/>
                    <a:pt x="834" y="8990"/>
                  </a:cubicBezTo>
                  <a:lnTo>
                    <a:pt x="346" y="8990"/>
                  </a:lnTo>
                  <a:lnTo>
                    <a:pt x="346" y="1644"/>
                  </a:lnTo>
                  <a:close/>
                  <a:moveTo>
                    <a:pt x="834" y="1"/>
                  </a:moveTo>
                  <a:cubicBezTo>
                    <a:pt x="370" y="1"/>
                    <a:pt x="0" y="370"/>
                    <a:pt x="0" y="834"/>
                  </a:cubicBezTo>
                  <a:lnTo>
                    <a:pt x="0" y="10490"/>
                  </a:lnTo>
                  <a:cubicBezTo>
                    <a:pt x="0" y="10955"/>
                    <a:pt x="370" y="11324"/>
                    <a:pt x="834" y="11324"/>
                  </a:cubicBezTo>
                  <a:lnTo>
                    <a:pt x="5704" y="11324"/>
                  </a:lnTo>
                  <a:cubicBezTo>
                    <a:pt x="6156" y="11324"/>
                    <a:pt x="6537" y="10955"/>
                    <a:pt x="6537" y="10490"/>
                  </a:cubicBezTo>
                  <a:lnTo>
                    <a:pt x="6537" y="834"/>
                  </a:lnTo>
                  <a:cubicBezTo>
                    <a:pt x="6513" y="370"/>
                    <a:pt x="6144" y="1"/>
                    <a:pt x="5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2"/>
            <p:cNvSpPr/>
            <p:nvPr/>
          </p:nvSpPr>
          <p:spPr>
            <a:xfrm>
              <a:off x="2754395" y="2308608"/>
              <a:ext cx="31787" cy="10257"/>
            </a:xfrm>
            <a:custGeom>
              <a:avLst/>
              <a:gdLst/>
              <a:ahLst/>
              <a:cxnLst/>
              <a:rect l="l" t="t" r="r" b="b"/>
              <a:pathLst>
                <a:path w="1001" h="323" extrusionOk="0">
                  <a:moveTo>
                    <a:pt x="167" y="1"/>
                  </a:moveTo>
                  <a:cubicBezTo>
                    <a:pt x="72" y="1"/>
                    <a:pt x="0" y="72"/>
                    <a:pt x="0" y="167"/>
                  </a:cubicBezTo>
                  <a:cubicBezTo>
                    <a:pt x="0" y="251"/>
                    <a:pt x="72" y="322"/>
                    <a:pt x="167" y="322"/>
                  </a:cubicBezTo>
                  <a:lnTo>
                    <a:pt x="834" y="322"/>
                  </a:lnTo>
                  <a:cubicBezTo>
                    <a:pt x="917" y="322"/>
                    <a:pt x="1000" y="251"/>
                    <a:pt x="1000" y="167"/>
                  </a:cubicBezTo>
                  <a:cubicBezTo>
                    <a:pt x="1000" y="72"/>
                    <a:pt x="917"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62"/>
            <p:cNvSpPr/>
            <p:nvPr/>
          </p:nvSpPr>
          <p:spPr>
            <a:xfrm>
              <a:off x="2743789" y="2594053"/>
              <a:ext cx="31406" cy="31056"/>
            </a:xfrm>
            <a:custGeom>
              <a:avLst/>
              <a:gdLst/>
              <a:ahLst/>
              <a:cxnLst/>
              <a:rect l="l" t="t" r="r" b="b"/>
              <a:pathLst>
                <a:path w="989" h="978" extrusionOk="0">
                  <a:moveTo>
                    <a:pt x="501" y="322"/>
                  </a:moveTo>
                  <a:cubicBezTo>
                    <a:pt x="584" y="322"/>
                    <a:pt x="656" y="406"/>
                    <a:pt x="656" y="489"/>
                  </a:cubicBezTo>
                  <a:cubicBezTo>
                    <a:pt x="656" y="584"/>
                    <a:pt x="584" y="656"/>
                    <a:pt x="501" y="656"/>
                  </a:cubicBezTo>
                  <a:cubicBezTo>
                    <a:pt x="406" y="656"/>
                    <a:pt x="334" y="584"/>
                    <a:pt x="334" y="489"/>
                  </a:cubicBezTo>
                  <a:cubicBezTo>
                    <a:pt x="334" y="406"/>
                    <a:pt x="406" y="322"/>
                    <a:pt x="501" y="322"/>
                  </a:cubicBezTo>
                  <a:close/>
                  <a:moveTo>
                    <a:pt x="501" y="1"/>
                  </a:moveTo>
                  <a:cubicBezTo>
                    <a:pt x="227" y="1"/>
                    <a:pt x="1" y="227"/>
                    <a:pt x="1" y="489"/>
                  </a:cubicBezTo>
                  <a:cubicBezTo>
                    <a:pt x="1" y="763"/>
                    <a:pt x="227" y="977"/>
                    <a:pt x="501" y="977"/>
                  </a:cubicBezTo>
                  <a:cubicBezTo>
                    <a:pt x="763" y="977"/>
                    <a:pt x="989" y="763"/>
                    <a:pt x="989" y="489"/>
                  </a:cubicBezTo>
                  <a:cubicBezTo>
                    <a:pt x="989" y="227"/>
                    <a:pt x="775"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62"/>
            <p:cNvSpPr/>
            <p:nvPr/>
          </p:nvSpPr>
          <p:spPr>
            <a:xfrm>
              <a:off x="2733596" y="2308608"/>
              <a:ext cx="10225" cy="10257"/>
            </a:xfrm>
            <a:custGeom>
              <a:avLst/>
              <a:gdLst/>
              <a:ahLst/>
              <a:cxnLst/>
              <a:rect l="l" t="t" r="r" b="b"/>
              <a:pathLst>
                <a:path w="322" h="323" extrusionOk="0">
                  <a:moveTo>
                    <a:pt x="155" y="1"/>
                  </a:moveTo>
                  <a:cubicBezTo>
                    <a:pt x="72" y="1"/>
                    <a:pt x="0" y="72"/>
                    <a:pt x="0" y="167"/>
                  </a:cubicBezTo>
                  <a:cubicBezTo>
                    <a:pt x="0" y="251"/>
                    <a:pt x="72" y="322"/>
                    <a:pt x="155" y="322"/>
                  </a:cubicBezTo>
                  <a:cubicBezTo>
                    <a:pt x="250" y="322"/>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5" name="Google Shape;9405;p62"/>
          <p:cNvGrpSpPr/>
          <p:nvPr/>
        </p:nvGrpSpPr>
        <p:grpSpPr>
          <a:xfrm>
            <a:off x="3049653" y="2321468"/>
            <a:ext cx="362991" cy="290018"/>
            <a:chOff x="3049653" y="2321468"/>
            <a:chExt cx="362991" cy="290018"/>
          </a:xfrm>
        </p:grpSpPr>
        <p:sp>
          <p:nvSpPr>
            <p:cNvPr id="9406" name="Google Shape;9406;p62"/>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62"/>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62"/>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62"/>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0" name="Google Shape;9410;p62"/>
          <p:cNvGrpSpPr/>
          <p:nvPr/>
        </p:nvGrpSpPr>
        <p:grpSpPr>
          <a:xfrm>
            <a:off x="3564243" y="2289904"/>
            <a:ext cx="422342" cy="355243"/>
            <a:chOff x="3564243" y="2289904"/>
            <a:chExt cx="422342" cy="355243"/>
          </a:xfrm>
        </p:grpSpPr>
        <p:sp>
          <p:nvSpPr>
            <p:cNvPr id="9411" name="Google Shape;9411;p62"/>
            <p:cNvSpPr/>
            <p:nvPr/>
          </p:nvSpPr>
          <p:spPr>
            <a:xfrm>
              <a:off x="3564243" y="2291587"/>
              <a:ext cx="66177" cy="351655"/>
            </a:xfrm>
            <a:custGeom>
              <a:avLst/>
              <a:gdLst/>
              <a:ahLst/>
              <a:cxnLst/>
              <a:rect l="l" t="t" r="r" b="b"/>
              <a:pathLst>
                <a:path w="2084" h="11074" extrusionOk="0">
                  <a:moveTo>
                    <a:pt x="1703" y="1918"/>
                  </a:moveTo>
                  <a:lnTo>
                    <a:pt x="1703" y="2727"/>
                  </a:lnTo>
                  <a:cubicBezTo>
                    <a:pt x="1703" y="2823"/>
                    <a:pt x="1667" y="2930"/>
                    <a:pt x="1608" y="2966"/>
                  </a:cubicBezTo>
                  <a:cubicBezTo>
                    <a:pt x="1453" y="3085"/>
                    <a:pt x="1298" y="3287"/>
                    <a:pt x="1239" y="3501"/>
                  </a:cubicBezTo>
                  <a:lnTo>
                    <a:pt x="834" y="3501"/>
                  </a:lnTo>
                  <a:cubicBezTo>
                    <a:pt x="798" y="3299"/>
                    <a:pt x="667" y="3085"/>
                    <a:pt x="524" y="2989"/>
                  </a:cubicBezTo>
                  <a:cubicBezTo>
                    <a:pt x="453" y="2942"/>
                    <a:pt x="393" y="2823"/>
                    <a:pt x="393" y="2727"/>
                  </a:cubicBezTo>
                  <a:lnTo>
                    <a:pt x="393" y="1918"/>
                  </a:lnTo>
                  <a:close/>
                  <a:moveTo>
                    <a:pt x="1227" y="3882"/>
                  </a:moveTo>
                  <a:lnTo>
                    <a:pt x="1227" y="5144"/>
                  </a:lnTo>
                  <a:cubicBezTo>
                    <a:pt x="1227" y="6359"/>
                    <a:pt x="1239" y="7549"/>
                    <a:pt x="1369" y="8752"/>
                  </a:cubicBezTo>
                  <a:cubicBezTo>
                    <a:pt x="1453" y="9478"/>
                    <a:pt x="1489" y="10085"/>
                    <a:pt x="1489" y="10205"/>
                  </a:cubicBezTo>
                  <a:cubicBezTo>
                    <a:pt x="1477" y="10478"/>
                    <a:pt x="1298" y="10681"/>
                    <a:pt x="1048" y="10681"/>
                  </a:cubicBezTo>
                  <a:cubicBezTo>
                    <a:pt x="798" y="10681"/>
                    <a:pt x="619" y="10490"/>
                    <a:pt x="619" y="10228"/>
                  </a:cubicBezTo>
                  <a:cubicBezTo>
                    <a:pt x="619" y="10097"/>
                    <a:pt x="655" y="9490"/>
                    <a:pt x="738" y="8764"/>
                  </a:cubicBezTo>
                  <a:cubicBezTo>
                    <a:pt x="869" y="7561"/>
                    <a:pt x="881" y="6371"/>
                    <a:pt x="881" y="5168"/>
                  </a:cubicBezTo>
                  <a:lnTo>
                    <a:pt x="881" y="3882"/>
                  </a:lnTo>
                  <a:close/>
                  <a:moveTo>
                    <a:pt x="203" y="1"/>
                  </a:moveTo>
                  <a:cubicBezTo>
                    <a:pt x="96" y="1"/>
                    <a:pt x="0" y="84"/>
                    <a:pt x="0" y="191"/>
                  </a:cubicBezTo>
                  <a:lnTo>
                    <a:pt x="0" y="2727"/>
                  </a:lnTo>
                  <a:cubicBezTo>
                    <a:pt x="0" y="2966"/>
                    <a:pt x="143" y="3216"/>
                    <a:pt x="334" y="3335"/>
                  </a:cubicBezTo>
                  <a:cubicBezTo>
                    <a:pt x="393" y="3358"/>
                    <a:pt x="477" y="3573"/>
                    <a:pt x="477" y="3692"/>
                  </a:cubicBezTo>
                  <a:lnTo>
                    <a:pt x="477" y="5144"/>
                  </a:lnTo>
                  <a:cubicBezTo>
                    <a:pt x="477" y="6359"/>
                    <a:pt x="465" y="7526"/>
                    <a:pt x="346" y="8716"/>
                  </a:cubicBezTo>
                  <a:cubicBezTo>
                    <a:pt x="274" y="9454"/>
                    <a:pt x="226" y="10074"/>
                    <a:pt x="226" y="10228"/>
                  </a:cubicBezTo>
                  <a:cubicBezTo>
                    <a:pt x="226" y="10705"/>
                    <a:pt x="584" y="11074"/>
                    <a:pt x="1048" y="11074"/>
                  </a:cubicBezTo>
                  <a:cubicBezTo>
                    <a:pt x="1512" y="11074"/>
                    <a:pt x="1870" y="10705"/>
                    <a:pt x="1870" y="10228"/>
                  </a:cubicBezTo>
                  <a:cubicBezTo>
                    <a:pt x="1870" y="10074"/>
                    <a:pt x="1822" y="9454"/>
                    <a:pt x="1750" y="8716"/>
                  </a:cubicBezTo>
                  <a:cubicBezTo>
                    <a:pt x="1608" y="7526"/>
                    <a:pt x="1608" y="6359"/>
                    <a:pt x="1608" y="5144"/>
                  </a:cubicBezTo>
                  <a:lnTo>
                    <a:pt x="1608" y="3692"/>
                  </a:lnTo>
                  <a:cubicBezTo>
                    <a:pt x="1608" y="3561"/>
                    <a:pt x="1715" y="3358"/>
                    <a:pt x="1834" y="3275"/>
                  </a:cubicBezTo>
                  <a:cubicBezTo>
                    <a:pt x="2024" y="3144"/>
                    <a:pt x="2084" y="2906"/>
                    <a:pt x="2084" y="2704"/>
                  </a:cubicBezTo>
                  <a:lnTo>
                    <a:pt x="2084" y="251"/>
                  </a:lnTo>
                  <a:cubicBezTo>
                    <a:pt x="2084" y="168"/>
                    <a:pt x="2001" y="72"/>
                    <a:pt x="1893" y="72"/>
                  </a:cubicBezTo>
                  <a:cubicBezTo>
                    <a:pt x="1786" y="72"/>
                    <a:pt x="1703" y="168"/>
                    <a:pt x="1703" y="263"/>
                  </a:cubicBezTo>
                  <a:lnTo>
                    <a:pt x="1703" y="1537"/>
                  </a:lnTo>
                  <a:lnTo>
                    <a:pt x="1239" y="1537"/>
                  </a:lnTo>
                  <a:lnTo>
                    <a:pt x="1239" y="191"/>
                  </a:lnTo>
                  <a:cubicBezTo>
                    <a:pt x="1239" y="84"/>
                    <a:pt x="1155" y="1"/>
                    <a:pt x="1048" y="1"/>
                  </a:cubicBezTo>
                  <a:cubicBezTo>
                    <a:pt x="941" y="1"/>
                    <a:pt x="858" y="84"/>
                    <a:pt x="858" y="191"/>
                  </a:cubicBezTo>
                  <a:lnTo>
                    <a:pt x="858" y="1537"/>
                  </a:lnTo>
                  <a:lnTo>
                    <a:pt x="393" y="1537"/>
                  </a:lnTo>
                  <a:lnTo>
                    <a:pt x="393" y="191"/>
                  </a:lnTo>
                  <a:cubicBezTo>
                    <a:pt x="393" y="84"/>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62"/>
            <p:cNvSpPr/>
            <p:nvPr/>
          </p:nvSpPr>
          <p:spPr>
            <a:xfrm>
              <a:off x="3636835" y="2373674"/>
              <a:ext cx="236702" cy="236289"/>
            </a:xfrm>
            <a:custGeom>
              <a:avLst/>
              <a:gdLst/>
              <a:ahLst/>
              <a:cxnLst/>
              <a:rect l="l" t="t" r="r" b="b"/>
              <a:pathLst>
                <a:path w="7454" h="7441" extrusionOk="0">
                  <a:moveTo>
                    <a:pt x="1175" y="0"/>
                  </a:moveTo>
                  <a:cubicBezTo>
                    <a:pt x="1121" y="0"/>
                    <a:pt x="1069" y="25"/>
                    <a:pt x="1036" y="71"/>
                  </a:cubicBezTo>
                  <a:cubicBezTo>
                    <a:pt x="369" y="881"/>
                    <a:pt x="0" y="1905"/>
                    <a:pt x="0" y="2952"/>
                  </a:cubicBezTo>
                  <a:cubicBezTo>
                    <a:pt x="0" y="5429"/>
                    <a:pt x="2024" y="7441"/>
                    <a:pt x="4489" y="7441"/>
                  </a:cubicBezTo>
                  <a:cubicBezTo>
                    <a:pt x="5537" y="7441"/>
                    <a:pt x="6561" y="7072"/>
                    <a:pt x="7358" y="6405"/>
                  </a:cubicBezTo>
                  <a:cubicBezTo>
                    <a:pt x="7454" y="6322"/>
                    <a:pt x="7454" y="6203"/>
                    <a:pt x="7394" y="6131"/>
                  </a:cubicBezTo>
                  <a:cubicBezTo>
                    <a:pt x="7352" y="6083"/>
                    <a:pt x="7286" y="6058"/>
                    <a:pt x="7224" y="6058"/>
                  </a:cubicBezTo>
                  <a:cubicBezTo>
                    <a:pt x="7180" y="6058"/>
                    <a:pt x="7138" y="6071"/>
                    <a:pt x="7108" y="6096"/>
                  </a:cubicBezTo>
                  <a:cubicBezTo>
                    <a:pt x="6382" y="6703"/>
                    <a:pt x="5441" y="7048"/>
                    <a:pt x="4489" y="7048"/>
                  </a:cubicBezTo>
                  <a:cubicBezTo>
                    <a:pt x="2227" y="7048"/>
                    <a:pt x="381" y="5203"/>
                    <a:pt x="381" y="2928"/>
                  </a:cubicBezTo>
                  <a:cubicBezTo>
                    <a:pt x="381" y="1988"/>
                    <a:pt x="727" y="1047"/>
                    <a:pt x="1334" y="309"/>
                  </a:cubicBezTo>
                  <a:cubicBezTo>
                    <a:pt x="1405" y="226"/>
                    <a:pt x="1393" y="107"/>
                    <a:pt x="1298" y="47"/>
                  </a:cubicBezTo>
                  <a:cubicBezTo>
                    <a:pt x="1261" y="16"/>
                    <a:pt x="1217" y="0"/>
                    <a:pt x="1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62"/>
            <p:cNvSpPr/>
            <p:nvPr/>
          </p:nvSpPr>
          <p:spPr>
            <a:xfrm>
              <a:off x="3685230" y="2324104"/>
              <a:ext cx="237083" cy="235971"/>
            </a:xfrm>
            <a:custGeom>
              <a:avLst/>
              <a:gdLst/>
              <a:ahLst/>
              <a:cxnLst/>
              <a:rect l="l" t="t" r="r" b="b"/>
              <a:pathLst>
                <a:path w="7466" h="7431" extrusionOk="0">
                  <a:moveTo>
                    <a:pt x="2953" y="1"/>
                  </a:moveTo>
                  <a:cubicBezTo>
                    <a:pt x="1905" y="1"/>
                    <a:pt x="893" y="358"/>
                    <a:pt x="96" y="1025"/>
                  </a:cubicBezTo>
                  <a:cubicBezTo>
                    <a:pt x="0" y="1108"/>
                    <a:pt x="0" y="1227"/>
                    <a:pt x="60" y="1299"/>
                  </a:cubicBezTo>
                  <a:cubicBezTo>
                    <a:pt x="99" y="1344"/>
                    <a:pt x="151" y="1364"/>
                    <a:pt x="205" y="1364"/>
                  </a:cubicBezTo>
                  <a:cubicBezTo>
                    <a:pt x="250" y="1364"/>
                    <a:pt x="295" y="1350"/>
                    <a:pt x="334" y="1322"/>
                  </a:cubicBezTo>
                  <a:cubicBezTo>
                    <a:pt x="1060" y="715"/>
                    <a:pt x="2001" y="394"/>
                    <a:pt x="2953" y="394"/>
                  </a:cubicBezTo>
                  <a:cubicBezTo>
                    <a:pt x="5215" y="394"/>
                    <a:pt x="7061" y="2227"/>
                    <a:pt x="7061" y="4501"/>
                  </a:cubicBezTo>
                  <a:cubicBezTo>
                    <a:pt x="7061" y="5454"/>
                    <a:pt x="6727" y="6371"/>
                    <a:pt x="6120" y="7121"/>
                  </a:cubicBezTo>
                  <a:cubicBezTo>
                    <a:pt x="6049" y="7204"/>
                    <a:pt x="6061" y="7323"/>
                    <a:pt x="6156" y="7383"/>
                  </a:cubicBezTo>
                  <a:cubicBezTo>
                    <a:pt x="6180" y="7418"/>
                    <a:pt x="6227" y="7430"/>
                    <a:pt x="6275" y="7430"/>
                  </a:cubicBezTo>
                  <a:cubicBezTo>
                    <a:pt x="6322" y="7430"/>
                    <a:pt x="6382" y="7395"/>
                    <a:pt x="6418" y="7359"/>
                  </a:cubicBezTo>
                  <a:cubicBezTo>
                    <a:pt x="7084" y="6549"/>
                    <a:pt x="7442" y="5537"/>
                    <a:pt x="7442" y="4501"/>
                  </a:cubicBezTo>
                  <a:cubicBezTo>
                    <a:pt x="7465" y="2013"/>
                    <a:pt x="5441"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62"/>
            <p:cNvSpPr/>
            <p:nvPr/>
          </p:nvSpPr>
          <p:spPr>
            <a:xfrm>
              <a:off x="3663668" y="2351699"/>
              <a:ext cx="230668" cy="230668"/>
            </a:xfrm>
            <a:custGeom>
              <a:avLst/>
              <a:gdLst/>
              <a:ahLst/>
              <a:cxnLst/>
              <a:rect l="l" t="t" r="r" b="b"/>
              <a:pathLst>
                <a:path w="7264" h="7264" extrusionOk="0">
                  <a:moveTo>
                    <a:pt x="3632" y="382"/>
                  </a:moveTo>
                  <a:cubicBezTo>
                    <a:pt x="5418" y="382"/>
                    <a:pt x="6871" y="1846"/>
                    <a:pt x="6871" y="3632"/>
                  </a:cubicBezTo>
                  <a:cubicBezTo>
                    <a:pt x="6871" y="5418"/>
                    <a:pt x="5418" y="6871"/>
                    <a:pt x="3632" y="6871"/>
                  </a:cubicBezTo>
                  <a:cubicBezTo>
                    <a:pt x="1846" y="6871"/>
                    <a:pt x="382" y="5418"/>
                    <a:pt x="382" y="3632"/>
                  </a:cubicBezTo>
                  <a:cubicBezTo>
                    <a:pt x="382" y="1846"/>
                    <a:pt x="1846" y="382"/>
                    <a:pt x="3632" y="382"/>
                  </a:cubicBezTo>
                  <a:close/>
                  <a:moveTo>
                    <a:pt x="3632" y="1"/>
                  </a:moveTo>
                  <a:cubicBezTo>
                    <a:pt x="1632" y="1"/>
                    <a:pt x="1" y="1632"/>
                    <a:pt x="1" y="3632"/>
                  </a:cubicBezTo>
                  <a:cubicBezTo>
                    <a:pt x="1" y="5633"/>
                    <a:pt x="1632" y="7264"/>
                    <a:pt x="3632" y="7264"/>
                  </a:cubicBezTo>
                  <a:cubicBezTo>
                    <a:pt x="5644" y="7264"/>
                    <a:pt x="7263" y="5621"/>
                    <a:pt x="7263" y="3632"/>
                  </a:cubicBezTo>
                  <a:cubicBezTo>
                    <a:pt x="7263" y="1620"/>
                    <a:pt x="5620"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62"/>
            <p:cNvSpPr/>
            <p:nvPr/>
          </p:nvSpPr>
          <p:spPr>
            <a:xfrm>
              <a:off x="3933998" y="2289904"/>
              <a:ext cx="52586" cy="355243"/>
            </a:xfrm>
            <a:custGeom>
              <a:avLst/>
              <a:gdLst/>
              <a:ahLst/>
              <a:cxnLst/>
              <a:rect l="l" t="t" r="r" b="b"/>
              <a:pathLst>
                <a:path w="1656" h="11187" extrusionOk="0">
                  <a:moveTo>
                    <a:pt x="1251" y="554"/>
                  </a:moveTo>
                  <a:lnTo>
                    <a:pt x="1251" y="5555"/>
                  </a:lnTo>
                  <a:lnTo>
                    <a:pt x="715" y="5578"/>
                  </a:lnTo>
                  <a:lnTo>
                    <a:pt x="703" y="5578"/>
                  </a:lnTo>
                  <a:cubicBezTo>
                    <a:pt x="693" y="5580"/>
                    <a:pt x="683" y="5580"/>
                    <a:pt x="673" y="5580"/>
                  </a:cubicBezTo>
                  <a:cubicBezTo>
                    <a:pt x="583" y="5580"/>
                    <a:pt x="481" y="5536"/>
                    <a:pt x="417" y="5483"/>
                  </a:cubicBezTo>
                  <a:cubicBezTo>
                    <a:pt x="382" y="5436"/>
                    <a:pt x="370" y="5412"/>
                    <a:pt x="370" y="5412"/>
                  </a:cubicBezTo>
                  <a:lnTo>
                    <a:pt x="370" y="2411"/>
                  </a:lnTo>
                  <a:cubicBezTo>
                    <a:pt x="370" y="1697"/>
                    <a:pt x="703" y="1006"/>
                    <a:pt x="1251" y="554"/>
                  </a:cubicBezTo>
                  <a:close/>
                  <a:moveTo>
                    <a:pt x="1263" y="5959"/>
                  </a:moveTo>
                  <a:cubicBezTo>
                    <a:pt x="1263" y="9448"/>
                    <a:pt x="1275" y="10258"/>
                    <a:pt x="1275" y="10281"/>
                  </a:cubicBezTo>
                  <a:cubicBezTo>
                    <a:pt x="1263" y="10496"/>
                    <a:pt x="1203" y="10769"/>
                    <a:pt x="941" y="10769"/>
                  </a:cubicBezTo>
                  <a:cubicBezTo>
                    <a:pt x="858" y="10769"/>
                    <a:pt x="620" y="10769"/>
                    <a:pt x="620" y="10258"/>
                  </a:cubicBezTo>
                  <a:cubicBezTo>
                    <a:pt x="620" y="10115"/>
                    <a:pt x="667" y="9710"/>
                    <a:pt x="727" y="9246"/>
                  </a:cubicBezTo>
                  <a:cubicBezTo>
                    <a:pt x="822" y="8472"/>
                    <a:pt x="941" y="7400"/>
                    <a:pt x="941" y="6686"/>
                  </a:cubicBezTo>
                  <a:lnTo>
                    <a:pt x="941" y="5959"/>
                  </a:lnTo>
                  <a:close/>
                  <a:moveTo>
                    <a:pt x="1453" y="0"/>
                  </a:moveTo>
                  <a:cubicBezTo>
                    <a:pt x="1420" y="0"/>
                    <a:pt x="1388" y="6"/>
                    <a:pt x="1358" y="18"/>
                  </a:cubicBezTo>
                  <a:cubicBezTo>
                    <a:pt x="524" y="530"/>
                    <a:pt x="1" y="1447"/>
                    <a:pt x="1" y="2435"/>
                  </a:cubicBezTo>
                  <a:lnTo>
                    <a:pt x="1" y="5424"/>
                  </a:lnTo>
                  <a:cubicBezTo>
                    <a:pt x="1" y="5555"/>
                    <a:pt x="60" y="5674"/>
                    <a:pt x="179" y="5781"/>
                  </a:cubicBezTo>
                  <a:cubicBezTo>
                    <a:pt x="286" y="5876"/>
                    <a:pt x="417" y="5936"/>
                    <a:pt x="548" y="5959"/>
                  </a:cubicBezTo>
                  <a:lnTo>
                    <a:pt x="548" y="6709"/>
                  </a:lnTo>
                  <a:cubicBezTo>
                    <a:pt x="548" y="7400"/>
                    <a:pt x="429" y="8460"/>
                    <a:pt x="346" y="9222"/>
                  </a:cubicBezTo>
                  <a:cubicBezTo>
                    <a:pt x="286" y="9710"/>
                    <a:pt x="239" y="10091"/>
                    <a:pt x="239" y="10281"/>
                  </a:cubicBezTo>
                  <a:cubicBezTo>
                    <a:pt x="239" y="11115"/>
                    <a:pt x="774" y="11186"/>
                    <a:pt x="941" y="11186"/>
                  </a:cubicBezTo>
                  <a:cubicBezTo>
                    <a:pt x="1275" y="11186"/>
                    <a:pt x="1656" y="10948"/>
                    <a:pt x="1656" y="10281"/>
                  </a:cubicBezTo>
                  <a:lnTo>
                    <a:pt x="1656" y="185"/>
                  </a:lnTo>
                  <a:cubicBezTo>
                    <a:pt x="1656" y="113"/>
                    <a:pt x="1608" y="54"/>
                    <a:pt x="1548" y="18"/>
                  </a:cubicBezTo>
                  <a:cubicBezTo>
                    <a:pt x="1519" y="6"/>
                    <a:pt x="1486"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16" name="Google Shape;9416;p62"/>
          <p:cNvSpPr/>
          <p:nvPr/>
        </p:nvSpPr>
        <p:spPr>
          <a:xfrm>
            <a:off x="4143835" y="2288189"/>
            <a:ext cx="357688" cy="357339"/>
          </a:xfrm>
          <a:custGeom>
            <a:avLst/>
            <a:gdLst/>
            <a:ahLst/>
            <a:cxnLst/>
            <a:rect l="l" t="t" r="r" b="b"/>
            <a:pathLst>
              <a:path w="11264" h="11253" extrusionOk="0">
                <a:moveTo>
                  <a:pt x="9847" y="548"/>
                </a:moveTo>
                <a:lnTo>
                  <a:pt x="9847" y="1203"/>
                </a:lnTo>
                <a:cubicBezTo>
                  <a:pt x="9847" y="1299"/>
                  <a:pt x="9930" y="1370"/>
                  <a:pt x="10014" y="1370"/>
                </a:cubicBezTo>
                <a:lnTo>
                  <a:pt x="10669" y="1370"/>
                </a:lnTo>
                <a:lnTo>
                  <a:pt x="9252" y="2811"/>
                </a:lnTo>
                <a:lnTo>
                  <a:pt x="8656" y="2811"/>
                </a:lnTo>
                <a:lnTo>
                  <a:pt x="9609" y="1858"/>
                </a:lnTo>
                <a:cubicBezTo>
                  <a:pt x="9668" y="1799"/>
                  <a:pt x="9668" y="1703"/>
                  <a:pt x="9609" y="1620"/>
                </a:cubicBezTo>
                <a:cubicBezTo>
                  <a:pt x="9579" y="1590"/>
                  <a:pt x="9537" y="1575"/>
                  <a:pt x="9494" y="1575"/>
                </a:cubicBezTo>
                <a:cubicBezTo>
                  <a:pt x="9451" y="1575"/>
                  <a:pt x="9406" y="1590"/>
                  <a:pt x="9371" y="1620"/>
                </a:cubicBezTo>
                <a:lnTo>
                  <a:pt x="8418" y="2572"/>
                </a:lnTo>
                <a:lnTo>
                  <a:pt x="8418" y="1977"/>
                </a:lnTo>
                <a:lnTo>
                  <a:pt x="9847" y="548"/>
                </a:lnTo>
                <a:close/>
                <a:moveTo>
                  <a:pt x="4549" y="2442"/>
                </a:moveTo>
                <a:cubicBezTo>
                  <a:pt x="5668" y="2442"/>
                  <a:pt x="6680" y="2870"/>
                  <a:pt x="7430" y="3573"/>
                </a:cubicBezTo>
                <a:lnTo>
                  <a:pt x="4430" y="6561"/>
                </a:lnTo>
                <a:cubicBezTo>
                  <a:pt x="4370" y="6621"/>
                  <a:pt x="4370" y="6728"/>
                  <a:pt x="4430" y="6799"/>
                </a:cubicBezTo>
                <a:cubicBezTo>
                  <a:pt x="4465" y="6835"/>
                  <a:pt x="4513" y="6847"/>
                  <a:pt x="4549" y="6847"/>
                </a:cubicBezTo>
                <a:cubicBezTo>
                  <a:pt x="4596" y="6847"/>
                  <a:pt x="4644" y="6835"/>
                  <a:pt x="4668" y="6799"/>
                </a:cubicBezTo>
                <a:lnTo>
                  <a:pt x="5418" y="6061"/>
                </a:lnTo>
                <a:cubicBezTo>
                  <a:pt x="5549" y="6240"/>
                  <a:pt x="5620" y="6466"/>
                  <a:pt x="5620" y="6680"/>
                </a:cubicBezTo>
                <a:cubicBezTo>
                  <a:pt x="5620" y="7275"/>
                  <a:pt x="5144" y="7752"/>
                  <a:pt x="4549" y="7752"/>
                </a:cubicBezTo>
                <a:cubicBezTo>
                  <a:pt x="3953" y="7752"/>
                  <a:pt x="3477" y="7275"/>
                  <a:pt x="3477" y="6680"/>
                </a:cubicBezTo>
                <a:cubicBezTo>
                  <a:pt x="3477" y="6085"/>
                  <a:pt x="3953" y="5609"/>
                  <a:pt x="4549" y="5609"/>
                </a:cubicBezTo>
                <a:cubicBezTo>
                  <a:pt x="4608" y="5609"/>
                  <a:pt x="4680" y="5609"/>
                  <a:pt x="4739" y="5632"/>
                </a:cubicBezTo>
                <a:cubicBezTo>
                  <a:pt x="4747" y="5633"/>
                  <a:pt x="4755" y="5634"/>
                  <a:pt x="4763" y="5634"/>
                </a:cubicBezTo>
                <a:cubicBezTo>
                  <a:pt x="4848" y="5634"/>
                  <a:pt x="4920" y="5577"/>
                  <a:pt x="4942" y="5490"/>
                </a:cubicBezTo>
                <a:cubicBezTo>
                  <a:pt x="4954" y="5406"/>
                  <a:pt x="4894" y="5311"/>
                  <a:pt x="4799" y="5299"/>
                </a:cubicBezTo>
                <a:cubicBezTo>
                  <a:pt x="4715" y="5287"/>
                  <a:pt x="4620" y="5275"/>
                  <a:pt x="4549" y="5275"/>
                </a:cubicBezTo>
                <a:cubicBezTo>
                  <a:pt x="3775" y="5275"/>
                  <a:pt x="3156" y="5894"/>
                  <a:pt x="3156" y="6668"/>
                </a:cubicBezTo>
                <a:cubicBezTo>
                  <a:pt x="3156" y="7442"/>
                  <a:pt x="3775" y="8073"/>
                  <a:pt x="4549" y="8073"/>
                </a:cubicBezTo>
                <a:cubicBezTo>
                  <a:pt x="5323" y="8073"/>
                  <a:pt x="5954" y="7442"/>
                  <a:pt x="5954" y="6668"/>
                </a:cubicBezTo>
                <a:cubicBezTo>
                  <a:pt x="5954" y="6359"/>
                  <a:pt x="5847" y="6049"/>
                  <a:pt x="5656" y="5811"/>
                </a:cubicBezTo>
                <a:lnTo>
                  <a:pt x="6168" y="5287"/>
                </a:lnTo>
                <a:cubicBezTo>
                  <a:pt x="6501" y="5668"/>
                  <a:pt x="6680" y="6168"/>
                  <a:pt x="6680" y="6668"/>
                </a:cubicBezTo>
                <a:cubicBezTo>
                  <a:pt x="6680" y="7847"/>
                  <a:pt x="5727" y="8799"/>
                  <a:pt x="4549" y="8799"/>
                </a:cubicBezTo>
                <a:cubicBezTo>
                  <a:pt x="3370" y="8799"/>
                  <a:pt x="2418" y="7847"/>
                  <a:pt x="2418" y="6668"/>
                </a:cubicBezTo>
                <a:cubicBezTo>
                  <a:pt x="2418" y="5490"/>
                  <a:pt x="3370" y="4537"/>
                  <a:pt x="4549" y="4537"/>
                </a:cubicBezTo>
                <a:cubicBezTo>
                  <a:pt x="4906" y="4537"/>
                  <a:pt x="5251" y="4632"/>
                  <a:pt x="5561" y="4799"/>
                </a:cubicBezTo>
                <a:cubicBezTo>
                  <a:pt x="5583" y="4810"/>
                  <a:pt x="5608" y="4815"/>
                  <a:pt x="5635" y="4815"/>
                </a:cubicBezTo>
                <a:cubicBezTo>
                  <a:pt x="5693" y="4815"/>
                  <a:pt x="5754" y="4789"/>
                  <a:pt x="5787" y="4739"/>
                </a:cubicBezTo>
                <a:cubicBezTo>
                  <a:pt x="5835" y="4656"/>
                  <a:pt x="5799" y="4561"/>
                  <a:pt x="5727" y="4513"/>
                </a:cubicBezTo>
                <a:cubicBezTo>
                  <a:pt x="5370" y="4323"/>
                  <a:pt x="4965" y="4216"/>
                  <a:pt x="4561" y="4216"/>
                </a:cubicBezTo>
                <a:cubicBezTo>
                  <a:pt x="3215" y="4216"/>
                  <a:pt x="2108" y="5311"/>
                  <a:pt x="2108" y="6668"/>
                </a:cubicBezTo>
                <a:cubicBezTo>
                  <a:pt x="2108" y="8026"/>
                  <a:pt x="3215" y="9121"/>
                  <a:pt x="4561" y="9121"/>
                </a:cubicBezTo>
                <a:cubicBezTo>
                  <a:pt x="5918" y="9121"/>
                  <a:pt x="7025" y="8026"/>
                  <a:pt x="7025" y="6668"/>
                </a:cubicBezTo>
                <a:cubicBezTo>
                  <a:pt x="7025" y="6073"/>
                  <a:pt x="6811" y="5490"/>
                  <a:pt x="6406" y="5049"/>
                </a:cubicBezTo>
                <a:lnTo>
                  <a:pt x="6930" y="4525"/>
                </a:lnTo>
                <a:cubicBezTo>
                  <a:pt x="7466" y="5109"/>
                  <a:pt x="7752" y="5871"/>
                  <a:pt x="7752" y="6656"/>
                </a:cubicBezTo>
                <a:cubicBezTo>
                  <a:pt x="7752" y="8407"/>
                  <a:pt x="6323" y="9835"/>
                  <a:pt x="4561" y="9835"/>
                </a:cubicBezTo>
                <a:cubicBezTo>
                  <a:pt x="2810" y="9835"/>
                  <a:pt x="1382" y="8407"/>
                  <a:pt x="1382" y="6656"/>
                </a:cubicBezTo>
                <a:cubicBezTo>
                  <a:pt x="1382" y="4894"/>
                  <a:pt x="2810" y="3465"/>
                  <a:pt x="4561" y="3465"/>
                </a:cubicBezTo>
                <a:cubicBezTo>
                  <a:pt x="5180" y="3465"/>
                  <a:pt x="5775" y="3644"/>
                  <a:pt x="6275" y="3977"/>
                </a:cubicBezTo>
                <a:cubicBezTo>
                  <a:pt x="6300" y="3994"/>
                  <a:pt x="6330" y="4002"/>
                  <a:pt x="6360" y="4002"/>
                </a:cubicBezTo>
                <a:cubicBezTo>
                  <a:pt x="6415" y="4002"/>
                  <a:pt x="6471" y="3976"/>
                  <a:pt x="6501" y="3930"/>
                </a:cubicBezTo>
                <a:cubicBezTo>
                  <a:pt x="6549" y="3858"/>
                  <a:pt x="6525" y="3751"/>
                  <a:pt x="6454" y="3704"/>
                </a:cubicBezTo>
                <a:cubicBezTo>
                  <a:pt x="5894" y="3346"/>
                  <a:pt x="5239" y="3156"/>
                  <a:pt x="4561" y="3156"/>
                </a:cubicBezTo>
                <a:cubicBezTo>
                  <a:pt x="2632" y="3156"/>
                  <a:pt x="1048" y="4739"/>
                  <a:pt x="1048" y="6668"/>
                </a:cubicBezTo>
                <a:cubicBezTo>
                  <a:pt x="1048" y="8609"/>
                  <a:pt x="2632" y="10181"/>
                  <a:pt x="4561" y="10181"/>
                </a:cubicBezTo>
                <a:cubicBezTo>
                  <a:pt x="6501" y="10181"/>
                  <a:pt x="8073" y="8609"/>
                  <a:pt x="8073" y="6668"/>
                </a:cubicBezTo>
                <a:cubicBezTo>
                  <a:pt x="8073" y="5787"/>
                  <a:pt x="7752" y="4954"/>
                  <a:pt x="7156" y="4299"/>
                </a:cubicBezTo>
                <a:lnTo>
                  <a:pt x="7680" y="3787"/>
                </a:lnTo>
                <a:cubicBezTo>
                  <a:pt x="8383" y="4561"/>
                  <a:pt x="8799" y="5573"/>
                  <a:pt x="8799" y="6680"/>
                </a:cubicBezTo>
                <a:cubicBezTo>
                  <a:pt x="8799" y="9026"/>
                  <a:pt x="6894" y="10931"/>
                  <a:pt x="4549" y="10931"/>
                </a:cubicBezTo>
                <a:cubicBezTo>
                  <a:pt x="2215" y="10931"/>
                  <a:pt x="310" y="9026"/>
                  <a:pt x="310" y="6680"/>
                </a:cubicBezTo>
                <a:cubicBezTo>
                  <a:pt x="310" y="4347"/>
                  <a:pt x="2215" y="2442"/>
                  <a:pt x="4549" y="2442"/>
                </a:cubicBezTo>
                <a:close/>
                <a:moveTo>
                  <a:pt x="10023" y="1"/>
                </a:moveTo>
                <a:cubicBezTo>
                  <a:pt x="9981" y="1"/>
                  <a:pt x="9938" y="17"/>
                  <a:pt x="9907" y="48"/>
                </a:cubicBezTo>
                <a:lnTo>
                  <a:pt x="8156" y="1799"/>
                </a:lnTo>
                <a:cubicBezTo>
                  <a:pt x="8121" y="1834"/>
                  <a:pt x="8109" y="1882"/>
                  <a:pt x="8109" y="1918"/>
                </a:cubicBezTo>
                <a:lnTo>
                  <a:pt x="8109" y="2906"/>
                </a:lnTo>
                <a:lnTo>
                  <a:pt x="7680" y="3334"/>
                </a:lnTo>
                <a:cubicBezTo>
                  <a:pt x="6859" y="2572"/>
                  <a:pt x="5775" y="2120"/>
                  <a:pt x="4573" y="2120"/>
                </a:cubicBezTo>
                <a:cubicBezTo>
                  <a:pt x="2048" y="2120"/>
                  <a:pt x="1" y="4168"/>
                  <a:pt x="1" y="6680"/>
                </a:cubicBezTo>
                <a:cubicBezTo>
                  <a:pt x="1" y="9204"/>
                  <a:pt x="2048" y="11252"/>
                  <a:pt x="4573" y="11252"/>
                </a:cubicBezTo>
                <a:cubicBezTo>
                  <a:pt x="7085" y="11252"/>
                  <a:pt x="9133" y="9204"/>
                  <a:pt x="9133" y="6680"/>
                </a:cubicBezTo>
                <a:cubicBezTo>
                  <a:pt x="9133" y="5478"/>
                  <a:pt x="8680" y="4394"/>
                  <a:pt x="7918" y="3573"/>
                </a:cubicBezTo>
                <a:lnTo>
                  <a:pt x="8347" y="3144"/>
                </a:lnTo>
                <a:lnTo>
                  <a:pt x="9335" y="3144"/>
                </a:lnTo>
                <a:cubicBezTo>
                  <a:pt x="9371" y="3144"/>
                  <a:pt x="9418" y="3132"/>
                  <a:pt x="9454" y="3096"/>
                </a:cubicBezTo>
                <a:lnTo>
                  <a:pt x="11204" y="1346"/>
                </a:lnTo>
                <a:cubicBezTo>
                  <a:pt x="11252" y="1287"/>
                  <a:pt x="11264" y="1227"/>
                  <a:pt x="11240" y="1168"/>
                </a:cubicBezTo>
                <a:cubicBezTo>
                  <a:pt x="11204" y="1108"/>
                  <a:pt x="11145" y="1060"/>
                  <a:pt x="11085" y="1060"/>
                </a:cubicBezTo>
                <a:lnTo>
                  <a:pt x="10192" y="1060"/>
                </a:lnTo>
                <a:lnTo>
                  <a:pt x="10192" y="167"/>
                </a:lnTo>
                <a:cubicBezTo>
                  <a:pt x="10192" y="108"/>
                  <a:pt x="10145" y="36"/>
                  <a:pt x="10085" y="13"/>
                </a:cubicBezTo>
                <a:cubicBezTo>
                  <a:pt x="10065" y="5"/>
                  <a:pt x="10044" y="1"/>
                  <a:pt x="10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17" name="Google Shape;9417;p62"/>
          <p:cNvGrpSpPr/>
          <p:nvPr/>
        </p:nvGrpSpPr>
        <p:grpSpPr>
          <a:xfrm>
            <a:off x="4687894" y="2289713"/>
            <a:ext cx="359594" cy="353909"/>
            <a:chOff x="4687894" y="2289713"/>
            <a:chExt cx="359594" cy="353909"/>
          </a:xfrm>
        </p:grpSpPr>
        <p:sp>
          <p:nvSpPr>
            <p:cNvPr id="9418" name="Google Shape;9418;p62"/>
            <p:cNvSpPr/>
            <p:nvPr/>
          </p:nvSpPr>
          <p:spPr>
            <a:xfrm>
              <a:off x="4955207" y="2477227"/>
              <a:ext cx="34041" cy="22356"/>
            </a:xfrm>
            <a:custGeom>
              <a:avLst/>
              <a:gdLst/>
              <a:ahLst/>
              <a:cxnLst/>
              <a:rect l="l" t="t" r="r" b="b"/>
              <a:pathLst>
                <a:path w="1072" h="704" extrusionOk="0">
                  <a:moveTo>
                    <a:pt x="167" y="1"/>
                  </a:moveTo>
                  <a:cubicBezTo>
                    <a:pt x="72" y="1"/>
                    <a:pt x="0" y="72"/>
                    <a:pt x="0" y="168"/>
                  </a:cubicBezTo>
                  <a:cubicBezTo>
                    <a:pt x="0" y="465"/>
                    <a:pt x="238" y="703"/>
                    <a:pt x="536" y="703"/>
                  </a:cubicBezTo>
                  <a:cubicBezTo>
                    <a:pt x="834" y="703"/>
                    <a:pt x="1072" y="465"/>
                    <a:pt x="1072" y="168"/>
                  </a:cubicBezTo>
                  <a:cubicBezTo>
                    <a:pt x="1072" y="72"/>
                    <a:pt x="1000" y="1"/>
                    <a:pt x="905" y="1"/>
                  </a:cubicBezTo>
                  <a:cubicBezTo>
                    <a:pt x="822" y="1"/>
                    <a:pt x="750" y="72"/>
                    <a:pt x="750" y="168"/>
                  </a:cubicBezTo>
                  <a:cubicBezTo>
                    <a:pt x="750" y="287"/>
                    <a:pt x="655" y="370"/>
                    <a:pt x="536" y="370"/>
                  </a:cubicBezTo>
                  <a:cubicBezTo>
                    <a:pt x="417" y="370"/>
                    <a:pt x="334" y="287"/>
                    <a:pt x="334" y="168"/>
                  </a:cubicBez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2"/>
            <p:cNvSpPr/>
            <p:nvPr/>
          </p:nvSpPr>
          <p:spPr>
            <a:xfrm>
              <a:off x="4687894" y="2289713"/>
              <a:ext cx="359594" cy="353909"/>
            </a:xfrm>
            <a:custGeom>
              <a:avLst/>
              <a:gdLst/>
              <a:ahLst/>
              <a:cxnLst/>
              <a:rect l="l" t="t" r="r" b="b"/>
              <a:pathLst>
                <a:path w="11324" h="11145" extrusionOk="0">
                  <a:moveTo>
                    <a:pt x="9180" y="3036"/>
                  </a:moveTo>
                  <a:cubicBezTo>
                    <a:pt x="9204" y="3036"/>
                    <a:pt x="9228" y="3036"/>
                    <a:pt x="9240" y="3048"/>
                  </a:cubicBezTo>
                  <a:cubicBezTo>
                    <a:pt x="9299" y="3108"/>
                    <a:pt x="9371" y="3417"/>
                    <a:pt x="9299" y="3977"/>
                  </a:cubicBezTo>
                  <a:cubicBezTo>
                    <a:pt x="9240" y="4513"/>
                    <a:pt x="9061" y="4989"/>
                    <a:pt x="8895" y="5072"/>
                  </a:cubicBezTo>
                  <a:cubicBezTo>
                    <a:pt x="8813" y="5119"/>
                    <a:pt x="8682" y="5149"/>
                    <a:pt x="8533" y="5149"/>
                  </a:cubicBezTo>
                  <a:cubicBezTo>
                    <a:pt x="8336" y="5149"/>
                    <a:pt x="8108" y="5096"/>
                    <a:pt x="7918" y="4953"/>
                  </a:cubicBezTo>
                  <a:cubicBezTo>
                    <a:pt x="7573" y="4703"/>
                    <a:pt x="7466" y="4263"/>
                    <a:pt x="7585" y="3667"/>
                  </a:cubicBezTo>
                  <a:cubicBezTo>
                    <a:pt x="7597" y="3608"/>
                    <a:pt x="7644" y="3572"/>
                    <a:pt x="7704" y="3537"/>
                  </a:cubicBezTo>
                  <a:cubicBezTo>
                    <a:pt x="8526" y="3167"/>
                    <a:pt x="9002" y="3036"/>
                    <a:pt x="9180" y="3036"/>
                  </a:cubicBezTo>
                  <a:close/>
                  <a:moveTo>
                    <a:pt x="620" y="5608"/>
                  </a:moveTo>
                  <a:cubicBezTo>
                    <a:pt x="691" y="5620"/>
                    <a:pt x="798" y="5703"/>
                    <a:pt x="858" y="5846"/>
                  </a:cubicBezTo>
                  <a:cubicBezTo>
                    <a:pt x="870" y="5882"/>
                    <a:pt x="894" y="5942"/>
                    <a:pt x="894" y="6001"/>
                  </a:cubicBezTo>
                  <a:cubicBezTo>
                    <a:pt x="667" y="5953"/>
                    <a:pt x="501" y="5882"/>
                    <a:pt x="453" y="5799"/>
                  </a:cubicBezTo>
                  <a:cubicBezTo>
                    <a:pt x="441" y="5775"/>
                    <a:pt x="489" y="5703"/>
                    <a:pt x="501" y="5668"/>
                  </a:cubicBezTo>
                  <a:cubicBezTo>
                    <a:pt x="548" y="5608"/>
                    <a:pt x="572" y="5608"/>
                    <a:pt x="608" y="5608"/>
                  </a:cubicBezTo>
                  <a:close/>
                  <a:moveTo>
                    <a:pt x="5073" y="0"/>
                  </a:moveTo>
                  <a:cubicBezTo>
                    <a:pt x="4477" y="0"/>
                    <a:pt x="3906" y="238"/>
                    <a:pt x="3477" y="655"/>
                  </a:cubicBezTo>
                  <a:cubicBezTo>
                    <a:pt x="3049" y="1084"/>
                    <a:pt x="2822" y="1632"/>
                    <a:pt x="2822" y="2239"/>
                  </a:cubicBezTo>
                  <a:cubicBezTo>
                    <a:pt x="2822" y="2834"/>
                    <a:pt x="3061" y="3406"/>
                    <a:pt x="3477" y="3834"/>
                  </a:cubicBezTo>
                  <a:cubicBezTo>
                    <a:pt x="3596" y="3953"/>
                    <a:pt x="3727" y="4060"/>
                    <a:pt x="3882" y="4144"/>
                  </a:cubicBezTo>
                  <a:cubicBezTo>
                    <a:pt x="3775" y="4179"/>
                    <a:pt x="3668" y="4203"/>
                    <a:pt x="3584" y="4239"/>
                  </a:cubicBezTo>
                  <a:cubicBezTo>
                    <a:pt x="3489" y="4263"/>
                    <a:pt x="3453" y="4358"/>
                    <a:pt x="3477" y="4441"/>
                  </a:cubicBezTo>
                  <a:cubicBezTo>
                    <a:pt x="3505" y="4515"/>
                    <a:pt x="3561" y="4560"/>
                    <a:pt x="3629" y="4560"/>
                  </a:cubicBezTo>
                  <a:cubicBezTo>
                    <a:pt x="3649" y="4560"/>
                    <a:pt x="3670" y="4557"/>
                    <a:pt x="3692" y="4549"/>
                  </a:cubicBezTo>
                  <a:cubicBezTo>
                    <a:pt x="4138" y="4400"/>
                    <a:pt x="4608" y="4325"/>
                    <a:pt x="5079" y="4325"/>
                  </a:cubicBezTo>
                  <a:cubicBezTo>
                    <a:pt x="5549" y="4325"/>
                    <a:pt x="6019" y="4400"/>
                    <a:pt x="6466" y="4549"/>
                  </a:cubicBezTo>
                  <a:cubicBezTo>
                    <a:pt x="6490" y="4549"/>
                    <a:pt x="6501" y="4560"/>
                    <a:pt x="6525" y="4560"/>
                  </a:cubicBezTo>
                  <a:cubicBezTo>
                    <a:pt x="6609" y="4560"/>
                    <a:pt x="6668" y="4525"/>
                    <a:pt x="6680" y="4441"/>
                  </a:cubicBezTo>
                  <a:cubicBezTo>
                    <a:pt x="6704" y="4358"/>
                    <a:pt x="6668" y="4263"/>
                    <a:pt x="6573" y="4239"/>
                  </a:cubicBezTo>
                  <a:cubicBezTo>
                    <a:pt x="6466" y="4203"/>
                    <a:pt x="6370" y="4179"/>
                    <a:pt x="6275" y="4144"/>
                  </a:cubicBezTo>
                  <a:cubicBezTo>
                    <a:pt x="6406" y="4060"/>
                    <a:pt x="6549" y="3953"/>
                    <a:pt x="6680" y="3834"/>
                  </a:cubicBezTo>
                  <a:cubicBezTo>
                    <a:pt x="6787" y="3727"/>
                    <a:pt x="6882" y="3608"/>
                    <a:pt x="6966" y="3477"/>
                  </a:cubicBezTo>
                  <a:cubicBezTo>
                    <a:pt x="7002" y="3489"/>
                    <a:pt x="7049" y="3489"/>
                    <a:pt x="7097" y="3513"/>
                  </a:cubicBezTo>
                  <a:lnTo>
                    <a:pt x="7275" y="3548"/>
                  </a:lnTo>
                  <a:lnTo>
                    <a:pt x="7275" y="3572"/>
                  </a:lnTo>
                  <a:cubicBezTo>
                    <a:pt x="7204" y="3953"/>
                    <a:pt x="7204" y="4287"/>
                    <a:pt x="7287" y="4560"/>
                  </a:cubicBezTo>
                  <a:cubicBezTo>
                    <a:pt x="7359" y="4822"/>
                    <a:pt x="7513" y="5025"/>
                    <a:pt x="7716" y="5180"/>
                  </a:cubicBezTo>
                  <a:cubicBezTo>
                    <a:pt x="7954" y="5358"/>
                    <a:pt x="8252" y="5430"/>
                    <a:pt x="8526" y="5430"/>
                  </a:cubicBezTo>
                  <a:cubicBezTo>
                    <a:pt x="8728" y="5430"/>
                    <a:pt x="8907" y="5382"/>
                    <a:pt x="9049" y="5311"/>
                  </a:cubicBezTo>
                  <a:cubicBezTo>
                    <a:pt x="9192" y="5215"/>
                    <a:pt x="9323" y="5037"/>
                    <a:pt x="9430" y="4763"/>
                  </a:cubicBezTo>
                  <a:cubicBezTo>
                    <a:pt x="9478" y="4822"/>
                    <a:pt x="9526" y="4882"/>
                    <a:pt x="9561" y="4930"/>
                  </a:cubicBezTo>
                  <a:cubicBezTo>
                    <a:pt x="9740" y="5168"/>
                    <a:pt x="9859" y="5418"/>
                    <a:pt x="9954" y="5692"/>
                  </a:cubicBezTo>
                  <a:cubicBezTo>
                    <a:pt x="10002" y="5858"/>
                    <a:pt x="10133" y="5977"/>
                    <a:pt x="10300" y="6037"/>
                  </a:cubicBezTo>
                  <a:lnTo>
                    <a:pt x="10752" y="6192"/>
                  </a:lnTo>
                  <a:cubicBezTo>
                    <a:pt x="10871" y="6239"/>
                    <a:pt x="10966" y="6334"/>
                    <a:pt x="10966" y="6465"/>
                  </a:cubicBezTo>
                  <a:lnTo>
                    <a:pt x="10966" y="7239"/>
                  </a:lnTo>
                  <a:cubicBezTo>
                    <a:pt x="10966" y="7382"/>
                    <a:pt x="10895" y="7477"/>
                    <a:pt x="10752" y="7525"/>
                  </a:cubicBezTo>
                  <a:lnTo>
                    <a:pt x="10014" y="7763"/>
                  </a:lnTo>
                  <a:cubicBezTo>
                    <a:pt x="9895" y="7811"/>
                    <a:pt x="9788" y="7882"/>
                    <a:pt x="9728" y="8001"/>
                  </a:cubicBezTo>
                  <a:cubicBezTo>
                    <a:pt x="9430" y="8513"/>
                    <a:pt x="8966" y="8930"/>
                    <a:pt x="8359" y="9252"/>
                  </a:cubicBezTo>
                  <a:cubicBezTo>
                    <a:pt x="8287" y="9287"/>
                    <a:pt x="8240" y="9359"/>
                    <a:pt x="8228" y="9430"/>
                  </a:cubicBezTo>
                  <a:lnTo>
                    <a:pt x="7990" y="10692"/>
                  </a:lnTo>
                  <a:cubicBezTo>
                    <a:pt x="7990" y="10728"/>
                    <a:pt x="7954" y="10752"/>
                    <a:pt x="7918" y="10752"/>
                  </a:cubicBezTo>
                  <a:lnTo>
                    <a:pt x="7144" y="10752"/>
                  </a:lnTo>
                  <a:cubicBezTo>
                    <a:pt x="7109" y="10752"/>
                    <a:pt x="7085" y="10728"/>
                    <a:pt x="7061" y="10692"/>
                  </a:cubicBezTo>
                  <a:lnTo>
                    <a:pt x="6930" y="10002"/>
                  </a:lnTo>
                  <a:cubicBezTo>
                    <a:pt x="6897" y="9868"/>
                    <a:pt x="6800" y="9786"/>
                    <a:pt x="6661" y="9786"/>
                  </a:cubicBezTo>
                  <a:cubicBezTo>
                    <a:pt x="6652" y="9786"/>
                    <a:pt x="6642" y="9787"/>
                    <a:pt x="6632" y="9787"/>
                  </a:cubicBezTo>
                  <a:cubicBezTo>
                    <a:pt x="6299" y="9835"/>
                    <a:pt x="5954" y="9859"/>
                    <a:pt x="5608" y="9859"/>
                  </a:cubicBezTo>
                  <a:cubicBezTo>
                    <a:pt x="5358" y="9859"/>
                    <a:pt x="5097" y="9847"/>
                    <a:pt x="4846" y="9823"/>
                  </a:cubicBezTo>
                  <a:cubicBezTo>
                    <a:pt x="4833" y="9821"/>
                    <a:pt x="4819" y="9819"/>
                    <a:pt x="4806" y="9819"/>
                  </a:cubicBezTo>
                  <a:cubicBezTo>
                    <a:pt x="4692" y="9819"/>
                    <a:pt x="4593" y="9908"/>
                    <a:pt x="4561" y="10025"/>
                  </a:cubicBezTo>
                  <a:lnTo>
                    <a:pt x="4442" y="10692"/>
                  </a:lnTo>
                  <a:cubicBezTo>
                    <a:pt x="4442" y="10728"/>
                    <a:pt x="4418" y="10752"/>
                    <a:pt x="4370" y="10752"/>
                  </a:cubicBezTo>
                  <a:lnTo>
                    <a:pt x="3596" y="10752"/>
                  </a:lnTo>
                  <a:cubicBezTo>
                    <a:pt x="3573" y="10752"/>
                    <a:pt x="3537" y="10728"/>
                    <a:pt x="3525" y="10692"/>
                  </a:cubicBezTo>
                  <a:lnTo>
                    <a:pt x="3299" y="9502"/>
                  </a:lnTo>
                  <a:cubicBezTo>
                    <a:pt x="3287" y="9430"/>
                    <a:pt x="3239" y="9359"/>
                    <a:pt x="3168" y="9323"/>
                  </a:cubicBezTo>
                  <a:cubicBezTo>
                    <a:pt x="2108" y="8763"/>
                    <a:pt x="1560" y="7823"/>
                    <a:pt x="1560" y="6620"/>
                  </a:cubicBezTo>
                  <a:cubicBezTo>
                    <a:pt x="1560" y="6013"/>
                    <a:pt x="1691" y="5477"/>
                    <a:pt x="1965" y="5013"/>
                  </a:cubicBezTo>
                  <a:cubicBezTo>
                    <a:pt x="2215" y="4584"/>
                    <a:pt x="2572" y="4239"/>
                    <a:pt x="3037" y="3965"/>
                  </a:cubicBezTo>
                  <a:cubicBezTo>
                    <a:pt x="3108" y="3929"/>
                    <a:pt x="3132" y="3822"/>
                    <a:pt x="3096" y="3751"/>
                  </a:cubicBezTo>
                  <a:cubicBezTo>
                    <a:pt x="3065" y="3696"/>
                    <a:pt x="3008" y="3667"/>
                    <a:pt x="2952" y="3667"/>
                  </a:cubicBezTo>
                  <a:cubicBezTo>
                    <a:pt x="2923" y="3667"/>
                    <a:pt x="2895" y="3675"/>
                    <a:pt x="2870" y="3691"/>
                  </a:cubicBezTo>
                  <a:cubicBezTo>
                    <a:pt x="1977" y="4203"/>
                    <a:pt x="1429" y="5013"/>
                    <a:pt x="1275" y="6025"/>
                  </a:cubicBezTo>
                  <a:lnTo>
                    <a:pt x="1227" y="6025"/>
                  </a:lnTo>
                  <a:cubicBezTo>
                    <a:pt x="1227" y="5918"/>
                    <a:pt x="1215" y="5799"/>
                    <a:pt x="1167" y="5692"/>
                  </a:cubicBezTo>
                  <a:cubicBezTo>
                    <a:pt x="1084" y="5453"/>
                    <a:pt x="870" y="5299"/>
                    <a:pt x="667" y="5263"/>
                  </a:cubicBezTo>
                  <a:cubicBezTo>
                    <a:pt x="654" y="5262"/>
                    <a:pt x="640" y="5261"/>
                    <a:pt x="626" y="5261"/>
                  </a:cubicBezTo>
                  <a:cubicBezTo>
                    <a:pt x="474" y="5261"/>
                    <a:pt x="326" y="5323"/>
                    <a:pt x="239" y="5465"/>
                  </a:cubicBezTo>
                  <a:cubicBezTo>
                    <a:pt x="72" y="5668"/>
                    <a:pt x="96" y="5834"/>
                    <a:pt x="144" y="5942"/>
                  </a:cubicBezTo>
                  <a:cubicBezTo>
                    <a:pt x="239" y="6096"/>
                    <a:pt x="441" y="6239"/>
                    <a:pt x="798" y="6311"/>
                  </a:cubicBezTo>
                  <a:cubicBezTo>
                    <a:pt x="786" y="6323"/>
                    <a:pt x="786" y="6334"/>
                    <a:pt x="775" y="6358"/>
                  </a:cubicBezTo>
                  <a:cubicBezTo>
                    <a:pt x="560" y="6620"/>
                    <a:pt x="310" y="6680"/>
                    <a:pt x="155" y="6680"/>
                  </a:cubicBezTo>
                  <a:cubicBezTo>
                    <a:pt x="72" y="6680"/>
                    <a:pt x="1" y="6751"/>
                    <a:pt x="1" y="6858"/>
                  </a:cubicBezTo>
                  <a:cubicBezTo>
                    <a:pt x="1" y="6954"/>
                    <a:pt x="72" y="7025"/>
                    <a:pt x="155" y="7037"/>
                  </a:cubicBezTo>
                  <a:lnTo>
                    <a:pt x="191" y="7037"/>
                  </a:lnTo>
                  <a:cubicBezTo>
                    <a:pt x="394" y="7037"/>
                    <a:pt x="715" y="6966"/>
                    <a:pt x="1025" y="6573"/>
                  </a:cubicBezTo>
                  <a:cubicBezTo>
                    <a:pt x="1072" y="6513"/>
                    <a:pt x="1108" y="6442"/>
                    <a:pt x="1144" y="6382"/>
                  </a:cubicBezTo>
                  <a:cubicBezTo>
                    <a:pt x="1167" y="6382"/>
                    <a:pt x="1203" y="6382"/>
                    <a:pt x="1227" y="6394"/>
                  </a:cubicBezTo>
                  <a:cubicBezTo>
                    <a:pt x="1227" y="6489"/>
                    <a:pt x="1215" y="6573"/>
                    <a:pt x="1215" y="6668"/>
                  </a:cubicBezTo>
                  <a:cubicBezTo>
                    <a:pt x="1215" y="7347"/>
                    <a:pt x="1382" y="7954"/>
                    <a:pt x="1703" y="8478"/>
                  </a:cubicBezTo>
                  <a:cubicBezTo>
                    <a:pt x="2001" y="8954"/>
                    <a:pt x="2441" y="9359"/>
                    <a:pt x="2977" y="9644"/>
                  </a:cubicBezTo>
                  <a:lnTo>
                    <a:pt x="3192" y="10799"/>
                  </a:lnTo>
                  <a:cubicBezTo>
                    <a:pt x="3227" y="11002"/>
                    <a:pt x="3406" y="11133"/>
                    <a:pt x="3596" y="11133"/>
                  </a:cubicBezTo>
                  <a:lnTo>
                    <a:pt x="4370" y="11133"/>
                  </a:lnTo>
                  <a:cubicBezTo>
                    <a:pt x="4561" y="11133"/>
                    <a:pt x="4727" y="11002"/>
                    <a:pt x="4775" y="10799"/>
                  </a:cubicBezTo>
                  <a:lnTo>
                    <a:pt x="4894" y="10204"/>
                  </a:lnTo>
                  <a:cubicBezTo>
                    <a:pt x="5132" y="10240"/>
                    <a:pt x="5370" y="10252"/>
                    <a:pt x="5620" y="10252"/>
                  </a:cubicBezTo>
                  <a:cubicBezTo>
                    <a:pt x="5966" y="10252"/>
                    <a:pt x="6311" y="10228"/>
                    <a:pt x="6632" y="10180"/>
                  </a:cubicBezTo>
                  <a:lnTo>
                    <a:pt x="6751" y="10823"/>
                  </a:lnTo>
                  <a:cubicBezTo>
                    <a:pt x="6787" y="11014"/>
                    <a:pt x="6966" y="11145"/>
                    <a:pt x="7156" y="11145"/>
                  </a:cubicBezTo>
                  <a:lnTo>
                    <a:pt x="7930" y="11145"/>
                  </a:lnTo>
                  <a:cubicBezTo>
                    <a:pt x="8121" y="11145"/>
                    <a:pt x="8287" y="11014"/>
                    <a:pt x="8335" y="10823"/>
                  </a:cubicBezTo>
                  <a:lnTo>
                    <a:pt x="8573" y="9585"/>
                  </a:lnTo>
                  <a:cubicBezTo>
                    <a:pt x="9228" y="9240"/>
                    <a:pt x="9716" y="8775"/>
                    <a:pt x="10038" y="8228"/>
                  </a:cubicBezTo>
                  <a:cubicBezTo>
                    <a:pt x="10073" y="8180"/>
                    <a:pt x="10097" y="8156"/>
                    <a:pt x="10145" y="8132"/>
                  </a:cubicBezTo>
                  <a:lnTo>
                    <a:pt x="10895" y="7894"/>
                  </a:lnTo>
                  <a:cubicBezTo>
                    <a:pt x="11145" y="7811"/>
                    <a:pt x="11323" y="7573"/>
                    <a:pt x="11323" y="7299"/>
                  </a:cubicBezTo>
                  <a:lnTo>
                    <a:pt x="11323" y="6525"/>
                  </a:lnTo>
                  <a:cubicBezTo>
                    <a:pt x="11312" y="6251"/>
                    <a:pt x="11133" y="6013"/>
                    <a:pt x="10871" y="5918"/>
                  </a:cubicBezTo>
                  <a:lnTo>
                    <a:pt x="10419" y="5775"/>
                  </a:lnTo>
                  <a:cubicBezTo>
                    <a:pt x="10359" y="5763"/>
                    <a:pt x="10311" y="5715"/>
                    <a:pt x="10300" y="5644"/>
                  </a:cubicBezTo>
                  <a:cubicBezTo>
                    <a:pt x="10192" y="5322"/>
                    <a:pt x="10061" y="5049"/>
                    <a:pt x="9859" y="4775"/>
                  </a:cubicBezTo>
                  <a:cubicBezTo>
                    <a:pt x="9776" y="4656"/>
                    <a:pt x="9680" y="4537"/>
                    <a:pt x="9561" y="4429"/>
                  </a:cubicBezTo>
                  <a:cubicBezTo>
                    <a:pt x="9645" y="4132"/>
                    <a:pt x="9669" y="3798"/>
                    <a:pt x="9669" y="3501"/>
                  </a:cubicBezTo>
                  <a:cubicBezTo>
                    <a:pt x="9669" y="3084"/>
                    <a:pt x="9585" y="2822"/>
                    <a:pt x="9418" y="2739"/>
                  </a:cubicBezTo>
                  <a:cubicBezTo>
                    <a:pt x="9384" y="2722"/>
                    <a:pt x="9329" y="2693"/>
                    <a:pt x="9204" y="2693"/>
                  </a:cubicBezTo>
                  <a:cubicBezTo>
                    <a:pt x="8980" y="2693"/>
                    <a:pt x="8533" y="2787"/>
                    <a:pt x="7585" y="3215"/>
                  </a:cubicBezTo>
                  <a:cubicBezTo>
                    <a:pt x="7561" y="3227"/>
                    <a:pt x="7513" y="3239"/>
                    <a:pt x="7478" y="3275"/>
                  </a:cubicBezTo>
                  <a:cubicBezTo>
                    <a:pt x="7383" y="3239"/>
                    <a:pt x="7287" y="3227"/>
                    <a:pt x="7180" y="3191"/>
                  </a:cubicBezTo>
                  <a:cubicBezTo>
                    <a:pt x="7168" y="3191"/>
                    <a:pt x="7156" y="3191"/>
                    <a:pt x="7144" y="3179"/>
                  </a:cubicBezTo>
                  <a:cubicBezTo>
                    <a:pt x="7263" y="2929"/>
                    <a:pt x="7335" y="2644"/>
                    <a:pt x="7347" y="2346"/>
                  </a:cubicBezTo>
                  <a:cubicBezTo>
                    <a:pt x="7347" y="2263"/>
                    <a:pt x="7287" y="2179"/>
                    <a:pt x="7180" y="2167"/>
                  </a:cubicBezTo>
                  <a:cubicBezTo>
                    <a:pt x="7097" y="2167"/>
                    <a:pt x="7025" y="2227"/>
                    <a:pt x="7002" y="2334"/>
                  </a:cubicBezTo>
                  <a:cubicBezTo>
                    <a:pt x="6990" y="2810"/>
                    <a:pt x="6787" y="3251"/>
                    <a:pt x="6442" y="3596"/>
                  </a:cubicBezTo>
                  <a:cubicBezTo>
                    <a:pt x="6228" y="3810"/>
                    <a:pt x="5989" y="3953"/>
                    <a:pt x="5739" y="4048"/>
                  </a:cubicBezTo>
                  <a:cubicBezTo>
                    <a:pt x="5525" y="4019"/>
                    <a:pt x="5302" y="4004"/>
                    <a:pt x="5079" y="4004"/>
                  </a:cubicBezTo>
                  <a:cubicBezTo>
                    <a:pt x="4855" y="4004"/>
                    <a:pt x="4632" y="4019"/>
                    <a:pt x="4418" y="4048"/>
                  </a:cubicBezTo>
                  <a:cubicBezTo>
                    <a:pt x="4168" y="3953"/>
                    <a:pt x="3930" y="3810"/>
                    <a:pt x="3715" y="3596"/>
                  </a:cubicBezTo>
                  <a:cubicBezTo>
                    <a:pt x="3358" y="3239"/>
                    <a:pt x="3156" y="2751"/>
                    <a:pt x="3156" y="2239"/>
                  </a:cubicBezTo>
                  <a:cubicBezTo>
                    <a:pt x="3156" y="1739"/>
                    <a:pt x="3346" y="1251"/>
                    <a:pt x="3715" y="893"/>
                  </a:cubicBezTo>
                  <a:cubicBezTo>
                    <a:pt x="4073" y="536"/>
                    <a:pt x="4561" y="322"/>
                    <a:pt x="5073" y="322"/>
                  </a:cubicBezTo>
                  <a:cubicBezTo>
                    <a:pt x="5573" y="322"/>
                    <a:pt x="6073" y="512"/>
                    <a:pt x="6430" y="893"/>
                  </a:cubicBezTo>
                  <a:cubicBezTo>
                    <a:pt x="6573" y="1036"/>
                    <a:pt x="6692" y="1203"/>
                    <a:pt x="6787" y="1381"/>
                  </a:cubicBezTo>
                  <a:cubicBezTo>
                    <a:pt x="6813" y="1433"/>
                    <a:pt x="6870" y="1472"/>
                    <a:pt x="6930" y="1472"/>
                  </a:cubicBezTo>
                  <a:cubicBezTo>
                    <a:pt x="6954" y="1472"/>
                    <a:pt x="6978" y="1466"/>
                    <a:pt x="7002" y="1453"/>
                  </a:cubicBezTo>
                  <a:cubicBezTo>
                    <a:pt x="7085" y="1405"/>
                    <a:pt x="7121" y="1322"/>
                    <a:pt x="7085" y="1227"/>
                  </a:cubicBezTo>
                  <a:cubicBezTo>
                    <a:pt x="6978" y="1024"/>
                    <a:pt x="6823" y="834"/>
                    <a:pt x="6668" y="655"/>
                  </a:cubicBezTo>
                  <a:cubicBezTo>
                    <a:pt x="6228" y="215"/>
                    <a:pt x="5680" y="0"/>
                    <a:pt x="5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62"/>
            <p:cNvSpPr/>
            <p:nvPr/>
          </p:nvSpPr>
          <p:spPr>
            <a:xfrm>
              <a:off x="4829299" y="2324485"/>
              <a:ext cx="42393" cy="75291"/>
            </a:xfrm>
            <a:custGeom>
              <a:avLst/>
              <a:gdLst/>
              <a:ahLst/>
              <a:cxnLst/>
              <a:rect l="l" t="t" r="r" b="b"/>
              <a:pathLst>
                <a:path w="1335" h="2371" extrusionOk="0">
                  <a:moveTo>
                    <a:pt x="644" y="417"/>
                  </a:moveTo>
                  <a:lnTo>
                    <a:pt x="644" y="941"/>
                  </a:lnTo>
                  <a:cubicBezTo>
                    <a:pt x="501" y="882"/>
                    <a:pt x="370" y="822"/>
                    <a:pt x="370" y="656"/>
                  </a:cubicBezTo>
                  <a:cubicBezTo>
                    <a:pt x="370" y="513"/>
                    <a:pt x="489" y="441"/>
                    <a:pt x="644" y="417"/>
                  </a:cubicBezTo>
                  <a:close/>
                  <a:moveTo>
                    <a:pt x="786" y="1322"/>
                  </a:moveTo>
                  <a:cubicBezTo>
                    <a:pt x="929" y="1382"/>
                    <a:pt x="1036" y="1477"/>
                    <a:pt x="1036" y="1656"/>
                  </a:cubicBezTo>
                  <a:cubicBezTo>
                    <a:pt x="1036" y="1810"/>
                    <a:pt x="929" y="1906"/>
                    <a:pt x="786" y="1941"/>
                  </a:cubicBezTo>
                  <a:lnTo>
                    <a:pt x="786" y="1322"/>
                  </a:lnTo>
                  <a:close/>
                  <a:moveTo>
                    <a:pt x="703" y="1"/>
                  </a:moveTo>
                  <a:cubicBezTo>
                    <a:pt x="655" y="1"/>
                    <a:pt x="620" y="36"/>
                    <a:pt x="620" y="60"/>
                  </a:cubicBezTo>
                  <a:lnTo>
                    <a:pt x="620" y="156"/>
                  </a:lnTo>
                  <a:cubicBezTo>
                    <a:pt x="334" y="179"/>
                    <a:pt x="60" y="334"/>
                    <a:pt x="60" y="691"/>
                  </a:cubicBezTo>
                  <a:cubicBezTo>
                    <a:pt x="60" y="1060"/>
                    <a:pt x="346" y="1168"/>
                    <a:pt x="620" y="1251"/>
                  </a:cubicBezTo>
                  <a:lnTo>
                    <a:pt x="620" y="1941"/>
                  </a:lnTo>
                  <a:cubicBezTo>
                    <a:pt x="322" y="1906"/>
                    <a:pt x="239" y="1715"/>
                    <a:pt x="143" y="1715"/>
                  </a:cubicBezTo>
                  <a:cubicBezTo>
                    <a:pt x="60" y="1715"/>
                    <a:pt x="1" y="1810"/>
                    <a:pt x="1" y="1882"/>
                  </a:cubicBezTo>
                  <a:cubicBezTo>
                    <a:pt x="1" y="2025"/>
                    <a:pt x="239" y="2227"/>
                    <a:pt x="620" y="2227"/>
                  </a:cubicBezTo>
                  <a:lnTo>
                    <a:pt x="620" y="2311"/>
                  </a:lnTo>
                  <a:cubicBezTo>
                    <a:pt x="620" y="2346"/>
                    <a:pt x="644" y="2370"/>
                    <a:pt x="703" y="2370"/>
                  </a:cubicBezTo>
                  <a:cubicBezTo>
                    <a:pt x="751" y="2370"/>
                    <a:pt x="798" y="2346"/>
                    <a:pt x="798" y="2311"/>
                  </a:cubicBezTo>
                  <a:lnTo>
                    <a:pt x="798" y="2203"/>
                  </a:lnTo>
                  <a:cubicBezTo>
                    <a:pt x="1108" y="2168"/>
                    <a:pt x="1310" y="1965"/>
                    <a:pt x="1310" y="1608"/>
                  </a:cubicBezTo>
                  <a:cubicBezTo>
                    <a:pt x="1334" y="1227"/>
                    <a:pt x="1048" y="1096"/>
                    <a:pt x="798" y="1001"/>
                  </a:cubicBezTo>
                  <a:lnTo>
                    <a:pt x="798" y="406"/>
                  </a:lnTo>
                  <a:cubicBezTo>
                    <a:pt x="1001" y="417"/>
                    <a:pt x="1084" y="513"/>
                    <a:pt x="1144" y="513"/>
                  </a:cubicBezTo>
                  <a:cubicBezTo>
                    <a:pt x="1227" y="513"/>
                    <a:pt x="1275" y="406"/>
                    <a:pt x="1275" y="346"/>
                  </a:cubicBezTo>
                  <a:cubicBezTo>
                    <a:pt x="1275" y="203"/>
                    <a:pt x="989" y="144"/>
                    <a:pt x="798" y="144"/>
                  </a:cubicBezTo>
                  <a:lnTo>
                    <a:pt x="798" y="60"/>
                  </a:lnTo>
                  <a:cubicBezTo>
                    <a:pt x="798" y="36"/>
                    <a:pt x="751" y="1"/>
                    <a:pt x="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21" name="Google Shape;9421;p62"/>
          <p:cNvSpPr/>
          <p:nvPr/>
        </p:nvSpPr>
        <p:spPr>
          <a:xfrm>
            <a:off x="5234620" y="2287078"/>
            <a:ext cx="358832" cy="359562"/>
          </a:xfrm>
          <a:custGeom>
            <a:avLst/>
            <a:gdLst/>
            <a:ahLst/>
            <a:cxnLst/>
            <a:rect l="l" t="t" r="r" b="b"/>
            <a:pathLst>
              <a:path w="11300" h="11323" extrusionOk="0">
                <a:moveTo>
                  <a:pt x="5620" y="333"/>
                </a:moveTo>
                <a:cubicBezTo>
                  <a:pt x="5715" y="333"/>
                  <a:pt x="5787" y="405"/>
                  <a:pt x="5787" y="500"/>
                </a:cubicBezTo>
                <a:lnTo>
                  <a:pt x="5787" y="560"/>
                </a:lnTo>
                <a:lnTo>
                  <a:pt x="5453" y="560"/>
                </a:lnTo>
                <a:lnTo>
                  <a:pt x="5453" y="500"/>
                </a:lnTo>
                <a:cubicBezTo>
                  <a:pt x="5453" y="405"/>
                  <a:pt x="5536" y="333"/>
                  <a:pt x="5620" y="333"/>
                </a:cubicBezTo>
                <a:close/>
                <a:moveTo>
                  <a:pt x="5465" y="917"/>
                </a:moveTo>
                <a:lnTo>
                  <a:pt x="5465" y="5822"/>
                </a:lnTo>
                <a:cubicBezTo>
                  <a:pt x="5120" y="5560"/>
                  <a:pt x="4703" y="5405"/>
                  <a:pt x="4251" y="5405"/>
                </a:cubicBezTo>
                <a:cubicBezTo>
                  <a:pt x="3810" y="5405"/>
                  <a:pt x="3393" y="5560"/>
                  <a:pt x="3060" y="5810"/>
                </a:cubicBezTo>
                <a:cubicBezTo>
                  <a:pt x="3108" y="4536"/>
                  <a:pt x="3370" y="3322"/>
                  <a:pt x="3834" y="2417"/>
                </a:cubicBezTo>
                <a:cubicBezTo>
                  <a:pt x="4286" y="1524"/>
                  <a:pt x="4846" y="1000"/>
                  <a:pt x="5465" y="917"/>
                </a:cubicBezTo>
                <a:close/>
                <a:moveTo>
                  <a:pt x="5822" y="917"/>
                </a:moveTo>
                <a:cubicBezTo>
                  <a:pt x="6441" y="1000"/>
                  <a:pt x="7037" y="1584"/>
                  <a:pt x="7501" y="2524"/>
                </a:cubicBezTo>
                <a:cubicBezTo>
                  <a:pt x="7526" y="2582"/>
                  <a:pt x="7579" y="2617"/>
                  <a:pt x="7642" y="2617"/>
                </a:cubicBezTo>
                <a:cubicBezTo>
                  <a:pt x="7669" y="2617"/>
                  <a:pt x="7698" y="2610"/>
                  <a:pt x="7727" y="2596"/>
                </a:cubicBezTo>
                <a:cubicBezTo>
                  <a:pt x="7811" y="2548"/>
                  <a:pt x="7834" y="2465"/>
                  <a:pt x="7799" y="2369"/>
                </a:cubicBezTo>
                <a:cubicBezTo>
                  <a:pt x="7525" y="1810"/>
                  <a:pt x="7215" y="1381"/>
                  <a:pt x="6858" y="1060"/>
                </a:cubicBezTo>
                <a:lnTo>
                  <a:pt x="6810" y="1024"/>
                </a:lnTo>
                <a:lnTo>
                  <a:pt x="6810" y="1024"/>
                </a:lnTo>
                <a:cubicBezTo>
                  <a:pt x="7799" y="1238"/>
                  <a:pt x="8692" y="1715"/>
                  <a:pt x="9406" y="2453"/>
                </a:cubicBezTo>
                <a:cubicBezTo>
                  <a:pt x="10311" y="3358"/>
                  <a:pt x="10847" y="4536"/>
                  <a:pt x="10954" y="5798"/>
                </a:cubicBezTo>
                <a:cubicBezTo>
                  <a:pt x="10597" y="5560"/>
                  <a:pt x="10180" y="5405"/>
                  <a:pt x="9751" y="5405"/>
                </a:cubicBezTo>
                <a:cubicBezTo>
                  <a:pt x="9299" y="5405"/>
                  <a:pt x="8870" y="5560"/>
                  <a:pt x="8537" y="5822"/>
                </a:cubicBezTo>
                <a:cubicBezTo>
                  <a:pt x="8513" y="4834"/>
                  <a:pt x="8346" y="3893"/>
                  <a:pt x="8061" y="3060"/>
                </a:cubicBezTo>
                <a:cubicBezTo>
                  <a:pt x="8042" y="2984"/>
                  <a:pt x="7977" y="2946"/>
                  <a:pt x="7909" y="2946"/>
                </a:cubicBezTo>
                <a:cubicBezTo>
                  <a:pt x="7892" y="2946"/>
                  <a:pt x="7875" y="2948"/>
                  <a:pt x="7858" y="2953"/>
                </a:cubicBezTo>
                <a:cubicBezTo>
                  <a:pt x="7763" y="2988"/>
                  <a:pt x="7727" y="3072"/>
                  <a:pt x="7751" y="3167"/>
                </a:cubicBezTo>
                <a:cubicBezTo>
                  <a:pt x="8025" y="3953"/>
                  <a:pt x="8180" y="4858"/>
                  <a:pt x="8215" y="5810"/>
                </a:cubicBezTo>
                <a:cubicBezTo>
                  <a:pt x="7882" y="5560"/>
                  <a:pt x="7453" y="5405"/>
                  <a:pt x="7025" y="5405"/>
                </a:cubicBezTo>
                <a:cubicBezTo>
                  <a:pt x="6572" y="5405"/>
                  <a:pt x="6156" y="5560"/>
                  <a:pt x="5822" y="5822"/>
                </a:cubicBezTo>
                <a:lnTo>
                  <a:pt x="5822" y="917"/>
                </a:lnTo>
                <a:close/>
                <a:moveTo>
                  <a:pt x="5596" y="8299"/>
                </a:moveTo>
                <a:cubicBezTo>
                  <a:pt x="5679" y="8299"/>
                  <a:pt x="5751" y="8370"/>
                  <a:pt x="5751" y="8453"/>
                </a:cubicBezTo>
                <a:lnTo>
                  <a:pt x="5751" y="9894"/>
                </a:lnTo>
                <a:lnTo>
                  <a:pt x="5787" y="9894"/>
                </a:lnTo>
                <a:cubicBezTo>
                  <a:pt x="5787" y="10489"/>
                  <a:pt x="5310" y="10978"/>
                  <a:pt x="4727" y="10978"/>
                </a:cubicBezTo>
                <a:cubicBezTo>
                  <a:pt x="4286" y="10978"/>
                  <a:pt x="3882" y="10704"/>
                  <a:pt x="3715" y="10287"/>
                </a:cubicBezTo>
                <a:cubicBezTo>
                  <a:pt x="3703" y="10239"/>
                  <a:pt x="3703" y="10192"/>
                  <a:pt x="3739" y="10144"/>
                </a:cubicBezTo>
                <a:cubicBezTo>
                  <a:pt x="3762" y="10097"/>
                  <a:pt x="3822" y="10073"/>
                  <a:pt x="3870" y="10073"/>
                </a:cubicBezTo>
                <a:cubicBezTo>
                  <a:pt x="3941" y="10073"/>
                  <a:pt x="4001" y="10108"/>
                  <a:pt x="4012" y="10168"/>
                </a:cubicBezTo>
                <a:cubicBezTo>
                  <a:pt x="4120" y="10454"/>
                  <a:pt x="4393" y="10632"/>
                  <a:pt x="4691" y="10644"/>
                </a:cubicBezTo>
                <a:cubicBezTo>
                  <a:pt x="4882" y="10644"/>
                  <a:pt x="5072" y="10573"/>
                  <a:pt x="5203" y="10442"/>
                </a:cubicBezTo>
                <a:cubicBezTo>
                  <a:pt x="5358" y="10287"/>
                  <a:pt x="5429" y="10097"/>
                  <a:pt x="5429" y="9906"/>
                </a:cubicBezTo>
                <a:lnTo>
                  <a:pt x="5429" y="8453"/>
                </a:lnTo>
                <a:cubicBezTo>
                  <a:pt x="5429" y="8370"/>
                  <a:pt x="5501" y="8299"/>
                  <a:pt x="5596" y="8299"/>
                </a:cubicBezTo>
                <a:close/>
                <a:moveTo>
                  <a:pt x="5644" y="0"/>
                </a:moveTo>
                <a:cubicBezTo>
                  <a:pt x="5370" y="0"/>
                  <a:pt x="5144" y="226"/>
                  <a:pt x="5144" y="500"/>
                </a:cubicBezTo>
                <a:lnTo>
                  <a:pt x="5144" y="583"/>
                </a:lnTo>
                <a:cubicBezTo>
                  <a:pt x="4215" y="667"/>
                  <a:pt x="3322" y="976"/>
                  <a:pt x="2524" y="1500"/>
                </a:cubicBezTo>
                <a:cubicBezTo>
                  <a:pt x="1631" y="2096"/>
                  <a:pt x="917" y="2929"/>
                  <a:pt x="476" y="3905"/>
                </a:cubicBezTo>
                <a:cubicBezTo>
                  <a:pt x="429" y="4001"/>
                  <a:pt x="476" y="4084"/>
                  <a:pt x="560" y="4131"/>
                </a:cubicBezTo>
                <a:cubicBezTo>
                  <a:pt x="585" y="4144"/>
                  <a:pt x="610" y="4150"/>
                  <a:pt x="633" y="4150"/>
                </a:cubicBezTo>
                <a:cubicBezTo>
                  <a:pt x="697" y="4150"/>
                  <a:pt x="751" y="4106"/>
                  <a:pt x="786" y="4036"/>
                </a:cubicBezTo>
                <a:cubicBezTo>
                  <a:pt x="1203" y="3119"/>
                  <a:pt x="1869" y="2346"/>
                  <a:pt x="2727" y="1774"/>
                </a:cubicBezTo>
                <a:cubicBezTo>
                  <a:pt x="3262" y="1417"/>
                  <a:pt x="3858" y="1167"/>
                  <a:pt x="4477" y="1036"/>
                </a:cubicBezTo>
                <a:lnTo>
                  <a:pt x="4477" y="1036"/>
                </a:lnTo>
                <a:cubicBezTo>
                  <a:pt x="4132" y="1310"/>
                  <a:pt x="3822" y="1738"/>
                  <a:pt x="3560" y="2274"/>
                </a:cubicBezTo>
                <a:cubicBezTo>
                  <a:pt x="3072" y="3239"/>
                  <a:pt x="2774" y="4489"/>
                  <a:pt x="2739" y="5822"/>
                </a:cubicBezTo>
                <a:cubicBezTo>
                  <a:pt x="2393" y="5560"/>
                  <a:pt x="1977" y="5405"/>
                  <a:pt x="1536" y="5405"/>
                </a:cubicBezTo>
                <a:cubicBezTo>
                  <a:pt x="1095" y="5405"/>
                  <a:pt x="667" y="5560"/>
                  <a:pt x="345" y="5810"/>
                </a:cubicBezTo>
                <a:cubicBezTo>
                  <a:pt x="369" y="5405"/>
                  <a:pt x="441" y="5024"/>
                  <a:pt x="560" y="4643"/>
                </a:cubicBezTo>
                <a:cubicBezTo>
                  <a:pt x="595" y="4560"/>
                  <a:pt x="548" y="4465"/>
                  <a:pt x="464" y="4441"/>
                </a:cubicBezTo>
                <a:cubicBezTo>
                  <a:pt x="445" y="4436"/>
                  <a:pt x="427" y="4434"/>
                  <a:pt x="409" y="4434"/>
                </a:cubicBezTo>
                <a:cubicBezTo>
                  <a:pt x="338" y="4434"/>
                  <a:pt x="279" y="4472"/>
                  <a:pt x="250" y="4548"/>
                </a:cubicBezTo>
                <a:cubicBezTo>
                  <a:pt x="83" y="5084"/>
                  <a:pt x="0" y="5644"/>
                  <a:pt x="0" y="6227"/>
                </a:cubicBezTo>
                <a:cubicBezTo>
                  <a:pt x="0" y="6287"/>
                  <a:pt x="24" y="6334"/>
                  <a:pt x="72" y="6358"/>
                </a:cubicBezTo>
                <a:cubicBezTo>
                  <a:pt x="107" y="6385"/>
                  <a:pt x="150" y="6398"/>
                  <a:pt x="184" y="6398"/>
                </a:cubicBezTo>
                <a:cubicBezTo>
                  <a:pt x="195" y="6398"/>
                  <a:pt x="205" y="6397"/>
                  <a:pt x="214" y="6394"/>
                </a:cubicBezTo>
                <a:cubicBezTo>
                  <a:pt x="250" y="6370"/>
                  <a:pt x="286" y="6358"/>
                  <a:pt x="298" y="6334"/>
                </a:cubicBezTo>
                <a:cubicBezTo>
                  <a:pt x="583" y="5977"/>
                  <a:pt x="1048" y="5751"/>
                  <a:pt x="1524" y="5751"/>
                </a:cubicBezTo>
                <a:cubicBezTo>
                  <a:pt x="2024" y="5751"/>
                  <a:pt x="2477" y="5977"/>
                  <a:pt x="2762" y="6334"/>
                </a:cubicBezTo>
                <a:cubicBezTo>
                  <a:pt x="2798" y="6370"/>
                  <a:pt x="2834" y="6394"/>
                  <a:pt x="2893" y="6394"/>
                </a:cubicBezTo>
                <a:cubicBezTo>
                  <a:pt x="2941" y="6394"/>
                  <a:pt x="3000" y="6358"/>
                  <a:pt x="3036" y="6334"/>
                </a:cubicBezTo>
                <a:cubicBezTo>
                  <a:pt x="3322" y="5977"/>
                  <a:pt x="3786" y="5751"/>
                  <a:pt x="4263" y="5751"/>
                </a:cubicBezTo>
                <a:cubicBezTo>
                  <a:pt x="4727" y="5751"/>
                  <a:pt x="5179" y="5941"/>
                  <a:pt x="5477" y="6287"/>
                </a:cubicBezTo>
                <a:lnTo>
                  <a:pt x="5477" y="7965"/>
                </a:lnTo>
                <a:cubicBezTo>
                  <a:pt x="5275" y="8049"/>
                  <a:pt x="5132" y="8227"/>
                  <a:pt x="5132" y="8442"/>
                </a:cubicBezTo>
                <a:lnTo>
                  <a:pt x="5132" y="9894"/>
                </a:lnTo>
                <a:cubicBezTo>
                  <a:pt x="5132" y="10013"/>
                  <a:pt x="5084" y="10108"/>
                  <a:pt x="5013" y="10192"/>
                </a:cubicBezTo>
                <a:cubicBezTo>
                  <a:pt x="4941" y="10263"/>
                  <a:pt x="4834" y="10311"/>
                  <a:pt x="4727" y="10311"/>
                </a:cubicBezTo>
                <a:cubicBezTo>
                  <a:pt x="4560" y="10311"/>
                  <a:pt x="4417" y="10204"/>
                  <a:pt x="4358" y="10049"/>
                </a:cubicBezTo>
                <a:cubicBezTo>
                  <a:pt x="4286" y="9858"/>
                  <a:pt x="4108" y="9739"/>
                  <a:pt x="3893" y="9739"/>
                </a:cubicBezTo>
                <a:cubicBezTo>
                  <a:pt x="3739" y="9739"/>
                  <a:pt x="3572" y="9835"/>
                  <a:pt x="3477" y="9966"/>
                </a:cubicBezTo>
                <a:cubicBezTo>
                  <a:pt x="3393" y="10097"/>
                  <a:pt x="3358" y="10275"/>
                  <a:pt x="3441" y="10430"/>
                </a:cubicBezTo>
                <a:cubicBezTo>
                  <a:pt x="3643" y="10966"/>
                  <a:pt x="4179" y="11323"/>
                  <a:pt x="4751" y="11323"/>
                </a:cubicBezTo>
                <a:lnTo>
                  <a:pt x="4763" y="11323"/>
                </a:lnTo>
                <a:cubicBezTo>
                  <a:pt x="5513" y="11299"/>
                  <a:pt x="6144" y="10668"/>
                  <a:pt x="6144" y="9894"/>
                </a:cubicBezTo>
                <a:lnTo>
                  <a:pt x="6144" y="8442"/>
                </a:lnTo>
                <a:cubicBezTo>
                  <a:pt x="6144" y="8227"/>
                  <a:pt x="6013" y="8049"/>
                  <a:pt x="5798" y="7965"/>
                </a:cubicBezTo>
                <a:lnTo>
                  <a:pt x="5798" y="6287"/>
                </a:lnTo>
                <a:cubicBezTo>
                  <a:pt x="6084" y="5941"/>
                  <a:pt x="6537" y="5751"/>
                  <a:pt x="7001" y="5751"/>
                </a:cubicBezTo>
                <a:cubicBezTo>
                  <a:pt x="7501" y="5751"/>
                  <a:pt x="7953" y="5977"/>
                  <a:pt x="8239" y="6334"/>
                </a:cubicBezTo>
                <a:cubicBezTo>
                  <a:pt x="8275" y="6370"/>
                  <a:pt x="8311" y="6394"/>
                  <a:pt x="8370" y="6394"/>
                </a:cubicBezTo>
                <a:cubicBezTo>
                  <a:pt x="8418" y="6394"/>
                  <a:pt x="8477" y="6358"/>
                  <a:pt x="8513" y="6334"/>
                </a:cubicBezTo>
                <a:cubicBezTo>
                  <a:pt x="8799" y="5977"/>
                  <a:pt x="9263" y="5751"/>
                  <a:pt x="9739" y="5751"/>
                </a:cubicBezTo>
                <a:cubicBezTo>
                  <a:pt x="10239" y="5751"/>
                  <a:pt x="10704" y="5977"/>
                  <a:pt x="10978" y="6334"/>
                </a:cubicBezTo>
                <a:cubicBezTo>
                  <a:pt x="11013" y="6370"/>
                  <a:pt x="11049" y="6394"/>
                  <a:pt x="11109" y="6394"/>
                </a:cubicBezTo>
                <a:cubicBezTo>
                  <a:pt x="11132" y="6394"/>
                  <a:pt x="11144" y="6394"/>
                  <a:pt x="11180" y="6370"/>
                </a:cubicBezTo>
                <a:cubicBezTo>
                  <a:pt x="11251" y="6346"/>
                  <a:pt x="11299" y="6287"/>
                  <a:pt x="11299" y="6215"/>
                </a:cubicBezTo>
                <a:cubicBezTo>
                  <a:pt x="11275" y="4715"/>
                  <a:pt x="10704" y="3298"/>
                  <a:pt x="9620" y="2226"/>
                </a:cubicBezTo>
                <a:cubicBezTo>
                  <a:pt x="8668" y="1274"/>
                  <a:pt x="7453" y="702"/>
                  <a:pt x="6132" y="583"/>
                </a:cubicBezTo>
                <a:lnTo>
                  <a:pt x="6132" y="500"/>
                </a:lnTo>
                <a:cubicBezTo>
                  <a:pt x="6132" y="226"/>
                  <a:pt x="5906" y="0"/>
                  <a:pt x="5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2" name="Google Shape;9422;p62"/>
          <p:cNvGrpSpPr/>
          <p:nvPr/>
        </p:nvGrpSpPr>
        <p:grpSpPr>
          <a:xfrm>
            <a:off x="6372624" y="2308227"/>
            <a:ext cx="263567" cy="317614"/>
            <a:chOff x="6421399" y="2308227"/>
            <a:chExt cx="263567" cy="317614"/>
          </a:xfrm>
        </p:grpSpPr>
        <p:sp>
          <p:nvSpPr>
            <p:cNvPr id="9423" name="Google Shape;9423;p62"/>
            <p:cNvSpPr/>
            <p:nvPr/>
          </p:nvSpPr>
          <p:spPr>
            <a:xfrm>
              <a:off x="6421399" y="2308227"/>
              <a:ext cx="263567" cy="317614"/>
            </a:xfrm>
            <a:custGeom>
              <a:avLst/>
              <a:gdLst/>
              <a:ahLst/>
              <a:cxnLst/>
              <a:rect l="l" t="t" r="r" b="b"/>
              <a:pathLst>
                <a:path w="8300" h="10002" extrusionOk="0">
                  <a:moveTo>
                    <a:pt x="4192" y="298"/>
                  </a:moveTo>
                  <a:cubicBezTo>
                    <a:pt x="4501" y="298"/>
                    <a:pt x="4775" y="513"/>
                    <a:pt x="4835" y="810"/>
                  </a:cubicBezTo>
                  <a:lnTo>
                    <a:pt x="3430" y="810"/>
                  </a:lnTo>
                  <a:cubicBezTo>
                    <a:pt x="3513" y="513"/>
                    <a:pt x="3775" y="298"/>
                    <a:pt x="4085" y="298"/>
                  </a:cubicBezTo>
                  <a:close/>
                  <a:moveTo>
                    <a:pt x="5918" y="1108"/>
                  </a:moveTo>
                  <a:cubicBezTo>
                    <a:pt x="6275" y="1108"/>
                    <a:pt x="6585" y="1275"/>
                    <a:pt x="6799" y="1560"/>
                  </a:cubicBezTo>
                  <a:lnTo>
                    <a:pt x="1465" y="1560"/>
                  </a:lnTo>
                  <a:cubicBezTo>
                    <a:pt x="1680" y="1275"/>
                    <a:pt x="1989" y="1108"/>
                    <a:pt x="2346" y="1108"/>
                  </a:cubicBezTo>
                  <a:close/>
                  <a:moveTo>
                    <a:pt x="4085" y="1"/>
                  </a:moveTo>
                  <a:cubicBezTo>
                    <a:pt x="3608" y="1"/>
                    <a:pt x="3215" y="346"/>
                    <a:pt x="3156" y="810"/>
                  </a:cubicBezTo>
                  <a:lnTo>
                    <a:pt x="2346" y="810"/>
                  </a:lnTo>
                  <a:cubicBezTo>
                    <a:pt x="1822" y="810"/>
                    <a:pt x="1370" y="1096"/>
                    <a:pt x="1132" y="1560"/>
                  </a:cubicBezTo>
                  <a:lnTo>
                    <a:pt x="596" y="1560"/>
                  </a:lnTo>
                  <a:cubicBezTo>
                    <a:pt x="263" y="1560"/>
                    <a:pt x="1" y="1822"/>
                    <a:pt x="1" y="2156"/>
                  </a:cubicBezTo>
                  <a:cubicBezTo>
                    <a:pt x="1" y="2477"/>
                    <a:pt x="263" y="2751"/>
                    <a:pt x="596" y="2751"/>
                  </a:cubicBezTo>
                  <a:lnTo>
                    <a:pt x="1013" y="2751"/>
                  </a:lnTo>
                  <a:lnTo>
                    <a:pt x="1370" y="9359"/>
                  </a:lnTo>
                  <a:cubicBezTo>
                    <a:pt x="1382" y="9716"/>
                    <a:pt x="1680" y="10002"/>
                    <a:pt x="2037" y="10002"/>
                  </a:cubicBezTo>
                  <a:lnTo>
                    <a:pt x="4466" y="10002"/>
                  </a:lnTo>
                  <a:cubicBezTo>
                    <a:pt x="4537" y="10002"/>
                    <a:pt x="4609" y="9942"/>
                    <a:pt x="4609" y="9847"/>
                  </a:cubicBezTo>
                  <a:cubicBezTo>
                    <a:pt x="4609" y="9752"/>
                    <a:pt x="4549" y="9704"/>
                    <a:pt x="4466" y="9704"/>
                  </a:cubicBezTo>
                  <a:lnTo>
                    <a:pt x="2037" y="9704"/>
                  </a:lnTo>
                  <a:cubicBezTo>
                    <a:pt x="1822" y="9704"/>
                    <a:pt x="1668" y="9538"/>
                    <a:pt x="1644" y="9347"/>
                  </a:cubicBezTo>
                  <a:lnTo>
                    <a:pt x="1287" y="2751"/>
                  </a:lnTo>
                  <a:lnTo>
                    <a:pt x="2084" y="2751"/>
                  </a:lnTo>
                  <a:cubicBezTo>
                    <a:pt x="2156" y="2751"/>
                    <a:pt x="2227" y="2692"/>
                    <a:pt x="2227" y="2596"/>
                  </a:cubicBezTo>
                  <a:cubicBezTo>
                    <a:pt x="2227" y="2525"/>
                    <a:pt x="2168" y="2453"/>
                    <a:pt x="2084" y="2453"/>
                  </a:cubicBezTo>
                  <a:lnTo>
                    <a:pt x="596" y="2453"/>
                  </a:lnTo>
                  <a:cubicBezTo>
                    <a:pt x="429" y="2453"/>
                    <a:pt x="298" y="2322"/>
                    <a:pt x="298" y="2156"/>
                  </a:cubicBezTo>
                  <a:cubicBezTo>
                    <a:pt x="298" y="1989"/>
                    <a:pt x="429" y="1858"/>
                    <a:pt x="596" y="1858"/>
                  </a:cubicBezTo>
                  <a:lnTo>
                    <a:pt x="7704" y="1858"/>
                  </a:lnTo>
                  <a:cubicBezTo>
                    <a:pt x="7871" y="1858"/>
                    <a:pt x="8002" y="1989"/>
                    <a:pt x="8002" y="2156"/>
                  </a:cubicBezTo>
                  <a:cubicBezTo>
                    <a:pt x="8002" y="2322"/>
                    <a:pt x="7871" y="2453"/>
                    <a:pt x="7704" y="2453"/>
                  </a:cubicBezTo>
                  <a:lnTo>
                    <a:pt x="2763" y="2453"/>
                  </a:lnTo>
                  <a:cubicBezTo>
                    <a:pt x="2692" y="2453"/>
                    <a:pt x="2620" y="2513"/>
                    <a:pt x="2620" y="2596"/>
                  </a:cubicBezTo>
                  <a:cubicBezTo>
                    <a:pt x="2620" y="2680"/>
                    <a:pt x="2680" y="2751"/>
                    <a:pt x="2763" y="2751"/>
                  </a:cubicBezTo>
                  <a:lnTo>
                    <a:pt x="7002" y="2751"/>
                  </a:lnTo>
                  <a:lnTo>
                    <a:pt x="6633" y="9347"/>
                  </a:lnTo>
                  <a:cubicBezTo>
                    <a:pt x="6621" y="9550"/>
                    <a:pt x="6454" y="9704"/>
                    <a:pt x="6252" y="9704"/>
                  </a:cubicBezTo>
                  <a:lnTo>
                    <a:pt x="5156" y="9704"/>
                  </a:lnTo>
                  <a:cubicBezTo>
                    <a:pt x="5085" y="9704"/>
                    <a:pt x="5013" y="9752"/>
                    <a:pt x="5013" y="9847"/>
                  </a:cubicBezTo>
                  <a:cubicBezTo>
                    <a:pt x="5013" y="9942"/>
                    <a:pt x="5073" y="10002"/>
                    <a:pt x="5156" y="10002"/>
                  </a:cubicBezTo>
                  <a:lnTo>
                    <a:pt x="6252" y="10002"/>
                  </a:lnTo>
                  <a:cubicBezTo>
                    <a:pt x="6609" y="10002"/>
                    <a:pt x="6906" y="9716"/>
                    <a:pt x="6918" y="9359"/>
                  </a:cubicBezTo>
                  <a:lnTo>
                    <a:pt x="7287" y="2751"/>
                  </a:lnTo>
                  <a:lnTo>
                    <a:pt x="7704" y="2751"/>
                  </a:lnTo>
                  <a:cubicBezTo>
                    <a:pt x="8038" y="2751"/>
                    <a:pt x="8299" y="2477"/>
                    <a:pt x="8299" y="2156"/>
                  </a:cubicBezTo>
                  <a:cubicBezTo>
                    <a:pt x="8288" y="1822"/>
                    <a:pt x="8014" y="1560"/>
                    <a:pt x="7692" y="1560"/>
                  </a:cubicBezTo>
                  <a:lnTo>
                    <a:pt x="7145" y="1560"/>
                  </a:lnTo>
                  <a:cubicBezTo>
                    <a:pt x="6906" y="1108"/>
                    <a:pt x="6442" y="810"/>
                    <a:pt x="5918" y="810"/>
                  </a:cubicBezTo>
                  <a:lnTo>
                    <a:pt x="5132" y="810"/>
                  </a:lnTo>
                  <a:cubicBezTo>
                    <a:pt x="5073" y="346"/>
                    <a:pt x="4668" y="1"/>
                    <a:pt x="4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62"/>
            <p:cNvSpPr/>
            <p:nvPr/>
          </p:nvSpPr>
          <p:spPr>
            <a:xfrm>
              <a:off x="6539750" y="2414860"/>
              <a:ext cx="26484" cy="162236"/>
            </a:xfrm>
            <a:custGeom>
              <a:avLst/>
              <a:gdLst/>
              <a:ahLst/>
              <a:cxnLst/>
              <a:rect l="l" t="t" r="r" b="b"/>
              <a:pathLst>
                <a:path w="834" h="5109" extrusionOk="0">
                  <a:moveTo>
                    <a:pt x="405" y="286"/>
                  </a:moveTo>
                  <a:cubicBezTo>
                    <a:pt x="477" y="298"/>
                    <a:pt x="536" y="346"/>
                    <a:pt x="536" y="417"/>
                  </a:cubicBezTo>
                  <a:lnTo>
                    <a:pt x="536" y="4691"/>
                  </a:lnTo>
                  <a:cubicBezTo>
                    <a:pt x="536" y="4763"/>
                    <a:pt x="477" y="4822"/>
                    <a:pt x="405" y="4822"/>
                  </a:cubicBezTo>
                  <a:cubicBezTo>
                    <a:pt x="334" y="4822"/>
                    <a:pt x="274" y="4763"/>
                    <a:pt x="274" y="4691"/>
                  </a:cubicBezTo>
                  <a:lnTo>
                    <a:pt x="274" y="417"/>
                  </a:lnTo>
                  <a:cubicBezTo>
                    <a:pt x="274" y="346"/>
                    <a:pt x="334" y="286"/>
                    <a:pt x="405" y="286"/>
                  </a:cubicBezTo>
                  <a:close/>
                  <a:moveTo>
                    <a:pt x="417" y="0"/>
                  </a:moveTo>
                  <a:cubicBezTo>
                    <a:pt x="179" y="0"/>
                    <a:pt x="0" y="191"/>
                    <a:pt x="0" y="417"/>
                  </a:cubicBezTo>
                  <a:lnTo>
                    <a:pt x="0" y="4691"/>
                  </a:lnTo>
                  <a:cubicBezTo>
                    <a:pt x="0" y="4930"/>
                    <a:pt x="203" y="5108"/>
                    <a:pt x="417" y="5108"/>
                  </a:cubicBezTo>
                  <a:cubicBezTo>
                    <a:pt x="655" y="5108"/>
                    <a:pt x="834" y="4918"/>
                    <a:pt x="834" y="4691"/>
                  </a:cubicBezTo>
                  <a:lnTo>
                    <a:pt x="834" y="417"/>
                  </a:lnTo>
                  <a:cubicBezTo>
                    <a:pt x="834" y="191"/>
                    <a:pt x="64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2"/>
            <p:cNvSpPr/>
            <p:nvPr/>
          </p:nvSpPr>
          <p:spPr>
            <a:xfrm>
              <a:off x="6590018" y="2414479"/>
              <a:ext cx="30294" cy="162967"/>
            </a:xfrm>
            <a:custGeom>
              <a:avLst/>
              <a:gdLst/>
              <a:ahLst/>
              <a:cxnLst/>
              <a:rect l="l" t="t" r="r" b="b"/>
              <a:pathLst>
                <a:path w="954" h="5132" extrusionOk="0">
                  <a:moveTo>
                    <a:pt x="537" y="0"/>
                  </a:moveTo>
                  <a:cubicBezTo>
                    <a:pt x="311" y="0"/>
                    <a:pt x="120" y="179"/>
                    <a:pt x="120" y="417"/>
                  </a:cubicBezTo>
                  <a:lnTo>
                    <a:pt x="1" y="4691"/>
                  </a:lnTo>
                  <a:cubicBezTo>
                    <a:pt x="1" y="4811"/>
                    <a:pt x="49" y="4906"/>
                    <a:pt x="120" y="5001"/>
                  </a:cubicBezTo>
                  <a:cubicBezTo>
                    <a:pt x="191" y="5084"/>
                    <a:pt x="311" y="5132"/>
                    <a:pt x="418" y="5132"/>
                  </a:cubicBezTo>
                  <a:cubicBezTo>
                    <a:pt x="644" y="5132"/>
                    <a:pt x="834" y="4953"/>
                    <a:pt x="834" y="4715"/>
                  </a:cubicBezTo>
                  <a:lnTo>
                    <a:pt x="846" y="4025"/>
                  </a:lnTo>
                  <a:cubicBezTo>
                    <a:pt x="846" y="3953"/>
                    <a:pt x="787" y="3882"/>
                    <a:pt x="703" y="3882"/>
                  </a:cubicBezTo>
                  <a:cubicBezTo>
                    <a:pt x="620" y="3882"/>
                    <a:pt x="549" y="3941"/>
                    <a:pt x="549" y="4025"/>
                  </a:cubicBezTo>
                  <a:lnTo>
                    <a:pt x="537" y="4715"/>
                  </a:lnTo>
                  <a:cubicBezTo>
                    <a:pt x="537" y="4787"/>
                    <a:pt x="477" y="4834"/>
                    <a:pt x="406" y="4834"/>
                  </a:cubicBezTo>
                  <a:cubicBezTo>
                    <a:pt x="370" y="4834"/>
                    <a:pt x="322" y="4822"/>
                    <a:pt x="311" y="4787"/>
                  </a:cubicBezTo>
                  <a:cubicBezTo>
                    <a:pt x="287" y="4763"/>
                    <a:pt x="263" y="4727"/>
                    <a:pt x="287" y="4703"/>
                  </a:cubicBezTo>
                  <a:lnTo>
                    <a:pt x="406" y="429"/>
                  </a:lnTo>
                  <a:cubicBezTo>
                    <a:pt x="406" y="358"/>
                    <a:pt x="465" y="310"/>
                    <a:pt x="537" y="310"/>
                  </a:cubicBezTo>
                  <a:cubicBezTo>
                    <a:pt x="561" y="310"/>
                    <a:pt x="608" y="322"/>
                    <a:pt x="620" y="358"/>
                  </a:cubicBezTo>
                  <a:cubicBezTo>
                    <a:pt x="656" y="381"/>
                    <a:pt x="668" y="417"/>
                    <a:pt x="656" y="441"/>
                  </a:cubicBezTo>
                  <a:lnTo>
                    <a:pt x="561" y="3358"/>
                  </a:lnTo>
                  <a:cubicBezTo>
                    <a:pt x="561" y="3441"/>
                    <a:pt x="644" y="3513"/>
                    <a:pt x="715" y="3513"/>
                  </a:cubicBezTo>
                  <a:cubicBezTo>
                    <a:pt x="787" y="3513"/>
                    <a:pt x="858" y="3453"/>
                    <a:pt x="858" y="3358"/>
                  </a:cubicBezTo>
                  <a:lnTo>
                    <a:pt x="953" y="441"/>
                  </a:lnTo>
                  <a:cubicBezTo>
                    <a:pt x="953" y="322"/>
                    <a:pt x="906" y="227"/>
                    <a:pt x="834" y="131"/>
                  </a:cubicBezTo>
                  <a:cubicBezTo>
                    <a:pt x="763" y="36"/>
                    <a:pt x="644" y="0"/>
                    <a:pt x="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62"/>
            <p:cNvSpPr/>
            <p:nvPr/>
          </p:nvSpPr>
          <p:spPr>
            <a:xfrm>
              <a:off x="6486052" y="2414860"/>
              <a:ext cx="30294" cy="162967"/>
            </a:xfrm>
            <a:custGeom>
              <a:avLst/>
              <a:gdLst/>
              <a:ahLst/>
              <a:cxnLst/>
              <a:rect l="l" t="t" r="r" b="b"/>
              <a:pathLst>
                <a:path w="954" h="5132" extrusionOk="0">
                  <a:moveTo>
                    <a:pt x="406" y="298"/>
                  </a:moveTo>
                  <a:cubicBezTo>
                    <a:pt x="477" y="298"/>
                    <a:pt x="537" y="358"/>
                    <a:pt x="537" y="417"/>
                  </a:cubicBezTo>
                  <a:lnTo>
                    <a:pt x="656" y="4691"/>
                  </a:lnTo>
                  <a:cubicBezTo>
                    <a:pt x="668" y="4715"/>
                    <a:pt x="656" y="4763"/>
                    <a:pt x="620" y="4775"/>
                  </a:cubicBezTo>
                  <a:cubicBezTo>
                    <a:pt x="596" y="4810"/>
                    <a:pt x="560" y="4822"/>
                    <a:pt x="537" y="4822"/>
                  </a:cubicBezTo>
                  <a:cubicBezTo>
                    <a:pt x="465" y="4822"/>
                    <a:pt x="406" y="4763"/>
                    <a:pt x="406" y="4703"/>
                  </a:cubicBezTo>
                  <a:lnTo>
                    <a:pt x="287" y="429"/>
                  </a:lnTo>
                  <a:cubicBezTo>
                    <a:pt x="287" y="405"/>
                    <a:pt x="298" y="358"/>
                    <a:pt x="310" y="346"/>
                  </a:cubicBezTo>
                  <a:cubicBezTo>
                    <a:pt x="346" y="310"/>
                    <a:pt x="370" y="298"/>
                    <a:pt x="406" y="298"/>
                  </a:cubicBezTo>
                  <a:close/>
                  <a:moveTo>
                    <a:pt x="417" y="0"/>
                  </a:moveTo>
                  <a:cubicBezTo>
                    <a:pt x="298" y="0"/>
                    <a:pt x="191" y="48"/>
                    <a:pt x="120" y="131"/>
                  </a:cubicBezTo>
                  <a:cubicBezTo>
                    <a:pt x="48" y="227"/>
                    <a:pt x="1" y="334"/>
                    <a:pt x="1" y="453"/>
                  </a:cubicBezTo>
                  <a:lnTo>
                    <a:pt x="120" y="4715"/>
                  </a:lnTo>
                  <a:cubicBezTo>
                    <a:pt x="120" y="4941"/>
                    <a:pt x="310" y="5132"/>
                    <a:pt x="537" y="5132"/>
                  </a:cubicBezTo>
                  <a:cubicBezTo>
                    <a:pt x="656" y="5132"/>
                    <a:pt x="763" y="5096"/>
                    <a:pt x="834" y="5001"/>
                  </a:cubicBezTo>
                  <a:cubicBezTo>
                    <a:pt x="906" y="4918"/>
                    <a:pt x="953" y="4810"/>
                    <a:pt x="953" y="4691"/>
                  </a:cubicBezTo>
                  <a:lnTo>
                    <a:pt x="834" y="417"/>
                  </a:lnTo>
                  <a:cubicBezTo>
                    <a:pt x="834" y="179"/>
                    <a:pt x="64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7" name="Google Shape;9427;p62"/>
          <p:cNvGrpSpPr/>
          <p:nvPr/>
        </p:nvGrpSpPr>
        <p:grpSpPr>
          <a:xfrm>
            <a:off x="6870193" y="2295620"/>
            <a:ext cx="360356" cy="343462"/>
            <a:chOff x="6870193" y="2295620"/>
            <a:chExt cx="360356" cy="343462"/>
          </a:xfrm>
        </p:grpSpPr>
        <p:sp>
          <p:nvSpPr>
            <p:cNvPr id="9428" name="Google Shape;9428;p62"/>
            <p:cNvSpPr/>
            <p:nvPr/>
          </p:nvSpPr>
          <p:spPr>
            <a:xfrm>
              <a:off x="6870193" y="2295620"/>
              <a:ext cx="360356" cy="343462"/>
            </a:xfrm>
            <a:custGeom>
              <a:avLst/>
              <a:gdLst/>
              <a:ahLst/>
              <a:cxnLst/>
              <a:rect l="l" t="t" r="r" b="b"/>
              <a:pathLst>
                <a:path w="11348" h="10816" extrusionOk="0">
                  <a:moveTo>
                    <a:pt x="6027" y="0"/>
                  </a:moveTo>
                  <a:cubicBezTo>
                    <a:pt x="5700" y="0"/>
                    <a:pt x="5448" y="70"/>
                    <a:pt x="5430" y="76"/>
                  </a:cubicBezTo>
                  <a:cubicBezTo>
                    <a:pt x="5358" y="112"/>
                    <a:pt x="5299" y="172"/>
                    <a:pt x="5299" y="255"/>
                  </a:cubicBezTo>
                  <a:lnTo>
                    <a:pt x="5299" y="2731"/>
                  </a:lnTo>
                  <a:lnTo>
                    <a:pt x="3501" y="5017"/>
                  </a:lnTo>
                  <a:cubicBezTo>
                    <a:pt x="3441" y="4767"/>
                    <a:pt x="3215" y="4577"/>
                    <a:pt x="2929" y="4577"/>
                  </a:cubicBezTo>
                  <a:lnTo>
                    <a:pt x="584" y="4577"/>
                  </a:lnTo>
                  <a:cubicBezTo>
                    <a:pt x="274" y="4577"/>
                    <a:pt x="1" y="4827"/>
                    <a:pt x="1" y="5160"/>
                  </a:cubicBezTo>
                  <a:lnTo>
                    <a:pt x="1" y="5732"/>
                  </a:lnTo>
                  <a:cubicBezTo>
                    <a:pt x="1" y="5839"/>
                    <a:pt x="96" y="5910"/>
                    <a:pt x="179" y="5910"/>
                  </a:cubicBezTo>
                  <a:cubicBezTo>
                    <a:pt x="274" y="5910"/>
                    <a:pt x="358" y="5827"/>
                    <a:pt x="358" y="5732"/>
                  </a:cubicBezTo>
                  <a:lnTo>
                    <a:pt x="358" y="5160"/>
                  </a:lnTo>
                  <a:cubicBezTo>
                    <a:pt x="358" y="5041"/>
                    <a:pt x="453" y="4946"/>
                    <a:pt x="572" y="4946"/>
                  </a:cubicBezTo>
                  <a:lnTo>
                    <a:pt x="2918" y="4946"/>
                  </a:lnTo>
                  <a:cubicBezTo>
                    <a:pt x="3037" y="4946"/>
                    <a:pt x="3132" y="5041"/>
                    <a:pt x="3132" y="5160"/>
                  </a:cubicBezTo>
                  <a:lnTo>
                    <a:pt x="3132" y="10232"/>
                  </a:lnTo>
                  <a:cubicBezTo>
                    <a:pt x="3132" y="10351"/>
                    <a:pt x="3037" y="10435"/>
                    <a:pt x="2918" y="10435"/>
                  </a:cubicBezTo>
                  <a:lnTo>
                    <a:pt x="572" y="10435"/>
                  </a:lnTo>
                  <a:cubicBezTo>
                    <a:pt x="453" y="10435"/>
                    <a:pt x="358" y="10351"/>
                    <a:pt x="358" y="10232"/>
                  </a:cubicBezTo>
                  <a:lnTo>
                    <a:pt x="358" y="6506"/>
                  </a:lnTo>
                  <a:cubicBezTo>
                    <a:pt x="358" y="6410"/>
                    <a:pt x="274" y="6327"/>
                    <a:pt x="179" y="6327"/>
                  </a:cubicBezTo>
                  <a:cubicBezTo>
                    <a:pt x="72" y="6327"/>
                    <a:pt x="1" y="6422"/>
                    <a:pt x="1" y="6506"/>
                  </a:cubicBezTo>
                  <a:lnTo>
                    <a:pt x="1" y="10232"/>
                  </a:lnTo>
                  <a:cubicBezTo>
                    <a:pt x="1" y="10542"/>
                    <a:pt x="251" y="10816"/>
                    <a:pt x="584" y="10816"/>
                  </a:cubicBezTo>
                  <a:lnTo>
                    <a:pt x="2929" y="10816"/>
                  </a:lnTo>
                  <a:cubicBezTo>
                    <a:pt x="3251" y="10816"/>
                    <a:pt x="3513" y="10554"/>
                    <a:pt x="3513" y="10232"/>
                  </a:cubicBezTo>
                  <a:lnTo>
                    <a:pt x="3513" y="9744"/>
                  </a:lnTo>
                  <a:lnTo>
                    <a:pt x="4418" y="10185"/>
                  </a:lnTo>
                  <a:cubicBezTo>
                    <a:pt x="4453" y="10197"/>
                    <a:pt x="4477" y="10197"/>
                    <a:pt x="4513" y="10197"/>
                  </a:cubicBezTo>
                  <a:lnTo>
                    <a:pt x="8025" y="10197"/>
                  </a:lnTo>
                  <a:cubicBezTo>
                    <a:pt x="8132" y="10197"/>
                    <a:pt x="8204" y="10113"/>
                    <a:pt x="8204" y="10018"/>
                  </a:cubicBezTo>
                  <a:cubicBezTo>
                    <a:pt x="8204" y="9923"/>
                    <a:pt x="8109" y="9839"/>
                    <a:pt x="8025" y="9839"/>
                  </a:cubicBezTo>
                  <a:lnTo>
                    <a:pt x="4561" y="9839"/>
                  </a:lnTo>
                  <a:lnTo>
                    <a:pt x="3525" y="9327"/>
                  </a:lnTo>
                  <a:lnTo>
                    <a:pt x="3525" y="5589"/>
                  </a:lnTo>
                  <a:lnTo>
                    <a:pt x="5644" y="2910"/>
                  </a:lnTo>
                  <a:cubicBezTo>
                    <a:pt x="5668" y="2874"/>
                    <a:pt x="5692" y="2839"/>
                    <a:pt x="5692" y="2791"/>
                  </a:cubicBezTo>
                  <a:lnTo>
                    <a:pt x="5692" y="398"/>
                  </a:lnTo>
                  <a:cubicBezTo>
                    <a:pt x="5787" y="379"/>
                    <a:pt x="5924" y="358"/>
                    <a:pt x="6080" y="358"/>
                  </a:cubicBezTo>
                  <a:cubicBezTo>
                    <a:pt x="6313" y="358"/>
                    <a:pt x="6587" y="405"/>
                    <a:pt x="6823" y="576"/>
                  </a:cubicBezTo>
                  <a:cubicBezTo>
                    <a:pt x="7132" y="791"/>
                    <a:pt x="7275" y="1207"/>
                    <a:pt x="7275" y="1803"/>
                  </a:cubicBezTo>
                  <a:lnTo>
                    <a:pt x="7275" y="3755"/>
                  </a:lnTo>
                  <a:cubicBezTo>
                    <a:pt x="7275" y="3862"/>
                    <a:pt x="7370" y="3934"/>
                    <a:pt x="7454" y="3934"/>
                  </a:cubicBezTo>
                  <a:lnTo>
                    <a:pt x="10395" y="3934"/>
                  </a:lnTo>
                  <a:cubicBezTo>
                    <a:pt x="10716" y="3934"/>
                    <a:pt x="10990" y="4208"/>
                    <a:pt x="10990" y="4529"/>
                  </a:cubicBezTo>
                  <a:cubicBezTo>
                    <a:pt x="10990" y="4863"/>
                    <a:pt x="10716" y="5125"/>
                    <a:pt x="10395" y="5125"/>
                  </a:cubicBezTo>
                  <a:lnTo>
                    <a:pt x="8823" y="5125"/>
                  </a:lnTo>
                  <a:cubicBezTo>
                    <a:pt x="8728" y="5125"/>
                    <a:pt x="8644" y="5220"/>
                    <a:pt x="8644" y="5303"/>
                  </a:cubicBezTo>
                  <a:cubicBezTo>
                    <a:pt x="8644" y="5410"/>
                    <a:pt x="8740" y="5482"/>
                    <a:pt x="8823" y="5482"/>
                  </a:cubicBezTo>
                  <a:lnTo>
                    <a:pt x="10228" y="5482"/>
                  </a:lnTo>
                  <a:cubicBezTo>
                    <a:pt x="10538" y="5494"/>
                    <a:pt x="10788" y="5767"/>
                    <a:pt x="10788" y="6077"/>
                  </a:cubicBezTo>
                  <a:cubicBezTo>
                    <a:pt x="10788" y="6399"/>
                    <a:pt x="10526" y="6672"/>
                    <a:pt x="10192" y="6672"/>
                  </a:cubicBezTo>
                  <a:lnTo>
                    <a:pt x="8823" y="6672"/>
                  </a:lnTo>
                  <a:cubicBezTo>
                    <a:pt x="8728" y="6672"/>
                    <a:pt x="8644" y="6768"/>
                    <a:pt x="8644" y="6851"/>
                  </a:cubicBezTo>
                  <a:cubicBezTo>
                    <a:pt x="8644" y="6958"/>
                    <a:pt x="8740" y="7030"/>
                    <a:pt x="8823" y="7030"/>
                  </a:cubicBezTo>
                  <a:lnTo>
                    <a:pt x="10073" y="7030"/>
                  </a:lnTo>
                  <a:cubicBezTo>
                    <a:pt x="10371" y="7053"/>
                    <a:pt x="10597" y="7327"/>
                    <a:pt x="10597" y="7625"/>
                  </a:cubicBezTo>
                  <a:cubicBezTo>
                    <a:pt x="10597" y="7946"/>
                    <a:pt x="10335" y="8220"/>
                    <a:pt x="10002" y="8220"/>
                  </a:cubicBezTo>
                  <a:lnTo>
                    <a:pt x="8823" y="8220"/>
                  </a:lnTo>
                  <a:cubicBezTo>
                    <a:pt x="8728" y="8220"/>
                    <a:pt x="8644" y="8315"/>
                    <a:pt x="8644" y="8399"/>
                  </a:cubicBezTo>
                  <a:cubicBezTo>
                    <a:pt x="8644" y="8506"/>
                    <a:pt x="8740" y="8577"/>
                    <a:pt x="8823" y="8577"/>
                  </a:cubicBezTo>
                  <a:lnTo>
                    <a:pt x="9883" y="8577"/>
                  </a:lnTo>
                  <a:cubicBezTo>
                    <a:pt x="9895" y="8577"/>
                    <a:pt x="9918" y="8589"/>
                    <a:pt x="9918" y="8589"/>
                  </a:cubicBezTo>
                  <a:cubicBezTo>
                    <a:pt x="10192" y="8649"/>
                    <a:pt x="10407" y="8887"/>
                    <a:pt x="10407" y="9185"/>
                  </a:cubicBezTo>
                  <a:cubicBezTo>
                    <a:pt x="10407" y="9518"/>
                    <a:pt x="10133" y="9780"/>
                    <a:pt x="9811" y="9780"/>
                  </a:cubicBezTo>
                  <a:lnTo>
                    <a:pt x="8823" y="9780"/>
                  </a:lnTo>
                  <a:cubicBezTo>
                    <a:pt x="8728" y="9780"/>
                    <a:pt x="8644" y="9875"/>
                    <a:pt x="8644" y="9958"/>
                  </a:cubicBezTo>
                  <a:cubicBezTo>
                    <a:pt x="8644" y="10066"/>
                    <a:pt x="8740" y="10137"/>
                    <a:pt x="8823" y="10137"/>
                  </a:cubicBezTo>
                  <a:lnTo>
                    <a:pt x="9811" y="10137"/>
                  </a:lnTo>
                  <a:cubicBezTo>
                    <a:pt x="10347" y="10137"/>
                    <a:pt x="10776" y="9708"/>
                    <a:pt x="10776" y="9173"/>
                  </a:cubicBezTo>
                  <a:cubicBezTo>
                    <a:pt x="10776" y="8887"/>
                    <a:pt x="10657" y="8637"/>
                    <a:pt x="10466" y="8458"/>
                  </a:cubicBezTo>
                  <a:cubicBezTo>
                    <a:pt x="10764" y="8292"/>
                    <a:pt x="10966" y="7982"/>
                    <a:pt x="10966" y="7613"/>
                  </a:cubicBezTo>
                  <a:cubicBezTo>
                    <a:pt x="10966" y="7327"/>
                    <a:pt x="10847" y="7077"/>
                    <a:pt x="10657" y="6899"/>
                  </a:cubicBezTo>
                  <a:cubicBezTo>
                    <a:pt x="10954" y="6803"/>
                    <a:pt x="11145" y="6482"/>
                    <a:pt x="11145" y="6113"/>
                  </a:cubicBezTo>
                  <a:cubicBezTo>
                    <a:pt x="11145" y="5827"/>
                    <a:pt x="11026" y="5577"/>
                    <a:pt x="10835" y="5398"/>
                  </a:cubicBezTo>
                  <a:cubicBezTo>
                    <a:pt x="11133" y="5232"/>
                    <a:pt x="11347" y="4922"/>
                    <a:pt x="11347" y="4541"/>
                  </a:cubicBezTo>
                  <a:cubicBezTo>
                    <a:pt x="11347" y="4005"/>
                    <a:pt x="10907" y="3577"/>
                    <a:pt x="10371" y="3577"/>
                  </a:cubicBezTo>
                  <a:lnTo>
                    <a:pt x="7621" y="3577"/>
                  </a:lnTo>
                  <a:lnTo>
                    <a:pt x="7621" y="1827"/>
                  </a:lnTo>
                  <a:cubicBezTo>
                    <a:pt x="7621" y="1112"/>
                    <a:pt x="7418" y="588"/>
                    <a:pt x="7013" y="291"/>
                  </a:cubicBezTo>
                  <a:cubicBezTo>
                    <a:pt x="6703" y="61"/>
                    <a:pt x="6332" y="0"/>
                    <a:pt x="60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2"/>
            <p:cNvSpPr/>
            <p:nvPr/>
          </p:nvSpPr>
          <p:spPr>
            <a:xfrm>
              <a:off x="6920842" y="2577064"/>
              <a:ext cx="36709" cy="36677"/>
            </a:xfrm>
            <a:custGeom>
              <a:avLst/>
              <a:gdLst/>
              <a:ahLst/>
              <a:cxnLst/>
              <a:rect l="l" t="t" r="r" b="b"/>
              <a:pathLst>
                <a:path w="1156" h="1155" extrusionOk="0">
                  <a:moveTo>
                    <a:pt x="584" y="369"/>
                  </a:moveTo>
                  <a:cubicBezTo>
                    <a:pt x="703" y="369"/>
                    <a:pt x="787" y="464"/>
                    <a:pt x="787" y="584"/>
                  </a:cubicBezTo>
                  <a:cubicBezTo>
                    <a:pt x="787" y="703"/>
                    <a:pt x="703" y="786"/>
                    <a:pt x="584" y="786"/>
                  </a:cubicBezTo>
                  <a:cubicBezTo>
                    <a:pt x="465" y="786"/>
                    <a:pt x="370" y="703"/>
                    <a:pt x="370" y="584"/>
                  </a:cubicBezTo>
                  <a:cubicBezTo>
                    <a:pt x="370" y="464"/>
                    <a:pt x="453" y="369"/>
                    <a:pt x="584" y="369"/>
                  </a:cubicBezTo>
                  <a:close/>
                  <a:moveTo>
                    <a:pt x="584" y="0"/>
                  </a:moveTo>
                  <a:cubicBezTo>
                    <a:pt x="263" y="0"/>
                    <a:pt x="1" y="250"/>
                    <a:pt x="1" y="584"/>
                  </a:cubicBezTo>
                  <a:cubicBezTo>
                    <a:pt x="1" y="905"/>
                    <a:pt x="251" y="1155"/>
                    <a:pt x="584" y="1155"/>
                  </a:cubicBezTo>
                  <a:cubicBezTo>
                    <a:pt x="906" y="1155"/>
                    <a:pt x="1156" y="905"/>
                    <a:pt x="1156" y="584"/>
                  </a:cubicBezTo>
                  <a:cubicBezTo>
                    <a:pt x="1156" y="250"/>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0" name="Google Shape;9430;p62"/>
          <p:cNvGrpSpPr/>
          <p:nvPr/>
        </p:nvGrpSpPr>
        <p:grpSpPr>
          <a:xfrm>
            <a:off x="7441465" y="2302860"/>
            <a:ext cx="342192" cy="327140"/>
            <a:chOff x="7441465" y="2302860"/>
            <a:chExt cx="342192" cy="327140"/>
          </a:xfrm>
        </p:grpSpPr>
        <p:sp>
          <p:nvSpPr>
            <p:cNvPr id="9431" name="Google Shape;9431;p62"/>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62"/>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3" name="Google Shape;9433;p62"/>
          <p:cNvGrpSpPr/>
          <p:nvPr/>
        </p:nvGrpSpPr>
        <p:grpSpPr>
          <a:xfrm>
            <a:off x="7989683" y="2350207"/>
            <a:ext cx="332761" cy="234066"/>
            <a:chOff x="7989683" y="2350207"/>
            <a:chExt cx="332761" cy="234066"/>
          </a:xfrm>
        </p:grpSpPr>
        <p:sp>
          <p:nvSpPr>
            <p:cNvPr id="9434" name="Google Shape;9434;p62"/>
            <p:cNvSpPr/>
            <p:nvPr/>
          </p:nvSpPr>
          <p:spPr>
            <a:xfrm>
              <a:off x="8258902" y="2396188"/>
              <a:ext cx="29119" cy="22101"/>
            </a:xfrm>
            <a:custGeom>
              <a:avLst/>
              <a:gdLst/>
              <a:ahLst/>
              <a:cxnLst/>
              <a:rect l="l" t="t" r="r" b="b"/>
              <a:pathLst>
                <a:path w="917" h="696" extrusionOk="0">
                  <a:moveTo>
                    <a:pt x="165" y="0"/>
                  </a:moveTo>
                  <a:cubicBezTo>
                    <a:pt x="114" y="0"/>
                    <a:pt x="64" y="22"/>
                    <a:pt x="36" y="64"/>
                  </a:cubicBezTo>
                  <a:cubicBezTo>
                    <a:pt x="0" y="148"/>
                    <a:pt x="12" y="243"/>
                    <a:pt x="84" y="291"/>
                  </a:cubicBezTo>
                  <a:cubicBezTo>
                    <a:pt x="262" y="410"/>
                    <a:pt x="441" y="529"/>
                    <a:pt x="631" y="660"/>
                  </a:cubicBezTo>
                  <a:cubicBezTo>
                    <a:pt x="667" y="684"/>
                    <a:pt x="691" y="695"/>
                    <a:pt x="726" y="695"/>
                  </a:cubicBezTo>
                  <a:cubicBezTo>
                    <a:pt x="762" y="695"/>
                    <a:pt x="834" y="660"/>
                    <a:pt x="857" y="624"/>
                  </a:cubicBezTo>
                  <a:cubicBezTo>
                    <a:pt x="917" y="565"/>
                    <a:pt x="893" y="457"/>
                    <a:pt x="810" y="398"/>
                  </a:cubicBezTo>
                  <a:cubicBezTo>
                    <a:pt x="619" y="267"/>
                    <a:pt x="441" y="148"/>
                    <a:pt x="262" y="29"/>
                  </a:cubicBezTo>
                  <a:cubicBezTo>
                    <a:pt x="234" y="10"/>
                    <a:pt x="199"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62"/>
            <p:cNvSpPr/>
            <p:nvPr/>
          </p:nvSpPr>
          <p:spPr>
            <a:xfrm>
              <a:off x="8051320" y="2350207"/>
              <a:ext cx="194753" cy="49919"/>
            </a:xfrm>
            <a:custGeom>
              <a:avLst/>
              <a:gdLst/>
              <a:ahLst/>
              <a:cxnLst/>
              <a:rect l="l" t="t" r="r" b="b"/>
              <a:pathLst>
                <a:path w="6133" h="1572" extrusionOk="0">
                  <a:moveTo>
                    <a:pt x="3299" y="0"/>
                  </a:moveTo>
                  <a:cubicBezTo>
                    <a:pt x="2501" y="0"/>
                    <a:pt x="1441" y="417"/>
                    <a:pt x="108" y="1274"/>
                  </a:cubicBezTo>
                  <a:cubicBezTo>
                    <a:pt x="24" y="1322"/>
                    <a:pt x="1" y="1429"/>
                    <a:pt x="60" y="1501"/>
                  </a:cubicBezTo>
                  <a:cubicBezTo>
                    <a:pt x="84" y="1548"/>
                    <a:pt x="144" y="1572"/>
                    <a:pt x="191" y="1572"/>
                  </a:cubicBezTo>
                  <a:cubicBezTo>
                    <a:pt x="227" y="1572"/>
                    <a:pt x="251" y="1560"/>
                    <a:pt x="286" y="1548"/>
                  </a:cubicBezTo>
                  <a:cubicBezTo>
                    <a:pt x="1572" y="727"/>
                    <a:pt x="2560" y="322"/>
                    <a:pt x="3299" y="322"/>
                  </a:cubicBezTo>
                  <a:cubicBezTo>
                    <a:pt x="3954" y="322"/>
                    <a:pt x="4787" y="643"/>
                    <a:pt x="5859" y="1262"/>
                  </a:cubicBezTo>
                  <a:cubicBezTo>
                    <a:pt x="5885" y="1277"/>
                    <a:pt x="5912" y="1284"/>
                    <a:pt x="5939" y="1284"/>
                  </a:cubicBezTo>
                  <a:cubicBezTo>
                    <a:pt x="5997" y="1284"/>
                    <a:pt x="6052" y="1252"/>
                    <a:pt x="6085" y="1203"/>
                  </a:cubicBezTo>
                  <a:cubicBezTo>
                    <a:pt x="6132" y="1131"/>
                    <a:pt x="6097" y="1024"/>
                    <a:pt x="6025" y="977"/>
                  </a:cubicBezTo>
                  <a:cubicBezTo>
                    <a:pt x="4906" y="322"/>
                    <a:pt x="4013"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62"/>
            <p:cNvSpPr/>
            <p:nvPr/>
          </p:nvSpPr>
          <p:spPr>
            <a:xfrm>
              <a:off x="7989683" y="2378183"/>
              <a:ext cx="332761" cy="206090"/>
            </a:xfrm>
            <a:custGeom>
              <a:avLst/>
              <a:gdLst/>
              <a:ahLst/>
              <a:cxnLst/>
              <a:rect l="l" t="t" r="r" b="b"/>
              <a:pathLst>
                <a:path w="10479" h="6490" extrusionOk="0">
                  <a:moveTo>
                    <a:pt x="5240" y="334"/>
                  </a:moveTo>
                  <a:cubicBezTo>
                    <a:pt x="6597" y="334"/>
                    <a:pt x="9276" y="2453"/>
                    <a:pt x="10086" y="3096"/>
                  </a:cubicBezTo>
                  <a:cubicBezTo>
                    <a:pt x="10121" y="3132"/>
                    <a:pt x="10157" y="3179"/>
                    <a:pt x="10157" y="3239"/>
                  </a:cubicBezTo>
                  <a:cubicBezTo>
                    <a:pt x="10157" y="3298"/>
                    <a:pt x="10121" y="3346"/>
                    <a:pt x="10086" y="3394"/>
                  </a:cubicBezTo>
                  <a:cubicBezTo>
                    <a:pt x="9288" y="4025"/>
                    <a:pt x="6597" y="6144"/>
                    <a:pt x="5240" y="6144"/>
                  </a:cubicBezTo>
                  <a:cubicBezTo>
                    <a:pt x="3894" y="6144"/>
                    <a:pt x="1215" y="4025"/>
                    <a:pt x="406" y="3394"/>
                  </a:cubicBezTo>
                  <a:cubicBezTo>
                    <a:pt x="358" y="3346"/>
                    <a:pt x="334" y="3298"/>
                    <a:pt x="334" y="3239"/>
                  </a:cubicBezTo>
                  <a:cubicBezTo>
                    <a:pt x="334" y="3179"/>
                    <a:pt x="358" y="3120"/>
                    <a:pt x="406" y="3096"/>
                  </a:cubicBezTo>
                  <a:cubicBezTo>
                    <a:pt x="1192" y="2453"/>
                    <a:pt x="3894" y="334"/>
                    <a:pt x="5240" y="334"/>
                  </a:cubicBezTo>
                  <a:close/>
                  <a:moveTo>
                    <a:pt x="5240" y="0"/>
                  </a:moveTo>
                  <a:cubicBezTo>
                    <a:pt x="3811" y="0"/>
                    <a:pt x="1239" y="1977"/>
                    <a:pt x="191" y="2822"/>
                  </a:cubicBezTo>
                  <a:cubicBezTo>
                    <a:pt x="84" y="2929"/>
                    <a:pt x="1" y="3072"/>
                    <a:pt x="1" y="3239"/>
                  </a:cubicBezTo>
                  <a:cubicBezTo>
                    <a:pt x="1" y="3406"/>
                    <a:pt x="84" y="3548"/>
                    <a:pt x="191" y="3656"/>
                  </a:cubicBezTo>
                  <a:cubicBezTo>
                    <a:pt x="1239" y="4501"/>
                    <a:pt x="3811" y="6489"/>
                    <a:pt x="5240" y="6489"/>
                  </a:cubicBezTo>
                  <a:cubicBezTo>
                    <a:pt x="6657" y="6489"/>
                    <a:pt x="9252" y="4501"/>
                    <a:pt x="10288" y="3656"/>
                  </a:cubicBezTo>
                  <a:cubicBezTo>
                    <a:pt x="10407" y="3548"/>
                    <a:pt x="10478" y="3406"/>
                    <a:pt x="10478" y="3239"/>
                  </a:cubicBezTo>
                  <a:cubicBezTo>
                    <a:pt x="10478" y="3072"/>
                    <a:pt x="10407" y="2929"/>
                    <a:pt x="10288" y="2822"/>
                  </a:cubicBezTo>
                  <a:cubicBezTo>
                    <a:pt x="9252" y="1977"/>
                    <a:pt x="6668" y="0"/>
                    <a:pt x="52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2"/>
            <p:cNvSpPr/>
            <p:nvPr/>
          </p:nvSpPr>
          <p:spPr>
            <a:xfrm>
              <a:off x="8081201" y="2405746"/>
              <a:ext cx="151598" cy="149884"/>
            </a:xfrm>
            <a:custGeom>
              <a:avLst/>
              <a:gdLst/>
              <a:ahLst/>
              <a:cxnLst/>
              <a:rect l="l" t="t" r="r" b="b"/>
              <a:pathLst>
                <a:path w="4774" h="4720" extrusionOk="0">
                  <a:moveTo>
                    <a:pt x="2351" y="1"/>
                  </a:moveTo>
                  <a:cubicBezTo>
                    <a:pt x="2329" y="1"/>
                    <a:pt x="2308" y="1"/>
                    <a:pt x="2286" y="2"/>
                  </a:cubicBezTo>
                  <a:cubicBezTo>
                    <a:pt x="1048" y="49"/>
                    <a:pt x="36" y="1049"/>
                    <a:pt x="12" y="2288"/>
                  </a:cubicBezTo>
                  <a:cubicBezTo>
                    <a:pt x="0" y="2907"/>
                    <a:pt x="203" y="3478"/>
                    <a:pt x="572" y="3907"/>
                  </a:cubicBezTo>
                  <a:cubicBezTo>
                    <a:pt x="602" y="3943"/>
                    <a:pt x="646" y="3960"/>
                    <a:pt x="691" y="3960"/>
                  </a:cubicBezTo>
                  <a:cubicBezTo>
                    <a:pt x="735" y="3960"/>
                    <a:pt x="780" y="3943"/>
                    <a:pt x="810" y="3907"/>
                  </a:cubicBezTo>
                  <a:cubicBezTo>
                    <a:pt x="869" y="3847"/>
                    <a:pt x="869" y="3740"/>
                    <a:pt x="810" y="3681"/>
                  </a:cubicBezTo>
                  <a:cubicBezTo>
                    <a:pt x="488" y="3312"/>
                    <a:pt x="310" y="2800"/>
                    <a:pt x="322" y="2264"/>
                  </a:cubicBezTo>
                  <a:cubicBezTo>
                    <a:pt x="369" y="1228"/>
                    <a:pt x="1215" y="383"/>
                    <a:pt x="2262" y="335"/>
                  </a:cubicBezTo>
                  <a:cubicBezTo>
                    <a:pt x="2297" y="333"/>
                    <a:pt x="2332" y="332"/>
                    <a:pt x="2366" y="332"/>
                  </a:cubicBezTo>
                  <a:cubicBezTo>
                    <a:pt x="3487" y="332"/>
                    <a:pt x="4416" y="1263"/>
                    <a:pt x="4382" y="2407"/>
                  </a:cubicBezTo>
                  <a:cubicBezTo>
                    <a:pt x="4370" y="3478"/>
                    <a:pt x="3489" y="4347"/>
                    <a:pt x="2417" y="4395"/>
                  </a:cubicBezTo>
                  <a:cubicBezTo>
                    <a:pt x="2394" y="4396"/>
                    <a:pt x="2371" y="4396"/>
                    <a:pt x="2348" y="4396"/>
                  </a:cubicBezTo>
                  <a:cubicBezTo>
                    <a:pt x="2003" y="4396"/>
                    <a:pt x="1671" y="4313"/>
                    <a:pt x="1381" y="4157"/>
                  </a:cubicBezTo>
                  <a:cubicBezTo>
                    <a:pt x="1355" y="4141"/>
                    <a:pt x="1323" y="4132"/>
                    <a:pt x="1290" y="4132"/>
                  </a:cubicBezTo>
                  <a:cubicBezTo>
                    <a:pt x="1248" y="4132"/>
                    <a:pt x="1206" y="4147"/>
                    <a:pt x="1179" y="4181"/>
                  </a:cubicBezTo>
                  <a:cubicBezTo>
                    <a:pt x="1108" y="4264"/>
                    <a:pt x="1119" y="4395"/>
                    <a:pt x="1227" y="4443"/>
                  </a:cubicBezTo>
                  <a:cubicBezTo>
                    <a:pt x="1540" y="4615"/>
                    <a:pt x="1902" y="4720"/>
                    <a:pt x="2287" y="4720"/>
                  </a:cubicBezTo>
                  <a:cubicBezTo>
                    <a:pt x="2326" y="4720"/>
                    <a:pt x="2366" y="4719"/>
                    <a:pt x="2405" y="4716"/>
                  </a:cubicBezTo>
                  <a:cubicBezTo>
                    <a:pt x="3655" y="4693"/>
                    <a:pt x="4679" y="3681"/>
                    <a:pt x="4715" y="2442"/>
                  </a:cubicBezTo>
                  <a:cubicBezTo>
                    <a:pt x="4774" y="1095"/>
                    <a:pt x="3690" y="1"/>
                    <a:pt x="2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62"/>
            <p:cNvSpPr/>
            <p:nvPr/>
          </p:nvSpPr>
          <p:spPr>
            <a:xfrm>
              <a:off x="8115973" y="2440550"/>
              <a:ext cx="80562" cy="80213"/>
            </a:xfrm>
            <a:custGeom>
              <a:avLst/>
              <a:gdLst/>
              <a:ahLst/>
              <a:cxnLst/>
              <a:rect l="l" t="t" r="r" b="b"/>
              <a:pathLst>
                <a:path w="2537" h="2526" extrusionOk="0">
                  <a:moveTo>
                    <a:pt x="1263" y="1"/>
                  </a:moveTo>
                  <a:cubicBezTo>
                    <a:pt x="572" y="1"/>
                    <a:pt x="1" y="561"/>
                    <a:pt x="1" y="1263"/>
                  </a:cubicBezTo>
                  <a:cubicBezTo>
                    <a:pt x="1" y="1965"/>
                    <a:pt x="572" y="2525"/>
                    <a:pt x="1263" y="2525"/>
                  </a:cubicBezTo>
                  <a:cubicBezTo>
                    <a:pt x="1965" y="2525"/>
                    <a:pt x="2537" y="1965"/>
                    <a:pt x="2537" y="1263"/>
                  </a:cubicBezTo>
                  <a:cubicBezTo>
                    <a:pt x="2537" y="1168"/>
                    <a:pt x="2453" y="1096"/>
                    <a:pt x="2370" y="1096"/>
                  </a:cubicBezTo>
                  <a:cubicBezTo>
                    <a:pt x="2275" y="1096"/>
                    <a:pt x="2203" y="1168"/>
                    <a:pt x="2203" y="1263"/>
                  </a:cubicBezTo>
                  <a:cubicBezTo>
                    <a:pt x="2203" y="1787"/>
                    <a:pt x="1787" y="2204"/>
                    <a:pt x="1263" y="2204"/>
                  </a:cubicBezTo>
                  <a:cubicBezTo>
                    <a:pt x="751" y="2204"/>
                    <a:pt x="334" y="1787"/>
                    <a:pt x="334" y="1263"/>
                  </a:cubicBezTo>
                  <a:cubicBezTo>
                    <a:pt x="334" y="739"/>
                    <a:pt x="751" y="322"/>
                    <a:pt x="1263" y="322"/>
                  </a:cubicBezTo>
                  <a:cubicBezTo>
                    <a:pt x="1358" y="322"/>
                    <a:pt x="1429" y="251"/>
                    <a:pt x="1429" y="156"/>
                  </a:cubicBezTo>
                  <a:cubicBezTo>
                    <a:pt x="1429" y="72"/>
                    <a:pt x="1358"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62"/>
            <p:cNvSpPr/>
            <p:nvPr/>
          </p:nvSpPr>
          <p:spPr>
            <a:xfrm>
              <a:off x="8164749" y="2447377"/>
              <a:ext cx="24610" cy="24610"/>
            </a:xfrm>
            <a:custGeom>
              <a:avLst/>
              <a:gdLst/>
              <a:ahLst/>
              <a:cxnLst/>
              <a:rect l="l" t="t" r="r" b="b"/>
              <a:pathLst>
                <a:path w="775" h="775" extrusionOk="0">
                  <a:moveTo>
                    <a:pt x="382" y="0"/>
                  </a:moveTo>
                  <a:cubicBezTo>
                    <a:pt x="179" y="0"/>
                    <a:pt x="1" y="179"/>
                    <a:pt x="1" y="393"/>
                  </a:cubicBezTo>
                  <a:cubicBezTo>
                    <a:pt x="1" y="596"/>
                    <a:pt x="179" y="774"/>
                    <a:pt x="382" y="774"/>
                  </a:cubicBezTo>
                  <a:cubicBezTo>
                    <a:pt x="596" y="774"/>
                    <a:pt x="774" y="596"/>
                    <a:pt x="774" y="393"/>
                  </a:cubicBezTo>
                  <a:cubicBezTo>
                    <a:pt x="774" y="179"/>
                    <a:pt x="608"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0" name="Google Shape;9440;p62"/>
          <p:cNvGrpSpPr/>
          <p:nvPr/>
        </p:nvGrpSpPr>
        <p:grpSpPr>
          <a:xfrm>
            <a:off x="5823294" y="2309751"/>
            <a:ext cx="315327" cy="314978"/>
            <a:chOff x="5823294" y="2309751"/>
            <a:chExt cx="315327" cy="314978"/>
          </a:xfrm>
        </p:grpSpPr>
        <p:sp>
          <p:nvSpPr>
            <p:cNvPr id="9441" name="Google Shape;9441;p62"/>
            <p:cNvSpPr/>
            <p:nvPr/>
          </p:nvSpPr>
          <p:spPr>
            <a:xfrm>
              <a:off x="5823294" y="2309751"/>
              <a:ext cx="315327" cy="314978"/>
            </a:xfrm>
            <a:custGeom>
              <a:avLst/>
              <a:gdLst/>
              <a:ahLst/>
              <a:cxnLst/>
              <a:rect l="l" t="t" r="r" b="b"/>
              <a:pathLst>
                <a:path w="9930" h="9919" extrusionOk="0">
                  <a:moveTo>
                    <a:pt x="4953" y="0"/>
                  </a:moveTo>
                  <a:cubicBezTo>
                    <a:pt x="3632" y="0"/>
                    <a:pt x="2381" y="524"/>
                    <a:pt x="1465" y="1465"/>
                  </a:cubicBezTo>
                  <a:cubicBezTo>
                    <a:pt x="524" y="2405"/>
                    <a:pt x="0" y="3656"/>
                    <a:pt x="0" y="4965"/>
                  </a:cubicBezTo>
                  <a:cubicBezTo>
                    <a:pt x="0" y="6275"/>
                    <a:pt x="524" y="7537"/>
                    <a:pt x="1465" y="8466"/>
                  </a:cubicBezTo>
                  <a:cubicBezTo>
                    <a:pt x="2393" y="9394"/>
                    <a:pt x="3643" y="9918"/>
                    <a:pt x="4953" y="9918"/>
                  </a:cubicBezTo>
                  <a:cubicBezTo>
                    <a:pt x="6263" y="9918"/>
                    <a:pt x="7537" y="9394"/>
                    <a:pt x="8454" y="8466"/>
                  </a:cubicBezTo>
                  <a:cubicBezTo>
                    <a:pt x="9394" y="7525"/>
                    <a:pt x="9918" y="6275"/>
                    <a:pt x="9918" y="4965"/>
                  </a:cubicBezTo>
                  <a:cubicBezTo>
                    <a:pt x="9930" y="4858"/>
                    <a:pt x="9930" y="4775"/>
                    <a:pt x="9930" y="4680"/>
                  </a:cubicBezTo>
                  <a:cubicBezTo>
                    <a:pt x="9930" y="4613"/>
                    <a:pt x="9869" y="4547"/>
                    <a:pt x="9803" y="4547"/>
                  </a:cubicBezTo>
                  <a:cubicBezTo>
                    <a:pt x="9798" y="4547"/>
                    <a:pt x="9792" y="4548"/>
                    <a:pt x="9787" y="4549"/>
                  </a:cubicBezTo>
                  <a:cubicBezTo>
                    <a:pt x="9704" y="4549"/>
                    <a:pt x="9632" y="4620"/>
                    <a:pt x="9644" y="4691"/>
                  </a:cubicBezTo>
                  <a:lnTo>
                    <a:pt x="9644" y="4953"/>
                  </a:lnTo>
                  <a:cubicBezTo>
                    <a:pt x="9644" y="6204"/>
                    <a:pt x="9156" y="7358"/>
                    <a:pt x="8275" y="8251"/>
                  </a:cubicBezTo>
                  <a:cubicBezTo>
                    <a:pt x="7394" y="9144"/>
                    <a:pt x="6227" y="9621"/>
                    <a:pt x="4977" y="9621"/>
                  </a:cubicBezTo>
                  <a:cubicBezTo>
                    <a:pt x="3727" y="9621"/>
                    <a:pt x="2560" y="9132"/>
                    <a:pt x="1667" y="8251"/>
                  </a:cubicBezTo>
                  <a:cubicBezTo>
                    <a:pt x="774" y="7370"/>
                    <a:pt x="298" y="6204"/>
                    <a:pt x="298" y="4953"/>
                  </a:cubicBezTo>
                  <a:cubicBezTo>
                    <a:pt x="298" y="3703"/>
                    <a:pt x="786" y="2536"/>
                    <a:pt x="1667" y="1643"/>
                  </a:cubicBezTo>
                  <a:cubicBezTo>
                    <a:pt x="2548" y="750"/>
                    <a:pt x="3727" y="274"/>
                    <a:pt x="4977" y="274"/>
                  </a:cubicBezTo>
                  <a:cubicBezTo>
                    <a:pt x="6072" y="274"/>
                    <a:pt x="7144" y="667"/>
                    <a:pt x="7977" y="1382"/>
                  </a:cubicBezTo>
                  <a:cubicBezTo>
                    <a:pt x="8811" y="2072"/>
                    <a:pt x="9382" y="3048"/>
                    <a:pt x="9561" y="4120"/>
                  </a:cubicBezTo>
                  <a:cubicBezTo>
                    <a:pt x="9572" y="4185"/>
                    <a:pt x="9632" y="4241"/>
                    <a:pt x="9697" y="4241"/>
                  </a:cubicBezTo>
                  <a:cubicBezTo>
                    <a:pt x="9703" y="4241"/>
                    <a:pt x="9709" y="4240"/>
                    <a:pt x="9716" y="4239"/>
                  </a:cubicBezTo>
                  <a:cubicBezTo>
                    <a:pt x="9799" y="4215"/>
                    <a:pt x="9858" y="4144"/>
                    <a:pt x="9835" y="4072"/>
                  </a:cubicBezTo>
                  <a:cubicBezTo>
                    <a:pt x="9632" y="2941"/>
                    <a:pt x="9037" y="1917"/>
                    <a:pt x="8156" y="1167"/>
                  </a:cubicBezTo>
                  <a:cubicBezTo>
                    <a:pt x="7263" y="405"/>
                    <a:pt x="6132" y="0"/>
                    <a:pt x="4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62"/>
            <p:cNvSpPr/>
            <p:nvPr/>
          </p:nvSpPr>
          <p:spPr>
            <a:xfrm>
              <a:off x="5846348" y="2332805"/>
              <a:ext cx="268457" cy="268489"/>
            </a:xfrm>
            <a:custGeom>
              <a:avLst/>
              <a:gdLst/>
              <a:ahLst/>
              <a:cxnLst/>
              <a:rect l="l" t="t" r="r" b="b"/>
              <a:pathLst>
                <a:path w="8454" h="8455" extrusionOk="0">
                  <a:moveTo>
                    <a:pt x="4227" y="1"/>
                  </a:moveTo>
                  <a:cubicBezTo>
                    <a:pt x="3632" y="1"/>
                    <a:pt x="3060" y="120"/>
                    <a:pt x="2501" y="370"/>
                  </a:cubicBezTo>
                  <a:cubicBezTo>
                    <a:pt x="1989" y="608"/>
                    <a:pt x="1512" y="929"/>
                    <a:pt x="1120" y="1358"/>
                  </a:cubicBezTo>
                  <a:cubicBezTo>
                    <a:pt x="1060" y="1418"/>
                    <a:pt x="1072" y="1513"/>
                    <a:pt x="1131" y="1572"/>
                  </a:cubicBezTo>
                  <a:cubicBezTo>
                    <a:pt x="1158" y="1599"/>
                    <a:pt x="1192" y="1611"/>
                    <a:pt x="1227" y="1611"/>
                  </a:cubicBezTo>
                  <a:cubicBezTo>
                    <a:pt x="1270" y="1611"/>
                    <a:pt x="1313" y="1593"/>
                    <a:pt x="1346" y="1560"/>
                  </a:cubicBezTo>
                  <a:cubicBezTo>
                    <a:pt x="1715" y="1156"/>
                    <a:pt x="2155" y="846"/>
                    <a:pt x="2644" y="632"/>
                  </a:cubicBezTo>
                  <a:cubicBezTo>
                    <a:pt x="3144" y="405"/>
                    <a:pt x="3679" y="286"/>
                    <a:pt x="4251" y="286"/>
                  </a:cubicBezTo>
                  <a:cubicBezTo>
                    <a:pt x="6418" y="286"/>
                    <a:pt x="8192" y="2060"/>
                    <a:pt x="8192" y="4239"/>
                  </a:cubicBezTo>
                  <a:cubicBezTo>
                    <a:pt x="8192" y="6406"/>
                    <a:pt x="6418" y="8180"/>
                    <a:pt x="4251" y="8180"/>
                  </a:cubicBezTo>
                  <a:cubicBezTo>
                    <a:pt x="2072" y="8180"/>
                    <a:pt x="298" y="6406"/>
                    <a:pt x="298" y="4239"/>
                  </a:cubicBezTo>
                  <a:cubicBezTo>
                    <a:pt x="298" y="3465"/>
                    <a:pt x="524" y="2703"/>
                    <a:pt x="965" y="2060"/>
                  </a:cubicBezTo>
                  <a:cubicBezTo>
                    <a:pt x="1001" y="1989"/>
                    <a:pt x="989" y="1882"/>
                    <a:pt x="917" y="1846"/>
                  </a:cubicBezTo>
                  <a:cubicBezTo>
                    <a:pt x="893" y="1827"/>
                    <a:pt x="862" y="1818"/>
                    <a:pt x="830" y="1818"/>
                  </a:cubicBezTo>
                  <a:cubicBezTo>
                    <a:pt x="781" y="1818"/>
                    <a:pt x="731" y="1839"/>
                    <a:pt x="703" y="1882"/>
                  </a:cubicBezTo>
                  <a:cubicBezTo>
                    <a:pt x="250" y="2584"/>
                    <a:pt x="0" y="3394"/>
                    <a:pt x="0" y="4227"/>
                  </a:cubicBezTo>
                  <a:cubicBezTo>
                    <a:pt x="0" y="5358"/>
                    <a:pt x="453" y="6406"/>
                    <a:pt x="1239" y="7216"/>
                  </a:cubicBezTo>
                  <a:cubicBezTo>
                    <a:pt x="2048" y="8014"/>
                    <a:pt x="3096" y="8454"/>
                    <a:pt x="4227" y="8454"/>
                  </a:cubicBezTo>
                  <a:cubicBezTo>
                    <a:pt x="5358" y="8454"/>
                    <a:pt x="6418" y="8002"/>
                    <a:pt x="7227" y="7216"/>
                  </a:cubicBezTo>
                  <a:cubicBezTo>
                    <a:pt x="8025" y="6430"/>
                    <a:pt x="8454" y="5358"/>
                    <a:pt x="8454" y="4227"/>
                  </a:cubicBezTo>
                  <a:cubicBezTo>
                    <a:pt x="8454" y="3096"/>
                    <a:pt x="8013" y="2037"/>
                    <a:pt x="7227" y="1227"/>
                  </a:cubicBezTo>
                  <a:cubicBezTo>
                    <a:pt x="6418" y="429"/>
                    <a:pt x="5358" y="1"/>
                    <a:pt x="4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62"/>
            <p:cNvSpPr/>
            <p:nvPr/>
          </p:nvSpPr>
          <p:spPr>
            <a:xfrm>
              <a:off x="5869402" y="2462111"/>
              <a:ext cx="15909" cy="9495"/>
            </a:xfrm>
            <a:custGeom>
              <a:avLst/>
              <a:gdLst/>
              <a:ahLst/>
              <a:cxnLst/>
              <a:rect l="l" t="t" r="r" b="b"/>
              <a:pathLst>
                <a:path w="501" h="299" extrusionOk="0">
                  <a:moveTo>
                    <a:pt x="144" y="1"/>
                  </a:moveTo>
                  <a:cubicBezTo>
                    <a:pt x="72" y="1"/>
                    <a:pt x="1" y="72"/>
                    <a:pt x="1" y="155"/>
                  </a:cubicBezTo>
                  <a:cubicBezTo>
                    <a:pt x="1" y="227"/>
                    <a:pt x="60" y="298"/>
                    <a:pt x="144" y="298"/>
                  </a:cubicBezTo>
                  <a:lnTo>
                    <a:pt x="358" y="298"/>
                  </a:lnTo>
                  <a:cubicBezTo>
                    <a:pt x="429" y="298"/>
                    <a:pt x="501" y="239"/>
                    <a:pt x="501" y="155"/>
                  </a:cubicBezTo>
                  <a:cubicBezTo>
                    <a:pt x="501" y="60"/>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2"/>
            <p:cNvSpPr/>
            <p:nvPr/>
          </p:nvSpPr>
          <p:spPr>
            <a:xfrm>
              <a:off x="5976416" y="2354748"/>
              <a:ext cx="116858" cy="116858"/>
            </a:xfrm>
            <a:custGeom>
              <a:avLst/>
              <a:gdLst/>
              <a:ahLst/>
              <a:cxnLst/>
              <a:rect l="l" t="t" r="r" b="b"/>
              <a:pathLst>
                <a:path w="3680" h="3680" extrusionOk="0">
                  <a:moveTo>
                    <a:pt x="155" y="0"/>
                  </a:moveTo>
                  <a:cubicBezTo>
                    <a:pt x="60" y="0"/>
                    <a:pt x="0" y="60"/>
                    <a:pt x="0" y="155"/>
                  </a:cubicBezTo>
                  <a:lnTo>
                    <a:pt x="0" y="3536"/>
                  </a:lnTo>
                  <a:cubicBezTo>
                    <a:pt x="0" y="3608"/>
                    <a:pt x="60" y="3679"/>
                    <a:pt x="155" y="3679"/>
                  </a:cubicBezTo>
                  <a:lnTo>
                    <a:pt x="3536" y="3679"/>
                  </a:lnTo>
                  <a:cubicBezTo>
                    <a:pt x="3608" y="3679"/>
                    <a:pt x="3679" y="3620"/>
                    <a:pt x="3679" y="3536"/>
                  </a:cubicBezTo>
                  <a:cubicBezTo>
                    <a:pt x="3679" y="3441"/>
                    <a:pt x="3620" y="3382"/>
                    <a:pt x="3536" y="3382"/>
                  </a:cubicBezTo>
                  <a:lnTo>
                    <a:pt x="298" y="3382"/>
                  </a:lnTo>
                  <a:lnTo>
                    <a:pt x="298" y="155"/>
                  </a:lnTo>
                  <a:cubicBezTo>
                    <a:pt x="298" y="84"/>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2"/>
            <p:cNvSpPr/>
            <p:nvPr/>
          </p:nvSpPr>
          <p:spPr>
            <a:xfrm>
              <a:off x="5976416" y="2562679"/>
              <a:ext cx="9463" cy="16290"/>
            </a:xfrm>
            <a:custGeom>
              <a:avLst/>
              <a:gdLst/>
              <a:ahLst/>
              <a:cxnLst/>
              <a:rect l="l" t="t" r="r" b="b"/>
              <a:pathLst>
                <a:path w="298" h="513" extrusionOk="0">
                  <a:moveTo>
                    <a:pt x="155" y="1"/>
                  </a:moveTo>
                  <a:cubicBezTo>
                    <a:pt x="60" y="1"/>
                    <a:pt x="0" y="60"/>
                    <a:pt x="0" y="155"/>
                  </a:cubicBezTo>
                  <a:lnTo>
                    <a:pt x="0" y="358"/>
                  </a:lnTo>
                  <a:cubicBezTo>
                    <a:pt x="0" y="441"/>
                    <a:pt x="60" y="513"/>
                    <a:pt x="155" y="513"/>
                  </a:cubicBezTo>
                  <a:cubicBezTo>
                    <a:pt x="238" y="513"/>
                    <a:pt x="298" y="453"/>
                    <a:pt x="298" y="358"/>
                  </a:cubicBezTo>
                  <a:lnTo>
                    <a:pt x="298" y="155"/>
                  </a:lnTo>
                  <a:cubicBezTo>
                    <a:pt x="298" y="84"/>
                    <a:pt x="23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62"/>
            <p:cNvSpPr/>
            <p:nvPr/>
          </p:nvSpPr>
          <p:spPr>
            <a:xfrm>
              <a:off x="5900395" y="2386217"/>
              <a:ext cx="15179" cy="13909"/>
            </a:xfrm>
            <a:custGeom>
              <a:avLst/>
              <a:gdLst/>
              <a:ahLst/>
              <a:cxnLst/>
              <a:rect l="l" t="t" r="r" b="b"/>
              <a:pathLst>
                <a:path w="478" h="438" extrusionOk="0">
                  <a:moveTo>
                    <a:pt x="168" y="0"/>
                  </a:moveTo>
                  <a:cubicBezTo>
                    <a:pt x="129" y="0"/>
                    <a:pt x="90" y="15"/>
                    <a:pt x="61" y="45"/>
                  </a:cubicBezTo>
                  <a:cubicBezTo>
                    <a:pt x="1" y="105"/>
                    <a:pt x="1" y="188"/>
                    <a:pt x="61" y="247"/>
                  </a:cubicBezTo>
                  <a:lnTo>
                    <a:pt x="215" y="402"/>
                  </a:lnTo>
                  <a:cubicBezTo>
                    <a:pt x="239" y="426"/>
                    <a:pt x="275" y="438"/>
                    <a:pt x="311" y="438"/>
                  </a:cubicBezTo>
                  <a:cubicBezTo>
                    <a:pt x="358" y="438"/>
                    <a:pt x="394" y="426"/>
                    <a:pt x="418" y="402"/>
                  </a:cubicBezTo>
                  <a:cubicBezTo>
                    <a:pt x="477" y="343"/>
                    <a:pt x="477" y="247"/>
                    <a:pt x="418" y="188"/>
                  </a:cubicBezTo>
                  <a:lnTo>
                    <a:pt x="275" y="45"/>
                  </a:lnTo>
                  <a:cubicBezTo>
                    <a:pt x="245" y="15"/>
                    <a:pt x="206"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62"/>
            <p:cNvSpPr/>
            <p:nvPr/>
          </p:nvSpPr>
          <p:spPr>
            <a:xfrm>
              <a:off x="6047484" y="2533655"/>
              <a:ext cx="15147" cy="13940"/>
            </a:xfrm>
            <a:custGeom>
              <a:avLst/>
              <a:gdLst/>
              <a:ahLst/>
              <a:cxnLst/>
              <a:rect l="l" t="t" r="r" b="b"/>
              <a:pathLst>
                <a:path w="477" h="439" extrusionOk="0">
                  <a:moveTo>
                    <a:pt x="161" y="1"/>
                  </a:moveTo>
                  <a:cubicBezTo>
                    <a:pt x="126" y="1"/>
                    <a:pt x="90" y="16"/>
                    <a:pt x="60" y="46"/>
                  </a:cubicBezTo>
                  <a:cubicBezTo>
                    <a:pt x="1" y="93"/>
                    <a:pt x="1" y="188"/>
                    <a:pt x="60" y="248"/>
                  </a:cubicBezTo>
                  <a:lnTo>
                    <a:pt x="203" y="391"/>
                  </a:lnTo>
                  <a:cubicBezTo>
                    <a:pt x="239" y="427"/>
                    <a:pt x="262" y="438"/>
                    <a:pt x="310" y="438"/>
                  </a:cubicBezTo>
                  <a:cubicBezTo>
                    <a:pt x="358" y="438"/>
                    <a:pt x="382" y="427"/>
                    <a:pt x="417" y="391"/>
                  </a:cubicBezTo>
                  <a:cubicBezTo>
                    <a:pt x="477" y="343"/>
                    <a:pt x="477" y="248"/>
                    <a:pt x="417" y="188"/>
                  </a:cubicBezTo>
                  <a:lnTo>
                    <a:pt x="262" y="46"/>
                  </a:lnTo>
                  <a:cubicBezTo>
                    <a:pt x="233" y="16"/>
                    <a:pt x="197"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62"/>
            <p:cNvSpPr/>
            <p:nvPr/>
          </p:nvSpPr>
          <p:spPr>
            <a:xfrm>
              <a:off x="6047484" y="2386217"/>
              <a:ext cx="15147" cy="13909"/>
            </a:xfrm>
            <a:custGeom>
              <a:avLst/>
              <a:gdLst/>
              <a:ahLst/>
              <a:cxnLst/>
              <a:rect l="l" t="t" r="r" b="b"/>
              <a:pathLst>
                <a:path w="477" h="438" extrusionOk="0">
                  <a:moveTo>
                    <a:pt x="310" y="0"/>
                  </a:moveTo>
                  <a:cubicBezTo>
                    <a:pt x="271" y="0"/>
                    <a:pt x="233" y="15"/>
                    <a:pt x="203" y="45"/>
                  </a:cubicBezTo>
                  <a:lnTo>
                    <a:pt x="60" y="188"/>
                  </a:lnTo>
                  <a:cubicBezTo>
                    <a:pt x="1" y="247"/>
                    <a:pt x="1" y="343"/>
                    <a:pt x="60" y="402"/>
                  </a:cubicBezTo>
                  <a:cubicBezTo>
                    <a:pt x="84" y="426"/>
                    <a:pt x="120" y="438"/>
                    <a:pt x="167" y="438"/>
                  </a:cubicBezTo>
                  <a:cubicBezTo>
                    <a:pt x="203" y="438"/>
                    <a:pt x="239" y="426"/>
                    <a:pt x="262" y="402"/>
                  </a:cubicBezTo>
                  <a:lnTo>
                    <a:pt x="417" y="247"/>
                  </a:lnTo>
                  <a:cubicBezTo>
                    <a:pt x="477" y="188"/>
                    <a:pt x="477" y="105"/>
                    <a:pt x="417" y="45"/>
                  </a:cubicBezTo>
                  <a:cubicBezTo>
                    <a:pt x="387" y="15"/>
                    <a:pt x="349"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62"/>
            <p:cNvSpPr/>
            <p:nvPr/>
          </p:nvSpPr>
          <p:spPr>
            <a:xfrm>
              <a:off x="5900395" y="2533655"/>
              <a:ext cx="15179" cy="13940"/>
            </a:xfrm>
            <a:custGeom>
              <a:avLst/>
              <a:gdLst/>
              <a:ahLst/>
              <a:cxnLst/>
              <a:rect l="l" t="t" r="r" b="b"/>
              <a:pathLst>
                <a:path w="478" h="439" extrusionOk="0">
                  <a:moveTo>
                    <a:pt x="316" y="1"/>
                  </a:moveTo>
                  <a:cubicBezTo>
                    <a:pt x="281" y="1"/>
                    <a:pt x="245" y="16"/>
                    <a:pt x="215" y="46"/>
                  </a:cubicBezTo>
                  <a:lnTo>
                    <a:pt x="61" y="188"/>
                  </a:lnTo>
                  <a:cubicBezTo>
                    <a:pt x="1" y="248"/>
                    <a:pt x="1" y="343"/>
                    <a:pt x="61" y="403"/>
                  </a:cubicBezTo>
                  <a:cubicBezTo>
                    <a:pt x="96" y="427"/>
                    <a:pt x="120" y="438"/>
                    <a:pt x="168" y="438"/>
                  </a:cubicBezTo>
                  <a:cubicBezTo>
                    <a:pt x="215" y="438"/>
                    <a:pt x="239" y="427"/>
                    <a:pt x="275" y="403"/>
                  </a:cubicBezTo>
                  <a:lnTo>
                    <a:pt x="418" y="248"/>
                  </a:lnTo>
                  <a:cubicBezTo>
                    <a:pt x="477" y="188"/>
                    <a:pt x="477" y="105"/>
                    <a:pt x="418" y="46"/>
                  </a:cubicBezTo>
                  <a:cubicBezTo>
                    <a:pt x="388" y="16"/>
                    <a:pt x="352" y="1"/>
                    <a:pt x="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2"/>
            <p:cNvSpPr/>
            <p:nvPr/>
          </p:nvSpPr>
          <p:spPr>
            <a:xfrm>
              <a:off x="5877341" y="2420639"/>
              <a:ext cx="16671" cy="11654"/>
            </a:xfrm>
            <a:custGeom>
              <a:avLst/>
              <a:gdLst/>
              <a:ahLst/>
              <a:cxnLst/>
              <a:rect l="l" t="t" r="r" b="b"/>
              <a:pathLst>
                <a:path w="525" h="367" extrusionOk="0">
                  <a:moveTo>
                    <a:pt x="167" y="0"/>
                  </a:moveTo>
                  <a:cubicBezTo>
                    <a:pt x="106" y="0"/>
                    <a:pt x="52" y="29"/>
                    <a:pt x="25" y="92"/>
                  </a:cubicBezTo>
                  <a:cubicBezTo>
                    <a:pt x="1" y="164"/>
                    <a:pt x="25" y="247"/>
                    <a:pt x="108" y="283"/>
                  </a:cubicBezTo>
                  <a:lnTo>
                    <a:pt x="298" y="354"/>
                  </a:lnTo>
                  <a:cubicBezTo>
                    <a:pt x="310" y="366"/>
                    <a:pt x="346" y="366"/>
                    <a:pt x="358" y="366"/>
                  </a:cubicBezTo>
                  <a:cubicBezTo>
                    <a:pt x="417" y="366"/>
                    <a:pt x="465" y="342"/>
                    <a:pt x="489" y="283"/>
                  </a:cubicBezTo>
                  <a:cubicBezTo>
                    <a:pt x="525" y="187"/>
                    <a:pt x="489" y="116"/>
                    <a:pt x="417" y="92"/>
                  </a:cubicBezTo>
                  <a:lnTo>
                    <a:pt x="227" y="9"/>
                  </a:lnTo>
                  <a:cubicBezTo>
                    <a:pt x="207" y="3"/>
                    <a:pt x="1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62"/>
            <p:cNvSpPr/>
            <p:nvPr/>
          </p:nvSpPr>
          <p:spPr>
            <a:xfrm>
              <a:off x="6068665" y="2501519"/>
              <a:ext cx="16671" cy="11654"/>
            </a:xfrm>
            <a:custGeom>
              <a:avLst/>
              <a:gdLst/>
              <a:ahLst/>
              <a:cxnLst/>
              <a:rect l="l" t="t" r="r" b="b"/>
              <a:pathLst>
                <a:path w="525" h="367" extrusionOk="0">
                  <a:moveTo>
                    <a:pt x="170" y="1"/>
                  </a:moveTo>
                  <a:cubicBezTo>
                    <a:pt x="112" y="1"/>
                    <a:pt x="54" y="28"/>
                    <a:pt x="36" y="81"/>
                  </a:cubicBezTo>
                  <a:cubicBezTo>
                    <a:pt x="0" y="165"/>
                    <a:pt x="36" y="248"/>
                    <a:pt x="107" y="284"/>
                  </a:cubicBezTo>
                  <a:lnTo>
                    <a:pt x="298" y="355"/>
                  </a:lnTo>
                  <a:cubicBezTo>
                    <a:pt x="310" y="367"/>
                    <a:pt x="346" y="367"/>
                    <a:pt x="357" y="367"/>
                  </a:cubicBezTo>
                  <a:cubicBezTo>
                    <a:pt x="417" y="367"/>
                    <a:pt x="465" y="343"/>
                    <a:pt x="488" y="284"/>
                  </a:cubicBezTo>
                  <a:cubicBezTo>
                    <a:pt x="524" y="200"/>
                    <a:pt x="488" y="117"/>
                    <a:pt x="417" y="81"/>
                  </a:cubicBezTo>
                  <a:lnTo>
                    <a:pt x="226" y="10"/>
                  </a:lnTo>
                  <a:cubicBezTo>
                    <a:pt x="209" y="4"/>
                    <a:pt x="189"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62"/>
            <p:cNvSpPr/>
            <p:nvPr/>
          </p:nvSpPr>
          <p:spPr>
            <a:xfrm>
              <a:off x="6015729" y="2363353"/>
              <a:ext cx="12893" cy="15623"/>
            </a:xfrm>
            <a:custGeom>
              <a:avLst/>
              <a:gdLst/>
              <a:ahLst/>
              <a:cxnLst/>
              <a:rect l="l" t="t" r="r" b="b"/>
              <a:pathLst>
                <a:path w="406" h="492" extrusionOk="0">
                  <a:moveTo>
                    <a:pt x="237" y="1"/>
                  </a:moveTo>
                  <a:cubicBezTo>
                    <a:pt x="181" y="1"/>
                    <a:pt x="125" y="34"/>
                    <a:pt x="108" y="86"/>
                  </a:cubicBezTo>
                  <a:lnTo>
                    <a:pt x="36" y="277"/>
                  </a:lnTo>
                  <a:cubicBezTo>
                    <a:pt x="0" y="360"/>
                    <a:pt x="36" y="444"/>
                    <a:pt x="108" y="479"/>
                  </a:cubicBezTo>
                  <a:cubicBezTo>
                    <a:pt x="119" y="479"/>
                    <a:pt x="131" y="491"/>
                    <a:pt x="167" y="491"/>
                  </a:cubicBezTo>
                  <a:cubicBezTo>
                    <a:pt x="227" y="491"/>
                    <a:pt x="274" y="467"/>
                    <a:pt x="298" y="396"/>
                  </a:cubicBezTo>
                  <a:lnTo>
                    <a:pt x="369" y="205"/>
                  </a:lnTo>
                  <a:cubicBezTo>
                    <a:pt x="405" y="134"/>
                    <a:pt x="369" y="39"/>
                    <a:pt x="298" y="15"/>
                  </a:cubicBezTo>
                  <a:cubicBezTo>
                    <a:pt x="279" y="5"/>
                    <a:pt x="258"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62"/>
            <p:cNvSpPr/>
            <p:nvPr/>
          </p:nvSpPr>
          <p:spPr>
            <a:xfrm>
              <a:off x="5934055" y="2554836"/>
              <a:ext cx="13274" cy="15433"/>
            </a:xfrm>
            <a:custGeom>
              <a:avLst/>
              <a:gdLst/>
              <a:ahLst/>
              <a:cxnLst/>
              <a:rect l="l" t="t" r="r" b="b"/>
              <a:pathLst>
                <a:path w="418" h="486" extrusionOk="0">
                  <a:moveTo>
                    <a:pt x="255" y="1"/>
                  </a:moveTo>
                  <a:cubicBezTo>
                    <a:pt x="197" y="1"/>
                    <a:pt x="138" y="30"/>
                    <a:pt x="120" y="93"/>
                  </a:cubicBezTo>
                  <a:lnTo>
                    <a:pt x="48" y="283"/>
                  </a:lnTo>
                  <a:cubicBezTo>
                    <a:pt x="1" y="355"/>
                    <a:pt x="48" y="450"/>
                    <a:pt x="120" y="474"/>
                  </a:cubicBezTo>
                  <a:cubicBezTo>
                    <a:pt x="132" y="486"/>
                    <a:pt x="167" y="486"/>
                    <a:pt x="179" y="486"/>
                  </a:cubicBezTo>
                  <a:cubicBezTo>
                    <a:pt x="239" y="486"/>
                    <a:pt x="286" y="462"/>
                    <a:pt x="310" y="402"/>
                  </a:cubicBezTo>
                  <a:lnTo>
                    <a:pt x="382" y="212"/>
                  </a:lnTo>
                  <a:cubicBezTo>
                    <a:pt x="417" y="129"/>
                    <a:pt x="382" y="45"/>
                    <a:pt x="310" y="10"/>
                  </a:cubicBezTo>
                  <a:cubicBezTo>
                    <a:pt x="293" y="4"/>
                    <a:pt x="274" y="1"/>
                    <a:pt x="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62"/>
            <p:cNvSpPr/>
            <p:nvPr/>
          </p:nvSpPr>
          <p:spPr>
            <a:xfrm>
              <a:off x="5935960" y="2362401"/>
              <a:ext cx="12861" cy="15814"/>
            </a:xfrm>
            <a:custGeom>
              <a:avLst/>
              <a:gdLst/>
              <a:ahLst/>
              <a:cxnLst/>
              <a:rect l="l" t="t" r="r" b="b"/>
              <a:pathLst>
                <a:path w="405" h="498" extrusionOk="0">
                  <a:moveTo>
                    <a:pt x="161" y="1"/>
                  </a:moveTo>
                  <a:cubicBezTo>
                    <a:pt x="143" y="1"/>
                    <a:pt x="125" y="3"/>
                    <a:pt x="107" y="9"/>
                  </a:cubicBezTo>
                  <a:cubicBezTo>
                    <a:pt x="24" y="45"/>
                    <a:pt x="0" y="128"/>
                    <a:pt x="24" y="212"/>
                  </a:cubicBezTo>
                  <a:lnTo>
                    <a:pt x="107" y="402"/>
                  </a:lnTo>
                  <a:cubicBezTo>
                    <a:pt x="131" y="462"/>
                    <a:pt x="191" y="497"/>
                    <a:pt x="238" y="497"/>
                  </a:cubicBezTo>
                  <a:cubicBezTo>
                    <a:pt x="250" y="497"/>
                    <a:pt x="262" y="497"/>
                    <a:pt x="298" y="474"/>
                  </a:cubicBezTo>
                  <a:cubicBezTo>
                    <a:pt x="369" y="450"/>
                    <a:pt x="405" y="355"/>
                    <a:pt x="369" y="283"/>
                  </a:cubicBezTo>
                  <a:lnTo>
                    <a:pt x="298" y="93"/>
                  </a:lnTo>
                  <a:cubicBezTo>
                    <a:pt x="271" y="29"/>
                    <a:pt x="216"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62"/>
            <p:cNvSpPr/>
            <p:nvPr/>
          </p:nvSpPr>
          <p:spPr>
            <a:xfrm>
              <a:off x="6013824" y="2555820"/>
              <a:ext cx="12893" cy="15592"/>
            </a:xfrm>
            <a:custGeom>
              <a:avLst/>
              <a:gdLst/>
              <a:ahLst/>
              <a:cxnLst/>
              <a:rect l="l" t="t" r="r" b="b"/>
              <a:pathLst>
                <a:path w="406" h="491" extrusionOk="0">
                  <a:moveTo>
                    <a:pt x="167" y="0"/>
                  </a:moveTo>
                  <a:cubicBezTo>
                    <a:pt x="147" y="0"/>
                    <a:pt x="127" y="5"/>
                    <a:pt x="108" y="14"/>
                  </a:cubicBezTo>
                  <a:cubicBezTo>
                    <a:pt x="37" y="38"/>
                    <a:pt x="1" y="133"/>
                    <a:pt x="37" y="205"/>
                  </a:cubicBezTo>
                  <a:lnTo>
                    <a:pt x="108" y="395"/>
                  </a:lnTo>
                  <a:cubicBezTo>
                    <a:pt x="132" y="455"/>
                    <a:pt x="179" y="491"/>
                    <a:pt x="239" y="491"/>
                  </a:cubicBezTo>
                  <a:cubicBezTo>
                    <a:pt x="251" y="491"/>
                    <a:pt x="275" y="491"/>
                    <a:pt x="299" y="479"/>
                  </a:cubicBezTo>
                  <a:cubicBezTo>
                    <a:pt x="370" y="443"/>
                    <a:pt x="406" y="360"/>
                    <a:pt x="370" y="276"/>
                  </a:cubicBezTo>
                  <a:lnTo>
                    <a:pt x="299" y="86"/>
                  </a:lnTo>
                  <a:cubicBezTo>
                    <a:pt x="272" y="33"/>
                    <a:pt x="22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62"/>
            <p:cNvSpPr/>
            <p:nvPr/>
          </p:nvSpPr>
          <p:spPr>
            <a:xfrm>
              <a:off x="6069776" y="2422132"/>
              <a:ext cx="16290" cy="11654"/>
            </a:xfrm>
            <a:custGeom>
              <a:avLst/>
              <a:gdLst/>
              <a:ahLst/>
              <a:cxnLst/>
              <a:rect l="l" t="t" r="r" b="b"/>
              <a:pathLst>
                <a:path w="513" h="367" extrusionOk="0">
                  <a:moveTo>
                    <a:pt x="354" y="1"/>
                  </a:moveTo>
                  <a:cubicBezTo>
                    <a:pt x="335" y="1"/>
                    <a:pt x="316" y="3"/>
                    <a:pt x="299" y="9"/>
                  </a:cubicBezTo>
                  <a:lnTo>
                    <a:pt x="96" y="81"/>
                  </a:lnTo>
                  <a:cubicBezTo>
                    <a:pt x="25" y="117"/>
                    <a:pt x="1" y="200"/>
                    <a:pt x="25" y="283"/>
                  </a:cubicBezTo>
                  <a:cubicBezTo>
                    <a:pt x="37" y="343"/>
                    <a:pt x="96" y="367"/>
                    <a:pt x="156" y="367"/>
                  </a:cubicBezTo>
                  <a:cubicBezTo>
                    <a:pt x="180" y="367"/>
                    <a:pt x="191" y="367"/>
                    <a:pt x="215" y="355"/>
                  </a:cubicBezTo>
                  <a:lnTo>
                    <a:pt x="418" y="283"/>
                  </a:lnTo>
                  <a:cubicBezTo>
                    <a:pt x="489" y="248"/>
                    <a:pt x="513" y="164"/>
                    <a:pt x="489" y="81"/>
                  </a:cubicBezTo>
                  <a:cubicBezTo>
                    <a:pt x="462" y="27"/>
                    <a:pt x="409" y="1"/>
                    <a:pt x="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62"/>
            <p:cNvSpPr/>
            <p:nvPr/>
          </p:nvSpPr>
          <p:spPr>
            <a:xfrm>
              <a:off x="5876960" y="2500027"/>
              <a:ext cx="16290" cy="11654"/>
            </a:xfrm>
            <a:custGeom>
              <a:avLst/>
              <a:gdLst/>
              <a:ahLst/>
              <a:cxnLst/>
              <a:rect l="l" t="t" r="r" b="b"/>
              <a:pathLst>
                <a:path w="513" h="367" extrusionOk="0">
                  <a:moveTo>
                    <a:pt x="352" y="0"/>
                  </a:moveTo>
                  <a:cubicBezTo>
                    <a:pt x="334" y="0"/>
                    <a:pt x="316" y="3"/>
                    <a:pt x="298" y="9"/>
                  </a:cubicBezTo>
                  <a:lnTo>
                    <a:pt x="96" y="92"/>
                  </a:lnTo>
                  <a:cubicBezTo>
                    <a:pt x="25" y="116"/>
                    <a:pt x="1" y="212"/>
                    <a:pt x="25" y="283"/>
                  </a:cubicBezTo>
                  <a:cubicBezTo>
                    <a:pt x="60" y="343"/>
                    <a:pt x="96" y="366"/>
                    <a:pt x="156" y="366"/>
                  </a:cubicBezTo>
                  <a:cubicBezTo>
                    <a:pt x="179" y="366"/>
                    <a:pt x="191" y="366"/>
                    <a:pt x="215" y="354"/>
                  </a:cubicBezTo>
                  <a:lnTo>
                    <a:pt x="418" y="283"/>
                  </a:lnTo>
                  <a:cubicBezTo>
                    <a:pt x="489" y="247"/>
                    <a:pt x="513" y="164"/>
                    <a:pt x="489" y="92"/>
                  </a:cubicBezTo>
                  <a:cubicBezTo>
                    <a:pt x="462" y="29"/>
                    <a:pt x="40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8" name="Google Shape;9458;p62"/>
          <p:cNvGrpSpPr/>
          <p:nvPr/>
        </p:nvGrpSpPr>
        <p:grpSpPr>
          <a:xfrm>
            <a:off x="2497275" y="2744159"/>
            <a:ext cx="370930" cy="370549"/>
            <a:chOff x="2497275" y="2744159"/>
            <a:chExt cx="370930" cy="370549"/>
          </a:xfrm>
        </p:grpSpPr>
        <p:sp>
          <p:nvSpPr>
            <p:cNvPr id="9459" name="Google Shape;9459;p62"/>
            <p:cNvSpPr/>
            <p:nvPr/>
          </p:nvSpPr>
          <p:spPr>
            <a:xfrm>
              <a:off x="2497275" y="2744159"/>
              <a:ext cx="284366" cy="284747"/>
            </a:xfrm>
            <a:custGeom>
              <a:avLst/>
              <a:gdLst/>
              <a:ahLst/>
              <a:cxnLst/>
              <a:rect l="l" t="t" r="r" b="b"/>
              <a:pathLst>
                <a:path w="8955" h="8967" extrusionOk="0">
                  <a:moveTo>
                    <a:pt x="4204" y="1"/>
                  </a:moveTo>
                  <a:cubicBezTo>
                    <a:pt x="3942" y="1"/>
                    <a:pt x="3704" y="203"/>
                    <a:pt x="3644" y="465"/>
                  </a:cubicBezTo>
                  <a:lnTo>
                    <a:pt x="3466" y="1334"/>
                  </a:lnTo>
                  <a:cubicBezTo>
                    <a:pt x="3287" y="1394"/>
                    <a:pt x="3108" y="1465"/>
                    <a:pt x="2942" y="1537"/>
                  </a:cubicBezTo>
                  <a:lnTo>
                    <a:pt x="2215" y="1048"/>
                  </a:lnTo>
                  <a:cubicBezTo>
                    <a:pt x="2120" y="983"/>
                    <a:pt x="2009" y="952"/>
                    <a:pt x="1899" y="952"/>
                  </a:cubicBezTo>
                  <a:cubicBezTo>
                    <a:pt x="1749" y="952"/>
                    <a:pt x="1599" y="1010"/>
                    <a:pt x="1489" y="1120"/>
                  </a:cubicBezTo>
                  <a:lnTo>
                    <a:pt x="1108" y="1489"/>
                  </a:lnTo>
                  <a:cubicBezTo>
                    <a:pt x="918" y="1691"/>
                    <a:pt x="894" y="1989"/>
                    <a:pt x="1037" y="2227"/>
                  </a:cubicBezTo>
                  <a:lnTo>
                    <a:pt x="1525" y="2953"/>
                  </a:lnTo>
                  <a:cubicBezTo>
                    <a:pt x="1441" y="3120"/>
                    <a:pt x="1370" y="3287"/>
                    <a:pt x="1322" y="3465"/>
                  </a:cubicBezTo>
                  <a:lnTo>
                    <a:pt x="453" y="3644"/>
                  </a:lnTo>
                  <a:cubicBezTo>
                    <a:pt x="191" y="3703"/>
                    <a:pt x="1" y="3930"/>
                    <a:pt x="1" y="4215"/>
                  </a:cubicBezTo>
                  <a:lnTo>
                    <a:pt x="1" y="4751"/>
                  </a:lnTo>
                  <a:cubicBezTo>
                    <a:pt x="1" y="5025"/>
                    <a:pt x="191" y="5251"/>
                    <a:pt x="453" y="5323"/>
                  </a:cubicBezTo>
                  <a:lnTo>
                    <a:pt x="1322" y="5501"/>
                  </a:lnTo>
                  <a:cubicBezTo>
                    <a:pt x="1382" y="5668"/>
                    <a:pt x="1453" y="5847"/>
                    <a:pt x="1525" y="6013"/>
                  </a:cubicBezTo>
                  <a:lnTo>
                    <a:pt x="1037" y="6740"/>
                  </a:lnTo>
                  <a:cubicBezTo>
                    <a:pt x="894" y="6966"/>
                    <a:pt x="918" y="7287"/>
                    <a:pt x="1108" y="7478"/>
                  </a:cubicBezTo>
                  <a:lnTo>
                    <a:pt x="1489" y="7847"/>
                  </a:lnTo>
                  <a:cubicBezTo>
                    <a:pt x="1599" y="7957"/>
                    <a:pt x="1745" y="8015"/>
                    <a:pt x="1894" y="8015"/>
                  </a:cubicBezTo>
                  <a:cubicBezTo>
                    <a:pt x="2003" y="8015"/>
                    <a:pt x="2115" y="7984"/>
                    <a:pt x="2215" y="7918"/>
                  </a:cubicBezTo>
                  <a:lnTo>
                    <a:pt x="2942" y="7430"/>
                  </a:lnTo>
                  <a:cubicBezTo>
                    <a:pt x="3108" y="7513"/>
                    <a:pt x="3287" y="7597"/>
                    <a:pt x="3466" y="7633"/>
                  </a:cubicBezTo>
                  <a:lnTo>
                    <a:pt x="3644" y="8502"/>
                  </a:lnTo>
                  <a:cubicBezTo>
                    <a:pt x="3704" y="8764"/>
                    <a:pt x="3930" y="8966"/>
                    <a:pt x="4204" y="8966"/>
                  </a:cubicBezTo>
                  <a:lnTo>
                    <a:pt x="4740" y="8966"/>
                  </a:lnTo>
                  <a:cubicBezTo>
                    <a:pt x="5013" y="8966"/>
                    <a:pt x="5251" y="8764"/>
                    <a:pt x="5311" y="8502"/>
                  </a:cubicBezTo>
                  <a:lnTo>
                    <a:pt x="5490" y="7633"/>
                  </a:lnTo>
                  <a:cubicBezTo>
                    <a:pt x="5621" y="7597"/>
                    <a:pt x="5775" y="7537"/>
                    <a:pt x="5906" y="7478"/>
                  </a:cubicBezTo>
                  <a:cubicBezTo>
                    <a:pt x="6002" y="7442"/>
                    <a:pt x="6037" y="7323"/>
                    <a:pt x="6002" y="7240"/>
                  </a:cubicBezTo>
                  <a:cubicBezTo>
                    <a:pt x="5966" y="7169"/>
                    <a:pt x="5898" y="7131"/>
                    <a:pt x="5831" y="7131"/>
                  </a:cubicBezTo>
                  <a:cubicBezTo>
                    <a:pt x="5808" y="7131"/>
                    <a:pt x="5785" y="7135"/>
                    <a:pt x="5763" y="7144"/>
                  </a:cubicBezTo>
                  <a:cubicBezTo>
                    <a:pt x="5609" y="7228"/>
                    <a:pt x="5466" y="7287"/>
                    <a:pt x="5299" y="7323"/>
                  </a:cubicBezTo>
                  <a:cubicBezTo>
                    <a:pt x="5240" y="7347"/>
                    <a:pt x="5180" y="7406"/>
                    <a:pt x="5168" y="7454"/>
                  </a:cubicBezTo>
                  <a:lnTo>
                    <a:pt x="4966" y="8430"/>
                  </a:lnTo>
                  <a:cubicBezTo>
                    <a:pt x="4954" y="8514"/>
                    <a:pt x="4870" y="8597"/>
                    <a:pt x="4763" y="8597"/>
                  </a:cubicBezTo>
                  <a:lnTo>
                    <a:pt x="4228" y="8597"/>
                  </a:lnTo>
                  <a:cubicBezTo>
                    <a:pt x="4120" y="8597"/>
                    <a:pt x="4049" y="8514"/>
                    <a:pt x="4013" y="8430"/>
                  </a:cubicBezTo>
                  <a:lnTo>
                    <a:pt x="3823" y="7454"/>
                  </a:lnTo>
                  <a:cubicBezTo>
                    <a:pt x="3811" y="7383"/>
                    <a:pt x="3763" y="7335"/>
                    <a:pt x="3692" y="7323"/>
                  </a:cubicBezTo>
                  <a:cubicBezTo>
                    <a:pt x="3466" y="7263"/>
                    <a:pt x="3239" y="7180"/>
                    <a:pt x="3049" y="7061"/>
                  </a:cubicBezTo>
                  <a:cubicBezTo>
                    <a:pt x="3019" y="7043"/>
                    <a:pt x="2986" y="7034"/>
                    <a:pt x="2954" y="7034"/>
                  </a:cubicBezTo>
                  <a:cubicBezTo>
                    <a:pt x="2921" y="7034"/>
                    <a:pt x="2888" y="7043"/>
                    <a:pt x="2858" y="7061"/>
                  </a:cubicBezTo>
                  <a:lnTo>
                    <a:pt x="2037" y="7609"/>
                  </a:lnTo>
                  <a:cubicBezTo>
                    <a:pt x="2006" y="7634"/>
                    <a:pt x="1966" y="7647"/>
                    <a:pt x="1926" y="7647"/>
                  </a:cubicBezTo>
                  <a:cubicBezTo>
                    <a:pt x="1874" y="7647"/>
                    <a:pt x="1821" y="7625"/>
                    <a:pt x="1787" y="7585"/>
                  </a:cubicBezTo>
                  <a:lnTo>
                    <a:pt x="1418" y="7204"/>
                  </a:lnTo>
                  <a:cubicBezTo>
                    <a:pt x="1334" y="7132"/>
                    <a:pt x="1334" y="7025"/>
                    <a:pt x="1382" y="6954"/>
                  </a:cubicBezTo>
                  <a:lnTo>
                    <a:pt x="1930" y="6132"/>
                  </a:lnTo>
                  <a:cubicBezTo>
                    <a:pt x="1977" y="6073"/>
                    <a:pt x="1977" y="6001"/>
                    <a:pt x="1930" y="5942"/>
                  </a:cubicBezTo>
                  <a:cubicBezTo>
                    <a:pt x="1811" y="5739"/>
                    <a:pt x="1727" y="5525"/>
                    <a:pt x="1668" y="5299"/>
                  </a:cubicBezTo>
                  <a:cubicBezTo>
                    <a:pt x="1656" y="5239"/>
                    <a:pt x="1596" y="5180"/>
                    <a:pt x="1537" y="5168"/>
                  </a:cubicBezTo>
                  <a:lnTo>
                    <a:pt x="560" y="4977"/>
                  </a:lnTo>
                  <a:cubicBezTo>
                    <a:pt x="477" y="4954"/>
                    <a:pt x="406" y="4870"/>
                    <a:pt x="406" y="4763"/>
                  </a:cubicBezTo>
                  <a:lnTo>
                    <a:pt x="406" y="4227"/>
                  </a:lnTo>
                  <a:cubicBezTo>
                    <a:pt x="406" y="4132"/>
                    <a:pt x="477" y="4049"/>
                    <a:pt x="560" y="4025"/>
                  </a:cubicBezTo>
                  <a:lnTo>
                    <a:pt x="1537" y="3834"/>
                  </a:lnTo>
                  <a:cubicBezTo>
                    <a:pt x="1608" y="3811"/>
                    <a:pt x="1656" y="3775"/>
                    <a:pt x="1668" y="3692"/>
                  </a:cubicBezTo>
                  <a:cubicBezTo>
                    <a:pt x="1727" y="3477"/>
                    <a:pt x="1811" y="3251"/>
                    <a:pt x="1930" y="3061"/>
                  </a:cubicBezTo>
                  <a:cubicBezTo>
                    <a:pt x="1965" y="3001"/>
                    <a:pt x="1965" y="2918"/>
                    <a:pt x="1930" y="2858"/>
                  </a:cubicBezTo>
                  <a:lnTo>
                    <a:pt x="1382" y="2049"/>
                  </a:lnTo>
                  <a:cubicBezTo>
                    <a:pt x="1322" y="1965"/>
                    <a:pt x="1334" y="1846"/>
                    <a:pt x="1418" y="1787"/>
                  </a:cubicBezTo>
                  <a:lnTo>
                    <a:pt x="1787" y="1417"/>
                  </a:lnTo>
                  <a:cubicBezTo>
                    <a:pt x="1826" y="1378"/>
                    <a:pt x="1876" y="1360"/>
                    <a:pt x="1925" y="1360"/>
                  </a:cubicBezTo>
                  <a:cubicBezTo>
                    <a:pt x="1965" y="1360"/>
                    <a:pt x="2005" y="1372"/>
                    <a:pt x="2037" y="1394"/>
                  </a:cubicBezTo>
                  <a:lnTo>
                    <a:pt x="2858" y="1941"/>
                  </a:lnTo>
                  <a:cubicBezTo>
                    <a:pt x="2888" y="1965"/>
                    <a:pt x="2921" y="1977"/>
                    <a:pt x="2954" y="1977"/>
                  </a:cubicBezTo>
                  <a:cubicBezTo>
                    <a:pt x="2986" y="1977"/>
                    <a:pt x="3019" y="1965"/>
                    <a:pt x="3049" y="1941"/>
                  </a:cubicBezTo>
                  <a:cubicBezTo>
                    <a:pt x="3263" y="1822"/>
                    <a:pt x="3466" y="1727"/>
                    <a:pt x="3692" y="1668"/>
                  </a:cubicBezTo>
                  <a:cubicBezTo>
                    <a:pt x="3751" y="1656"/>
                    <a:pt x="3811" y="1596"/>
                    <a:pt x="3823" y="1537"/>
                  </a:cubicBezTo>
                  <a:lnTo>
                    <a:pt x="4013" y="572"/>
                  </a:lnTo>
                  <a:cubicBezTo>
                    <a:pt x="4037" y="477"/>
                    <a:pt x="4120" y="405"/>
                    <a:pt x="4228" y="405"/>
                  </a:cubicBezTo>
                  <a:lnTo>
                    <a:pt x="4763" y="405"/>
                  </a:lnTo>
                  <a:cubicBezTo>
                    <a:pt x="4870" y="405"/>
                    <a:pt x="4942" y="477"/>
                    <a:pt x="4966" y="572"/>
                  </a:cubicBezTo>
                  <a:lnTo>
                    <a:pt x="5168" y="1537"/>
                  </a:lnTo>
                  <a:cubicBezTo>
                    <a:pt x="5180" y="1608"/>
                    <a:pt x="5216" y="1656"/>
                    <a:pt x="5299" y="1668"/>
                  </a:cubicBezTo>
                  <a:cubicBezTo>
                    <a:pt x="5513" y="1727"/>
                    <a:pt x="5740" y="1822"/>
                    <a:pt x="5930" y="1941"/>
                  </a:cubicBezTo>
                  <a:cubicBezTo>
                    <a:pt x="5960" y="1953"/>
                    <a:pt x="5996" y="1959"/>
                    <a:pt x="6031" y="1959"/>
                  </a:cubicBezTo>
                  <a:cubicBezTo>
                    <a:pt x="6067" y="1959"/>
                    <a:pt x="6103" y="1953"/>
                    <a:pt x="6133" y="1941"/>
                  </a:cubicBezTo>
                  <a:lnTo>
                    <a:pt x="6942" y="1394"/>
                  </a:lnTo>
                  <a:cubicBezTo>
                    <a:pt x="6978" y="1368"/>
                    <a:pt x="7021" y="1356"/>
                    <a:pt x="7063" y="1356"/>
                  </a:cubicBezTo>
                  <a:cubicBezTo>
                    <a:pt x="7117" y="1356"/>
                    <a:pt x="7170" y="1377"/>
                    <a:pt x="7204" y="1417"/>
                  </a:cubicBezTo>
                  <a:lnTo>
                    <a:pt x="7573" y="1787"/>
                  </a:lnTo>
                  <a:cubicBezTo>
                    <a:pt x="7645" y="1870"/>
                    <a:pt x="7645" y="1965"/>
                    <a:pt x="7597" y="2049"/>
                  </a:cubicBezTo>
                  <a:lnTo>
                    <a:pt x="7049" y="2858"/>
                  </a:lnTo>
                  <a:cubicBezTo>
                    <a:pt x="7002" y="2918"/>
                    <a:pt x="7002" y="2989"/>
                    <a:pt x="7049" y="3061"/>
                  </a:cubicBezTo>
                  <a:cubicBezTo>
                    <a:pt x="7168" y="3263"/>
                    <a:pt x="7264" y="3477"/>
                    <a:pt x="7323" y="3692"/>
                  </a:cubicBezTo>
                  <a:cubicBezTo>
                    <a:pt x="7335" y="3751"/>
                    <a:pt x="7395" y="3811"/>
                    <a:pt x="7454" y="3834"/>
                  </a:cubicBezTo>
                  <a:lnTo>
                    <a:pt x="8419" y="4025"/>
                  </a:lnTo>
                  <a:cubicBezTo>
                    <a:pt x="8514" y="4037"/>
                    <a:pt x="8585" y="4132"/>
                    <a:pt x="8585" y="4227"/>
                  </a:cubicBezTo>
                  <a:lnTo>
                    <a:pt x="8585" y="4763"/>
                  </a:lnTo>
                  <a:cubicBezTo>
                    <a:pt x="8585" y="4870"/>
                    <a:pt x="8514" y="4942"/>
                    <a:pt x="8419" y="4977"/>
                  </a:cubicBezTo>
                  <a:lnTo>
                    <a:pt x="7454" y="5168"/>
                  </a:lnTo>
                  <a:cubicBezTo>
                    <a:pt x="7383" y="5180"/>
                    <a:pt x="7335" y="5227"/>
                    <a:pt x="7323" y="5299"/>
                  </a:cubicBezTo>
                  <a:cubicBezTo>
                    <a:pt x="7276" y="5466"/>
                    <a:pt x="7216" y="5632"/>
                    <a:pt x="7145" y="5775"/>
                  </a:cubicBezTo>
                  <a:cubicBezTo>
                    <a:pt x="7097" y="5870"/>
                    <a:pt x="7145" y="5966"/>
                    <a:pt x="7228" y="6013"/>
                  </a:cubicBezTo>
                  <a:cubicBezTo>
                    <a:pt x="7254" y="6026"/>
                    <a:pt x="7280" y="6032"/>
                    <a:pt x="7305" y="6032"/>
                  </a:cubicBezTo>
                  <a:cubicBezTo>
                    <a:pt x="7372" y="6032"/>
                    <a:pt x="7431" y="5991"/>
                    <a:pt x="7466" y="5930"/>
                  </a:cubicBezTo>
                  <a:cubicBezTo>
                    <a:pt x="7526" y="5799"/>
                    <a:pt x="7585" y="5644"/>
                    <a:pt x="7633" y="5501"/>
                  </a:cubicBezTo>
                  <a:lnTo>
                    <a:pt x="8490" y="5323"/>
                  </a:lnTo>
                  <a:cubicBezTo>
                    <a:pt x="8764" y="5263"/>
                    <a:pt x="8954" y="5037"/>
                    <a:pt x="8954" y="4751"/>
                  </a:cubicBezTo>
                  <a:lnTo>
                    <a:pt x="8954" y="4215"/>
                  </a:lnTo>
                  <a:cubicBezTo>
                    <a:pt x="8954" y="3942"/>
                    <a:pt x="8764" y="3715"/>
                    <a:pt x="8490" y="3644"/>
                  </a:cubicBezTo>
                  <a:lnTo>
                    <a:pt x="7633" y="3465"/>
                  </a:lnTo>
                  <a:cubicBezTo>
                    <a:pt x="7573" y="3287"/>
                    <a:pt x="7502" y="3120"/>
                    <a:pt x="7418" y="2953"/>
                  </a:cubicBezTo>
                  <a:lnTo>
                    <a:pt x="7918" y="2227"/>
                  </a:lnTo>
                  <a:cubicBezTo>
                    <a:pt x="8061" y="2001"/>
                    <a:pt x="8038" y="1679"/>
                    <a:pt x="7835" y="1489"/>
                  </a:cubicBezTo>
                  <a:lnTo>
                    <a:pt x="7466" y="1120"/>
                  </a:lnTo>
                  <a:cubicBezTo>
                    <a:pt x="7356" y="1010"/>
                    <a:pt x="7211" y="952"/>
                    <a:pt x="7061" y="952"/>
                  </a:cubicBezTo>
                  <a:cubicBezTo>
                    <a:pt x="6952" y="952"/>
                    <a:pt x="6840" y="983"/>
                    <a:pt x="6740" y="1048"/>
                  </a:cubicBezTo>
                  <a:lnTo>
                    <a:pt x="6013" y="1537"/>
                  </a:lnTo>
                  <a:cubicBezTo>
                    <a:pt x="5847" y="1453"/>
                    <a:pt x="5668" y="1370"/>
                    <a:pt x="5490" y="1334"/>
                  </a:cubicBezTo>
                  <a:lnTo>
                    <a:pt x="5311" y="465"/>
                  </a:lnTo>
                  <a:cubicBezTo>
                    <a:pt x="5251" y="203"/>
                    <a:pt x="5025" y="1"/>
                    <a:pt x="4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62"/>
            <p:cNvSpPr/>
            <p:nvPr/>
          </p:nvSpPr>
          <p:spPr>
            <a:xfrm>
              <a:off x="2592191" y="2821673"/>
              <a:ext cx="113461" cy="98345"/>
            </a:xfrm>
            <a:custGeom>
              <a:avLst/>
              <a:gdLst/>
              <a:ahLst/>
              <a:cxnLst/>
              <a:rect l="l" t="t" r="r" b="b"/>
              <a:pathLst>
                <a:path w="3573" h="3097" extrusionOk="0">
                  <a:moveTo>
                    <a:pt x="1524" y="0"/>
                  </a:moveTo>
                  <a:cubicBezTo>
                    <a:pt x="989" y="0"/>
                    <a:pt x="465" y="215"/>
                    <a:pt x="72" y="584"/>
                  </a:cubicBezTo>
                  <a:cubicBezTo>
                    <a:pt x="0" y="655"/>
                    <a:pt x="0" y="774"/>
                    <a:pt x="72" y="834"/>
                  </a:cubicBezTo>
                  <a:cubicBezTo>
                    <a:pt x="113" y="876"/>
                    <a:pt x="164" y="896"/>
                    <a:pt x="212" y="896"/>
                  </a:cubicBezTo>
                  <a:cubicBezTo>
                    <a:pt x="259" y="896"/>
                    <a:pt x="304" y="876"/>
                    <a:pt x="334" y="834"/>
                  </a:cubicBezTo>
                  <a:cubicBezTo>
                    <a:pt x="643" y="524"/>
                    <a:pt x="1072" y="358"/>
                    <a:pt x="1500" y="358"/>
                  </a:cubicBezTo>
                  <a:cubicBezTo>
                    <a:pt x="2441" y="358"/>
                    <a:pt x="3203" y="1120"/>
                    <a:pt x="3203" y="2060"/>
                  </a:cubicBezTo>
                  <a:cubicBezTo>
                    <a:pt x="3203" y="2322"/>
                    <a:pt x="3144" y="2596"/>
                    <a:pt x="3024" y="2834"/>
                  </a:cubicBezTo>
                  <a:cubicBezTo>
                    <a:pt x="2965" y="2941"/>
                    <a:pt x="3013" y="3037"/>
                    <a:pt x="3096" y="3084"/>
                  </a:cubicBezTo>
                  <a:cubicBezTo>
                    <a:pt x="3132" y="3096"/>
                    <a:pt x="3155" y="3096"/>
                    <a:pt x="3191" y="3096"/>
                  </a:cubicBezTo>
                  <a:cubicBezTo>
                    <a:pt x="3251" y="3096"/>
                    <a:pt x="3322" y="3072"/>
                    <a:pt x="3346" y="3001"/>
                  </a:cubicBezTo>
                  <a:cubicBezTo>
                    <a:pt x="3501" y="2715"/>
                    <a:pt x="3572" y="2382"/>
                    <a:pt x="3572" y="2060"/>
                  </a:cubicBezTo>
                  <a:cubicBezTo>
                    <a:pt x="3572" y="929"/>
                    <a:pt x="2655"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62"/>
            <p:cNvSpPr/>
            <p:nvPr/>
          </p:nvSpPr>
          <p:spPr>
            <a:xfrm>
              <a:off x="2574408" y="2862129"/>
              <a:ext cx="106665" cy="90756"/>
            </a:xfrm>
            <a:custGeom>
              <a:avLst/>
              <a:gdLst/>
              <a:ahLst/>
              <a:cxnLst/>
              <a:rect l="l" t="t" r="r" b="b"/>
              <a:pathLst>
                <a:path w="3359" h="2858" extrusionOk="0">
                  <a:moveTo>
                    <a:pt x="294" y="1"/>
                  </a:moveTo>
                  <a:cubicBezTo>
                    <a:pt x="218" y="1"/>
                    <a:pt x="145" y="48"/>
                    <a:pt x="108" y="131"/>
                  </a:cubicBezTo>
                  <a:cubicBezTo>
                    <a:pt x="36" y="334"/>
                    <a:pt x="1" y="572"/>
                    <a:pt x="1" y="798"/>
                  </a:cubicBezTo>
                  <a:cubicBezTo>
                    <a:pt x="1" y="1929"/>
                    <a:pt x="917" y="2858"/>
                    <a:pt x="2049" y="2858"/>
                  </a:cubicBezTo>
                  <a:cubicBezTo>
                    <a:pt x="2477" y="2858"/>
                    <a:pt x="2894" y="2715"/>
                    <a:pt x="3251" y="2465"/>
                  </a:cubicBezTo>
                  <a:cubicBezTo>
                    <a:pt x="3346" y="2405"/>
                    <a:pt x="3358" y="2286"/>
                    <a:pt x="3299" y="2215"/>
                  </a:cubicBezTo>
                  <a:cubicBezTo>
                    <a:pt x="3263" y="2158"/>
                    <a:pt x="3206" y="2131"/>
                    <a:pt x="3151" y="2131"/>
                  </a:cubicBezTo>
                  <a:cubicBezTo>
                    <a:pt x="3114" y="2131"/>
                    <a:pt x="3077" y="2143"/>
                    <a:pt x="3049" y="2167"/>
                  </a:cubicBezTo>
                  <a:cubicBezTo>
                    <a:pt x="2763" y="2382"/>
                    <a:pt x="2406" y="2501"/>
                    <a:pt x="2049" y="2501"/>
                  </a:cubicBezTo>
                  <a:cubicBezTo>
                    <a:pt x="1108" y="2501"/>
                    <a:pt x="346" y="1739"/>
                    <a:pt x="346" y="798"/>
                  </a:cubicBezTo>
                  <a:cubicBezTo>
                    <a:pt x="346" y="608"/>
                    <a:pt x="382" y="429"/>
                    <a:pt x="441" y="250"/>
                  </a:cubicBezTo>
                  <a:cubicBezTo>
                    <a:pt x="501" y="143"/>
                    <a:pt x="441" y="36"/>
                    <a:pt x="358" y="12"/>
                  </a:cubicBezTo>
                  <a:cubicBezTo>
                    <a:pt x="337" y="4"/>
                    <a:pt x="315"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2"/>
            <p:cNvSpPr/>
            <p:nvPr/>
          </p:nvSpPr>
          <p:spPr>
            <a:xfrm>
              <a:off x="2676881" y="2923385"/>
              <a:ext cx="191324" cy="191324"/>
            </a:xfrm>
            <a:custGeom>
              <a:avLst/>
              <a:gdLst/>
              <a:ahLst/>
              <a:cxnLst/>
              <a:rect l="l" t="t" r="r" b="b"/>
              <a:pathLst>
                <a:path w="6025" h="6025" extrusionOk="0">
                  <a:moveTo>
                    <a:pt x="2810" y="0"/>
                  </a:moveTo>
                  <a:cubicBezTo>
                    <a:pt x="2608" y="0"/>
                    <a:pt x="2429" y="155"/>
                    <a:pt x="2382" y="357"/>
                  </a:cubicBezTo>
                  <a:lnTo>
                    <a:pt x="2274" y="893"/>
                  </a:lnTo>
                  <a:cubicBezTo>
                    <a:pt x="2191" y="929"/>
                    <a:pt x="2084" y="965"/>
                    <a:pt x="1989" y="1012"/>
                  </a:cubicBezTo>
                  <a:lnTo>
                    <a:pt x="1548" y="715"/>
                  </a:lnTo>
                  <a:cubicBezTo>
                    <a:pt x="1475" y="666"/>
                    <a:pt x="1393" y="643"/>
                    <a:pt x="1313" y="643"/>
                  </a:cubicBezTo>
                  <a:cubicBezTo>
                    <a:pt x="1198" y="643"/>
                    <a:pt x="1085" y="690"/>
                    <a:pt x="1000" y="774"/>
                  </a:cubicBezTo>
                  <a:lnTo>
                    <a:pt x="738" y="1024"/>
                  </a:lnTo>
                  <a:cubicBezTo>
                    <a:pt x="596" y="1179"/>
                    <a:pt x="572" y="1417"/>
                    <a:pt x="679" y="1584"/>
                  </a:cubicBezTo>
                  <a:lnTo>
                    <a:pt x="977" y="2024"/>
                  </a:lnTo>
                  <a:cubicBezTo>
                    <a:pt x="917" y="2143"/>
                    <a:pt x="858" y="2274"/>
                    <a:pt x="834" y="2417"/>
                  </a:cubicBezTo>
                  <a:cubicBezTo>
                    <a:pt x="798" y="2512"/>
                    <a:pt x="858" y="2608"/>
                    <a:pt x="965" y="2631"/>
                  </a:cubicBezTo>
                  <a:cubicBezTo>
                    <a:pt x="986" y="2639"/>
                    <a:pt x="1006" y="2642"/>
                    <a:pt x="1025" y="2642"/>
                  </a:cubicBezTo>
                  <a:cubicBezTo>
                    <a:pt x="1103" y="2642"/>
                    <a:pt x="1162" y="2587"/>
                    <a:pt x="1191" y="2501"/>
                  </a:cubicBezTo>
                  <a:cubicBezTo>
                    <a:pt x="1227" y="2358"/>
                    <a:pt x="1298" y="2215"/>
                    <a:pt x="1346" y="2096"/>
                  </a:cubicBezTo>
                  <a:cubicBezTo>
                    <a:pt x="1381" y="2036"/>
                    <a:pt x="1381" y="1965"/>
                    <a:pt x="1346" y="1905"/>
                  </a:cubicBezTo>
                  <a:lnTo>
                    <a:pt x="1000" y="1369"/>
                  </a:lnTo>
                  <a:cubicBezTo>
                    <a:pt x="977" y="1346"/>
                    <a:pt x="977" y="1310"/>
                    <a:pt x="1012" y="1286"/>
                  </a:cubicBezTo>
                  <a:lnTo>
                    <a:pt x="1262" y="1024"/>
                  </a:lnTo>
                  <a:cubicBezTo>
                    <a:pt x="1283" y="1010"/>
                    <a:pt x="1300" y="1004"/>
                    <a:pt x="1318" y="1004"/>
                  </a:cubicBezTo>
                  <a:cubicBezTo>
                    <a:pt x="1330" y="1004"/>
                    <a:pt x="1343" y="1007"/>
                    <a:pt x="1358" y="1012"/>
                  </a:cubicBezTo>
                  <a:lnTo>
                    <a:pt x="1893" y="1369"/>
                  </a:lnTo>
                  <a:cubicBezTo>
                    <a:pt x="1923" y="1393"/>
                    <a:pt x="1956" y="1405"/>
                    <a:pt x="1989" y="1405"/>
                  </a:cubicBezTo>
                  <a:cubicBezTo>
                    <a:pt x="2021" y="1405"/>
                    <a:pt x="2054" y="1393"/>
                    <a:pt x="2084" y="1369"/>
                  </a:cubicBezTo>
                  <a:cubicBezTo>
                    <a:pt x="2215" y="1298"/>
                    <a:pt x="2346" y="1238"/>
                    <a:pt x="2489" y="1203"/>
                  </a:cubicBezTo>
                  <a:cubicBezTo>
                    <a:pt x="2548" y="1191"/>
                    <a:pt x="2608" y="1131"/>
                    <a:pt x="2620" y="1072"/>
                  </a:cubicBezTo>
                  <a:lnTo>
                    <a:pt x="2751" y="429"/>
                  </a:lnTo>
                  <a:cubicBezTo>
                    <a:pt x="2751" y="405"/>
                    <a:pt x="2786" y="369"/>
                    <a:pt x="2822" y="369"/>
                  </a:cubicBezTo>
                  <a:lnTo>
                    <a:pt x="3167" y="369"/>
                  </a:lnTo>
                  <a:cubicBezTo>
                    <a:pt x="3203" y="369"/>
                    <a:pt x="3227" y="405"/>
                    <a:pt x="3239" y="429"/>
                  </a:cubicBezTo>
                  <a:lnTo>
                    <a:pt x="3382" y="1072"/>
                  </a:lnTo>
                  <a:cubicBezTo>
                    <a:pt x="3394" y="1143"/>
                    <a:pt x="3429" y="1191"/>
                    <a:pt x="3513" y="1203"/>
                  </a:cubicBezTo>
                  <a:cubicBezTo>
                    <a:pt x="3656" y="1250"/>
                    <a:pt x="3786" y="1310"/>
                    <a:pt x="3917" y="1369"/>
                  </a:cubicBezTo>
                  <a:cubicBezTo>
                    <a:pt x="3947" y="1387"/>
                    <a:pt x="3980" y="1396"/>
                    <a:pt x="4013" y="1396"/>
                  </a:cubicBezTo>
                  <a:cubicBezTo>
                    <a:pt x="4045" y="1396"/>
                    <a:pt x="4078" y="1387"/>
                    <a:pt x="4108" y="1369"/>
                  </a:cubicBezTo>
                  <a:lnTo>
                    <a:pt x="4644" y="1012"/>
                  </a:lnTo>
                  <a:cubicBezTo>
                    <a:pt x="4654" y="1007"/>
                    <a:pt x="4665" y="1004"/>
                    <a:pt x="4678" y="1004"/>
                  </a:cubicBezTo>
                  <a:cubicBezTo>
                    <a:pt x="4695" y="1004"/>
                    <a:pt x="4713" y="1010"/>
                    <a:pt x="4727" y="1024"/>
                  </a:cubicBezTo>
                  <a:lnTo>
                    <a:pt x="4989" y="1286"/>
                  </a:lnTo>
                  <a:cubicBezTo>
                    <a:pt x="5013" y="1310"/>
                    <a:pt x="5013" y="1346"/>
                    <a:pt x="5001" y="1369"/>
                  </a:cubicBezTo>
                  <a:lnTo>
                    <a:pt x="4644" y="1905"/>
                  </a:lnTo>
                  <a:cubicBezTo>
                    <a:pt x="4596" y="1965"/>
                    <a:pt x="4596" y="2036"/>
                    <a:pt x="4644" y="2096"/>
                  </a:cubicBezTo>
                  <a:cubicBezTo>
                    <a:pt x="4715" y="2239"/>
                    <a:pt x="4775" y="2370"/>
                    <a:pt x="4810" y="2501"/>
                  </a:cubicBezTo>
                  <a:cubicBezTo>
                    <a:pt x="4822" y="2560"/>
                    <a:pt x="4882" y="2620"/>
                    <a:pt x="4941" y="2631"/>
                  </a:cubicBezTo>
                  <a:lnTo>
                    <a:pt x="5584" y="2774"/>
                  </a:lnTo>
                  <a:cubicBezTo>
                    <a:pt x="5608" y="2774"/>
                    <a:pt x="5644" y="2798"/>
                    <a:pt x="5644" y="2846"/>
                  </a:cubicBezTo>
                  <a:lnTo>
                    <a:pt x="5644" y="3191"/>
                  </a:lnTo>
                  <a:cubicBezTo>
                    <a:pt x="5644" y="3215"/>
                    <a:pt x="5608" y="3251"/>
                    <a:pt x="5584" y="3263"/>
                  </a:cubicBezTo>
                  <a:lnTo>
                    <a:pt x="4941" y="3393"/>
                  </a:lnTo>
                  <a:cubicBezTo>
                    <a:pt x="4870" y="3405"/>
                    <a:pt x="4822" y="3453"/>
                    <a:pt x="4810" y="3524"/>
                  </a:cubicBezTo>
                  <a:cubicBezTo>
                    <a:pt x="4763" y="3679"/>
                    <a:pt x="4703" y="3810"/>
                    <a:pt x="4644" y="3929"/>
                  </a:cubicBezTo>
                  <a:cubicBezTo>
                    <a:pt x="4608" y="3989"/>
                    <a:pt x="4608" y="4060"/>
                    <a:pt x="4644" y="4120"/>
                  </a:cubicBezTo>
                  <a:lnTo>
                    <a:pt x="5001" y="4656"/>
                  </a:lnTo>
                  <a:cubicBezTo>
                    <a:pt x="5013" y="4691"/>
                    <a:pt x="5013" y="4715"/>
                    <a:pt x="4989" y="4751"/>
                  </a:cubicBezTo>
                  <a:lnTo>
                    <a:pt x="4727" y="5001"/>
                  </a:lnTo>
                  <a:cubicBezTo>
                    <a:pt x="4714" y="5020"/>
                    <a:pt x="4697" y="5029"/>
                    <a:pt x="4681" y="5029"/>
                  </a:cubicBezTo>
                  <a:cubicBezTo>
                    <a:pt x="4668" y="5029"/>
                    <a:pt x="4654" y="5023"/>
                    <a:pt x="4644" y="5013"/>
                  </a:cubicBezTo>
                  <a:lnTo>
                    <a:pt x="4108" y="4656"/>
                  </a:lnTo>
                  <a:cubicBezTo>
                    <a:pt x="4078" y="4638"/>
                    <a:pt x="4045" y="4629"/>
                    <a:pt x="4013" y="4629"/>
                  </a:cubicBezTo>
                  <a:cubicBezTo>
                    <a:pt x="3980" y="4629"/>
                    <a:pt x="3947" y="4638"/>
                    <a:pt x="3917" y="4656"/>
                  </a:cubicBezTo>
                  <a:cubicBezTo>
                    <a:pt x="3775" y="4739"/>
                    <a:pt x="3644" y="4798"/>
                    <a:pt x="3513" y="4822"/>
                  </a:cubicBezTo>
                  <a:cubicBezTo>
                    <a:pt x="3453" y="4834"/>
                    <a:pt x="3394" y="4894"/>
                    <a:pt x="3382" y="4953"/>
                  </a:cubicBezTo>
                  <a:lnTo>
                    <a:pt x="3239" y="5596"/>
                  </a:lnTo>
                  <a:cubicBezTo>
                    <a:pt x="3239" y="5632"/>
                    <a:pt x="3215" y="5656"/>
                    <a:pt x="3167" y="5656"/>
                  </a:cubicBezTo>
                  <a:lnTo>
                    <a:pt x="2822" y="5656"/>
                  </a:lnTo>
                  <a:cubicBezTo>
                    <a:pt x="2798" y="5656"/>
                    <a:pt x="2763" y="5632"/>
                    <a:pt x="2751" y="5596"/>
                  </a:cubicBezTo>
                  <a:lnTo>
                    <a:pt x="2620" y="4953"/>
                  </a:lnTo>
                  <a:cubicBezTo>
                    <a:pt x="2608" y="4882"/>
                    <a:pt x="2560" y="4834"/>
                    <a:pt x="2489" y="4822"/>
                  </a:cubicBezTo>
                  <a:cubicBezTo>
                    <a:pt x="2334" y="4775"/>
                    <a:pt x="2203" y="4715"/>
                    <a:pt x="2084" y="4656"/>
                  </a:cubicBezTo>
                  <a:cubicBezTo>
                    <a:pt x="2054" y="4644"/>
                    <a:pt x="2021" y="4638"/>
                    <a:pt x="1989" y="4638"/>
                  </a:cubicBezTo>
                  <a:cubicBezTo>
                    <a:pt x="1956" y="4638"/>
                    <a:pt x="1923" y="4644"/>
                    <a:pt x="1893" y="4656"/>
                  </a:cubicBezTo>
                  <a:lnTo>
                    <a:pt x="1358" y="5013"/>
                  </a:lnTo>
                  <a:cubicBezTo>
                    <a:pt x="1342" y="5023"/>
                    <a:pt x="1328" y="5029"/>
                    <a:pt x="1314" y="5029"/>
                  </a:cubicBezTo>
                  <a:cubicBezTo>
                    <a:pt x="1298" y="5029"/>
                    <a:pt x="1282" y="5020"/>
                    <a:pt x="1262" y="5001"/>
                  </a:cubicBezTo>
                  <a:lnTo>
                    <a:pt x="1012" y="4751"/>
                  </a:lnTo>
                  <a:cubicBezTo>
                    <a:pt x="977" y="4715"/>
                    <a:pt x="977" y="4691"/>
                    <a:pt x="1000" y="4656"/>
                  </a:cubicBezTo>
                  <a:lnTo>
                    <a:pt x="1346" y="4120"/>
                  </a:lnTo>
                  <a:cubicBezTo>
                    <a:pt x="1393" y="4060"/>
                    <a:pt x="1393" y="3989"/>
                    <a:pt x="1346" y="3929"/>
                  </a:cubicBezTo>
                  <a:cubicBezTo>
                    <a:pt x="1274" y="3798"/>
                    <a:pt x="1215" y="3667"/>
                    <a:pt x="1191" y="3524"/>
                  </a:cubicBezTo>
                  <a:cubicBezTo>
                    <a:pt x="1167" y="3465"/>
                    <a:pt x="1108" y="3405"/>
                    <a:pt x="1048" y="3393"/>
                  </a:cubicBezTo>
                  <a:lnTo>
                    <a:pt x="417" y="3263"/>
                  </a:lnTo>
                  <a:cubicBezTo>
                    <a:pt x="381" y="3263"/>
                    <a:pt x="357" y="3227"/>
                    <a:pt x="357" y="3191"/>
                  </a:cubicBezTo>
                  <a:lnTo>
                    <a:pt x="357" y="2846"/>
                  </a:lnTo>
                  <a:cubicBezTo>
                    <a:pt x="357" y="2810"/>
                    <a:pt x="381" y="2786"/>
                    <a:pt x="417" y="2774"/>
                  </a:cubicBezTo>
                  <a:lnTo>
                    <a:pt x="453" y="2751"/>
                  </a:lnTo>
                  <a:cubicBezTo>
                    <a:pt x="560" y="2739"/>
                    <a:pt x="619" y="2631"/>
                    <a:pt x="608" y="2548"/>
                  </a:cubicBezTo>
                  <a:cubicBezTo>
                    <a:pt x="597" y="2450"/>
                    <a:pt x="506" y="2392"/>
                    <a:pt x="427" y="2392"/>
                  </a:cubicBezTo>
                  <a:cubicBezTo>
                    <a:pt x="419" y="2392"/>
                    <a:pt x="412" y="2392"/>
                    <a:pt x="405" y="2393"/>
                  </a:cubicBezTo>
                  <a:lnTo>
                    <a:pt x="357" y="2417"/>
                  </a:lnTo>
                  <a:cubicBezTo>
                    <a:pt x="143" y="2453"/>
                    <a:pt x="0" y="2631"/>
                    <a:pt x="0" y="2846"/>
                  </a:cubicBezTo>
                  <a:lnTo>
                    <a:pt x="0" y="3191"/>
                  </a:lnTo>
                  <a:cubicBezTo>
                    <a:pt x="0" y="3393"/>
                    <a:pt x="143" y="3572"/>
                    <a:pt x="357" y="3620"/>
                  </a:cubicBezTo>
                  <a:lnTo>
                    <a:pt x="893" y="3727"/>
                  </a:lnTo>
                  <a:cubicBezTo>
                    <a:pt x="917" y="3810"/>
                    <a:pt x="965" y="3917"/>
                    <a:pt x="1012" y="4001"/>
                  </a:cubicBezTo>
                  <a:lnTo>
                    <a:pt x="715" y="4453"/>
                  </a:lnTo>
                  <a:cubicBezTo>
                    <a:pt x="596" y="4632"/>
                    <a:pt x="619" y="4858"/>
                    <a:pt x="774" y="5001"/>
                  </a:cubicBezTo>
                  <a:lnTo>
                    <a:pt x="1024" y="5251"/>
                  </a:lnTo>
                  <a:cubicBezTo>
                    <a:pt x="1112" y="5339"/>
                    <a:pt x="1227" y="5381"/>
                    <a:pt x="1338" y="5381"/>
                  </a:cubicBezTo>
                  <a:cubicBezTo>
                    <a:pt x="1423" y="5381"/>
                    <a:pt x="1505" y="5357"/>
                    <a:pt x="1572" y="5310"/>
                  </a:cubicBezTo>
                  <a:lnTo>
                    <a:pt x="2024" y="5013"/>
                  </a:lnTo>
                  <a:cubicBezTo>
                    <a:pt x="2108" y="5060"/>
                    <a:pt x="2203" y="5108"/>
                    <a:pt x="2310" y="5132"/>
                  </a:cubicBezTo>
                  <a:lnTo>
                    <a:pt x="2405" y="5668"/>
                  </a:lnTo>
                  <a:cubicBezTo>
                    <a:pt x="2453" y="5882"/>
                    <a:pt x="2632" y="6025"/>
                    <a:pt x="2846" y="6025"/>
                  </a:cubicBezTo>
                  <a:lnTo>
                    <a:pt x="3179" y="6025"/>
                  </a:lnTo>
                  <a:cubicBezTo>
                    <a:pt x="3394" y="6025"/>
                    <a:pt x="3572" y="5882"/>
                    <a:pt x="3620" y="5668"/>
                  </a:cubicBezTo>
                  <a:lnTo>
                    <a:pt x="3715" y="5132"/>
                  </a:lnTo>
                  <a:cubicBezTo>
                    <a:pt x="3810" y="5108"/>
                    <a:pt x="3917" y="5060"/>
                    <a:pt x="4001" y="5013"/>
                  </a:cubicBezTo>
                  <a:lnTo>
                    <a:pt x="4453" y="5310"/>
                  </a:lnTo>
                  <a:cubicBezTo>
                    <a:pt x="4529" y="5361"/>
                    <a:pt x="4611" y="5386"/>
                    <a:pt x="4692" y="5386"/>
                  </a:cubicBezTo>
                  <a:cubicBezTo>
                    <a:pt x="4803" y="5386"/>
                    <a:pt x="4912" y="5340"/>
                    <a:pt x="5001" y="5251"/>
                  </a:cubicBezTo>
                  <a:lnTo>
                    <a:pt x="5251" y="5001"/>
                  </a:lnTo>
                  <a:cubicBezTo>
                    <a:pt x="5406" y="4858"/>
                    <a:pt x="5418" y="4620"/>
                    <a:pt x="5310" y="4453"/>
                  </a:cubicBezTo>
                  <a:lnTo>
                    <a:pt x="5013" y="4001"/>
                  </a:lnTo>
                  <a:cubicBezTo>
                    <a:pt x="5060" y="3917"/>
                    <a:pt x="5108" y="3822"/>
                    <a:pt x="5132" y="3727"/>
                  </a:cubicBezTo>
                  <a:lnTo>
                    <a:pt x="5668" y="3620"/>
                  </a:lnTo>
                  <a:cubicBezTo>
                    <a:pt x="5882" y="3572"/>
                    <a:pt x="6025" y="3393"/>
                    <a:pt x="6025" y="3191"/>
                  </a:cubicBezTo>
                  <a:lnTo>
                    <a:pt x="6025" y="2846"/>
                  </a:lnTo>
                  <a:cubicBezTo>
                    <a:pt x="6001" y="2631"/>
                    <a:pt x="5846" y="2453"/>
                    <a:pt x="5644" y="2417"/>
                  </a:cubicBezTo>
                  <a:lnTo>
                    <a:pt x="5108" y="2310"/>
                  </a:lnTo>
                  <a:cubicBezTo>
                    <a:pt x="5072" y="2215"/>
                    <a:pt x="5025" y="2120"/>
                    <a:pt x="4989" y="2024"/>
                  </a:cubicBezTo>
                  <a:lnTo>
                    <a:pt x="5287" y="1584"/>
                  </a:lnTo>
                  <a:cubicBezTo>
                    <a:pt x="5406" y="1405"/>
                    <a:pt x="5370" y="1179"/>
                    <a:pt x="5227" y="1024"/>
                  </a:cubicBezTo>
                  <a:lnTo>
                    <a:pt x="4965" y="774"/>
                  </a:lnTo>
                  <a:cubicBezTo>
                    <a:pt x="4882" y="691"/>
                    <a:pt x="4766" y="648"/>
                    <a:pt x="4651" y="648"/>
                  </a:cubicBezTo>
                  <a:cubicBezTo>
                    <a:pt x="4569" y="648"/>
                    <a:pt x="4487" y="670"/>
                    <a:pt x="4418" y="715"/>
                  </a:cubicBezTo>
                  <a:lnTo>
                    <a:pt x="3977" y="1012"/>
                  </a:lnTo>
                  <a:cubicBezTo>
                    <a:pt x="3882" y="965"/>
                    <a:pt x="3786" y="929"/>
                    <a:pt x="3691" y="893"/>
                  </a:cubicBezTo>
                  <a:lnTo>
                    <a:pt x="3584" y="357"/>
                  </a:lnTo>
                  <a:cubicBezTo>
                    <a:pt x="3536" y="155"/>
                    <a:pt x="3358" y="0"/>
                    <a:pt x="3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62"/>
            <p:cNvSpPr/>
            <p:nvPr/>
          </p:nvSpPr>
          <p:spPr>
            <a:xfrm>
              <a:off x="2738867" y="2986895"/>
              <a:ext cx="65066" cy="65066"/>
            </a:xfrm>
            <a:custGeom>
              <a:avLst/>
              <a:gdLst/>
              <a:ahLst/>
              <a:cxnLst/>
              <a:rect l="l" t="t" r="r" b="b"/>
              <a:pathLst>
                <a:path w="2049" h="2049" extrusionOk="0">
                  <a:moveTo>
                    <a:pt x="1025" y="0"/>
                  </a:moveTo>
                  <a:cubicBezTo>
                    <a:pt x="453" y="0"/>
                    <a:pt x="1" y="453"/>
                    <a:pt x="1" y="1024"/>
                  </a:cubicBezTo>
                  <a:cubicBezTo>
                    <a:pt x="1" y="1584"/>
                    <a:pt x="453" y="2048"/>
                    <a:pt x="1025" y="2048"/>
                  </a:cubicBezTo>
                  <a:cubicBezTo>
                    <a:pt x="1251" y="2048"/>
                    <a:pt x="1465" y="1977"/>
                    <a:pt x="1644" y="1846"/>
                  </a:cubicBezTo>
                  <a:cubicBezTo>
                    <a:pt x="1727" y="1786"/>
                    <a:pt x="1739" y="1667"/>
                    <a:pt x="1680" y="1584"/>
                  </a:cubicBezTo>
                  <a:cubicBezTo>
                    <a:pt x="1646" y="1543"/>
                    <a:pt x="1593" y="1522"/>
                    <a:pt x="1540" y="1522"/>
                  </a:cubicBezTo>
                  <a:cubicBezTo>
                    <a:pt x="1500" y="1522"/>
                    <a:pt x="1461" y="1534"/>
                    <a:pt x="1430" y="1560"/>
                  </a:cubicBezTo>
                  <a:cubicBezTo>
                    <a:pt x="1311" y="1644"/>
                    <a:pt x="1168" y="1691"/>
                    <a:pt x="1025" y="1691"/>
                  </a:cubicBezTo>
                  <a:cubicBezTo>
                    <a:pt x="668" y="1691"/>
                    <a:pt x="370" y="1393"/>
                    <a:pt x="370" y="1036"/>
                  </a:cubicBezTo>
                  <a:cubicBezTo>
                    <a:pt x="382" y="655"/>
                    <a:pt x="680" y="370"/>
                    <a:pt x="1037" y="370"/>
                  </a:cubicBezTo>
                  <a:cubicBezTo>
                    <a:pt x="1394" y="370"/>
                    <a:pt x="1692" y="667"/>
                    <a:pt x="1692" y="1024"/>
                  </a:cubicBezTo>
                  <a:cubicBezTo>
                    <a:pt x="1692" y="1132"/>
                    <a:pt x="1775" y="1203"/>
                    <a:pt x="1870" y="1203"/>
                  </a:cubicBezTo>
                  <a:cubicBezTo>
                    <a:pt x="1965" y="1203"/>
                    <a:pt x="2049" y="1108"/>
                    <a:pt x="2049" y="1024"/>
                  </a:cubicBezTo>
                  <a:cubicBezTo>
                    <a:pt x="2049" y="453"/>
                    <a:pt x="1584"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62"/>
            <p:cNvSpPr/>
            <p:nvPr/>
          </p:nvSpPr>
          <p:spPr>
            <a:xfrm>
              <a:off x="2604670" y="2851904"/>
              <a:ext cx="70718" cy="71131"/>
            </a:xfrm>
            <a:custGeom>
              <a:avLst/>
              <a:gdLst/>
              <a:ahLst/>
              <a:cxnLst/>
              <a:rect l="l" t="t" r="r" b="b"/>
              <a:pathLst>
                <a:path w="2227" h="2240" extrusionOk="0">
                  <a:moveTo>
                    <a:pt x="1107" y="382"/>
                  </a:moveTo>
                  <a:cubicBezTo>
                    <a:pt x="1512" y="382"/>
                    <a:pt x="1858" y="715"/>
                    <a:pt x="1858" y="1120"/>
                  </a:cubicBezTo>
                  <a:cubicBezTo>
                    <a:pt x="1858" y="1525"/>
                    <a:pt x="1512" y="1870"/>
                    <a:pt x="1107" y="1870"/>
                  </a:cubicBezTo>
                  <a:cubicBezTo>
                    <a:pt x="691" y="1870"/>
                    <a:pt x="369" y="1525"/>
                    <a:pt x="369" y="1120"/>
                  </a:cubicBezTo>
                  <a:cubicBezTo>
                    <a:pt x="369" y="703"/>
                    <a:pt x="703" y="382"/>
                    <a:pt x="1107" y="382"/>
                  </a:cubicBezTo>
                  <a:close/>
                  <a:moveTo>
                    <a:pt x="1107" y="1"/>
                  </a:moveTo>
                  <a:cubicBezTo>
                    <a:pt x="500" y="1"/>
                    <a:pt x="0" y="513"/>
                    <a:pt x="0" y="1120"/>
                  </a:cubicBezTo>
                  <a:cubicBezTo>
                    <a:pt x="0" y="1727"/>
                    <a:pt x="500" y="2239"/>
                    <a:pt x="1107" y="2239"/>
                  </a:cubicBezTo>
                  <a:cubicBezTo>
                    <a:pt x="1727" y="2239"/>
                    <a:pt x="2227" y="1727"/>
                    <a:pt x="2227" y="1120"/>
                  </a:cubicBezTo>
                  <a:cubicBezTo>
                    <a:pt x="2227" y="513"/>
                    <a:pt x="1727"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5" name="Google Shape;9465;p62"/>
          <p:cNvGrpSpPr/>
          <p:nvPr/>
        </p:nvGrpSpPr>
        <p:grpSpPr>
          <a:xfrm>
            <a:off x="860940" y="2746477"/>
            <a:ext cx="371883" cy="365691"/>
            <a:chOff x="860940" y="2746477"/>
            <a:chExt cx="371883" cy="365691"/>
          </a:xfrm>
        </p:grpSpPr>
        <p:sp>
          <p:nvSpPr>
            <p:cNvPr id="9466" name="Google Shape;9466;p62"/>
            <p:cNvSpPr/>
            <p:nvPr/>
          </p:nvSpPr>
          <p:spPr>
            <a:xfrm>
              <a:off x="908191" y="3026302"/>
              <a:ext cx="30294" cy="28961"/>
            </a:xfrm>
            <a:custGeom>
              <a:avLst/>
              <a:gdLst/>
              <a:ahLst/>
              <a:cxnLst/>
              <a:rect l="l" t="t" r="r" b="b"/>
              <a:pathLst>
                <a:path w="954" h="912" extrusionOk="0">
                  <a:moveTo>
                    <a:pt x="763" y="1"/>
                  </a:moveTo>
                  <a:cubicBezTo>
                    <a:pt x="718" y="1"/>
                    <a:pt x="674" y="16"/>
                    <a:pt x="644" y="45"/>
                  </a:cubicBezTo>
                  <a:lnTo>
                    <a:pt x="60" y="629"/>
                  </a:lnTo>
                  <a:cubicBezTo>
                    <a:pt x="1" y="688"/>
                    <a:pt x="1" y="807"/>
                    <a:pt x="60" y="867"/>
                  </a:cubicBezTo>
                  <a:cubicBezTo>
                    <a:pt x="90" y="897"/>
                    <a:pt x="135" y="911"/>
                    <a:pt x="179" y="911"/>
                  </a:cubicBezTo>
                  <a:cubicBezTo>
                    <a:pt x="224" y="911"/>
                    <a:pt x="269" y="897"/>
                    <a:pt x="299" y="867"/>
                  </a:cubicBezTo>
                  <a:lnTo>
                    <a:pt x="882" y="283"/>
                  </a:lnTo>
                  <a:cubicBezTo>
                    <a:pt x="953" y="224"/>
                    <a:pt x="953" y="105"/>
                    <a:pt x="882" y="45"/>
                  </a:cubicBezTo>
                  <a:cubicBezTo>
                    <a:pt x="852" y="16"/>
                    <a:pt x="807"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62"/>
            <p:cNvSpPr/>
            <p:nvPr/>
          </p:nvSpPr>
          <p:spPr>
            <a:xfrm>
              <a:off x="943757" y="3061836"/>
              <a:ext cx="30263" cy="28961"/>
            </a:xfrm>
            <a:custGeom>
              <a:avLst/>
              <a:gdLst/>
              <a:ahLst/>
              <a:cxnLst/>
              <a:rect l="l" t="t" r="r" b="b"/>
              <a:pathLst>
                <a:path w="953" h="912" extrusionOk="0">
                  <a:moveTo>
                    <a:pt x="762" y="1"/>
                  </a:moveTo>
                  <a:cubicBezTo>
                    <a:pt x="717" y="1"/>
                    <a:pt x="673" y="16"/>
                    <a:pt x="643" y="46"/>
                  </a:cubicBezTo>
                  <a:lnTo>
                    <a:pt x="60" y="629"/>
                  </a:lnTo>
                  <a:cubicBezTo>
                    <a:pt x="0" y="688"/>
                    <a:pt x="0" y="807"/>
                    <a:pt x="60" y="867"/>
                  </a:cubicBezTo>
                  <a:cubicBezTo>
                    <a:pt x="89" y="897"/>
                    <a:pt x="134" y="912"/>
                    <a:pt x="179" y="912"/>
                  </a:cubicBezTo>
                  <a:cubicBezTo>
                    <a:pt x="223" y="912"/>
                    <a:pt x="268" y="897"/>
                    <a:pt x="298" y="867"/>
                  </a:cubicBezTo>
                  <a:lnTo>
                    <a:pt x="881" y="284"/>
                  </a:lnTo>
                  <a:cubicBezTo>
                    <a:pt x="953" y="224"/>
                    <a:pt x="953" y="105"/>
                    <a:pt x="881" y="46"/>
                  </a:cubicBezTo>
                  <a:cubicBezTo>
                    <a:pt x="851" y="16"/>
                    <a:pt x="807"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62"/>
            <p:cNvSpPr/>
            <p:nvPr/>
          </p:nvSpPr>
          <p:spPr>
            <a:xfrm>
              <a:off x="926355" y="3044085"/>
              <a:ext cx="29881" cy="28579"/>
            </a:xfrm>
            <a:custGeom>
              <a:avLst/>
              <a:gdLst/>
              <a:ahLst/>
              <a:cxnLst/>
              <a:rect l="l" t="t" r="r" b="b"/>
              <a:pathLst>
                <a:path w="941" h="900" extrusionOk="0">
                  <a:moveTo>
                    <a:pt x="762" y="0"/>
                  </a:moveTo>
                  <a:cubicBezTo>
                    <a:pt x="718" y="0"/>
                    <a:pt x="673" y="15"/>
                    <a:pt x="643" y="45"/>
                  </a:cubicBezTo>
                  <a:lnTo>
                    <a:pt x="60" y="616"/>
                  </a:lnTo>
                  <a:cubicBezTo>
                    <a:pt x="0" y="676"/>
                    <a:pt x="0" y="795"/>
                    <a:pt x="60" y="855"/>
                  </a:cubicBezTo>
                  <a:cubicBezTo>
                    <a:pt x="90" y="884"/>
                    <a:pt x="134" y="899"/>
                    <a:pt x="179" y="899"/>
                  </a:cubicBezTo>
                  <a:cubicBezTo>
                    <a:pt x="224" y="899"/>
                    <a:pt x="268" y="884"/>
                    <a:pt x="298" y="855"/>
                  </a:cubicBezTo>
                  <a:lnTo>
                    <a:pt x="881" y="283"/>
                  </a:lnTo>
                  <a:cubicBezTo>
                    <a:pt x="941" y="224"/>
                    <a:pt x="941" y="116"/>
                    <a:pt x="881" y="45"/>
                  </a:cubicBezTo>
                  <a:cubicBezTo>
                    <a:pt x="852" y="15"/>
                    <a:pt x="807"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62"/>
            <p:cNvSpPr/>
            <p:nvPr/>
          </p:nvSpPr>
          <p:spPr>
            <a:xfrm>
              <a:off x="860940" y="2746477"/>
              <a:ext cx="371883" cy="365691"/>
            </a:xfrm>
            <a:custGeom>
              <a:avLst/>
              <a:gdLst/>
              <a:ahLst/>
              <a:cxnLst/>
              <a:rect l="l" t="t" r="r" b="b"/>
              <a:pathLst>
                <a:path w="11711" h="11516" extrusionOk="0">
                  <a:moveTo>
                    <a:pt x="11312" y="344"/>
                  </a:moveTo>
                  <a:lnTo>
                    <a:pt x="10835" y="1987"/>
                  </a:lnTo>
                  <a:lnTo>
                    <a:pt x="9680" y="821"/>
                  </a:lnTo>
                  <a:lnTo>
                    <a:pt x="11312" y="344"/>
                  </a:lnTo>
                  <a:close/>
                  <a:moveTo>
                    <a:pt x="4882" y="3821"/>
                  </a:moveTo>
                  <a:lnTo>
                    <a:pt x="2822" y="5881"/>
                  </a:lnTo>
                  <a:lnTo>
                    <a:pt x="477" y="5690"/>
                  </a:lnTo>
                  <a:cubicBezTo>
                    <a:pt x="453" y="5690"/>
                    <a:pt x="429" y="5643"/>
                    <a:pt x="465" y="5631"/>
                  </a:cubicBezTo>
                  <a:cubicBezTo>
                    <a:pt x="1477" y="4619"/>
                    <a:pt x="2822" y="4000"/>
                    <a:pt x="4227" y="3881"/>
                  </a:cubicBezTo>
                  <a:lnTo>
                    <a:pt x="4882" y="3821"/>
                  </a:lnTo>
                  <a:close/>
                  <a:moveTo>
                    <a:pt x="2894" y="6297"/>
                  </a:moveTo>
                  <a:lnTo>
                    <a:pt x="3811" y="7226"/>
                  </a:lnTo>
                  <a:lnTo>
                    <a:pt x="3477" y="7571"/>
                  </a:lnTo>
                  <a:lnTo>
                    <a:pt x="2549" y="6643"/>
                  </a:lnTo>
                  <a:lnTo>
                    <a:pt x="2894" y="6297"/>
                  </a:lnTo>
                  <a:close/>
                  <a:moveTo>
                    <a:pt x="2727" y="7333"/>
                  </a:moveTo>
                  <a:lnTo>
                    <a:pt x="3203" y="7810"/>
                  </a:lnTo>
                  <a:lnTo>
                    <a:pt x="2799" y="8226"/>
                  </a:lnTo>
                  <a:cubicBezTo>
                    <a:pt x="2787" y="8238"/>
                    <a:pt x="2763" y="8262"/>
                    <a:pt x="2739" y="8298"/>
                  </a:cubicBezTo>
                  <a:lnTo>
                    <a:pt x="2310" y="7869"/>
                  </a:lnTo>
                  <a:cubicBezTo>
                    <a:pt x="2287" y="7833"/>
                    <a:pt x="2287" y="7774"/>
                    <a:pt x="2310" y="7750"/>
                  </a:cubicBezTo>
                  <a:lnTo>
                    <a:pt x="2727" y="7333"/>
                  </a:lnTo>
                  <a:close/>
                  <a:moveTo>
                    <a:pt x="9311" y="916"/>
                  </a:moveTo>
                  <a:lnTo>
                    <a:pt x="10740" y="2345"/>
                  </a:lnTo>
                  <a:lnTo>
                    <a:pt x="10299" y="3821"/>
                  </a:lnTo>
                  <a:lnTo>
                    <a:pt x="5597" y="8524"/>
                  </a:lnTo>
                  <a:lnTo>
                    <a:pt x="4680" y="7595"/>
                  </a:lnTo>
                  <a:lnTo>
                    <a:pt x="6823" y="5452"/>
                  </a:lnTo>
                  <a:cubicBezTo>
                    <a:pt x="6966" y="5309"/>
                    <a:pt x="7001" y="5035"/>
                    <a:pt x="6811" y="4833"/>
                  </a:cubicBezTo>
                  <a:cubicBezTo>
                    <a:pt x="6728" y="4750"/>
                    <a:pt x="6617" y="4708"/>
                    <a:pt x="6506" y="4708"/>
                  </a:cubicBezTo>
                  <a:cubicBezTo>
                    <a:pt x="6394" y="4708"/>
                    <a:pt x="6281" y="4750"/>
                    <a:pt x="6192" y="4833"/>
                  </a:cubicBezTo>
                  <a:lnTo>
                    <a:pt x="4049" y="6976"/>
                  </a:lnTo>
                  <a:lnTo>
                    <a:pt x="3132" y="6047"/>
                  </a:lnTo>
                  <a:lnTo>
                    <a:pt x="7835" y="1344"/>
                  </a:lnTo>
                  <a:lnTo>
                    <a:pt x="9311" y="916"/>
                  </a:lnTo>
                  <a:close/>
                  <a:moveTo>
                    <a:pt x="6495" y="5047"/>
                  </a:moveTo>
                  <a:cubicBezTo>
                    <a:pt x="6522" y="5047"/>
                    <a:pt x="6549" y="5059"/>
                    <a:pt x="6573" y="5083"/>
                  </a:cubicBezTo>
                  <a:cubicBezTo>
                    <a:pt x="6609" y="5131"/>
                    <a:pt x="6609" y="5178"/>
                    <a:pt x="6573" y="5226"/>
                  </a:cubicBezTo>
                  <a:lnTo>
                    <a:pt x="4311" y="7488"/>
                  </a:lnTo>
                  <a:lnTo>
                    <a:pt x="3203" y="8595"/>
                  </a:lnTo>
                  <a:cubicBezTo>
                    <a:pt x="3180" y="8619"/>
                    <a:pt x="3153" y="8631"/>
                    <a:pt x="3127" y="8631"/>
                  </a:cubicBezTo>
                  <a:cubicBezTo>
                    <a:pt x="3102" y="8631"/>
                    <a:pt x="3078" y="8619"/>
                    <a:pt x="3060" y="8595"/>
                  </a:cubicBezTo>
                  <a:cubicBezTo>
                    <a:pt x="3013" y="8548"/>
                    <a:pt x="3013" y="8488"/>
                    <a:pt x="3060" y="8441"/>
                  </a:cubicBezTo>
                  <a:lnTo>
                    <a:pt x="6418" y="5083"/>
                  </a:lnTo>
                  <a:cubicBezTo>
                    <a:pt x="6442" y="5059"/>
                    <a:pt x="6469" y="5047"/>
                    <a:pt x="6495" y="5047"/>
                  </a:cubicBezTo>
                  <a:close/>
                  <a:moveTo>
                    <a:pt x="4430" y="7857"/>
                  </a:moveTo>
                  <a:lnTo>
                    <a:pt x="5346" y="8786"/>
                  </a:lnTo>
                  <a:lnTo>
                    <a:pt x="5001" y="9119"/>
                  </a:lnTo>
                  <a:lnTo>
                    <a:pt x="4989" y="9119"/>
                  </a:lnTo>
                  <a:lnTo>
                    <a:pt x="4084" y="8202"/>
                  </a:lnTo>
                  <a:lnTo>
                    <a:pt x="4430" y="7857"/>
                  </a:lnTo>
                  <a:close/>
                  <a:moveTo>
                    <a:pt x="3846" y="8429"/>
                  </a:moveTo>
                  <a:lnTo>
                    <a:pt x="4323" y="8905"/>
                  </a:lnTo>
                  <a:lnTo>
                    <a:pt x="3906" y="9322"/>
                  </a:lnTo>
                  <a:cubicBezTo>
                    <a:pt x="3894" y="9334"/>
                    <a:pt x="3858" y="9357"/>
                    <a:pt x="3846" y="9357"/>
                  </a:cubicBezTo>
                  <a:cubicBezTo>
                    <a:pt x="3834" y="9357"/>
                    <a:pt x="3811" y="9357"/>
                    <a:pt x="3787" y="9322"/>
                  </a:cubicBezTo>
                  <a:lnTo>
                    <a:pt x="3358" y="8905"/>
                  </a:lnTo>
                  <a:cubicBezTo>
                    <a:pt x="3382" y="8893"/>
                    <a:pt x="3394" y="8881"/>
                    <a:pt x="3430" y="8845"/>
                  </a:cubicBezTo>
                  <a:lnTo>
                    <a:pt x="3846" y="8429"/>
                  </a:lnTo>
                  <a:close/>
                  <a:moveTo>
                    <a:pt x="11322" y="1"/>
                  </a:moveTo>
                  <a:cubicBezTo>
                    <a:pt x="11295" y="1"/>
                    <a:pt x="11267" y="4"/>
                    <a:pt x="11240" y="11"/>
                  </a:cubicBezTo>
                  <a:cubicBezTo>
                    <a:pt x="10514" y="213"/>
                    <a:pt x="8394" y="844"/>
                    <a:pt x="7704" y="1035"/>
                  </a:cubicBezTo>
                  <a:cubicBezTo>
                    <a:pt x="7668" y="1047"/>
                    <a:pt x="7656" y="1059"/>
                    <a:pt x="7621" y="1083"/>
                  </a:cubicBezTo>
                  <a:lnTo>
                    <a:pt x="5263" y="3440"/>
                  </a:lnTo>
                  <a:lnTo>
                    <a:pt x="4203" y="3535"/>
                  </a:lnTo>
                  <a:cubicBezTo>
                    <a:pt x="2703" y="3654"/>
                    <a:pt x="1286" y="4321"/>
                    <a:pt x="227" y="5381"/>
                  </a:cubicBezTo>
                  <a:cubicBezTo>
                    <a:pt x="1" y="5595"/>
                    <a:pt x="143" y="5988"/>
                    <a:pt x="465" y="6024"/>
                  </a:cubicBezTo>
                  <a:lnTo>
                    <a:pt x="2525" y="6190"/>
                  </a:lnTo>
                  <a:lnTo>
                    <a:pt x="2310" y="6405"/>
                  </a:lnTo>
                  <a:cubicBezTo>
                    <a:pt x="2179" y="6536"/>
                    <a:pt x="2179" y="6750"/>
                    <a:pt x="2310" y="6881"/>
                  </a:cubicBezTo>
                  <a:lnTo>
                    <a:pt x="2525" y="7083"/>
                  </a:lnTo>
                  <a:lnTo>
                    <a:pt x="2108" y="7500"/>
                  </a:lnTo>
                  <a:cubicBezTo>
                    <a:pt x="1941" y="7667"/>
                    <a:pt x="1941" y="7941"/>
                    <a:pt x="2108" y="8095"/>
                  </a:cubicBezTo>
                  <a:lnTo>
                    <a:pt x="3561" y="9560"/>
                  </a:lnTo>
                  <a:cubicBezTo>
                    <a:pt x="3644" y="9643"/>
                    <a:pt x="3751" y="9685"/>
                    <a:pt x="3858" y="9685"/>
                  </a:cubicBezTo>
                  <a:cubicBezTo>
                    <a:pt x="3965" y="9685"/>
                    <a:pt x="4073" y="9643"/>
                    <a:pt x="4156" y="9560"/>
                  </a:cubicBezTo>
                  <a:lnTo>
                    <a:pt x="4573" y="9143"/>
                  </a:lnTo>
                  <a:lnTo>
                    <a:pt x="4763" y="9334"/>
                  </a:lnTo>
                  <a:cubicBezTo>
                    <a:pt x="4835" y="9399"/>
                    <a:pt x="4924" y="9432"/>
                    <a:pt x="5015" y="9432"/>
                  </a:cubicBezTo>
                  <a:cubicBezTo>
                    <a:pt x="5105" y="9432"/>
                    <a:pt x="5198" y="9399"/>
                    <a:pt x="5275" y="9334"/>
                  </a:cubicBezTo>
                  <a:lnTo>
                    <a:pt x="5477" y="9131"/>
                  </a:lnTo>
                  <a:lnTo>
                    <a:pt x="5656" y="11179"/>
                  </a:lnTo>
                  <a:cubicBezTo>
                    <a:pt x="5680" y="11334"/>
                    <a:pt x="5763" y="11453"/>
                    <a:pt x="5894" y="11500"/>
                  </a:cubicBezTo>
                  <a:cubicBezTo>
                    <a:pt x="5935" y="11511"/>
                    <a:pt x="5975" y="11516"/>
                    <a:pt x="6015" y="11516"/>
                  </a:cubicBezTo>
                  <a:cubicBezTo>
                    <a:pt x="6115" y="11516"/>
                    <a:pt x="6210" y="11482"/>
                    <a:pt x="6287" y="11405"/>
                  </a:cubicBezTo>
                  <a:cubicBezTo>
                    <a:pt x="6942" y="10750"/>
                    <a:pt x="7430" y="9977"/>
                    <a:pt x="7763" y="9119"/>
                  </a:cubicBezTo>
                  <a:cubicBezTo>
                    <a:pt x="7787" y="9024"/>
                    <a:pt x="7740" y="8941"/>
                    <a:pt x="7656" y="8893"/>
                  </a:cubicBezTo>
                  <a:cubicBezTo>
                    <a:pt x="7635" y="8885"/>
                    <a:pt x="7614" y="8881"/>
                    <a:pt x="7594" y="8881"/>
                  </a:cubicBezTo>
                  <a:cubicBezTo>
                    <a:pt x="7525" y="8881"/>
                    <a:pt x="7467" y="8926"/>
                    <a:pt x="7430" y="9000"/>
                  </a:cubicBezTo>
                  <a:cubicBezTo>
                    <a:pt x="7132" y="9810"/>
                    <a:pt x="6656" y="10560"/>
                    <a:pt x="6037" y="11167"/>
                  </a:cubicBezTo>
                  <a:cubicBezTo>
                    <a:pt x="6027" y="11172"/>
                    <a:pt x="6015" y="11175"/>
                    <a:pt x="6005" y="11175"/>
                  </a:cubicBezTo>
                  <a:cubicBezTo>
                    <a:pt x="5990" y="11175"/>
                    <a:pt x="5978" y="11169"/>
                    <a:pt x="5978" y="11155"/>
                  </a:cubicBezTo>
                  <a:lnTo>
                    <a:pt x="5763" y="8822"/>
                  </a:lnTo>
                  <a:lnTo>
                    <a:pt x="7835" y="6750"/>
                  </a:lnTo>
                  <a:lnTo>
                    <a:pt x="7835" y="6750"/>
                  </a:lnTo>
                  <a:cubicBezTo>
                    <a:pt x="7763" y="7583"/>
                    <a:pt x="7740" y="7810"/>
                    <a:pt x="7656" y="8238"/>
                  </a:cubicBezTo>
                  <a:cubicBezTo>
                    <a:pt x="7644" y="8322"/>
                    <a:pt x="7680" y="8417"/>
                    <a:pt x="7787" y="8441"/>
                  </a:cubicBezTo>
                  <a:cubicBezTo>
                    <a:pt x="7803" y="8445"/>
                    <a:pt x="7819" y="8447"/>
                    <a:pt x="7834" y="8447"/>
                  </a:cubicBezTo>
                  <a:cubicBezTo>
                    <a:pt x="7909" y="8447"/>
                    <a:pt x="7972" y="8399"/>
                    <a:pt x="8002" y="8310"/>
                  </a:cubicBezTo>
                  <a:cubicBezTo>
                    <a:pt x="8121" y="7786"/>
                    <a:pt x="8121" y="7548"/>
                    <a:pt x="8216" y="6393"/>
                  </a:cubicBezTo>
                  <a:lnTo>
                    <a:pt x="10585" y="4023"/>
                  </a:lnTo>
                  <a:cubicBezTo>
                    <a:pt x="10597" y="4011"/>
                    <a:pt x="10621" y="3976"/>
                    <a:pt x="10633" y="3952"/>
                  </a:cubicBezTo>
                  <a:lnTo>
                    <a:pt x="11109" y="2345"/>
                  </a:lnTo>
                  <a:lnTo>
                    <a:pt x="11669" y="404"/>
                  </a:lnTo>
                  <a:cubicBezTo>
                    <a:pt x="11711" y="193"/>
                    <a:pt x="11529" y="1"/>
                    <a:pt x="1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2"/>
            <p:cNvSpPr/>
            <p:nvPr/>
          </p:nvSpPr>
          <p:spPr>
            <a:xfrm>
              <a:off x="1070396" y="2832057"/>
              <a:ext cx="90406" cy="69035"/>
            </a:xfrm>
            <a:custGeom>
              <a:avLst/>
              <a:gdLst/>
              <a:ahLst/>
              <a:cxnLst/>
              <a:rect l="l" t="t" r="r" b="b"/>
              <a:pathLst>
                <a:path w="2847" h="2174" extrusionOk="0">
                  <a:moveTo>
                    <a:pt x="1730" y="0"/>
                  </a:moveTo>
                  <a:cubicBezTo>
                    <a:pt x="1668" y="0"/>
                    <a:pt x="1610" y="44"/>
                    <a:pt x="1584" y="114"/>
                  </a:cubicBezTo>
                  <a:cubicBezTo>
                    <a:pt x="1537" y="197"/>
                    <a:pt x="1584" y="293"/>
                    <a:pt x="1668" y="328"/>
                  </a:cubicBezTo>
                  <a:cubicBezTo>
                    <a:pt x="2179" y="554"/>
                    <a:pt x="2299" y="1221"/>
                    <a:pt x="1906" y="1614"/>
                  </a:cubicBezTo>
                  <a:cubicBezTo>
                    <a:pt x="1751" y="1769"/>
                    <a:pt x="1551" y="1846"/>
                    <a:pt x="1350" y="1846"/>
                  </a:cubicBezTo>
                  <a:cubicBezTo>
                    <a:pt x="1150" y="1846"/>
                    <a:pt x="947" y="1769"/>
                    <a:pt x="786" y="1614"/>
                  </a:cubicBezTo>
                  <a:cubicBezTo>
                    <a:pt x="405" y="1221"/>
                    <a:pt x="525" y="566"/>
                    <a:pt x="1025" y="328"/>
                  </a:cubicBezTo>
                  <a:cubicBezTo>
                    <a:pt x="1120" y="293"/>
                    <a:pt x="1144" y="197"/>
                    <a:pt x="1120" y="114"/>
                  </a:cubicBezTo>
                  <a:cubicBezTo>
                    <a:pt x="1083" y="41"/>
                    <a:pt x="1019" y="10"/>
                    <a:pt x="954" y="10"/>
                  </a:cubicBezTo>
                  <a:cubicBezTo>
                    <a:pt x="934" y="10"/>
                    <a:pt x="913" y="13"/>
                    <a:pt x="894" y="19"/>
                  </a:cubicBezTo>
                  <a:cubicBezTo>
                    <a:pt x="179" y="352"/>
                    <a:pt x="1" y="1281"/>
                    <a:pt x="572" y="1852"/>
                  </a:cubicBezTo>
                  <a:cubicBezTo>
                    <a:pt x="786" y="2078"/>
                    <a:pt x="1072" y="2174"/>
                    <a:pt x="1370" y="2174"/>
                  </a:cubicBezTo>
                  <a:cubicBezTo>
                    <a:pt x="2334" y="2162"/>
                    <a:pt x="2846" y="947"/>
                    <a:pt x="2132" y="245"/>
                  </a:cubicBezTo>
                  <a:cubicBezTo>
                    <a:pt x="2037" y="150"/>
                    <a:pt x="1918" y="66"/>
                    <a:pt x="1798" y="19"/>
                  </a:cubicBezTo>
                  <a:cubicBezTo>
                    <a:pt x="1776" y="6"/>
                    <a:pt x="1753" y="0"/>
                    <a:pt x="1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1" name="Google Shape;9471;p62"/>
          <p:cNvGrpSpPr/>
          <p:nvPr/>
        </p:nvGrpSpPr>
        <p:grpSpPr>
          <a:xfrm>
            <a:off x="1450836" y="2766258"/>
            <a:ext cx="283985" cy="341080"/>
            <a:chOff x="1493849" y="2775533"/>
            <a:chExt cx="283985" cy="341080"/>
          </a:xfrm>
        </p:grpSpPr>
        <p:sp>
          <p:nvSpPr>
            <p:cNvPr id="9472" name="Google Shape;9472;p62"/>
            <p:cNvSpPr/>
            <p:nvPr/>
          </p:nvSpPr>
          <p:spPr>
            <a:xfrm>
              <a:off x="1493849" y="2775533"/>
              <a:ext cx="283985" cy="341080"/>
            </a:xfrm>
            <a:custGeom>
              <a:avLst/>
              <a:gdLst/>
              <a:ahLst/>
              <a:cxnLst/>
              <a:rect l="l" t="t" r="r" b="b"/>
              <a:pathLst>
                <a:path w="8943" h="10741" extrusionOk="0">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62"/>
            <p:cNvSpPr/>
            <p:nvPr/>
          </p:nvSpPr>
          <p:spPr>
            <a:xfrm>
              <a:off x="1590638" y="2834153"/>
              <a:ext cx="88501" cy="84754"/>
            </a:xfrm>
            <a:custGeom>
              <a:avLst/>
              <a:gdLst/>
              <a:ahLst/>
              <a:cxnLst/>
              <a:rect l="l" t="t" r="r" b="b"/>
              <a:pathLst>
                <a:path w="2787" h="2669" extrusionOk="0">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4" name="Google Shape;9474;p62"/>
          <p:cNvGrpSpPr/>
          <p:nvPr/>
        </p:nvGrpSpPr>
        <p:grpSpPr>
          <a:xfrm>
            <a:off x="1952836" y="2774422"/>
            <a:ext cx="372835" cy="342573"/>
            <a:chOff x="1952836" y="2774422"/>
            <a:chExt cx="372835" cy="342573"/>
          </a:xfrm>
        </p:grpSpPr>
        <p:sp>
          <p:nvSpPr>
            <p:cNvPr id="9475" name="Google Shape;9475;p62"/>
            <p:cNvSpPr/>
            <p:nvPr/>
          </p:nvSpPr>
          <p:spPr>
            <a:xfrm>
              <a:off x="2076490"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6" y="941"/>
                    <a:pt x="345" y="811"/>
                    <a:pt x="345" y="644"/>
                  </a:cubicBezTo>
                  <a:cubicBezTo>
                    <a:pt x="345" y="477"/>
                    <a:pt x="476" y="346"/>
                    <a:pt x="643" y="346"/>
                  </a:cubicBezTo>
                  <a:close/>
                  <a:moveTo>
                    <a:pt x="643" y="1"/>
                  </a:moveTo>
                  <a:cubicBezTo>
                    <a:pt x="286" y="1"/>
                    <a:pt x="0" y="287"/>
                    <a:pt x="0" y="644"/>
                  </a:cubicBezTo>
                  <a:cubicBezTo>
                    <a:pt x="0" y="1001"/>
                    <a:pt x="286" y="1287"/>
                    <a:pt x="643" y="1287"/>
                  </a:cubicBezTo>
                  <a:cubicBezTo>
                    <a:pt x="1000" y="1287"/>
                    <a:pt x="1286" y="1001"/>
                    <a:pt x="1286" y="644"/>
                  </a:cubicBezTo>
                  <a:cubicBezTo>
                    <a:pt x="1286" y="287"/>
                    <a:pt x="1000"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62"/>
            <p:cNvSpPr/>
            <p:nvPr/>
          </p:nvSpPr>
          <p:spPr>
            <a:xfrm>
              <a:off x="2208432"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7" y="941"/>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86" y="1001"/>
                    <a:pt x="1286" y="644"/>
                  </a:cubicBezTo>
                  <a:cubicBezTo>
                    <a:pt x="1286"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62"/>
            <p:cNvSpPr/>
            <p:nvPr/>
          </p:nvSpPr>
          <p:spPr>
            <a:xfrm>
              <a:off x="1952836" y="2774422"/>
              <a:ext cx="372835" cy="342573"/>
            </a:xfrm>
            <a:custGeom>
              <a:avLst/>
              <a:gdLst/>
              <a:ahLst/>
              <a:cxnLst/>
              <a:rect l="l" t="t" r="r" b="b"/>
              <a:pathLst>
                <a:path w="11741" h="10788" extrusionOk="0">
                  <a:moveTo>
                    <a:pt x="5382" y="1988"/>
                  </a:moveTo>
                  <a:lnTo>
                    <a:pt x="5382" y="3001"/>
                  </a:lnTo>
                  <a:lnTo>
                    <a:pt x="4359" y="3001"/>
                  </a:lnTo>
                  <a:lnTo>
                    <a:pt x="4359" y="1988"/>
                  </a:lnTo>
                  <a:close/>
                  <a:moveTo>
                    <a:pt x="6752" y="1988"/>
                  </a:moveTo>
                  <a:lnTo>
                    <a:pt x="6752" y="3001"/>
                  </a:lnTo>
                  <a:lnTo>
                    <a:pt x="5728" y="3001"/>
                  </a:lnTo>
                  <a:lnTo>
                    <a:pt x="5728" y="1988"/>
                  </a:lnTo>
                  <a:close/>
                  <a:moveTo>
                    <a:pt x="8121" y="1988"/>
                  </a:moveTo>
                  <a:lnTo>
                    <a:pt x="8121" y="3001"/>
                  </a:lnTo>
                  <a:lnTo>
                    <a:pt x="7097" y="3001"/>
                  </a:lnTo>
                  <a:lnTo>
                    <a:pt x="7097" y="1988"/>
                  </a:lnTo>
                  <a:close/>
                  <a:moveTo>
                    <a:pt x="9490" y="1988"/>
                  </a:moveTo>
                  <a:lnTo>
                    <a:pt x="9490" y="3001"/>
                  </a:lnTo>
                  <a:lnTo>
                    <a:pt x="8466" y="3001"/>
                  </a:lnTo>
                  <a:lnTo>
                    <a:pt x="8466" y="1988"/>
                  </a:lnTo>
                  <a:close/>
                  <a:moveTo>
                    <a:pt x="10324" y="1988"/>
                  </a:moveTo>
                  <a:lnTo>
                    <a:pt x="10085" y="3001"/>
                  </a:lnTo>
                  <a:lnTo>
                    <a:pt x="9847" y="3001"/>
                  </a:lnTo>
                  <a:lnTo>
                    <a:pt x="9847" y="1988"/>
                  </a:lnTo>
                  <a:close/>
                  <a:moveTo>
                    <a:pt x="4001" y="2000"/>
                  </a:moveTo>
                  <a:lnTo>
                    <a:pt x="4001" y="3012"/>
                  </a:lnTo>
                  <a:lnTo>
                    <a:pt x="3311" y="3012"/>
                  </a:lnTo>
                  <a:lnTo>
                    <a:pt x="2965" y="2000"/>
                  </a:lnTo>
                  <a:close/>
                  <a:moveTo>
                    <a:pt x="10014" y="3334"/>
                  </a:moveTo>
                  <a:lnTo>
                    <a:pt x="9847" y="4048"/>
                  </a:lnTo>
                  <a:lnTo>
                    <a:pt x="9847" y="3334"/>
                  </a:lnTo>
                  <a:close/>
                  <a:moveTo>
                    <a:pt x="4013" y="3334"/>
                  </a:moveTo>
                  <a:lnTo>
                    <a:pt x="4013" y="4370"/>
                  </a:lnTo>
                  <a:lnTo>
                    <a:pt x="3823" y="4370"/>
                  </a:lnTo>
                  <a:lnTo>
                    <a:pt x="3454" y="3334"/>
                  </a:lnTo>
                  <a:close/>
                  <a:moveTo>
                    <a:pt x="5371" y="3334"/>
                  </a:moveTo>
                  <a:lnTo>
                    <a:pt x="5371" y="4370"/>
                  </a:lnTo>
                  <a:lnTo>
                    <a:pt x="4347" y="4370"/>
                  </a:lnTo>
                  <a:lnTo>
                    <a:pt x="4347" y="3334"/>
                  </a:lnTo>
                  <a:close/>
                  <a:moveTo>
                    <a:pt x="6752" y="3334"/>
                  </a:moveTo>
                  <a:lnTo>
                    <a:pt x="6752" y="4370"/>
                  </a:lnTo>
                  <a:lnTo>
                    <a:pt x="5728" y="4370"/>
                  </a:lnTo>
                  <a:lnTo>
                    <a:pt x="5728" y="3334"/>
                  </a:lnTo>
                  <a:close/>
                  <a:moveTo>
                    <a:pt x="8121" y="3358"/>
                  </a:moveTo>
                  <a:lnTo>
                    <a:pt x="8121" y="4382"/>
                  </a:lnTo>
                  <a:lnTo>
                    <a:pt x="7097" y="4382"/>
                  </a:lnTo>
                  <a:lnTo>
                    <a:pt x="7097" y="3358"/>
                  </a:lnTo>
                  <a:close/>
                  <a:moveTo>
                    <a:pt x="9514" y="3358"/>
                  </a:moveTo>
                  <a:lnTo>
                    <a:pt x="9514" y="4382"/>
                  </a:lnTo>
                  <a:lnTo>
                    <a:pt x="8478" y="4382"/>
                  </a:lnTo>
                  <a:lnTo>
                    <a:pt x="8478" y="3358"/>
                  </a:lnTo>
                  <a:close/>
                  <a:moveTo>
                    <a:pt x="4001" y="4727"/>
                  </a:moveTo>
                  <a:lnTo>
                    <a:pt x="4001" y="4941"/>
                  </a:lnTo>
                  <a:lnTo>
                    <a:pt x="3930" y="4727"/>
                  </a:lnTo>
                  <a:close/>
                  <a:moveTo>
                    <a:pt x="5371" y="4715"/>
                  </a:moveTo>
                  <a:lnTo>
                    <a:pt x="5371" y="5525"/>
                  </a:lnTo>
                  <a:cubicBezTo>
                    <a:pt x="5297" y="5521"/>
                    <a:pt x="5230" y="5520"/>
                    <a:pt x="5167" y="5520"/>
                  </a:cubicBezTo>
                  <a:cubicBezTo>
                    <a:pt x="5049" y="5520"/>
                    <a:pt x="4947" y="5524"/>
                    <a:pt x="4854" y="5524"/>
                  </a:cubicBezTo>
                  <a:cubicBezTo>
                    <a:pt x="4666" y="5524"/>
                    <a:pt x="4516" y="5507"/>
                    <a:pt x="4347" y="5406"/>
                  </a:cubicBezTo>
                  <a:lnTo>
                    <a:pt x="4347" y="4715"/>
                  </a:lnTo>
                  <a:close/>
                  <a:moveTo>
                    <a:pt x="6752" y="4727"/>
                  </a:moveTo>
                  <a:lnTo>
                    <a:pt x="6752" y="5525"/>
                  </a:lnTo>
                  <a:lnTo>
                    <a:pt x="5728" y="5525"/>
                  </a:lnTo>
                  <a:lnTo>
                    <a:pt x="5728" y="4727"/>
                  </a:lnTo>
                  <a:close/>
                  <a:moveTo>
                    <a:pt x="8121" y="4727"/>
                  </a:moveTo>
                  <a:lnTo>
                    <a:pt x="8121" y="5525"/>
                  </a:lnTo>
                  <a:lnTo>
                    <a:pt x="7097" y="5525"/>
                  </a:lnTo>
                  <a:lnTo>
                    <a:pt x="7097" y="4727"/>
                  </a:lnTo>
                  <a:close/>
                  <a:moveTo>
                    <a:pt x="9490" y="4727"/>
                  </a:moveTo>
                  <a:lnTo>
                    <a:pt x="9490" y="5525"/>
                  </a:lnTo>
                  <a:lnTo>
                    <a:pt x="8466" y="5525"/>
                  </a:lnTo>
                  <a:lnTo>
                    <a:pt x="8466" y="4727"/>
                  </a:lnTo>
                  <a:close/>
                  <a:moveTo>
                    <a:pt x="4537" y="8680"/>
                  </a:moveTo>
                  <a:cubicBezTo>
                    <a:pt x="5025" y="8680"/>
                    <a:pt x="5418" y="9085"/>
                    <a:pt x="5418" y="9561"/>
                  </a:cubicBezTo>
                  <a:cubicBezTo>
                    <a:pt x="5418" y="10037"/>
                    <a:pt x="5025" y="10442"/>
                    <a:pt x="4537" y="10442"/>
                  </a:cubicBezTo>
                  <a:cubicBezTo>
                    <a:pt x="4049" y="10442"/>
                    <a:pt x="3656" y="10049"/>
                    <a:pt x="3656" y="9561"/>
                  </a:cubicBezTo>
                  <a:cubicBezTo>
                    <a:pt x="3656" y="9085"/>
                    <a:pt x="4049" y="8680"/>
                    <a:pt x="4537" y="8680"/>
                  </a:cubicBezTo>
                  <a:close/>
                  <a:moveTo>
                    <a:pt x="8692" y="8680"/>
                  </a:moveTo>
                  <a:cubicBezTo>
                    <a:pt x="9181" y="8680"/>
                    <a:pt x="9573" y="9085"/>
                    <a:pt x="9573" y="9561"/>
                  </a:cubicBezTo>
                  <a:cubicBezTo>
                    <a:pt x="9573" y="10037"/>
                    <a:pt x="9181" y="10442"/>
                    <a:pt x="8692" y="10442"/>
                  </a:cubicBezTo>
                  <a:cubicBezTo>
                    <a:pt x="8204" y="10442"/>
                    <a:pt x="7811" y="10049"/>
                    <a:pt x="7811" y="9561"/>
                  </a:cubicBezTo>
                  <a:cubicBezTo>
                    <a:pt x="7811" y="9085"/>
                    <a:pt x="8204" y="8680"/>
                    <a:pt x="8692" y="8680"/>
                  </a:cubicBezTo>
                  <a:close/>
                  <a:moveTo>
                    <a:pt x="620" y="0"/>
                  </a:moveTo>
                  <a:cubicBezTo>
                    <a:pt x="287" y="0"/>
                    <a:pt x="1" y="286"/>
                    <a:pt x="1" y="631"/>
                  </a:cubicBezTo>
                  <a:cubicBezTo>
                    <a:pt x="1" y="976"/>
                    <a:pt x="287" y="1250"/>
                    <a:pt x="620" y="1250"/>
                  </a:cubicBezTo>
                  <a:lnTo>
                    <a:pt x="1394" y="1250"/>
                  </a:lnTo>
                  <a:lnTo>
                    <a:pt x="2346" y="3965"/>
                  </a:lnTo>
                  <a:cubicBezTo>
                    <a:pt x="2374" y="4029"/>
                    <a:pt x="2444" y="4072"/>
                    <a:pt x="2513" y="4072"/>
                  </a:cubicBezTo>
                  <a:cubicBezTo>
                    <a:pt x="2533" y="4072"/>
                    <a:pt x="2553" y="4068"/>
                    <a:pt x="2573" y="4060"/>
                  </a:cubicBezTo>
                  <a:cubicBezTo>
                    <a:pt x="2668" y="4036"/>
                    <a:pt x="2704" y="3929"/>
                    <a:pt x="2680" y="3846"/>
                  </a:cubicBezTo>
                  <a:cubicBezTo>
                    <a:pt x="1739" y="1191"/>
                    <a:pt x="1692" y="1072"/>
                    <a:pt x="1692" y="1072"/>
                  </a:cubicBezTo>
                  <a:cubicBezTo>
                    <a:pt x="1656" y="965"/>
                    <a:pt x="1561" y="905"/>
                    <a:pt x="1441" y="905"/>
                  </a:cubicBezTo>
                  <a:lnTo>
                    <a:pt x="620" y="905"/>
                  </a:lnTo>
                  <a:cubicBezTo>
                    <a:pt x="465" y="905"/>
                    <a:pt x="346" y="774"/>
                    <a:pt x="346" y="631"/>
                  </a:cubicBezTo>
                  <a:cubicBezTo>
                    <a:pt x="346" y="464"/>
                    <a:pt x="477" y="345"/>
                    <a:pt x="620" y="345"/>
                  </a:cubicBezTo>
                  <a:lnTo>
                    <a:pt x="1441" y="345"/>
                  </a:lnTo>
                  <a:cubicBezTo>
                    <a:pt x="1787" y="345"/>
                    <a:pt x="2084" y="536"/>
                    <a:pt x="2215" y="845"/>
                  </a:cubicBezTo>
                  <a:cubicBezTo>
                    <a:pt x="2418" y="1429"/>
                    <a:pt x="3585" y="4703"/>
                    <a:pt x="3751" y="5191"/>
                  </a:cubicBezTo>
                  <a:cubicBezTo>
                    <a:pt x="3870" y="5548"/>
                    <a:pt x="4287" y="5882"/>
                    <a:pt x="4775" y="5882"/>
                  </a:cubicBezTo>
                  <a:lnTo>
                    <a:pt x="10978" y="5882"/>
                  </a:lnTo>
                  <a:cubicBezTo>
                    <a:pt x="11145" y="5882"/>
                    <a:pt x="11264" y="6013"/>
                    <a:pt x="11264" y="6168"/>
                  </a:cubicBezTo>
                  <a:cubicBezTo>
                    <a:pt x="11264" y="6322"/>
                    <a:pt x="11133" y="6441"/>
                    <a:pt x="10978" y="6441"/>
                  </a:cubicBezTo>
                  <a:lnTo>
                    <a:pt x="4775" y="6441"/>
                  </a:lnTo>
                  <a:cubicBezTo>
                    <a:pt x="4108" y="6441"/>
                    <a:pt x="3489" y="6049"/>
                    <a:pt x="3227" y="5417"/>
                  </a:cubicBezTo>
                  <a:lnTo>
                    <a:pt x="2882" y="4453"/>
                  </a:lnTo>
                  <a:cubicBezTo>
                    <a:pt x="2863" y="4377"/>
                    <a:pt x="2791" y="4339"/>
                    <a:pt x="2720" y="4339"/>
                  </a:cubicBezTo>
                  <a:cubicBezTo>
                    <a:pt x="2702" y="4339"/>
                    <a:pt x="2684" y="4341"/>
                    <a:pt x="2668" y="4346"/>
                  </a:cubicBezTo>
                  <a:cubicBezTo>
                    <a:pt x="2573" y="4382"/>
                    <a:pt x="2525" y="4477"/>
                    <a:pt x="2561" y="4572"/>
                  </a:cubicBezTo>
                  <a:cubicBezTo>
                    <a:pt x="2846" y="5275"/>
                    <a:pt x="2846" y="5596"/>
                    <a:pt x="3180" y="6013"/>
                  </a:cubicBezTo>
                  <a:lnTo>
                    <a:pt x="2799" y="6560"/>
                  </a:lnTo>
                  <a:cubicBezTo>
                    <a:pt x="2215" y="7394"/>
                    <a:pt x="2715" y="8549"/>
                    <a:pt x="3716" y="8680"/>
                  </a:cubicBezTo>
                  <a:cubicBezTo>
                    <a:pt x="2918" y="9418"/>
                    <a:pt x="3442" y="10787"/>
                    <a:pt x="4549" y="10787"/>
                  </a:cubicBezTo>
                  <a:cubicBezTo>
                    <a:pt x="5656" y="10787"/>
                    <a:pt x="6168" y="9454"/>
                    <a:pt x="5394" y="8692"/>
                  </a:cubicBezTo>
                  <a:lnTo>
                    <a:pt x="7871" y="8692"/>
                  </a:lnTo>
                  <a:cubicBezTo>
                    <a:pt x="7085" y="9454"/>
                    <a:pt x="7621" y="10787"/>
                    <a:pt x="8716" y="10787"/>
                  </a:cubicBezTo>
                  <a:cubicBezTo>
                    <a:pt x="9823" y="10787"/>
                    <a:pt x="10335" y="9454"/>
                    <a:pt x="9562" y="8692"/>
                  </a:cubicBezTo>
                  <a:lnTo>
                    <a:pt x="9788" y="8692"/>
                  </a:lnTo>
                  <a:cubicBezTo>
                    <a:pt x="10133" y="8692"/>
                    <a:pt x="10419" y="8406"/>
                    <a:pt x="10419" y="8073"/>
                  </a:cubicBezTo>
                  <a:cubicBezTo>
                    <a:pt x="10419" y="7727"/>
                    <a:pt x="10133" y="7442"/>
                    <a:pt x="9788" y="7442"/>
                  </a:cubicBezTo>
                  <a:lnTo>
                    <a:pt x="8228" y="7442"/>
                  </a:lnTo>
                  <a:cubicBezTo>
                    <a:pt x="8133" y="7442"/>
                    <a:pt x="8061" y="7513"/>
                    <a:pt x="8061" y="7608"/>
                  </a:cubicBezTo>
                  <a:cubicBezTo>
                    <a:pt x="8061" y="7692"/>
                    <a:pt x="8133" y="7775"/>
                    <a:pt x="8228" y="7775"/>
                  </a:cubicBezTo>
                  <a:lnTo>
                    <a:pt x="9788" y="7775"/>
                  </a:lnTo>
                  <a:cubicBezTo>
                    <a:pt x="9954" y="7775"/>
                    <a:pt x="10074" y="7906"/>
                    <a:pt x="10074" y="8049"/>
                  </a:cubicBezTo>
                  <a:cubicBezTo>
                    <a:pt x="10074" y="8215"/>
                    <a:pt x="9943" y="8335"/>
                    <a:pt x="9788" y="8335"/>
                  </a:cubicBezTo>
                  <a:lnTo>
                    <a:pt x="3930" y="8335"/>
                  </a:lnTo>
                  <a:cubicBezTo>
                    <a:pt x="3108" y="8335"/>
                    <a:pt x="2620" y="7418"/>
                    <a:pt x="3096" y="6739"/>
                  </a:cubicBezTo>
                  <a:lnTo>
                    <a:pt x="3442" y="6251"/>
                  </a:lnTo>
                  <a:cubicBezTo>
                    <a:pt x="3573" y="6382"/>
                    <a:pt x="3739" y="6489"/>
                    <a:pt x="3906" y="6560"/>
                  </a:cubicBezTo>
                  <a:lnTo>
                    <a:pt x="3573" y="7072"/>
                  </a:lnTo>
                  <a:cubicBezTo>
                    <a:pt x="3358" y="7370"/>
                    <a:pt x="3573" y="7775"/>
                    <a:pt x="3942" y="7775"/>
                  </a:cubicBezTo>
                  <a:lnTo>
                    <a:pt x="7609" y="7775"/>
                  </a:lnTo>
                  <a:cubicBezTo>
                    <a:pt x="7692" y="7775"/>
                    <a:pt x="7764" y="7692"/>
                    <a:pt x="7764" y="7608"/>
                  </a:cubicBezTo>
                  <a:cubicBezTo>
                    <a:pt x="7764" y="7513"/>
                    <a:pt x="7692" y="7442"/>
                    <a:pt x="7609" y="7442"/>
                  </a:cubicBezTo>
                  <a:lnTo>
                    <a:pt x="3942" y="7442"/>
                  </a:lnTo>
                  <a:cubicBezTo>
                    <a:pt x="3847" y="7442"/>
                    <a:pt x="3811" y="7334"/>
                    <a:pt x="3847" y="7263"/>
                  </a:cubicBezTo>
                  <a:lnTo>
                    <a:pt x="4251" y="6703"/>
                  </a:lnTo>
                  <a:cubicBezTo>
                    <a:pt x="4465" y="6762"/>
                    <a:pt x="4535" y="6775"/>
                    <a:pt x="5134" y="6775"/>
                  </a:cubicBezTo>
                  <a:cubicBezTo>
                    <a:pt x="5630" y="6775"/>
                    <a:pt x="6490" y="6766"/>
                    <a:pt x="8097" y="6766"/>
                  </a:cubicBezTo>
                  <a:cubicBezTo>
                    <a:pt x="8881" y="6766"/>
                    <a:pt x="9842" y="6768"/>
                    <a:pt x="11026" y="6775"/>
                  </a:cubicBezTo>
                  <a:cubicBezTo>
                    <a:pt x="11371" y="6775"/>
                    <a:pt x="11645" y="6489"/>
                    <a:pt x="11645" y="6144"/>
                  </a:cubicBezTo>
                  <a:cubicBezTo>
                    <a:pt x="11598" y="5810"/>
                    <a:pt x="11312" y="5525"/>
                    <a:pt x="10966" y="5525"/>
                  </a:cubicBezTo>
                  <a:lnTo>
                    <a:pt x="10788" y="5525"/>
                  </a:lnTo>
                  <a:lnTo>
                    <a:pt x="11598" y="2048"/>
                  </a:lnTo>
                  <a:cubicBezTo>
                    <a:pt x="11740" y="1393"/>
                    <a:pt x="11252" y="762"/>
                    <a:pt x="10562" y="762"/>
                  </a:cubicBezTo>
                  <a:lnTo>
                    <a:pt x="7252" y="762"/>
                  </a:lnTo>
                  <a:cubicBezTo>
                    <a:pt x="7156" y="762"/>
                    <a:pt x="7085" y="834"/>
                    <a:pt x="7085" y="929"/>
                  </a:cubicBezTo>
                  <a:cubicBezTo>
                    <a:pt x="7085" y="1012"/>
                    <a:pt x="7156" y="1096"/>
                    <a:pt x="7252" y="1096"/>
                  </a:cubicBezTo>
                  <a:lnTo>
                    <a:pt x="10562" y="1096"/>
                  </a:lnTo>
                  <a:cubicBezTo>
                    <a:pt x="11026" y="1096"/>
                    <a:pt x="11359" y="1524"/>
                    <a:pt x="11252" y="1953"/>
                  </a:cubicBezTo>
                  <a:lnTo>
                    <a:pt x="10431" y="5525"/>
                  </a:lnTo>
                  <a:lnTo>
                    <a:pt x="9847" y="5525"/>
                  </a:lnTo>
                  <a:cubicBezTo>
                    <a:pt x="9943" y="5144"/>
                    <a:pt x="10585" y="2369"/>
                    <a:pt x="10705" y="1869"/>
                  </a:cubicBezTo>
                  <a:cubicBezTo>
                    <a:pt x="10728" y="1762"/>
                    <a:pt x="10645" y="1655"/>
                    <a:pt x="10538" y="1655"/>
                  </a:cubicBezTo>
                  <a:lnTo>
                    <a:pt x="2858" y="1655"/>
                  </a:lnTo>
                  <a:lnTo>
                    <a:pt x="2668" y="1096"/>
                  </a:lnTo>
                  <a:lnTo>
                    <a:pt x="6621" y="1096"/>
                  </a:lnTo>
                  <a:cubicBezTo>
                    <a:pt x="6716" y="1096"/>
                    <a:pt x="6787" y="1012"/>
                    <a:pt x="6787" y="929"/>
                  </a:cubicBezTo>
                  <a:cubicBezTo>
                    <a:pt x="6787" y="834"/>
                    <a:pt x="6716" y="762"/>
                    <a:pt x="6621" y="762"/>
                  </a:cubicBezTo>
                  <a:lnTo>
                    <a:pt x="2549" y="762"/>
                  </a:lnTo>
                  <a:cubicBezTo>
                    <a:pt x="2394" y="334"/>
                    <a:pt x="1965"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8" name="Google Shape;9478;p62"/>
          <p:cNvGrpSpPr/>
          <p:nvPr/>
        </p:nvGrpSpPr>
        <p:grpSpPr>
          <a:xfrm>
            <a:off x="3079916" y="2744477"/>
            <a:ext cx="332729" cy="372518"/>
            <a:chOff x="3079916" y="2744477"/>
            <a:chExt cx="332729" cy="372518"/>
          </a:xfrm>
        </p:grpSpPr>
        <p:sp>
          <p:nvSpPr>
            <p:cNvPr id="9479" name="Google Shape;9479;p62"/>
            <p:cNvSpPr/>
            <p:nvPr/>
          </p:nvSpPr>
          <p:spPr>
            <a:xfrm>
              <a:off x="3079916" y="2840504"/>
              <a:ext cx="313454" cy="276491"/>
            </a:xfrm>
            <a:custGeom>
              <a:avLst/>
              <a:gdLst/>
              <a:ahLst/>
              <a:cxnLst/>
              <a:rect l="l" t="t" r="r" b="b"/>
              <a:pathLst>
                <a:path w="9871" h="8707" extrusionOk="0">
                  <a:moveTo>
                    <a:pt x="2993" y="1"/>
                  </a:moveTo>
                  <a:cubicBezTo>
                    <a:pt x="2768" y="1"/>
                    <a:pt x="2560" y="25"/>
                    <a:pt x="2370" y="74"/>
                  </a:cubicBezTo>
                  <a:cubicBezTo>
                    <a:pt x="1739" y="241"/>
                    <a:pt x="1179" y="646"/>
                    <a:pt x="750" y="1205"/>
                  </a:cubicBezTo>
                  <a:cubicBezTo>
                    <a:pt x="250" y="1860"/>
                    <a:pt x="0" y="2694"/>
                    <a:pt x="0" y="3622"/>
                  </a:cubicBezTo>
                  <a:cubicBezTo>
                    <a:pt x="0" y="4575"/>
                    <a:pt x="429" y="5825"/>
                    <a:pt x="1120" y="6896"/>
                  </a:cubicBezTo>
                  <a:cubicBezTo>
                    <a:pt x="1882" y="8039"/>
                    <a:pt x="2751" y="8706"/>
                    <a:pt x="3525" y="8706"/>
                  </a:cubicBezTo>
                  <a:cubicBezTo>
                    <a:pt x="3846" y="8706"/>
                    <a:pt x="4156" y="8670"/>
                    <a:pt x="4441" y="8575"/>
                  </a:cubicBezTo>
                  <a:cubicBezTo>
                    <a:pt x="4596" y="8534"/>
                    <a:pt x="4760" y="8513"/>
                    <a:pt x="4924" y="8513"/>
                  </a:cubicBezTo>
                  <a:cubicBezTo>
                    <a:pt x="5087" y="8513"/>
                    <a:pt x="5251" y="8534"/>
                    <a:pt x="5406" y="8575"/>
                  </a:cubicBezTo>
                  <a:cubicBezTo>
                    <a:pt x="5703" y="8670"/>
                    <a:pt x="6013" y="8706"/>
                    <a:pt x="6311" y="8706"/>
                  </a:cubicBezTo>
                  <a:cubicBezTo>
                    <a:pt x="7085" y="8706"/>
                    <a:pt x="7978" y="8051"/>
                    <a:pt x="8728" y="6896"/>
                  </a:cubicBezTo>
                  <a:cubicBezTo>
                    <a:pt x="9418" y="5837"/>
                    <a:pt x="9835" y="4587"/>
                    <a:pt x="9835" y="3622"/>
                  </a:cubicBezTo>
                  <a:cubicBezTo>
                    <a:pt x="9871" y="2920"/>
                    <a:pt x="9716" y="2301"/>
                    <a:pt x="9454" y="1753"/>
                  </a:cubicBezTo>
                  <a:cubicBezTo>
                    <a:pt x="9420" y="1677"/>
                    <a:pt x="9351" y="1637"/>
                    <a:pt x="9275" y="1637"/>
                  </a:cubicBezTo>
                  <a:cubicBezTo>
                    <a:pt x="9244" y="1637"/>
                    <a:pt x="9211" y="1644"/>
                    <a:pt x="9180" y="1658"/>
                  </a:cubicBezTo>
                  <a:cubicBezTo>
                    <a:pt x="9085" y="1705"/>
                    <a:pt x="9049" y="1824"/>
                    <a:pt x="9097" y="1932"/>
                  </a:cubicBezTo>
                  <a:cubicBezTo>
                    <a:pt x="9347" y="2420"/>
                    <a:pt x="9466" y="3003"/>
                    <a:pt x="9466" y="3622"/>
                  </a:cubicBezTo>
                  <a:cubicBezTo>
                    <a:pt x="9466" y="4503"/>
                    <a:pt x="9061" y="5682"/>
                    <a:pt x="8406" y="6670"/>
                  </a:cubicBezTo>
                  <a:cubicBezTo>
                    <a:pt x="7739" y="7694"/>
                    <a:pt x="6966" y="8313"/>
                    <a:pt x="6323" y="8313"/>
                  </a:cubicBezTo>
                  <a:cubicBezTo>
                    <a:pt x="6061" y="8313"/>
                    <a:pt x="5775" y="8266"/>
                    <a:pt x="5525" y="8194"/>
                  </a:cubicBezTo>
                  <a:cubicBezTo>
                    <a:pt x="5328" y="8135"/>
                    <a:pt x="5126" y="8105"/>
                    <a:pt x="4925" y="8105"/>
                  </a:cubicBezTo>
                  <a:cubicBezTo>
                    <a:pt x="4724" y="8105"/>
                    <a:pt x="4525" y="8135"/>
                    <a:pt x="4334" y="8194"/>
                  </a:cubicBezTo>
                  <a:cubicBezTo>
                    <a:pt x="4084" y="8266"/>
                    <a:pt x="3798" y="8313"/>
                    <a:pt x="3525" y="8313"/>
                  </a:cubicBezTo>
                  <a:cubicBezTo>
                    <a:pt x="2894" y="8313"/>
                    <a:pt x="2120" y="7694"/>
                    <a:pt x="1441" y="6670"/>
                  </a:cubicBezTo>
                  <a:cubicBezTo>
                    <a:pt x="786" y="5682"/>
                    <a:pt x="393" y="4503"/>
                    <a:pt x="393" y="3622"/>
                  </a:cubicBezTo>
                  <a:cubicBezTo>
                    <a:pt x="393" y="2789"/>
                    <a:pt x="631" y="2039"/>
                    <a:pt x="1060" y="1443"/>
                  </a:cubicBezTo>
                  <a:cubicBezTo>
                    <a:pt x="1429" y="955"/>
                    <a:pt x="1941" y="598"/>
                    <a:pt x="2453" y="467"/>
                  </a:cubicBezTo>
                  <a:cubicBezTo>
                    <a:pt x="2608" y="425"/>
                    <a:pt x="2783" y="405"/>
                    <a:pt x="2975" y="405"/>
                  </a:cubicBezTo>
                  <a:cubicBezTo>
                    <a:pt x="3270" y="405"/>
                    <a:pt x="3605" y="452"/>
                    <a:pt x="3965" y="539"/>
                  </a:cubicBezTo>
                  <a:cubicBezTo>
                    <a:pt x="4025" y="550"/>
                    <a:pt x="4096" y="574"/>
                    <a:pt x="4156" y="586"/>
                  </a:cubicBezTo>
                  <a:cubicBezTo>
                    <a:pt x="4165" y="587"/>
                    <a:pt x="4174" y="588"/>
                    <a:pt x="4183" y="588"/>
                  </a:cubicBezTo>
                  <a:cubicBezTo>
                    <a:pt x="4278" y="588"/>
                    <a:pt x="4361" y="529"/>
                    <a:pt x="4394" y="431"/>
                  </a:cubicBezTo>
                  <a:cubicBezTo>
                    <a:pt x="4406" y="336"/>
                    <a:pt x="4346" y="229"/>
                    <a:pt x="4239" y="193"/>
                  </a:cubicBezTo>
                  <a:lnTo>
                    <a:pt x="4060" y="158"/>
                  </a:lnTo>
                  <a:cubicBezTo>
                    <a:pt x="3674" y="52"/>
                    <a:pt x="3316" y="1"/>
                    <a:pt x="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62"/>
            <p:cNvSpPr/>
            <p:nvPr/>
          </p:nvSpPr>
          <p:spPr>
            <a:xfrm>
              <a:off x="3244375" y="2840250"/>
              <a:ext cx="124416" cy="45727"/>
            </a:xfrm>
            <a:custGeom>
              <a:avLst/>
              <a:gdLst/>
              <a:ahLst/>
              <a:cxnLst/>
              <a:rect l="l" t="t" r="r" b="b"/>
              <a:pathLst>
                <a:path w="3918" h="1440" extrusionOk="0">
                  <a:moveTo>
                    <a:pt x="1721" y="0"/>
                  </a:moveTo>
                  <a:cubicBezTo>
                    <a:pt x="1391" y="0"/>
                    <a:pt x="1027" y="53"/>
                    <a:pt x="632" y="154"/>
                  </a:cubicBezTo>
                  <a:cubicBezTo>
                    <a:pt x="477" y="189"/>
                    <a:pt x="334" y="213"/>
                    <a:pt x="191" y="237"/>
                  </a:cubicBezTo>
                  <a:cubicBezTo>
                    <a:pt x="96" y="249"/>
                    <a:pt x="1" y="356"/>
                    <a:pt x="12" y="463"/>
                  </a:cubicBezTo>
                  <a:cubicBezTo>
                    <a:pt x="35" y="563"/>
                    <a:pt x="120" y="643"/>
                    <a:pt x="218" y="643"/>
                  </a:cubicBezTo>
                  <a:cubicBezTo>
                    <a:pt x="225" y="643"/>
                    <a:pt x="232" y="643"/>
                    <a:pt x="239" y="642"/>
                  </a:cubicBezTo>
                  <a:cubicBezTo>
                    <a:pt x="405" y="630"/>
                    <a:pt x="572" y="582"/>
                    <a:pt x="727" y="547"/>
                  </a:cubicBezTo>
                  <a:cubicBezTo>
                    <a:pt x="1080" y="460"/>
                    <a:pt x="1412" y="413"/>
                    <a:pt x="1708" y="413"/>
                  </a:cubicBezTo>
                  <a:cubicBezTo>
                    <a:pt x="1901" y="413"/>
                    <a:pt x="2079" y="433"/>
                    <a:pt x="2239" y="475"/>
                  </a:cubicBezTo>
                  <a:cubicBezTo>
                    <a:pt x="2727" y="606"/>
                    <a:pt x="3203" y="928"/>
                    <a:pt x="3561" y="1368"/>
                  </a:cubicBezTo>
                  <a:cubicBezTo>
                    <a:pt x="3608" y="1416"/>
                    <a:pt x="3668" y="1439"/>
                    <a:pt x="3703" y="1439"/>
                  </a:cubicBezTo>
                  <a:cubicBezTo>
                    <a:pt x="3751" y="1439"/>
                    <a:pt x="3799" y="1428"/>
                    <a:pt x="3822" y="1404"/>
                  </a:cubicBezTo>
                  <a:cubicBezTo>
                    <a:pt x="3918" y="1309"/>
                    <a:pt x="3918" y="1189"/>
                    <a:pt x="3858" y="1106"/>
                  </a:cubicBezTo>
                  <a:cubicBezTo>
                    <a:pt x="3441" y="594"/>
                    <a:pt x="2894" y="225"/>
                    <a:pt x="2322" y="70"/>
                  </a:cubicBezTo>
                  <a:cubicBezTo>
                    <a:pt x="2138" y="23"/>
                    <a:pt x="1937" y="0"/>
                    <a:pt x="17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62"/>
            <p:cNvSpPr/>
            <p:nvPr/>
          </p:nvSpPr>
          <p:spPr>
            <a:xfrm>
              <a:off x="3198267" y="2744477"/>
              <a:ext cx="214378" cy="145279"/>
            </a:xfrm>
            <a:custGeom>
              <a:avLst/>
              <a:gdLst/>
              <a:ahLst/>
              <a:cxnLst/>
              <a:rect l="l" t="t" r="r" b="b"/>
              <a:pathLst>
                <a:path w="6751" h="4575" extrusionOk="0">
                  <a:moveTo>
                    <a:pt x="4113" y="1"/>
                  </a:moveTo>
                  <a:cubicBezTo>
                    <a:pt x="3977" y="1"/>
                    <a:pt x="3841" y="10"/>
                    <a:pt x="3703" y="26"/>
                  </a:cubicBezTo>
                  <a:cubicBezTo>
                    <a:pt x="3060" y="74"/>
                    <a:pt x="2500" y="407"/>
                    <a:pt x="2060" y="1026"/>
                  </a:cubicBezTo>
                  <a:cubicBezTo>
                    <a:pt x="1786" y="1407"/>
                    <a:pt x="1643" y="1777"/>
                    <a:pt x="1607" y="1884"/>
                  </a:cubicBezTo>
                  <a:lnTo>
                    <a:pt x="1083" y="2693"/>
                  </a:lnTo>
                  <a:cubicBezTo>
                    <a:pt x="929" y="2241"/>
                    <a:pt x="786" y="1955"/>
                    <a:pt x="774" y="1943"/>
                  </a:cubicBezTo>
                  <a:cubicBezTo>
                    <a:pt x="742" y="1871"/>
                    <a:pt x="666" y="1837"/>
                    <a:pt x="595" y="1837"/>
                  </a:cubicBezTo>
                  <a:cubicBezTo>
                    <a:pt x="560" y="1837"/>
                    <a:pt x="527" y="1844"/>
                    <a:pt x="500" y="1860"/>
                  </a:cubicBezTo>
                  <a:cubicBezTo>
                    <a:pt x="393" y="1896"/>
                    <a:pt x="369" y="2039"/>
                    <a:pt x="417" y="2122"/>
                  </a:cubicBezTo>
                  <a:cubicBezTo>
                    <a:pt x="417" y="2134"/>
                    <a:pt x="869" y="3015"/>
                    <a:pt x="964" y="4158"/>
                  </a:cubicBezTo>
                  <a:cubicBezTo>
                    <a:pt x="810" y="4146"/>
                    <a:pt x="667" y="4098"/>
                    <a:pt x="560" y="4063"/>
                  </a:cubicBezTo>
                  <a:cubicBezTo>
                    <a:pt x="429" y="4003"/>
                    <a:pt x="381" y="3944"/>
                    <a:pt x="381" y="3920"/>
                  </a:cubicBezTo>
                  <a:cubicBezTo>
                    <a:pt x="381" y="3824"/>
                    <a:pt x="286" y="3729"/>
                    <a:pt x="191" y="3729"/>
                  </a:cubicBezTo>
                  <a:cubicBezTo>
                    <a:pt x="83" y="3729"/>
                    <a:pt x="0" y="3824"/>
                    <a:pt x="0" y="3920"/>
                  </a:cubicBezTo>
                  <a:cubicBezTo>
                    <a:pt x="0" y="4039"/>
                    <a:pt x="60" y="4265"/>
                    <a:pt x="393" y="4432"/>
                  </a:cubicBezTo>
                  <a:cubicBezTo>
                    <a:pt x="607" y="4515"/>
                    <a:pt x="893" y="4575"/>
                    <a:pt x="1191" y="4575"/>
                  </a:cubicBezTo>
                  <a:cubicBezTo>
                    <a:pt x="1488" y="4575"/>
                    <a:pt x="1750" y="4515"/>
                    <a:pt x="1976" y="4432"/>
                  </a:cubicBezTo>
                  <a:cubicBezTo>
                    <a:pt x="2334" y="4265"/>
                    <a:pt x="2381" y="4039"/>
                    <a:pt x="2381" y="3920"/>
                  </a:cubicBezTo>
                  <a:cubicBezTo>
                    <a:pt x="2381" y="3824"/>
                    <a:pt x="2286" y="3729"/>
                    <a:pt x="2179" y="3729"/>
                  </a:cubicBezTo>
                  <a:cubicBezTo>
                    <a:pt x="2084" y="3729"/>
                    <a:pt x="1988" y="3824"/>
                    <a:pt x="1988" y="3920"/>
                  </a:cubicBezTo>
                  <a:cubicBezTo>
                    <a:pt x="1988" y="3944"/>
                    <a:pt x="1941" y="4003"/>
                    <a:pt x="1810" y="4063"/>
                  </a:cubicBezTo>
                  <a:cubicBezTo>
                    <a:pt x="1691" y="4122"/>
                    <a:pt x="1548" y="4146"/>
                    <a:pt x="1381" y="4158"/>
                  </a:cubicBezTo>
                  <a:cubicBezTo>
                    <a:pt x="1345" y="3801"/>
                    <a:pt x="1286" y="3479"/>
                    <a:pt x="1226" y="3193"/>
                  </a:cubicBezTo>
                  <a:lnTo>
                    <a:pt x="1917" y="2158"/>
                  </a:lnTo>
                  <a:cubicBezTo>
                    <a:pt x="1941" y="2158"/>
                    <a:pt x="1976" y="2169"/>
                    <a:pt x="2048" y="2181"/>
                  </a:cubicBezTo>
                  <a:cubicBezTo>
                    <a:pt x="2167" y="2229"/>
                    <a:pt x="2334" y="2312"/>
                    <a:pt x="2512" y="2420"/>
                  </a:cubicBezTo>
                  <a:cubicBezTo>
                    <a:pt x="2977" y="2693"/>
                    <a:pt x="3584" y="3027"/>
                    <a:pt x="4251" y="3027"/>
                  </a:cubicBezTo>
                  <a:cubicBezTo>
                    <a:pt x="4477" y="3027"/>
                    <a:pt x="4715" y="2991"/>
                    <a:pt x="4953" y="2896"/>
                  </a:cubicBezTo>
                  <a:cubicBezTo>
                    <a:pt x="6441" y="2312"/>
                    <a:pt x="6739" y="431"/>
                    <a:pt x="6739" y="348"/>
                  </a:cubicBezTo>
                  <a:cubicBezTo>
                    <a:pt x="6751" y="312"/>
                    <a:pt x="6727" y="229"/>
                    <a:pt x="6644" y="193"/>
                  </a:cubicBezTo>
                  <a:cubicBezTo>
                    <a:pt x="6614" y="169"/>
                    <a:pt x="6578" y="157"/>
                    <a:pt x="6541" y="157"/>
                  </a:cubicBezTo>
                  <a:cubicBezTo>
                    <a:pt x="6504" y="157"/>
                    <a:pt x="6465" y="169"/>
                    <a:pt x="6429" y="193"/>
                  </a:cubicBezTo>
                  <a:cubicBezTo>
                    <a:pt x="6298" y="275"/>
                    <a:pt x="6157" y="307"/>
                    <a:pt x="5995" y="307"/>
                  </a:cubicBezTo>
                  <a:cubicBezTo>
                    <a:pt x="5805" y="307"/>
                    <a:pt x="5586" y="263"/>
                    <a:pt x="5322" y="205"/>
                  </a:cubicBezTo>
                  <a:cubicBezTo>
                    <a:pt x="5274" y="193"/>
                    <a:pt x="5239" y="193"/>
                    <a:pt x="5191" y="169"/>
                  </a:cubicBezTo>
                  <a:cubicBezTo>
                    <a:pt x="5177" y="166"/>
                    <a:pt x="5163" y="165"/>
                    <a:pt x="5149" y="165"/>
                  </a:cubicBezTo>
                  <a:cubicBezTo>
                    <a:pt x="5057" y="165"/>
                    <a:pt x="4974" y="231"/>
                    <a:pt x="4953" y="324"/>
                  </a:cubicBezTo>
                  <a:cubicBezTo>
                    <a:pt x="4917" y="431"/>
                    <a:pt x="5001" y="526"/>
                    <a:pt x="5096" y="562"/>
                  </a:cubicBezTo>
                  <a:cubicBezTo>
                    <a:pt x="5144" y="574"/>
                    <a:pt x="5191" y="574"/>
                    <a:pt x="5239" y="586"/>
                  </a:cubicBezTo>
                  <a:cubicBezTo>
                    <a:pt x="5513" y="648"/>
                    <a:pt x="5761" y="703"/>
                    <a:pt x="6002" y="703"/>
                  </a:cubicBezTo>
                  <a:cubicBezTo>
                    <a:pt x="6085" y="703"/>
                    <a:pt x="6168" y="697"/>
                    <a:pt x="6251" y="681"/>
                  </a:cubicBezTo>
                  <a:lnTo>
                    <a:pt x="6251" y="681"/>
                  </a:lnTo>
                  <a:cubicBezTo>
                    <a:pt x="6096" y="1217"/>
                    <a:pt x="5691" y="2217"/>
                    <a:pt x="4786" y="2550"/>
                  </a:cubicBezTo>
                  <a:cubicBezTo>
                    <a:pt x="4600" y="2622"/>
                    <a:pt x="4417" y="2652"/>
                    <a:pt x="4237" y="2652"/>
                  </a:cubicBezTo>
                  <a:cubicBezTo>
                    <a:pt x="3671" y="2652"/>
                    <a:pt x="3146" y="2351"/>
                    <a:pt x="2703" y="2098"/>
                  </a:cubicBezTo>
                  <a:cubicBezTo>
                    <a:pt x="2465" y="1955"/>
                    <a:pt x="2262" y="1836"/>
                    <a:pt x="2084" y="1777"/>
                  </a:cubicBezTo>
                  <a:cubicBezTo>
                    <a:pt x="2286" y="1336"/>
                    <a:pt x="2810" y="503"/>
                    <a:pt x="3727" y="431"/>
                  </a:cubicBezTo>
                  <a:cubicBezTo>
                    <a:pt x="3850" y="420"/>
                    <a:pt x="3970" y="415"/>
                    <a:pt x="4092" y="415"/>
                  </a:cubicBezTo>
                  <a:cubicBezTo>
                    <a:pt x="4241" y="415"/>
                    <a:pt x="4391" y="423"/>
                    <a:pt x="4548" y="443"/>
                  </a:cubicBezTo>
                  <a:cubicBezTo>
                    <a:pt x="4556" y="444"/>
                    <a:pt x="4564" y="444"/>
                    <a:pt x="4571" y="444"/>
                  </a:cubicBezTo>
                  <a:cubicBezTo>
                    <a:pt x="4670" y="444"/>
                    <a:pt x="4763" y="375"/>
                    <a:pt x="4774" y="264"/>
                  </a:cubicBezTo>
                  <a:cubicBezTo>
                    <a:pt x="4786" y="157"/>
                    <a:pt x="4715" y="50"/>
                    <a:pt x="4596" y="38"/>
                  </a:cubicBezTo>
                  <a:cubicBezTo>
                    <a:pt x="4430" y="13"/>
                    <a:pt x="4271" y="1"/>
                    <a:pt x="4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2" name="Google Shape;9482;p62"/>
          <p:cNvGrpSpPr/>
          <p:nvPr/>
        </p:nvGrpSpPr>
        <p:grpSpPr>
          <a:xfrm>
            <a:off x="3620576" y="2745525"/>
            <a:ext cx="336889" cy="355592"/>
            <a:chOff x="3620576" y="2745525"/>
            <a:chExt cx="336889" cy="355592"/>
          </a:xfrm>
        </p:grpSpPr>
        <p:sp>
          <p:nvSpPr>
            <p:cNvPr id="9483" name="Google Shape;9483;p62"/>
            <p:cNvSpPr/>
            <p:nvPr/>
          </p:nvSpPr>
          <p:spPr>
            <a:xfrm>
              <a:off x="3620576" y="2745525"/>
              <a:ext cx="336889" cy="355592"/>
            </a:xfrm>
            <a:custGeom>
              <a:avLst/>
              <a:gdLst/>
              <a:ahLst/>
              <a:cxnLst/>
              <a:rect l="l" t="t" r="r" b="b"/>
              <a:pathLst>
                <a:path w="10609" h="11198" extrusionOk="0">
                  <a:moveTo>
                    <a:pt x="9856" y="0"/>
                  </a:moveTo>
                  <a:cubicBezTo>
                    <a:pt x="9825" y="0"/>
                    <a:pt x="9794" y="2"/>
                    <a:pt x="9763" y="5"/>
                  </a:cubicBezTo>
                  <a:lnTo>
                    <a:pt x="3310" y="1148"/>
                  </a:lnTo>
                  <a:cubicBezTo>
                    <a:pt x="2965" y="1208"/>
                    <a:pt x="2691" y="1505"/>
                    <a:pt x="2691" y="1863"/>
                  </a:cubicBezTo>
                  <a:lnTo>
                    <a:pt x="2691" y="7161"/>
                  </a:lnTo>
                  <a:cubicBezTo>
                    <a:pt x="2512" y="7101"/>
                    <a:pt x="2324" y="7075"/>
                    <a:pt x="2134" y="7075"/>
                  </a:cubicBezTo>
                  <a:cubicBezTo>
                    <a:pt x="2098" y="7075"/>
                    <a:pt x="2061" y="7076"/>
                    <a:pt x="2024" y="7078"/>
                  </a:cubicBezTo>
                  <a:cubicBezTo>
                    <a:pt x="1489" y="7089"/>
                    <a:pt x="1000" y="7304"/>
                    <a:pt x="608" y="7685"/>
                  </a:cubicBezTo>
                  <a:cubicBezTo>
                    <a:pt x="238" y="8078"/>
                    <a:pt x="12" y="8566"/>
                    <a:pt x="12" y="9102"/>
                  </a:cubicBezTo>
                  <a:cubicBezTo>
                    <a:pt x="0" y="9661"/>
                    <a:pt x="227" y="10185"/>
                    <a:pt x="608" y="10590"/>
                  </a:cubicBezTo>
                  <a:cubicBezTo>
                    <a:pt x="1000" y="10971"/>
                    <a:pt x="1524" y="11197"/>
                    <a:pt x="2072" y="11197"/>
                  </a:cubicBezTo>
                  <a:lnTo>
                    <a:pt x="2096" y="11197"/>
                  </a:lnTo>
                  <a:cubicBezTo>
                    <a:pt x="3215" y="11185"/>
                    <a:pt x="4120" y="10245"/>
                    <a:pt x="4120" y="9114"/>
                  </a:cubicBezTo>
                  <a:lnTo>
                    <a:pt x="4120" y="4934"/>
                  </a:lnTo>
                  <a:cubicBezTo>
                    <a:pt x="4120" y="4827"/>
                    <a:pt x="4037" y="4744"/>
                    <a:pt x="3929" y="4744"/>
                  </a:cubicBezTo>
                  <a:cubicBezTo>
                    <a:pt x="3822" y="4744"/>
                    <a:pt x="3739" y="4827"/>
                    <a:pt x="3739" y="4934"/>
                  </a:cubicBezTo>
                  <a:lnTo>
                    <a:pt x="3739" y="9114"/>
                  </a:lnTo>
                  <a:cubicBezTo>
                    <a:pt x="3739" y="10042"/>
                    <a:pt x="3013" y="10780"/>
                    <a:pt x="2096" y="10792"/>
                  </a:cubicBezTo>
                  <a:lnTo>
                    <a:pt x="2072" y="10792"/>
                  </a:lnTo>
                  <a:cubicBezTo>
                    <a:pt x="1620" y="10792"/>
                    <a:pt x="1203" y="10614"/>
                    <a:pt x="893" y="10304"/>
                  </a:cubicBezTo>
                  <a:cubicBezTo>
                    <a:pt x="572" y="9983"/>
                    <a:pt x="405" y="9566"/>
                    <a:pt x="405" y="9102"/>
                  </a:cubicBezTo>
                  <a:cubicBezTo>
                    <a:pt x="417" y="8221"/>
                    <a:pt x="1143" y="7494"/>
                    <a:pt x="2024" y="7482"/>
                  </a:cubicBezTo>
                  <a:cubicBezTo>
                    <a:pt x="2298" y="7482"/>
                    <a:pt x="2560" y="7518"/>
                    <a:pt x="2798" y="7637"/>
                  </a:cubicBezTo>
                  <a:cubicBezTo>
                    <a:pt x="2826" y="7654"/>
                    <a:pt x="2856" y="7663"/>
                    <a:pt x="2886" y="7663"/>
                  </a:cubicBezTo>
                  <a:cubicBezTo>
                    <a:pt x="2922" y="7663"/>
                    <a:pt x="2957" y="7651"/>
                    <a:pt x="2989" y="7625"/>
                  </a:cubicBezTo>
                  <a:cubicBezTo>
                    <a:pt x="3048" y="7601"/>
                    <a:pt x="3084" y="7518"/>
                    <a:pt x="3084" y="7459"/>
                  </a:cubicBezTo>
                  <a:lnTo>
                    <a:pt x="3084" y="1863"/>
                  </a:lnTo>
                  <a:cubicBezTo>
                    <a:pt x="3084" y="1708"/>
                    <a:pt x="3203" y="1565"/>
                    <a:pt x="3346" y="1541"/>
                  </a:cubicBezTo>
                  <a:lnTo>
                    <a:pt x="9811" y="398"/>
                  </a:lnTo>
                  <a:cubicBezTo>
                    <a:pt x="9834" y="393"/>
                    <a:pt x="9856" y="391"/>
                    <a:pt x="9877" y="391"/>
                  </a:cubicBezTo>
                  <a:cubicBezTo>
                    <a:pt x="9953" y="391"/>
                    <a:pt x="10017" y="423"/>
                    <a:pt x="10073" y="470"/>
                  </a:cubicBezTo>
                  <a:cubicBezTo>
                    <a:pt x="10156" y="529"/>
                    <a:pt x="10192" y="612"/>
                    <a:pt x="10192" y="720"/>
                  </a:cubicBezTo>
                  <a:lnTo>
                    <a:pt x="10192" y="2910"/>
                  </a:lnTo>
                  <a:cubicBezTo>
                    <a:pt x="10192" y="3018"/>
                    <a:pt x="10287" y="3101"/>
                    <a:pt x="10394" y="3101"/>
                  </a:cubicBezTo>
                  <a:cubicBezTo>
                    <a:pt x="10490" y="3101"/>
                    <a:pt x="10585" y="3018"/>
                    <a:pt x="10585" y="2910"/>
                  </a:cubicBezTo>
                  <a:lnTo>
                    <a:pt x="10585" y="720"/>
                  </a:lnTo>
                  <a:cubicBezTo>
                    <a:pt x="10609" y="529"/>
                    <a:pt x="10525" y="315"/>
                    <a:pt x="10359" y="172"/>
                  </a:cubicBezTo>
                  <a:cubicBezTo>
                    <a:pt x="10216" y="60"/>
                    <a:pt x="10039" y="0"/>
                    <a:pt x="9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62"/>
            <p:cNvSpPr/>
            <p:nvPr/>
          </p:nvSpPr>
          <p:spPr>
            <a:xfrm>
              <a:off x="3738896" y="2800747"/>
              <a:ext cx="218570" cy="258771"/>
            </a:xfrm>
            <a:custGeom>
              <a:avLst/>
              <a:gdLst/>
              <a:ahLst/>
              <a:cxnLst/>
              <a:rect l="l" t="t" r="r" b="b"/>
              <a:pathLst>
                <a:path w="6883" h="8149" extrusionOk="0">
                  <a:moveTo>
                    <a:pt x="5651" y="0"/>
                  </a:moveTo>
                  <a:cubicBezTo>
                    <a:pt x="5637" y="0"/>
                    <a:pt x="5623" y="2"/>
                    <a:pt x="5609" y="5"/>
                  </a:cubicBezTo>
                  <a:lnTo>
                    <a:pt x="156" y="981"/>
                  </a:lnTo>
                  <a:cubicBezTo>
                    <a:pt x="72" y="993"/>
                    <a:pt x="1" y="1076"/>
                    <a:pt x="1" y="1171"/>
                  </a:cubicBezTo>
                  <a:lnTo>
                    <a:pt x="1" y="2267"/>
                  </a:lnTo>
                  <a:cubicBezTo>
                    <a:pt x="1" y="2374"/>
                    <a:pt x="84" y="2469"/>
                    <a:pt x="191" y="2469"/>
                  </a:cubicBezTo>
                  <a:cubicBezTo>
                    <a:pt x="287" y="2469"/>
                    <a:pt x="382" y="2374"/>
                    <a:pt x="382" y="2267"/>
                  </a:cubicBezTo>
                  <a:lnTo>
                    <a:pt x="382" y="1338"/>
                  </a:lnTo>
                  <a:lnTo>
                    <a:pt x="5430" y="445"/>
                  </a:lnTo>
                  <a:lnTo>
                    <a:pt x="5430" y="4112"/>
                  </a:lnTo>
                  <a:cubicBezTo>
                    <a:pt x="5241" y="4052"/>
                    <a:pt x="5051" y="4026"/>
                    <a:pt x="4862" y="4026"/>
                  </a:cubicBezTo>
                  <a:cubicBezTo>
                    <a:pt x="4825" y="4026"/>
                    <a:pt x="4788" y="4027"/>
                    <a:pt x="4752" y="4029"/>
                  </a:cubicBezTo>
                  <a:cubicBezTo>
                    <a:pt x="4216" y="4041"/>
                    <a:pt x="3728" y="4243"/>
                    <a:pt x="3347" y="4636"/>
                  </a:cubicBezTo>
                  <a:cubicBezTo>
                    <a:pt x="2966" y="5029"/>
                    <a:pt x="2751" y="5517"/>
                    <a:pt x="2751" y="6053"/>
                  </a:cubicBezTo>
                  <a:cubicBezTo>
                    <a:pt x="2727" y="6613"/>
                    <a:pt x="2954" y="7136"/>
                    <a:pt x="3347" y="7541"/>
                  </a:cubicBezTo>
                  <a:cubicBezTo>
                    <a:pt x="3728" y="7922"/>
                    <a:pt x="4251" y="8148"/>
                    <a:pt x="4799" y="8148"/>
                  </a:cubicBezTo>
                  <a:lnTo>
                    <a:pt x="4835" y="8148"/>
                  </a:lnTo>
                  <a:cubicBezTo>
                    <a:pt x="5942" y="8137"/>
                    <a:pt x="6859" y="7196"/>
                    <a:pt x="6859" y="6065"/>
                  </a:cubicBezTo>
                  <a:lnTo>
                    <a:pt x="6859" y="2148"/>
                  </a:lnTo>
                  <a:cubicBezTo>
                    <a:pt x="6883" y="2017"/>
                    <a:pt x="6799" y="1933"/>
                    <a:pt x="6692" y="1933"/>
                  </a:cubicBezTo>
                  <a:cubicBezTo>
                    <a:pt x="6585" y="1933"/>
                    <a:pt x="6502" y="2017"/>
                    <a:pt x="6502" y="2124"/>
                  </a:cubicBezTo>
                  <a:lnTo>
                    <a:pt x="6502" y="6041"/>
                  </a:lnTo>
                  <a:cubicBezTo>
                    <a:pt x="6502" y="6958"/>
                    <a:pt x="5775" y="7708"/>
                    <a:pt x="4859" y="7720"/>
                  </a:cubicBezTo>
                  <a:lnTo>
                    <a:pt x="4835" y="7720"/>
                  </a:lnTo>
                  <a:cubicBezTo>
                    <a:pt x="4382" y="7720"/>
                    <a:pt x="3966" y="7541"/>
                    <a:pt x="3656" y="7232"/>
                  </a:cubicBezTo>
                  <a:cubicBezTo>
                    <a:pt x="3335" y="6898"/>
                    <a:pt x="3168" y="6482"/>
                    <a:pt x="3168" y="6017"/>
                  </a:cubicBezTo>
                  <a:cubicBezTo>
                    <a:pt x="3180" y="5148"/>
                    <a:pt x="3906" y="4410"/>
                    <a:pt x="4787" y="4398"/>
                  </a:cubicBezTo>
                  <a:cubicBezTo>
                    <a:pt x="5061" y="4398"/>
                    <a:pt x="5323" y="4446"/>
                    <a:pt x="5561" y="4565"/>
                  </a:cubicBezTo>
                  <a:cubicBezTo>
                    <a:pt x="5588" y="4575"/>
                    <a:pt x="5617" y="4581"/>
                    <a:pt x="5646" y="4581"/>
                  </a:cubicBezTo>
                  <a:cubicBezTo>
                    <a:pt x="5683" y="4581"/>
                    <a:pt x="5719" y="4572"/>
                    <a:pt x="5752" y="4553"/>
                  </a:cubicBezTo>
                  <a:cubicBezTo>
                    <a:pt x="5811" y="4517"/>
                    <a:pt x="5847" y="4446"/>
                    <a:pt x="5847" y="4386"/>
                  </a:cubicBezTo>
                  <a:lnTo>
                    <a:pt x="5847" y="207"/>
                  </a:lnTo>
                  <a:cubicBezTo>
                    <a:pt x="5847" y="147"/>
                    <a:pt x="5811" y="88"/>
                    <a:pt x="5775" y="52"/>
                  </a:cubicBezTo>
                  <a:cubicBezTo>
                    <a:pt x="5739" y="16"/>
                    <a:pt x="5696" y="0"/>
                    <a:pt x="56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5" name="Google Shape;9485;p62"/>
          <p:cNvGrpSpPr/>
          <p:nvPr/>
        </p:nvGrpSpPr>
        <p:grpSpPr>
          <a:xfrm>
            <a:off x="4126815" y="2760704"/>
            <a:ext cx="380393" cy="363118"/>
            <a:chOff x="4126815" y="2760704"/>
            <a:chExt cx="380393" cy="363118"/>
          </a:xfrm>
        </p:grpSpPr>
        <p:sp>
          <p:nvSpPr>
            <p:cNvPr id="9486" name="Google Shape;9486;p62"/>
            <p:cNvSpPr/>
            <p:nvPr/>
          </p:nvSpPr>
          <p:spPr>
            <a:xfrm>
              <a:off x="4219825" y="2822435"/>
              <a:ext cx="103267" cy="29056"/>
            </a:xfrm>
            <a:custGeom>
              <a:avLst/>
              <a:gdLst/>
              <a:ahLst/>
              <a:cxnLst/>
              <a:rect l="l" t="t" r="r" b="b"/>
              <a:pathLst>
                <a:path w="3252" h="915" extrusionOk="0">
                  <a:moveTo>
                    <a:pt x="1620" y="0"/>
                  </a:moveTo>
                  <a:cubicBezTo>
                    <a:pt x="1025" y="0"/>
                    <a:pt x="477" y="215"/>
                    <a:pt x="60" y="631"/>
                  </a:cubicBezTo>
                  <a:cubicBezTo>
                    <a:pt x="1" y="691"/>
                    <a:pt x="1" y="810"/>
                    <a:pt x="60" y="869"/>
                  </a:cubicBezTo>
                  <a:cubicBezTo>
                    <a:pt x="90" y="899"/>
                    <a:pt x="132" y="914"/>
                    <a:pt x="175" y="914"/>
                  </a:cubicBezTo>
                  <a:cubicBezTo>
                    <a:pt x="218" y="914"/>
                    <a:pt x="263" y="899"/>
                    <a:pt x="298" y="869"/>
                  </a:cubicBezTo>
                  <a:cubicBezTo>
                    <a:pt x="656" y="512"/>
                    <a:pt x="1120" y="322"/>
                    <a:pt x="1620" y="322"/>
                  </a:cubicBezTo>
                  <a:cubicBezTo>
                    <a:pt x="2132" y="322"/>
                    <a:pt x="2596" y="512"/>
                    <a:pt x="2953" y="869"/>
                  </a:cubicBezTo>
                  <a:cubicBezTo>
                    <a:pt x="2983" y="899"/>
                    <a:pt x="3028" y="914"/>
                    <a:pt x="3073" y="914"/>
                  </a:cubicBezTo>
                  <a:cubicBezTo>
                    <a:pt x="3117" y="914"/>
                    <a:pt x="3162" y="899"/>
                    <a:pt x="3192" y="869"/>
                  </a:cubicBezTo>
                  <a:cubicBezTo>
                    <a:pt x="3251" y="810"/>
                    <a:pt x="3251" y="691"/>
                    <a:pt x="3192" y="631"/>
                  </a:cubicBezTo>
                  <a:cubicBezTo>
                    <a:pt x="2775" y="215"/>
                    <a:pt x="2215"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62"/>
            <p:cNvSpPr/>
            <p:nvPr/>
          </p:nvSpPr>
          <p:spPr>
            <a:xfrm>
              <a:off x="4126815" y="2760704"/>
              <a:ext cx="380393" cy="363118"/>
            </a:xfrm>
            <a:custGeom>
              <a:avLst/>
              <a:gdLst/>
              <a:ahLst/>
              <a:cxnLst/>
              <a:rect l="l" t="t" r="r" b="b"/>
              <a:pathLst>
                <a:path w="11979" h="11435" extrusionOk="0">
                  <a:moveTo>
                    <a:pt x="7621" y="6921"/>
                  </a:moveTo>
                  <a:lnTo>
                    <a:pt x="8061" y="7373"/>
                  </a:lnTo>
                  <a:lnTo>
                    <a:pt x="7787" y="7659"/>
                  </a:lnTo>
                  <a:lnTo>
                    <a:pt x="7335" y="7207"/>
                  </a:lnTo>
                  <a:cubicBezTo>
                    <a:pt x="7442" y="7123"/>
                    <a:pt x="7526" y="7016"/>
                    <a:pt x="7621" y="6921"/>
                  </a:cubicBezTo>
                  <a:close/>
                  <a:moveTo>
                    <a:pt x="4552" y="328"/>
                  </a:moveTo>
                  <a:cubicBezTo>
                    <a:pt x="5525" y="328"/>
                    <a:pt x="6496" y="700"/>
                    <a:pt x="7228" y="1444"/>
                  </a:cubicBezTo>
                  <a:cubicBezTo>
                    <a:pt x="8645" y="2861"/>
                    <a:pt x="8704" y="5076"/>
                    <a:pt x="7466" y="6564"/>
                  </a:cubicBezTo>
                  <a:cubicBezTo>
                    <a:pt x="7311" y="6766"/>
                    <a:pt x="7156" y="6909"/>
                    <a:pt x="6978" y="7064"/>
                  </a:cubicBezTo>
                  <a:cubicBezTo>
                    <a:pt x="6279" y="7651"/>
                    <a:pt x="5417" y="7944"/>
                    <a:pt x="4554" y="7944"/>
                  </a:cubicBezTo>
                  <a:cubicBezTo>
                    <a:pt x="3579" y="7944"/>
                    <a:pt x="2603" y="7571"/>
                    <a:pt x="1858" y="6826"/>
                  </a:cubicBezTo>
                  <a:cubicBezTo>
                    <a:pt x="370" y="5338"/>
                    <a:pt x="370" y="2921"/>
                    <a:pt x="1858" y="1444"/>
                  </a:cubicBezTo>
                  <a:cubicBezTo>
                    <a:pt x="2602" y="700"/>
                    <a:pt x="3579" y="328"/>
                    <a:pt x="4552" y="328"/>
                  </a:cubicBezTo>
                  <a:close/>
                  <a:moveTo>
                    <a:pt x="8518" y="7440"/>
                  </a:moveTo>
                  <a:cubicBezTo>
                    <a:pt x="8550" y="7440"/>
                    <a:pt x="8580" y="7453"/>
                    <a:pt x="8597" y="7481"/>
                  </a:cubicBezTo>
                  <a:lnTo>
                    <a:pt x="9061" y="7897"/>
                  </a:lnTo>
                  <a:lnTo>
                    <a:pt x="8276" y="8683"/>
                  </a:lnTo>
                  <a:lnTo>
                    <a:pt x="7883" y="8195"/>
                  </a:lnTo>
                  <a:cubicBezTo>
                    <a:pt x="7847" y="8135"/>
                    <a:pt x="7847" y="8052"/>
                    <a:pt x="7883" y="8016"/>
                  </a:cubicBezTo>
                  <a:lnTo>
                    <a:pt x="8418" y="7481"/>
                  </a:lnTo>
                  <a:cubicBezTo>
                    <a:pt x="8444" y="7456"/>
                    <a:pt x="8482" y="7440"/>
                    <a:pt x="8518" y="7440"/>
                  </a:cubicBezTo>
                  <a:close/>
                  <a:moveTo>
                    <a:pt x="9335" y="8100"/>
                  </a:moveTo>
                  <a:lnTo>
                    <a:pt x="11252" y="9779"/>
                  </a:lnTo>
                  <a:cubicBezTo>
                    <a:pt x="11574" y="10064"/>
                    <a:pt x="11597" y="10576"/>
                    <a:pt x="11276" y="10886"/>
                  </a:cubicBezTo>
                  <a:cubicBezTo>
                    <a:pt x="11128" y="11033"/>
                    <a:pt x="10940" y="11105"/>
                    <a:pt x="10752" y="11105"/>
                  </a:cubicBezTo>
                  <a:cubicBezTo>
                    <a:pt x="10544" y="11105"/>
                    <a:pt x="10336" y="11018"/>
                    <a:pt x="10181" y="10850"/>
                  </a:cubicBezTo>
                  <a:lnTo>
                    <a:pt x="8514" y="8921"/>
                  </a:lnTo>
                  <a:lnTo>
                    <a:pt x="9335" y="8100"/>
                  </a:lnTo>
                  <a:close/>
                  <a:moveTo>
                    <a:pt x="4543" y="1"/>
                  </a:moveTo>
                  <a:cubicBezTo>
                    <a:pt x="3483" y="1"/>
                    <a:pt x="2424" y="402"/>
                    <a:pt x="1620" y="1206"/>
                  </a:cubicBezTo>
                  <a:cubicBezTo>
                    <a:pt x="1" y="2837"/>
                    <a:pt x="1" y="5457"/>
                    <a:pt x="1620" y="7064"/>
                  </a:cubicBezTo>
                  <a:cubicBezTo>
                    <a:pt x="2431" y="7875"/>
                    <a:pt x="3489" y="8272"/>
                    <a:pt x="4543" y="8272"/>
                  </a:cubicBezTo>
                  <a:cubicBezTo>
                    <a:pt x="5440" y="8272"/>
                    <a:pt x="6334" y="7985"/>
                    <a:pt x="7073" y="7421"/>
                  </a:cubicBezTo>
                  <a:lnTo>
                    <a:pt x="7561" y="7909"/>
                  </a:lnTo>
                  <a:cubicBezTo>
                    <a:pt x="7490" y="8076"/>
                    <a:pt x="7502" y="8278"/>
                    <a:pt x="7633" y="8409"/>
                  </a:cubicBezTo>
                  <a:lnTo>
                    <a:pt x="9954" y="11064"/>
                  </a:lnTo>
                  <a:cubicBezTo>
                    <a:pt x="10171" y="11312"/>
                    <a:pt x="10471" y="11434"/>
                    <a:pt x="10771" y="11434"/>
                  </a:cubicBezTo>
                  <a:cubicBezTo>
                    <a:pt x="11049" y="11434"/>
                    <a:pt x="11326" y="11330"/>
                    <a:pt x="11538" y="11124"/>
                  </a:cubicBezTo>
                  <a:cubicBezTo>
                    <a:pt x="11978" y="10671"/>
                    <a:pt x="11955" y="9945"/>
                    <a:pt x="11478" y="9540"/>
                  </a:cubicBezTo>
                  <a:lnTo>
                    <a:pt x="8823" y="7219"/>
                  </a:lnTo>
                  <a:cubicBezTo>
                    <a:pt x="8737" y="7139"/>
                    <a:pt x="8629" y="7104"/>
                    <a:pt x="8522" y="7104"/>
                  </a:cubicBezTo>
                  <a:cubicBezTo>
                    <a:pt x="8453" y="7104"/>
                    <a:pt x="8384" y="7119"/>
                    <a:pt x="8323" y="7147"/>
                  </a:cubicBezTo>
                  <a:lnTo>
                    <a:pt x="7823" y="6659"/>
                  </a:lnTo>
                  <a:cubicBezTo>
                    <a:pt x="9073" y="5052"/>
                    <a:pt x="8978" y="2694"/>
                    <a:pt x="7466" y="1206"/>
                  </a:cubicBezTo>
                  <a:cubicBezTo>
                    <a:pt x="6662" y="402"/>
                    <a:pt x="5603" y="1"/>
                    <a:pt x="4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62"/>
            <p:cNvSpPr/>
            <p:nvPr/>
          </p:nvSpPr>
          <p:spPr>
            <a:xfrm>
              <a:off x="4278826" y="2791379"/>
              <a:ext cx="103998" cy="201962"/>
            </a:xfrm>
            <a:custGeom>
              <a:avLst/>
              <a:gdLst/>
              <a:ahLst/>
              <a:cxnLst/>
              <a:rect l="l" t="t" r="r" b="b"/>
              <a:pathLst>
                <a:path w="3275" h="6360" extrusionOk="0">
                  <a:moveTo>
                    <a:pt x="191" y="0"/>
                  </a:moveTo>
                  <a:cubicBezTo>
                    <a:pt x="106" y="0"/>
                    <a:pt x="35" y="59"/>
                    <a:pt x="24" y="157"/>
                  </a:cubicBezTo>
                  <a:cubicBezTo>
                    <a:pt x="0" y="264"/>
                    <a:pt x="60" y="335"/>
                    <a:pt x="167" y="347"/>
                  </a:cubicBezTo>
                  <a:cubicBezTo>
                    <a:pt x="798" y="442"/>
                    <a:pt x="1345" y="716"/>
                    <a:pt x="1786" y="1169"/>
                  </a:cubicBezTo>
                  <a:cubicBezTo>
                    <a:pt x="2905" y="2288"/>
                    <a:pt x="2905" y="4110"/>
                    <a:pt x="1786" y="5229"/>
                  </a:cubicBezTo>
                  <a:cubicBezTo>
                    <a:pt x="1345" y="5645"/>
                    <a:pt x="774" y="5931"/>
                    <a:pt x="167" y="6015"/>
                  </a:cubicBezTo>
                  <a:cubicBezTo>
                    <a:pt x="83" y="6038"/>
                    <a:pt x="24" y="6122"/>
                    <a:pt x="24" y="6217"/>
                  </a:cubicBezTo>
                  <a:cubicBezTo>
                    <a:pt x="36" y="6300"/>
                    <a:pt x="107" y="6360"/>
                    <a:pt x="179" y="6360"/>
                  </a:cubicBezTo>
                  <a:lnTo>
                    <a:pt x="214" y="6360"/>
                  </a:lnTo>
                  <a:cubicBezTo>
                    <a:pt x="917" y="6253"/>
                    <a:pt x="1536" y="5943"/>
                    <a:pt x="2024" y="5455"/>
                  </a:cubicBezTo>
                  <a:cubicBezTo>
                    <a:pt x="3274" y="4205"/>
                    <a:pt x="3274" y="2169"/>
                    <a:pt x="2024" y="919"/>
                  </a:cubicBezTo>
                  <a:cubicBezTo>
                    <a:pt x="1536" y="419"/>
                    <a:pt x="917" y="109"/>
                    <a:pt x="214" y="2"/>
                  </a:cubicBezTo>
                  <a:cubicBezTo>
                    <a:pt x="206" y="1"/>
                    <a:pt x="1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62"/>
            <p:cNvSpPr/>
            <p:nvPr/>
          </p:nvSpPr>
          <p:spPr>
            <a:xfrm>
              <a:off x="4159332" y="2791379"/>
              <a:ext cx="105903" cy="201962"/>
            </a:xfrm>
            <a:custGeom>
              <a:avLst/>
              <a:gdLst/>
              <a:ahLst/>
              <a:cxnLst/>
              <a:rect l="l" t="t" r="r" b="b"/>
              <a:pathLst>
                <a:path w="3335" h="6360" extrusionOk="0">
                  <a:moveTo>
                    <a:pt x="3162" y="1"/>
                  </a:moveTo>
                  <a:cubicBezTo>
                    <a:pt x="3156" y="1"/>
                    <a:pt x="3150" y="1"/>
                    <a:pt x="3144" y="2"/>
                  </a:cubicBezTo>
                  <a:cubicBezTo>
                    <a:pt x="2430" y="61"/>
                    <a:pt x="1775" y="383"/>
                    <a:pt x="1251" y="895"/>
                  </a:cubicBezTo>
                  <a:cubicBezTo>
                    <a:pt x="1" y="2145"/>
                    <a:pt x="1" y="4193"/>
                    <a:pt x="1251" y="5443"/>
                  </a:cubicBezTo>
                  <a:cubicBezTo>
                    <a:pt x="1775" y="5955"/>
                    <a:pt x="2430" y="6277"/>
                    <a:pt x="3144" y="6360"/>
                  </a:cubicBezTo>
                  <a:lnTo>
                    <a:pt x="3156" y="6360"/>
                  </a:lnTo>
                  <a:cubicBezTo>
                    <a:pt x="3251" y="6360"/>
                    <a:pt x="3311" y="6300"/>
                    <a:pt x="3323" y="6217"/>
                  </a:cubicBezTo>
                  <a:cubicBezTo>
                    <a:pt x="3334" y="6122"/>
                    <a:pt x="3263" y="6038"/>
                    <a:pt x="3168" y="6038"/>
                  </a:cubicBezTo>
                  <a:cubicBezTo>
                    <a:pt x="2537" y="5955"/>
                    <a:pt x="1941" y="5681"/>
                    <a:pt x="1477" y="5217"/>
                  </a:cubicBezTo>
                  <a:cubicBezTo>
                    <a:pt x="358" y="4098"/>
                    <a:pt x="358" y="2264"/>
                    <a:pt x="1477" y="1157"/>
                  </a:cubicBezTo>
                  <a:cubicBezTo>
                    <a:pt x="1941" y="692"/>
                    <a:pt x="2513" y="407"/>
                    <a:pt x="3168" y="335"/>
                  </a:cubicBezTo>
                  <a:cubicBezTo>
                    <a:pt x="3263" y="311"/>
                    <a:pt x="3334" y="240"/>
                    <a:pt x="3323" y="157"/>
                  </a:cubicBezTo>
                  <a:cubicBezTo>
                    <a:pt x="3312" y="68"/>
                    <a:pt x="3239" y="1"/>
                    <a:pt x="3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0" name="Google Shape;9490;p62"/>
          <p:cNvGrpSpPr/>
          <p:nvPr/>
        </p:nvGrpSpPr>
        <p:grpSpPr>
          <a:xfrm>
            <a:off x="4675986" y="2745684"/>
            <a:ext cx="381346" cy="368644"/>
            <a:chOff x="4675986" y="2745684"/>
            <a:chExt cx="381346" cy="368644"/>
          </a:xfrm>
        </p:grpSpPr>
        <p:sp>
          <p:nvSpPr>
            <p:cNvPr id="9491" name="Google Shape;9491;p62"/>
            <p:cNvSpPr/>
            <p:nvPr/>
          </p:nvSpPr>
          <p:spPr>
            <a:xfrm>
              <a:off x="4828918" y="2895345"/>
              <a:ext cx="69226" cy="69258"/>
            </a:xfrm>
            <a:custGeom>
              <a:avLst/>
              <a:gdLst/>
              <a:ahLst/>
              <a:cxnLst/>
              <a:rect l="l" t="t" r="r" b="b"/>
              <a:pathLst>
                <a:path w="2180" h="2181" extrusionOk="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2"/>
            <p:cNvSpPr/>
            <p:nvPr/>
          </p:nvSpPr>
          <p:spPr>
            <a:xfrm>
              <a:off x="4675986" y="2745684"/>
              <a:ext cx="381346" cy="368644"/>
            </a:xfrm>
            <a:custGeom>
              <a:avLst/>
              <a:gdLst/>
              <a:ahLst/>
              <a:cxnLst/>
              <a:rect l="l" t="t" r="r" b="b"/>
              <a:pathLst>
                <a:path w="12009" h="11609" extrusionOk="0">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3" name="Google Shape;9493;p62"/>
          <p:cNvGrpSpPr/>
          <p:nvPr/>
        </p:nvGrpSpPr>
        <p:grpSpPr>
          <a:xfrm>
            <a:off x="5220616" y="2791061"/>
            <a:ext cx="373185" cy="302466"/>
            <a:chOff x="5220616" y="2791061"/>
            <a:chExt cx="373185" cy="302466"/>
          </a:xfrm>
        </p:grpSpPr>
        <p:sp>
          <p:nvSpPr>
            <p:cNvPr id="9494" name="Google Shape;9494;p62"/>
            <p:cNvSpPr/>
            <p:nvPr/>
          </p:nvSpPr>
          <p:spPr>
            <a:xfrm>
              <a:off x="5220616" y="2791061"/>
              <a:ext cx="373185" cy="302466"/>
            </a:xfrm>
            <a:custGeom>
              <a:avLst/>
              <a:gdLst/>
              <a:ahLst/>
              <a:cxnLst/>
              <a:rect l="l" t="t" r="r" b="b"/>
              <a:pathLst>
                <a:path w="11752" h="9525" extrusionOk="0">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62"/>
            <p:cNvSpPr/>
            <p:nvPr/>
          </p:nvSpPr>
          <p:spPr>
            <a:xfrm>
              <a:off x="5244432" y="2849268"/>
              <a:ext cx="326314" cy="11368"/>
            </a:xfrm>
            <a:custGeom>
              <a:avLst/>
              <a:gdLst/>
              <a:ahLst/>
              <a:cxnLst/>
              <a:rect l="l" t="t" r="r" b="b"/>
              <a:pathLst>
                <a:path w="10276" h="358" extrusionOk="0">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62"/>
            <p:cNvSpPr/>
            <p:nvPr/>
          </p:nvSpPr>
          <p:spPr>
            <a:xfrm>
              <a:off x="5261834" y="2896139"/>
              <a:ext cx="46521" cy="11400"/>
            </a:xfrm>
            <a:custGeom>
              <a:avLst/>
              <a:gdLst/>
              <a:ahLst/>
              <a:cxnLst/>
              <a:rect l="l" t="t" r="r" b="b"/>
              <a:pathLst>
                <a:path w="1465" h="359" extrusionOk="0">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2"/>
            <p:cNvSpPr/>
            <p:nvPr/>
          </p:nvSpPr>
          <p:spPr>
            <a:xfrm>
              <a:off x="5343507" y="2896139"/>
              <a:ext cx="46521" cy="11400"/>
            </a:xfrm>
            <a:custGeom>
              <a:avLst/>
              <a:gdLst/>
              <a:ahLst/>
              <a:cxnLst/>
              <a:rect l="l" t="t" r="r" b="b"/>
              <a:pathLst>
                <a:path w="1465" h="359" extrusionOk="0">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2"/>
            <p:cNvSpPr/>
            <p:nvPr/>
          </p:nvSpPr>
          <p:spPr>
            <a:xfrm>
              <a:off x="5506823" y="2896139"/>
              <a:ext cx="46172" cy="11400"/>
            </a:xfrm>
            <a:custGeom>
              <a:avLst/>
              <a:gdLst/>
              <a:ahLst/>
              <a:cxnLst/>
              <a:rect l="l" t="t" r="r" b="b"/>
              <a:pathLst>
                <a:path w="1454" h="359" extrusionOk="0">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9" name="Google Shape;9499;p62"/>
            <p:cNvSpPr/>
            <p:nvPr/>
          </p:nvSpPr>
          <p:spPr>
            <a:xfrm>
              <a:off x="5261834" y="2942660"/>
              <a:ext cx="46521" cy="11368"/>
            </a:xfrm>
            <a:custGeom>
              <a:avLst/>
              <a:gdLst/>
              <a:ahLst/>
              <a:cxnLst/>
              <a:rect l="l" t="t" r="r" b="b"/>
              <a:pathLst>
                <a:path w="1465" h="358" extrusionOk="0">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0" name="Google Shape;9500;p62"/>
            <p:cNvSpPr/>
            <p:nvPr/>
          </p:nvSpPr>
          <p:spPr>
            <a:xfrm>
              <a:off x="5424768" y="2942660"/>
              <a:ext cx="46553" cy="11368"/>
            </a:xfrm>
            <a:custGeom>
              <a:avLst/>
              <a:gdLst/>
              <a:ahLst/>
              <a:cxnLst/>
              <a:rect l="l" t="t" r="r" b="b"/>
              <a:pathLst>
                <a:path w="1466" h="358" extrusionOk="0">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62"/>
            <p:cNvSpPr/>
            <p:nvPr/>
          </p:nvSpPr>
          <p:spPr>
            <a:xfrm>
              <a:off x="5261834" y="2989149"/>
              <a:ext cx="46521" cy="11400"/>
            </a:xfrm>
            <a:custGeom>
              <a:avLst/>
              <a:gdLst/>
              <a:ahLst/>
              <a:cxnLst/>
              <a:rect l="l" t="t" r="r" b="b"/>
              <a:pathLst>
                <a:path w="1465" h="359" extrusionOk="0">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62"/>
            <p:cNvSpPr/>
            <p:nvPr/>
          </p:nvSpPr>
          <p:spPr>
            <a:xfrm>
              <a:off x="5343507" y="2989149"/>
              <a:ext cx="46521" cy="11400"/>
            </a:xfrm>
            <a:custGeom>
              <a:avLst/>
              <a:gdLst/>
              <a:ahLst/>
              <a:cxnLst/>
              <a:rect l="l" t="t" r="r" b="b"/>
              <a:pathLst>
                <a:path w="1465" h="359" extrusionOk="0">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2"/>
            <p:cNvSpPr/>
            <p:nvPr/>
          </p:nvSpPr>
          <p:spPr>
            <a:xfrm>
              <a:off x="5506823" y="2989149"/>
              <a:ext cx="46172" cy="11400"/>
            </a:xfrm>
            <a:custGeom>
              <a:avLst/>
              <a:gdLst/>
              <a:ahLst/>
              <a:cxnLst/>
              <a:rect l="l" t="t" r="r" b="b"/>
              <a:pathLst>
                <a:path w="1454" h="359" extrusionOk="0">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62"/>
            <p:cNvSpPr/>
            <p:nvPr/>
          </p:nvSpPr>
          <p:spPr>
            <a:xfrm>
              <a:off x="5343507" y="3036051"/>
              <a:ext cx="46521" cy="10987"/>
            </a:xfrm>
            <a:custGeom>
              <a:avLst/>
              <a:gdLst/>
              <a:ahLst/>
              <a:cxnLst/>
              <a:rect l="l" t="t" r="r" b="b"/>
              <a:pathLst>
                <a:path w="1465" h="346" extrusionOk="0">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62"/>
            <p:cNvSpPr/>
            <p:nvPr/>
          </p:nvSpPr>
          <p:spPr>
            <a:xfrm>
              <a:off x="5424768" y="3036051"/>
              <a:ext cx="46553" cy="10987"/>
            </a:xfrm>
            <a:custGeom>
              <a:avLst/>
              <a:gdLst/>
              <a:ahLst/>
              <a:cxnLst/>
              <a:rect l="l" t="t" r="r" b="b"/>
              <a:pathLst>
                <a:path w="1466" h="346" extrusionOk="0">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2"/>
            <p:cNvSpPr/>
            <p:nvPr/>
          </p:nvSpPr>
          <p:spPr>
            <a:xfrm>
              <a:off x="5506823" y="3036051"/>
              <a:ext cx="46172" cy="10987"/>
            </a:xfrm>
            <a:custGeom>
              <a:avLst/>
              <a:gdLst/>
              <a:ahLst/>
              <a:cxnLst/>
              <a:rect l="l" t="t" r="r" b="b"/>
              <a:pathLst>
                <a:path w="1454" h="346" extrusionOk="0">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62"/>
            <p:cNvSpPr/>
            <p:nvPr/>
          </p:nvSpPr>
          <p:spPr>
            <a:xfrm>
              <a:off x="5343126" y="2930752"/>
              <a:ext cx="46902" cy="33851"/>
            </a:xfrm>
            <a:custGeom>
              <a:avLst/>
              <a:gdLst/>
              <a:ahLst/>
              <a:cxnLst/>
              <a:rect l="l" t="t" r="r" b="b"/>
              <a:pathLst>
                <a:path w="1477" h="1066" extrusionOk="0">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62"/>
            <p:cNvSpPr/>
            <p:nvPr/>
          </p:nvSpPr>
          <p:spPr>
            <a:xfrm>
              <a:off x="5506442" y="2930752"/>
              <a:ext cx="47283" cy="33851"/>
            </a:xfrm>
            <a:custGeom>
              <a:avLst/>
              <a:gdLst/>
              <a:ahLst/>
              <a:cxnLst/>
              <a:rect l="l" t="t" r="r" b="b"/>
              <a:pathLst>
                <a:path w="1489" h="1066" extrusionOk="0">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62"/>
            <p:cNvSpPr/>
            <p:nvPr/>
          </p:nvSpPr>
          <p:spPr>
            <a:xfrm>
              <a:off x="5424419" y="2977336"/>
              <a:ext cx="47283" cy="34168"/>
            </a:xfrm>
            <a:custGeom>
              <a:avLst/>
              <a:gdLst/>
              <a:ahLst/>
              <a:cxnLst/>
              <a:rect l="l" t="t" r="r" b="b"/>
              <a:pathLst>
                <a:path w="1489" h="1076" extrusionOk="0">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2"/>
            <p:cNvSpPr/>
            <p:nvPr/>
          </p:nvSpPr>
          <p:spPr>
            <a:xfrm>
              <a:off x="5261453" y="3024143"/>
              <a:ext cx="47283" cy="33851"/>
            </a:xfrm>
            <a:custGeom>
              <a:avLst/>
              <a:gdLst/>
              <a:ahLst/>
              <a:cxnLst/>
              <a:rect l="l" t="t" r="r" b="b"/>
              <a:pathLst>
                <a:path w="1489" h="1066" extrusionOk="0">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62"/>
            <p:cNvSpPr/>
            <p:nvPr/>
          </p:nvSpPr>
          <p:spPr>
            <a:xfrm>
              <a:off x="5424419" y="2884231"/>
              <a:ext cx="47283" cy="33883"/>
            </a:xfrm>
            <a:custGeom>
              <a:avLst/>
              <a:gdLst/>
              <a:ahLst/>
              <a:cxnLst/>
              <a:rect l="l" t="t" r="r" b="b"/>
              <a:pathLst>
                <a:path w="1489" h="1067" extrusionOk="0">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2" name="Google Shape;9512;p62"/>
          <p:cNvGrpSpPr/>
          <p:nvPr/>
        </p:nvGrpSpPr>
        <p:grpSpPr>
          <a:xfrm>
            <a:off x="5788661" y="2772517"/>
            <a:ext cx="284366" cy="344097"/>
            <a:chOff x="5864861" y="2772517"/>
            <a:chExt cx="284366" cy="344097"/>
          </a:xfrm>
        </p:grpSpPr>
        <p:sp>
          <p:nvSpPr>
            <p:cNvPr id="9513" name="Google Shape;9513;p62"/>
            <p:cNvSpPr/>
            <p:nvPr/>
          </p:nvSpPr>
          <p:spPr>
            <a:xfrm>
              <a:off x="6089464" y="3014490"/>
              <a:ext cx="15147" cy="15147"/>
            </a:xfrm>
            <a:custGeom>
              <a:avLst/>
              <a:gdLst/>
              <a:ahLst/>
              <a:cxnLst/>
              <a:rect l="l" t="t" r="r" b="b"/>
              <a:pathLst>
                <a:path w="477" h="477" extrusionOk="0">
                  <a:moveTo>
                    <a:pt x="238" y="1"/>
                  </a:moveTo>
                  <a:cubicBezTo>
                    <a:pt x="107" y="1"/>
                    <a:pt x="0" y="108"/>
                    <a:pt x="0" y="239"/>
                  </a:cubicBezTo>
                  <a:cubicBezTo>
                    <a:pt x="0" y="382"/>
                    <a:pt x="107" y="477"/>
                    <a:pt x="238" y="477"/>
                  </a:cubicBezTo>
                  <a:cubicBezTo>
                    <a:pt x="369" y="477"/>
                    <a:pt x="476" y="382"/>
                    <a:pt x="476" y="239"/>
                  </a:cubicBezTo>
                  <a:cubicBezTo>
                    <a:pt x="476"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62"/>
            <p:cNvSpPr/>
            <p:nvPr/>
          </p:nvSpPr>
          <p:spPr>
            <a:xfrm>
              <a:off x="6051644" y="3070823"/>
              <a:ext cx="13274" cy="13274"/>
            </a:xfrm>
            <a:custGeom>
              <a:avLst/>
              <a:gdLst/>
              <a:ahLst/>
              <a:cxnLst/>
              <a:rect l="l" t="t" r="r" b="b"/>
              <a:pathLst>
                <a:path w="418" h="418" extrusionOk="0">
                  <a:moveTo>
                    <a:pt x="203" y="1"/>
                  </a:moveTo>
                  <a:cubicBezTo>
                    <a:pt x="84" y="1"/>
                    <a:pt x="0" y="96"/>
                    <a:pt x="0" y="215"/>
                  </a:cubicBezTo>
                  <a:cubicBezTo>
                    <a:pt x="0" y="322"/>
                    <a:pt x="84" y="417"/>
                    <a:pt x="203" y="417"/>
                  </a:cubicBezTo>
                  <a:cubicBezTo>
                    <a:pt x="334" y="417"/>
                    <a:pt x="417" y="334"/>
                    <a:pt x="417" y="215"/>
                  </a:cubicBezTo>
                  <a:cubicBezTo>
                    <a:pt x="417" y="96"/>
                    <a:pt x="334"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62"/>
            <p:cNvSpPr/>
            <p:nvPr/>
          </p:nvSpPr>
          <p:spPr>
            <a:xfrm>
              <a:off x="5943518" y="3005789"/>
              <a:ext cx="13242" cy="12893"/>
            </a:xfrm>
            <a:custGeom>
              <a:avLst/>
              <a:gdLst/>
              <a:ahLst/>
              <a:cxnLst/>
              <a:rect l="l" t="t" r="r" b="b"/>
              <a:pathLst>
                <a:path w="417" h="406" extrusionOk="0">
                  <a:moveTo>
                    <a:pt x="203" y="1"/>
                  </a:moveTo>
                  <a:cubicBezTo>
                    <a:pt x="84" y="1"/>
                    <a:pt x="0" y="84"/>
                    <a:pt x="0" y="203"/>
                  </a:cubicBezTo>
                  <a:cubicBezTo>
                    <a:pt x="0" y="322"/>
                    <a:pt x="84" y="406"/>
                    <a:pt x="203" y="406"/>
                  </a:cubicBezTo>
                  <a:cubicBezTo>
                    <a:pt x="322" y="406"/>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6" name="Google Shape;9516;p62"/>
            <p:cNvSpPr/>
            <p:nvPr/>
          </p:nvSpPr>
          <p:spPr>
            <a:xfrm>
              <a:off x="5965429" y="3070823"/>
              <a:ext cx="13655" cy="13274"/>
            </a:xfrm>
            <a:custGeom>
              <a:avLst/>
              <a:gdLst/>
              <a:ahLst/>
              <a:cxnLst/>
              <a:rect l="l" t="t" r="r" b="b"/>
              <a:pathLst>
                <a:path w="430" h="418" extrusionOk="0">
                  <a:moveTo>
                    <a:pt x="215" y="1"/>
                  </a:moveTo>
                  <a:cubicBezTo>
                    <a:pt x="96" y="1"/>
                    <a:pt x="1" y="96"/>
                    <a:pt x="1" y="215"/>
                  </a:cubicBezTo>
                  <a:cubicBezTo>
                    <a:pt x="1" y="322"/>
                    <a:pt x="96" y="417"/>
                    <a:pt x="215" y="417"/>
                  </a:cubicBezTo>
                  <a:cubicBezTo>
                    <a:pt x="334" y="417"/>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62"/>
            <p:cNvSpPr/>
            <p:nvPr/>
          </p:nvSpPr>
          <p:spPr>
            <a:xfrm>
              <a:off x="6004392" y="3019412"/>
              <a:ext cx="16290" cy="15909"/>
            </a:xfrm>
            <a:custGeom>
              <a:avLst/>
              <a:gdLst/>
              <a:ahLst/>
              <a:cxnLst/>
              <a:rect l="l" t="t" r="r" b="b"/>
              <a:pathLst>
                <a:path w="513" h="501" extrusionOk="0">
                  <a:moveTo>
                    <a:pt x="250" y="0"/>
                  </a:moveTo>
                  <a:cubicBezTo>
                    <a:pt x="119" y="0"/>
                    <a:pt x="0" y="119"/>
                    <a:pt x="0" y="250"/>
                  </a:cubicBezTo>
                  <a:cubicBezTo>
                    <a:pt x="0" y="381"/>
                    <a:pt x="119" y="500"/>
                    <a:pt x="250" y="500"/>
                  </a:cubicBezTo>
                  <a:cubicBezTo>
                    <a:pt x="393" y="500"/>
                    <a:pt x="512" y="381"/>
                    <a:pt x="512" y="250"/>
                  </a:cubicBezTo>
                  <a:cubicBezTo>
                    <a:pt x="512" y="119"/>
                    <a:pt x="405"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2"/>
            <p:cNvSpPr/>
            <p:nvPr/>
          </p:nvSpPr>
          <p:spPr>
            <a:xfrm>
              <a:off x="5864861" y="2772517"/>
              <a:ext cx="284366" cy="344097"/>
            </a:xfrm>
            <a:custGeom>
              <a:avLst/>
              <a:gdLst/>
              <a:ahLst/>
              <a:cxnLst/>
              <a:rect l="l" t="t" r="r" b="b"/>
              <a:pathLst>
                <a:path w="8955" h="10836" extrusionOk="0">
                  <a:moveTo>
                    <a:pt x="2983" y="6406"/>
                  </a:moveTo>
                  <a:cubicBezTo>
                    <a:pt x="3566" y="6406"/>
                    <a:pt x="4114" y="6556"/>
                    <a:pt x="4632" y="6871"/>
                  </a:cubicBezTo>
                  <a:cubicBezTo>
                    <a:pt x="5211" y="7197"/>
                    <a:pt x="5769" y="7306"/>
                    <a:pt x="6260" y="7306"/>
                  </a:cubicBezTo>
                  <a:cubicBezTo>
                    <a:pt x="6628" y="7306"/>
                    <a:pt x="6957" y="7245"/>
                    <a:pt x="7228" y="7168"/>
                  </a:cubicBezTo>
                  <a:cubicBezTo>
                    <a:pt x="7645" y="7049"/>
                    <a:pt x="7966" y="6871"/>
                    <a:pt x="8145" y="6751"/>
                  </a:cubicBezTo>
                  <a:lnTo>
                    <a:pt x="8145" y="6751"/>
                  </a:lnTo>
                  <a:cubicBezTo>
                    <a:pt x="8514" y="7954"/>
                    <a:pt x="8204" y="9276"/>
                    <a:pt x="7299" y="10216"/>
                  </a:cubicBezTo>
                  <a:cubicBezTo>
                    <a:pt x="7109" y="10407"/>
                    <a:pt x="6835" y="10526"/>
                    <a:pt x="6561" y="10526"/>
                  </a:cubicBezTo>
                  <a:lnTo>
                    <a:pt x="2906" y="10526"/>
                  </a:lnTo>
                  <a:cubicBezTo>
                    <a:pt x="2644" y="10526"/>
                    <a:pt x="2370" y="10407"/>
                    <a:pt x="2180" y="10228"/>
                  </a:cubicBezTo>
                  <a:cubicBezTo>
                    <a:pt x="1346" y="9383"/>
                    <a:pt x="941" y="8133"/>
                    <a:pt x="1275" y="6823"/>
                  </a:cubicBezTo>
                  <a:cubicBezTo>
                    <a:pt x="1406" y="6751"/>
                    <a:pt x="1775" y="6573"/>
                    <a:pt x="2263" y="6478"/>
                  </a:cubicBezTo>
                  <a:cubicBezTo>
                    <a:pt x="2509" y="6430"/>
                    <a:pt x="2748" y="6406"/>
                    <a:pt x="2983" y="6406"/>
                  </a:cubicBezTo>
                  <a:close/>
                  <a:moveTo>
                    <a:pt x="3239" y="1"/>
                  </a:moveTo>
                  <a:cubicBezTo>
                    <a:pt x="3001" y="1"/>
                    <a:pt x="2823" y="191"/>
                    <a:pt x="2823" y="417"/>
                  </a:cubicBezTo>
                  <a:lnTo>
                    <a:pt x="2823" y="786"/>
                  </a:lnTo>
                  <a:cubicBezTo>
                    <a:pt x="2823" y="1036"/>
                    <a:pt x="3013" y="1203"/>
                    <a:pt x="3239" y="1203"/>
                  </a:cubicBezTo>
                  <a:lnTo>
                    <a:pt x="3454" y="1203"/>
                  </a:lnTo>
                  <a:lnTo>
                    <a:pt x="3454" y="2525"/>
                  </a:lnTo>
                  <a:cubicBezTo>
                    <a:pt x="3454" y="2608"/>
                    <a:pt x="3537" y="2680"/>
                    <a:pt x="3620" y="2680"/>
                  </a:cubicBezTo>
                  <a:cubicBezTo>
                    <a:pt x="3704" y="2680"/>
                    <a:pt x="3787" y="2608"/>
                    <a:pt x="3787" y="2525"/>
                  </a:cubicBezTo>
                  <a:lnTo>
                    <a:pt x="3787" y="1203"/>
                  </a:lnTo>
                  <a:lnTo>
                    <a:pt x="5692" y="1203"/>
                  </a:lnTo>
                  <a:lnTo>
                    <a:pt x="5692" y="3858"/>
                  </a:lnTo>
                  <a:cubicBezTo>
                    <a:pt x="5692" y="4096"/>
                    <a:pt x="5835" y="4311"/>
                    <a:pt x="6049" y="4394"/>
                  </a:cubicBezTo>
                  <a:cubicBezTo>
                    <a:pt x="6978" y="4763"/>
                    <a:pt x="7692" y="5513"/>
                    <a:pt x="8049" y="6418"/>
                  </a:cubicBezTo>
                  <a:cubicBezTo>
                    <a:pt x="7907" y="6525"/>
                    <a:pt x="7573" y="6716"/>
                    <a:pt x="7133" y="6847"/>
                  </a:cubicBezTo>
                  <a:cubicBezTo>
                    <a:pt x="6830" y="6934"/>
                    <a:pt x="6535" y="6978"/>
                    <a:pt x="6245" y="6978"/>
                  </a:cubicBezTo>
                  <a:cubicBezTo>
                    <a:pt x="5748" y="6978"/>
                    <a:pt x="5270" y="6848"/>
                    <a:pt x="4811" y="6585"/>
                  </a:cubicBezTo>
                  <a:cubicBezTo>
                    <a:pt x="4225" y="6246"/>
                    <a:pt x="3592" y="6086"/>
                    <a:pt x="2961" y="6086"/>
                  </a:cubicBezTo>
                  <a:cubicBezTo>
                    <a:pt x="2437" y="6086"/>
                    <a:pt x="1914" y="6196"/>
                    <a:pt x="1418" y="6406"/>
                  </a:cubicBezTo>
                  <a:cubicBezTo>
                    <a:pt x="1775" y="5501"/>
                    <a:pt x="2477" y="4763"/>
                    <a:pt x="3430" y="4394"/>
                  </a:cubicBezTo>
                  <a:cubicBezTo>
                    <a:pt x="3656" y="4311"/>
                    <a:pt x="3787" y="4096"/>
                    <a:pt x="3787" y="3858"/>
                  </a:cubicBezTo>
                  <a:lnTo>
                    <a:pt x="3787" y="3322"/>
                  </a:lnTo>
                  <a:cubicBezTo>
                    <a:pt x="3787" y="3239"/>
                    <a:pt x="3716" y="3156"/>
                    <a:pt x="3620" y="3156"/>
                  </a:cubicBezTo>
                  <a:cubicBezTo>
                    <a:pt x="3537" y="3156"/>
                    <a:pt x="3454" y="3239"/>
                    <a:pt x="3454" y="3322"/>
                  </a:cubicBezTo>
                  <a:lnTo>
                    <a:pt x="3454" y="3858"/>
                  </a:lnTo>
                  <a:cubicBezTo>
                    <a:pt x="3454" y="3965"/>
                    <a:pt x="3394" y="4049"/>
                    <a:pt x="3299" y="4096"/>
                  </a:cubicBezTo>
                  <a:cubicBezTo>
                    <a:pt x="703" y="5120"/>
                    <a:pt x="1" y="8478"/>
                    <a:pt x="1942" y="10442"/>
                  </a:cubicBezTo>
                  <a:cubicBezTo>
                    <a:pt x="2192" y="10692"/>
                    <a:pt x="2537" y="10835"/>
                    <a:pt x="2894" y="10835"/>
                  </a:cubicBezTo>
                  <a:lnTo>
                    <a:pt x="6549" y="10835"/>
                  </a:lnTo>
                  <a:cubicBezTo>
                    <a:pt x="6906" y="10835"/>
                    <a:pt x="7252" y="10692"/>
                    <a:pt x="7502" y="10442"/>
                  </a:cubicBezTo>
                  <a:cubicBezTo>
                    <a:pt x="8907" y="9026"/>
                    <a:pt x="8954" y="6930"/>
                    <a:pt x="7907" y="5466"/>
                  </a:cubicBezTo>
                  <a:cubicBezTo>
                    <a:pt x="7478" y="4858"/>
                    <a:pt x="6871" y="4370"/>
                    <a:pt x="6168" y="4096"/>
                  </a:cubicBezTo>
                  <a:cubicBezTo>
                    <a:pt x="6061" y="4049"/>
                    <a:pt x="6002" y="3965"/>
                    <a:pt x="6002" y="3858"/>
                  </a:cubicBezTo>
                  <a:lnTo>
                    <a:pt x="6002" y="1203"/>
                  </a:lnTo>
                  <a:lnTo>
                    <a:pt x="6228" y="1203"/>
                  </a:lnTo>
                  <a:cubicBezTo>
                    <a:pt x="6466" y="1203"/>
                    <a:pt x="6644" y="1013"/>
                    <a:pt x="6644" y="786"/>
                  </a:cubicBezTo>
                  <a:lnTo>
                    <a:pt x="6644" y="417"/>
                  </a:lnTo>
                  <a:cubicBezTo>
                    <a:pt x="6644" y="179"/>
                    <a:pt x="6454" y="1"/>
                    <a:pt x="6228" y="1"/>
                  </a:cubicBezTo>
                  <a:lnTo>
                    <a:pt x="5394" y="1"/>
                  </a:lnTo>
                  <a:cubicBezTo>
                    <a:pt x="5299" y="1"/>
                    <a:pt x="5228" y="72"/>
                    <a:pt x="5228" y="167"/>
                  </a:cubicBezTo>
                  <a:cubicBezTo>
                    <a:pt x="5228" y="263"/>
                    <a:pt x="5299" y="334"/>
                    <a:pt x="5394" y="334"/>
                  </a:cubicBezTo>
                  <a:lnTo>
                    <a:pt x="6228" y="334"/>
                  </a:lnTo>
                  <a:cubicBezTo>
                    <a:pt x="6287" y="334"/>
                    <a:pt x="6335" y="382"/>
                    <a:pt x="6335" y="441"/>
                  </a:cubicBezTo>
                  <a:lnTo>
                    <a:pt x="6335" y="810"/>
                  </a:lnTo>
                  <a:cubicBezTo>
                    <a:pt x="6335" y="870"/>
                    <a:pt x="6287" y="905"/>
                    <a:pt x="6228" y="905"/>
                  </a:cubicBezTo>
                  <a:lnTo>
                    <a:pt x="3239" y="905"/>
                  </a:lnTo>
                  <a:cubicBezTo>
                    <a:pt x="3168" y="905"/>
                    <a:pt x="3132" y="870"/>
                    <a:pt x="3132" y="810"/>
                  </a:cubicBezTo>
                  <a:lnTo>
                    <a:pt x="3132" y="441"/>
                  </a:lnTo>
                  <a:cubicBezTo>
                    <a:pt x="3132" y="382"/>
                    <a:pt x="3168" y="334"/>
                    <a:pt x="3239" y="334"/>
                  </a:cubicBezTo>
                  <a:lnTo>
                    <a:pt x="4609" y="334"/>
                  </a:lnTo>
                  <a:cubicBezTo>
                    <a:pt x="4692" y="334"/>
                    <a:pt x="4763" y="263"/>
                    <a:pt x="4763" y="167"/>
                  </a:cubicBezTo>
                  <a:cubicBezTo>
                    <a:pt x="4763" y="72"/>
                    <a:pt x="4692" y="1"/>
                    <a:pt x="4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19" name="Google Shape;9519;p62"/>
          <p:cNvSpPr/>
          <p:nvPr/>
        </p:nvSpPr>
        <p:spPr>
          <a:xfrm>
            <a:off x="6340868" y="2770643"/>
            <a:ext cx="343335" cy="343303"/>
          </a:xfrm>
          <a:custGeom>
            <a:avLst/>
            <a:gdLst/>
            <a:ahLst/>
            <a:cxnLst/>
            <a:rect l="l" t="t" r="r" b="b"/>
            <a:pathLst>
              <a:path w="10812" h="10811" extrusionOk="0">
                <a:moveTo>
                  <a:pt x="2769" y="2858"/>
                </a:moveTo>
                <a:cubicBezTo>
                  <a:pt x="2830" y="2858"/>
                  <a:pt x="2892" y="2866"/>
                  <a:pt x="2954" y="2881"/>
                </a:cubicBezTo>
                <a:cubicBezTo>
                  <a:pt x="3251" y="2941"/>
                  <a:pt x="3489" y="3191"/>
                  <a:pt x="3549" y="3489"/>
                </a:cubicBezTo>
                <a:cubicBezTo>
                  <a:pt x="3608" y="3774"/>
                  <a:pt x="3501" y="4036"/>
                  <a:pt x="3275" y="4227"/>
                </a:cubicBezTo>
                <a:cubicBezTo>
                  <a:pt x="3132" y="4346"/>
                  <a:pt x="3037" y="4548"/>
                  <a:pt x="3037" y="4739"/>
                </a:cubicBezTo>
                <a:lnTo>
                  <a:pt x="3037" y="5084"/>
                </a:lnTo>
                <a:cubicBezTo>
                  <a:pt x="3037" y="5346"/>
                  <a:pt x="3263" y="5572"/>
                  <a:pt x="3525" y="5572"/>
                </a:cubicBezTo>
                <a:lnTo>
                  <a:pt x="5228" y="5572"/>
                </a:lnTo>
                <a:lnTo>
                  <a:pt x="5228" y="7263"/>
                </a:lnTo>
                <a:cubicBezTo>
                  <a:pt x="5228" y="7370"/>
                  <a:pt x="5156" y="7441"/>
                  <a:pt x="5049" y="7441"/>
                </a:cubicBezTo>
                <a:lnTo>
                  <a:pt x="4704" y="7441"/>
                </a:lnTo>
                <a:cubicBezTo>
                  <a:pt x="4597" y="7441"/>
                  <a:pt x="4513" y="7406"/>
                  <a:pt x="4442" y="7322"/>
                </a:cubicBezTo>
                <a:cubicBezTo>
                  <a:pt x="4225" y="7076"/>
                  <a:pt x="3925" y="6935"/>
                  <a:pt x="3599" y="6935"/>
                </a:cubicBezTo>
                <a:cubicBezTo>
                  <a:pt x="3532" y="6935"/>
                  <a:pt x="3463" y="6941"/>
                  <a:pt x="3394" y="6953"/>
                </a:cubicBezTo>
                <a:cubicBezTo>
                  <a:pt x="2965" y="7025"/>
                  <a:pt x="2620" y="7370"/>
                  <a:pt x="2537" y="7787"/>
                </a:cubicBezTo>
                <a:cubicBezTo>
                  <a:pt x="2453" y="8120"/>
                  <a:pt x="2549" y="8454"/>
                  <a:pt x="2751" y="8715"/>
                </a:cubicBezTo>
                <a:cubicBezTo>
                  <a:pt x="2965" y="8965"/>
                  <a:pt x="3275" y="9108"/>
                  <a:pt x="3608" y="9108"/>
                </a:cubicBezTo>
                <a:cubicBezTo>
                  <a:pt x="3930" y="9108"/>
                  <a:pt x="4227" y="8965"/>
                  <a:pt x="4442" y="8715"/>
                </a:cubicBezTo>
                <a:cubicBezTo>
                  <a:pt x="4501" y="8632"/>
                  <a:pt x="4585" y="8608"/>
                  <a:pt x="4692" y="8608"/>
                </a:cubicBezTo>
                <a:lnTo>
                  <a:pt x="5037" y="8608"/>
                </a:lnTo>
                <a:cubicBezTo>
                  <a:pt x="5132" y="8608"/>
                  <a:pt x="5216" y="8680"/>
                  <a:pt x="5216" y="8787"/>
                </a:cubicBezTo>
                <a:lnTo>
                  <a:pt x="5216" y="10501"/>
                </a:lnTo>
                <a:lnTo>
                  <a:pt x="846" y="10501"/>
                </a:lnTo>
                <a:cubicBezTo>
                  <a:pt x="572" y="10501"/>
                  <a:pt x="334" y="10263"/>
                  <a:pt x="334" y="9977"/>
                </a:cubicBezTo>
                <a:lnTo>
                  <a:pt x="334" y="5572"/>
                </a:lnTo>
                <a:lnTo>
                  <a:pt x="2025" y="5572"/>
                </a:lnTo>
                <a:cubicBezTo>
                  <a:pt x="2299" y="5572"/>
                  <a:pt x="2513" y="5346"/>
                  <a:pt x="2513" y="5084"/>
                </a:cubicBezTo>
                <a:lnTo>
                  <a:pt x="2513" y="4727"/>
                </a:lnTo>
                <a:cubicBezTo>
                  <a:pt x="2513" y="4513"/>
                  <a:pt x="2430" y="4334"/>
                  <a:pt x="2299" y="4215"/>
                </a:cubicBezTo>
                <a:cubicBezTo>
                  <a:pt x="2120" y="4072"/>
                  <a:pt x="2013" y="3858"/>
                  <a:pt x="2013" y="3620"/>
                </a:cubicBezTo>
                <a:cubicBezTo>
                  <a:pt x="2013" y="3381"/>
                  <a:pt x="2120" y="3179"/>
                  <a:pt x="2299" y="3024"/>
                </a:cubicBezTo>
                <a:cubicBezTo>
                  <a:pt x="2431" y="2919"/>
                  <a:pt x="2596" y="2858"/>
                  <a:pt x="2769" y="2858"/>
                </a:cubicBezTo>
                <a:close/>
                <a:moveTo>
                  <a:pt x="10014" y="298"/>
                </a:moveTo>
                <a:cubicBezTo>
                  <a:pt x="10300" y="298"/>
                  <a:pt x="10538" y="536"/>
                  <a:pt x="10538" y="822"/>
                </a:cubicBezTo>
                <a:lnTo>
                  <a:pt x="10538" y="5239"/>
                </a:lnTo>
                <a:lnTo>
                  <a:pt x="10312" y="5239"/>
                </a:lnTo>
                <a:cubicBezTo>
                  <a:pt x="10228" y="5239"/>
                  <a:pt x="10157" y="5322"/>
                  <a:pt x="10157" y="5406"/>
                </a:cubicBezTo>
                <a:cubicBezTo>
                  <a:pt x="10157" y="5501"/>
                  <a:pt x="10228" y="5572"/>
                  <a:pt x="10312" y="5572"/>
                </a:cubicBezTo>
                <a:lnTo>
                  <a:pt x="10490" y="5572"/>
                </a:lnTo>
                <a:lnTo>
                  <a:pt x="10490" y="9977"/>
                </a:lnTo>
                <a:cubicBezTo>
                  <a:pt x="10490" y="10263"/>
                  <a:pt x="10252" y="10501"/>
                  <a:pt x="9978" y="10501"/>
                </a:cubicBezTo>
                <a:lnTo>
                  <a:pt x="5573" y="10501"/>
                </a:lnTo>
                <a:lnTo>
                  <a:pt x="5573" y="8799"/>
                </a:lnTo>
                <a:cubicBezTo>
                  <a:pt x="5573" y="8537"/>
                  <a:pt x="5347" y="8311"/>
                  <a:pt x="5073" y="8311"/>
                </a:cubicBezTo>
                <a:lnTo>
                  <a:pt x="4739" y="8311"/>
                </a:lnTo>
                <a:cubicBezTo>
                  <a:pt x="4525" y="8311"/>
                  <a:pt x="4347" y="8394"/>
                  <a:pt x="4227" y="8537"/>
                </a:cubicBezTo>
                <a:cubicBezTo>
                  <a:pt x="4085" y="8715"/>
                  <a:pt x="3870" y="8811"/>
                  <a:pt x="3632" y="8811"/>
                </a:cubicBezTo>
                <a:cubicBezTo>
                  <a:pt x="3394" y="8811"/>
                  <a:pt x="3192" y="8715"/>
                  <a:pt x="3037" y="8537"/>
                </a:cubicBezTo>
                <a:cubicBezTo>
                  <a:pt x="2894" y="8358"/>
                  <a:pt x="2834" y="8120"/>
                  <a:pt x="2894" y="7882"/>
                </a:cubicBezTo>
                <a:cubicBezTo>
                  <a:pt x="2954" y="7584"/>
                  <a:pt x="3204" y="7346"/>
                  <a:pt x="3501" y="7287"/>
                </a:cubicBezTo>
                <a:cubicBezTo>
                  <a:pt x="3557" y="7275"/>
                  <a:pt x="3612" y="7269"/>
                  <a:pt x="3665" y="7269"/>
                </a:cubicBezTo>
                <a:cubicBezTo>
                  <a:pt x="3887" y="7269"/>
                  <a:pt x="4086" y="7367"/>
                  <a:pt x="4239" y="7549"/>
                </a:cubicBezTo>
                <a:cubicBezTo>
                  <a:pt x="4358" y="7703"/>
                  <a:pt x="4561" y="7787"/>
                  <a:pt x="4751" y="7787"/>
                </a:cubicBezTo>
                <a:lnTo>
                  <a:pt x="5097" y="7787"/>
                </a:lnTo>
                <a:cubicBezTo>
                  <a:pt x="5359" y="7787"/>
                  <a:pt x="5585" y="7561"/>
                  <a:pt x="5585" y="7299"/>
                </a:cubicBezTo>
                <a:lnTo>
                  <a:pt x="5585" y="5596"/>
                </a:lnTo>
                <a:lnTo>
                  <a:pt x="7275" y="5596"/>
                </a:lnTo>
                <a:cubicBezTo>
                  <a:pt x="7383" y="5596"/>
                  <a:pt x="7454" y="5679"/>
                  <a:pt x="7454" y="5775"/>
                </a:cubicBezTo>
                <a:lnTo>
                  <a:pt x="7454" y="6120"/>
                </a:lnTo>
                <a:cubicBezTo>
                  <a:pt x="7454" y="6227"/>
                  <a:pt x="7418" y="6310"/>
                  <a:pt x="7335" y="6394"/>
                </a:cubicBezTo>
                <a:cubicBezTo>
                  <a:pt x="7037" y="6644"/>
                  <a:pt x="6894" y="7025"/>
                  <a:pt x="6966" y="7430"/>
                </a:cubicBezTo>
                <a:cubicBezTo>
                  <a:pt x="7037" y="7858"/>
                  <a:pt x="7383" y="8203"/>
                  <a:pt x="7799" y="8299"/>
                </a:cubicBezTo>
                <a:cubicBezTo>
                  <a:pt x="7871" y="8311"/>
                  <a:pt x="7954" y="8323"/>
                  <a:pt x="8037" y="8323"/>
                </a:cubicBezTo>
                <a:cubicBezTo>
                  <a:pt x="8288" y="8323"/>
                  <a:pt x="8526" y="8239"/>
                  <a:pt x="8728" y="8084"/>
                </a:cubicBezTo>
                <a:cubicBezTo>
                  <a:pt x="8978" y="7882"/>
                  <a:pt x="9121" y="7561"/>
                  <a:pt x="9121" y="7239"/>
                </a:cubicBezTo>
                <a:cubicBezTo>
                  <a:pt x="9121" y="6906"/>
                  <a:pt x="8978" y="6608"/>
                  <a:pt x="8728" y="6406"/>
                </a:cubicBezTo>
                <a:cubicBezTo>
                  <a:pt x="8645" y="6346"/>
                  <a:pt x="8621" y="6251"/>
                  <a:pt x="8621" y="6132"/>
                </a:cubicBezTo>
                <a:lnTo>
                  <a:pt x="8621" y="5798"/>
                </a:lnTo>
                <a:cubicBezTo>
                  <a:pt x="8621" y="5691"/>
                  <a:pt x="8692" y="5620"/>
                  <a:pt x="8799" y="5620"/>
                </a:cubicBezTo>
                <a:lnTo>
                  <a:pt x="9645" y="5620"/>
                </a:lnTo>
                <a:cubicBezTo>
                  <a:pt x="9740" y="5620"/>
                  <a:pt x="9812" y="5536"/>
                  <a:pt x="9812" y="5453"/>
                </a:cubicBezTo>
                <a:cubicBezTo>
                  <a:pt x="9812" y="5358"/>
                  <a:pt x="9740" y="5286"/>
                  <a:pt x="9645" y="5286"/>
                </a:cubicBezTo>
                <a:lnTo>
                  <a:pt x="8799" y="5286"/>
                </a:lnTo>
                <a:cubicBezTo>
                  <a:pt x="8526" y="5286"/>
                  <a:pt x="8311" y="5513"/>
                  <a:pt x="8311" y="5775"/>
                </a:cubicBezTo>
                <a:lnTo>
                  <a:pt x="8311" y="6120"/>
                </a:lnTo>
                <a:cubicBezTo>
                  <a:pt x="8311" y="6334"/>
                  <a:pt x="8395" y="6513"/>
                  <a:pt x="8526" y="6632"/>
                </a:cubicBezTo>
                <a:cubicBezTo>
                  <a:pt x="8704" y="6775"/>
                  <a:pt x="8811" y="6989"/>
                  <a:pt x="8811" y="7227"/>
                </a:cubicBezTo>
                <a:cubicBezTo>
                  <a:pt x="8811" y="7465"/>
                  <a:pt x="8704" y="7668"/>
                  <a:pt x="8526" y="7822"/>
                </a:cubicBezTo>
                <a:cubicBezTo>
                  <a:pt x="8394" y="7928"/>
                  <a:pt x="8229" y="7988"/>
                  <a:pt x="8056" y="7988"/>
                </a:cubicBezTo>
                <a:cubicBezTo>
                  <a:pt x="7995" y="7988"/>
                  <a:pt x="7933" y="7981"/>
                  <a:pt x="7871" y="7965"/>
                </a:cubicBezTo>
                <a:cubicBezTo>
                  <a:pt x="7573" y="7906"/>
                  <a:pt x="7335" y="7656"/>
                  <a:pt x="7275" y="7358"/>
                </a:cubicBezTo>
                <a:cubicBezTo>
                  <a:pt x="7216" y="7072"/>
                  <a:pt x="7323" y="6810"/>
                  <a:pt x="7549" y="6608"/>
                </a:cubicBezTo>
                <a:cubicBezTo>
                  <a:pt x="7692" y="6489"/>
                  <a:pt x="7787" y="6298"/>
                  <a:pt x="7787" y="6108"/>
                </a:cubicBezTo>
                <a:lnTo>
                  <a:pt x="7787" y="5763"/>
                </a:lnTo>
                <a:cubicBezTo>
                  <a:pt x="7787" y="5501"/>
                  <a:pt x="7561" y="5275"/>
                  <a:pt x="7287" y="5275"/>
                </a:cubicBezTo>
                <a:lnTo>
                  <a:pt x="5597" y="5275"/>
                </a:lnTo>
                <a:lnTo>
                  <a:pt x="5597" y="3572"/>
                </a:lnTo>
                <a:cubicBezTo>
                  <a:pt x="5597" y="3477"/>
                  <a:pt x="5668" y="3393"/>
                  <a:pt x="5775" y="3393"/>
                </a:cubicBezTo>
                <a:lnTo>
                  <a:pt x="6121" y="3393"/>
                </a:lnTo>
                <a:cubicBezTo>
                  <a:pt x="6216" y="3393"/>
                  <a:pt x="6311" y="3441"/>
                  <a:pt x="6383" y="3512"/>
                </a:cubicBezTo>
                <a:cubicBezTo>
                  <a:pt x="6592" y="3762"/>
                  <a:pt x="6901" y="3911"/>
                  <a:pt x="7234" y="3911"/>
                </a:cubicBezTo>
                <a:cubicBezTo>
                  <a:pt x="7299" y="3911"/>
                  <a:pt x="7364" y="3905"/>
                  <a:pt x="7430" y="3893"/>
                </a:cubicBezTo>
                <a:cubicBezTo>
                  <a:pt x="7859" y="3810"/>
                  <a:pt x="8204" y="3477"/>
                  <a:pt x="8288" y="3060"/>
                </a:cubicBezTo>
                <a:cubicBezTo>
                  <a:pt x="8359" y="2727"/>
                  <a:pt x="8276" y="2381"/>
                  <a:pt x="8061" y="2131"/>
                </a:cubicBezTo>
                <a:cubicBezTo>
                  <a:pt x="7859" y="1881"/>
                  <a:pt x="7549" y="1726"/>
                  <a:pt x="7216" y="1726"/>
                </a:cubicBezTo>
                <a:cubicBezTo>
                  <a:pt x="6894" y="1726"/>
                  <a:pt x="6597" y="1881"/>
                  <a:pt x="6383" y="2131"/>
                </a:cubicBezTo>
                <a:cubicBezTo>
                  <a:pt x="6323" y="2203"/>
                  <a:pt x="6240" y="2238"/>
                  <a:pt x="6132" y="2238"/>
                </a:cubicBezTo>
                <a:lnTo>
                  <a:pt x="5787" y="2238"/>
                </a:lnTo>
                <a:cubicBezTo>
                  <a:pt x="5680" y="2238"/>
                  <a:pt x="5609" y="2167"/>
                  <a:pt x="5609" y="2060"/>
                </a:cubicBezTo>
                <a:lnTo>
                  <a:pt x="5609" y="1215"/>
                </a:lnTo>
                <a:cubicBezTo>
                  <a:pt x="5609" y="1119"/>
                  <a:pt x="5537" y="1048"/>
                  <a:pt x="5442" y="1048"/>
                </a:cubicBezTo>
                <a:cubicBezTo>
                  <a:pt x="5359" y="1048"/>
                  <a:pt x="5287" y="1119"/>
                  <a:pt x="5287" y="1215"/>
                </a:cubicBezTo>
                <a:lnTo>
                  <a:pt x="5287" y="2060"/>
                </a:lnTo>
                <a:cubicBezTo>
                  <a:pt x="5287" y="2322"/>
                  <a:pt x="5501" y="2548"/>
                  <a:pt x="5775" y="2548"/>
                </a:cubicBezTo>
                <a:lnTo>
                  <a:pt x="6121" y="2548"/>
                </a:lnTo>
                <a:cubicBezTo>
                  <a:pt x="6323" y="2548"/>
                  <a:pt x="6502" y="2465"/>
                  <a:pt x="6621" y="2322"/>
                </a:cubicBezTo>
                <a:cubicBezTo>
                  <a:pt x="6775" y="2143"/>
                  <a:pt x="6978" y="2048"/>
                  <a:pt x="7216" y="2048"/>
                </a:cubicBezTo>
                <a:cubicBezTo>
                  <a:pt x="7454" y="2048"/>
                  <a:pt x="7668" y="2143"/>
                  <a:pt x="7811" y="2322"/>
                </a:cubicBezTo>
                <a:cubicBezTo>
                  <a:pt x="7966" y="2500"/>
                  <a:pt x="8026" y="2739"/>
                  <a:pt x="7966" y="2977"/>
                </a:cubicBezTo>
                <a:cubicBezTo>
                  <a:pt x="7907" y="3274"/>
                  <a:pt x="7656" y="3512"/>
                  <a:pt x="7359" y="3572"/>
                </a:cubicBezTo>
                <a:cubicBezTo>
                  <a:pt x="7303" y="3584"/>
                  <a:pt x="7248" y="3589"/>
                  <a:pt x="7193" y="3589"/>
                </a:cubicBezTo>
                <a:cubicBezTo>
                  <a:pt x="6969" y="3589"/>
                  <a:pt x="6762" y="3492"/>
                  <a:pt x="6609" y="3310"/>
                </a:cubicBezTo>
                <a:cubicBezTo>
                  <a:pt x="6490" y="3155"/>
                  <a:pt x="6299" y="3072"/>
                  <a:pt x="6097" y="3072"/>
                </a:cubicBezTo>
                <a:lnTo>
                  <a:pt x="5763" y="3072"/>
                </a:lnTo>
                <a:cubicBezTo>
                  <a:pt x="5490" y="3072"/>
                  <a:pt x="5275" y="3298"/>
                  <a:pt x="5275" y="3560"/>
                </a:cubicBezTo>
                <a:lnTo>
                  <a:pt x="5275" y="5263"/>
                </a:lnTo>
                <a:lnTo>
                  <a:pt x="3573" y="5263"/>
                </a:lnTo>
                <a:cubicBezTo>
                  <a:pt x="3465" y="5263"/>
                  <a:pt x="3394" y="5179"/>
                  <a:pt x="3394" y="5084"/>
                </a:cubicBezTo>
                <a:lnTo>
                  <a:pt x="3394" y="4727"/>
                </a:lnTo>
                <a:cubicBezTo>
                  <a:pt x="3394" y="4620"/>
                  <a:pt x="3442" y="4524"/>
                  <a:pt x="3513" y="4453"/>
                </a:cubicBezTo>
                <a:cubicBezTo>
                  <a:pt x="3811" y="4203"/>
                  <a:pt x="3954" y="3810"/>
                  <a:pt x="3882" y="3417"/>
                </a:cubicBezTo>
                <a:cubicBezTo>
                  <a:pt x="3811" y="2977"/>
                  <a:pt x="3465" y="2643"/>
                  <a:pt x="3049" y="2548"/>
                </a:cubicBezTo>
                <a:cubicBezTo>
                  <a:pt x="2973" y="2531"/>
                  <a:pt x="2896" y="2523"/>
                  <a:pt x="2820" y="2523"/>
                </a:cubicBezTo>
                <a:cubicBezTo>
                  <a:pt x="2570" y="2523"/>
                  <a:pt x="2323" y="2610"/>
                  <a:pt x="2132" y="2774"/>
                </a:cubicBezTo>
                <a:cubicBezTo>
                  <a:pt x="1870" y="2977"/>
                  <a:pt x="1727" y="3298"/>
                  <a:pt x="1727" y="3620"/>
                </a:cubicBezTo>
                <a:cubicBezTo>
                  <a:pt x="1727" y="3941"/>
                  <a:pt x="1870" y="4239"/>
                  <a:pt x="2132" y="4453"/>
                </a:cubicBezTo>
                <a:cubicBezTo>
                  <a:pt x="2203" y="4513"/>
                  <a:pt x="2227" y="4608"/>
                  <a:pt x="2227" y="4703"/>
                </a:cubicBezTo>
                <a:lnTo>
                  <a:pt x="2227" y="5048"/>
                </a:lnTo>
                <a:cubicBezTo>
                  <a:pt x="2227" y="5155"/>
                  <a:pt x="2156" y="5227"/>
                  <a:pt x="2049" y="5227"/>
                </a:cubicBezTo>
                <a:lnTo>
                  <a:pt x="358" y="5227"/>
                </a:lnTo>
                <a:lnTo>
                  <a:pt x="358" y="822"/>
                </a:lnTo>
                <a:cubicBezTo>
                  <a:pt x="358" y="536"/>
                  <a:pt x="596" y="298"/>
                  <a:pt x="882" y="298"/>
                </a:cubicBezTo>
                <a:lnTo>
                  <a:pt x="5287" y="298"/>
                </a:lnTo>
                <a:lnTo>
                  <a:pt x="5287" y="476"/>
                </a:lnTo>
                <a:cubicBezTo>
                  <a:pt x="5287" y="572"/>
                  <a:pt x="5359" y="643"/>
                  <a:pt x="5442" y="643"/>
                </a:cubicBezTo>
                <a:cubicBezTo>
                  <a:pt x="5537" y="643"/>
                  <a:pt x="5609" y="572"/>
                  <a:pt x="5609" y="476"/>
                </a:cubicBezTo>
                <a:lnTo>
                  <a:pt x="5609" y="298"/>
                </a:lnTo>
                <a:close/>
                <a:moveTo>
                  <a:pt x="834" y="0"/>
                </a:moveTo>
                <a:cubicBezTo>
                  <a:pt x="370" y="0"/>
                  <a:pt x="1" y="381"/>
                  <a:pt x="1" y="834"/>
                </a:cubicBezTo>
                <a:lnTo>
                  <a:pt x="1" y="9977"/>
                </a:lnTo>
                <a:cubicBezTo>
                  <a:pt x="1" y="10442"/>
                  <a:pt x="370" y="10811"/>
                  <a:pt x="834" y="10811"/>
                </a:cubicBezTo>
                <a:lnTo>
                  <a:pt x="9978" y="10811"/>
                </a:lnTo>
                <a:cubicBezTo>
                  <a:pt x="10431" y="10811"/>
                  <a:pt x="10812" y="10442"/>
                  <a:pt x="10812" y="9977"/>
                </a:cubicBezTo>
                <a:lnTo>
                  <a:pt x="10812" y="834"/>
                </a:lnTo>
                <a:cubicBezTo>
                  <a:pt x="10812" y="381"/>
                  <a:pt x="10431" y="0"/>
                  <a:pt x="9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20" name="Google Shape;9520;p62"/>
          <p:cNvGrpSpPr/>
          <p:nvPr/>
        </p:nvGrpSpPr>
        <p:grpSpPr>
          <a:xfrm>
            <a:off x="6974158" y="2789537"/>
            <a:ext cx="255247" cy="327458"/>
            <a:chOff x="6974158" y="2789537"/>
            <a:chExt cx="255247" cy="327458"/>
          </a:xfrm>
        </p:grpSpPr>
        <p:sp>
          <p:nvSpPr>
            <p:cNvPr id="9521" name="Google Shape;9521;p62"/>
            <p:cNvSpPr/>
            <p:nvPr/>
          </p:nvSpPr>
          <p:spPr>
            <a:xfrm>
              <a:off x="7066407" y="2897282"/>
              <a:ext cx="9876" cy="14798"/>
            </a:xfrm>
            <a:custGeom>
              <a:avLst/>
              <a:gdLst/>
              <a:ahLst/>
              <a:cxnLst/>
              <a:rect l="l" t="t" r="r" b="b"/>
              <a:pathLst>
                <a:path w="311" h="466" extrusionOk="0">
                  <a:moveTo>
                    <a:pt x="144" y="1"/>
                  </a:moveTo>
                  <a:cubicBezTo>
                    <a:pt x="60" y="1"/>
                    <a:pt x="1" y="84"/>
                    <a:pt x="1" y="155"/>
                  </a:cubicBezTo>
                  <a:lnTo>
                    <a:pt x="1" y="322"/>
                  </a:lnTo>
                  <a:cubicBezTo>
                    <a:pt x="1" y="405"/>
                    <a:pt x="72" y="465"/>
                    <a:pt x="144" y="465"/>
                  </a:cubicBezTo>
                  <a:cubicBezTo>
                    <a:pt x="227" y="465"/>
                    <a:pt x="299" y="394"/>
                    <a:pt x="299" y="322"/>
                  </a:cubicBezTo>
                  <a:lnTo>
                    <a:pt x="299" y="155"/>
                  </a:lnTo>
                  <a:cubicBezTo>
                    <a:pt x="310" y="60"/>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62"/>
            <p:cNvSpPr/>
            <p:nvPr/>
          </p:nvSpPr>
          <p:spPr>
            <a:xfrm>
              <a:off x="7127662" y="2897282"/>
              <a:ext cx="9495" cy="14798"/>
            </a:xfrm>
            <a:custGeom>
              <a:avLst/>
              <a:gdLst/>
              <a:ahLst/>
              <a:cxnLst/>
              <a:rect l="l" t="t" r="r" b="b"/>
              <a:pathLst>
                <a:path w="299" h="466" extrusionOk="0">
                  <a:moveTo>
                    <a:pt x="155" y="1"/>
                  </a:moveTo>
                  <a:cubicBezTo>
                    <a:pt x="60" y="1"/>
                    <a:pt x="1" y="84"/>
                    <a:pt x="1" y="155"/>
                  </a:cubicBezTo>
                  <a:lnTo>
                    <a:pt x="1" y="322"/>
                  </a:lnTo>
                  <a:cubicBezTo>
                    <a:pt x="1" y="405"/>
                    <a:pt x="84" y="465"/>
                    <a:pt x="155" y="465"/>
                  </a:cubicBezTo>
                  <a:cubicBezTo>
                    <a:pt x="227" y="465"/>
                    <a:pt x="298" y="394"/>
                    <a:pt x="298" y="322"/>
                  </a:cubicBezTo>
                  <a:lnTo>
                    <a:pt x="298" y="155"/>
                  </a:lnTo>
                  <a:cubicBezTo>
                    <a:pt x="298" y="60"/>
                    <a:pt x="239"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2"/>
            <p:cNvSpPr/>
            <p:nvPr/>
          </p:nvSpPr>
          <p:spPr>
            <a:xfrm>
              <a:off x="7081935" y="2933292"/>
              <a:ext cx="40837" cy="14703"/>
            </a:xfrm>
            <a:custGeom>
              <a:avLst/>
              <a:gdLst/>
              <a:ahLst/>
              <a:cxnLst/>
              <a:rect l="l" t="t" r="r" b="b"/>
              <a:pathLst>
                <a:path w="1286" h="463" extrusionOk="0">
                  <a:moveTo>
                    <a:pt x="162" y="1"/>
                  </a:moveTo>
                  <a:cubicBezTo>
                    <a:pt x="125" y="1"/>
                    <a:pt x="89" y="16"/>
                    <a:pt x="60" y="45"/>
                  </a:cubicBezTo>
                  <a:cubicBezTo>
                    <a:pt x="0" y="105"/>
                    <a:pt x="0" y="200"/>
                    <a:pt x="60" y="260"/>
                  </a:cubicBezTo>
                  <a:cubicBezTo>
                    <a:pt x="191" y="391"/>
                    <a:pt x="417" y="462"/>
                    <a:pt x="655" y="462"/>
                  </a:cubicBezTo>
                  <a:cubicBezTo>
                    <a:pt x="893" y="462"/>
                    <a:pt x="1119" y="391"/>
                    <a:pt x="1250" y="260"/>
                  </a:cubicBezTo>
                  <a:cubicBezTo>
                    <a:pt x="1286" y="200"/>
                    <a:pt x="1286" y="105"/>
                    <a:pt x="1226" y="45"/>
                  </a:cubicBezTo>
                  <a:cubicBezTo>
                    <a:pt x="1197" y="16"/>
                    <a:pt x="1158" y="1"/>
                    <a:pt x="1119" y="1"/>
                  </a:cubicBezTo>
                  <a:cubicBezTo>
                    <a:pt x="1081" y="1"/>
                    <a:pt x="1042" y="16"/>
                    <a:pt x="1012" y="45"/>
                  </a:cubicBezTo>
                  <a:cubicBezTo>
                    <a:pt x="953" y="105"/>
                    <a:pt x="822" y="164"/>
                    <a:pt x="643" y="164"/>
                  </a:cubicBezTo>
                  <a:cubicBezTo>
                    <a:pt x="464" y="164"/>
                    <a:pt x="310" y="105"/>
                    <a:pt x="274" y="45"/>
                  </a:cubicBezTo>
                  <a:cubicBezTo>
                    <a:pt x="238" y="16"/>
                    <a:pt x="199" y="1"/>
                    <a:pt x="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62"/>
            <p:cNvSpPr/>
            <p:nvPr/>
          </p:nvSpPr>
          <p:spPr>
            <a:xfrm>
              <a:off x="6974158" y="2789537"/>
              <a:ext cx="255247" cy="327458"/>
            </a:xfrm>
            <a:custGeom>
              <a:avLst/>
              <a:gdLst/>
              <a:ahLst/>
              <a:cxnLst/>
              <a:rect l="l" t="t" r="r" b="b"/>
              <a:pathLst>
                <a:path w="8038" h="10312" extrusionOk="0">
                  <a:moveTo>
                    <a:pt x="6228" y="2167"/>
                  </a:moveTo>
                  <a:lnTo>
                    <a:pt x="6132" y="3239"/>
                  </a:lnTo>
                  <a:lnTo>
                    <a:pt x="6121" y="3239"/>
                  </a:lnTo>
                  <a:cubicBezTo>
                    <a:pt x="6025" y="3239"/>
                    <a:pt x="5942" y="3156"/>
                    <a:pt x="5942" y="3060"/>
                  </a:cubicBezTo>
                  <a:lnTo>
                    <a:pt x="5942" y="2227"/>
                  </a:lnTo>
                  <a:cubicBezTo>
                    <a:pt x="6049" y="2227"/>
                    <a:pt x="6132" y="2191"/>
                    <a:pt x="6228" y="2167"/>
                  </a:cubicBezTo>
                  <a:close/>
                  <a:moveTo>
                    <a:pt x="5787" y="322"/>
                  </a:moveTo>
                  <a:cubicBezTo>
                    <a:pt x="6240" y="322"/>
                    <a:pt x="6609" y="691"/>
                    <a:pt x="6609" y="1131"/>
                  </a:cubicBezTo>
                  <a:cubicBezTo>
                    <a:pt x="6609" y="1584"/>
                    <a:pt x="6240" y="1953"/>
                    <a:pt x="5787" y="1953"/>
                  </a:cubicBezTo>
                  <a:cubicBezTo>
                    <a:pt x="5490" y="1953"/>
                    <a:pt x="5228" y="1786"/>
                    <a:pt x="5073" y="1536"/>
                  </a:cubicBezTo>
                  <a:cubicBezTo>
                    <a:pt x="5048" y="1487"/>
                    <a:pt x="4996" y="1455"/>
                    <a:pt x="4942" y="1455"/>
                  </a:cubicBezTo>
                  <a:cubicBezTo>
                    <a:pt x="4918" y="1455"/>
                    <a:pt x="4893" y="1462"/>
                    <a:pt x="4870" y="1477"/>
                  </a:cubicBezTo>
                  <a:cubicBezTo>
                    <a:pt x="4799" y="1524"/>
                    <a:pt x="4763" y="1608"/>
                    <a:pt x="4811" y="1691"/>
                  </a:cubicBezTo>
                  <a:cubicBezTo>
                    <a:pt x="4823" y="1703"/>
                    <a:pt x="4823" y="1715"/>
                    <a:pt x="4835" y="1727"/>
                  </a:cubicBezTo>
                  <a:cubicBezTo>
                    <a:pt x="4775" y="1763"/>
                    <a:pt x="4716" y="1786"/>
                    <a:pt x="4656" y="1786"/>
                  </a:cubicBezTo>
                  <a:cubicBezTo>
                    <a:pt x="4477" y="1786"/>
                    <a:pt x="4335" y="1643"/>
                    <a:pt x="4335" y="1465"/>
                  </a:cubicBezTo>
                  <a:cubicBezTo>
                    <a:pt x="4335" y="1370"/>
                    <a:pt x="4263" y="1310"/>
                    <a:pt x="4180" y="1310"/>
                  </a:cubicBezTo>
                  <a:cubicBezTo>
                    <a:pt x="4108" y="1310"/>
                    <a:pt x="4037" y="1393"/>
                    <a:pt x="4037" y="1465"/>
                  </a:cubicBezTo>
                  <a:cubicBezTo>
                    <a:pt x="4037" y="1810"/>
                    <a:pt x="4323" y="2108"/>
                    <a:pt x="4680" y="2108"/>
                  </a:cubicBezTo>
                  <a:cubicBezTo>
                    <a:pt x="4811" y="2108"/>
                    <a:pt x="4942" y="2060"/>
                    <a:pt x="5061" y="1965"/>
                  </a:cubicBezTo>
                  <a:cubicBezTo>
                    <a:pt x="5228" y="2120"/>
                    <a:pt x="5442" y="2227"/>
                    <a:pt x="5668" y="2251"/>
                  </a:cubicBezTo>
                  <a:lnTo>
                    <a:pt x="5668" y="3072"/>
                  </a:lnTo>
                  <a:cubicBezTo>
                    <a:pt x="5668" y="3334"/>
                    <a:pt x="5882" y="3548"/>
                    <a:pt x="6144" y="3548"/>
                  </a:cubicBezTo>
                  <a:lnTo>
                    <a:pt x="6382" y="3548"/>
                  </a:lnTo>
                  <a:cubicBezTo>
                    <a:pt x="6454" y="3548"/>
                    <a:pt x="6513" y="3572"/>
                    <a:pt x="6573" y="3632"/>
                  </a:cubicBezTo>
                  <a:cubicBezTo>
                    <a:pt x="6621" y="3691"/>
                    <a:pt x="6656" y="3751"/>
                    <a:pt x="6633" y="3834"/>
                  </a:cubicBezTo>
                  <a:cubicBezTo>
                    <a:pt x="6621" y="3953"/>
                    <a:pt x="6502" y="4049"/>
                    <a:pt x="6371" y="4049"/>
                  </a:cubicBezTo>
                  <a:lnTo>
                    <a:pt x="6299" y="4049"/>
                  </a:lnTo>
                  <a:lnTo>
                    <a:pt x="6299" y="4037"/>
                  </a:lnTo>
                  <a:cubicBezTo>
                    <a:pt x="6299" y="3953"/>
                    <a:pt x="6216" y="3894"/>
                    <a:pt x="6144" y="3894"/>
                  </a:cubicBezTo>
                  <a:cubicBezTo>
                    <a:pt x="6061" y="3894"/>
                    <a:pt x="6001" y="3965"/>
                    <a:pt x="6001" y="4037"/>
                  </a:cubicBezTo>
                  <a:cubicBezTo>
                    <a:pt x="6001" y="5108"/>
                    <a:pt x="5120" y="5977"/>
                    <a:pt x="4049" y="5977"/>
                  </a:cubicBezTo>
                  <a:cubicBezTo>
                    <a:pt x="2953" y="5977"/>
                    <a:pt x="2084" y="5096"/>
                    <a:pt x="2084" y="4025"/>
                  </a:cubicBezTo>
                  <a:cubicBezTo>
                    <a:pt x="2084" y="3929"/>
                    <a:pt x="2013" y="3870"/>
                    <a:pt x="1941" y="3870"/>
                  </a:cubicBezTo>
                  <a:cubicBezTo>
                    <a:pt x="1858" y="3870"/>
                    <a:pt x="1787" y="3953"/>
                    <a:pt x="1787" y="4025"/>
                  </a:cubicBezTo>
                  <a:lnTo>
                    <a:pt x="1787" y="4037"/>
                  </a:lnTo>
                  <a:lnTo>
                    <a:pt x="1703" y="4037"/>
                  </a:lnTo>
                  <a:cubicBezTo>
                    <a:pt x="1620" y="4037"/>
                    <a:pt x="1560" y="4013"/>
                    <a:pt x="1501" y="3953"/>
                  </a:cubicBezTo>
                  <a:cubicBezTo>
                    <a:pt x="1465" y="3894"/>
                    <a:pt x="1429" y="3834"/>
                    <a:pt x="1441" y="3751"/>
                  </a:cubicBezTo>
                  <a:cubicBezTo>
                    <a:pt x="1465" y="3632"/>
                    <a:pt x="1584" y="3537"/>
                    <a:pt x="1715" y="3537"/>
                  </a:cubicBezTo>
                  <a:lnTo>
                    <a:pt x="1941" y="3537"/>
                  </a:lnTo>
                  <a:cubicBezTo>
                    <a:pt x="2203" y="3537"/>
                    <a:pt x="2418" y="3322"/>
                    <a:pt x="2418" y="3060"/>
                  </a:cubicBezTo>
                  <a:lnTo>
                    <a:pt x="2418" y="2358"/>
                  </a:lnTo>
                  <a:cubicBezTo>
                    <a:pt x="2418" y="2084"/>
                    <a:pt x="2632" y="1870"/>
                    <a:pt x="2906" y="1870"/>
                  </a:cubicBezTo>
                  <a:lnTo>
                    <a:pt x="3525" y="1870"/>
                  </a:lnTo>
                  <a:cubicBezTo>
                    <a:pt x="3620" y="1870"/>
                    <a:pt x="3680" y="1786"/>
                    <a:pt x="3680" y="1715"/>
                  </a:cubicBezTo>
                  <a:cubicBezTo>
                    <a:pt x="3680" y="1632"/>
                    <a:pt x="3608" y="1572"/>
                    <a:pt x="3525" y="1572"/>
                  </a:cubicBezTo>
                  <a:lnTo>
                    <a:pt x="2906" y="1572"/>
                  </a:lnTo>
                  <a:cubicBezTo>
                    <a:pt x="2477" y="1572"/>
                    <a:pt x="2120" y="1929"/>
                    <a:pt x="2120" y="2358"/>
                  </a:cubicBezTo>
                  <a:lnTo>
                    <a:pt x="2120" y="3060"/>
                  </a:lnTo>
                  <a:cubicBezTo>
                    <a:pt x="2120" y="3144"/>
                    <a:pt x="2037" y="3239"/>
                    <a:pt x="1941" y="3239"/>
                  </a:cubicBezTo>
                  <a:lnTo>
                    <a:pt x="1906" y="3239"/>
                  </a:lnTo>
                  <a:lnTo>
                    <a:pt x="1739" y="1572"/>
                  </a:lnTo>
                  <a:cubicBezTo>
                    <a:pt x="1715" y="1251"/>
                    <a:pt x="1822" y="929"/>
                    <a:pt x="2025" y="691"/>
                  </a:cubicBezTo>
                  <a:cubicBezTo>
                    <a:pt x="2239" y="453"/>
                    <a:pt x="2549" y="322"/>
                    <a:pt x="2870" y="322"/>
                  </a:cubicBezTo>
                  <a:close/>
                  <a:moveTo>
                    <a:pt x="5013" y="6013"/>
                  </a:moveTo>
                  <a:lnTo>
                    <a:pt x="5013" y="6537"/>
                  </a:lnTo>
                  <a:cubicBezTo>
                    <a:pt x="5013" y="6823"/>
                    <a:pt x="5204" y="7073"/>
                    <a:pt x="5478" y="7144"/>
                  </a:cubicBezTo>
                  <a:lnTo>
                    <a:pt x="5740" y="7227"/>
                  </a:lnTo>
                  <a:cubicBezTo>
                    <a:pt x="5668" y="7478"/>
                    <a:pt x="5537" y="7716"/>
                    <a:pt x="5370" y="7906"/>
                  </a:cubicBezTo>
                  <a:cubicBezTo>
                    <a:pt x="5311" y="7966"/>
                    <a:pt x="5323" y="8073"/>
                    <a:pt x="5382" y="8120"/>
                  </a:cubicBezTo>
                  <a:cubicBezTo>
                    <a:pt x="5418" y="8144"/>
                    <a:pt x="5442" y="8156"/>
                    <a:pt x="5490" y="8156"/>
                  </a:cubicBezTo>
                  <a:cubicBezTo>
                    <a:pt x="5537" y="8156"/>
                    <a:pt x="5585" y="8144"/>
                    <a:pt x="5609" y="8120"/>
                  </a:cubicBezTo>
                  <a:cubicBezTo>
                    <a:pt x="5823" y="7882"/>
                    <a:pt x="5966" y="7608"/>
                    <a:pt x="6061" y="7311"/>
                  </a:cubicBezTo>
                  <a:lnTo>
                    <a:pt x="6382" y="7418"/>
                  </a:lnTo>
                  <a:cubicBezTo>
                    <a:pt x="6204" y="7906"/>
                    <a:pt x="5930" y="8335"/>
                    <a:pt x="5525" y="8668"/>
                  </a:cubicBezTo>
                  <a:cubicBezTo>
                    <a:pt x="5085" y="9013"/>
                    <a:pt x="4573" y="9204"/>
                    <a:pt x="4001" y="9204"/>
                  </a:cubicBezTo>
                  <a:cubicBezTo>
                    <a:pt x="3442" y="9204"/>
                    <a:pt x="2918" y="9025"/>
                    <a:pt x="2489" y="8668"/>
                  </a:cubicBezTo>
                  <a:cubicBezTo>
                    <a:pt x="2096" y="8359"/>
                    <a:pt x="1810" y="7918"/>
                    <a:pt x="1668" y="7442"/>
                  </a:cubicBezTo>
                  <a:lnTo>
                    <a:pt x="2001" y="7347"/>
                  </a:lnTo>
                  <a:cubicBezTo>
                    <a:pt x="2108" y="7739"/>
                    <a:pt x="2358" y="8097"/>
                    <a:pt x="2680" y="8370"/>
                  </a:cubicBezTo>
                  <a:cubicBezTo>
                    <a:pt x="3049" y="8668"/>
                    <a:pt x="3513" y="8847"/>
                    <a:pt x="4001" y="8847"/>
                  </a:cubicBezTo>
                  <a:cubicBezTo>
                    <a:pt x="4382" y="8847"/>
                    <a:pt x="4739" y="8751"/>
                    <a:pt x="5049" y="8561"/>
                  </a:cubicBezTo>
                  <a:cubicBezTo>
                    <a:pt x="5120" y="8513"/>
                    <a:pt x="5132" y="8430"/>
                    <a:pt x="5109" y="8359"/>
                  </a:cubicBezTo>
                  <a:cubicBezTo>
                    <a:pt x="5077" y="8304"/>
                    <a:pt x="5031" y="8280"/>
                    <a:pt x="4979" y="8280"/>
                  </a:cubicBezTo>
                  <a:cubicBezTo>
                    <a:pt x="4952" y="8280"/>
                    <a:pt x="4923" y="8287"/>
                    <a:pt x="4894" y="8299"/>
                  </a:cubicBezTo>
                  <a:cubicBezTo>
                    <a:pt x="4632" y="8442"/>
                    <a:pt x="4311" y="8537"/>
                    <a:pt x="4001" y="8537"/>
                  </a:cubicBezTo>
                  <a:cubicBezTo>
                    <a:pt x="3215" y="8537"/>
                    <a:pt x="2513" y="8001"/>
                    <a:pt x="2299" y="7239"/>
                  </a:cubicBezTo>
                  <a:lnTo>
                    <a:pt x="2596" y="7144"/>
                  </a:lnTo>
                  <a:cubicBezTo>
                    <a:pt x="2858" y="7073"/>
                    <a:pt x="3049" y="6823"/>
                    <a:pt x="3049" y="6537"/>
                  </a:cubicBezTo>
                  <a:lnTo>
                    <a:pt x="3049" y="6013"/>
                  </a:lnTo>
                  <a:cubicBezTo>
                    <a:pt x="3346" y="6168"/>
                    <a:pt x="3680" y="6239"/>
                    <a:pt x="4037" y="6239"/>
                  </a:cubicBezTo>
                  <a:cubicBezTo>
                    <a:pt x="4394" y="6239"/>
                    <a:pt x="4716" y="6168"/>
                    <a:pt x="5013" y="6013"/>
                  </a:cubicBezTo>
                  <a:close/>
                  <a:moveTo>
                    <a:pt x="2870" y="0"/>
                  </a:moveTo>
                  <a:cubicBezTo>
                    <a:pt x="2477" y="0"/>
                    <a:pt x="2084" y="179"/>
                    <a:pt x="1799" y="477"/>
                  </a:cubicBezTo>
                  <a:cubicBezTo>
                    <a:pt x="1537" y="774"/>
                    <a:pt x="1406" y="1179"/>
                    <a:pt x="1429" y="1596"/>
                  </a:cubicBezTo>
                  <a:lnTo>
                    <a:pt x="1596" y="3251"/>
                  </a:lnTo>
                  <a:cubicBezTo>
                    <a:pt x="1358" y="3298"/>
                    <a:pt x="1144" y="3489"/>
                    <a:pt x="1132" y="3739"/>
                  </a:cubicBezTo>
                  <a:cubicBezTo>
                    <a:pt x="1120" y="3894"/>
                    <a:pt x="1168" y="4049"/>
                    <a:pt x="1263" y="4168"/>
                  </a:cubicBezTo>
                  <a:cubicBezTo>
                    <a:pt x="1370" y="4287"/>
                    <a:pt x="1525" y="4346"/>
                    <a:pt x="1680" y="4346"/>
                  </a:cubicBezTo>
                  <a:lnTo>
                    <a:pt x="1799" y="4346"/>
                  </a:lnTo>
                  <a:cubicBezTo>
                    <a:pt x="1894" y="4989"/>
                    <a:pt x="2251" y="5525"/>
                    <a:pt x="2739" y="5882"/>
                  </a:cubicBezTo>
                  <a:lnTo>
                    <a:pt x="2739" y="6585"/>
                  </a:lnTo>
                  <a:cubicBezTo>
                    <a:pt x="2739" y="6727"/>
                    <a:pt x="2632" y="6870"/>
                    <a:pt x="2501" y="6894"/>
                  </a:cubicBezTo>
                  <a:lnTo>
                    <a:pt x="810" y="7406"/>
                  </a:lnTo>
                  <a:cubicBezTo>
                    <a:pt x="322" y="7537"/>
                    <a:pt x="1" y="7978"/>
                    <a:pt x="1" y="8478"/>
                  </a:cubicBezTo>
                  <a:lnTo>
                    <a:pt x="1" y="10168"/>
                  </a:lnTo>
                  <a:cubicBezTo>
                    <a:pt x="1" y="10252"/>
                    <a:pt x="72" y="10311"/>
                    <a:pt x="144" y="10311"/>
                  </a:cubicBezTo>
                  <a:cubicBezTo>
                    <a:pt x="227" y="10311"/>
                    <a:pt x="298" y="10240"/>
                    <a:pt x="298" y="10168"/>
                  </a:cubicBezTo>
                  <a:lnTo>
                    <a:pt x="298" y="8466"/>
                  </a:lnTo>
                  <a:cubicBezTo>
                    <a:pt x="298" y="8109"/>
                    <a:pt x="537" y="7787"/>
                    <a:pt x="882" y="7680"/>
                  </a:cubicBezTo>
                  <a:lnTo>
                    <a:pt x="1370" y="7537"/>
                  </a:lnTo>
                  <a:cubicBezTo>
                    <a:pt x="1513" y="8073"/>
                    <a:pt x="1846" y="8549"/>
                    <a:pt x="2275" y="8906"/>
                  </a:cubicBezTo>
                  <a:cubicBezTo>
                    <a:pt x="2751" y="9287"/>
                    <a:pt x="3358" y="9502"/>
                    <a:pt x="3989" y="9502"/>
                  </a:cubicBezTo>
                  <a:cubicBezTo>
                    <a:pt x="4608" y="9502"/>
                    <a:pt x="5204" y="9287"/>
                    <a:pt x="5704" y="8906"/>
                  </a:cubicBezTo>
                  <a:cubicBezTo>
                    <a:pt x="6144" y="8549"/>
                    <a:pt x="6454" y="8073"/>
                    <a:pt x="6621" y="7537"/>
                  </a:cubicBezTo>
                  <a:lnTo>
                    <a:pt x="7144" y="7680"/>
                  </a:lnTo>
                  <a:cubicBezTo>
                    <a:pt x="7490" y="7787"/>
                    <a:pt x="7728" y="8097"/>
                    <a:pt x="7728" y="8466"/>
                  </a:cubicBezTo>
                  <a:lnTo>
                    <a:pt x="7728" y="10168"/>
                  </a:lnTo>
                  <a:cubicBezTo>
                    <a:pt x="7728" y="10252"/>
                    <a:pt x="7799" y="10311"/>
                    <a:pt x="7871" y="10311"/>
                  </a:cubicBezTo>
                  <a:cubicBezTo>
                    <a:pt x="7966" y="10311"/>
                    <a:pt x="8026" y="10240"/>
                    <a:pt x="8026" y="10168"/>
                  </a:cubicBezTo>
                  <a:lnTo>
                    <a:pt x="8026" y="8466"/>
                  </a:lnTo>
                  <a:cubicBezTo>
                    <a:pt x="8037" y="7966"/>
                    <a:pt x="7716" y="7525"/>
                    <a:pt x="7240" y="7382"/>
                  </a:cubicBezTo>
                  <a:lnTo>
                    <a:pt x="5537" y="6882"/>
                  </a:lnTo>
                  <a:cubicBezTo>
                    <a:pt x="5406" y="6835"/>
                    <a:pt x="5299" y="6704"/>
                    <a:pt x="5299" y="6573"/>
                  </a:cubicBezTo>
                  <a:lnTo>
                    <a:pt x="5299" y="5870"/>
                  </a:lnTo>
                  <a:cubicBezTo>
                    <a:pt x="5811" y="5525"/>
                    <a:pt x="6168" y="4977"/>
                    <a:pt x="6240" y="4334"/>
                  </a:cubicBezTo>
                  <a:lnTo>
                    <a:pt x="6323" y="4334"/>
                  </a:lnTo>
                  <a:cubicBezTo>
                    <a:pt x="6621" y="4334"/>
                    <a:pt x="6871" y="4108"/>
                    <a:pt x="6906" y="3846"/>
                  </a:cubicBezTo>
                  <a:cubicBezTo>
                    <a:pt x="6918" y="3691"/>
                    <a:pt x="6871" y="3525"/>
                    <a:pt x="6775" y="3417"/>
                  </a:cubicBezTo>
                  <a:cubicBezTo>
                    <a:pt x="6680" y="3322"/>
                    <a:pt x="6561" y="3251"/>
                    <a:pt x="6442" y="3239"/>
                  </a:cubicBezTo>
                  <a:lnTo>
                    <a:pt x="6549" y="1941"/>
                  </a:lnTo>
                  <a:cubicBezTo>
                    <a:pt x="6775" y="1727"/>
                    <a:pt x="6906" y="1453"/>
                    <a:pt x="6906" y="1120"/>
                  </a:cubicBezTo>
                  <a:cubicBezTo>
                    <a:pt x="6906" y="512"/>
                    <a:pt x="6394" y="0"/>
                    <a:pt x="5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62"/>
            <p:cNvSpPr/>
            <p:nvPr/>
          </p:nvSpPr>
          <p:spPr>
            <a:xfrm>
              <a:off x="7061135" y="2881785"/>
              <a:ext cx="20069" cy="9495"/>
            </a:xfrm>
            <a:custGeom>
              <a:avLst/>
              <a:gdLst/>
              <a:ahLst/>
              <a:cxnLst/>
              <a:rect l="l" t="t" r="r" b="b"/>
              <a:pathLst>
                <a:path w="632" h="299" extrusionOk="0">
                  <a:moveTo>
                    <a:pt x="155" y="1"/>
                  </a:moveTo>
                  <a:cubicBezTo>
                    <a:pt x="60" y="1"/>
                    <a:pt x="0" y="72"/>
                    <a:pt x="0" y="155"/>
                  </a:cubicBezTo>
                  <a:cubicBezTo>
                    <a:pt x="0" y="227"/>
                    <a:pt x="72" y="298"/>
                    <a:pt x="155" y="298"/>
                  </a:cubicBezTo>
                  <a:lnTo>
                    <a:pt x="476" y="298"/>
                  </a:lnTo>
                  <a:cubicBezTo>
                    <a:pt x="560" y="298"/>
                    <a:pt x="631" y="227"/>
                    <a:pt x="631" y="155"/>
                  </a:cubicBezTo>
                  <a:cubicBezTo>
                    <a:pt x="631" y="72"/>
                    <a:pt x="572"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62"/>
            <p:cNvSpPr/>
            <p:nvPr/>
          </p:nvSpPr>
          <p:spPr>
            <a:xfrm>
              <a:off x="7122740" y="2881785"/>
              <a:ext cx="19688" cy="9495"/>
            </a:xfrm>
            <a:custGeom>
              <a:avLst/>
              <a:gdLst/>
              <a:ahLst/>
              <a:cxnLst/>
              <a:rect l="l" t="t" r="r" b="b"/>
              <a:pathLst>
                <a:path w="620" h="299" extrusionOk="0">
                  <a:moveTo>
                    <a:pt x="144" y="1"/>
                  </a:moveTo>
                  <a:cubicBezTo>
                    <a:pt x="60" y="1"/>
                    <a:pt x="1" y="72"/>
                    <a:pt x="1" y="155"/>
                  </a:cubicBezTo>
                  <a:cubicBezTo>
                    <a:pt x="1" y="227"/>
                    <a:pt x="72" y="298"/>
                    <a:pt x="144" y="298"/>
                  </a:cubicBezTo>
                  <a:lnTo>
                    <a:pt x="477" y="298"/>
                  </a:lnTo>
                  <a:cubicBezTo>
                    <a:pt x="560" y="298"/>
                    <a:pt x="620" y="227"/>
                    <a:pt x="620" y="155"/>
                  </a:cubicBezTo>
                  <a:cubicBezTo>
                    <a:pt x="620"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7" name="Google Shape;9527;p62"/>
          <p:cNvGrpSpPr/>
          <p:nvPr/>
        </p:nvGrpSpPr>
        <p:grpSpPr>
          <a:xfrm>
            <a:off x="7530697" y="2790299"/>
            <a:ext cx="244291" cy="326314"/>
            <a:chOff x="7530697" y="2790299"/>
            <a:chExt cx="244291" cy="326314"/>
          </a:xfrm>
        </p:grpSpPr>
        <p:sp>
          <p:nvSpPr>
            <p:cNvPr id="9528" name="Google Shape;9528;p62"/>
            <p:cNvSpPr/>
            <p:nvPr/>
          </p:nvSpPr>
          <p:spPr>
            <a:xfrm>
              <a:off x="7616911" y="2907507"/>
              <a:ext cx="9463" cy="14385"/>
            </a:xfrm>
            <a:custGeom>
              <a:avLst/>
              <a:gdLst/>
              <a:ahLst/>
              <a:cxnLst/>
              <a:rect l="l" t="t" r="r" b="b"/>
              <a:pathLst>
                <a:path w="298" h="453" extrusionOk="0">
                  <a:moveTo>
                    <a:pt x="155" y="0"/>
                  </a:moveTo>
                  <a:cubicBezTo>
                    <a:pt x="60" y="0"/>
                    <a:pt x="0" y="72"/>
                    <a:pt x="0" y="143"/>
                  </a:cubicBezTo>
                  <a:lnTo>
                    <a:pt x="0" y="310"/>
                  </a:lnTo>
                  <a:cubicBezTo>
                    <a:pt x="0" y="393"/>
                    <a:pt x="72" y="453"/>
                    <a:pt x="155" y="453"/>
                  </a:cubicBezTo>
                  <a:cubicBezTo>
                    <a:pt x="227" y="453"/>
                    <a:pt x="298" y="381"/>
                    <a:pt x="298" y="310"/>
                  </a:cubicBezTo>
                  <a:lnTo>
                    <a:pt x="298" y="143"/>
                  </a:lnTo>
                  <a:cubicBezTo>
                    <a:pt x="298" y="72"/>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62"/>
            <p:cNvSpPr/>
            <p:nvPr/>
          </p:nvSpPr>
          <p:spPr>
            <a:xfrm>
              <a:off x="7678548" y="2907507"/>
              <a:ext cx="9463" cy="14385"/>
            </a:xfrm>
            <a:custGeom>
              <a:avLst/>
              <a:gdLst/>
              <a:ahLst/>
              <a:cxnLst/>
              <a:rect l="l" t="t" r="r" b="b"/>
              <a:pathLst>
                <a:path w="298" h="453" extrusionOk="0">
                  <a:moveTo>
                    <a:pt x="143" y="0"/>
                  </a:moveTo>
                  <a:cubicBezTo>
                    <a:pt x="60" y="0"/>
                    <a:pt x="0" y="72"/>
                    <a:pt x="0" y="143"/>
                  </a:cubicBezTo>
                  <a:lnTo>
                    <a:pt x="0" y="310"/>
                  </a:lnTo>
                  <a:cubicBezTo>
                    <a:pt x="0" y="393"/>
                    <a:pt x="72" y="453"/>
                    <a:pt x="143" y="453"/>
                  </a:cubicBezTo>
                  <a:cubicBezTo>
                    <a:pt x="214" y="453"/>
                    <a:pt x="298" y="381"/>
                    <a:pt x="298" y="310"/>
                  </a:cubicBezTo>
                  <a:lnTo>
                    <a:pt x="298" y="143"/>
                  </a:lnTo>
                  <a:cubicBezTo>
                    <a:pt x="298"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62"/>
            <p:cNvSpPr/>
            <p:nvPr/>
          </p:nvSpPr>
          <p:spPr>
            <a:xfrm>
              <a:off x="7632408" y="2943136"/>
              <a:ext cx="40869" cy="14671"/>
            </a:xfrm>
            <a:custGeom>
              <a:avLst/>
              <a:gdLst/>
              <a:ahLst/>
              <a:cxnLst/>
              <a:rect l="l" t="t" r="r" b="b"/>
              <a:pathLst>
                <a:path w="1287" h="462" extrusionOk="0">
                  <a:moveTo>
                    <a:pt x="167" y="0"/>
                  </a:moveTo>
                  <a:cubicBezTo>
                    <a:pt x="129" y="0"/>
                    <a:pt x="90" y="15"/>
                    <a:pt x="60" y="45"/>
                  </a:cubicBezTo>
                  <a:cubicBezTo>
                    <a:pt x="1" y="104"/>
                    <a:pt x="1" y="200"/>
                    <a:pt x="60" y="259"/>
                  </a:cubicBezTo>
                  <a:cubicBezTo>
                    <a:pt x="203" y="390"/>
                    <a:pt x="417" y="462"/>
                    <a:pt x="655" y="462"/>
                  </a:cubicBezTo>
                  <a:cubicBezTo>
                    <a:pt x="893" y="462"/>
                    <a:pt x="1120" y="390"/>
                    <a:pt x="1251" y="259"/>
                  </a:cubicBezTo>
                  <a:cubicBezTo>
                    <a:pt x="1286" y="212"/>
                    <a:pt x="1286" y="104"/>
                    <a:pt x="1227" y="45"/>
                  </a:cubicBezTo>
                  <a:cubicBezTo>
                    <a:pt x="1197" y="15"/>
                    <a:pt x="1158" y="0"/>
                    <a:pt x="1120" y="0"/>
                  </a:cubicBezTo>
                  <a:cubicBezTo>
                    <a:pt x="1081" y="0"/>
                    <a:pt x="1042" y="15"/>
                    <a:pt x="1013" y="45"/>
                  </a:cubicBezTo>
                  <a:cubicBezTo>
                    <a:pt x="953" y="104"/>
                    <a:pt x="822" y="164"/>
                    <a:pt x="643" y="164"/>
                  </a:cubicBezTo>
                  <a:cubicBezTo>
                    <a:pt x="465" y="164"/>
                    <a:pt x="322" y="104"/>
                    <a:pt x="274" y="45"/>
                  </a:cubicBez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62"/>
            <p:cNvSpPr/>
            <p:nvPr/>
          </p:nvSpPr>
          <p:spPr>
            <a:xfrm>
              <a:off x="7530697" y="2790299"/>
              <a:ext cx="244291" cy="326314"/>
            </a:xfrm>
            <a:custGeom>
              <a:avLst/>
              <a:gdLst/>
              <a:ahLst/>
              <a:cxnLst/>
              <a:rect l="l" t="t" r="r" b="b"/>
              <a:pathLst>
                <a:path w="7693" h="10276" extrusionOk="0">
                  <a:moveTo>
                    <a:pt x="3846" y="298"/>
                  </a:moveTo>
                  <a:cubicBezTo>
                    <a:pt x="5275" y="298"/>
                    <a:pt x="6442" y="1453"/>
                    <a:pt x="6442" y="2882"/>
                  </a:cubicBezTo>
                  <a:lnTo>
                    <a:pt x="6442" y="4013"/>
                  </a:lnTo>
                  <a:cubicBezTo>
                    <a:pt x="6442" y="4846"/>
                    <a:pt x="6633" y="5489"/>
                    <a:pt x="6799" y="5870"/>
                  </a:cubicBezTo>
                  <a:cubicBezTo>
                    <a:pt x="6811" y="5918"/>
                    <a:pt x="6811" y="5965"/>
                    <a:pt x="6799" y="6001"/>
                  </a:cubicBezTo>
                  <a:cubicBezTo>
                    <a:pt x="6775" y="6049"/>
                    <a:pt x="6752" y="6084"/>
                    <a:pt x="6704" y="6096"/>
                  </a:cubicBezTo>
                  <a:cubicBezTo>
                    <a:pt x="6359" y="6227"/>
                    <a:pt x="5692" y="6489"/>
                    <a:pt x="4978" y="6632"/>
                  </a:cubicBezTo>
                  <a:lnTo>
                    <a:pt x="4978" y="6132"/>
                  </a:lnTo>
                  <a:cubicBezTo>
                    <a:pt x="5644" y="5739"/>
                    <a:pt x="6109" y="5013"/>
                    <a:pt x="6109" y="4179"/>
                  </a:cubicBezTo>
                  <a:lnTo>
                    <a:pt x="6109" y="3536"/>
                  </a:lnTo>
                  <a:cubicBezTo>
                    <a:pt x="6109" y="3108"/>
                    <a:pt x="5751" y="2751"/>
                    <a:pt x="5323" y="2751"/>
                  </a:cubicBezTo>
                  <a:lnTo>
                    <a:pt x="5073" y="2751"/>
                  </a:lnTo>
                  <a:lnTo>
                    <a:pt x="4311" y="1989"/>
                  </a:lnTo>
                  <a:cubicBezTo>
                    <a:pt x="4282" y="1960"/>
                    <a:pt x="4249" y="1944"/>
                    <a:pt x="4214" y="1944"/>
                  </a:cubicBezTo>
                  <a:cubicBezTo>
                    <a:pt x="4191" y="1944"/>
                    <a:pt x="4168" y="1951"/>
                    <a:pt x="4144" y="1965"/>
                  </a:cubicBezTo>
                  <a:cubicBezTo>
                    <a:pt x="4085" y="1989"/>
                    <a:pt x="4061" y="2036"/>
                    <a:pt x="4061" y="2096"/>
                  </a:cubicBezTo>
                  <a:lnTo>
                    <a:pt x="4061" y="2751"/>
                  </a:lnTo>
                  <a:lnTo>
                    <a:pt x="3239" y="2751"/>
                  </a:lnTo>
                  <a:cubicBezTo>
                    <a:pt x="3144" y="2751"/>
                    <a:pt x="3084" y="2822"/>
                    <a:pt x="3084" y="2893"/>
                  </a:cubicBezTo>
                  <a:cubicBezTo>
                    <a:pt x="3084" y="2965"/>
                    <a:pt x="3168" y="3048"/>
                    <a:pt x="3239" y="3048"/>
                  </a:cubicBezTo>
                  <a:lnTo>
                    <a:pt x="4204" y="3048"/>
                  </a:lnTo>
                  <a:cubicBezTo>
                    <a:pt x="4299" y="3048"/>
                    <a:pt x="4358" y="2965"/>
                    <a:pt x="4358" y="2893"/>
                  </a:cubicBezTo>
                  <a:lnTo>
                    <a:pt x="4358" y="2453"/>
                  </a:lnTo>
                  <a:lnTo>
                    <a:pt x="4906" y="3001"/>
                  </a:lnTo>
                  <a:cubicBezTo>
                    <a:pt x="4930" y="3024"/>
                    <a:pt x="4966" y="3048"/>
                    <a:pt x="5013" y="3048"/>
                  </a:cubicBezTo>
                  <a:lnTo>
                    <a:pt x="5335" y="3048"/>
                  </a:lnTo>
                  <a:cubicBezTo>
                    <a:pt x="5609" y="3048"/>
                    <a:pt x="5823" y="3263"/>
                    <a:pt x="5823" y="3536"/>
                  </a:cubicBezTo>
                  <a:lnTo>
                    <a:pt x="5823" y="4179"/>
                  </a:lnTo>
                  <a:cubicBezTo>
                    <a:pt x="5823" y="5251"/>
                    <a:pt x="4954" y="6132"/>
                    <a:pt x="3882" y="6132"/>
                  </a:cubicBezTo>
                  <a:cubicBezTo>
                    <a:pt x="2811" y="6132"/>
                    <a:pt x="1930" y="5251"/>
                    <a:pt x="1930" y="4179"/>
                  </a:cubicBezTo>
                  <a:lnTo>
                    <a:pt x="1930" y="3536"/>
                  </a:lnTo>
                  <a:cubicBezTo>
                    <a:pt x="1930" y="3263"/>
                    <a:pt x="2156" y="3048"/>
                    <a:pt x="2418" y="3048"/>
                  </a:cubicBezTo>
                  <a:lnTo>
                    <a:pt x="2584" y="3048"/>
                  </a:lnTo>
                  <a:cubicBezTo>
                    <a:pt x="2668" y="3048"/>
                    <a:pt x="2727" y="2965"/>
                    <a:pt x="2727" y="2893"/>
                  </a:cubicBezTo>
                  <a:cubicBezTo>
                    <a:pt x="2727" y="2822"/>
                    <a:pt x="2656" y="2751"/>
                    <a:pt x="2584" y="2751"/>
                  </a:cubicBezTo>
                  <a:lnTo>
                    <a:pt x="2418" y="2751"/>
                  </a:lnTo>
                  <a:cubicBezTo>
                    <a:pt x="1989" y="2751"/>
                    <a:pt x="1632" y="3108"/>
                    <a:pt x="1632" y="3536"/>
                  </a:cubicBezTo>
                  <a:lnTo>
                    <a:pt x="1632" y="4179"/>
                  </a:lnTo>
                  <a:cubicBezTo>
                    <a:pt x="1632" y="5013"/>
                    <a:pt x="2096" y="5739"/>
                    <a:pt x="2763" y="6132"/>
                  </a:cubicBezTo>
                  <a:lnTo>
                    <a:pt x="2763" y="6632"/>
                  </a:lnTo>
                  <a:cubicBezTo>
                    <a:pt x="2001" y="6465"/>
                    <a:pt x="1334" y="6227"/>
                    <a:pt x="989" y="6096"/>
                  </a:cubicBezTo>
                  <a:cubicBezTo>
                    <a:pt x="941" y="6084"/>
                    <a:pt x="918" y="6049"/>
                    <a:pt x="906" y="6001"/>
                  </a:cubicBezTo>
                  <a:cubicBezTo>
                    <a:pt x="882" y="5965"/>
                    <a:pt x="882" y="5918"/>
                    <a:pt x="906" y="5870"/>
                  </a:cubicBezTo>
                  <a:cubicBezTo>
                    <a:pt x="1060" y="5489"/>
                    <a:pt x="1263" y="4846"/>
                    <a:pt x="1263" y="4013"/>
                  </a:cubicBezTo>
                  <a:lnTo>
                    <a:pt x="1263" y="2882"/>
                  </a:lnTo>
                  <a:cubicBezTo>
                    <a:pt x="1263" y="1453"/>
                    <a:pt x="2418" y="298"/>
                    <a:pt x="3846" y="298"/>
                  </a:cubicBezTo>
                  <a:close/>
                  <a:moveTo>
                    <a:pt x="4632" y="6275"/>
                  </a:moveTo>
                  <a:lnTo>
                    <a:pt x="4632" y="6787"/>
                  </a:lnTo>
                  <a:cubicBezTo>
                    <a:pt x="4632" y="7025"/>
                    <a:pt x="4739" y="7239"/>
                    <a:pt x="4918" y="7394"/>
                  </a:cubicBezTo>
                  <a:cubicBezTo>
                    <a:pt x="4894" y="7442"/>
                    <a:pt x="4858" y="7477"/>
                    <a:pt x="4835" y="7513"/>
                  </a:cubicBezTo>
                  <a:cubicBezTo>
                    <a:pt x="4787" y="7573"/>
                    <a:pt x="4787" y="7680"/>
                    <a:pt x="4858" y="7715"/>
                  </a:cubicBezTo>
                  <a:cubicBezTo>
                    <a:pt x="4894" y="7739"/>
                    <a:pt x="4918" y="7751"/>
                    <a:pt x="4954" y="7751"/>
                  </a:cubicBezTo>
                  <a:cubicBezTo>
                    <a:pt x="4989" y="7751"/>
                    <a:pt x="5037" y="7739"/>
                    <a:pt x="5073" y="7692"/>
                  </a:cubicBezTo>
                  <a:cubicBezTo>
                    <a:pt x="5109" y="7632"/>
                    <a:pt x="5156" y="7584"/>
                    <a:pt x="5192" y="7525"/>
                  </a:cubicBezTo>
                  <a:lnTo>
                    <a:pt x="5525" y="7644"/>
                  </a:lnTo>
                  <a:cubicBezTo>
                    <a:pt x="4918" y="8573"/>
                    <a:pt x="4299" y="8894"/>
                    <a:pt x="3882" y="9001"/>
                  </a:cubicBezTo>
                  <a:cubicBezTo>
                    <a:pt x="3864" y="9007"/>
                    <a:pt x="3849" y="9010"/>
                    <a:pt x="3835" y="9010"/>
                  </a:cubicBezTo>
                  <a:cubicBezTo>
                    <a:pt x="3820" y="9010"/>
                    <a:pt x="3805" y="9007"/>
                    <a:pt x="3787" y="9001"/>
                  </a:cubicBezTo>
                  <a:cubicBezTo>
                    <a:pt x="3370" y="8882"/>
                    <a:pt x="2751" y="8549"/>
                    <a:pt x="2120" y="7644"/>
                  </a:cubicBezTo>
                  <a:lnTo>
                    <a:pt x="2465" y="7525"/>
                  </a:lnTo>
                  <a:cubicBezTo>
                    <a:pt x="2763" y="7942"/>
                    <a:pt x="3204" y="8442"/>
                    <a:pt x="3787" y="8644"/>
                  </a:cubicBezTo>
                  <a:cubicBezTo>
                    <a:pt x="3799" y="8644"/>
                    <a:pt x="3823" y="8656"/>
                    <a:pt x="3835" y="8656"/>
                  </a:cubicBezTo>
                  <a:cubicBezTo>
                    <a:pt x="3846" y="8656"/>
                    <a:pt x="3858" y="8656"/>
                    <a:pt x="3882" y="8644"/>
                  </a:cubicBezTo>
                  <a:cubicBezTo>
                    <a:pt x="4144" y="8549"/>
                    <a:pt x="4418" y="8382"/>
                    <a:pt x="4668" y="8132"/>
                  </a:cubicBezTo>
                  <a:cubicBezTo>
                    <a:pt x="4728" y="8073"/>
                    <a:pt x="4728" y="7989"/>
                    <a:pt x="4668" y="7930"/>
                  </a:cubicBezTo>
                  <a:cubicBezTo>
                    <a:pt x="4638" y="7900"/>
                    <a:pt x="4600" y="7885"/>
                    <a:pt x="4561" y="7885"/>
                  </a:cubicBezTo>
                  <a:cubicBezTo>
                    <a:pt x="4522" y="7885"/>
                    <a:pt x="4483" y="7900"/>
                    <a:pt x="4454" y="7930"/>
                  </a:cubicBezTo>
                  <a:cubicBezTo>
                    <a:pt x="4251" y="8120"/>
                    <a:pt x="4025" y="8275"/>
                    <a:pt x="3823" y="8346"/>
                  </a:cubicBezTo>
                  <a:cubicBezTo>
                    <a:pt x="3358" y="8168"/>
                    <a:pt x="2965" y="7751"/>
                    <a:pt x="2715" y="7394"/>
                  </a:cubicBezTo>
                  <a:cubicBezTo>
                    <a:pt x="2894" y="7239"/>
                    <a:pt x="3001" y="7025"/>
                    <a:pt x="3001" y="6787"/>
                  </a:cubicBezTo>
                  <a:lnTo>
                    <a:pt x="3001" y="6275"/>
                  </a:lnTo>
                  <a:cubicBezTo>
                    <a:pt x="3251" y="6382"/>
                    <a:pt x="3525" y="6430"/>
                    <a:pt x="3823" y="6430"/>
                  </a:cubicBezTo>
                  <a:cubicBezTo>
                    <a:pt x="4120" y="6430"/>
                    <a:pt x="4382" y="6370"/>
                    <a:pt x="4632" y="6275"/>
                  </a:cubicBezTo>
                  <a:close/>
                  <a:moveTo>
                    <a:pt x="3846" y="0"/>
                  </a:moveTo>
                  <a:cubicBezTo>
                    <a:pt x="2251" y="0"/>
                    <a:pt x="953" y="1286"/>
                    <a:pt x="953" y="2882"/>
                  </a:cubicBezTo>
                  <a:lnTo>
                    <a:pt x="953" y="4013"/>
                  </a:lnTo>
                  <a:cubicBezTo>
                    <a:pt x="953" y="4846"/>
                    <a:pt x="751" y="5453"/>
                    <a:pt x="632" y="5775"/>
                  </a:cubicBezTo>
                  <a:cubicBezTo>
                    <a:pt x="584" y="5894"/>
                    <a:pt x="584" y="6013"/>
                    <a:pt x="632" y="6132"/>
                  </a:cubicBezTo>
                  <a:cubicBezTo>
                    <a:pt x="679" y="6251"/>
                    <a:pt x="775" y="6334"/>
                    <a:pt x="894" y="6382"/>
                  </a:cubicBezTo>
                  <a:cubicBezTo>
                    <a:pt x="1251" y="6525"/>
                    <a:pt x="1965" y="6787"/>
                    <a:pt x="2715" y="6930"/>
                  </a:cubicBezTo>
                  <a:cubicBezTo>
                    <a:pt x="2668" y="7084"/>
                    <a:pt x="2549" y="7180"/>
                    <a:pt x="2418" y="7239"/>
                  </a:cubicBezTo>
                  <a:lnTo>
                    <a:pt x="751" y="7823"/>
                  </a:lnTo>
                  <a:cubicBezTo>
                    <a:pt x="298" y="7989"/>
                    <a:pt x="1" y="8406"/>
                    <a:pt x="1" y="8882"/>
                  </a:cubicBezTo>
                  <a:lnTo>
                    <a:pt x="1" y="10132"/>
                  </a:lnTo>
                  <a:cubicBezTo>
                    <a:pt x="1" y="10216"/>
                    <a:pt x="84" y="10275"/>
                    <a:pt x="156" y="10275"/>
                  </a:cubicBezTo>
                  <a:cubicBezTo>
                    <a:pt x="227" y="10275"/>
                    <a:pt x="298" y="10204"/>
                    <a:pt x="298" y="10132"/>
                  </a:cubicBezTo>
                  <a:lnTo>
                    <a:pt x="298" y="8882"/>
                  </a:lnTo>
                  <a:cubicBezTo>
                    <a:pt x="298" y="8775"/>
                    <a:pt x="322" y="8692"/>
                    <a:pt x="358" y="8597"/>
                  </a:cubicBezTo>
                  <a:lnTo>
                    <a:pt x="1120" y="9251"/>
                  </a:lnTo>
                  <a:cubicBezTo>
                    <a:pt x="1227" y="9347"/>
                    <a:pt x="1299" y="9478"/>
                    <a:pt x="1299" y="9620"/>
                  </a:cubicBezTo>
                  <a:lnTo>
                    <a:pt x="1299" y="10132"/>
                  </a:lnTo>
                  <a:cubicBezTo>
                    <a:pt x="1299" y="10216"/>
                    <a:pt x="1370" y="10275"/>
                    <a:pt x="1453" y="10275"/>
                  </a:cubicBezTo>
                  <a:cubicBezTo>
                    <a:pt x="1525" y="10275"/>
                    <a:pt x="1596" y="10204"/>
                    <a:pt x="1596" y="10132"/>
                  </a:cubicBezTo>
                  <a:lnTo>
                    <a:pt x="1596" y="9609"/>
                  </a:lnTo>
                  <a:cubicBezTo>
                    <a:pt x="1596" y="9370"/>
                    <a:pt x="1489" y="9168"/>
                    <a:pt x="1310" y="9001"/>
                  </a:cubicBezTo>
                  <a:lnTo>
                    <a:pt x="513" y="8311"/>
                  </a:lnTo>
                  <a:cubicBezTo>
                    <a:pt x="596" y="8216"/>
                    <a:pt x="715" y="8132"/>
                    <a:pt x="834" y="8085"/>
                  </a:cubicBezTo>
                  <a:lnTo>
                    <a:pt x="1846" y="7739"/>
                  </a:lnTo>
                  <a:cubicBezTo>
                    <a:pt x="2537" y="8775"/>
                    <a:pt x="3251" y="9144"/>
                    <a:pt x="3727" y="9275"/>
                  </a:cubicBezTo>
                  <a:cubicBezTo>
                    <a:pt x="3775" y="9299"/>
                    <a:pt x="3799" y="9299"/>
                    <a:pt x="3846" y="9299"/>
                  </a:cubicBezTo>
                  <a:cubicBezTo>
                    <a:pt x="3894" y="9299"/>
                    <a:pt x="3930" y="9299"/>
                    <a:pt x="3966" y="9275"/>
                  </a:cubicBezTo>
                  <a:cubicBezTo>
                    <a:pt x="4442" y="9144"/>
                    <a:pt x="5156" y="8775"/>
                    <a:pt x="5835" y="7739"/>
                  </a:cubicBezTo>
                  <a:lnTo>
                    <a:pt x="6847" y="8085"/>
                  </a:lnTo>
                  <a:cubicBezTo>
                    <a:pt x="6990" y="8132"/>
                    <a:pt x="7085" y="8216"/>
                    <a:pt x="7180" y="8311"/>
                  </a:cubicBezTo>
                  <a:lnTo>
                    <a:pt x="6371" y="9001"/>
                  </a:lnTo>
                  <a:cubicBezTo>
                    <a:pt x="6192" y="9144"/>
                    <a:pt x="6097" y="9370"/>
                    <a:pt x="6097" y="9609"/>
                  </a:cubicBezTo>
                  <a:lnTo>
                    <a:pt x="6097" y="10120"/>
                  </a:lnTo>
                  <a:cubicBezTo>
                    <a:pt x="6097" y="10204"/>
                    <a:pt x="6168" y="10263"/>
                    <a:pt x="6240" y="10263"/>
                  </a:cubicBezTo>
                  <a:cubicBezTo>
                    <a:pt x="6311" y="10263"/>
                    <a:pt x="6394" y="10192"/>
                    <a:pt x="6394" y="10120"/>
                  </a:cubicBezTo>
                  <a:lnTo>
                    <a:pt x="6394" y="9609"/>
                  </a:lnTo>
                  <a:cubicBezTo>
                    <a:pt x="6394" y="9466"/>
                    <a:pt x="6454" y="9323"/>
                    <a:pt x="6573" y="9239"/>
                  </a:cubicBezTo>
                  <a:lnTo>
                    <a:pt x="7323" y="8585"/>
                  </a:lnTo>
                  <a:cubicBezTo>
                    <a:pt x="7359" y="8668"/>
                    <a:pt x="7383" y="8775"/>
                    <a:pt x="7383" y="8870"/>
                  </a:cubicBezTo>
                  <a:lnTo>
                    <a:pt x="7383" y="10120"/>
                  </a:lnTo>
                  <a:cubicBezTo>
                    <a:pt x="7383" y="10204"/>
                    <a:pt x="7466" y="10263"/>
                    <a:pt x="7537" y="10263"/>
                  </a:cubicBezTo>
                  <a:cubicBezTo>
                    <a:pt x="7609" y="10263"/>
                    <a:pt x="7680" y="10192"/>
                    <a:pt x="7680" y="10120"/>
                  </a:cubicBezTo>
                  <a:lnTo>
                    <a:pt x="7680" y="8870"/>
                  </a:lnTo>
                  <a:cubicBezTo>
                    <a:pt x="7692" y="8406"/>
                    <a:pt x="7395" y="7977"/>
                    <a:pt x="6942" y="7823"/>
                  </a:cubicBezTo>
                  <a:lnTo>
                    <a:pt x="5275" y="7239"/>
                  </a:lnTo>
                  <a:cubicBezTo>
                    <a:pt x="5132" y="7203"/>
                    <a:pt x="5025" y="7084"/>
                    <a:pt x="4978" y="6930"/>
                  </a:cubicBezTo>
                  <a:cubicBezTo>
                    <a:pt x="5740" y="6787"/>
                    <a:pt x="6442" y="6513"/>
                    <a:pt x="6799" y="6382"/>
                  </a:cubicBezTo>
                  <a:cubicBezTo>
                    <a:pt x="6918" y="6334"/>
                    <a:pt x="7002" y="6251"/>
                    <a:pt x="7061" y="6132"/>
                  </a:cubicBezTo>
                  <a:cubicBezTo>
                    <a:pt x="7109" y="6013"/>
                    <a:pt x="7109" y="5894"/>
                    <a:pt x="7061" y="5775"/>
                  </a:cubicBezTo>
                  <a:cubicBezTo>
                    <a:pt x="6942" y="5477"/>
                    <a:pt x="6740" y="4846"/>
                    <a:pt x="6740" y="4013"/>
                  </a:cubicBezTo>
                  <a:lnTo>
                    <a:pt x="6740" y="2882"/>
                  </a:lnTo>
                  <a:cubicBezTo>
                    <a:pt x="6740" y="1286"/>
                    <a:pt x="5442" y="0"/>
                    <a:pt x="3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62"/>
            <p:cNvSpPr/>
            <p:nvPr/>
          </p:nvSpPr>
          <p:spPr>
            <a:xfrm>
              <a:off x="7611608" y="2891630"/>
              <a:ext cx="20069" cy="9463"/>
            </a:xfrm>
            <a:custGeom>
              <a:avLst/>
              <a:gdLst/>
              <a:ahLst/>
              <a:cxnLst/>
              <a:rect l="l" t="t" r="r" b="b"/>
              <a:pathLst>
                <a:path w="632" h="298" extrusionOk="0">
                  <a:moveTo>
                    <a:pt x="155" y="0"/>
                  </a:moveTo>
                  <a:cubicBezTo>
                    <a:pt x="60" y="0"/>
                    <a:pt x="1" y="83"/>
                    <a:pt x="1" y="155"/>
                  </a:cubicBezTo>
                  <a:cubicBezTo>
                    <a:pt x="1" y="226"/>
                    <a:pt x="84" y="298"/>
                    <a:pt x="155" y="298"/>
                  </a:cubicBezTo>
                  <a:lnTo>
                    <a:pt x="477" y="298"/>
                  </a:lnTo>
                  <a:cubicBezTo>
                    <a:pt x="572" y="298"/>
                    <a:pt x="632" y="226"/>
                    <a:pt x="632" y="155"/>
                  </a:cubicBezTo>
                  <a:cubicBezTo>
                    <a:pt x="632" y="83"/>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62"/>
            <p:cNvSpPr/>
            <p:nvPr/>
          </p:nvSpPr>
          <p:spPr>
            <a:xfrm>
              <a:off x="7673245" y="2891630"/>
              <a:ext cx="19688" cy="9463"/>
            </a:xfrm>
            <a:custGeom>
              <a:avLst/>
              <a:gdLst/>
              <a:ahLst/>
              <a:cxnLst/>
              <a:rect l="l" t="t" r="r" b="b"/>
              <a:pathLst>
                <a:path w="620" h="298" extrusionOk="0">
                  <a:moveTo>
                    <a:pt x="143" y="0"/>
                  </a:moveTo>
                  <a:cubicBezTo>
                    <a:pt x="60" y="0"/>
                    <a:pt x="0" y="83"/>
                    <a:pt x="0" y="155"/>
                  </a:cubicBezTo>
                  <a:cubicBezTo>
                    <a:pt x="0" y="226"/>
                    <a:pt x="72" y="298"/>
                    <a:pt x="143" y="298"/>
                  </a:cubicBezTo>
                  <a:lnTo>
                    <a:pt x="477" y="298"/>
                  </a:lnTo>
                  <a:cubicBezTo>
                    <a:pt x="560" y="298"/>
                    <a:pt x="620" y="226"/>
                    <a:pt x="620" y="155"/>
                  </a:cubicBezTo>
                  <a:cubicBezTo>
                    <a:pt x="620" y="83"/>
                    <a:pt x="54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4" name="Google Shape;9534;p62"/>
          <p:cNvGrpSpPr/>
          <p:nvPr/>
        </p:nvGrpSpPr>
        <p:grpSpPr>
          <a:xfrm>
            <a:off x="7988191" y="2832248"/>
            <a:ext cx="332348" cy="283985"/>
            <a:chOff x="7988191" y="2832248"/>
            <a:chExt cx="332348" cy="283985"/>
          </a:xfrm>
        </p:grpSpPr>
        <p:sp>
          <p:nvSpPr>
            <p:cNvPr id="9535" name="Google Shape;9535;p62"/>
            <p:cNvSpPr/>
            <p:nvPr/>
          </p:nvSpPr>
          <p:spPr>
            <a:xfrm>
              <a:off x="8046398" y="2894646"/>
              <a:ext cx="40869" cy="45759"/>
            </a:xfrm>
            <a:custGeom>
              <a:avLst/>
              <a:gdLst/>
              <a:ahLst/>
              <a:cxnLst/>
              <a:rect l="l" t="t" r="r" b="b"/>
              <a:pathLst>
                <a:path w="1287" h="1441" extrusionOk="0">
                  <a:moveTo>
                    <a:pt x="644" y="0"/>
                  </a:moveTo>
                  <a:cubicBezTo>
                    <a:pt x="287" y="0"/>
                    <a:pt x="1" y="286"/>
                    <a:pt x="1" y="643"/>
                  </a:cubicBezTo>
                  <a:lnTo>
                    <a:pt x="1" y="798"/>
                  </a:lnTo>
                  <a:cubicBezTo>
                    <a:pt x="1" y="1155"/>
                    <a:pt x="287" y="1441"/>
                    <a:pt x="644" y="1441"/>
                  </a:cubicBezTo>
                  <a:cubicBezTo>
                    <a:pt x="1001" y="1441"/>
                    <a:pt x="1287" y="1155"/>
                    <a:pt x="1287" y="798"/>
                  </a:cubicBezTo>
                  <a:lnTo>
                    <a:pt x="1287" y="643"/>
                  </a:lnTo>
                  <a:cubicBezTo>
                    <a:pt x="1287" y="548"/>
                    <a:pt x="1215" y="488"/>
                    <a:pt x="1132" y="488"/>
                  </a:cubicBezTo>
                  <a:cubicBezTo>
                    <a:pt x="1049" y="488"/>
                    <a:pt x="989" y="560"/>
                    <a:pt x="989" y="643"/>
                  </a:cubicBezTo>
                  <a:lnTo>
                    <a:pt x="989" y="798"/>
                  </a:lnTo>
                  <a:cubicBezTo>
                    <a:pt x="989" y="977"/>
                    <a:pt x="834" y="1143"/>
                    <a:pt x="644" y="1143"/>
                  </a:cubicBezTo>
                  <a:cubicBezTo>
                    <a:pt x="453" y="1143"/>
                    <a:pt x="299" y="1000"/>
                    <a:pt x="299" y="798"/>
                  </a:cubicBezTo>
                  <a:lnTo>
                    <a:pt x="299" y="643"/>
                  </a:lnTo>
                  <a:cubicBezTo>
                    <a:pt x="299" y="465"/>
                    <a:pt x="453" y="298"/>
                    <a:pt x="644" y="298"/>
                  </a:cubicBezTo>
                  <a:cubicBezTo>
                    <a:pt x="739" y="298"/>
                    <a:pt x="799" y="227"/>
                    <a:pt x="799" y="143"/>
                  </a:cubicBezTo>
                  <a:cubicBezTo>
                    <a:pt x="799" y="60"/>
                    <a:pt x="715"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62"/>
            <p:cNvSpPr/>
            <p:nvPr/>
          </p:nvSpPr>
          <p:spPr>
            <a:xfrm>
              <a:off x="7988191" y="2832248"/>
              <a:ext cx="332348" cy="283985"/>
            </a:xfrm>
            <a:custGeom>
              <a:avLst/>
              <a:gdLst/>
              <a:ahLst/>
              <a:cxnLst/>
              <a:rect l="l" t="t" r="r" b="b"/>
              <a:pathLst>
                <a:path w="10466" h="8943" extrusionOk="0">
                  <a:moveTo>
                    <a:pt x="929" y="2942"/>
                  </a:moveTo>
                  <a:lnTo>
                    <a:pt x="929" y="2942"/>
                  </a:lnTo>
                  <a:cubicBezTo>
                    <a:pt x="905" y="3037"/>
                    <a:pt x="881" y="3144"/>
                    <a:pt x="869" y="3227"/>
                  </a:cubicBezTo>
                  <a:cubicBezTo>
                    <a:pt x="858" y="3299"/>
                    <a:pt x="858" y="3358"/>
                    <a:pt x="858" y="3418"/>
                  </a:cubicBezTo>
                  <a:lnTo>
                    <a:pt x="488" y="3120"/>
                  </a:lnTo>
                  <a:lnTo>
                    <a:pt x="929" y="2942"/>
                  </a:lnTo>
                  <a:close/>
                  <a:moveTo>
                    <a:pt x="4156" y="310"/>
                  </a:moveTo>
                  <a:lnTo>
                    <a:pt x="3894" y="668"/>
                  </a:lnTo>
                  <a:cubicBezTo>
                    <a:pt x="3858" y="715"/>
                    <a:pt x="3846" y="763"/>
                    <a:pt x="3858" y="822"/>
                  </a:cubicBezTo>
                  <a:cubicBezTo>
                    <a:pt x="3882" y="882"/>
                    <a:pt x="3917" y="906"/>
                    <a:pt x="3965" y="918"/>
                  </a:cubicBezTo>
                  <a:cubicBezTo>
                    <a:pt x="4608" y="1072"/>
                    <a:pt x="5168" y="1489"/>
                    <a:pt x="5549" y="2084"/>
                  </a:cubicBezTo>
                  <a:cubicBezTo>
                    <a:pt x="5965" y="2751"/>
                    <a:pt x="6418" y="3287"/>
                    <a:pt x="6894" y="3656"/>
                  </a:cubicBezTo>
                  <a:cubicBezTo>
                    <a:pt x="7287" y="3977"/>
                    <a:pt x="7692" y="4168"/>
                    <a:pt x="8085" y="4275"/>
                  </a:cubicBezTo>
                  <a:cubicBezTo>
                    <a:pt x="8288" y="4321"/>
                    <a:pt x="8455" y="4339"/>
                    <a:pt x="8603" y="4339"/>
                  </a:cubicBezTo>
                  <a:cubicBezTo>
                    <a:pt x="8646" y="4339"/>
                    <a:pt x="8687" y="4337"/>
                    <a:pt x="8728" y="4335"/>
                  </a:cubicBezTo>
                  <a:lnTo>
                    <a:pt x="8728" y="4335"/>
                  </a:lnTo>
                  <a:cubicBezTo>
                    <a:pt x="8168" y="4847"/>
                    <a:pt x="7585" y="5204"/>
                    <a:pt x="7037" y="5406"/>
                  </a:cubicBezTo>
                  <a:cubicBezTo>
                    <a:pt x="6732" y="5508"/>
                    <a:pt x="6437" y="5559"/>
                    <a:pt x="6158" y="5559"/>
                  </a:cubicBezTo>
                  <a:cubicBezTo>
                    <a:pt x="5914" y="5559"/>
                    <a:pt x="5682" y="5520"/>
                    <a:pt x="5465" y="5442"/>
                  </a:cubicBezTo>
                  <a:cubicBezTo>
                    <a:pt x="5203" y="5359"/>
                    <a:pt x="4965" y="5204"/>
                    <a:pt x="4775" y="5001"/>
                  </a:cubicBezTo>
                  <a:lnTo>
                    <a:pt x="4775" y="5001"/>
                  </a:lnTo>
                  <a:cubicBezTo>
                    <a:pt x="5001" y="5120"/>
                    <a:pt x="5275" y="5204"/>
                    <a:pt x="5596" y="5228"/>
                  </a:cubicBezTo>
                  <a:cubicBezTo>
                    <a:pt x="5680" y="5228"/>
                    <a:pt x="5751" y="5240"/>
                    <a:pt x="5822" y="5240"/>
                  </a:cubicBezTo>
                  <a:cubicBezTo>
                    <a:pt x="6096" y="5240"/>
                    <a:pt x="6382" y="5204"/>
                    <a:pt x="6644" y="5132"/>
                  </a:cubicBezTo>
                  <a:cubicBezTo>
                    <a:pt x="6715" y="5120"/>
                    <a:pt x="6775" y="5025"/>
                    <a:pt x="6751" y="4954"/>
                  </a:cubicBezTo>
                  <a:cubicBezTo>
                    <a:pt x="6741" y="4893"/>
                    <a:pt x="6671" y="4841"/>
                    <a:pt x="6607" y="4841"/>
                  </a:cubicBezTo>
                  <a:cubicBezTo>
                    <a:pt x="6595" y="4841"/>
                    <a:pt x="6583" y="4843"/>
                    <a:pt x="6573" y="4847"/>
                  </a:cubicBezTo>
                  <a:cubicBezTo>
                    <a:pt x="6317" y="4912"/>
                    <a:pt x="6067" y="4943"/>
                    <a:pt x="5831" y="4943"/>
                  </a:cubicBezTo>
                  <a:cubicBezTo>
                    <a:pt x="5418" y="4943"/>
                    <a:pt x="5052" y="4846"/>
                    <a:pt x="4787" y="4656"/>
                  </a:cubicBezTo>
                  <a:cubicBezTo>
                    <a:pt x="4477" y="4430"/>
                    <a:pt x="4310" y="4097"/>
                    <a:pt x="4263" y="3632"/>
                  </a:cubicBezTo>
                  <a:cubicBezTo>
                    <a:pt x="4310" y="3156"/>
                    <a:pt x="4572" y="2751"/>
                    <a:pt x="5025" y="2501"/>
                  </a:cubicBezTo>
                  <a:cubicBezTo>
                    <a:pt x="5096" y="2453"/>
                    <a:pt x="5120" y="2370"/>
                    <a:pt x="5084" y="2287"/>
                  </a:cubicBezTo>
                  <a:cubicBezTo>
                    <a:pt x="5051" y="2237"/>
                    <a:pt x="4996" y="2211"/>
                    <a:pt x="4941" y="2211"/>
                  </a:cubicBezTo>
                  <a:cubicBezTo>
                    <a:pt x="4916" y="2211"/>
                    <a:pt x="4892" y="2216"/>
                    <a:pt x="4870" y="2227"/>
                  </a:cubicBezTo>
                  <a:cubicBezTo>
                    <a:pt x="4227" y="2584"/>
                    <a:pt x="3906" y="3227"/>
                    <a:pt x="3965" y="3942"/>
                  </a:cubicBezTo>
                  <a:cubicBezTo>
                    <a:pt x="4037" y="4751"/>
                    <a:pt x="4596" y="5442"/>
                    <a:pt x="5382" y="5728"/>
                  </a:cubicBezTo>
                  <a:cubicBezTo>
                    <a:pt x="5631" y="5816"/>
                    <a:pt x="5895" y="5861"/>
                    <a:pt x="6170" y="5861"/>
                  </a:cubicBezTo>
                  <a:cubicBezTo>
                    <a:pt x="6487" y="5861"/>
                    <a:pt x="6818" y="5801"/>
                    <a:pt x="7156" y="5680"/>
                  </a:cubicBezTo>
                  <a:cubicBezTo>
                    <a:pt x="7596" y="5537"/>
                    <a:pt x="8061" y="5263"/>
                    <a:pt x="8525" y="4906"/>
                  </a:cubicBezTo>
                  <a:lnTo>
                    <a:pt x="8549" y="4906"/>
                  </a:lnTo>
                  <a:cubicBezTo>
                    <a:pt x="8694" y="4930"/>
                    <a:pt x="8833" y="4940"/>
                    <a:pt x="8965" y="4940"/>
                  </a:cubicBezTo>
                  <a:cubicBezTo>
                    <a:pt x="9431" y="4940"/>
                    <a:pt x="9813" y="4812"/>
                    <a:pt x="10073" y="4692"/>
                  </a:cubicBezTo>
                  <a:lnTo>
                    <a:pt x="10073" y="4692"/>
                  </a:lnTo>
                  <a:cubicBezTo>
                    <a:pt x="9430" y="6454"/>
                    <a:pt x="7608" y="7668"/>
                    <a:pt x="5572" y="7668"/>
                  </a:cubicBezTo>
                  <a:cubicBezTo>
                    <a:pt x="4179" y="7668"/>
                    <a:pt x="2894" y="7145"/>
                    <a:pt x="2072" y="6216"/>
                  </a:cubicBezTo>
                  <a:cubicBezTo>
                    <a:pt x="1358" y="5430"/>
                    <a:pt x="1060" y="4406"/>
                    <a:pt x="1179" y="3275"/>
                  </a:cubicBezTo>
                  <a:cubicBezTo>
                    <a:pt x="1286" y="2584"/>
                    <a:pt x="1524" y="2013"/>
                    <a:pt x="1881" y="1537"/>
                  </a:cubicBezTo>
                  <a:cubicBezTo>
                    <a:pt x="2167" y="1156"/>
                    <a:pt x="2536" y="858"/>
                    <a:pt x="2989" y="656"/>
                  </a:cubicBezTo>
                  <a:cubicBezTo>
                    <a:pt x="3429" y="441"/>
                    <a:pt x="3882" y="358"/>
                    <a:pt x="4156" y="310"/>
                  </a:cubicBezTo>
                  <a:close/>
                  <a:moveTo>
                    <a:pt x="5644" y="7954"/>
                  </a:moveTo>
                  <a:lnTo>
                    <a:pt x="5322" y="8645"/>
                  </a:lnTo>
                  <a:lnTo>
                    <a:pt x="5013" y="8645"/>
                  </a:lnTo>
                  <a:lnTo>
                    <a:pt x="5346" y="7954"/>
                  </a:lnTo>
                  <a:close/>
                  <a:moveTo>
                    <a:pt x="4422" y="1"/>
                  </a:moveTo>
                  <a:cubicBezTo>
                    <a:pt x="4268" y="1"/>
                    <a:pt x="3580" y="20"/>
                    <a:pt x="2834" y="382"/>
                  </a:cubicBezTo>
                  <a:cubicBezTo>
                    <a:pt x="2346" y="620"/>
                    <a:pt x="1929" y="941"/>
                    <a:pt x="1608" y="1358"/>
                  </a:cubicBezTo>
                  <a:cubicBezTo>
                    <a:pt x="1334" y="1703"/>
                    <a:pt x="1119" y="2108"/>
                    <a:pt x="989" y="2584"/>
                  </a:cubicBezTo>
                  <a:lnTo>
                    <a:pt x="96" y="2965"/>
                  </a:lnTo>
                  <a:cubicBezTo>
                    <a:pt x="48" y="2977"/>
                    <a:pt x="0" y="3025"/>
                    <a:pt x="0" y="3085"/>
                  </a:cubicBezTo>
                  <a:cubicBezTo>
                    <a:pt x="0" y="3144"/>
                    <a:pt x="24" y="3180"/>
                    <a:pt x="60" y="3215"/>
                  </a:cubicBezTo>
                  <a:lnTo>
                    <a:pt x="810" y="3811"/>
                  </a:lnTo>
                  <a:cubicBezTo>
                    <a:pt x="822" y="4811"/>
                    <a:pt x="1155" y="5704"/>
                    <a:pt x="1810" y="6430"/>
                  </a:cubicBezTo>
                  <a:cubicBezTo>
                    <a:pt x="2584" y="7287"/>
                    <a:pt x="3715" y="7823"/>
                    <a:pt x="4977" y="7942"/>
                  </a:cubicBezTo>
                  <a:lnTo>
                    <a:pt x="4620" y="8645"/>
                  </a:lnTo>
                  <a:lnTo>
                    <a:pt x="3739" y="8645"/>
                  </a:lnTo>
                  <a:cubicBezTo>
                    <a:pt x="3656" y="8645"/>
                    <a:pt x="3596" y="8716"/>
                    <a:pt x="3596" y="8799"/>
                  </a:cubicBezTo>
                  <a:cubicBezTo>
                    <a:pt x="3596" y="8871"/>
                    <a:pt x="3667" y="8942"/>
                    <a:pt x="3739" y="8942"/>
                  </a:cubicBezTo>
                  <a:lnTo>
                    <a:pt x="6013" y="8942"/>
                  </a:lnTo>
                  <a:cubicBezTo>
                    <a:pt x="6108" y="8942"/>
                    <a:pt x="6168" y="8871"/>
                    <a:pt x="6168" y="8799"/>
                  </a:cubicBezTo>
                  <a:cubicBezTo>
                    <a:pt x="6168" y="8716"/>
                    <a:pt x="6096" y="8645"/>
                    <a:pt x="6013" y="8645"/>
                  </a:cubicBezTo>
                  <a:lnTo>
                    <a:pt x="5620" y="8645"/>
                  </a:lnTo>
                  <a:lnTo>
                    <a:pt x="5953" y="7954"/>
                  </a:lnTo>
                  <a:cubicBezTo>
                    <a:pt x="6942" y="7883"/>
                    <a:pt x="7882" y="7537"/>
                    <a:pt x="8656" y="6966"/>
                  </a:cubicBezTo>
                  <a:cubicBezTo>
                    <a:pt x="9525" y="6323"/>
                    <a:pt x="10156" y="5418"/>
                    <a:pt x="10406" y="4430"/>
                  </a:cubicBezTo>
                  <a:cubicBezTo>
                    <a:pt x="10466" y="4370"/>
                    <a:pt x="10442" y="4299"/>
                    <a:pt x="10383" y="4275"/>
                  </a:cubicBezTo>
                  <a:cubicBezTo>
                    <a:pt x="10355" y="4259"/>
                    <a:pt x="10327" y="4250"/>
                    <a:pt x="10300" y="4250"/>
                  </a:cubicBezTo>
                  <a:cubicBezTo>
                    <a:pt x="10268" y="4250"/>
                    <a:pt x="10236" y="4262"/>
                    <a:pt x="10204" y="4287"/>
                  </a:cubicBezTo>
                  <a:cubicBezTo>
                    <a:pt x="10204" y="4287"/>
                    <a:pt x="9700" y="4670"/>
                    <a:pt x="8935" y="4670"/>
                  </a:cubicBezTo>
                  <a:cubicBezTo>
                    <a:pt x="8902" y="4670"/>
                    <a:pt x="8868" y="4670"/>
                    <a:pt x="8835" y="4668"/>
                  </a:cubicBezTo>
                  <a:cubicBezTo>
                    <a:pt x="8990" y="4525"/>
                    <a:pt x="9156" y="4370"/>
                    <a:pt x="9323" y="4192"/>
                  </a:cubicBezTo>
                  <a:cubicBezTo>
                    <a:pt x="9371" y="4132"/>
                    <a:pt x="9382" y="4061"/>
                    <a:pt x="9335" y="4001"/>
                  </a:cubicBezTo>
                  <a:cubicBezTo>
                    <a:pt x="9302" y="3961"/>
                    <a:pt x="9259" y="3942"/>
                    <a:pt x="9211" y="3942"/>
                  </a:cubicBezTo>
                  <a:cubicBezTo>
                    <a:pt x="9190" y="3942"/>
                    <a:pt x="9167" y="3946"/>
                    <a:pt x="9144" y="3954"/>
                  </a:cubicBezTo>
                  <a:cubicBezTo>
                    <a:pt x="9144" y="3954"/>
                    <a:pt x="8950" y="4045"/>
                    <a:pt x="8613" y="4045"/>
                  </a:cubicBezTo>
                  <a:cubicBezTo>
                    <a:pt x="8479" y="4045"/>
                    <a:pt x="8321" y="4030"/>
                    <a:pt x="8144" y="3989"/>
                  </a:cubicBezTo>
                  <a:cubicBezTo>
                    <a:pt x="7108" y="3739"/>
                    <a:pt x="6287" y="2739"/>
                    <a:pt x="5775" y="1930"/>
                  </a:cubicBezTo>
                  <a:cubicBezTo>
                    <a:pt x="5406" y="1334"/>
                    <a:pt x="4870" y="906"/>
                    <a:pt x="4227" y="703"/>
                  </a:cubicBezTo>
                  <a:lnTo>
                    <a:pt x="4572" y="251"/>
                  </a:lnTo>
                  <a:cubicBezTo>
                    <a:pt x="4608" y="203"/>
                    <a:pt x="4620" y="144"/>
                    <a:pt x="4584" y="84"/>
                  </a:cubicBezTo>
                  <a:cubicBezTo>
                    <a:pt x="4560" y="48"/>
                    <a:pt x="4513" y="1"/>
                    <a:pt x="4453" y="1"/>
                  </a:cubicBezTo>
                  <a:cubicBezTo>
                    <a:pt x="4451" y="1"/>
                    <a:pt x="4440" y="1"/>
                    <a:pt x="44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62"/>
            <p:cNvSpPr/>
            <p:nvPr/>
          </p:nvSpPr>
          <p:spPr>
            <a:xfrm>
              <a:off x="8212381" y="2974320"/>
              <a:ext cx="18577" cy="14861"/>
            </a:xfrm>
            <a:custGeom>
              <a:avLst/>
              <a:gdLst/>
              <a:ahLst/>
              <a:cxnLst/>
              <a:rect l="l" t="t" r="r" b="b"/>
              <a:pathLst>
                <a:path w="585" h="468" extrusionOk="0">
                  <a:moveTo>
                    <a:pt x="406" y="0"/>
                  </a:moveTo>
                  <a:cubicBezTo>
                    <a:pt x="371" y="0"/>
                    <a:pt x="337" y="12"/>
                    <a:pt x="310" y="39"/>
                  </a:cubicBezTo>
                  <a:cubicBezTo>
                    <a:pt x="275" y="75"/>
                    <a:pt x="191" y="123"/>
                    <a:pt x="108" y="170"/>
                  </a:cubicBezTo>
                  <a:cubicBezTo>
                    <a:pt x="25" y="206"/>
                    <a:pt x="1" y="301"/>
                    <a:pt x="48" y="373"/>
                  </a:cubicBezTo>
                  <a:cubicBezTo>
                    <a:pt x="72" y="432"/>
                    <a:pt x="120" y="468"/>
                    <a:pt x="179" y="468"/>
                  </a:cubicBezTo>
                  <a:cubicBezTo>
                    <a:pt x="215" y="468"/>
                    <a:pt x="227" y="468"/>
                    <a:pt x="251" y="444"/>
                  </a:cubicBezTo>
                  <a:cubicBezTo>
                    <a:pt x="370" y="385"/>
                    <a:pt x="465" y="325"/>
                    <a:pt x="536" y="265"/>
                  </a:cubicBezTo>
                  <a:cubicBezTo>
                    <a:pt x="572" y="218"/>
                    <a:pt x="584" y="111"/>
                    <a:pt x="525" y="51"/>
                  </a:cubicBezTo>
                  <a:cubicBezTo>
                    <a:pt x="492" y="18"/>
                    <a:pt x="44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38" name="Google Shape;9538;p62"/>
          <p:cNvSpPr/>
          <p:nvPr/>
        </p:nvSpPr>
        <p:spPr>
          <a:xfrm>
            <a:off x="2498418" y="3245126"/>
            <a:ext cx="365627" cy="292273"/>
          </a:xfrm>
          <a:custGeom>
            <a:avLst/>
            <a:gdLst/>
            <a:ahLst/>
            <a:cxnLst/>
            <a:rect l="l" t="t" r="r" b="b"/>
            <a:pathLst>
              <a:path w="11514" h="9204" extrusionOk="0">
                <a:moveTo>
                  <a:pt x="3727" y="0"/>
                </a:moveTo>
                <a:cubicBezTo>
                  <a:pt x="3156" y="0"/>
                  <a:pt x="2668" y="346"/>
                  <a:pt x="2477" y="870"/>
                </a:cubicBezTo>
                <a:lnTo>
                  <a:pt x="2382" y="870"/>
                </a:lnTo>
                <a:cubicBezTo>
                  <a:pt x="2144" y="870"/>
                  <a:pt x="1906" y="965"/>
                  <a:pt x="1751" y="1143"/>
                </a:cubicBezTo>
                <a:cubicBezTo>
                  <a:pt x="1703" y="1143"/>
                  <a:pt x="1656" y="1131"/>
                  <a:pt x="1608" y="1131"/>
                </a:cubicBezTo>
                <a:cubicBezTo>
                  <a:pt x="1036" y="1131"/>
                  <a:pt x="560" y="1608"/>
                  <a:pt x="560" y="2191"/>
                </a:cubicBezTo>
                <a:cubicBezTo>
                  <a:pt x="560" y="2775"/>
                  <a:pt x="1036" y="3251"/>
                  <a:pt x="1608" y="3251"/>
                </a:cubicBezTo>
                <a:lnTo>
                  <a:pt x="3001" y="3251"/>
                </a:lnTo>
                <a:cubicBezTo>
                  <a:pt x="3096" y="3251"/>
                  <a:pt x="3191" y="3156"/>
                  <a:pt x="3191" y="3048"/>
                </a:cubicBezTo>
                <a:cubicBezTo>
                  <a:pt x="3191" y="2953"/>
                  <a:pt x="3096" y="2858"/>
                  <a:pt x="3001" y="2858"/>
                </a:cubicBezTo>
                <a:lnTo>
                  <a:pt x="1608" y="2858"/>
                </a:lnTo>
                <a:cubicBezTo>
                  <a:pt x="1239" y="2858"/>
                  <a:pt x="941" y="2560"/>
                  <a:pt x="941" y="2191"/>
                </a:cubicBezTo>
                <a:cubicBezTo>
                  <a:pt x="941" y="1822"/>
                  <a:pt x="1239" y="1524"/>
                  <a:pt x="1608" y="1524"/>
                </a:cubicBezTo>
                <a:cubicBezTo>
                  <a:pt x="1667" y="1524"/>
                  <a:pt x="1727" y="1524"/>
                  <a:pt x="1775" y="1536"/>
                </a:cubicBezTo>
                <a:cubicBezTo>
                  <a:pt x="1788" y="1538"/>
                  <a:pt x="1802" y="1539"/>
                  <a:pt x="1816" y="1539"/>
                </a:cubicBezTo>
                <a:cubicBezTo>
                  <a:pt x="1885" y="1539"/>
                  <a:pt x="1949" y="1514"/>
                  <a:pt x="1989" y="1465"/>
                </a:cubicBezTo>
                <a:cubicBezTo>
                  <a:pt x="2072" y="1322"/>
                  <a:pt x="2227" y="1251"/>
                  <a:pt x="2394" y="1251"/>
                </a:cubicBezTo>
                <a:cubicBezTo>
                  <a:pt x="2453" y="1251"/>
                  <a:pt x="2489" y="1262"/>
                  <a:pt x="2548" y="1286"/>
                </a:cubicBezTo>
                <a:cubicBezTo>
                  <a:pt x="2566" y="1291"/>
                  <a:pt x="2585" y="1293"/>
                  <a:pt x="2604" y="1293"/>
                </a:cubicBezTo>
                <a:cubicBezTo>
                  <a:pt x="2638" y="1293"/>
                  <a:pt x="2673" y="1285"/>
                  <a:pt x="2703" y="1262"/>
                </a:cubicBezTo>
                <a:cubicBezTo>
                  <a:pt x="2751" y="1239"/>
                  <a:pt x="2775" y="1191"/>
                  <a:pt x="2787" y="1143"/>
                </a:cubicBezTo>
                <a:cubicBezTo>
                  <a:pt x="2894" y="715"/>
                  <a:pt x="3263" y="405"/>
                  <a:pt x="3715" y="405"/>
                </a:cubicBezTo>
                <a:cubicBezTo>
                  <a:pt x="4239" y="405"/>
                  <a:pt x="4668" y="834"/>
                  <a:pt x="4668" y="1358"/>
                </a:cubicBezTo>
                <a:lnTo>
                  <a:pt x="4668" y="1382"/>
                </a:lnTo>
                <a:lnTo>
                  <a:pt x="4668" y="1405"/>
                </a:lnTo>
                <a:cubicBezTo>
                  <a:pt x="4668" y="1465"/>
                  <a:pt x="4692" y="1524"/>
                  <a:pt x="4739" y="1560"/>
                </a:cubicBezTo>
                <a:cubicBezTo>
                  <a:pt x="4771" y="1592"/>
                  <a:pt x="4813" y="1602"/>
                  <a:pt x="4856" y="1602"/>
                </a:cubicBezTo>
                <a:cubicBezTo>
                  <a:pt x="4877" y="1602"/>
                  <a:pt x="4898" y="1600"/>
                  <a:pt x="4918" y="1596"/>
                </a:cubicBezTo>
                <a:cubicBezTo>
                  <a:pt x="4977" y="1584"/>
                  <a:pt x="5049" y="1560"/>
                  <a:pt x="5108" y="1560"/>
                </a:cubicBezTo>
                <a:cubicBezTo>
                  <a:pt x="5311" y="1560"/>
                  <a:pt x="5489" y="1655"/>
                  <a:pt x="5620" y="1786"/>
                </a:cubicBezTo>
                <a:cubicBezTo>
                  <a:pt x="5620" y="1786"/>
                  <a:pt x="5608" y="1786"/>
                  <a:pt x="5608" y="1798"/>
                </a:cubicBezTo>
                <a:cubicBezTo>
                  <a:pt x="5585" y="1798"/>
                  <a:pt x="5573" y="1822"/>
                  <a:pt x="5573" y="1822"/>
                </a:cubicBezTo>
                <a:cubicBezTo>
                  <a:pt x="5561" y="1834"/>
                  <a:pt x="5525" y="1834"/>
                  <a:pt x="5513" y="1846"/>
                </a:cubicBezTo>
                <a:cubicBezTo>
                  <a:pt x="5477" y="1858"/>
                  <a:pt x="5466" y="1858"/>
                  <a:pt x="5454" y="1882"/>
                </a:cubicBezTo>
                <a:cubicBezTo>
                  <a:pt x="5442" y="1882"/>
                  <a:pt x="5442" y="1882"/>
                  <a:pt x="5430" y="1893"/>
                </a:cubicBezTo>
                <a:cubicBezTo>
                  <a:pt x="5239" y="1989"/>
                  <a:pt x="5085" y="2084"/>
                  <a:pt x="4930" y="2203"/>
                </a:cubicBezTo>
                <a:cubicBezTo>
                  <a:pt x="4727" y="2370"/>
                  <a:pt x="4549" y="2584"/>
                  <a:pt x="4394" y="2786"/>
                </a:cubicBezTo>
                <a:cubicBezTo>
                  <a:pt x="4394" y="2798"/>
                  <a:pt x="4382" y="2798"/>
                  <a:pt x="4382" y="2822"/>
                </a:cubicBezTo>
                <a:cubicBezTo>
                  <a:pt x="4370" y="2834"/>
                  <a:pt x="4346" y="2858"/>
                  <a:pt x="4346" y="2882"/>
                </a:cubicBezTo>
                <a:cubicBezTo>
                  <a:pt x="4346" y="2882"/>
                  <a:pt x="4346" y="2894"/>
                  <a:pt x="4334" y="2894"/>
                </a:cubicBezTo>
                <a:lnTo>
                  <a:pt x="3584" y="2894"/>
                </a:lnTo>
                <a:cubicBezTo>
                  <a:pt x="3477" y="2894"/>
                  <a:pt x="3382" y="2977"/>
                  <a:pt x="3382" y="3084"/>
                </a:cubicBezTo>
                <a:cubicBezTo>
                  <a:pt x="3382" y="3191"/>
                  <a:pt x="3477" y="3275"/>
                  <a:pt x="3584" y="3275"/>
                </a:cubicBezTo>
                <a:lnTo>
                  <a:pt x="4096" y="3275"/>
                </a:lnTo>
                <a:cubicBezTo>
                  <a:pt x="4072" y="3334"/>
                  <a:pt x="4061" y="3406"/>
                  <a:pt x="4025" y="3465"/>
                </a:cubicBezTo>
                <a:cubicBezTo>
                  <a:pt x="3918" y="3453"/>
                  <a:pt x="3822" y="3441"/>
                  <a:pt x="3691" y="3441"/>
                </a:cubicBezTo>
                <a:cubicBezTo>
                  <a:pt x="3203" y="3441"/>
                  <a:pt x="2727" y="3668"/>
                  <a:pt x="2418" y="4049"/>
                </a:cubicBezTo>
                <a:cubicBezTo>
                  <a:pt x="2298" y="4025"/>
                  <a:pt x="2167" y="4025"/>
                  <a:pt x="2025" y="4025"/>
                </a:cubicBezTo>
                <a:cubicBezTo>
                  <a:pt x="917" y="4025"/>
                  <a:pt x="1" y="4930"/>
                  <a:pt x="1" y="6049"/>
                </a:cubicBezTo>
                <a:cubicBezTo>
                  <a:pt x="1" y="7156"/>
                  <a:pt x="917" y="8073"/>
                  <a:pt x="2025" y="8073"/>
                </a:cubicBezTo>
                <a:lnTo>
                  <a:pt x="3858" y="8073"/>
                </a:lnTo>
                <a:cubicBezTo>
                  <a:pt x="3953" y="8704"/>
                  <a:pt x="4501" y="9204"/>
                  <a:pt x="5168" y="9204"/>
                </a:cubicBezTo>
                <a:lnTo>
                  <a:pt x="8549" y="9204"/>
                </a:lnTo>
                <a:cubicBezTo>
                  <a:pt x="8656" y="9204"/>
                  <a:pt x="8740" y="9109"/>
                  <a:pt x="8740" y="9002"/>
                </a:cubicBezTo>
                <a:cubicBezTo>
                  <a:pt x="8740" y="8906"/>
                  <a:pt x="8656" y="8811"/>
                  <a:pt x="8549" y="8811"/>
                </a:cubicBezTo>
                <a:lnTo>
                  <a:pt x="5168" y="8811"/>
                </a:lnTo>
                <a:cubicBezTo>
                  <a:pt x="4644" y="8811"/>
                  <a:pt x="4227" y="8394"/>
                  <a:pt x="4227" y="7882"/>
                </a:cubicBezTo>
                <a:lnTo>
                  <a:pt x="4227" y="7859"/>
                </a:lnTo>
                <a:lnTo>
                  <a:pt x="4227" y="7835"/>
                </a:lnTo>
                <a:lnTo>
                  <a:pt x="4227" y="7811"/>
                </a:lnTo>
                <a:lnTo>
                  <a:pt x="4227" y="7775"/>
                </a:lnTo>
                <a:cubicBezTo>
                  <a:pt x="4287" y="7311"/>
                  <a:pt x="4680" y="6942"/>
                  <a:pt x="5168" y="6942"/>
                </a:cubicBezTo>
                <a:cubicBezTo>
                  <a:pt x="5263" y="6942"/>
                  <a:pt x="5358" y="6954"/>
                  <a:pt x="5454" y="6977"/>
                </a:cubicBezTo>
                <a:cubicBezTo>
                  <a:pt x="5471" y="6984"/>
                  <a:pt x="5488" y="6987"/>
                  <a:pt x="5506" y="6987"/>
                </a:cubicBezTo>
                <a:cubicBezTo>
                  <a:pt x="5548" y="6987"/>
                  <a:pt x="5590" y="6970"/>
                  <a:pt x="5632" y="6954"/>
                </a:cubicBezTo>
                <a:cubicBezTo>
                  <a:pt x="5680" y="6906"/>
                  <a:pt x="5704" y="6846"/>
                  <a:pt x="5704" y="6787"/>
                </a:cubicBezTo>
                <a:lnTo>
                  <a:pt x="5704" y="6775"/>
                </a:lnTo>
                <a:lnTo>
                  <a:pt x="5704" y="6739"/>
                </a:lnTo>
                <a:cubicBezTo>
                  <a:pt x="5704" y="6013"/>
                  <a:pt x="6299" y="5418"/>
                  <a:pt x="7025" y="5418"/>
                </a:cubicBezTo>
                <a:cubicBezTo>
                  <a:pt x="7644" y="5418"/>
                  <a:pt x="8192" y="5846"/>
                  <a:pt x="8323" y="6442"/>
                </a:cubicBezTo>
                <a:cubicBezTo>
                  <a:pt x="8335" y="6501"/>
                  <a:pt x="8371" y="6549"/>
                  <a:pt x="8418" y="6561"/>
                </a:cubicBezTo>
                <a:cubicBezTo>
                  <a:pt x="8441" y="6583"/>
                  <a:pt x="8473" y="6592"/>
                  <a:pt x="8506" y="6592"/>
                </a:cubicBezTo>
                <a:cubicBezTo>
                  <a:pt x="8525" y="6592"/>
                  <a:pt x="8544" y="6589"/>
                  <a:pt x="8561" y="6585"/>
                </a:cubicBezTo>
                <a:cubicBezTo>
                  <a:pt x="8633" y="6549"/>
                  <a:pt x="8716" y="6549"/>
                  <a:pt x="8787" y="6549"/>
                </a:cubicBezTo>
                <a:cubicBezTo>
                  <a:pt x="9025" y="6549"/>
                  <a:pt x="9252" y="6668"/>
                  <a:pt x="9383" y="6858"/>
                </a:cubicBezTo>
                <a:cubicBezTo>
                  <a:pt x="9422" y="6907"/>
                  <a:pt x="9485" y="6948"/>
                  <a:pt x="9546" y="6948"/>
                </a:cubicBezTo>
                <a:cubicBezTo>
                  <a:pt x="9559" y="6948"/>
                  <a:pt x="9572" y="6946"/>
                  <a:pt x="9585" y="6942"/>
                </a:cubicBezTo>
                <a:cubicBezTo>
                  <a:pt x="9668" y="6918"/>
                  <a:pt x="9752" y="6906"/>
                  <a:pt x="9823" y="6906"/>
                </a:cubicBezTo>
                <a:lnTo>
                  <a:pt x="9978" y="6906"/>
                </a:lnTo>
                <a:cubicBezTo>
                  <a:pt x="10216" y="6954"/>
                  <a:pt x="10442" y="7085"/>
                  <a:pt x="10573" y="7275"/>
                </a:cubicBezTo>
                <a:cubicBezTo>
                  <a:pt x="10692" y="7442"/>
                  <a:pt x="10764" y="7632"/>
                  <a:pt x="10764" y="7847"/>
                </a:cubicBezTo>
                <a:cubicBezTo>
                  <a:pt x="10764" y="8370"/>
                  <a:pt x="10335" y="8799"/>
                  <a:pt x="9811" y="8799"/>
                </a:cubicBezTo>
                <a:lnTo>
                  <a:pt x="9156" y="8799"/>
                </a:lnTo>
                <a:cubicBezTo>
                  <a:pt x="9049" y="8799"/>
                  <a:pt x="8966" y="8882"/>
                  <a:pt x="8966" y="8990"/>
                </a:cubicBezTo>
                <a:cubicBezTo>
                  <a:pt x="8966" y="9097"/>
                  <a:pt x="9061" y="9180"/>
                  <a:pt x="9156" y="9180"/>
                </a:cubicBezTo>
                <a:lnTo>
                  <a:pt x="9811" y="9180"/>
                </a:lnTo>
                <a:cubicBezTo>
                  <a:pt x="10561" y="9180"/>
                  <a:pt x="11157" y="8585"/>
                  <a:pt x="11157" y="7847"/>
                </a:cubicBezTo>
                <a:cubicBezTo>
                  <a:pt x="11157" y="7632"/>
                  <a:pt x="11109" y="7454"/>
                  <a:pt x="11038" y="7275"/>
                </a:cubicBezTo>
                <a:cubicBezTo>
                  <a:pt x="11347" y="6882"/>
                  <a:pt x="11514" y="6454"/>
                  <a:pt x="11514" y="6001"/>
                </a:cubicBezTo>
                <a:cubicBezTo>
                  <a:pt x="11514" y="4906"/>
                  <a:pt x="10621" y="4013"/>
                  <a:pt x="9514" y="4013"/>
                </a:cubicBezTo>
                <a:cubicBezTo>
                  <a:pt x="9395" y="4013"/>
                  <a:pt x="9276" y="4025"/>
                  <a:pt x="9156" y="4037"/>
                </a:cubicBezTo>
                <a:cubicBezTo>
                  <a:pt x="9133" y="3668"/>
                  <a:pt x="9037" y="3310"/>
                  <a:pt x="8859" y="2977"/>
                </a:cubicBezTo>
                <a:cubicBezTo>
                  <a:pt x="8834" y="2919"/>
                  <a:pt x="8770" y="2879"/>
                  <a:pt x="8697" y="2879"/>
                </a:cubicBezTo>
                <a:cubicBezTo>
                  <a:pt x="8664" y="2879"/>
                  <a:pt x="8630" y="2887"/>
                  <a:pt x="8597" y="2906"/>
                </a:cubicBezTo>
                <a:cubicBezTo>
                  <a:pt x="8502" y="2953"/>
                  <a:pt x="8466" y="3072"/>
                  <a:pt x="8525" y="3179"/>
                </a:cubicBezTo>
                <a:cubicBezTo>
                  <a:pt x="8680" y="3489"/>
                  <a:pt x="8775" y="3858"/>
                  <a:pt x="8775" y="4215"/>
                </a:cubicBezTo>
                <a:lnTo>
                  <a:pt x="8775" y="4275"/>
                </a:lnTo>
                <a:lnTo>
                  <a:pt x="8775" y="4287"/>
                </a:lnTo>
                <a:cubicBezTo>
                  <a:pt x="8775" y="4346"/>
                  <a:pt x="8799" y="4406"/>
                  <a:pt x="8847" y="4453"/>
                </a:cubicBezTo>
                <a:cubicBezTo>
                  <a:pt x="8879" y="4485"/>
                  <a:pt x="8921" y="4496"/>
                  <a:pt x="8963" y="4496"/>
                </a:cubicBezTo>
                <a:cubicBezTo>
                  <a:pt x="8984" y="4496"/>
                  <a:pt x="9006" y="4493"/>
                  <a:pt x="9025" y="4489"/>
                </a:cubicBezTo>
                <a:cubicBezTo>
                  <a:pt x="9180" y="4441"/>
                  <a:pt x="9335" y="4406"/>
                  <a:pt x="9502" y="4406"/>
                </a:cubicBezTo>
                <a:cubicBezTo>
                  <a:pt x="10395" y="4406"/>
                  <a:pt x="11109" y="5144"/>
                  <a:pt x="11109" y="6013"/>
                </a:cubicBezTo>
                <a:cubicBezTo>
                  <a:pt x="11109" y="6346"/>
                  <a:pt x="11026" y="6644"/>
                  <a:pt x="10847" y="6906"/>
                </a:cubicBezTo>
                <a:lnTo>
                  <a:pt x="10823" y="6894"/>
                </a:lnTo>
                <a:lnTo>
                  <a:pt x="10800" y="6858"/>
                </a:lnTo>
                <a:lnTo>
                  <a:pt x="10788" y="6846"/>
                </a:lnTo>
                <a:lnTo>
                  <a:pt x="10752" y="6823"/>
                </a:lnTo>
                <a:cubicBezTo>
                  <a:pt x="10514" y="6608"/>
                  <a:pt x="10204" y="6489"/>
                  <a:pt x="9871" y="6489"/>
                </a:cubicBezTo>
                <a:cubicBezTo>
                  <a:pt x="9799" y="6489"/>
                  <a:pt x="9740" y="6489"/>
                  <a:pt x="9668" y="6501"/>
                </a:cubicBezTo>
                <a:cubicBezTo>
                  <a:pt x="9454" y="6263"/>
                  <a:pt x="9156" y="6132"/>
                  <a:pt x="8835" y="6132"/>
                </a:cubicBezTo>
                <a:cubicBezTo>
                  <a:pt x="8787" y="6132"/>
                  <a:pt x="8728" y="6132"/>
                  <a:pt x="8680" y="6144"/>
                </a:cubicBezTo>
                <a:cubicBezTo>
                  <a:pt x="8585" y="5846"/>
                  <a:pt x="8383" y="5584"/>
                  <a:pt x="8144" y="5370"/>
                </a:cubicBezTo>
                <a:cubicBezTo>
                  <a:pt x="7847" y="5120"/>
                  <a:pt x="7466" y="4989"/>
                  <a:pt x="7073" y="4989"/>
                </a:cubicBezTo>
                <a:cubicBezTo>
                  <a:pt x="6204" y="4989"/>
                  <a:pt x="5466" y="5656"/>
                  <a:pt x="5382" y="6525"/>
                </a:cubicBezTo>
                <a:cubicBezTo>
                  <a:pt x="5335" y="6525"/>
                  <a:pt x="5275" y="6501"/>
                  <a:pt x="5227" y="6501"/>
                </a:cubicBezTo>
                <a:lnTo>
                  <a:pt x="4977" y="6501"/>
                </a:lnTo>
                <a:cubicBezTo>
                  <a:pt x="4965" y="6501"/>
                  <a:pt x="4942" y="6501"/>
                  <a:pt x="4930" y="6525"/>
                </a:cubicBezTo>
                <a:lnTo>
                  <a:pt x="4918" y="6525"/>
                </a:lnTo>
                <a:cubicBezTo>
                  <a:pt x="4906" y="6525"/>
                  <a:pt x="4882" y="6525"/>
                  <a:pt x="4870" y="6537"/>
                </a:cubicBezTo>
                <a:lnTo>
                  <a:pt x="4858" y="6537"/>
                </a:lnTo>
                <a:cubicBezTo>
                  <a:pt x="4846" y="6537"/>
                  <a:pt x="4823" y="6549"/>
                  <a:pt x="4811" y="6549"/>
                </a:cubicBezTo>
                <a:cubicBezTo>
                  <a:pt x="4406" y="6680"/>
                  <a:pt x="4084" y="7013"/>
                  <a:pt x="3965" y="7430"/>
                </a:cubicBezTo>
                <a:cubicBezTo>
                  <a:pt x="3965" y="7442"/>
                  <a:pt x="3953" y="7454"/>
                  <a:pt x="3953" y="7489"/>
                </a:cubicBezTo>
                <a:cubicBezTo>
                  <a:pt x="3930" y="7537"/>
                  <a:pt x="3930" y="7561"/>
                  <a:pt x="3918" y="7608"/>
                </a:cubicBezTo>
                <a:lnTo>
                  <a:pt x="2084" y="7608"/>
                </a:lnTo>
                <a:cubicBezTo>
                  <a:pt x="1191" y="7608"/>
                  <a:pt x="453" y="6882"/>
                  <a:pt x="453" y="5965"/>
                </a:cubicBezTo>
                <a:cubicBezTo>
                  <a:pt x="453" y="5072"/>
                  <a:pt x="1179" y="4334"/>
                  <a:pt x="2084" y="4334"/>
                </a:cubicBezTo>
                <a:cubicBezTo>
                  <a:pt x="2227" y="4334"/>
                  <a:pt x="2370" y="4346"/>
                  <a:pt x="2501" y="4394"/>
                </a:cubicBezTo>
                <a:cubicBezTo>
                  <a:pt x="2515" y="4396"/>
                  <a:pt x="2529" y="4397"/>
                  <a:pt x="2542" y="4397"/>
                </a:cubicBezTo>
                <a:cubicBezTo>
                  <a:pt x="2611" y="4397"/>
                  <a:pt x="2675" y="4372"/>
                  <a:pt x="2715" y="4322"/>
                </a:cubicBezTo>
                <a:cubicBezTo>
                  <a:pt x="2953" y="3977"/>
                  <a:pt x="3334" y="3763"/>
                  <a:pt x="3751" y="3763"/>
                </a:cubicBezTo>
                <a:cubicBezTo>
                  <a:pt x="3894" y="3763"/>
                  <a:pt x="4025" y="3787"/>
                  <a:pt x="4156" y="3822"/>
                </a:cubicBezTo>
                <a:cubicBezTo>
                  <a:pt x="4177" y="3833"/>
                  <a:pt x="4201" y="3839"/>
                  <a:pt x="4225" y="3839"/>
                </a:cubicBezTo>
                <a:cubicBezTo>
                  <a:pt x="4255" y="3839"/>
                  <a:pt x="4284" y="3830"/>
                  <a:pt x="4311" y="3810"/>
                </a:cubicBezTo>
                <a:cubicBezTo>
                  <a:pt x="4346" y="3787"/>
                  <a:pt x="4382" y="3739"/>
                  <a:pt x="4394" y="3691"/>
                </a:cubicBezTo>
                <a:cubicBezTo>
                  <a:pt x="4442" y="3501"/>
                  <a:pt x="4513" y="3322"/>
                  <a:pt x="4608" y="3144"/>
                </a:cubicBezTo>
                <a:cubicBezTo>
                  <a:pt x="4608" y="3144"/>
                  <a:pt x="4620" y="3132"/>
                  <a:pt x="4620" y="3108"/>
                </a:cubicBezTo>
                <a:cubicBezTo>
                  <a:pt x="4906" y="2596"/>
                  <a:pt x="5394" y="2191"/>
                  <a:pt x="5977" y="2024"/>
                </a:cubicBezTo>
                <a:lnTo>
                  <a:pt x="5989" y="2024"/>
                </a:lnTo>
                <a:cubicBezTo>
                  <a:pt x="6180" y="1977"/>
                  <a:pt x="6370" y="1953"/>
                  <a:pt x="6573" y="1953"/>
                </a:cubicBezTo>
                <a:cubicBezTo>
                  <a:pt x="7192" y="1953"/>
                  <a:pt x="7775" y="2203"/>
                  <a:pt x="8204" y="2667"/>
                </a:cubicBezTo>
                <a:cubicBezTo>
                  <a:pt x="8243" y="2706"/>
                  <a:pt x="8295" y="2727"/>
                  <a:pt x="8349" y="2727"/>
                </a:cubicBezTo>
                <a:cubicBezTo>
                  <a:pt x="8394" y="2727"/>
                  <a:pt x="8440" y="2712"/>
                  <a:pt x="8478" y="2679"/>
                </a:cubicBezTo>
                <a:cubicBezTo>
                  <a:pt x="8549" y="2608"/>
                  <a:pt x="8561" y="2489"/>
                  <a:pt x="8490" y="2417"/>
                </a:cubicBezTo>
                <a:cubicBezTo>
                  <a:pt x="8002" y="1893"/>
                  <a:pt x="7299" y="1584"/>
                  <a:pt x="6573" y="1584"/>
                </a:cubicBezTo>
                <a:cubicBezTo>
                  <a:pt x="6370" y="1584"/>
                  <a:pt x="6192" y="1596"/>
                  <a:pt x="6013" y="1643"/>
                </a:cubicBezTo>
                <a:cubicBezTo>
                  <a:pt x="5823" y="1322"/>
                  <a:pt x="5501" y="1143"/>
                  <a:pt x="5120" y="1143"/>
                </a:cubicBezTo>
                <a:lnTo>
                  <a:pt x="5049" y="1143"/>
                </a:lnTo>
                <a:cubicBezTo>
                  <a:pt x="4965" y="489"/>
                  <a:pt x="4394"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39" name="Google Shape;9539;p62"/>
          <p:cNvGrpSpPr/>
          <p:nvPr/>
        </p:nvGrpSpPr>
        <p:grpSpPr>
          <a:xfrm>
            <a:off x="3588440" y="3258368"/>
            <a:ext cx="364484" cy="262423"/>
            <a:chOff x="3588440" y="3258368"/>
            <a:chExt cx="364484" cy="262423"/>
          </a:xfrm>
        </p:grpSpPr>
        <p:sp>
          <p:nvSpPr>
            <p:cNvPr id="9540" name="Google Shape;9540;p62"/>
            <p:cNvSpPr/>
            <p:nvPr/>
          </p:nvSpPr>
          <p:spPr>
            <a:xfrm>
              <a:off x="3588440" y="3258368"/>
              <a:ext cx="364484" cy="262423"/>
            </a:xfrm>
            <a:custGeom>
              <a:avLst/>
              <a:gdLst/>
              <a:ahLst/>
              <a:cxnLst/>
              <a:rect l="l" t="t" r="r" b="b"/>
              <a:pathLst>
                <a:path w="11478" h="8264" extrusionOk="0">
                  <a:moveTo>
                    <a:pt x="1965" y="345"/>
                  </a:moveTo>
                  <a:cubicBezTo>
                    <a:pt x="2024" y="345"/>
                    <a:pt x="2072" y="393"/>
                    <a:pt x="2072" y="453"/>
                  </a:cubicBezTo>
                  <a:lnTo>
                    <a:pt x="2072" y="810"/>
                  </a:lnTo>
                  <a:lnTo>
                    <a:pt x="1346" y="810"/>
                  </a:lnTo>
                  <a:lnTo>
                    <a:pt x="1346" y="453"/>
                  </a:lnTo>
                  <a:cubicBezTo>
                    <a:pt x="1346" y="393"/>
                    <a:pt x="1381" y="345"/>
                    <a:pt x="1441" y="345"/>
                  </a:cubicBezTo>
                  <a:close/>
                  <a:moveTo>
                    <a:pt x="10311" y="1191"/>
                  </a:moveTo>
                  <a:cubicBezTo>
                    <a:pt x="10371" y="1191"/>
                    <a:pt x="10418" y="1238"/>
                    <a:pt x="10418" y="1298"/>
                  </a:cubicBezTo>
                  <a:lnTo>
                    <a:pt x="10418" y="1631"/>
                  </a:lnTo>
                  <a:lnTo>
                    <a:pt x="9037" y="1631"/>
                  </a:lnTo>
                  <a:lnTo>
                    <a:pt x="9037" y="1298"/>
                  </a:lnTo>
                  <a:cubicBezTo>
                    <a:pt x="9037" y="1238"/>
                    <a:pt x="9085" y="1191"/>
                    <a:pt x="9144" y="1191"/>
                  </a:cubicBezTo>
                  <a:close/>
                  <a:moveTo>
                    <a:pt x="1453" y="0"/>
                  </a:moveTo>
                  <a:cubicBezTo>
                    <a:pt x="1215" y="0"/>
                    <a:pt x="1012" y="203"/>
                    <a:pt x="1012" y="453"/>
                  </a:cubicBezTo>
                  <a:lnTo>
                    <a:pt x="1012" y="810"/>
                  </a:lnTo>
                  <a:lnTo>
                    <a:pt x="858" y="810"/>
                  </a:lnTo>
                  <a:cubicBezTo>
                    <a:pt x="667" y="810"/>
                    <a:pt x="477" y="881"/>
                    <a:pt x="322" y="1000"/>
                  </a:cubicBezTo>
                  <a:cubicBezTo>
                    <a:pt x="250" y="1060"/>
                    <a:pt x="238" y="1167"/>
                    <a:pt x="298" y="1238"/>
                  </a:cubicBezTo>
                  <a:cubicBezTo>
                    <a:pt x="334" y="1282"/>
                    <a:pt x="388" y="1308"/>
                    <a:pt x="441" y="1308"/>
                  </a:cubicBezTo>
                  <a:cubicBezTo>
                    <a:pt x="475" y="1308"/>
                    <a:pt x="508" y="1297"/>
                    <a:pt x="536" y="1274"/>
                  </a:cubicBezTo>
                  <a:cubicBezTo>
                    <a:pt x="663" y="1170"/>
                    <a:pt x="790" y="1154"/>
                    <a:pt x="914" y="1154"/>
                  </a:cubicBezTo>
                  <a:cubicBezTo>
                    <a:pt x="966" y="1154"/>
                    <a:pt x="1018" y="1157"/>
                    <a:pt x="1070" y="1157"/>
                  </a:cubicBezTo>
                  <a:cubicBezTo>
                    <a:pt x="1090" y="1157"/>
                    <a:pt x="1111" y="1156"/>
                    <a:pt x="1131" y="1155"/>
                  </a:cubicBezTo>
                  <a:lnTo>
                    <a:pt x="2560" y="1155"/>
                  </a:lnTo>
                  <a:cubicBezTo>
                    <a:pt x="2846" y="1155"/>
                    <a:pt x="3060" y="1369"/>
                    <a:pt x="3060" y="1655"/>
                  </a:cubicBezTo>
                  <a:lnTo>
                    <a:pt x="3060" y="2310"/>
                  </a:lnTo>
                  <a:cubicBezTo>
                    <a:pt x="3060" y="2405"/>
                    <a:pt x="3144" y="2477"/>
                    <a:pt x="3227" y="2477"/>
                  </a:cubicBezTo>
                  <a:cubicBezTo>
                    <a:pt x="3322" y="2477"/>
                    <a:pt x="3394" y="2405"/>
                    <a:pt x="3394" y="2310"/>
                  </a:cubicBezTo>
                  <a:lnTo>
                    <a:pt x="3394" y="1965"/>
                  </a:lnTo>
                  <a:lnTo>
                    <a:pt x="10656" y="1965"/>
                  </a:lnTo>
                  <a:cubicBezTo>
                    <a:pt x="10918" y="1988"/>
                    <a:pt x="11133" y="2203"/>
                    <a:pt x="11133" y="2477"/>
                  </a:cubicBezTo>
                  <a:lnTo>
                    <a:pt x="11133" y="2679"/>
                  </a:lnTo>
                  <a:lnTo>
                    <a:pt x="10835" y="2679"/>
                  </a:lnTo>
                  <a:cubicBezTo>
                    <a:pt x="10740" y="2679"/>
                    <a:pt x="10668" y="2762"/>
                    <a:pt x="10668" y="2846"/>
                  </a:cubicBezTo>
                  <a:cubicBezTo>
                    <a:pt x="10668" y="2941"/>
                    <a:pt x="10740" y="3012"/>
                    <a:pt x="10835" y="3012"/>
                  </a:cubicBezTo>
                  <a:lnTo>
                    <a:pt x="11133" y="3012"/>
                  </a:lnTo>
                  <a:lnTo>
                    <a:pt x="11133" y="7072"/>
                  </a:lnTo>
                  <a:lnTo>
                    <a:pt x="10347" y="7072"/>
                  </a:lnTo>
                  <a:cubicBezTo>
                    <a:pt x="10085" y="7072"/>
                    <a:pt x="9882" y="6870"/>
                    <a:pt x="9882" y="6608"/>
                  </a:cubicBezTo>
                  <a:lnTo>
                    <a:pt x="9882" y="3489"/>
                  </a:lnTo>
                  <a:cubicBezTo>
                    <a:pt x="9882" y="3274"/>
                    <a:pt x="10013" y="3096"/>
                    <a:pt x="10216" y="3036"/>
                  </a:cubicBezTo>
                  <a:cubicBezTo>
                    <a:pt x="10299" y="3012"/>
                    <a:pt x="10347" y="2917"/>
                    <a:pt x="10323" y="2834"/>
                  </a:cubicBezTo>
                  <a:cubicBezTo>
                    <a:pt x="10302" y="2750"/>
                    <a:pt x="10235" y="2713"/>
                    <a:pt x="10155" y="2713"/>
                  </a:cubicBezTo>
                  <a:cubicBezTo>
                    <a:pt x="10144" y="2713"/>
                    <a:pt x="10132" y="2713"/>
                    <a:pt x="10121" y="2715"/>
                  </a:cubicBezTo>
                  <a:cubicBezTo>
                    <a:pt x="9787" y="2822"/>
                    <a:pt x="9561" y="3131"/>
                    <a:pt x="9561" y="3489"/>
                  </a:cubicBezTo>
                  <a:lnTo>
                    <a:pt x="9561" y="6608"/>
                  </a:lnTo>
                  <a:cubicBezTo>
                    <a:pt x="9561" y="7061"/>
                    <a:pt x="9918" y="7418"/>
                    <a:pt x="10359" y="7418"/>
                  </a:cubicBezTo>
                  <a:lnTo>
                    <a:pt x="11145" y="7418"/>
                  </a:lnTo>
                  <a:cubicBezTo>
                    <a:pt x="11145" y="7703"/>
                    <a:pt x="10918" y="7918"/>
                    <a:pt x="10644" y="7918"/>
                  </a:cubicBezTo>
                  <a:lnTo>
                    <a:pt x="3239" y="7918"/>
                  </a:lnTo>
                  <a:cubicBezTo>
                    <a:pt x="3322" y="7823"/>
                    <a:pt x="3382" y="7715"/>
                    <a:pt x="3394" y="7584"/>
                  </a:cubicBezTo>
                  <a:cubicBezTo>
                    <a:pt x="3405" y="7489"/>
                    <a:pt x="3346" y="7406"/>
                    <a:pt x="3263" y="7370"/>
                  </a:cubicBezTo>
                  <a:cubicBezTo>
                    <a:pt x="3254" y="7369"/>
                    <a:pt x="3246" y="7369"/>
                    <a:pt x="3238" y="7369"/>
                  </a:cubicBezTo>
                  <a:cubicBezTo>
                    <a:pt x="3153" y="7369"/>
                    <a:pt x="3081" y="7425"/>
                    <a:pt x="3048" y="7501"/>
                  </a:cubicBezTo>
                  <a:cubicBezTo>
                    <a:pt x="3013" y="7739"/>
                    <a:pt x="2798" y="7906"/>
                    <a:pt x="2548" y="7906"/>
                  </a:cubicBezTo>
                  <a:lnTo>
                    <a:pt x="762" y="7906"/>
                  </a:lnTo>
                  <a:cubicBezTo>
                    <a:pt x="500" y="7882"/>
                    <a:pt x="322" y="7656"/>
                    <a:pt x="322" y="7406"/>
                  </a:cubicBezTo>
                  <a:lnTo>
                    <a:pt x="322" y="2619"/>
                  </a:lnTo>
                  <a:lnTo>
                    <a:pt x="322" y="1727"/>
                  </a:lnTo>
                  <a:cubicBezTo>
                    <a:pt x="322" y="1643"/>
                    <a:pt x="250" y="1572"/>
                    <a:pt x="167" y="1572"/>
                  </a:cubicBezTo>
                  <a:cubicBezTo>
                    <a:pt x="72" y="1572"/>
                    <a:pt x="0" y="1643"/>
                    <a:pt x="0" y="1727"/>
                  </a:cubicBezTo>
                  <a:lnTo>
                    <a:pt x="0" y="7418"/>
                  </a:lnTo>
                  <a:cubicBezTo>
                    <a:pt x="0" y="7834"/>
                    <a:pt x="310" y="8192"/>
                    <a:pt x="703" y="8251"/>
                  </a:cubicBezTo>
                  <a:cubicBezTo>
                    <a:pt x="715" y="8251"/>
                    <a:pt x="738" y="8251"/>
                    <a:pt x="762" y="8263"/>
                  </a:cubicBezTo>
                  <a:lnTo>
                    <a:pt x="10633" y="8263"/>
                  </a:lnTo>
                  <a:cubicBezTo>
                    <a:pt x="11109" y="8263"/>
                    <a:pt x="11478" y="7882"/>
                    <a:pt x="11478" y="7418"/>
                  </a:cubicBezTo>
                  <a:lnTo>
                    <a:pt x="11478" y="2477"/>
                  </a:lnTo>
                  <a:cubicBezTo>
                    <a:pt x="11478" y="2060"/>
                    <a:pt x="11168" y="1703"/>
                    <a:pt x="10764" y="1643"/>
                  </a:cubicBezTo>
                  <a:lnTo>
                    <a:pt x="10764" y="1298"/>
                  </a:lnTo>
                  <a:cubicBezTo>
                    <a:pt x="10764" y="1060"/>
                    <a:pt x="10573" y="857"/>
                    <a:pt x="10311" y="857"/>
                  </a:cubicBezTo>
                  <a:lnTo>
                    <a:pt x="9144" y="857"/>
                  </a:lnTo>
                  <a:cubicBezTo>
                    <a:pt x="8906" y="857"/>
                    <a:pt x="8692" y="1048"/>
                    <a:pt x="8692" y="1298"/>
                  </a:cubicBezTo>
                  <a:lnTo>
                    <a:pt x="8692" y="1631"/>
                  </a:lnTo>
                  <a:lnTo>
                    <a:pt x="8216" y="1631"/>
                  </a:lnTo>
                  <a:lnTo>
                    <a:pt x="7858" y="857"/>
                  </a:lnTo>
                  <a:cubicBezTo>
                    <a:pt x="7727" y="584"/>
                    <a:pt x="7454" y="405"/>
                    <a:pt x="7156" y="405"/>
                  </a:cubicBezTo>
                  <a:lnTo>
                    <a:pt x="5775" y="405"/>
                  </a:lnTo>
                  <a:cubicBezTo>
                    <a:pt x="5525" y="405"/>
                    <a:pt x="5287" y="524"/>
                    <a:pt x="5132" y="738"/>
                  </a:cubicBezTo>
                  <a:cubicBezTo>
                    <a:pt x="5072" y="810"/>
                    <a:pt x="5108" y="917"/>
                    <a:pt x="5179" y="976"/>
                  </a:cubicBezTo>
                  <a:cubicBezTo>
                    <a:pt x="5205" y="997"/>
                    <a:pt x="5234" y="1006"/>
                    <a:pt x="5264" y="1006"/>
                  </a:cubicBezTo>
                  <a:cubicBezTo>
                    <a:pt x="5320" y="1006"/>
                    <a:pt x="5379" y="975"/>
                    <a:pt x="5418" y="929"/>
                  </a:cubicBezTo>
                  <a:cubicBezTo>
                    <a:pt x="5489" y="810"/>
                    <a:pt x="5632" y="750"/>
                    <a:pt x="5775" y="750"/>
                  </a:cubicBezTo>
                  <a:lnTo>
                    <a:pt x="7156" y="750"/>
                  </a:lnTo>
                  <a:cubicBezTo>
                    <a:pt x="7323" y="750"/>
                    <a:pt x="7489" y="857"/>
                    <a:pt x="7561" y="1000"/>
                  </a:cubicBezTo>
                  <a:lnTo>
                    <a:pt x="7858" y="1631"/>
                  </a:lnTo>
                  <a:lnTo>
                    <a:pt x="5096" y="1631"/>
                  </a:lnTo>
                  <a:lnTo>
                    <a:pt x="5156" y="1512"/>
                  </a:lnTo>
                  <a:cubicBezTo>
                    <a:pt x="5191" y="1417"/>
                    <a:pt x="5156" y="1310"/>
                    <a:pt x="5060" y="1286"/>
                  </a:cubicBezTo>
                  <a:cubicBezTo>
                    <a:pt x="5034" y="1273"/>
                    <a:pt x="5008" y="1267"/>
                    <a:pt x="4984" y="1267"/>
                  </a:cubicBezTo>
                  <a:cubicBezTo>
                    <a:pt x="4918" y="1267"/>
                    <a:pt x="4860" y="1309"/>
                    <a:pt x="4834" y="1369"/>
                  </a:cubicBezTo>
                  <a:lnTo>
                    <a:pt x="4715" y="1631"/>
                  </a:lnTo>
                  <a:lnTo>
                    <a:pt x="3417" y="1631"/>
                  </a:lnTo>
                  <a:cubicBezTo>
                    <a:pt x="3405" y="1179"/>
                    <a:pt x="3036" y="810"/>
                    <a:pt x="2572" y="810"/>
                  </a:cubicBezTo>
                  <a:lnTo>
                    <a:pt x="2429" y="810"/>
                  </a:lnTo>
                  <a:lnTo>
                    <a:pt x="2429" y="453"/>
                  </a:lnTo>
                  <a:cubicBezTo>
                    <a:pt x="2429" y="214"/>
                    <a:pt x="2227"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62"/>
            <p:cNvSpPr/>
            <p:nvPr/>
          </p:nvSpPr>
          <p:spPr>
            <a:xfrm>
              <a:off x="3685992" y="3347949"/>
              <a:ext cx="10606" cy="133498"/>
            </a:xfrm>
            <a:custGeom>
              <a:avLst/>
              <a:gdLst/>
              <a:ahLst/>
              <a:cxnLst/>
              <a:rect l="l" t="t" r="r" b="b"/>
              <a:pathLst>
                <a:path w="334" h="4204" extrusionOk="0">
                  <a:moveTo>
                    <a:pt x="155" y="1"/>
                  </a:moveTo>
                  <a:cubicBezTo>
                    <a:pt x="72" y="1"/>
                    <a:pt x="0" y="72"/>
                    <a:pt x="0" y="156"/>
                  </a:cubicBezTo>
                  <a:lnTo>
                    <a:pt x="0" y="4049"/>
                  </a:lnTo>
                  <a:cubicBezTo>
                    <a:pt x="0" y="4132"/>
                    <a:pt x="72" y="4204"/>
                    <a:pt x="155" y="4204"/>
                  </a:cubicBezTo>
                  <a:cubicBezTo>
                    <a:pt x="250" y="4204"/>
                    <a:pt x="322" y="4132"/>
                    <a:pt x="322" y="4049"/>
                  </a:cubicBezTo>
                  <a:lnTo>
                    <a:pt x="322" y="156"/>
                  </a:lnTo>
                  <a:cubicBezTo>
                    <a:pt x="333"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62"/>
            <p:cNvSpPr/>
            <p:nvPr/>
          </p:nvSpPr>
          <p:spPr>
            <a:xfrm>
              <a:off x="3862549" y="3329785"/>
              <a:ext cx="40107" cy="30675"/>
            </a:xfrm>
            <a:custGeom>
              <a:avLst/>
              <a:gdLst/>
              <a:ahLst/>
              <a:cxnLst/>
              <a:rect l="l" t="t" r="r" b="b"/>
              <a:pathLst>
                <a:path w="1263" h="966" extrusionOk="0">
                  <a:moveTo>
                    <a:pt x="760" y="0"/>
                  </a:moveTo>
                  <a:cubicBezTo>
                    <a:pt x="704" y="0"/>
                    <a:pt x="646" y="27"/>
                    <a:pt x="608" y="73"/>
                  </a:cubicBezTo>
                  <a:cubicBezTo>
                    <a:pt x="548" y="144"/>
                    <a:pt x="584" y="251"/>
                    <a:pt x="655" y="311"/>
                  </a:cubicBezTo>
                  <a:cubicBezTo>
                    <a:pt x="786" y="406"/>
                    <a:pt x="715" y="621"/>
                    <a:pt x="548" y="621"/>
                  </a:cubicBezTo>
                  <a:cubicBezTo>
                    <a:pt x="441" y="621"/>
                    <a:pt x="357" y="537"/>
                    <a:pt x="381" y="418"/>
                  </a:cubicBezTo>
                  <a:cubicBezTo>
                    <a:pt x="405" y="323"/>
                    <a:pt x="346" y="240"/>
                    <a:pt x="250" y="228"/>
                  </a:cubicBezTo>
                  <a:cubicBezTo>
                    <a:pt x="243" y="227"/>
                    <a:pt x="236" y="226"/>
                    <a:pt x="229" y="226"/>
                  </a:cubicBezTo>
                  <a:cubicBezTo>
                    <a:pt x="151" y="226"/>
                    <a:pt x="71" y="282"/>
                    <a:pt x="60" y="359"/>
                  </a:cubicBezTo>
                  <a:cubicBezTo>
                    <a:pt x="0" y="692"/>
                    <a:pt x="238" y="966"/>
                    <a:pt x="560" y="966"/>
                  </a:cubicBezTo>
                  <a:cubicBezTo>
                    <a:pt x="1060" y="954"/>
                    <a:pt x="1262" y="323"/>
                    <a:pt x="846" y="25"/>
                  </a:cubicBezTo>
                  <a:cubicBezTo>
                    <a:pt x="820" y="8"/>
                    <a:pt x="791"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62"/>
            <p:cNvSpPr/>
            <p:nvPr/>
          </p:nvSpPr>
          <p:spPr>
            <a:xfrm>
              <a:off x="3703743" y="3323942"/>
              <a:ext cx="183417" cy="182083"/>
            </a:xfrm>
            <a:custGeom>
              <a:avLst/>
              <a:gdLst/>
              <a:ahLst/>
              <a:cxnLst/>
              <a:rect l="l" t="t" r="r" b="b"/>
              <a:pathLst>
                <a:path w="5776" h="5734" extrusionOk="0">
                  <a:moveTo>
                    <a:pt x="2879" y="1"/>
                  </a:moveTo>
                  <a:cubicBezTo>
                    <a:pt x="2275" y="1"/>
                    <a:pt x="1659" y="191"/>
                    <a:pt x="1120" y="614"/>
                  </a:cubicBezTo>
                  <a:cubicBezTo>
                    <a:pt x="1048" y="674"/>
                    <a:pt x="1025" y="781"/>
                    <a:pt x="1084" y="852"/>
                  </a:cubicBezTo>
                  <a:cubicBezTo>
                    <a:pt x="1119" y="901"/>
                    <a:pt x="1170" y="925"/>
                    <a:pt x="1220" y="925"/>
                  </a:cubicBezTo>
                  <a:cubicBezTo>
                    <a:pt x="1257" y="925"/>
                    <a:pt x="1292" y="913"/>
                    <a:pt x="1322" y="888"/>
                  </a:cubicBezTo>
                  <a:cubicBezTo>
                    <a:pt x="1801" y="509"/>
                    <a:pt x="2346" y="339"/>
                    <a:pt x="2879" y="339"/>
                  </a:cubicBezTo>
                  <a:cubicBezTo>
                    <a:pt x="4191" y="339"/>
                    <a:pt x="5430" y="1370"/>
                    <a:pt x="5430" y="2876"/>
                  </a:cubicBezTo>
                  <a:cubicBezTo>
                    <a:pt x="5430" y="3472"/>
                    <a:pt x="5228" y="4055"/>
                    <a:pt x="4835" y="4507"/>
                  </a:cubicBezTo>
                  <a:cubicBezTo>
                    <a:pt x="4346" y="5079"/>
                    <a:pt x="3644" y="5412"/>
                    <a:pt x="2894" y="5412"/>
                  </a:cubicBezTo>
                  <a:cubicBezTo>
                    <a:pt x="1489" y="5412"/>
                    <a:pt x="346" y="4269"/>
                    <a:pt x="346" y="2864"/>
                  </a:cubicBezTo>
                  <a:cubicBezTo>
                    <a:pt x="346" y="2305"/>
                    <a:pt x="525" y="1769"/>
                    <a:pt x="870" y="1316"/>
                  </a:cubicBezTo>
                  <a:cubicBezTo>
                    <a:pt x="929" y="1245"/>
                    <a:pt x="906" y="1138"/>
                    <a:pt x="834" y="1078"/>
                  </a:cubicBezTo>
                  <a:cubicBezTo>
                    <a:pt x="804" y="1054"/>
                    <a:pt x="768" y="1041"/>
                    <a:pt x="732" y="1041"/>
                  </a:cubicBezTo>
                  <a:cubicBezTo>
                    <a:pt x="682" y="1041"/>
                    <a:pt x="631" y="1065"/>
                    <a:pt x="596" y="1114"/>
                  </a:cubicBezTo>
                  <a:cubicBezTo>
                    <a:pt x="203" y="1614"/>
                    <a:pt x="1" y="2221"/>
                    <a:pt x="1" y="2852"/>
                  </a:cubicBezTo>
                  <a:cubicBezTo>
                    <a:pt x="1" y="4448"/>
                    <a:pt x="1298" y="5734"/>
                    <a:pt x="2882" y="5734"/>
                  </a:cubicBezTo>
                  <a:cubicBezTo>
                    <a:pt x="3751" y="5734"/>
                    <a:pt x="4549" y="5365"/>
                    <a:pt x="5108" y="4698"/>
                  </a:cubicBezTo>
                  <a:cubicBezTo>
                    <a:pt x="5537" y="4174"/>
                    <a:pt x="5775" y="3519"/>
                    <a:pt x="5775" y="2852"/>
                  </a:cubicBezTo>
                  <a:cubicBezTo>
                    <a:pt x="5775" y="1158"/>
                    <a:pt x="4365" y="1"/>
                    <a:pt x="28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62"/>
            <p:cNvSpPr/>
            <p:nvPr/>
          </p:nvSpPr>
          <p:spPr>
            <a:xfrm>
              <a:off x="3733624" y="3358174"/>
              <a:ext cx="138039" cy="114667"/>
            </a:xfrm>
            <a:custGeom>
              <a:avLst/>
              <a:gdLst/>
              <a:ahLst/>
              <a:cxnLst/>
              <a:rect l="l" t="t" r="r" b="b"/>
              <a:pathLst>
                <a:path w="4347" h="3611" extrusionOk="0">
                  <a:moveTo>
                    <a:pt x="1965" y="0"/>
                  </a:moveTo>
                  <a:cubicBezTo>
                    <a:pt x="846" y="0"/>
                    <a:pt x="0" y="1000"/>
                    <a:pt x="179" y="2096"/>
                  </a:cubicBezTo>
                  <a:cubicBezTo>
                    <a:pt x="190" y="2183"/>
                    <a:pt x="270" y="2240"/>
                    <a:pt x="348" y="2240"/>
                  </a:cubicBezTo>
                  <a:cubicBezTo>
                    <a:pt x="355" y="2240"/>
                    <a:pt x="362" y="2240"/>
                    <a:pt x="369" y="2239"/>
                  </a:cubicBezTo>
                  <a:cubicBezTo>
                    <a:pt x="465" y="2215"/>
                    <a:pt x="524" y="2132"/>
                    <a:pt x="500" y="2036"/>
                  </a:cubicBezTo>
                  <a:cubicBezTo>
                    <a:pt x="347" y="1083"/>
                    <a:pt x="1112" y="331"/>
                    <a:pt x="1952" y="331"/>
                  </a:cubicBezTo>
                  <a:cubicBezTo>
                    <a:pt x="2288" y="331"/>
                    <a:pt x="2635" y="451"/>
                    <a:pt x="2941" y="727"/>
                  </a:cubicBezTo>
                  <a:cubicBezTo>
                    <a:pt x="3525" y="1262"/>
                    <a:pt x="3572" y="2191"/>
                    <a:pt x="3013" y="2798"/>
                  </a:cubicBezTo>
                  <a:cubicBezTo>
                    <a:pt x="2727" y="3116"/>
                    <a:pt x="2334" y="3271"/>
                    <a:pt x="1942" y="3271"/>
                  </a:cubicBezTo>
                  <a:cubicBezTo>
                    <a:pt x="1468" y="3271"/>
                    <a:pt x="995" y="3045"/>
                    <a:pt x="715" y="2608"/>
                  </a:cubicBezTo>
                  <a:cubicBezTo>
                    <a:pt x="684" y="2561"/>
                    <a:pt x="623" y="2530"/>
                    <a:pt x="564" y="2530"/>
                  </a:cubicBezTo>
                  <a:cubicBezTo>
                    <a:pt x="533" y="2530"/>
                    <a:pt x="502" y="2539"/>
                    <a:pt x="477" y="2560"/>
                  </a:cubicBezTo>
                  <a:cubicBezTo>
                    <a:pt x="393" y="2608"/>
                    <a:pt x="369" y="2727"/>
                    <a:pt x="429" y="2798"/>
                  </a:cubicBezTo>
                  <a:cubicBezTo>
                    <a:pt x="780" y="3337"/>
                    <a:pt x="1353" y="3611"/>
                    <a:pt x="1934" y="3611"/>
                  </a:cubicBezTo>
                  <a:cubicBezTo>
                    <a:pt x="2418" y="3611"/>
                    <a:pt x="2906" y="3421"/>
                    <a:pt x="3274" y="3036"/>
                  </a:cubicBezTo>
                  <a:cubicBezTo>
                    <a:pt x="4346" y="1882"/>
                    <a:pt x="3525"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62"/>
            <p:cNvSpPr/>
            <p:nvPr/>
          </p:nvSpPr>
          <p:spPr>
            <a:xfrm>
              <a:off x="3777478" y="3386087"/>
              <a:ext cx="51062" cy="43282"/>
            </a:xfrm>
            <a:custGeom>
              <a:avLst/>
              <a:gdLst/>
              <a:ahLst/>
              <a:cxnLst/>
              <a:rect l="l" t="t" r="r" b="b"/>
              <a:pathLst>
                <a:path w="1608" h="1363" extrusionOk="0">
                  <a:moveTo>
                    <a:pt x="772" y="1"/>
                  </a:moveTo>
                  <a:cubicBezTo>
                    <a:pt x="765" y="1"/>
                    <a:pt x="758" y="1"/>
                    <a:pt x="750" y="2"/>
                  </a:cubicBezTo>
                  <a:cubicBezTo>
                    <a:pt x="215" y="110"/>
                    <a:pt x="0" y="776"/>
                    <a:pt x="393" y="1157"/>
                  </a:cubicBezTo>
                  <a:cubicBezTo>
                    <a:pt x="524" y="1294"/>
                    <a:pt x="697" y="1363"/>
                    <a:pt x="871" y="1363"/>
                  </a:cubicBezTo>
                  <a:cubicBezTo>
                    <a:pt x="1045" y="1363"/>
                    <a:pt x="1221" y="1294"/>
                    <a:pt x="1358" y="1157"/>
                  </a:cubicBezTo>
                  <a:cubicBezTo>
                    <a:pt x="1560" y="919"/>
                    <a:pt x="1608" y="610"/>
                    <a:pt x="1489" y="360"/>
                  </a:cubicBezTo>
                  <a:cubicBezTo>
                    <a:pt x="1457" y="296"/>
                    <a:pt x="1404" y="264"/>
                    <a:pt x="1348" y="264"/>
                  </a:cubicBezTo>
                  <a:cubicBezTo>
                    <a:pt x="1319" y="264"/>
                    <a:pt x="1290" y="272"/>
                    <a:pt x="1262" y="288"/>
                  </a:cubicBezTo>
                  <a:cubicBezTo>
                    <a:pt x="1179" y="324"/>
                    <a:pt x="1143" y="431"/>
                    <a:pt x="1191" y="502"/>
                  </a:cubicBezTo>
                  <a:cubicBezTo>
                    <a:pt x="1251" y="633"/>
                    <a:pt x="1239" y="788"/>
                    <a:pt x="1120" y="907"/>
                  </a:cubicBezTo>
                  <a:cubicBezTo>
                    <a:pt x="1054" y="973"/>
                    <a:pt x="965" y="1006"/>
                    <a:pt x="875" y="1006"/>
                  </a:cubicBezTo>
                  <a:cubicBezTo>
                    <a:pt x="786" y="1006"/>
                    <a:pt x="697" y="973"/>
                    <a:pt x="631" y="907"/>
                  </a:cubicBezTo>
                  <a:cubicBezTo>
                    <a:pt x="429" y="717"/>
                    <a:pt x="536" y="372"/>
                    <a:pt x="810" y="324"/>
                  </a:cubicBezTo>
                  <a:cubicBezTo>
                    <a:pt x="893" y="312"/>
                    <a:pt x="953" y="229"/>
                    <a:pt x="941" y="133"/>
                  </a:cubicBezTo>
                  <a:cubicBezTo>
                    <a:pt x="930" y="57"/>
                    <a:pt x="850" y="1"/>
                    <a:pt x="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46" name="Google Shape;9546;p62"/>
          <p:cNvSpPr/>
          <p:nvPr/>
        </p:nvSpPr>
        <p:spPr>
          <a:xfrm>
            <a:off x="5263326" y="3229852"/>
            <a:ext cx="323298" cy="320789"/>
          </a:xfrm>
          <a:custGeom>
            <a:avLst/>
            <a:gdLst/>
            <a:ahLst/>
            <a:cxnLst/>
            <a:rect l="l" t="t" r="r" b="b"/>
            <a:pathLst>
              <a:path w="10181" h="10102" extrusionOk="0">
                <a:moveTo>
                  <a:pt x="2632" y="410"/>
                </a:moveTo>
                <a:lnTo>
                  <a:pt x="4085" y="2863"/>
                </a:lnTo>
                <a:lnTo>
                  <a:pt x="3311" y="3327"/>
                </a:lnTo>
                <a:lnTo>
                  <a:pt x="1858" y="874"/>
                </a:lnTo>
                <a:lnTo>
                  <a:pt x="2632" y="410"/>
                </a:lnTo>
                <a:close/>
                <a:moveTo>
                  <a:pt x="2715" y="0"/>
                </a:moveTo>
                <a:cubicBezTo>
                  <a:pt x="2684" y="0"/>
                  <a:pt x="2655" y="12"/>
                  <a:pt x="2620" y="29"/>
                </a:cubicBezTo>
                <a:lnTo>
                  <a:pt x="1537" y="660"/>
                </a:lnTo>
                <a:cubicBezTo>
                  <a:pt x="1442" y="708"/>
                  <a:pt x="1418" y="827"/>
                  <a:pt x="1477" y="922"/>
                </a:cubicBezTo>
                <a:lnTo>
                  <a:pt x="1573" y="1101"/>
                </a:lnTo>
                <a:lnTo>
                  <a:pt x="1132" y="1339"/>
                </a:lnTo>
                <a:cubicBezTo>
                  <a:pt x="668" y="1577"/>
                  <a:pt x="322" y="1993"/>
                  <a:pt x="168" y="2482"/>
                </a:cubicBezTo>
                <a:cubicBezTo>
                  <a:pt x="1" y="2982"/>
                  <a:pt x="49" y="3506"/>
                  <a:pt x="263" y="3982"/>
                </a:cubicBezTo>
                <a:cubicBezTo>
                  <a:pt x="489" y="4446"/>
                  <a:pt x="1180" y="5220"/>
                  <a:pt x="1692" y="5803"/>
                </a:cubicBezTo>
                <a:cubicBezTo>
                  <a:pt x="1727" y="5839"/>
                  <a:pt x="1787" y="5863"/>
                  <a:pt x="1835" y="5863"/>
                </a:cubicBezTo>
                <a:cubicBezTo>
                  <a:pt x="1870" y="5863"/>
                  <a:pt x="1918" y="5839"/>
                  <a:pt x="1954" y="5815"/>
                </a:cubicBezTo>
                <a:cubicBezTo>
                  <a:pt x="2025" y="5744"/>
                  <a:pt x="2025" y="5637"/>
                  <a:pt x="1965" y="5565"/>
                </a:cubicBezTo>
                <a:cubicBezTo>
                  <a:pt x="1251" y="4768"/>
                  <a:pt x="763" y="4149"/>
                  <a:pt x="596" y="3815"/>
                </a:cubicBezTo>
                <a:cubicBezTo>
                  <a:pt x="203" y="3029"/>
                  <a:pt x="525" y="2065"/>
                  <a:pt x="1299" y="1648"/>
                </a:cubicBezTo>
                <a:lnTo>
                  <a:pt x="1751" y="1410"/>
                </a:lnTo>
                <a:lnTo>
                  <a:pt x="2763" y="3125"/>
                </a:lnTo>
                <a:cubicBezTo>
                  <a:pt x="2668" y="3160"/>
                  <a:pt x="2573" y="3220"/>
                  <a:pt x="2501" y="3303"/>
                </a:cubicBezTo>
                <a:cubicBezTo>
                  <a:pt x="2096" y="3660"/>
                  <a:pt x="2037" y="4232"/>
                  <a:pt x="2346" y="4672"/>
                </a:cubicBezTo>
                <a:cubicBezTo>
                  <a:pt x="2513" y="4887"/>
                  <a:pt x="5299" y="7685"/>
                  <a:pt x="5525" y="7839"/>
                </a:cubicBezTo>
                <a:cubicBezTo>
                  <a:pt x="5704" y="7970"/>
                  <a:pt x="5906" y="8030"/>
                  <a:pt x="6133" y="8030"/>
                </a:cubicBezTo>
                <a:cubicBezTo>
                  <a:pt x="6418" y="8030"/>
                  <a:pt x="6692" y="7911"/>
                  <a:pt x="6907" y="7673"/>
                </a:cubicBezTo>
                <a:cubicBezTo>
                  <a:pt x="6978" y="7601"/>
                  <a:pt x="7038" y="7494"/>
                  <a:pt x="7085" y="7387"/>
                </a:cubicBezTo>
                <a:lnTo>
                  <a:pt x="8800" y="8399"/>
                </a:lnTo>
                <a:lnTo>
                  <a:pt x="8562" y="8863"/>
                </a:lnTo>
                <a:cubicBezTo>
                  <a:pt x="8267" y="9418"/>
                  <a:pt x="7695" y="9741"/>
                  <a:pt x="7107" y="9741"/>
                </a:cubicBezTo>
                <a:cubicBezTo>
                  <a:pt x="6862" y="9741"/>
                  <a:pt x="6614" y="9685"/>
                  <a:pt x="6383" y="9566"/>
                </a:cubicBezTo>
                <a:cubicBezTo>
                  <a:pt x="5764" y="9256"/>
                  <a:pt x="4097" y="7768"/>
                  <a:pt x="2513" y="6113"/>
                </a:cubicBezTo>
                <a:cubicBezTo>
                  <a:pt x="2477" y="6077"/>
                  <a:pt x="2433" y="6059"/>
                  <a:pt x="2388" y="6059"/>
                </a:cubicBezTo>
                <a:cubicBezTo>
                  <a:pt x="2344" y="6059"/>
                  <a:pt x="2299" y="6077"/>
                  <a:pt x="2263" y="6113"/>
                </a:cubicBezTo>
                <a:cubicBezTo>
                  <a:pt x="2192" y="6184"/>
                  <a:pt x="2192" y="6292"/>
                  <a:pt x="2263" y="6363"/>
                </a:cubicBezTo>
                <a:cubicBezTo>
                  <a:pt x="3656" y="7839"/>
                  <a:pt x="5466" y="9518"/>
                  <a:pt x="6240" y="9887"/>
                </a:cubicBezTo>
                <a:cubicBezTo>
                  <a:pt x="6514" y="10030"/>
                  <a:pt x="6811" y="10102"/>
                  <a:pt x="7109" y="10102"/>
                </a:cubicBezTo>
                <a:cubicBezTo>
                  <a:pt x="7323" y="10102"/>
                  <a:pt x="7526" y="10066"/>
                  <a:pt x="7740" y="9994"/>
                </a:cubicBezTo>
                <a:cubicBezTo>
                  <a:pt x="8240" y="9828"/>
                  <a:pt x="8645" y="9494"/>
                  <a:pt x="8883" y="9030"/>
                </a:cubicBezTo>
                <a:lnTo>
                  <a:pt x="9121" y="8578"/>
                </a:lnTo>
                <a:lnTo>
                  <a:pt x="9300" y="8685"/>
                </a:lnTo>
                <a:cubicBezTo>
                  <a:pt x="9335" y="8697"/>
                  <a:pt x="9359" y="8721"/>
                  <a:pt x="9395" y="8721"/>
                </a:cubicBezTo>
                <a:cubicBezTo>
                  <a:pt x="9455" y="8721"/>
                  <a:pt x="9514" y="8685"/>
                  <a:pt x="9538" y="8625"/>
                </a:cubicBezTo>
                <a:lnTo>
                  <a:pt x="10181" y="7542"/>
                </a:lnTo>
                <a:cubicBezTo>
                  <a:pt x="10169" y="7494"/>
                  <a:pt x="10169" y="7447"/>
                  <a:pt x="10169" y="7411"/>
                </a:cubicBezTo>
                <a:cubicBezTo>
                  <a:pt x="10157" y="7363"/>
                  <a:pt x="10121" y="7316"/>
                  <a:pt x="10074" y="7304"/>
                </a:cubicBezTo>
                <a:lnTo>
                  <a:pt x="8871" y="6589"/>
                </a:lnTo>
                <a:cubicBezTo>
                  <a:pt x="8845" y="6574"/>
                  <a:pt x="8816" y="6568"/>
                  <a:pt x="8788" y="6568"/>
                </a:cubicBezTo>
                <a:cubicBezTo>
                  <a:pt x="8725" y="6568"/>
                  <a:pt x="8662" y="6600"/>
                  <a:pt x="8621" y="6649"/>
                </a:cubicBezTo>
                <a:cubicBezTo>
                  <a:pt x="8573" y="6732"/>
                  <a:pt x="8609" y="6839"/>
                  <a:pt x="8681" y="6899"/>
                </a:cubicBezTo>
                <a:lnTo>
                  <a:pt x="9740" y="7530"/>
                </a:lnTo>
                <a:lnTo>
                  <a:pt x="9276" y="8304"/>
                </a:lnTo>
                <a:lnTo>
                  <a:pt x="6823" y="6851"/>
                </a:lnTo>
                <a:lnTo>
                  <a:pt x="7276" y="6077"/>
                </a:lnTo>
                <a:lnTo>
                  <a:pt x="8038" y="6530"/>
                </a:lnTo>
                <a:cubicBezTo>
                  <a:pt x="8064" y="6545"/>
                  <a:pt x="8092" y="6551"/>
                  <a:pt x="8121" y="6551"/>
                </a:cubicBezTo>
                <a:cubicBezTo>
                  <a:pt x="8184" y="6551"/>
                  <a:pt x="8247" y="6519"/>
                  <a:pt x="8288" y="6470"/>
                </a:cubicBezTo>
                <a:cubicBezTo>
                  <a:pt x="8335" y="6375"/>
                  <a:pt x="8312" y="6280"/>
                  <a:pt x="8228" y="6220"/>
                </a:cubicBezTo>
                <a:lnTo>
                  <a:pt x="7311" y="5684"/>
                </a:lnTo>
                <a:cubicBezTo>
                  <a:pt x="7281" y="5662"/>
                  <a:pt x="7251" y="5653"/>
                  <a:pt x="7221" y="5653"/>
                </a:cubicBezTo>
                <a:cubicBezTo>
                  <a:pt x="7203" y="5653"/>
                  <a:pt x="7186" y="5656"/>
                  <a:pt x="7169" y="5661"/>
                </a:cubicBezTo>
                <a:cubicBezTo>
                  <a:pt x="7133" y="5684"/>
                  <a:pt x="7085" y="5708"/>
                  <a:pt x="7073" y="5756"/>
                </a:cubicBezTo>
                <a:lnTo>
                  <a:pt x="6430" y="6839"/>
                </a:lnTo>
                <a:cubicBezTo>
                  <a:pt x="6383" y="6935"/>
                  <a:pt x="6418" y="7030"/>
                  <a:pt x="6490" y="7089"/>
                </a:cubicBezTo>
                <a:lnTo>
                  <a:pt x="6728" y="7244"/>
                </a:lnTo>
                <a:lnTo>
                  <a:pt x="6716" y="7268"/>
                </a:lnTo>
                <a:cubicBezTo>
                  <a:pt x="6680" y="7351"/>
                  <a:pt x="6633" y="7411"/>
                  <a:pt x="6597" y="7470"/>
                </a:cubicBezTo>
                <a:cubicBezTo>
                  <a:pt x="6466" y="7615"/>
                  <a:pt x="6284" y="7692"/>
                  <a:pt x="6098" y="7692"/>
                </a:cubicBezTo>
                <a:cubicBezTo>
                  <a:pt x="5962" y="7692"/>
                  <a:pt x="5825" y="7651"/>
                  <a:pt x="5704" y="7566"/>
                </a:cubicBezTo>
                <a:cubicBezTo>
                  <a:pt x="5514" y="7423"/>
                  <a:pt x="2751" y="4672"/>
                  <a:pt x="2608" y="4470"/>
                </a:cubicBezTo>
                <a:cubicBezTo>
                  <a:pt x="2394" y="4196"/>
                  <a:pt x="2442" y="3815"/>
                  <a:pt x="2716" y="3577"/>
                </a:cubicBezTo>
                <a:cubicBezTo>
                  <a:pt x="2775" y="3541"/>
                  <a:pt x="2835" y="3494"/>
                  <a:pt x="2906" y="3458"/>
                </a:cubicBezTo>
                <a:lnTo>
                  <a:pt x="2930" y="3446"/>
                </a:lnTo>
                <a:lnTo>
                  <a:pt x="3085" y="3684"/>
                </a:lnTo>
                <a:cubicBezTo>
                  <a:pt x="3108" y="3744"/>
                  <a:pt x="3168" y="3779"/>
                  <a:pt x="3228" y="3779"/>
                </a:cubicBezTo>
                <a:cubicBezTo>
                  <a:pt x="3263" y="3779"/>
                  <a:pt x="3287" y="3756"/>
                  <a:pt x="3323" y="3744"/>
                </a:cubicBezTo>
                <a:lnTo>
                  <a:pt x="4406" y="3101"/>
                </a:lnTo>
                <a:cubicBezTo>
                  <a:pt x="4454" y="3077"/>
                  <a:pt x="4478" y="3041"/>
                  <a:pt x="4490" y="3006"/>
                </a:cubicBezTo>
                <a:cubicBezTo>
                  <a:pt x="4513" y="2958"/>
                  <a:pt x="4490" y="2910"/>
                  <a:pt x="4478" y="2863"/>
                </a:cubicBezTo>
                <a:lnTo>
                  <a:pt x="2858" y="100"/>
                </a:lnTo>
                <a:cubicBezTo>
                  <a:pt x="2823" y="53"/>
                  <a:pt x="2799" y="29"/>
                  <a:pt x="2751" y="5"/>
                </a:cubicBezTo>
                <a:cubicBezTo>
                  <a:pt x="2739" y="2"/>
                  <a:pt x="2727"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47" name="Google Shape;9547;p62"/>
          <p:cNvGrpSpPr/>
          <p:nvPr/>
        </p:nvGrpSpPr>
        <p:grpSpPr>
          <a:xfrm>
            <a:off x="5765817" y="3227724"/>
            <a:ext cx="364865" cy="324822"/>
            <a:chOff x="5765817" y="3227724"/>
            <a:chExt cx="364865" cy="324822"/>
          </a:xfrm>
        </p:grpSpPr>
        <p:sp>
          <p:nvSpPr>
            <p:cNvPr id="9548" name="Google Shape;9548;p62"/>
            <p:cNvSpPr/>
            <p:nvPr/>
          </p:nvSpPr>
          <p:spPr>
            <a:xfrm>
              <a:off x="5765817" y="3227724"/>
              <a:ext cx="364865" cy="324822"/>
            </a:xfrm>
            <a:custGeom>
              <a:avLst/>
              <a:gdLst/>
              <a:ahLst/>
              <a:cxnLst/>
              <a:rect l="l" t="t" r="r" b="b"/>
              <a:pathLst>
                <a:path w="11490" h="10229" extrusionOk="0">
                  <a:moveTo>
                    <a:pt x="8287" y="370"/>
                  </a:moveTo>
                  <a:cubicBezTo>
                    <a:pt x="9871" y="370"/>
                    <a:pt x="11157" y="1656"/>
                    <a:pt x="11157" y="3251"/>
                  </a:cubicBezTo>
                  <a:cubicBezTo>
                    <a:pt x="11133" y="4037"/>
                    <a:pt x="10847" y="4870"/>
                    <a:pt x="10299" y="5751"/>
                  </a:cubicBezTo>
                  <a:cubicBezTo>
                    <a:pt x="9847" y="6442"/>
                    <a:pt x="9216" y="7156"/>
                    <a:pt x="8418" y="7871"/>
                  </a:cubicBezTo>
                  <a:cubicBezTo>
                    <a:pt x="7263" y="8918"/>
                    <a:pt x="6084" y="9645"/>
                    <a:pt x="5763" y="9835"/>
                  </a:cubicBezTo>
                  <a:cubicBezTo>
                    <a:pt x="5430" y="9645"/>
                    <a:pt x="4251" y="8930"/>
                    <a:pt x="3096" y="7895"/>
                  </a:cubicBezTo>
                  <a:cubicBezTo>
                    <a:pt x="2310" y="7180"/>
                    <a:pt x="1667" y="6466"/>
                    <a:pt x="1215" y="5763"/>
                  </a:cubicBezTo>
                  <a:cubicBezTo>
                    <a:pt x="667" y="4894"/>
                    <a:pt x="381" y="4049"/>
                    <a:pt x="381" y="3251"/>
                  </a:cubicBezTo>
                  <a:cubicBezTo>
                    <a:pt x="381" y="1668"/>
                    <a:pt x="1667" y="370"/>
                    <a:pt x="3263" y="370"/>
                  </a:cubicBezTo>
                  <a:cubicBezTo>
                    <a:pt x="4191" y="370"/>
                    <a:pt x="5084" y="834"/>
                    <a:pt x="5620" y="1608"/>
                  </a:cubicBezTo>
                  <a:cubicBezTo>
                    <a:pt x="5656" y="1656"/>
                    <a:pt x="5715" y="1679"/>
                    <a:pt x="5775" y="1679"/>
                  </a:cubicBezTo>
                  <a:cubicBezTo>
                    <a:pt x="5834" y="1679"/>
                    <a:pt x="5894" y="1656"/>
                    <a:pt x="5918" y="1608"/>
                  </a:cubicBezTo>
                  <a:cubicBezTo>
                    <a:pt x="6454" y="834"/>
                    <a:pt x="7335" y="370"/>
                    <a:pt x="8287" y="370"/>
                  </a:cubicBezTo>
                  <a:close/>
                  <a:moveTo>
                    <a:pt x="3227" y="1"/>
                  </a:moveTo>
                  <a:cubicBezTo>
                    <a:pt x="1441" y="1"/>
                    <a:pt x="0" y="1441"/>
                    <a:pt x="0" y="3227"/>
                  </a:cubicBezTo>
                  <a:cubicBezTo>
                    <a:pt x="0" y="4108"/>
                    <a:pt x="298" y="5013"/>
                    <a:pt x="893" y="5942"/>
                  </a:cubicBezTo>
                  <a:cubicBezTo>
                    <a:pt x="1370" y="6668"/>
                    <a:pt x="2001" y="7418"/>
                    <a:pt x="2822" y="8145"/>
                  </a:cubicBezTo>
                  <a:cubicBezTo>
                    <a:pt x="4203" y="9383"/>
                    <a:pt x="5620" y="10181"/>
                    <a:pt x="5632" y="10192"/>
                  </a:cubicBezTo>
                  <a:cubicBezTo>
                    <a:pt x="5668" y="10216"/>
                    <a:pt x="5692" y="10228"/>
                    <a:pt x="5727" y="10228"/>
                  </a:cubicBezTo>
                  <a:cubicBezTo>
                    <a:pt x="5751" y="10228"/>
                    <a:pt x="5787" y="10216"/>
                    <a:pt x="5811" y="10192"/>
                  </a:cubicBezTo>
                  <a:cubicBezTo>
                    <a:pt x="5834" y="10181"/>
                    <a:pt x="7239" y="9395"/>
                    <a:pt x="8632" y="8145"/>
                  </a:cubicBezTo>
                  <a:cubicBezTo>
                    <a:pt x="9442" y="7418"/>
                    <a:pt x="10097" y="6668"/>
                    <a:pt x="10561" y="5942"/>
                  </a:cubicBezTo>
                  <a:cubicBezTo>
                    <a:pt x="11157" y="5013"/>
                    <a:pt x="11454" y="4108"/>
                    <a:pt x="11454" y="3227"/>
                  </a:cubicBezTo>
                  <a:cubicBezTo>
                    <a:pt x="11490" y="1441"/>
                    <a:pt x="10049" y="1"/>
                    <a:pt x="8263" y="1"/>
                  </a:cubicBezTo>
                  <a:cubicBezTo>
                    <a:pt x="7275" y="1"/>
                    <a:pt x="6358" y="453"/>
                    <a:pt x="5739" y="1203"/>
                  </a:cubicBezTo>
                  <a:cubicBezTo>
                    <a:pt x="5132" y="453"/>
                    <a:pt x="4203" y="1"/>
                    <a:pt x="3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62"/>
            <p:cNvSpPr/>
            <p:nvPr/>
          </p:nvSpPr>
          <p:spPr>
            <a:xfrm>
              <a:off x="6022144" y="3250429"/>
              <a:ext cx="85484" cy="84341"/>
            </a:xfrm>
            <a:custGeom>
              <a:avLst/>
              <a:gdLst/>
              <a:ahLst/>
              <a:cxnLst/>
              <a:rect l="l" t="t" r="r" b="b"/>
              <a:pathLst>
                <a:path w="2692" h="2656" extrusionOk="0">
                  <a:moveTo>
                    <a:pt x="191" y="0"/>
                  </a:moveTo>
                  <a:cubicBezTo>
                    <a:pt x="84" y="0"/>
                    <a:pt x="1" y="72"/>
                    <a:pt x="1" y="179"/>
                  </a:cubicBezTo>
                  <a:cubicBezTo>
                    <a:pt x="1" y="286"/>
                    <a:pt x="84" y="357"/>
                    <a:pt x="191" y="357"/>
                  </a:cubicBezTo>
                  <a:cubicBezTo>
                    <a:pt x="1346" y="357"/>
                    <a:pt x="2311" y="1310"/>
                    <a:pt x="2334" y="2477"/>
                  </a:cubicBezTo>
                  <a:cubicBezTo>
                    <a:pt x="2334" y="2572"/>
                    <a:pt x="2406" y="2655"/>
                    <a:pt x="2513" y="2655"/>
                  </a:cubicBezTo>
                  <a:cubicBezTo>
                    <a:pt x="2608" y="2655"/>
                    <a:pt x="2692" y="2560"/>
                    <a:pt x="2692" y="2477"/>
                  </a:cubicBezTo>
                  <a:cubicBezTo>
                    <a:pt x="2668" y="1107"/>
                    <a:pt x="1561"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62"/>
            <p:cNvSpPr/>
            <p:nvPr/>
          </p:nvSpPr>
          <p:spPr>
            <a:xfrm>
              <a:off x="5862987" y="3250429"/>
              <a:ext cx="73386" cy="43504"/>
            </a:xfrm>
            <a:custGeom>
              <a:avLst/>
              <a:gdLst/>
              <a:ahLst/>
              <a:cxnLst/>
              <a:rect l="l" t="t" r="r" b="b"/>
              <a:pathLst>
                <a:path w="2311" h="1370" extrusionOk="0">
                  <a:moveTo>
                    <a:pt x="179" y="0"/>
                  </a:moveTo>
                  <a:cubicBezTo>
                    <a:pt x="72" y="0"/>
                    <a:pt x="0" y="72"/>
                    <a:pt x="0" y="179"/>
                  </a:cubicBezTo>
                  <a:cubicBezTo>
                    <a:pt x="0" y="286"/>
                    <a:pt x="72" y="357"/>
                    <a:pt x="179" y="357"/>
                  </a:cubicBezTo>
                  <a:cubicBezTo>
                    <a:pt x="881" y="357"/>
                    <a:pt x="1548" y="703"/>
                    <a:pt x="1953" y="1298"/>
                  </a:cubicBezTo>
                  <a:cubicBezTo>
                    <a:pt x="1989" y="1334"/>
                    <a:pt x="2036" y="1369"/>
                    <a:pt x="2108" y="1369"/>
                  </a:cubicBezTo>
                  <a:cubicBezTo>
                    <a:pt x="2131" y="1369"/>
                    <a:pt x="2179" y="1357"/>
                    <a:pt x="2203" y="1334"/>
                  </a:cubicBezTo>
                  <a:cubicBezTo>
                    <a:pt x="2286" y="1286"/>
                    <a:pt x="2310" y="1179"/>
                    <a:pt x="2251" y="1084"/>
                  </a:cubicBezTo>
                  <a:cubicBezTo>
                    <a:pt x="1786" y="405"/>
                    <a:pt x="101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1" name="Google Shape;9551;p62"/>
          <p:cNvGrpSpPr/>
          <p:nvPr/>
        </p:nvGrpSpPr>
        <p:grpSpPr>
          <a:xfrm>
            <a:off x="6228583" y="3237664"/>
            <a:ext cx="446539" cy="303895"/>
            <a:chOff x="6228583" y="3237664"/>
            <a:chExt cx="446539" cy="303895"/>
          </a:xfrm>
        </p:grpSpPr>
        <p:sp>
          <p:nvSpPr>
            <p:cNvPr id="9552" name="Google Shape;9552;p62"/>
            <p:cNvSpPr/>
            <p:nvPr/>
          </p:nvSpPr>
          <p:spPr>
            <a:xfrm>
              <a:off x="6357508" y="3277453"/>
              <a:ext cx="26865" cy="25912"/>
            </a:xfrm>
            <a:custGeom>
              <a:avLst/>
              <a:gdLst/>
              <a:ahLst/>
              <a:cxnLst/>
              <a:rect l="l" t="t" r="r" b="b"/>
              <a:pathLst>
                <a:path w="846" h="816" extrusionOk="0">
                  <a:moveTo>
                    <a:pt x="632" y="0"/>
                  </a:moveTo>
                  <a:cubicBezTo>
                    <a:pt x="578" y="0"/>
                    <a:pt x="525" y="18"/>
                    <a:pt x="489" y="54"/>
                  </a:cubicBezTo>
                  <a:lnTo>
                    <a:pt x="72" y="471"/>
                  </a:lnTo>
                  <a:cubicBezTo>
                    <a:pt x="1" y="542"/>
                    <a:pt x="1" y="685"/>
                    <a:pt x="72" y="756"/>
                  </a:cubicBezTo>
                  <a:cubicBezTo>
                    <a:pt x="120" y="804"/>
                    <a:pt x="167" y="816"/>
                    <a:pt x="227" y="816"/>
                  </a:cubicBezTo>
                  <a:cubicBezTo>
                    <a:pt x="263" y="816"/>
                    <a:pt x="322" y="804"/>
                    <a:pt x="370" y="756"/>
                  </a:cubicBezTo>
                  <a:lnTo>
                    <a:pt x="786" y="340"/>
                  </a:lnTo>
                  <a:cubicBezTo>
                    <a:pt x="846" y="268"/>
                    <a:pt x="846" y="149"/>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62"/>
            <p:cNvSpPr/>
            <p:nvPr/>
          </p:nvSpPr>
          <p:spPr>
            <a:xfrm>
              <a:off x="6276596" y="3358746"/>
              <a:ext cx="26896" cy="25912"/>
            </a:xfrm>
            <a:custGeom>
              <a:avLst/>
              <a:gdLst/>
              <a:ahLst/>
              <a:cxnLst/>
              <a:rect l="l" t="t" r="r" b="b"/>
              <a:pathLst>
                <a:path w="847" h="816" extrusionOk="0">
                  <a:moveTo>
                    <a:pt x="632" y="0"/>
                  </a:moveTo>
                  <a:cubicBezTo>
                    <a:pt x="578" y="0"/>
                    <a:pt x="525" y="18"/>
                    <a:pt x="489" y="54"/>
                  </a:cubicBezTo>
                  <a:lnTo>
                    <a:pt x="72" y="471"/>
                  </a:lnTo>
                  <a:cubicBezTo>
                    <a:pt x="1" y="554"/>
                    <a:pt x="1" y="685"/>
                    <a:pt x="72" y="756"/>
                  </a:cubicBezTo>
                  <a:cubicBezTo>
                    <a:pt x="120" y="804"/>
                    <a:pt x="167" y="816"/>
                    <a:pt x="227" y="816"/>
                  </a:cubicBezTo>
                  <a:cubicBezTo>
                    <a:pt x="286" y="816"/>
                    <a:pt x="334" y="804"/>
                    <a:pt x="370" y="756"/>
                  </a:cubicBezTo>
                  <a:lnTo>
                    <a:pt x="787" y="340"/>
                  </a:lnTo>
                  <a:cubicBezTo>
                    <a:pt x="846" y="256"/>
                    <a:pt x="846" y="137"/>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62"/>
            <p:cNvSpPr/>
            <p:nvPr/>
          </p:nvSpPr>
          <p:spPr>
            <a:xfrm>
              <a:off x="6357508" y="3358365"/>
              <a:ext cx="26865" cy="25912"/>
            </a:xfrm>
            <a:custGeom>
              <a:avLst/>
              <a:gdLst/>
              <a:ahLst/>
              <a:cxnLst/>
              <a:rect l="l" t="t" r="r" b="b"/>
              <a:pathLst>
                <a:path w="846" h="816" extrusionOk="0">
                  <a:moveTo>
                    <a:pt x="215" y="0"/>
                  </a:moveTo>
                  <a:cubicBezTo>
                    <a:pt x="161" y="0"/>
                    <a:pt x="108" y="18"/>
                    <a:pt x="72" y="54"/>
                  </a:cubicBezTo>
                  <a:cubicBezTo>
                    <a:pt x="1" y="125"/>
                    <a:pt x="1" y="268"/>
                    <a:pt x="72" y="340"/>
                  </a:cubicBezTo>
                  <a:lnTo>
                    <a:pt x="489" y="756"/>
                  </a:lnTo>
                  <a:cubicBezTo>
                    <a:pt x="536" y="792"/>
                    <a:pt x="584" y="816"/>
                    <a:pt x="644" y="816"/>
                  </a:cubicBezTo>
                  <a:cubicBezTo>
                    <a:pt x="703" y="816"/>
                    <a:pt x="739" y="792"/>
                    <a:pt x="786" y="756"/>
                  </a:cubicBezTo>
                  <a:cubicBezTo>
                    <a:pt x="846" y="685"/>
                    <a:pt x="846" y="566"/>
                    <a:pt x="775" y="471"/>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62"/>
            <p:cNvSpPr/>
            <p:nvPr/>
          </p:nvSpPr>
          <p:spPr>
            <a:xfrm>
              <a:off x="6276596" y="3277453"/>
              <a:ext cx="26896" cy="25912"/>
            </a:xfrm>
            <a:custGeom>
              <a:avLst/>
              <a:gdLst/>
              <a:ahLst/>
              <a:cxnLst/>
              <a:rect l="l" t="t" r="r" b="b"/>
              <a:pathLst>
                <a:path w="847" h="816" extrusionOk="0">
                  <a:moveTo>
                    <a:pt x="219" y="0"/>
                  </a:moveTo>
                  <a:cubicBezTo>
                    <a:pt x="167" y="0"/>
                    <a:pt x="114" y="18"/>
                    <a:pt x="72" y="54"/>
                  </a:cubicBezTo>
                  <a:cubicBezTo>
                    <a:pt x="1" y="137"/>
                    <a:pt x="1" y="268"/>
                    <a:pt x="72" y="340"/>
                  </a:cubicBezTo>
                  <a:lnTo>
                    <a:pt x="489" y="756"/>
                  </a:lnTo>
                  <a:cubicBezTo>
                    <a:pt x="536" y="804"/>
                    <a:pt x="584" y="816"/>
                    <a:pt x="644" y="816"/>
                  </a:cubicBezTo>
                  <a:cubicBezTo>
                    <a:pt x="679" y="816"/>
                    <a:pt x="751" y="804"/>
                    <a:pt x="787" y="756"/>
                  </a:cubicBezTo>
                  <a:cubicBezTo>
                    <a:pt x="846" y="685"/>
                    <a:pt x="846" y="554"/>
                    <a:pt x="775" y="471"/>
                  </a:cubicBezTo>
                  <a:lnTo>
                    <a:pt x="358" y="54"/>
                  </a:lnTo>
                  <a:cubicBezTo>
                    <a:pt x="322" y="18"/>
                    <a:pt x="272"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62"/>
            <p:cNvSpPr/>
            <p:nvPr/>
          </p:nvSpPr>
          <p:spPr>
            <a:xfrm>
              <a:off x="6526508" y="3290314"/>
              <a:ext cx="21593" cy="19879"/>
            </a:xfrm>
            <a:custGeom>
              <a:avLst/>
              <a:gdLst/>
              <a:ahLst/>
              <a:cxnLst/>
              <a:rect l="l" t="t" r="r" b="b"/>
              <a:pathLst>
                <a:path w="680" h="626" extrusionOk="0">
                  <a:moveTo>
                    <a:pt x="446" y="0"/>
                  </a:moveTo>
                  <a:cubicBezTo>
                    <a:pt x="394" y="0"/>
                    <a:pt x="340" y="18"/>
                    <a:pt x="298" y="54"/>
                  </a:cubicBezTo>
                  <a:lnTo>
                    <a:pt x="84" y="280"/>
                  </a:lnTo>
                  <a:cubicBezTo>
                    <a:pt x="1" y="351"/>
                    <a:pt x="1" y="482"/>
                    <a:pt x="84" y="566"/>
                  </a:cubicBezTo>
                  <a:cubicBezTo>
                    <a:pt x="120" y="601"/>
                    <a:pt x="167" y="625"/>
                    <a:pt x="227" y="625"/>
                  </a:cubicBezTo>
                  <a:cubicBezTo>
                    <a:pt x="275" y="625"/>
                    <a:pt x="334" y="601"/>
                    <a:pt x="382" y="566"/>
                  </a:cubicBezTo>
                  <a:lnTo>
                    <a:pt x="596" y="340"/>
                  </a:lnTo>
                  <a:cubicBezTo>
                    <a:pt x="679" y="268"/>
                    <a:pt x="679" y="125"/>
                    <a:pt x="584" y="54"/>
                  </a:cubicBezTo>
                  <a:cubicBezTo>
                    <a:pt x="548" y="18"/>
                    <a:pt x="498" y="0"/>
                    <a:pt x="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62"/>
            <p:cNvSpPr/>
            <p:nvPr/>
          </p:nvSpPr>
          <p:spPr>
            <a:xfrm>
              <a:off x="6465253" y="3352299"/>
              <a:ext cx="20831" cy="19498"/>
            </a:xfrm>
            <a:custGeom>
              <a:avLst/>
              <a:gdLst/>
              <a:ahLst/>
              <a:cxnLst/>
              <a:rect l="l" t="t" r="r" b="b"/>
              <a:pathLst>
                <a:path w="656" h="614" extrusionOk="0">
                  <a:moveTo>
                    <a:pt x="437" y="1"/>
                  </a:moveTo>
                  <a:cubicBezTo>
                    <a:pt x="385" y="1"/>
                    <a:pt x="334" y="19"/>
                    <a:pt x="299" y="54"/>
                  </a:cubicBezTo>
                  <a:lnTo>
                    <a:pt x="72" y="281"/>
                  </a:lnTo>
                  <a:cubicBezTo>
                    <a:pt x="1" y="352"/>
                    <a:pt x="1" y="483"/>
                    <a:pt x="72" y="554"/>
                  </a:cubicBezTo>
                  <a:cubicBezTo>
                    <a:pt x="120" y="602"/>
                    <a:pt x="168" y="614"/>
                    <a:pt x="227" y="614"/>
                  </a:cubicBezTo>
                  <a:cubicBezTo>
                    <a:pt x="263" y="614"/>
                    <a:pt x="322" y="602"/>
                    <a:pt x="370" y="554"/>
                  </a:cubicBezTo>
                  <a:lnTo>
                    <a:pt x="596" y="340"/>
                  </a:lnTo>
                  <a:cubicBezTo>
                    <a:pt x="656" y="257"/>
                    <a:pt x="656" y="126"/>
                    <a:pt x="584" y="54"/>
                  </a:cubicBezTo>
                  <a:cubicBezTo>
                    <a:pt x="543" y="19"/>
                    <a:pt x="489" y="1"/>
                    <a:pt x="4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62"/>
            <p:cNvSpPr/>
            <p:nvPr/>
          </p:nvSpPr>
          <p:spPr>
            <a:xfrm>
              <a:off x="6526508" y="3352299"/>
              <a:ext cx="21593" cy="19498"/>
            </a:xfrm>
            <a:custGeom>
              <a:avLst/>
              <a:gdLst/>
              <a:ahLst/>
              <a:cxnLst/>
              <a:rect l="l" t="t" r="r" b="b"/>
              <a:pathLst>
                <a:path w="680" h="614" extrusionOk="0">
                  <a:moveTo>
                    <a:pt x="221" y="1"/>
                  </a:moveTo>
                  <a:cubicBezTo>
                    <a:pt x="170" y="1"/>
                    <a:pt x="120" y="19"/>
                    <a:pt x="84" y="54"/>
                  </a:cubicBezTo>
                  <a:cubicBezTo>
                    <a:pt x="1" y="126"/>
                    <a:pt x="1" y="257"/>
                    <a:pt x="84" y="340"/>
                  </a:cubicBezTo>
                  <a:lnTo>
                    <a:pt x="298" y="554"/>
                  </a:lnTo>
                  <a:cubicBezTo>
                    <a:pt x="346" y="602"/>
                    <a:pt x="394" y="614"/>
                    <a:pt x="453" y="614"/>
                  </a:cubicBezTo>
                  <a:cubicBezTo>
                    <a:pt x="501" y="614"/>
                    <a:pt x="560" y="602"/>
                    <a:pt x="596" y="554"/>
                  </a:cubicBezTo>
                  <a:cubicBezTo>
                    <a:pt x="679" y="483"/>
                    <a:pt x="679" y="352"/>
                    <a:pt x="584" y="281"/>
                  </a:cubicBezTo>
                  <a:lnTo>
                    <a:pt x="358" y="54"/>
                  </a:lnTo>
                  <a:cubicBezTo>
                    <a:pt x="322" y="19"/>
                    <a:pt x="272" y="1"/>
                    <a:pt x="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62"/>
            <p:cNvSpPr/>
            <p:nvPr/>
          </p:nvSpPr>
          <p:spPr>
            <a:xfrm>
              <a:off x="6465253" y="3290314"/>
              <a:ext cx="20831" cy="19879"/>
            </a:xfrm>
            <a:custGeom>
              <a:avLst/>
              <a:gdLst/>
              <a:ahLst/>
              <a:cxnLst/>
              <a:rect l="l" t="t" r="r" b="b"/>
              <a:pathLst>
                <a:path w="656" h="626" extrusionOk="0">
                  <a:moveTo>
                    <a:pt x="215" y="0"/>
                  </a:moveTo>
                  <a:cubicBezTo>
                    <a:pt x="162" y="0"/>
                    <a:pt x="108" y="18"/>
                    <a:pt x="72" y="54"/>
                  </a:cubicBezTo>
                  <a:cubicBezTo>
                    <a:pt x="1" y="125"/>
                    <a:pt x="1" y="268"/>
                    <a:pt x="72" y="340"/>
                  </a:cubicBezTo>
                  <a:lnTo>
                    <a:pt x="299" y="566"/>
                  </a:lnTo>
                  <a:cubicBezTo>
                    <a:pt x="346" y="601"/>
                    <a:pt x="382" y="625"/>
                    <a:pt x="441" y="625"/>
                  </a:cubicBezTo>
                  <a:cubicBezTo>
                    <a:pt x="489" y="625"/>
                    <a:pt x="549" y="601"/>
                    <a:pt x="596" y="566"/>
                  </a:cubicBezTo>
                  <a:cubicBezTo>
                    <a:pt x="656" y="482"/>
                    <a:pt x="656" y="351"/>
                    <a:pt x="584" y="280"/>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62"/>
            <p:cNvSpPr/>
            <p:nvPr/>
          </p:nvSpPr>
          <p:spPr>
            <a:xfrm>
              <a:off x="6304573" y="3437180"/>
              <a:ext cx="119145" cy="13274"/>
            </a:xfrm>
            <a:custGeom>
              <a:avLst/>
              <a:gdLst/>
              <a:ahLst/>
              <a:cxnLst/>
              <a:rect l="l" t="t" r="r" b="b"/>
              <a:pathLst>
                <a:path w="3752" h="418" extrusionOk="0">
                  <a:moveTo>
                    <a:pt x="203" y="1"/>
                  </a:moveTo>
                  <a:cubicBezTo>
                    <a:pt x="96" y="1"/>
                    <a:pt x="1" y="84"/>
                    <a:pt x="1" y="203"/>
                  </a:cubicBezTo>
                  <a:cubicBezTo>
                    <a:pt x="1" y="322"/>
                    <a:pt x="84" y="417"/>
                    <a:pt x="203" y="417"/>
                  </a:cubicBezTo>
                  <a:lnTo>
                    <a:pt x="3537" y="417"/>
                  </a:lnTo>
                  <a:cubicBezTo>
                    <a:pt x="3644" y="417"/>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62"/>
            <p:cNvSpPr/>
            <p:nvPr/>
          </p:nvSpPr>
          <p:spPr>
            <a:xfrm>
              <a:off x="6304573" y="3500341"/>
              <a:ext cx="25372" cy="13242"/>
            </a:xfrm>
            <a:custGeom>
              <a:avLst/>
              <a:gdLst/>
              <a:ahLst/>
              <a:cxnLst/>
              <a:rect l="l" t="t" r="r" b="b"/>
              <a:pathLst>
                <a:path w="799" h="417" extrusionOk="0">
                  <a:moveTo>
                    <a:pt x="203" y="0"/>
                  </a:moveTo>
                  <a:cubicBezTo>
                    <a:pt x="108" y="0"/>
                    <a:pt x="1" y="95"/>
                    <a:pt x="1" y="214"/>
                  </a:cubicBezTo>
                  <a:cubicBezTo>
                    <a:pt x="1" y="333"/>
                    <a:pt x="84" y="417"/>
                    <a:pt x="203" y="417"/>
                  </a:cubicBezTo>
                  <a:lnTo>
                    <a:pt x="596" y="417"/>
                  </a:lnTo>
                  <a:cubicBezTo>
                    <a:pt x="703" y="417"/>
                    <a:pt x="798" y="333"/>
                    <a:pt x="798" y="214"/>
                  </a:cubicBezTo>
                  <a:cubicBezTo>
                    <a:pt x="798" y="95"/>
                    <a:pt x="715"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62"/>
            <p:cNvSpPr/>
            <p:nvPr/>
          </p:nvSpPr>
          <p:spPr>
            <a:xfrm>
              <a:off x="6346934" y="3500341"/>
              <a:ext cx="76784" cy="13242"/>
            </a:xfrm>
            <a:custGeom>
              <a:avLst/>
              <a:gdLst/>
              <a:ahLst/>
              <a:cxnLst/>
              <a:rect l="l" t="t" r="r" b="b"/>
              <a:pathLst>
                <a:path w="2418" h="417" extrusionOk="0">
                  <a:moveTo>
                    <a:pt x="215" y="0"/>
                  </a:moveTo>
                  <a:cubicBezTo>
                    <a:pt x="107" y="0"/>
                    <a:pt x="0" y="95"/>
                    <a:pt x="0" y="214"/>
                  </a:cubicBezTo>
                  <a:cubicBezTo>
                    <a:pt x="0" y="333"/>
                    <a:pt x="96" y="417"/>
                    <a:pt x="215" y="417"/>
                  </a:cubicBezTo>
                  <a:lnTo>
                    <a:pt x="2203" y="417"/>
                  </a:lnTo>
                  <a:cubicBezTo>
                    <a:pt x="2310" y="417"/>
                    <a:pt x="2417" y="333"/>
                    <a:pt x="2417" y="214"/>
                  </a:cubicBezTo>
                  <a:cubicBezTo>
                    <a:pt x="2417" y="95"/>
                    <a:pt x="2310"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62"/>
            <p:cNvSpPr/>
            <p:nvPr/>
          </p:nvSpPr>
          <p:spPr>
            <a:xfrm>
              <a:off x="6304573" y="3468935"/>
              <a:ext cx="119145" cy="12893"/>
            </a:xfrm>
            <a:custGeom>
              <a:avLst/>
              <a:gdLst/>
              <a:ahLst/>
              <a:cxnLst/>
              <a:rect l="l" t="t" r="r" b="b"/>
              <a:pathLst>
                <a:path w="3752" h="406" extrusionOk="0">
                  <a:moveTo>
                    <a:pt x="203" y="1"/>
                  </a:moveTo>
                  <a:cubicBezTo>
                    <a:pt x="96" y="1"/>
                    <a:pt x="1" y="84"/>
                    <a:pt x="1" y="203"/>
                  </a:cubicBezTo>
                  <a:cubicBezTo>
                    <a:pt x="1" y="322"/>
                    <a:pt x="84" y="406"/>
                    <a:pt x="203" y="406"/>
                  </a:cubicBezTo>
                  <a:lnTo>
                    <a:pt x="3537" y="406"/>
                  </a:lnTo>
                  <a:cubicBezTo>
                    <a:pt x="3644" y="406"/>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62"/>
            <p:cNvSpPr/>
            <p:nvPr/>
          </p:nvSpPr>
          <p:spPr>
            <a:xfrm>
              <a:off x="6228583" y="3237664"/>
              <a:ext cx="357688" cy="186338"/>
            </a:xfrm>
            <a:custGeom>
              <a:avLst/>
              <a:gdLst/>
              <a:ahLst/>
              <a:cxnLst/>
              <a:rect l="l" t="t" r="r" b="b"/>
              <a:pathLst>
                <a:path w="11264" h="5868" extrusionOk="0">
                  <a:moveTo>
                    <a:pt x="8752" y="1045"/>
                  </a:moveTo>
                  <a:cubicBezTo>
                    <a:pt x="9240" y="1045"/>
                    <a:pt x="9716" y="1224"/>
                    <a:pt x="10085" y="1593"/>
                  </a:cubicBezTo>
                  <a:cubicBezTo>
                    <a:pt x="10811" y="2331"/>
                    <a:pt x="10811" y="3545"/>
                    <a:pt x="10085" y="4272"/>
                  </a:cubicBezTo>
                  <a:cubicBezTo>
                    <a:pt x="9716" y="4641"/>
                    <a:pt x="9234" y="4825"/>
                    <a:pt x="8750" y="4825"/>
                  </a:cubicBezTo>
                  <a:cubicBezTo>
                    <a:pt x="8267" y="4825"/>
                    <a:pt x="7781" y="4641"/>
                    <a:pt x="7406" y="4272"/>
                  </a:cubicBezTo>
                  <a:cubicBezTo>
                    <a:pt x="6668" y="3522"/>
                    <a:pt x="6668" y="2331"/>
                    <a:pt x="7406" y="1593"/>
                  </a:cubicBezTo>
                  <a:cubicBezTo>
                    <a:pt x="7775" y="1224"/>
                    <a:pt x="8252" y="1045"/>
                    <a:pt x="8752" y="1045"/>
                  </a:cubicBezTo>
                  <a:close/>
                  <a:moveTo>
                    <a:pt x="3215" y="402"/>
                  </a:moveTo>
                  <a:cubicBezTo>
                    <a:pt x="3870" y="402"/>
                    <a:pt x="4501" y="652"/>
                    <a:pt x="5001" y="1140"/>
                  </a:cubicBezTo>
                  <a:cubicBezTo>
                    <a:pt x="5978" y="2140"/>
                    <a:pt x="5978" y="3736"/>
                    <a:pt x="5001" y="4712"/>
                  </a:cubicBezTo>
                  <a:cubicBezTo>
                    <a:pt x="4507" y="5206"/>
                    <a:pt x="3858" y="5453"/>
                    <a:pt x="3211" y="5453"/>
                  </a:cubicBezTo>
                  <a:cubicBezTo>
                    <a:pt x="2563" y="5453"/>
                    <a:pt x="1918" y="5206"/>
                    <a:pt x="1429" y="4712"/>
                  </a:cubicBezTo>
                  <a:cubicBezTo>
                    <a:pt x="441" y="3736"/>
                    <a:pt x="441" y="2128"/>
                    <a:pt x="1429" y="1140"/>
                  </a:cubicBezTo>
                  <a:cubicBezTo>
                    <a:pt x="1918" y="652"/>
                    <a:pt x="2560" y="402"/>
                    <a:pt x="3215" y="402"/>
                  </a:cubicBezTo>
                  <a:close/>
                  <a:moveTo>
                    <a:pt x="3209" y="0"/>
                  </a:moveTo>
                  <a:cubicBezTo>
                    <a:pt x="2462" y="0"/>
                    <a:pt x="1715" y="289"/>
                    <a:pt x="1144" y="866"/>
                  </a:cubicBezTo>
                  <a:cubicBezTo>
                    <a:pt x="1" y="2009"/>
                    <a:pt x="1" y="3855"/>
                    <a:pt x="1144" y="4998"/>
                  </a:cubicBezTo>
                  <a:cubicBezTo>
                    <a:pt x="1703" y="5569"/>
                    <a:pt x="2465" y="5867"/>
                    <a:pt x="3215" y="5867"/>
                  </a:cubicBezTo>
                  <a:cubicBezTo>
                    <a:pt x="3953" y="5867"/>
                    <a:pt x="4715" y="5581"/>
                    <a:pt x="5275" y="4998"/>
                  </a:cubicBezTo>
                  <a:cubicBezTo>
                    <a:pt x="5680" y="4593"/>
                    <a:pt x="5930" y="4117"/>
                    <a:pt x="6049" y="3617"/>
                  </a:cubicBezTo>
                  <a:lnTo>
                    <a:pt x="6561" y="3617"/>
                  </a:lnTo>
                  <a:cubicBezTo>
                    <a:pt x="6668" y="3962"/>
                    <a:pt x="6859" y="4284"/>
                    <a:pt x="7121" y="4557"/>
                  </a:cubicBezTo>
                  <a:cubicBezTo>
                    <a:pt x="7573" y="4998"/>
                    <a:pt x="8168" y="5224"/>
                    <a:pt x="8752" y="5224"/>
                  </a:cubicBezTo>
                  <a:cubicBezTo>
                    <a:pt x="9323" y="5224"/>
                    <a:pt x="9919" y="4998"/>
                    <a:pt x="10371" y="4557"/>
                  </a:cubicBezTo>
                  <a:cubicBezTo>
                    <a:pt x="11264" y="3664"/>
                    <a:pt x="11264" y="2200"/>
                    <a:pt x="10371" y="1307"/>
                  </a:cubicBezTo>
                  <a:cubicBezTo>
                    <a:pt x="9924" y="860"/>
                    <a:pt x="9335" y="637"/>
                    <a:pt x="8746" y="637"/>
                  </a:cubicBezTo>
                  <a:cubicBezTo>
                    <a:pt x="8156" y="637"/>
                    <a:pt x="7567" y="860"/>
                    <a:pt x="7121" y="1307"/>
                  </a:cubicBezTo>
                  <a:cubicBezTo>
                    <a:pt x="6609" y="1831"/>
                    <a:pt x="6394" y="2533"/>
                    <a:pt x="6466" y="3212"/>
                  </a:cubicBezTo>
                  <a:lnTo>
                    <a:pt x="6132" y="3212"/>
                  </a:lnTo>
                  <a:cubicBezTo>
                    <a:pt x="6204" y="2379"/>
                    <a:pt x="5930" y="1497"/>
                    <a:pt x="5275" y="866"/>
                  </a:cubicBezTo>
                  <a:cubicBezTo>
                    <a:pt x="4704" y="289"/>
                    <a:pt x="3956" y="0"/>
                    <a:pt x="32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2"/>
            <p:cNvSpPr/>
            <p:nvPr/>
          </p:nvSpPr>
          <p:spPr>
            <a:xfrm>
              <a:off x="6295141" y="3295775"/>
              <a:ext cx="70718" cy="71131"/>
            </a:xfrm>
            <a:custGeom>
              <a:avLst/>
              <a:gdLst/>
              <a:ahLst/>
              <a:cxnLst/>
              <a:rect l="l" t="t" r="r" b="b"/>
              <a:pathLst>
                <a:path w="2227" h="2240" extrusionOk="0">
                  <a:moveTo>
                    <a:pt x="1119" y="394"/>
                  </a:moveTo>
                  <a:cubicBezTo>
                    <a:pt x="1512" y="394"/>
                    <a:pt x="1834" y="703"/>
                    <a:pt x="1834" y="1108"/>
                  </a:cubicBezTo>
                  <a:cubicBezTo>
                    <a:pt x="1810" y="1501"/>
                    <a:pt x="1500" y="1822"/>
                    <a:pt x="1119" y="1822"/>
                  </a:cubicBezTo>
                  <a:cubicBezTo>
                    <a:pt x="726" y="1822"/>
                    <a:pt x="405" y="1501"/>
                    <a:pt x="405" y="1108"/>
                  </a:cubicBezTo>
                  <a:cubicBezTo>
                    <a:pt x="405" y="715"/>
                    <a:pt x="714" y="394"/>
                    <a:pt x="1119" y="394"/>
                  </a:cubicBezTo>
                  <a:close/>
                  <a:moveTo>
                    <a:pt x="1119" y="1"/>
                  </a:moveTo>
                  <a:cubicBezTo>
                    <a:pt x="500" y="1"/>
                    <a:pt x="0" y="501"/>
                    <a:pt x="0" y="1120"/>
                  </a:cubicBezTo>
                  <a:cubicBezTo>
                    <a:pt x="0" y="1727"/>
                    <a:pt x="500" y="2239"/>
                    <a:pt x="1119" y="2239"/>
                  </a:cubicBezTo>
                  <a:cubicBezTo>
                    <a:pt x="1727" y="2239"/>
                    <a:pt x="2227" y="1727"/>
                    <a:pt x="2227" y="1120"/>
                  </a:cubicBezTo>
                  <a:cubicBezTo>
                    <a:pt x="2227" y="489"/>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62"/>
            <p:cNvSpPr/>
            <p:nvPr/>
          </p:nvSpPr>
          <p:spPr>
            <a:xfrm>
              <a:off x="6482273" y="3306763"/>
              <a:ext cx="48045" cy="48045"/>
            </a:xfrm>
            <a:custGeom>
              <a:avLst/>
              <a:gdLst/>
              <a:ahLst/>
              <a:cxnLst/>
              <a:rect l="l" t="t" r="r" b="b"/>
              <a:pathLst>
                <a:path w="1513" h="1513" extrusionOk="0">
                  <a:moveTo>
                    <a:pt x="763" y="405"/>
                  </a:moveTo>
                  <a:cubicBezTo>
                    <a:pt x="953" y="405"/>
                    <a:pt x="1120" y="560"/>
                    <a:pt x="1120" y="762"/>
                  </a:cubicBezTo>
                  <a:cubicBezTo>
                    <a:pt x="1120" y="965"/>
                    <a:pt x="953" y="1119"/>
                    <a:pt x="763" y="1119"/>
                  </a:cubicBezTo>
                  <a:cubicBezTo>
                    <a:pt x="560" y="1119"/>
                    <a:pt x="406" y="953"/>
                    <a:pt x="406" y="762"/>
                  </a:cubicBezTo>
                  <a:cubicBezTo>
                    <a:pt x="406" y="560"/>
                    <a:pt x="560" y="405"/>
                    <a:pt x="763" y="405"/>
                  </a:cubicBezTo>
                  <a:close/>
                  <a:moveTo>
                    <a:pt x="763" y="0"/>
                  </a:moveTo>
                  <a:cubicBezTo>
                    <a:pt x="346" y="0"/>
                    <a:pt x="1" y="345"/>
                    <a:pt x="1" y="762"/>
                  </a:cubicBezTo>
                  <a:cubicBezTo>
                    <a:pt x="1" y="1179"/>
                    <a:pt x="346" y="1512"/>
                    <a:pt x="763" y="1512"/>
                  </a:cubicBezTo>
                  <a:cubicBezTo>
                    <a:pt x="1179" y="1512"/>
                    <a:pt x="1513" y="1179"/>
                    <a:pt x="1513" y="762"/>
                  </a:cubicBezTo>
                  <a:cubicBezTo>
                    <a:pt x="1513" y="345"/>
                    <a:pt x="1179"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62"/>
            <p:cNvSpPr/>
            <p:nvPr/>
          </p:nvSpPr>
          <p:spPr>
            <a:xfrm>
              <a:off x="6456584" y="3437180"/>
              <a:ext cx="76784" cy="76403"/>
            </a:xfrm>
            <a:custGeom>
              <a:avLst/>
              <a:gdLst/>
              <a:ahLst/>
              <a:cxnLst/>
              <a:rect l="l" t="t" r="r" b="b"/>
              <a:pathLst>
                <a:path w="2418" h="2406" extrusionOk="0">
                  <a:moveTo>
                    <a:pt x="2012" y="406"/>
                  </a:moveTo>
                  <a:lnTo>
                    <a:pt x="2012" y="1989"/>
                  </a:lnTo>
                  <a:lnTo>
                    <a:pt x="417" y="1989"/>
                  </a:lnTo>
                  <a:lnTo>
                    <a:pt x="417" y="406"/>
                  </a:lnTo>
                  <a:close/>
                  <a:moveTo>
                    <a:pt x="298" y="1"/>
                  </a:moveTo>
                  <a:cubicBezTo>
                    <a:pt x="143" y="1"/>
                    <a:pt x="0" y="132"/>
                    <a:pt x="0" y="298"/>
                  </a:cubicBezTo>
                  <a:lnTo>
                    <a:pt x="0" y="2108"/>
                  </a:lnTo>
                  <a:cubicBezTo>
                    <a:pt x="0" y="2275"/>
                    <a:pt x="143" y="2406"/>
                    <a:pt x="298" y="2406"/>
                  </a:cubicBezTo>
                  <a:lnTo>
                    <a:pt x="2119" y="2406"/>
                  </a:lnTo>
                  <a:cubicBezTo>
                    <a:pt x="2286" y="2406"/>
                    <a:pt x="2417" y="2275"/>
                    <a:pt x="2417" y="2108"/>
                  </a:cubicBezTo>
                  <a:lnTo>
                    <a:pt x="2417" y="298"/>
                  </a:lnTo>
                  <a:cubicBezTo>
                    <a:pt x="2417" y="120"/>
                    <a:pt x="2286" y="1"/>
                    <a:pt x="2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62"/>
            <p:cNvSpPr/>
            <p:nvPr/>
          </p:nvSpPr>
          <p:spPr>
            <a:xfrm>
              <a:off x="6268658" y="3367351"/>
              <a:ext cx="406464" cy="174208"/>
            </a:xfrm>
            <a:custGeom>
              <a:avLst/>
              <a:gdLst/>
              <a:ahLst/>
              <a:cxnLst/>
              <a:rect l="l" t="t" r="r" b="b"/>
              <a:pathLst>
                <a:path w="12800" h="5486" extrusionOk="0">
                  <a:moveTo>
                    <a:pt x="10419" y="1616"/>
                  </a:moveTo>
                  <a:lnTo>
                    <a:pt x="10419" y="3009"/>
                  </a:lnTo>
                  <a:lnTo>
                    <a:pt x="9573" y="3009"/>
                  </a:lnTo>
                  <a:lnTo>
                    <a:pt x="9573" y="1616"/>
                  </a:lnTo>
                  <a:close/>
                  <a:moveTo>
                    <a:pt x="12395" y="402"/>
                  </a:moveTo>
                  <a:lnTo>
                    <a:pt x="12395" y="414"/>
                  </a:lnTo>
                  <a:lnTo>
                    <a:pt x="12395" y="4224"/>
                  </a:lnTo>
                  <a:lnTo>
                    <a:pt x="12383" y="4236"/>
                  </a:lnTo>
                  <a:lnTo>
                    <a:pt x="10835" y="3807"/>
                  </a:lnTo>
                  <a:lnTo>
                    <a:pt x="10823" y="3795"/>
                  </a:lnTo>
                  <a:lnTo>
                    <a:pt x="10823" y="3224"/>
                  </a:lnTo>
                  <a:lnTo>
                    <a:pt x="10823" y="1414"/>
                  </a:lnTo>
                  <a:lnTo>
                    <a:pt x="10823" y="842"/>
                  </a:lnTo>
                  <a:cubicBezTo>
                    <a:pt x="10823" y="842"/>
                    <a:pt x="10823" y="831"/>
                    <a:pt x="10835" y="831"/>
                  </a:cubicBezTo>
                  <a:lnTo>
                    <a:pt x="12383" y="402"/>
                  </a:lnTo>
                  <a:close/>
                  <a:moveTo>
                    <a:pt x="12362" y="0"/>
                  </a:moveTo>
                  <a:cubicBezTo>
                    <a:pt x="12330" y="0"/>
                    <a:pt x="12297" y="3"/>
                    <a:pt x="12264" y="9"/>
                  </a:cubicBezTo>
                  <a:lnTo>
                    <a:pt x="10716" y="438"/>
                  </a:lnTo>
                  <a:cubicBezTo>
                    <a:pt x="10538" y="485"/>
                    <a:pt x="10407" y="664"/>
                    <a:pt x="10407" y="842"/>
                  </a:cubicBezTo>
                  <a:lnTo>
                    <a:pt x="10407" y="1212"/>
                  </a:lnTo>
                  <a:lnTo>
                    <a:pt x="9549" y="1212"/>
                  </a:lnTo>
                  <a:lnTo>
                    <a:pt x="9549" y="914"/>
                  </a:lnTo>
                  <a:cubicBezTo>
                    <a:pt x="9549" y="819"/>
                    <a:pt x="9466" y="711"/>
                    <a:pt x="9347" y="711"/>
                  </a:cubicBezTo>
                  <a:cubicBezTo>
                    <a:pt x="9228" y="711"/>
                    <a:pt x="9133" y="795"/>
                    <a:pt x="9133" y="914"/>
                  </a:cubicBezTo>
                  <a:lnTo>
                    <a:pt x="9133" y="1414"/>
                  </a:lnTo>
                  <a:lnTo>
                    <a:pt x="9133" y="3224"/>
                  </a:lnTo>
                  <a:lnTo>
                    <a:pt x="9133" y="4986"/>
                  </a:lnTo>
                  <a:cubicBezTo>
                    <a:pt x="9133" y="5045"/>
                    <a:pt x="9085" y="5081"/>
                    <a:pt x="9026" y="5081"/>
                  </a:cubicBezTo>
                  <a:lnTo>
                    <a:pt x="513" y="5081"/>
                  </a:lnTo>
                  <a:cubicBezTo>
                    <a:pt x="453" y="5081"/>
                    <a:pt x="417" y="5045"/>
                    <a:pt x="417" y="4986"/>
                  </a:cubicBezTo>
                  <a:lnTo>
                    <a:pt x="417" y="1854"/>
                  </a:lnTo>
                  <a:cubicBezTo>
                    <a:pt x="417" y="1747"/>
                    <a:pt x="322" y="1652"/>
                    <a:pt x="203" y="1652"/>
                  </a:cubicBezTo>
                  <a:cubicBezTo>
                    <a:pt x="84" y="1652"/>
                    <a:pt x="1" y="1735"/>
                    <a:pt x="1" y="1854"/>
                  </a:cubicBezTo>
                  <a:lnTo>
                    <a:pt x="1" y="4986"/>
                  </a:lnTo>
                  <a:cubicBezTo>
                    <a:pt x="1" y="5260"/>
                    <a:pt x="215" y="5486"/>
                    <a:pt x="501" y="5486"/>
                  </a:cubicBezTo>
                  <a:lnTo>
                    <a:pt x="9014" y="5486"/>
                  </a:lnTo>
                  <a:cubicBezTo>
                    <a:pt x="9299" y="5486"/>
                    <a:pt x="9526" y="5260"/>
                    <a:pt x="9526" y="4986"/>
                  </a:cubicBezTo>
                  <a:lnTo>
                    <a:pt x="9526" y="3414"/>
                  </a:lnTo>
                  <a:lnTo>
                    <a:pt x="10371" y="3414"/>
                  </a:lnTo>
                  <a:lnTo>
                    <a:pt x="10371" y="3795"/>
                  </a:lnTo>
                  <a:cubicBezTo>
                    <a:pt x="10371" y="3986"/>
                    <a:pt x="10502" y="4152"/>
                    <a:pt x="10681" y="4188"/>
                  </a:cubicBezTo>
                  <a:lnTo>
                    <a:pt x="12228" y="4629"/>
                  </a:lnTo>
                  <a:cubicBezTo>
                    <a:pt x="12264" y="4641"/>
                    <a:pt x="12300" y="4641"/>
                    <a:pt x="12347" y="4641"/>
                  </a:cubicBezTo>
                  <a:cubicBezTo>
                    <a:pt x="12443" y="4641"/>
                    <a:pt x="12526" y="4605"/>
                    <a:pt x="12597" y="4545"/>
                  </a:cubicBezTo>
                  <a:cubicBezTo>
                    <a:pt x="12705" y="4474"/>
                    <a:pt x="12764" y="4343"/>
                    <a:pt x="12764" y="4224"/>
                  </a:cubicBezTo>
                  <a:lnTo>
                    <a:pt x="12764" y="426"/>
                  </a:lnTo>
                  <a:cubicBezTo>
                    <a:pt x="12800" y="283"/>
                    <a:pt x="12740" y="164"/>
                    <a:pt x="12633" y="80"/>
                  </a:cubicBezTo>
                  <a:cubicBezTo>
                    <a:pt x="12553" y="27"/>
                    <a:pt x="12459" y="0"/>
                    <a:pt x="12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9" name="Google Shape;9569;p62"/>
          <p:cNvGrpSpPr/>
          <p:nvPr/>
        </p:nvGrpSpPr>
        <p:grpSpPr>
          <a:xfrm>
            <a:off x="865862" y="3207306"/>
            <a:ext cx="364484" cy="364897"/>
            <a:chOff x="865862" y="3207306"/>
            <a:chExt cx="364484" cy="364897"/>
          </a:xfrm>
        </p:grpSpPr>
        <p:sp>
          <p:nvSpPr>
            <p:cNvPr id="9570" name="Google Shape;9570;p62"/>
            <p:cNvSpPr/>
            <p:nvPr/>
          </p:nvSpPr>
          <p:spPr>
            <a:xfrm>
              <a:off x="928229" y="3269323"/>
              <a:ext cx="240131" cy="240100"/>
            </a:xfrm>
            <a:custGeom>
              <a:avLst/>
              <a:gdLst/>
              <a:ahLst/>
              <a:cxnLst/>
              <a:rect l="l" t="t" r="r" b="b"/>
              <a:pathLst>
                <a:path w="7562" h="7561" extrusionOk="0">
                  <a:moveTo>
                    <a:pt x="3775" y="0"/>
                  </a:moveTo>
                  <a:cubicBezTo>
                    <a:pt x="1692" y="0"/>
                    <a:pt x="1" y="1703"/>
                    <a:pt x="1" y="3787"/>
                  </a:cubicBezTo>
                  <a:cubicBezTo>
                    <a:pt x="1" y="5870"/>
                    <a:pt x="1692" y="7561"/>
                    <a:pt x="3775" y="7561"/>
                  </a:cubicBezTo>
                  <a:cubicBezTo>
                    <a:pt x="4454" y="7561"/>
                    <a:pt x="5121" y="7382"/>
                    <a:pt x="5704" y="7037"/>
                  </a:cubicBezTo>
                  <a:cubicBezTo>
                    <a:pt x="5787" y="6977"/>
                    <a:pt x="5823" y="6858"/>
                    <a:pt x="5775" y="6775"/>
                  </a:cubicBezTo>
                  <a:cubicBezTo>
                    <a:pt x="5736" y="6720"/>
                    <a:pt x="5672" y="6691"/>
                    <a:pt x="5605" y="6691"/>
                  </a:cubicBezTo>
                  <a:cubicBezTo>
                    <a:pt x="5570" y="6691"/>
                    <a:pt x="5534" y="6699"/>
                    <a:pt x="5502" y="6716"/>
                  </a:cubicBezTo>
                  <a:cubicBezTo>
                    <a:pt x="4990" y="7025"/>
                    <a:pt x="4394" y="7192"/>
                    <a:pt x="3775" y="7192"/>
                  </a:cubicBezTo>
                  <a:cubicBezTo>
                    <a:pt x="1906" y="7192"/>
                    <a:pt x="382" y="5668"/>
                    <a:pt x="382" y="3798"/>
                  </a:cubicBezTo>
                  <a:cubicBezTo>
                    <a:pt x="382" y="1917"/>
                    <a:pt x="1906" y="405"/>
                    <a:pt x="3775" y="405"/>
                  </a:cubicBezTo>
                  <a:cubicBezTo>
                    <a:pt x="5656" y="405"/>
                    <a:pt x="7168" y="1917"/>
                    <a:pt x="7168" y="3798"/>
                  </a:cubicBezTo>
                  <a:cubicBezTo>
                    <a:pt x="7168" y="4775"/>
                    <a:pt x="6740" y="5715"/>
                    <a:pt x="6002" y="6358"/>
                  </a:cubicBezTo>
                  <a:cubicBezTo>
                    <a:pt x="5918" y="6430"/>
                    <a:pt x="5906" y="6549"/>
                    <a:pt x="5978" y="6620"/>
                  </a:cubicBezTo>
                  <a:cubicBezTo>
                    <a:pt x="6024" y="6667"/>
                    <a:pt x="6082" y="6691"/>
                    <a:pt x="6136" y="6691"/>
                  </a:cubicBezTo>
                  <a:cubicBezTo>
                    <a:pt x="6179" y="6691"/>
                    <a:pt x="6220" y="6676"/>
                    <a:pt x="6252" y="6644"/>
                  </a:cubicBezTo>
                  <a:cubicBezTo>
                    <a:pt x="7085" y="5930"/>
                    <a:pt x="7561" y="4882"/>
                    <a:pt x="7561" y="3787"/>
                  </a:cubicBezTo>
                  <a:cubicBezTo>
                    <a:pt x="7561" y="1703"/>
                    <a:pt x="585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2"/>
            <p:cNvSpPr/>
            <p:nvPr/>
          </p:nvSpPr>
          <p:spPr>
            <a:xfrm>
              <a:off x="956205" y="3297681"/>
              <a:ext cx="184179" cy="184147"/>
            </a:xfrm>
            <a:custGeom>
              <a:avLst/>
              <a:gdLst/>
              <a:ahLst/>
              <a:cxnLst/>
              <a:rect l="l" t="t" r="r" b="b"/>
              <a:pathLst>
                <a:path w="5800" h="5799" extrusionOk="0">
                  <a:moveTo>
                    <a:pt x="2894" y="0"/>
                  </a:moveTo>
                  <a:cubicBezTo>
                    <a:pt x="1311" y="0"/>
                    <a:pt x="1" y="1298"/>
                    <a:pt x="1" y="2905"/>
                  </a:cubicBezTo>
                  <a:cubicBezTo>
                    <a:pt x="1" y="4501"/>
                    <a:pt x="1287" y="5799"/>
                    <a:pt x="2894" y="5799"/>
                  </a:cubicBezTo>
                  <a:cubicBezTo>
                    <a:pt x="4502" y="5799"/>
                    <a:pt x="5799" y="4513"/>
                    <a:pt x="5799" y="2905"/>
                  </a:cubicBezTo>
                  <a:cubicBezTo>
                    <a:pt x="5799" y="2322"/>
                    <a:pt x="5621" y="1751"/>
                    <a:pt x="5311" y="1286"/>
                  </a:cubicBezTo>
                  <a:cubicBezTo>
                    <a:pt x="5276" y="1229"/>
                    <a:pt x="5219" y="1202"/>
                    <a:pt x="5159" y="1202"/>
                  </a:cubicBezTo>
                  <a:cubicBezTo>
                    <a:pt x="5118" y="1202"/>
                    <a:pt x="5076" y="1215"/>
                    <a:pt x="5037" y="1239"/>
                  </a:cubicBezTo>
                  <a:cubicBezTo>
                    <a:pt x="4954" y="1298"/>
                    <a:pt x="4942" y="1417"/>
                    <a:pt x="5002" y="1501"/>
                  </a:cubicBezTo>
                  <a:cubicBezTo>
                    <a:pt x="5275" y="1917"/>
                    <a:pt x="5430" y="2417"/>
                    <a:pt x="5430" y="2905"/>
                  </a:cubicBezTo>
                  <a:cubicBezTo>
                    <a:pt x="5430" y="4287"/>
                    <a:pt x="4299" y="5418"/>
                    <a:pt x="2918" y="5418"/>
                  </a:cubicBezTo>
                  <a:cubicBezTo>
                    <a:pt x="1525" y="5418"/>
                    <a:pt x="394" y="4287"/>
                    <a:pt x="394" y="2905"/>
                  </a:cubicBezTo>
                  <a:cubicBezTo>
                    <a:pt x="394" y="1524"/>
                    <a:pt x="1513" y="393"/>
                    <a:pt x="2894" y="393"/>
                  </a:cubicBezTo>
                  <a:cubicBezTo>
                    <a:pt x="3525" y="393"/>
                    <a:pt x="4132" y="631"/>
                    <a:pt x="4597" y="1036"/>
                  </a:cubicBezTo>
                  <a:cubicBezTo>
                    <a:pt x="4628" y="1073"/>
                    <a:pt x="4669" y="1089"/>
                    <a:pt x="4712" y="1089"/>
                  </a:cubicBezTo>
                  <a:cubicBezTo>
                    <a:pt x="4764" y="1089"/>
                    <a:pt x="4819" y="1064"/>
                    <a:pt x="4859" y="1024"/>
                  </a:cubicBezTo>
                  <a:cubicBezTo>
                    <a:pt x="4942" y="953"/>
                    <a:pt x="4918" y="834"/>
                    <a:pt x="4847" y="762"/>
                  </a:cubicBezTo>
                  <a:cubicBezTo>
                    <a:pt x="4311" y="274"/>
                    <a:pt x="3609"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62"/>
            <p:cNvSpPr/>
            <p:nvPr/>
          </p:nvSpPr>
          <p:spPr>
            <a:xfrm>
              <a:off x="1042039" y="3207306"/>
              <a:ext cx="12511" cy="47664"/>
            </a:xfrm>
            <a:custGeom>
              <a:avLst/>
              <a:gdLst/>
              <a:ahLst/>
              <a:cxnLst/>
              <a:rect l="l" t="t" r="r" b="b"/>
              <a:pathLst>
                <a:path w="394" h="1501" extrusionOk="0">
                  <a:moveTo>
                    <a:pt x="191" y="1"/>
                  </a:moveTo>
                  <a:cubicBezTo>
                    <a:pt x="96" y="1"/>
                    <a:pt x="1" y="96"/>
                    <a:pt x="1" y="203"/>
                  </a:cubicBezTo>
                  <a:lnTo>
                    <a:pt x="1" y="1310"/>
                  </a:lnTo>
                  <a:cubicBezTo>
                    <a:pt x="1" y="1430"/>
                    <a:pt x="96" y="1501"/>
                    <a:pt x="191" y="1501"/>
                  </a:cubicBezTo>
                  <a:cubicBezTo>
                    <a:pt x="298" y="1501"/>
                    <a:pt x="394" y="1418"/>
                    <a:pt x="394" y="1310"/>
                  </a:cubicBezTo>
                  <a:lnTo>
                    <a:pt x="394" y="203"/>
                  </a:lnTo>
                  <a:cubicBezTo>
                    <a:pt x="394" y="96"/>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62"/>
            <p:cNvSpPr/>
            <p:nvPr/>
          </p:nvSpPr>
          <p:spPr>
            <a:xfrm>
              <a:off x="1042039" y="3524538"/>
              <a:ext cx="12511" cy="47664"/>
            </a:xfrm>
            <a:custGeom>
              <a:avLst/>
              <a:gdLst/>
              <a:ahLst/>
              <a:cxnLst/>
              <a:rect l="l" t="t" r="r" b="b"/>
              <a:pathLst>
                <a:path w="394" h="1501" extrusionOk="0">
                  <a:moveTo>
                    <a:pt x="191" y="0"/>
                  </a:moveTo>
                  <a:cubicBezTo>
                    <a:pt x="96" y="0"/>
                    <a:pt x="1" y="95"/>
                    <a:pt x="1" y="191"/>
                  </a:cubicBezTo>
                  <a:lnTo>
                    <a:pt x="1" y="1310"/>
                  </a:lnTo>
                  <a:cubicBezTo>
                    <a:pt x="1" y="1417"/>
                    <a:pt x="84" y="1500"/>
                    <a:pt x="191" y="1500"/>
                  </a:cubicBezTo>
                  <a:cubicBezTo>
                    <a:pt x="298" y="1500"/>
                    <a:pt x="394" y="1417"/>
                    <a:pt x="394" y="1310"/>
                  </a:cubicBezTo>
                  <a:lnTo>
                    <a:pt x="394" y="191"/>
                  </a:ln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62"/>
            <p:cNvSpPr/>
            <p:nvPr/>
          </p:nvSpPr>
          <p:spPr>
            <a:xfrm>
              <a:off x="953188" y="3230836"/>
              <a:ext cx="31406" cy="43441"/>
            </a:xfrm>
            <a:custGeom>
              <a:avLst/>
              <a:gdLst/>
              <a:ahLst/>
              <a:cxnLst/>
              <a:rect l="l" t="t" r="r" b="b"/>
              <a:pathLst>
                <a:path w="989" h="1368" extrusionOk="0">
                  <a:moveTo>
                    <a:pt x="217" y="0"/>
                  </a:moveTo>
                  <a:cubicBezTo>
                    <a:pt x="185" y="0"/>
                    <a:pt x="153" y="7"/>
                    <a:pt x="120" y="22"/>
                  </a:cubicBezTo>
                  <a:cubicBezTo>
                    <a:pt x="36" y="81"/>
                    <a:pt x="1" y="188"/>
                    <a:pt x="48" y="296"/>
                  </a:cubicBezTo>
                  <a:lnTo>
                    <a:pt x="608" y="1272"/>
                  </a:lnTo>
                  <a:cubicBezTo>
                    <a:pt x="644" y="1331"/>
                    <a:pt x="715" y="1367"/>
                    <a:pt x="775" y="1367"/>
                  </a:cubicBezTo>
                  <a:cubicBezTo>
                    <a:pt x="798" y="1367"/>
                    <a:pt x="834" y="1343"/>
                    <a:pt x="870" y="1331"/>
                  </a:cubicBezTo>
                  <a:cubicBezTo>
                    <a:pt x="953" y="1272"/>
                    <a:pt x="989" y="1165"/>
                    <a:pt x="941" y="1070"/>
                  </a:cubicBezTo>
                  <a:lnTo>
                    <a:pt x="394" y="93"/>
                  </a:lnTo>
                  <a:cubicBezTo>
                    <a:pt x="352" y="35"/>
                    <a:pt x="288"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2"/>
            <p:cNvSpPr/>
            <p:nvPr/>
          </p:nvSpPr>
          <p:spPr>
            <a:xfrm>
              <a:off x="1111614" y="3505485"/>
              <a:ext cx="30644" cy="42520"/>
            </a:xfrm>
            <a:custGeom>
              <a:avLst/>
              <a:gdLst/>
              <a:ahLst/>
              <a:cxnLst/>
              <a:rect l="l" t="t" r="r" b="b"/>
              <a:pathLst>
                <a:path w="965" h="1339" extrusionOk="0">
                  <a:moveTo>
                    <a:pt x="210" y="1"/>
                  </a:moveTo>
                  <a:cubicBezTo>
                    <a:pt x="181" y="1"/>
                    <a:pt x="151" y="6"/>
                    <a:pt x="119" y="17"/>
                  </a:cubicBezTo>
                  <a:cubicBezTo>
                    <a:pt x="24" y="76"/>
                    <a:pt x="0" y="183"/>
                    <a:pt x="48" y="291"/>
                  </a:cubicBezTo>
                  <a:lnTo>
                    <a:pt x="596" y="1255"/>
                  </a:lnTo>
                  <a:cubicBezTo>
                    <a:pt x="620" y="1314"/>
                    <a:pt x="691" y="1338"/>
                    <a:pt x="751" y="1338"/>
                  </a:cubicBezTo>
                  <a:cubicBezTo>
                    <a:pt x="786" y="1338"/>
                    <a:pt x="810" y="1326"/>
                    <a:pt x="846" y="1314"/>
                  </a:cubicBezTo>
                  <a:cubicBezTo>
                    <a:pt x="929" y="1255"/>
                    <a:pt x="965" y="1148"/>
                    <a:pt x="917" y="1041"/>
                  </a:cubicBezTo>
                  <a:lnTo>
                    <a:pt x="381" y="100"/>
                  </a:lnTo>
                  <a:cubicBezTo>
                    <a:pt x="339" y="33"/>
                    <a:pt x="279" y="1"/>
                    <a:pt x="2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2"/>
            <p:cNvSpPr/>
            <p:nvPr/>
          </p:nvSpPr>
          <p:spPr>
            <a:xfrm>
              <a:off x="888916" y="3295998"/>
              <a:ext cx="44648" cy="29691"/>
            </a:xfrm>
            <a:custGeom>
              <a:avLst/>
              <a:gdLst/>
              <a:ahLst/>
              <a:cxnLst/>
              <a:rect l="l" t="t" r="r" b="b"/>
              <a:pathLst>
                <a:path w="1406" h="935" extrusionOk="0">
                  <a:moveTo>
                    <a:pt x="203" y="0"/>
                  </a:moveTo>
                  <a:cubicBezTo>
                    <a:pt x="136" y="0"/>
                    <a:pt x="64" y="37"/>
                    <a:pt x="24" y="101"/>
                  </a:cubicBezTo>
                  <a:cubicBezTo>
                    <a:pt x="1" y="184"/>
                    <a:pt x="36" y="303"/>
                    <a:pt x="120" y="351"/>
                  </a:cubicBezTo>
                  <a:lnTo>
                    <a:pt x="1084" y="899"/>
                  </a:lnTo>
                  <a:cubicBezTo>
                    <a:pt x="1120" y="923"/>
                    <a:pt x="1144" y="934"/>
                    <a:pt x="1179" y="934"/>
                  </a:cubicBezTo>
                  <a:cubicBezTo>
                    <a:pt x="1239" y="934"/>
                    <a:pt x="1310" y="899"/>
                    <a:pt x="1334" y="839"/>
                  </a:cubicBezTo>
                  <a:cubicBezTo>
                    <a:pt x="1406" y="756"/>
                    <a:pt x="1358" y="637"/>
                    <a:pt x="1263" y="577"/>
                  </a:cubicBezTo>
                  <a:lnTo>
                    <a:pt x="298" y="30"/>
                  </a:lnTo>
                  <a:cubicBezTo>
                    <a:pt x="271" y="10"/>
                    <a:pt x="237"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62"/>
            <p:cNvSpPr/>
            <p:nvPr/>
          </p:nvSpPr>
          <p:spPr>
            <a:xfrm>
              <a:off x="1162644" y="3454106"/>
              <a:ext cx="45029" cy="30390"/>
            </a:xfrm>
            <a:custGeom>
              <a:avLst/>
              <a:gdLst/>
              <a:ahLst/>
              <a:cxnLst/>
              <a:rect l="l" t="t" r="r" b="b"/>
              <a:pathLst>
                <a:path w="1418" h="957" extrusionOk="0">
                  <a:moveTo>
                    <a:pt x="237" y="1"/>
                  </a:moveTo>
                  <a:cubicBezTo>
                    <a:pt x="171" y="1"/>
                    <a:pt x="101" y="41"/>
                    <a:pt x="60" y="99"/>
                  </a:cubicBezTo>
                  <a:cubicBezTo>
                    <a:pt x="1" y="194"/>
                    <a:pt x="48" y="313"/>
                    <a:pt x="132" y="373"/>
                  </a:cubicBezTo>
                  <a:lnTo>
                    <a:pt x="1096" y="920"/>
                  </a:lnTo>
                  <a:cubicBezTo>
                    <a:pt x="1132" y="932"/>
                    <a:pt x="1156" y="956"/>
                    <a:pt x="1191" y="956"/>
                  </a:cubicBezTo>
                  <a:cubicBezTo>
                    <a:pt x="1251" y="956"/>
                    <a:pt x="1322" y="920"/>
                    <a:pt x="1346" y="861"/>
                  </a:cubicBezTo>
                  <a:cubicBezTo>
                    <a:pt x="1418" y="766"/>
                    <a:pt x="1382" y="646"/>
                    <a:pt x="1299" y="575"/>
                  </a:cubicBezTo>
                  <a:lnTo>
                    <a:pt x="322" y="27"/>
                  </a:lnTo>
                  <a:cubicBezTo>
                    <a:pt x="296" y="9"/>
                    <a:pt x="267"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62"/>
            <p:cNvSpPr/>
            <p:nvPr/>
          </p:nvSpPr>
          <p:spPr>
            <a:xfrm>
              <a:off x="865862" y="3383864"/>
              <a:ext cx="47664" cy="12130"/>
            </a:xfrm>
            <a:custGeom>
              <a:avLst/>
              <a:gdLst/>
              <a:ahLst/>
              <a:cxnLst/>
              <a:rect l="l" t="t" r="r" b="b"/>
              <a:pathLst>
                <a:path w="1501" h="382" extrusionOk="0">
                  <a:moveTo>
                    <a:pt x="191" y="1"/>
                  </a:moveTo>
                  <a:cubicBezTo>
                    <a:pt x="84" y="1"/>
                    <a:pt x="0" y="84"/>
                    <a:pt x="0" y="191"/>
                  </a:cubicBezTo>
                  <a:cubicBezTo>
                    <a:pt x="0" y="287"/>
                    <a:pt x="84" y="382"/>
                    <a:pt x="191" y="382"/>
                  </a:cubicBezTo>
                  <a:lnTo>
                    <a:pt x="1310" y="382"/>
                  </a:lnTo>
                  <a:cubicBezTo>
                    <a:pt x="1429" y="382"/>
                    <a:pt x="1501" y="299"/>
                    <a:pt x="1501" y="191"/>
                  </a:cubicBezTo>
                  <a:cubicBezTo>
                    <a:pt x="1501" y="84"/>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62"/>
            <p:cNvSpPr/>
            <p:nvPr/>
          </p:nvSpPr>
          <p:spPr>
            <a:xfrm>
              <a:off x="1182300" y="3383864"/>
              <a:ext cx="48045" cy="12130"/>
            </a:xfrm>
            <a:custGeom>
              <a:avLst/>
              <a:gdLst/>
              <a:ahLst/>
              <a:cxnLst/>
              <a:rect l="l" t="t" r="r" b="b"/>
              <a:pathLst>
                <a:path w="1513" h="382" extrusionOk="0">
                  <a:moveTo>
                    <a:pt x="203" y="1"/>
                  </a:moveTo>
                  <a:cubicBezTo>
                    <a:pt x="96" y="1"/>
                    <a:pt x="1" y="84"/>
                    <a:pt x="1" y="191"/>
                  </a:cubicBezTo>
                  <a:cubicBezTo>
                    <a:pt x="1" y="287"/>
                    <a:pt x="96" y="382"/>
                    <a:pt x="203" y="382"/>
                  </a:cubicBezTo>
                  <a:lnTo>
                    <a:pt x="1311" y="382"/>
                  </a:lnTo>
                  <a:cubicBezTo>
                    <a:pt x="1418" y="382"/>
                    <a:pt x="1513" y="287"/>
                    <a:pt x="1513" y="191"/>
                  </a:cubicBezTo>
                  <a:cubicBezTo>
                    <a:pt x="1513" y="84"/>
                    <a:pt x="1430"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62"/>
            <p:cNvSpPr/>
            <p:nvPr/>
          </p:nvSpPr>
          <p:spPr>
            <a:xfrm>
              <a:off x="888916" y="3454011"/>
              <a:ext cx="43885" cy="30104"/>
            </a:xfrm>
            <a:custGeom>
              <a:avLst/>
              <a:gdLst/>
              <a:ahLst/>
              <a:cxnLst/>
              <a:rect l="l" t="t" r="r" b="b"/>
              <a:pathLst>
                <a:path w="1382" h="948" extrusionOk="0">
                  <a:moveTo>
                    <a:pt x="1186" y="1"/>
                  </a:moveTo>
                  <a:cubicBezTo>
                    <a:pt x="1152" y="1"/>
                    <a:pt x="1117" y="10"/>
                    <a:pt x="1084" y="30"/>
                  </a:cubicBezTo>
                  <a:lnTo>
                    <a:pt x="120" y="590"/>
                  </a:lnTo>
                  <a:cubicBezTo>
                    <a:pt x="36" y="649"/>
                    <a:pt x="1" y="745"/>
                    <a:pt x="48" y="852"/>
                  </a:cubicBezTo>
                  <a:cubicBezTo>
                    <a:pt x="72" y="911"/>
                    <a:pt x="144" y="947"/>
                    <a:pt x="215" y="947"/>
                  </a:cubicBezTo>
                  <a:cubicBezTo>
                    <a:pt x="239" y="947"/>
                    <a:pt x="274" y="923"/>
                    <a:pt x="298" y="911"/>
                  </a:cubicBezTo>
                  <a:lnTo>
                    <a:pt x="1263" y="364"/>
                  </a:lnTo>
                  <a:cubicBezTo>
                    <a:pt x="1358" y="304"/>
                    <a:pt x="1382" y="197"/>
                    <a:pt x="1334" y="90"/>
                  </a:cubicBezTo>
                  <a:cubicBezTo>
                    <a:pt x="1311" y="35"/>
                    <a:pt x="1251" y="1"/>
                    <a:pt x="1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62"/>
            <p:cNvSpPr/>
            <p:nvPr/>
          </p:nvSpPr>
          <p:spPr>
            <a:xfrm>
              <a:off x="1163025" y="3295648"/>
              <a:ext cx="44648" cy="30040"/>
            </a:xfrm>
            <a:custGeom>
              <a:avLst/>
              <a:gdLst/>
              <a:ahLst/>
              <a:cxnLst/>
              <a:rect l="l" t="t" r="r" b="b"/>
              <a:pathLst>
                <a:path w="1406" h="946" extrusionOk="0">
                  <a:moveTo>
                    <a:pt x="1177" y="1"/>
                  </a:moveTo>
                  <a:cubicBezTo>
                    <a:pt x="1147" y="1"/>
                    <a:pt x="1115" y="6"/>
                    <a:pt x="1084" y="17"/>
                  </a:cubicBezTo>
                  <a:lnTo>
                    <a:pt x="120" y="576"/>
                  </a:lnTo>
                  <a:cubicBezTo>
                    <a:pt x="36" y="636"/>
                    <a:pt x="1" y="731"/>
                    <a:pt x="48" y="838"/>
                  </a:cubicBezTo>
                  <a:cubicBezTo>
                    <a:pt x="96" y="910"/>
                    <a:pt x="155" y="945"/>
                    <a:pt x="227" y="945"/>
                  </a:cubicBezTo>
                  <a:cubicBezTo>
                    <a:pt x="251" y="945"/>
                    <a:pt x="286" y="934"/>
                    <a:pt x="310" y="910"/>
                  </a:cubicBezTo>
                  <a:lnTo>
                    <a:pt x="1287" y="362"/>
                  </a:lnTo>
                  <a:cubicBezTo>
                    <a:pt x="1370" y="302"/>
                    <a:pt x="1406" y="195"/>
                    <a:pt x="1358" y="100"/>
                  </a:cubicBezTo>
                  <a:cubicBezTo>
                    <a:pt x="1316" y="33"/>
                    <a:pt x="1250" y="1"/>
                    <a:pt x="1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62"/>
            <p:cNvSpPr/>
            <p:nvPr/>
          </p:nvSpPr>
          <p:spPr>
            <a:xfrm>
              <a:off x="953188" y="3505835"/>
              <a:ext cx="31787" cy="43282"/>
            </a:xfrm>
            <a:custGeom>
              <a:avLst/>
              <a:gdLst/>
              <a:ahLst/>
              <a:cxnLst/>
              <a:rect l="l" t="t" r="r" b="b"/>
              <a:pathLst>
                <a:path w="1001" h="1363" extrusionOk="0">
                  <a:moveTo>
                    <a:pt x="782" y="0"/>
                  </a:moveTo>
                  <a:cubicBezTo>
                    <a:pt x="714" y="0"/>
                    <a:pt x="648" y="37"/>
                    <a:pt x="608" y="101"/>
                  </a:cubicBezTo>
                  <a:lnTo>
                    <a:pt x="60" y="1065"/>
                  </a:lnTo>
                  <a:cubicBezTo>
                    <a:pt x="1" y="1161"/>
                    <a:pt x="48" y="1280"/>
                    <a:pt x="132" y="1327"/>
                  </a:cubicBezTo>
                  <a:cubicBezTo>
                    <a:pt x="167" y="1351"/>
                    <a:pt x="191" y="1363"/>
                    <a:pt x="227" y="1363"/>
                  </a:cubicBezTo>
                  <a:cubicBezTo>
                    <a:pt x="286" y="1363"/>
                    <a:pt x="358" y="1327"/>
                    <a:pt x="394" y="1280"/>
                  </a:cubicBezTo>
                  <a:lnTo>
                    <a:pt x="941" y="303"/>
                  </a:lnTo>
                  <a:cubicBezTo>
                    <a:pt x="1001" y="184"/>
                    <a:pt x="965" y="65"/>
                    <a:pt x="882" y="30"/>
                  </a:cubicBezTo>
                  <a:cubicBezTo>
                    <a:pt x="850" y="10"/>
                    <a:pt x="816" y="0"/>
                    <a:pt x="7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62"/>
            <p:cNvSpPr/>
            <p:nvPr/>
          </p:nvSpPr>
          <p:spPr>
            <a:xfrm>
              <a:off x="1111614" y="3231726"/>
              <a:ext cx="31025" cy="42933"/>
            </a:xfrm>
            <a:custGeom>
              <a:avLst/>
              <a:gdLst/>
              <a:ahLst/>
              <a:cxnLst/>
              <a:rect l="l" t="t" r="r" b="b"/>
              <a:pathLst>
                <a:path w="977" h="1352" extrusionOk="0">
                  <a:moveTo>
                    <a:pt x="754" y="0"/>
                  </a:moveTo>
                  <a:cubicBezTo>
                    <a:pt x="688" y="0"/>
                    <a:pt x="620" y="37"/>
                    <a:pt x="572" y="101"/>
                  </a:cubicBezTo>
                  <a:lnTo>
                    <a:pt x="24" y="1065"/>
                  </a:lnTo>
                  <a:cubicBezTo>
                    <a:pt x="0" y="1137"/>
                    <a:pt x="24" y="1256"/>
                    <a:pt x="119" y="1315"/>
                  </a:cubicBezTo>
                  <a:cubicBezTo>
                    <a:pt x="143" y="1339"/>
                    <a:pt x="179" y="1351"/>
                    <a:pt x="203" y="1351"/>
                  </a:cubicBezTo>
                  <a:cubicBezTo>
                    <a:pt x="262" y="1351"/>
                    <a:pt x="346" y="1315"/>
                    <a:pt x="370" y="1256"/>
                  </a:cubicBezTo>
                  <a:lnTo>
                    <a:pt x="917" y="291"/>
                  </a:lnTo>
                  <a:cubicBezTo>
                    <a:pt x="977" y="208"/>
                    <a:pt x="941" y="89"/>
                    <a:pt x="846" y="29"/>
                  </a:cubicBezTo>
                  <a:cubicBezTo>
                    <a:pt x="818" y="10"/>
                    <a:pt x="786"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4" name="Google Shape;9584;p62"/>
          <p:cNvGrpSpPr/>
          <p:nvPr/>
        </p:nvGrpSpPr>
        <p:grpSpPr>
          <a:xfrm>
            <a:off x="1404617" y="3226962"/>
            <a:ext cx="370168" cy="325965"/>
            <a:chOff x="1404617" y="3226962"/>
            <a:chExt cx="370168" cy="325965"/>
          </a:xfrm>
        </p:grpSpPr>
        <p:sp>
          <p:nvSpPr>
            <p:cNvPr id="9585" name="Google Shape;9585;p62"/>
            <p:cNvSpPr/>
            <p:nvPr/>
          </p:nvSpPr>
          <p:spPr>
            <a:xfrm>
              <a:off x="1535067" y="3226962"/>
              <a:ext cx="12130" cy="37090"/>
            </a:xfrm>
            <a:custGeom>
              <a:avLst/>
              <a:gdLst/>
              <a:ahLst/>
              <a:cxnLst/>
              <a:rect l="l" t="t" r="r" b="b"/>
              <a:pathLst>
                <a:path w="382" h="1168" extrusionOk="0">
                  <a:moveTo>
                    <a:pt x="191" y="1"/>
                  </a:moveTo>
                  <a:cubicBezTo>
                    <a:pt x="84" y="1"/>
                    <a:pt x="0" y="84"/>
                    <a:pt x="0" y="191"/>
                  </a:cubicBezTo>
                  <a:lnTo>
                    <a:pt x="0" y="977"/>
                  </a:lnTo>
                  <a:cubicBezTo>
                    <a:pt x="0" y="1084"/>
                    <a:pt x="84" y="1168"/>
                    <a:pt x="191" y="1168"/>
                  </a:cubicBezTo>
                  <a:cubicBezTo>
                    <a:pt x="298" y="1168"/>
                    <a:pt x="381" y="1084"/>
                    <a:pt x="381" y="977"/>
                  </a:cubicBezTo>
                  <a:lnTo>
                    <a:pt x="381" y="191"/>
                  </a:lnTo>
                  <a:cubicBezTo>
                    <a:pt x="381" y="84"/>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2"/>
            <p:cNvSpPr/>
            <p:nvPr/>
          </p:nvSpPr>
          <p:spPr>
            <a:xfrm>
              <a:off x="1472287" y="3243221"/>
              <a:ext cx="25753" cy="34073"/>
            </a:xfrm>
            <a:custGeom>
              <a:avLst/>
              <a:gdLst/>
              <a:ahLst/>
              <a:cxnLst/>
              <a:rect l="l" t="t" r="r" b="b"/>
              <a:pathLst>
                <a:path w="811" h="1073" extrusionOk="0">
                  <a:moveTo>
                    <a:pt x="217" y="1"/>
                  </a:moveTo>
                  <a:cubicBezTo>
                    <a:pt x="185" y="1"/>
                    <a:pt x="152" y="9"/>
                    <a:pt x="120" y="25"/>
                  </a:cubicBezTo>
                  <a:cubicBezTo>
                    <a:pt x="25" y="72"/>
                    <a:pt x="1" y="179"/>
                    <a:pt x="37" y="287"/>
                  </a:cubicBezTo>
                  <a:lnTo>
                    <a:pt x="442" y="989"/>
                  </a:lnTo>
                  <a:cubicBezTo>
                    <a:pt x="477" y="1049"/>
                    <a:pt x="549" y="1072"/>
                    <a:pt x="608" y="1072"/>
                  </a:cubicBezTo>
                  <a:cubicBezTo>
                    <a:pt x="632" y="1072"/>
                    <a:pt x="668" y="1061"/>
                    <a:pt x="692" y="1049"/>
                  </a:cubicBezTo>
                  <a:cubicBezTo>
                    <a:pt x="787" y="989"/>
                    <a:pt x="811" y="882"/>
                    <a:pt x="775" y="775"/>
                  </a:cubicBezTo>
                  <a:lnTo>
                    <a:pt x="382" y="96"/>
                  </a:lnTo>
                  <a:cubicBezTo>
                    <a:pt x="342" y="33"/>
                    <a:pt x="28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2"/>
            <p:cNvSpPr/>
            <p:nvPr/>
          </p:nvSpPr>
          <p:spPr>
            <a:xfrm>
              <a:off x="1426179" y="3289266"/>
              <a:ext cx="35947" cy="24705"/>
            </a:xfrm>
            <a:custGeom>
              <a:avLst/>
              <a:gdLst/>
              <a:ahLst/>
              <a:cxnLst/>
              <a:rect l="l" t="t" r="r" b="b"/>
              <a:pathLst>
                <a:path w="1132" h="778" extrusionOk="0">
                  <a:moveTo>
                    <a:pt x="229" y="1"/>
                  </a:moveTo>
                  <a:cubicBezTo>
                    <a:pt x="159" y="1"/>
                    <a:pt x="89" y="41"/>
                    <a:pt x="48" y="99"/>
                  </a:cubicBezTo>
                  <a:cubicBezTo>
                    <a:pt x="0" y="194"/>
                    <a:pt x="36" y="301"/>
                    <a:pt x="143" y="361"/>
                  </a:cubicBezTo>
                  <a:lnTo>
                    <a:pt x="822" y="742"/>
                  </a:lnTo>
                  <a:cubicBezTo>
                    <a:pt x="858" y="754"/>
                    <a:pt x="881" y="777"/>
                    <a:pt x="917" y="777"/>
                  </a:cubicBezTo>
                  <a:cubicBezTo>
                    <a:pt x="977" y="777"/>
                    <a:pt x="1048" y="742"/>
                    <a:pt x="1072" y="682"/>
                  </a:cubicBezTo>
                  <a:cubicBezTo>
                    <a:pt x="1132" y="599"/>
                    <a:pt x="1096" y="480"/>
                    <a:pt x="1001" y="420"/>
                  </a:cubicBezTo>
                  <a:lnTo>
                    <a:pt x="322" y="27"/>
                  </a:lnTo>
                  <a:cubicBezTo>
                    <a:pt x="292" y="9"/>
                    <a:pt x="261" y="1"/>
                    <a:pt x="2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2"/>
            <p:cNvSpPr/>
            <p:nvPr/>
          </p:nvSpPr>
          <p:spPr>
            <a:xfrm>
              <a:off x="1410682" y="3350997"/>
              <a:ext cx="37439" cy="12511"/>
            </a:xfrm>
            <a:custGeom>
              <a:avLst/>
              <a:gdLst/>
              <a:ahLst/>
              <a:cxnLst/>
              <a:rect l="l" t="t" r="r" b="b"/>
              <a:pathLst>
                <a:path w="1179" h="394" extrusionOk="0">
                  <a:moveTo>
                    <a:pt x="191" y="0"/>
                  </a:moveTo>
                  <a:cubicBezTo>
                    <a:pt x="96" y="0"/>
                    <a:pt x="0" y="95"/>
                    <a:pt x="0" y="203"/>
                  </a:cubicBezTo>
                  <a:cubicBezTo>
                    <a:pt x="0" y="298"/>
                    <a:pt x="84" y="393"/>
                    <a:pt x="191" y="393"/>
                  </a:cubicBezTo>
                  <a:lnTo>
                    <a:pt x="988" y="393"/>
                  </a:lnTo>
                  <a:cubicBezTo>
                    <a:pt x="1084" y="393"/>
                    <a:pt x="1179" y="298"/>
                    <a:pt x="1179" y="203"/>
                  </a:cubicBezTo>
                  <a:cubicBezTo>
                    <a:pt x="1179" y="95"/>
                    <a:pt x="108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62"/>
            <p:cNvSpPr/>
            <p:nvPr/>
          </p:nvSpPr>
          <p:spPr>
            <a:xfrm>
              <a:off x="1426179" y="3400980"/>
              <a:ext cx="35566" cy="24896"/>
            </a:xfrm>
            <a:custGeom>
              <a:avLst/>
              <a:gdLst/>
              <a:ahLst/>
              <a:cxnLst/>
              <a:rect l="l" t="t" r="r" b="b"/>
              <a:pathLst>
                <a:path w="1120" h="784" extrusionOk="0">
                  <a:moveTo>
                    <a:pt x="904" y="0"/>
                  </a:moveTo>
                  <a:cubicBezTo>
                    <a:pt x="874" y="0"/>
                    <a:pt x="843" y="7"/>
                    <a:pt x="810" y="22"/>
                  </a:cubicBezTo>
                  <a:lnTo>
                    <a:pt x="119" y="414"/>
                  </a:lnTo>
                  <a:cubicBezTo>
                    <a:pt x="36" y="486"/>
                    <a:pt x="0" y="593"/>
                    <a:pt x="60" y="688"/>
                  </a:cubicBezTo>
                  <a:cubicBezTo>
                    <a:pt x="96" y="748"/>
                    <a:pt x="167" y="784"/>
                    <a:pt x="227" y="784"/>
                  </a:cubicBezTo>
                  <a:cubicBezTo>
                    <a:pt x="262" y="784"/>
                    <a:pt x="286" y="760"/>
                    <a:pt x="322" y="748"/>
                  </a:cubicBezTo>
                  <a:lnTo>
                    <a:pt x="1001" y="367"/>
                  </a:lnTo>
                  <a:cubicBezTo>
                    <a:pt x="1096" y="307"/>
                    <a:pt x="1120" y="200"/>
                    <a:pt x="1072" y="93"/>
                  </a:cubicBezTo>
                  <a:cubicBezTo>
                    <a:pt x="1031" y="35"/>
                    <a:pt x="972" y="0"/>
                    <a:pt x="9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62"/>
            <p:cNvSpPr/>
            <p:nvPr/>
          </p:nvSpPr>
          <p:spPr>
            <a:xfrm>
              <a:off x="1620138" y="3289043"/>
              <a:ext cx="35566" cy="24928"/>
            </a:xfrm>
            <a:custGeom>
              <a:avLst/>
              <a:gdLst/>
              <a:ahLst/>
              <a:cxnLst/>
              <a:rect l="l" t="t" r="r" b="b"/>
              <a:pathLst>
                <a:path w="1120" h="785" extrusionOk="0">
                  <a:moveTo>
                    <a:pt x="895" y="1"/>
                  </a:moveTo>
                  <a:cubicBezTo>
                    <a:pt x="864" y="1"/>
                    <a:pt x="831" y="8"/>
                    <a:pt x="798" y="22"/>
                  </a:cubicBezTo>
                  <a:lnTo>
                    <a:pt x="119" y="403"/>
                  </a:lnTo>
                  <a:cubicBezTo>
                    <a:pt x="24" y="463"/>
                    <a:pt x="0" y="570"/>
                    <a:pt x="48" y="677"/>
                  </a:cubicBezTo>
                  <a:cubicBezTo>
                    <a:pt x="107" y="749"/>
                    <a:pt x="167" y="784"/>
                    <a:pt x="227" y="784"/>
                  </a:cubicBezTo>
                  <a:cubicBezTo>
                    <a:pt x="250" y="784"/>
                    <a:pt x="286" y="761"/>
                    <a:pt x="310" y="749"/>
                  </a:cubicBezTo>
                  <a:lnTo>
                    <a:pt x="1000" y="368"/>
                  </a:lnTo>
                  <a:cubicBezTo>
                    <a:pt x="1084" y="308"/>
                    <a:pt x="1120" y="201"/>
                    <a:pt x="1072" y="94"/>
                  </a:cubicBezTo>
                  <a:cubicBezTo>
                    <a:pt x="1031" y="36"/>
                    <a:pt x="966"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62"/>
            <p:cNvSpPr/>
            <p:nvPr/>
          </p:nvSpPr>
          <p:spPr>
            <a:xfrm>
              <a:off x="1584224" y="3243507"/>
              <a:ext cx="26103" cy="33787"/>
            </a:xfrm>
            <a:custGeom>
              <a:avLst/>
              <a:gdLst/>
              <a:ahLst/>
              <a:cxnLst/>
              <a:rect l="l" t="t" r="r" b="b"/>
              <a:pathLst>
                <a:path w="822" h="1064" extrusionOk="0">
                  <a:moveTo>
                    <a:pt x="594" y="1"/>
                  </a:moveTo>
                  <a:cubicBezTo>
                    <a:pt x="527" y="1"/>
                    <a:pt x="458" y="41"/>
                    <a:pt x="417" y="99"/>
                  </a:cubicBezTo>
                  <a:lnTo>
                    <a:pt x="24" y="790"/>
                  </a:lnTo>
                  <a:cubicBezTo>
                    <a:pt x="0" y="873"/>
                    <a:pt x="24" y="992"/>
                    <a:pt x="119" y="1040"/>
                  </a:cubicBezTo>
                  <a:cubicBezTo>
                    <a:pt x="143" y="1052"/>
                    <a:pt x="179" y="1063"/>
                    <a:pt x="203" y="1063"/>
                  </a:cubicBezTo>
                  <a:cubicBezTo>
                    <a:pt x="262" y="1063"/>
                    <a:pt x="346" y="1040"/>
                    <a:pt x="369" y="980"/>
                  </a:cubicBezTo>
                  <a:lnTo>
                    <a:pt x="762" y="290"/>
                  </a:lnTo>
                  <a:cubicBezTo>
                    <a:pt x="822" y="206"/>
                    <a:pt x="774" y="87"/>
                    <a:pt x="679" y="28"/>
                  </a:cubicBezTo>
                  <a:cubicBezTo>
                    <a:pt x="653" y="9"/>
                    <a:pt x="624" y="1"/>
                    <a:pt x="5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62"/>
            <p:cNvSpPr/>
            <p:nvPr/>
          </p:nvSpPr>
          <p:spPr>
            <a:xfrm>
              <a:off x="1404617" y="3271197"/>
              <a:ext cx="285859" cy="281349"/>
            </a:xfrm>
            <a:custGeom>
              <a:avLst/>
              <a:gdLst/>
              <a:ahLst/>
              <a:cxnLst/>
              <a:rect l="l" t="t" r="r" b="b"/>
              <a:pathLst>
                <a:path w="9002" h="8860" extrusionOk="0">
                  <a:moveTo>
                    <a:pt x="4525" y="1013"/>
                  </a:moveTo>
                  <a:lnTo>
                    <a:pt x="4573" y="1025"/>
                  </a:lnTo>
                  <a:lnTo>
                    <a:pt x="4704" y="1025"/>
                  </a:lnTo>
                  <a:lnTo>
                    <a:pt x="4787" y="1061"/>
                  </a:lnTo>
                  <a:lnTo>
                    <a:pt x="4811" y="1061"/>
                  </a:lnTo>
                  <a:lnTo>
                    <a:pt x="4823" y="1072"/>
                  </a:lnTo>
                  <a:cubicBezTo>
                    <a:pt x="4835" y="1072"/>
                    <a:pt x="4835" y="1084"/>
                    <a:pt x="4847" y="1084"/>
                  </a:cubicBezTo>
                  <a:cubicBezTo>
                    <a:pt x="4847" y="1084"/>
                    <a:pt x="4870" y="1084"/>
                    <a:pt x="4870" y="1096"/>
                  </a:cubicBezTo>
                  <a:lnTo>
                    <a:pt x="4942" y="1132"/>
                  </a:lnTo>
                  <a:lnTo>
                    <a:pt x="4954" y="1132"/>
                  </a:lnTo>
                  <a:lnTo>
                    <a:pt x="4989" y="1144"/>
                  </a:lnTo>
                  <a:cubicBezTo>
                    <a:pt x="4989" y="1144"/>
                    <a:pt x="5001" y="1144"/>
                    <a:pt x="5001" y="1156"/>
                  </a:cubicBezTo>
                  <a:cubicBezTo>
                    <a:pt x="5001" y="1156"/>
                    <a:pt x="5013" y="1156"/>
                    <a:pt x="5013" y="1180"/>
                  </a:cubicBezTo>
                  <a:lnTo>
                    <a:pt x="5049" y="1192"/>
                  </a:lnTo>
                  <a:cubicBezTo>
                    <a:pt x="5049" y="1192"/>
                    <a:pt x="5061" y="1192"/>
                    <a:pt x="5061" y="1203"/>
                  </a:cubicBezTo>
                  <a:cubicBezTo>
                    <a:pt x="5061" y="1203"/>
                    <a:pt x="5073" y="1203"/>
                    <a:pt x="5073" y="1215"/>
                  </a:cubicBezTo>
                  <a:lnTo>
                    <a:pt x="5085" y="1239"/>
                  </a:lnTo>
                  <a:cubicBezTo>
                    <a:pt x="5085" y="1239"/>
                    <a:pt x="5109" y="1239"/>
                    <a:pt x="5109" y="1251"/>
                  </a:cubicBezTo>
                  <a:cubicBezTo>
                    <a:pt x="5109" y="1251"/>
                    <a:pt x="5120" y="1251"/>
                    <a:pt x="5120" y="1263"/>
                  </a:cubicBezTo>
                  <a:cubicBezTo>
                    <a:pt x="5120" y="1263"/>
                    <a:pt x="5132" y="1263"/>
                    <a:pt x="5132" y="1275"/>
                  </a:cubicBezTo>
                  <a:lnTo>
                    <a:pt x="5144" y="1299"/>
                  </a:lnTo>
                  <a:cubicBezTo>
                    <a:pt x="5144" y="1299"/>
                    <a:pt x="5168" y="1299"/>
                    <a:pt x="5168" y="1311"/>
                  </a:cubicBezTo>
                  <a:lnTo>
                    <a:pt x="5263" y="1394"/>
                  </a:lnTo>
                  <a:lnTo>
                    <a:pt x="5299" y="1430"/>
                  </a:lnTo>
                  <a:cubicBezTo>
                    <a:pt x="5382" y="1501"/>
                    <a:pt x="5466" y="1596"/>
                    <a:pt x="5537" y="1680"/>
                  </a:cubicBezTo>
                  <a:cubicBezTo>
                    <a:pt x="5561" y="1715"/>
                    <a:pt x="5585" y="1739"/>
                    <a:pt x="5597" y="1787"/>
                  </a:cubicBezTo>
                  <a:lnTo>
                    <a:pt x="5597" y="1799"/>
                  </a:lnTo>
                  <a:cubicBezTo>
                    <a:pt x="5609" y="1834"/>
                    <a:pt x="5644" y="1858"/>
                    <a:pt x="5656" y="1894"/>
                  </a:cubicBezTo>
                  <a:lnTo>
                    <a:pt x="5656" y="1906"/>
                  </a:lnTo>
                  <a:cubicBezTo>
                    <a:pt x="5668" y="1930"/>
                    <a:pt x="5680" y="1965"/>
                    <a:pt x="5704" y="2013"/>
                  </a:cubicBezTo>
                  <a:lnTo>
                    <a:pt x="5704" y="2025"/>
                  </a:lnTo>
                  <a:cubicBezTo>
                    <a:pt x="5716" y="2049"/>
                    <a:pt x="5728" y="2096"/>
                    <a:pt x="5740" y="2132"/>
                  </a:cubicBezTo>
                  <a:lnTo>
                    <a:pt x="5740" y="2144"/>
                  </a:lnTo>
                  <a:cubicBezTo>
                    <a:pt x="5763" y="2168"/>
                    <a:pt x="5775" y="2215"/>
                    <a:pt x="5775" y="2251"/>
                  </a:cubicBezTo>
                  <a:lnTo>
                    <a:pt x="5775" y="2263"/>
                  </a:lnTo>
                  <a:cubicBezTo>
                    <a:pt x="5787" y="2287"/>
                    <a:pt x="5787" y="2335"/>
                    <a:pt x="5799" y="2382"/>
                  </a:cubicBezTo>
                  <a:lnTo>
                    <a:pt x="5799" y="2394"/>
                  </a:lnTo>
                  <a:cubicBezTo>
                    <a:pt x="5799" y="2442"/>
                    <a:pt x="5823" y="2466"/>
                    <a:pt x="5823" y="2513"/>
                  </a:cubicBezTo>
                  <a:lnTo>
                    <a:pt x="5823" y="2525"/>
                  </a:lnTo>
                  <a:lnTo>
                    <a:pt x="5823" y="2549"/>
                  </a:lnTo>
                  <a:cubicBezTo>
                    <a:pt x="5728" y="2620"/>
                    <a:pt x="5466" y="2739"/>
                    <a:pt x="5240" y="2894"/>
                  </a:cubicBezTo>
                  <a:cubicBezTo>
                    <a:pt x="5216" y="2894"/>
                    <a:pt x="5216" y="2906"/>
                    <a:pt x="5216" y="2906"/>
                  </a:cubicBezTo>
                  <a:cubicBezTo>
                    <a:pt x="5192" y="2918"/>
                    <a:pt x="5180" y="2930"/>
                    <a:pt x="5144" y="2966"/>
                  </a:cubicBezTo>
                  <a:cubicBezTo>
                    <a:pt x="5120" y="2977"/>
                    <a:pt x="5085" y="3013"/>
                    <a:pt x="5061" y="3037"/>
                  </a:cubicBezTo>
                  <a:cubicBezTo>
                    <a:pt x="5025" y="3049"/>
                    <a:pt x="5013" y="3085"/>
                    <a:pt x="4978" y="3097"/>
                  </a:cubicBezTo>
                  <a:cubicBezTo>
                    <a:pt x="4620" y="3406"/>
                    <a:pt x="4347" y="3823"/>
                    <a:pt x="4204" y="4299"/>
                  </a:cubicBezTo>
                  <a:cubicBezTo>
                    <a:pt x="4180" y="4299"/>
                    <a:pt x="4144" y="4287"/>
                    <a:pt x="4132" y="4287"/>
                  </a:cubicBezTo>
                  <a:cubicBezTo>
                    <a:pt x="4061" y="4275"/>
                    <a:pt x="3966" y="4275"/>
                    <a:pt x="3894" y="4275"/>
                  </a:cubicBezTo>
                  <a:lnTo>
                    <a:pt x="3632" y="4275"/>
                  </a:lnTo>
                  <a:cubicBezTo>
                    <a:pt x="3608" y="4275"/>
                    <a:pt x="3596" y="4251"/>
                    <a:pt x="3585" y="4251"/>
                  </a:cubicBezTo>
                  <a:lnTo>
                    <a:pt x="3573" y="4251"/>
                  </a:lnTo>
                  <a:cubicBezTo>
                    <a:pt x="3549" y="4240"/>
                    <a:pt x="3537" y="4240"/>
                    <a:pt x="3525" y="4228"/>
                  </a:cubicBezTo>
                  <a:cubicBezTo>
                    <a:pt x="3513" y="4216"/>
                    <a:pt x="3489" y="4216"/>
                    <a:pt x="3465" y="4192"/>
                  </a:cubicBezTo>
                  <a:lnTo>
                    <a:pt x="3454" y="4180"/>
                  </a:lnTo>
                  <a:cubicBezTo>
                    <a:pt x="3430" y="4168"/>
                    <a:pt x="3418" y="4168"/>
                    <a:pt x="3406" y="4156"/>
                  </a:cubicBezTo>
                  <a:lnTo>
                    <a:pt x="3394" y="4156"/>
                  </a:lnTo>
                  <a:cubicBezTo>
                    <a:pt x="3370" y="4132"/>
                    <a:pt x="3358" y="4120"/>
                    <a:pt x="3346" y="4120"/>
                  </a:cubicBezTo>
                  <a:lnTo>
                    <a:pt x="3335" y="4109"/>
                  </a:lnTo>
                  <a:cubicBezTo>
                    <a:pt x="3311" y="4097"/>
                    <a:pt x="3299" y="4097"/>
                    <a:pt x="3287" y="4073"/>
                  </a:cubicBezTo>
                  <a:lnTo>
                    <a:pt x="3275" y="4073"/>
                  </a:lnTo>
                  <a:lnTo>
                    <a:pt x="3227" y="4037"/>
                  </a:lnTo>
                  <a:lnTo>
                    <a:pt x="3215" y="4013"/>
                  </a:lnTo>
                  <a:cubicBezTo>
                    <a:pt x="3192" y="4001"/>
                    <a:pt x="3180" y="3990"/>
                    <a:pt x="3168" y="3990"/>
                  </a:cubicBezTo>
                  <a:lnTo>
                    <a:pt x="3156" y="3990"/>
                  </a:lnTo>
                  <a:lnTo>
                    <a:pt x="3108" y="3942"/>
                  </a:lnTo>
                  <a:lnTo>
                    <a:pt x="3096" y="3930"/>
                  </a:lnTo>
                  <a:lnTo>
                    <a:pt x="3061" y="3894"/>
                  </a:lnTo>
                  <a:lnTo>
                    <a:pt x="3049" y="3882"/>
                  </a:lnTo>
                  <a:lnTo>
                    <a:pt x="3001" y="3835"/>
                  </a:lnTo>
                  <a:lnTo>
                    <a:pt x="2989" y="3823"/>
                  </a:lnTo>
                  <a:lnTo>
                    <a:pt x="2989" y="3811"/>
                  </a:lnTo>
                  <a:cubicBezTo>
                    <a:pt x="2870" y="3680"/>
                    <a:pt x="2775" y="3525"/>
                    <a:pt x="2715" y="3358"/>
                  </a:cubicBezTo>
                  <a:cubicBezTo>
                    <a:pt x="2715" y="3347"/>
                    <a:pt x="2703" y="3335"/>
                    <a:pt x="2703" y="3323"/>
                  </a:cubicBezTo>
                  <a:lnTo>
                    <a:pt x="2703" y="3299"/>
                  </a:lnTo>
                  <a:cubicBezTo>
                    <a:pt x="2703" y="3287"/>
                    <a:pt x="2692" y="3275"/>
                    <a:pt x="2692" y="3263"/>
                  </a:cubicBezTo>
                  <a:lnTo>
                    <a:pt x="2692" y="3239"/>
                  </a:lnTo>
                  <a:cubicBezTo>
                    <a:pt x="2692" y="3228"/>
                    <a:pt x="2680" y="3204"/>
                    <a:pt x="2680" y="3180"/>
                  </a:cubicBezTo>
                  <a:cubicBezTo>
                    <a:pt x="2656" y="3108"/>
                    <a:pt x="2644" y="3049"/>
                    <a:pt x="2632" y="2977"/>
                  </a:cubicBezTo>
                  <a:lnTo>
                    <a:pt x="2632" y="2930"/>
                  </a:lnTo>
                  <a:lnTo>
                    <a:pt x="2632" y="2882"/>
                  </a:lnTo>
                  <a:cubicBezTo>
                    <a:pt x="2632" y="2823"/>
                    <a:pt x="2620" y="2763"/>
                    <a:pt x="2620" y="2704"/>
                  </a:cubicBezTo>
                  <a:lnTo>
                    <a:pt x="2620" y="2644"/>
                  </a:lnTo>
                  <a:lnTo>
                    <a:pt x="2620" y="2632"/>
                  </a:lnTo>
                  <a:lnTo>
                    <a:pt x="2620" y="2573"/>
                  </a:lnTo>
                  <a:lnTo>
                    <a:pt x="2620" y="2513"/>
                  </a:lnTo>
                  <a:lnTo>
                    <a:pt x="2620" y="2501"/>
                  </a:lnTo>
                  <a:cubicBezTo>
                    <a:pt x="2620" y="2454"/>
                    <a:pt x="2632" y="2430"/>
                    <a:pt x="2632" y="2382"/>
                  </a:cubicBezTo>
                  <a:lnTo>
                    <a:pt x="2632" y="2370"/>
                  </a:lnTo>
                  <a:cubicBezTo>
                    <a:pt x="2632" y="2335"/>
                    <a:pt x="2644" y="2287"/>
                    <a:pt x="2656" y="2263"/>
                  </a:cubicBezTo>
                  <a:lnTo>
                    <a:pt x="2656" y="2251"/>
                  </a:lnTo>
                  <a:cubicBezTo>
                    <a:pt x="2680" y="2215"/>
                    <a:pt x="2680" y="2168"/>
                    <a:pt x="2692" y="2144"/>
                  </a:cubicBezTo>
                  <a:lnTo>
                    <a:pt x="2692" y="2132"/>
                  </a:lnTo>
                  <a:cubicBezTo>
                    <a:pt x="2703" y="2096"/>
                    <a:pt x="2715" y="2049"/>
                    <a:pt x="2739" y="2025"/>
                  </a:cubicBezTo>
                  <a:lnTo>
                    <a:pt x="2739" y="2013"/>
                  </a:lnTo>
                  <a:cubicBezTo>
                    <a:pt x="2751" y="1977"/>
                    <a:pt x="2763" y="1930"/>
                    <a:pt x="2775" y="1906"/>
                  </a:cubicBezTo>
                  <a:lnTo>
                    <a:pt x="2775" y="1894"/>
                  </a:lnTo>
                  <a:cubicBezTo>
                    <a:pt x="2799" y="1858"/>
                    <a:pt x="2811" y="1834"/>
                    <a:pt x="2834" y="1799"/>
                  </a:cubicBezTo>
                  <a:lnTo>
                    <a:pt x="2858" y="1787"/>
                  </a:lnTo>
                  <a:cubicBezTo>
                    <a:pt x="2870" y="1751"/>
                    <a:pt x="2894" y="1727"/>
                    <a:pt x="2918" y="1692"/>
                  </a:cubicBezTo>
                  <a:cubicBezTo>
                    <a:pt x="2989" y="1608"/>
                    <a:pt x="3061" y="1513"/>
                    <a:pt x="3156" y="1442"/>
                  </a:cubicBezTo>
                  <a:lnTo>
                    <a:pt x="3180" y="1418"/>
                  </a:lnTo>
                  <a:lnTo>
                    <a:pt x="3299" y="1311"/>
                  </a:lnTo>
                  <a:cubicBezTo>
                    <a:pt x="3299" y="1311"/>
                    <a:pt x="3311" y="1311"/>
                    <a:pt x="3311" y="1299"/>
                  </a:cubicBezTo>
                  <a:cubicBezTo>
                    <a:pt x="3311" y="1299"/>
                    <a:pt x="3335" y="1299"/>
                    <a:pt x="3335" y="1275"/>
                  </a:cubicBezTo>
                  <a:lnTo>
                    <a:pt x="3346" y="1263"/>
                  </a:lnTo>
                  <a:cubicBezTo>
                    <a:pt x="3346" y="1263"/>
                    <a:pt x="3358" y="1263"/>
                    <a:pt x="3358" y="1251"/>
                  </a:cubicBezTo>
                  <a:cubicBezTo>
                    <a:pt x="3358" y="1251"/>
                    <a:pt x="3370" y="1251"/>
                    <a:pt x="3370" y="1239"/>
                  </a:cubicBezTo>
                  <a:cubicBezTo>
                    <a:pt x="3370" y="1239"/>
                    <a:pt x="3394" y="1239"/>
                    <a:pt x="3394" y="1215"/>
                  </a:cubicBezTo>
                  <a:cubicBezTo>
                    <a:pt x="3394" y="1215"/>
                    <a:pt x="3406" y="1215"/>
                    <a:pt x="3406" y="1203"/>
                  </a:cubicBezTo>
                  <a:lnTo>
                    <a:pt x="3430" y="1192"/>
                  </a:lnTo>
                  <a:cubicBezTo>
                    <a:pt x="3430" y="1192"/>
                    <a:pt x="3454" y="1192"/>
                    <a:pt x="3454" y="1180"/>
                  </a:cubicBezTo>
                  <a:cubicBezTo>
                    <a:pt x="3454" y="1180"/>
                    <a:pt x="3465" y="1180"/>
                    <a:pt x="3465" y="1156"/>
                  </a:cubicBezTo>
                  <a:lnTo>
                    <a:pt x="3489" y="1144"/>
                  </a:lnTo>
                  <a:cubicBezTo>
                    <a:pt x="3489" y="1144"/>
                    <a:pt x="3513" y="1144"/>
                    <a:pt x="3513" y="1132"/>
                  </a:cubicBezTo>
                  <a:lnTo>
                    <a:pt x="3585" y="1096"/>
                  </a:lnTo>
                  <a:cubicBezTo>
                    <a:pt x="3585" y="1096"/>
                    <a:pt x="3596" y="1096"/>
                    <a:pt x="3596" y="1084"/>
                  </a:cubicBezTo>
                  <a:cubicBezTo>
                    <a:pt x="3608" y="1084"/>
                    <a:pt x="3608" y="1072"/>
                    <a:pt x="3632" y="1072"/>
                  </a:cubicBezTo>
                  <a:lnTo>
                    <a:pt x="3644" y="1061"/>
                  </a:lnTo>
                  <a:lnTo>
                    <a:pt x="3656" y="1061"/>
                  </a:lnTo>
                  <a:lnTo>
                    <a:pt x="3763" y="1025"/>
                  </a:lnTo>
                  <a:lnTo>
                    <a:pt x="3882" y="1025"/>
                  </a:lnTo>
                  <a:lnTo>
                    <a:pt x="3930" y="1013"/>
                  </a:lnTo>
                  <a:close/>
                  <a:moveTo>
                    <a:pt x="4347" y="418"/>
                  </a:moveTo>
                  <a:cubicBezTo>
                    <a:pt x="4847" y="418"/>
                    <a:pt x="5335" y="584"/>
                    <a:pt x="5740" y="882"/>
                  </a:cubicBezTo>
                  <a:cubicBezTo>
                    <a:pt x="6156" y="1192"/>
                    <a:pt x="6454" y="1620"/>
                    <a:pt x="6585" y="2108"/>
                  </a:cubicBezTo>
                  <a:cubicBezTo>
                    <a:pt x="6621" y="2227"/>
                    <a:pt x="6644" y="2370"/>
                    <a:pt x="6668" y="2489"/>
                  </a:cubicBezTo>
                  <a:lnTo>
                    <a:pt x="6442" y="2489"/>
                  </a:lnTo>
                  <a:cubicBezTo>
                    <a:pt x="6442" y="2442"/>
                    <a:pt x="6430" y="2394"/>
                    <a:pt x="6430" y="2346"/>
                  </a:cubicBezTo>
                  <a:lnTo>
                    <a:pt x="6430" y="2335"/>
                  </a:lnTo>
                  <a:cubicBezTo>
                    <a:pt x="6406" y="2287"/>
                    <a:pt x="6406" y="2251"/>
                    <a:pt x="6394" y="2204"/>
                  </a:cubicBezTo>
                  <a:lnTo>
                    <a:pt x="6394" y="2192"/>
                  </a:lnTo>
                  <a:lnTo>
                    <a:pt x="6347" y="2049"/>
                  </a:lnTo>
                  <a:lnTo>
                    <a:pt x="6347" y="2037"/>
                  </a:lnTo>
                  <a:lnTo>
                    <a:pt x="6311" y="1906"/>
                  </a:lnTo>
                  <a:lnTo>
                    <a:pt x="6311" y="1894"/>
                  </a:lnTo>
                  <a:cubicBezTo>
                    <a:pt x="6287" y="1846"/>
                    <a:pt x="6263" y="1799"/>
                    <a:pt x="6252" y="1775"/>
                  </a:cubicBezTo>
                  <a:lnTo>
                    <a:pt x="6228" y="1751"/>
                  </a:lnTo>
                  <a:cubicBezTo>
                    <a:pt x="6216" y="1715"/>
                    <a:pt x="6192" y="1680"/>
                    <a:pt x="6156" y="1632"/>
                  </a:cubicBezTo>
                  <a:lnTo>
                    <a:pt x="6144" y="1620"/>
                  </a:lnTo>
                  <a:cubicBezTo>
                    <a:pt x="6109" y="1573"/>
                    <a:pt x="6085" y="1549"/>
                    <a:pt x="6073" y="1501"/>
                  </a:cubicBezTo>
                  <a:cubicBezTo>
                    <a:pt x="5978" y="1382"/>
                    <a:pt x="5894" y="1275"/>
                    <a:pt x="5787" y="1192"/>
                  </a:cubicBezTo>
                  <a:lnTo>
                    <a:pt x="5775" y="1180"/>
                  </a:lnTo>
                  <a:lnTo>
                    <a:pt x="5751" y="1156"/>
                  </a:lnTo>
                  <a:lnTo>
                    <a:pt x="5740" y="1144"/>
                  </a:lnTo>
                  <a:lnTo>
                    <a:pt x="5680" y="1084"/>
                  </a:lnTo>
                  <a:lnTo>
                    <a:pt x="5668" y="1072"/>
                  </a:lnTo>
                  <a:lnTo>
                    <a:pt x="5621" y="1037"/>
                  </a:lnTo>
                  <a:lnTo>
                    <a:pt x="5609" y="1025"/>
                  </a:lnTo>
                  <a:lnTo>
                    <a:pt x="5597" y="1013"/>
                  </a:lnTo>
                  <a:lnTo>
                    <a:pt x="5573" y="1001"/>
                  </a:lnTo>
                  <a:lnTo>
                    <a:pt x="5561" y="977"/>
                  </a:lnTo>
                  <a:lnTo>
                    <a:pt x="5549" y="965"/>
                  </a:lnTo>
                  <a:lnTo>
                    <a:pt x="5537" y="953"/>
                  </a:lnTo>
                  <a:lnTo>
                    <a:pt x="5513" y="942"/>
                  </a:lnTo>
                  <a:cubicBezTo>
                    <a:pt x="5513" y="942"/>
                    <a:pt x="5501" y="918"/>
                    <a:pt x="5490" y="918"/>
                  </a:cubicBezTo>
                  <a:lnTo>
                    <a:pt x="5442" y="894"/>
                  </a:lnTo>
                  <a:cubicBezTo>
                    <a:pt x="5430" y="894"/>
                    <a:pt x="5430" y="882"/>
                    <a:pt x="5430" y="882"/>
                  </a:cubicBezTo>
                  <a:cubicBezTo>
                    <a:pt x="5430" y="882"/>
                    <a:pt x="5418" y="858"/>
                    <a:pt x="5394" y="858"/>
                  </a:cubicBezTo>
                  <a:lnTo>
                    <a:pt x="5359" y="834"/>
                  </a:lnTo>
                  <a:cubicBezTo>
                    <a:pt x="5359" y="834"/>
                    <a:pt x="5335" y="834"/>
                    <a:pt x="5335" y="822"/>
                  </a:cubicBezTo>
                  <a:lnTo>
                    <a:pt x="5299" y="787"/>
                  </a:lnTo>
                  <a:cubicBezTo>
                    <a:pt x="5299" y="787"/>
                    <a:pt x="5275" y="787"/>
                    <a:pt x="5275" y="775"/>
                  </a:cubicBezTo>
                  <a:lnTo>
                    <a:pt x="5251" y="763"/>
                  </a:lnTo>
                  <a:cubicBezTo>
                    <a:pt x="5251" y="763"/>
                    <a:pt x="5240" y="763"/>
                    <a:pt x="5216" y="739"/>
                  </a:cubicBezTo>
                  <a:cubicBezTo>
                    <a:pt x="5204" y="739"/>
                    <a:pt x="5192" y="727"/>
                    <a:pt x="5180" y="727"/>
                  </a:cubicBezTo>
                  <a:lnTo>
                    <a:pt x="5144" y="727"/>
                  </a:lnTo>
                  <a:cubicBezTo>
                    <a:pt x="5144" y="727"/>
                    <a:pt x="5132" y="727"/>
                    <a:pt x="5120" y="715"/>
                  </a:cubicBezTo>
                  <a:lnTo>
                    <a:pt x="5037" y="715"/>
                  </a:lnTo>
                  <a:lnTo>
                    <a:pt x="5013" y="703"/>
                  </a:lnTo>
                  <a:lnTo>
                    <a:pt x="5001" y="703"/>
                  </a:lnTo>
                  <a:cubicBezTo>
                    <a:pt x="4978" y="703"/>
                    <a:pt x="4978" y="703"/>
                    <a:pt x="4966" y="680"/>
                  </a:cubicBezTo>
                  <a:lnTo>
                    <a:pt x="3989" y="680"/>
                  </a:lnTo>
                  <a:lnTo>
                    <a:pt x="3942" y="703"/>
                  </a:lnTo>
                  <a:lnTo>
                    <a:pt x="3727" y="703"/>
                  </a:lnTo>
                  <a:cubicBezTo>
                    <a:pt x="3716" y="703"/>
                    <a:pt x="3716" y="703"/>
                    <a:pt x="3704" y="715"/>
                  </a:cubicBezTo>
                  <a:lnTo>
                    <a:pt x="3585" y="715"/>
                  </a:lnTo>
                  <a:cubicBezTo>
                    <a:pt x="3573" y="715"/>
                    <a:pt x="3573" y="715"/>
                    <a:pt x="3549" y="727"/>
                  </a:cubicBezTo>
                  <a:lnTo>
                    <a:pt x="3525" y="727"/>
                  </a:lnTo>
                  <a:cubicBezTo>
                    <a:pt x="3513" y="727"/>
                    <a:pt x="3489" y="751"/>
                    <a:pt x="3477" y="751"/>
                  </a:cubicBezTo>
                  <a:cubicBezTo>
                    <a:pt x="3465" y="751"/>
                    <a:pt x="3465" y="751"/>
                    <a:pt x="3454" y="763"/>
                  </a:cubicBezTo>
                  <a:lnTo>
                    <a:pt x="3418" y="775"/>
                  </a:lnTo>
                  <a:cubicBezTo>
                    <a:pt x="3418" y="775"/>
                    <a:pt x="3406" y="775"/>
                    <a:pt x="3406" y="787"/>
                  </a:cubicBezTo>
                  <a:lnTo>
                    <a:pt x="3370" y="811"/>
                  </a:lnTo>
                  <a:lnTo>
                    <a:pt x="3358" y="822"/>
                  </a:lnTo>
                  <a:cubicBezTo>
                    <a:pt x="3358" y="822"/>
                    <a:pt x="3346" y="822"/>
                    <a:pt x="3346" y="834"/>
                  </a:cubicBezTo>
                  <a:lnTo>
                    <a:pt x="3299" y="870"/>
                  </a:lnTo>
                  <a:lnTo>
                    <a:pt x="3287" y="882"/>
                  </a:lnTo>
                  <a:cubicBezTo>
                    <a:pt x="3275" y="882"/>
                    <a:pt x="3275" y="894"/>
                    <a:pt x="3251" y="894"/>
                  </a:cubicBezTo>
                  <a:lnTo>
                    <a:pt x="3215" y="930"/>
                  </a:lnTo>
                  <a:lnTo>
                    <a:pt x="3192" y="942"/>
                  </a:lnTo>
                  <a:lnTo>
                    <a:pt x="3180" y="953"/>
                  </a:lnTo>
                  <a:cubicBezTo>
                    <a:pt x="3180" y="953"/>
                    <a:pt x="3168" y="965"/>
                    <a:pt x="3156" y="965"/>
                  </a:cubicBezTo>
                  <a:lnTo>
                    <a:pt x="3132" y="989"/>
                  </a:lnTo>
                  <a:lnTo>
                    <a:pt x="3120" y="1001"/>
                  </a:lnTo>
                  <a:lnTo>
                    <a:pt x="3108" y="1013"/>
                  </a:lnTo>
                  <a:cubicBezTo>
                    <a:pt x="3096" y="1013"/>
                    <a:pt x="3096" y="1025"/>
                    <a:pt x="3096" y="1025"/>
                  </a:cubicBezTo>
                  <a:lnTo>
                    <a:pt x="3073" y="1049"/>
                  </a:lnTo>
                  <a:lnTo>
                    <a:pt x="3037" y="1072"/>
                  </a:lnTo>
                  <a:lnTo>
                    <a:pt x="3013" y="1084"/>
                  </a:lnTo>
                  <a:lnTo>
                    <a:pt x="2954" y="1144"/>
                  </a:lnTo>
                  <a:lnTo>
                    <a:pt x="2942" y="1168"/>
                  </a:lnTo>
                  <a:lnTo>
                    <a:pt x="2930" y="1180"/>
                  </a:lnTo>
                  <a:lnTo>
                    <a:pt x="2918" y="1192"/>
                  </a:lnTo>
                  <a:cubicBezTo>
                    <a:pt x="2811" y="1287"/>
                    <a:pt x="2715" y="1382"/>
                    <a:pt x="2632" y="1501"/>
                  </a:cubicBezTo>
                  <a:cubicBezTo>
                    <a:pt x="2596" y="1549"/>
                    <a:pt x="2573" y="1584"/>
                    <a:pt x="2561" y="1620"/>
                  </a:cubicBezTo>
                  <a:lnTo>
                    <a:pt x="2537" y="1644"/>
                  </a:lnTo>
                  <a:cubicBezTo>
                    <a:pt x="2513" y="1680"/>
                    <a:pt x="2501" y="1715"/>
                    <a:pt x="2465" y="1763"/>
                  </a:cubicBezTo>
                  <a:lnTo>
                    <a:pt x="2465" y="1775"/>
                  </a:lnTo>
                  <a:cubicBezTo>
                    <a:pt x="2453" y="1823"/>
                    <a:pt x="2418" y="1846"/>
                    <a:pt x="2406" y="1894"/>
                  </a:cubicBezTo>
                  <a:lnTo>
                    <a:pt x="2406" y="1906"/>
                  </a:lnTo>
                  <a:lnTo>
                    <a:pt x="2358" y="2037"/>
                  </a:lnTo>
                  <a:lnTo>
                    <a:pt x="2358" y="2061"/>
                  </a:lnTo>
                  <a:lnTo>
                    <a:pt x="2322" y="2192"/>
                  </a:lnTo>
                  <a:lnTo>
                    <a:pt x="2322" y="2204"/>
                  </a:lnTo>
                  <a:cubicBezTo>
                    <a:pt x="2299" y="2251"/>
                    <a:pt x="2287" y="2299"/>
                    <a:pt x="2287" y="2335"/>
                  </a:cubicBezTo>
                  <a:lnTo>
                    <a:pt x="2287" y="2358"/>
                  </a:lnTo>
                  <a:cubicBezTo>
                    <a:pt x="2275" y="2394"/>
                    <a:pt x="2275" y="2442"/>
                    <a:pt x="2275" y="2489"/>
                  </a:cubicBezTo>
                  <a:lnTo>
                    <a:pt x="2275" y="2501"/>
                  </a:lnTo>
                  <a:lnTo>
                    <a:pt x="2275" y="2573"/>
                  </a:lnTo>
                  <a:lnTo>
                    <a:pt x="2275" y="2656"/>
                  </a:lnTo>
                  <a:lnTo>
                    <a:pt x="2275" y="2668"/>
                  </a:lnTo>
                  <a:lnTo>
                    <a:pt x="2275" y="2739"/>
                  </a:lnTo>
                  <a:cubicBezTo>
                    <a:pt x="2275" y="2811"/>
                    <a:pt x="2275" y="2894"/>
                    <a:pt x="2287" y="2954"/>
                  </a:cubicBezTo>
                  <a:lnTo>
                    <a:pt x="2287" y="2989"/>
                  </a:lnTo>
                  <a:cubicBezTo>
                    <a:pt x="2287" y="3013"/>
                    <a:pt x="2287" y="3037"/>
                    <a:pt x="2299" y="3049"/>
                  </a:cubicBezTo>
                  <a:cubicBezTo>
                    <a:pt x="2322" y="3144"/>
                    <a:pt x="2334" y="3228"/>
                    <a:pt x="2358" y="3311"/>
                  </a:cubicBezTo>
                  <a:cubicBezTo>
                    <a:pt x="2358" y="3335"/>
                    <a:pt x="2382" y="3347"/>
                    <a:pt x="2394" y="3382"/>
                  </a:cubicBezTo>
                  <a:lnTo>
                    <a:pt x="2394" y="3394"/>
                  </a:lnTo>
                  <a:cubicBezTo>
                    <a:pt x="2394" y="3406"/>
                    <a:pt x="2406" y="3442"/>
                    <a:pt x="2406" y="3454"/>
                  </a:cubicBezTo>
                  <a:lnTo>
                    <a:pt x="2406" y="3466"/>
                  </a:lnTo>
                  <a:cubicBezTo>
                    <a:pt x="2418" y="3489"/>
                    <a:pt x="2418" y="3513"/>
                    <a:pt x="2442" y="3525"/>
                  </a:cubicBezTo>
                  <a:lnTo>
                    <a:pt x="2442" y="3549"/>
                  </a:lnTo>
                  <a:cubicBezTo>
                    <a:pt x="2513" y="3739"/>
                    <a:pt x="2632" y="3918"/>
                    <a:pt x="2763" y="4085"/>
                  </a:cubicBezTo>
                  <a:lnTo>
                    <a:pt x="2775" y="4097"/>
                  </a:lnTo>
                  <a:lnTo>
                    <a:pt x="2799" y="4109"/>
                  </a:lnTo>
                  <a:lnTo>
                    <a:pt x="2799" y="4120"/>
                  </a:lnTo>
                  <a:lnTo>
                    <a:pt x="2811" y="4144"/>
                  </a:lnTo>
                  <a:cubicBezTo>
                    <a:pt x="2823" y="4156"/>
                    <a:pt x="2834" y="4168"/>
                    <a:pt x="2858" y="4204"/>
                  </a:cubicBezTo>
                  <a:lnTo>
                    <a:pt x="2870" y="4216"/>
                  </a:lnTo>
                  <a:lnTo>
                    <a:pt x="2918" y="4263"/>
                  </a:lnTo>
                  <a:lnTo>
                    <a:pt x="2930" y="4275"/>
                  </a:lnTo>
                  <a:cubicBezTo>
                    <a:pt x="2942" y="4287"/>
                    <a:pt x="2954" y="4299"/>
                    <a:pt x="2989" y="4323"/>
                  </a:cubicBezTo>
                  <a:lnTo>
                    <a:pt x="3001" y="4335"/>
                  </a:lnTo>
                  <a:lnTo>
                    <a:pt x="3049" y="4382"/>
                  </a:lnTo>
                  <a:lnTo>
                    <a:pt x="3061" y="4394"/>
                  </a:lnTo>
                  <a:cubicBezTo>
                    <a:pt x="3073" y="4406"/>
                    <a:pt x="3108" y="4418"/>
                    <a:pt x="3120" y="4442"/>
                  </a:cubicBezTo>
                  <a:lnTo>
                    <a:pt x="3132" y="4442"/>
                  </a:lnTo>
                  <a:cubicBezTo>
                    <a:pt x="3156" y="4454"/>
                    <a:pt x="3168" y="4466"/>
                    <a:pt x="3192" y="4478"/>
                  </a:cubicBezTo>
                  <a:lnTo>
                    <a:pt x="3215" y="4501"/>
                  </a:lnTo>
                  <a:lnTo>
                    <a:pt x="3227" y="4501"/>
                  </a:lnTo>
                  <a:cubicBezTo>
                    <a:pt x="3215" y="4501"/>
                    <a:pt x="3215" y="4513"/>
                    <a:pt x="3192" y="4513"/>
                  </a:cubicBezTo>
                  <a:cubicBezTo>
                    <a:pt x="3156" y="4537"/>
                    <a:pt x="3096" y="4573"/>
                    <a:pt x="3049" y="4597"/>
                  </a:cubicBezTo>
                  <a:cubicBezTo>
                    <a:pt x="3037" y="4597"/>
                    <a:pt x="3037" y="4621"/>
                    <a:pt x="3013" y="4621"/>
                  </a:cubicBezTo>
                  <a:cubicBezTo>
                    <a:pt x="2977" y="4585"/>
                    <a:pt x="2942" y="4561"/>
                    <a:pt x="2894" y="4525"/>
                  </a:cubicBezTo>
                  <a:lnTo>
                    <a:pt x="2858" y="4478"/>
                  </a:lnTo>
                  <a:lnTo>
                    <a:pt x="2811" y="4442"/>
                  </a:lnTo>
                  <a:lnTo>
                    <a:pt x="2799" y="4418"/>
                  </a:lnTo>
                  <a:lnTo>
                    <a:pt x="2763" y="4394"/>
                  </a:lnTo>
                  <a:lnTo>
                    <a:pt x="2751" y="4382"/>
                  </a:lnTo>
                  <a:cubicBezTo>
                    <a:pt x="2620" y="4347"/>
                    <a:pt x="2608" y="4335"/>
                    <a:pt x="2608" y="4335"/>
                  </a:cubicBezTo>
                  <a:lnTo>
                    <a:pt x="2584" y="4311"/>
                  </a:lnTo>
                  <a:lnTo>
                    <a:pt x="2561" y="4287"/>
                  </a:lnTo>
                  <a:lnTo>
                    <a:pt x="2537" y="4275"/>
                  </a:lnTo>
                  <a:lnTo>
                    <a:pt x="2513" y="4240"/>
                  </a:lnTo>
                  <a:lnTo>
                    <a:pt x="2501" y="4228"/>
                  </a:lnTo>
                  <a:cubicBezTo>
                    <a:pt x="2501" y="4216"/>
                    <a:pt x="2477" y="4216"/>
                    <a:pt x="2477" y="4192"/>
                  </a:cubicBezTo>
                  <a:lnTo>
                    <a:pt x="2465" y="4180"/>
                  </a:lnTo>
                  <a:cubicBezTo>
                    <a:pt x="2465" y="4168"/>
                    <a:pt x="2453" y="4168"/>
                    <a:pt x="2453" y="4156"/>
                  </a:cubicBezTo>
                  <a:lnTo>
                    <a:pt x="2442" y="4132"/>
                  </a:lnTo>
                  <a:cubicBezTo>
                    <a:pt x="2442" y="4120"/>
                    <a:pt x="2418" y="4120"/>
                    <a:pt x="2418" y="4109"/>
                  </a:cubicBezTo>
                  <a:lnTo>
                    <a:pt x="2406" y="4097"/>
                  </a:lnTo>
                  <a:cubicBezTo>
                    <a:pt x="2406" y="4073"/>
                    <a:pt x="2394" y="4073"/>
                    <a:pt x="2394" y="4061"/>
                  </a:cubicBezTo>
                  <a:lnTo>
                    <a:pt x="2382" y="4049"/>
                  </a:lnTo>
                  <a:cubicBezTo>
                    <a:pt x="2358" y="4037"/>
                    <a:pt x="2358" y="4013"/>
                    <a:pt x="2346" y="4001"/>
                  </a:cubicBezTo>
                  <a:lnTo>
                    <a:pt x="2346" y="3990"/>
                  </a:lnTo>
                  <a:cubicBezTo>
                    <a:pt x="2334" y="3978"/>
                    <a:pt x="2334" y="3954"/>
                    <a:pt x="2322" y="3942"/>
                  </a:cubicBezTo>
                  <a:lnTo>
                    <a:pt x="2299" y="3930"/>
                  </a:lnTo>
                  <a:cubicBezTo>
                    <a:pt x="2299" y="3918"/>
                    <a:pt x="2287" y="3894"/>
                    <a:pt x="2287" y="3894"/>
                  </a:cubicBezTo>
                  <a:lnTo>
                    <a:pt x="2275" y="3882"/>
                  </a:lnTo>
                  <a:cubicBezTo>
                    <a:pt x="2275" y="3870"/>
                    <a:pt x="2263" y="3870"/>
                    <a:pt x="2263" y="3859"/>
                  </a:cubicBezTo>
                  <a:lnTo>
                    <a:pt x="2239" y="3835"/>
                  </a:lnTo>
                  <a:cubicBezTo>
                    <a:pt x="2239" y="3823"/>
                    <a:pt x="2227" y="3823"/>
                    <a:pt x="2227" y="3811"/>
                  </a:cubicBezTo>
                  <a:lnTo>
                    <a:pt x="2215" y="3775"/>
                  </a:lnTo>
                  <a:cubicBezTo>
                    <a:pt x="2215" y="3763"/>
                    <a:pt x="2203" y="3763"/>
                    <a:pt x="2203" y="3751"/>
                  </a:cubicBezTo>
                  <a:cubicBezTo>
                    <a:pt x="2203" y="3739"/>
                    <a:pt x="2203" y="3739"/>
                    <a:pt x="2180" y="3716"/>
                  </a:cubicBezTo>
                  <a:cubicBezTo>
                    <a:pt x="2180" y="3704"/>
                    <a:pt x="2168" y="3704"/>
                    <a:pt x="2168" y="3692"/>
                  </a:cubicBezTo>
                  <a:cubicBezTo>
                    <a:pt x="2168" y="3692"/>
                    <a:pt x="2168" y="3680"/>
                    <a:pt x="2156" y="3680"/>
                  </a:cubicBezTo>
                  <a:cubicBezTo>
                    <a:pt x="2156" y="3656"/>
                    <a:pt x="2144" y="3656"/>
                    <a:pt x="2144" y="3644"/>
                  </a:cubicBezTo>
                  <a:cubicBezTo>
                    <a:pt x="2144" y="3632"/>
                    <a:pt x="2144" y="3632"/>
                    <a:pt x="2120" y="3620"/>
                  </a:cubicBezTo>
                  <a:cubicBezTo>
                    <a:pt x="2120" y="3597"/>
                    <a:pt x="2108" y="3597"/>
                    <a:pt x="2108" y="3585"/>
                  </a:cubicBezTo>
                  <a:lnTo>
                    <a:pt x="2096" y="3561"/>
                  </a:lnTo>
                  <a:cubicBezTo>
                    <a:pt x="2096" y="3537"/>
                    <a:pt x="2084" y="3537"/>
                    <a:pt x="2084" y="3525"/>
                  </a:cubicBezTo>
                  <a:lnTo>
                    <a:pt x="2061" y="3501"/>
                  </a:lnTo>
                  <a:cubicBezTo>
                    <a:pt x="2061" y="3478"/>
                    <a:pt x="2049" y="3466"/>
                    <a:pt x="2049" y="3454"/>
                  </a:cubicBezTo>
                  <a:lnTo>
                    <a:pt x="2049" y="3442"/>
                  </a:lnTo>
                  <a:cubicBezTo>
                    <a:pt x="2049" y="3418"/>
                    <a:pt x="2037" y="3394"/>
                    <a:pt x="2037" y="3382"/>
                  </a:cubicBezTo>
                  <a:lnTo>
                    <a:pt x="2037" y="3358"/>
                  </a:lnTo>
                  <a:cubicBezTo>
                    <a:pt x="2037" y="3347"/>
                    <a:pt x="2025" y="3335"/>
                    <a:pt x="2025" y="3323"/>
                  </a:cubicBezTo>
                  <a:lnTo>
                    <a:pt x="2025" y="3287"/>
                  </a:lnTo>
                  <a:cubicBezTo>
                    <a:pt x="2025" y="3275"/>
                    <a:pt x="2025" y="3263"/>
                    <a:pt x="2001" y="3239"/>
                  </a:cubicBezTo>
                  <a:lnTo>
                    <a:pt x="2001" y="3216"/>
                  </a:lnTo>
                  <a:lnTo>
                    <a:pt x="2001" y="3180"/>
                  </a:lnTo>
                  <a:lnTo>
                    <a:pt x="2001" y="3156"/>
                  </a:lnTo>
                  <a:lnTo>
                    <a:pt x="2001" y="3120"/>
                  </a:lnTo>
                  <a:lnTo>
                    <a:pt x="2001" y="3097"/>
                  </a:lnTo>
                  <a:lnTo>
                    <a:pt x="2001" y="3061"/>
                  </a:lnTo>
                  <a:lnTo>
                    <a:pt x="2001" y="3037"/>
                  </a:lnTo>
                  <a:lnTo>
                    <a:pt x="2001" y="3001"/>
                  </a:lnTo>
                  <a:lnTo>
                    <a:pt x="2001" y="2977"/>
                  </a:lnTo>
                  <a:lnTo>
                    <a:pt x="2001" y="2942"/>
                  </a:lnTo>
                  <a:lnTo>
                    <a:pt x="2001" y="2930"/>
                  </a:lnTo>
                  <a:lnTo>
                    <a:pt x="2001" y="2906"/>
                  </a:lnTo>
                  <a:lnTo>
                    <a:pt x="2001" y="2870"/>
                  </a:lnTo>
                  <a:lnTo>
                    <a:pt x="2001" y="2823"/>
                  </a:lnTo>
                  <a:lnTo>
                    <a:pt x="2001" y="2811"/>
                  </a:lnTo>
                  <a:lnTo>
                    <a:pt x="2001" y="2751"/>
                  </a:lnTo>
                  <a:cubicBezTo>
                    <a:pt x="2001" y="2525"/>
                    <a:pt x="2037" y="2323"/>
                    <a:pt x="2096" y="2108"/>
                  </a:cubicBezTo>
                  <a:cubicBezTo>
                    <a:pt x="2227" y="1620"/>
                    <a:pt x="2537" y="1192"/>
                    <a:pt x="2942" y="882"/>
                  </a:cubicBezTo>
                  <a:cubicBezTo>
                    <a:pt x="3346" y="584"/>
                    <a:pt x="3835" y="418"/>
                    <a:pt x="4347" y="418"/>
                  </a:cubicBezTo>
                  <a:close/>
                  <a:moveTo>
                    <a:pt x="4251" y="1"/>
                  </a:moveTo>
                  <a:cubicBezTo>
                    <a:pt x="3656" y="1"/>
                    <a:pt x="3096" y="191"/>
                    <a:pt x="2620" y="537"/>
                  </a:cubicBezTo>
                  <a:cubicBezTo>
                    <a:pt x="2144" y="894"/>
                    <a:pt x="1787" y="1406"/>
                    <a:pt x="1620" y="1977"/>
                  </a:cubicBezTo>
                  <a:cubicBezTo>
                    <a:pt x="1549" y="2215"/>
                    <a:pt x="1513" y="2477"/>
                    <a:pt x="1513" y="2727"/>
                  </a:cubicBezTo>
                  <a:lnTo>
                    <a:pt x="1513" y="2799"/>
                  </a:lnTo>
                  <a:lnTo>
                    <a:pt x="1513" y="2811"/>
                  </a:lnTo>
                  <a:lnTo>
                    <a:pt x="1513" y="2835"/>
                  </a:lnTo>
                  <a:lnTo>
                    <a:pt x="1513" y="2870"/>
                  </a:lnTo>
                  <a:lnTo>
                    <a:pt x="1513" y="2906"/>
                  </a:lnTo>
                  <a:lnTo>
                    <a:pt x="1513" y="2954"/>
                  </a:lnTo>
                  <a:lnTo>
                    <a:pt x="1513" y="2977"/>
                  </a:lnTo>
                  <a:lnTo>
                    <a:pt x="1513" y="3025"/>
                  </a:lnTo>
                  <a:lnTo>
                    <a:pt x="1513" y="3049"/>
                  </a:lnTo>
                  <a:lnTo>
                    <a:pt x="1513" y="3097"/>
                  </a:lnTo>
                  <a:lnTo>
                    <a:pt x="1513" y="3132"/>
                  </a:lnTo>
                  <a:lnTo>
                    <a:pt x="1513" y="3168"/>
                  </a:lnTo>
                  <a:lnTo>
                    <a:pt x="1513" y="3204"/>
                  </a:lnTo>
                  <a:lnTo>
                    <a:pt x="1513" y="3251"/>
                  </a:lnTo>
                  <a:lnTo>
                    <a:pt x="1513" y="3275"/>
                  </a:lnTo>
                  <a:cubicBezTo>
                    <a:pt x="1513" y="3287"/>
                    <a:pt x="1513" y="3311"/>
                    <a:pt x="1537" y="3323"/>
                  </a:cubicBezTo>
                  <a:lnTo>
                    <a:pt x="1537" y="3335"/>
                  </a:lnTo>
                  <a:lnTo>
                    <a:pt x="1537" y="3347"/>
                  </a:lnTo>
                  <a:cubicBezTo>
                    <a:pt x="1537" y="3370"/>
                    <a:pt x="1537" y="3382"/>
                    <a:pt x="1549" y="3394"/>
                  </a:cubicBezTo>
                  <a:lnTo>
                    <a:pt x="1549" y="3430"/>
                  </a:lnTo>
                  <a:cubicBezTo>
                    <a:pt x="1549" y="3442"/>
                    <a:pt x="1560" y="3454"/>
                    <a:pt x="1560" y="3489"/>
                  </a:cubicBezTo>
                  <a:lnTo>
                    <a:pt x="1560" y="3501"/>
                  </a:lnTo>
                  <a:cubicBezTo>
                    <a:pt x="1560" y="3525"/>
                    <a:pt x="1572" y="3549"/>
                    <a:pt x="1572" y="3573"/>
                  </a:cubicBezTo>
                  <a:lnTo>
                    <a:pt x="1572" y="3585"/>
                  </a:lnTo>
                  <a:cubicBezTo>
                    <a:pt x="1572" y="3609"/>
                    <a:pt x="1596" y="3620"/>
                    <a:pt x="1596" y="3632"/>
                  </a:cubicBezTo>
                  <a:lnTo>
                    <a:pt x="1596" y="3644"/>
                  </a:lnTo>
                  <a:lnTo>
                    <a:pt x="1596" y="3668"/>
                  </a:lnTo>
                  <a:cubicBezTo>
                    <a:pt x="1596" y="3680"/>
                    <a:pt x="1608" y="3692"/>
                    <a:pt x="1608" y="3704"/>
                  </a:cubicBezTo>
                  <a:lnTo>
                    <a:pt x="1608" y="3728"/>
                  </a:lnTo>
                  <a:lnTo>
                    <a:pt x="1608" y="3739"/>
                  </a:lnTo>
                  <a:cubicBezTo>
                    <a:pt x="1608" y="3751"/>
                    <a:pt x="1620" y="3763"/>
                    <a:pt x="1620" y="3787"/>
                  </a:cubicBezTo>
                  <a:cubicBezTo>
                    <a:pt x="1620" y="3799"/>
                    <a:pt x="1632" y="3799"/>
                    <a:pt x="1632" y="3811"/>
                  </a:cubicBezTo>
                  <a:cubicBezTo>
                    <a:pt x="1632" y="3823"/>
                    <a:pt x="1656" y="3847"/>
                    <a:pt x="1656" y="3847"/>
                  </a:cubicBezTo>
                  <a:cubicBezTo>
                    <a:pt x="1656" y="3859"/>
                    <a:pt x="1656" y="3859"/>
                    <a:pt x="1668" y="3870"/>
                  </a:cubicBezTo>
                  <a:cubicBezTo>
                    <a:pt x="1668" y="3882"/>
                    <a:pt x="1680" y="3906"/>
                    <a:pt x="1680" y="3906"/>
                  </a:cubicBezTo>
                  <a:cubicBezTo>
                    <a:pt x="1680" y="3918"/>
                    <a:pt x="1691" y="3918"/>
                    <a:pt x="1691" y="3930"/>
                  </a:cubicBezTo>
                  <a:cubicBezTo>
                    <a:pt x="1691" y="3942"/>
                    <a:pt x="1715" y="3966"/>
                    <a:pt x="1715" y="3966"/>
                  </a:cubicBezTo>
                  <a:lnTo>
                    <a:pt x="1727" y="3990"/>
                  </a:lnTo>
                  <a:cubicBezTo>
                    <a:pt x="1727" y="4001"/>
                    <a:pt x="1739" y="4025"/>
                    <a:pt x="1739" y="4025"/>
                  </a:cubicBezTo>
                  <a:cubicBezTo>
                    <a:pt x="1739" y="4025"/>
                    <a:pt x="1739" y="4037"/>
                    <a:pt x="1751" y="4037"/>
                  </a:cubicBezTo>
                  <a:cubicBezTo>
                    <a:pt x="1751" y="4049"/>
                    <a:pt x="1775" y="4061"/>
                    <a:pt x="1775" y="4061"/>
                  </a:cubicBezTo>
                  <a:cubicBezTo>
                    <a:pt x="1775" y="4061"/>
                    <a:pt x="1775" y="4085"/>
                    <a:pt x="1787" y="4085"/>
                  </a:cubicBezTo>
                  <a:cubicBezTo>
                    <a:pt x="1799" y="4097"/>
                    <a:pt x="1799" y="4109"/>
                    <a:pt x="1811" y="4120"/>
                  </a:cubicBezTo>
                  <a:lnTo>
                    <a:pt x="1834" y="4144"/>
                  </a:lnTo>
                  <a:cubicBezTo>
                    <a:pt x="1846" y="4156"/>
                    <a:pt x="1858" y="4180"/>
                    <a:pt x="1858" y="4204"/>
                  </a:cubicBezTo>
                  <a:lnTo>
                    <a:pt x="1858" y="4216"/>
                  </a:lnTo>
                  <a:cubicBezTo>
                    <a:pt x="1870" y="4228"/>
                    <a:pt x="1870" y="4240"/>
                    <a:pt x="1894" y="4263"/>
                  </a:cubicBezTo>
                  <a:lnTo>
                    <a:pt x="1906" y="4287"/>
                  </a:lnTo>
                  <a:cubicBezTo>
                    <a:pt x="1918" y="4299"/>
                    <a:pt x="1918" y="4323"/>
                    <a:pt x="1930" y="4323"/>
                  </a:cubicBezTo>
                  <a:lnTo>
                    <a:pt x="1953" y="4335"/>
                  </a:lnTo>
                  <a:cubicBezTo>
                    <a:pt x="1965" y="4347"/>
                    <a:pt x="1965" y="4359"/>
                    <a:pt x="1977" y="4359"/>
                  </a:cubicBezTo>
                  <a:cubicBezTo>
                    <a:pt x="1977" y="4382"/>
                    <a:pt x="1989" y="4382"/>
                    <a:pt x="1989" y="4394"/>
                  </a:cubicBezTo>
                  <a:lnTo>
                    <a:pt x="2025" y="4418"/>
                  </a:lnTo>
                  <a:lnTo>
                    <a:pt x="2037" y="4442"/>
                  </a:lnTo>
                  <a:lnTo>
                    <a:pt x="2072" y="4466"/>
                  </a:lnTo>
                  <a:cubicBezTo>
                    <a:pt x="2072" y="4478"/>
                    <a:pt x="2084" y="4478"/>
                    <a:pt x="2084" y="4501"/>
                  </a:cubicBezTo>
                  <a:lnTo>
                    <a:pt x="2108" y="4525"/>
                  </a:lnTo>
                  <a:cubicBezTo>
                    <a:pt x="2108" y="4537"/>
                    <a:pt x="2132" y="4537"/>
                    <a:pt x="2132" y="4537"/>
                  </a:cubicBezTo>
                  <a:lnTo>
                    <a:pt x="2156" y="4573"/>
                  </a:lnTo>
                  <a:lnTo>
                    <a:pt x="2168" y="4585"/>
                  </a:lnTo>
                  <a:lnTo>
                    <a:pt x="2203" y="4621"/>
                  </a:lnTo>
                  <a:lnTo>
                    <a:pt x="2215" y="4632"/>
                  </a:lnTo>
                  <a:lnTo>
                    <a:pt x="2251" y="4656"/>
                  </a:lnTo>
                  <a:lnTo>
                    <a:pt x="2263" y="4680"/>
                  </a:lnTo>
                  <a:lnTo>
                    <a:pt x="2311" y="4716"/>
                  </a:lnTo>
                  <a:lnTo>
                    <a:pt x="2346" y="4763"/>
                  </a:lnTo>
                  <a:cubicBezTo>
                    <a:pt x="2382" y="4775"/>
                    <a:pt x="2406" y="4811"/>
                    <a:pt x="2430" y="4823"/>
                  </a:cubicBezTo>
                  <a:lnTo>
                    <a:pt x="2406" y="4835"/>
                  </a:lnTo>
                  <a:cubicBezTo>
                    <a:pt x="2287" y="4811"/>
                    <a:pt x="2156" y="4811"/>
                    <a:pt x="2025" y="4811"/>
                  </a:cubicBezTo>
                  <a:cubicBezTo>
                    <a:pt x="906" y="4811"/>
                    <a:pt x="1" y="5716"/>
                    <a:pt x="1" y="6835"/>
                  </a:cubicBezTo>
                  <a:cubicBezTo>
                    <a:pt x="1" y="7954"/>
                    <a:pt x="906" y="8859"/>
                    <a:pt x="2025" y="8859"/>
                  </a:cubicBezTo>
                  <a:lnTo>
                    <a:pt x="8633" y="8859"/>
                  </a:lnTo>
                  <a:cubicBezTo>
                    <a:pt x="8740" y="8859"/>
                    <a:pt x="8823" y="8764"/>
                    <a:pt x="8823" y="8669"/>
                  </a:cubicBezTo>
                  <a:cubicBezTo>
                    <a:pt x="9002" y="8573"/>
                    <a:pt x="8919" y="8490"/>
                    <a:pt x="8811" y="8490"/>
                  </a:cubicBezTo>
                  <a:lnTo>
                    <a:pt x="2203" y="8490"/>
                  </a:lnTo>
                  <a:cubicBezTo>
                    <a:pt x="1299" y="8490"/>
                    <a:pt x="560" y="7752"/>
                    <a:pt x="560" y="6847"/>
                  </a:cubicBezTo>
                  <a:cubicBezTo>
                    <a:pt x="560" y="5942"/>
                    <a:pt x="1299" y="5216"/>
                    <a:pt x="2203" y="5216"/>
                  </a:cubicBezTo>
                  <a:cubicBezTo>
                    <a:pt x="2334" y="5216"/>
                    <a:pt x="2489" y="5228"/>
                    <a:pt x="2620" y="5275"/>
                  </a:cubicBezTo>
                  <a:cubicBezTo>
                    <a:pt x="2629" y="5277"/>
                    <a:pt x="2639" y="5278"/>
                    <a:pt x="2649" y="5278"/>
                  </a:cubicBezTo>
                  <a:cubicBezTo>
                    <a:pt x="2715" y="5278"/>
                    <a:pt x="2791" y="5244"/>
                    <a:pt x="2823" y="5192"/>
                  </a:cubicBezTo>
                  <a:cubicBezTo>
                    <a:pt x="2882" y="5109"/>
                    <a:pt x="2954" y="5037"/>
                    <a:pt x="3037" y="4978"/>
                  </a:cubicBezTo>
                  <a:cubicBezTo>
                    <a:pt x="3049" y="4954"/>
                    <a:pt x="3061" y="4942"/>
                    <a:pt x="3096" y="4930"/>
                  </a:cubicBezTo>
                  <a:lnTo>
                    <a:pt x="3108" y="4930"/>
                  </a:lnTo>
                  <a:cubicBezTo>
                    <a:pt x="3120" y="4918"/>
                    <a:pt x="3132" y="4894"/>
                    <a:pt x="3168" y="4882"/>
                  </a:cubicBezTo>
                  <a:cubicBezTo>
                    <a:pt x="3215" y="4859"/>
                    <a:pt x="3251" y="4823"/>
                    <a:pt x="3299" y="4811"/>
                  </a:cubicBezTo>
                  <a:cubicBezTo>
                    <a:pt x="3311" y="4799"/>
                    <a:pt x="3346" y="4799"/>
                    <a:pt x="3358" y="4775"/>
                  </a:cubicBezTo>
                  <a:cubicBezTo>
                    <a:pt x="3406" y="4763"/>
                    <a:pt x="3454" y="4740"/>
                    <a:pt x="3489" y="4716"/>
                  </a:cubicBezTo>
                  <a:cubicBezTo>
                    <a:pt x="3513" y="4716"/>
                    <a:pt x="3537" y="4704"/>
                    <a:pt x="3549" y="4704"/>
                  </a:cubicBezTo>
                  <a:lnTo>
                    <a:pt x="3573" y="4704"/>
                  </a:lnTo>
                  <a:cubicBezTo>
                    <a:pt x="3585" y="4704"/>
                    <a:pt x="3608" y="4692"/>
                    <a:pt x="3632" y="4692"/>
                  </a:cubicBezTo>
                  <a:lnTo>
                    <a:pt x="3930" y="4692"/>
                  </a:lnTo>
                  <a:cubicBezTo>
                    <a:pt x="3989" y="4692"/>
                    <a:pt x="4025" y="4704"/>
                    <a:pt x="4085" y="4704"/>
                  </a:cubicBezTo>
                  <a:cubicBezTo>
                    <a:pt x="4120" y="4704"/>
                    <a:pt x="4132" y="4716"/>
                    <a:pt x="4168" y="4716"/>
                  </a:cubicBezTo>
                  <a:lnTo>
                    <a:pt x="4180" y="4716"/>
                  </a:lnTo>
                  <a:cubicBezTo>
                    <a:pt x="4204" y="4716"/>
                    <a:pt x="4227" y="4740"/>
                    <a:pt x="4251" y="4740"/>
                  </a:cubicBezTo>
                  <a:lnTo>
                    <a:pt x="4394" y="4740"/>
                  </a:lnTo>
                  <a:cubicBezTo>
                    <a:pt x="4394" y="4740"/>
                    <a:pt x="4406" y="4740"/>
                    <a:pt x="4406" y="4716"/>
                  </a:cubicBezTo>
                  <a:lnTo>
                    <a:pt x="4454" y="4680"/>
                  </a:lnTo>
                  <a:cubicBezTo>
                    <a:pt x="4478" y="4644"/>
                    <a:pt x="4489" y="4621"/>
                    <a:pt x="4489" y="4585"/>
                  </a:cubicBezTo>
                  <a:cubicBezTo>
                    <a:pt x="4489" y="4561"/>
                    <a:pt x="4513" y="4525"/>
                    <a:pt x="4513" y="4513"/>
                  </a:cubicBezTo>
                  <a:cubicBezTo>
                    <a:pt x="4513" y="4501"/>
                    <a:pt x="4525" y="4478"/>
                    <a:pt x="4525" y="4466"/>
                  </a:cubicBezTo>
                  <a:cubicBezTo>
                    <a:pt x="4525" y="4454"/>
                    <a:pt x="4525" y="4442"/>
                    <a:pt x="4537" y="4418"/>
                  </a:cubicBezTo>
                  <a:cubicBezTo>
                    <a:pt x="4537" y="4406"/>
                    <a:pt x="4549" y="4382"/>
                    <a:pt x="4549" y="4359"/>
                  </a:cubicBezTo>
                  <a:lnTo>
                    <a:pt x="4549" y="4347"/>
                  </a:lnTo>
                  <a:cubicBezTo>
                    <a:pt x="4811" y="3609"/>
                    <a:pt x="5442" y="3049"/>
                    <a:pt x="6216" y="2894"/>
                  </a:cubicBezTo>
                  <a:lnTo>
                    <a:pt x="6240" y="2894"/>
                  </a:lnTo>
                  <a:cubicBezTo>
                    <a:pt x="6371" y="2858"/>
                    <a:pt x="6513" y="2847"/>
                    <a:pt x="6668" y="2847"/>
                  </a:cubicBezTo>
                  <a:lnTo>
                    <a:pt x="6799" y="2847"/>
                  </a:lnTo>
                  <a:cubicBezTo>
                    <a:pt x="7228" y="2870"/>
                    <a:pt x="7633" y="3013"/>
                    <a:pt x="7978" y="3263"/>
                  </a:cubicBezTo>
                  <a:cubicBezTo>
                    <a:pt x="8012" y="3287"/>
                    <a:pt x="8051" y="3300"/>
                    <a:pt x="8090" y="3300"/>
                  </a:cubicBezTo>
                  <a:cubicBezTo>
                    <a:pt x="8148" y="3300"/>
                    <a:pt x="8204" y="3272"/>
                    <a:pt x="8240" y="3216"/>
                  </a:cubicBezTo>
                  <a:cubicBezTo>
                    <a:pt x="8299" y="3132"/>
                    <a:pt x="8288" y="3013"/>
                    <a:pt x="8204" y="2954"/>
                  </a:cubicBezTo>
                  <a:cubicBezTo>
                    <a:pt x="7847" y="2680"/>
                    <a:pt x="7430" y="2513"/>
                    <a:pt x="6978" y="2477"/>
                  </a:cubicBezTo>
                  <a:cubicBezTo>
                    <a:pt x="6966" y="2311"/>
                    <a:pt x="6930" y="2132"/>
                    <a:pt x="6894" y="1977"/>
                  </a:cubicBezTo>
                  <a:cubicBezTo>
                    <a:pt x="6728" y="1418"/>
                    <a:pt x="6371" y="894"/>
                    <a:pt x="5894" y="537"/>
                  </a:cubicBezTo>
                  <a:cubicBezTo>
                    <a:pt x="5418" y="180"/>
                    <a:pt x="4847" y="1"/>
                    <a:pt x="4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62"/>
            <p:cNvSpPr/>
            <p:nvPr/>
          </p:nvSpPr>
          <p:spPr>
            <a:xfrm>
              <a:off x="1670026" y="3377672"/>
              <a:ext cx="104760" cy="175256"/>
            </a:xfrm>
            <a:custGeom>
              <a:avLst/>
              <a:gdLst/>
              <a:ahLst/>
              <a:cxnLst/>
              <a:rect l="l" t="t" r="r" b="b"/>
              <a:pathLst>
                <a:path w="3299" h="5519" extrusionOk="0">
                  <a:moveTo>
                    <a:pt x="210" y="0"/>
                  </a:moveTo>
                  <a:cubicBezTo>
                    <a:pt x="169" y="0"/>
                    <a:pt x="128" y="15"/>
                    <a:pt x="96" y="41"/>
                  </a:cubicBezTo>
                  <a:cubicBezTo>
                    <a:pt x="1" y="113"/>
                    <a:pt x="1" y="232"/>
                    <a:pt x="60" y="303"/>
                  </a:cubicBezTo>
                  <a:cubicBezTo>
                    <a:pt x="394" y="708"/>
                    <a:pt x="572" y="1196"/>
                    <a:pt x="572" y="1720"/>
                  </a:cubicBezTo>
                  <a:lnTo>
                    <a:pt x="572" y="1780"/>
                  </a:lnTo>
                  <a:lnTo>
                    <a:pt x="572" y="1791"/>
                  </a:lnTo>
                  <a:cubicBezTo>
                    <a:pt x="572" y="1851"/>
                    <a:pt x="596" y="1910"/>
                    <a:pt x="644" y="1958"/>
                  </a:cubicBezTo>
                  <a:cubicBezTo>
                    <a:pt x="676" y="1990"/>
                    <a:pt x="718" y="2000"/>
                    <a:pt x="760" y="2000"/>
                  </a:cubicBezTo>
                  <a:cubicBezTo>
                    <a:pt x="781" y="2000"/>
                    <a:pt x="803" y="1998"/>
                    <a:pt x="822" y="1994"/>
                  </a:cubicBezTo>
                  <a:cubicBezTo>
                    <a:pt x="977" y="1946"/>
                    <a:pt x="1132" y="1922"/>
                    <a:pt x="1299" y="1922"/>
                  </a:cubicBezTo>
                  <a:cubicBezTo>
                    <a:pt x="2192" y="1922"/>
                    <a:pt x="2906" y="2649"/>
                    <a:pt x="2906" y="3530"/>
                  </a:cubicBezTo>
                  <a:cubicBezTo>
                    <a:pt x="2906" y="4423"/>
                    <a:pt x="2180" y="5125"/>
                    <a:pt x="1299" y="5125"/>
                  </a:cubicBezTo>
                  <a:lnTo>
                    <a:pt x="1168" y="5125"/>
                  </a:lnTo>
                  <a:cubicBezTo>
                    <a:pt x="1061" y="5125"/>
                    <a:pt x="977" y="5220"/>
                    <a:pt x="977" y="5328"/>
                  </a:cubicBezTo>
                  <a:cubicBezTo>
                    <a:pt x="977" y="5423"/>
                    <a:pt x="1061" y="5518"/>
                    <a:pt x="1168" y="5518"/>
                  </a:cubicBezTo>
                  <a:lnTo>
                    <a:pt x="1299" y="5518"/>
                  </a:lnTo>
                  <a:cubicBezTo>
                    <a:pt x="2394" y="5518"/>
                    <a:pt x="3287" y="4625"/>
                    <a:pt x="3287" y="3518"/>
                  </a:cubicBezTo>
                  <a:cubicBezTo>
                    <a:pt x="3299" y="2422"/>
                    <a:pt x="2406" y="1529"/>
                    <a:pt x="1299" y="1529"/>
                  </a:cubicBezTo>
                  <a:cubicBezTo>
                    <a:pt x="1180" y="1529"/>
                    <a:pt x="1061" y="1541"/>
                    <a:pt x="942" y="1565"/>
                  </a:cubicBezTo>
                  <a:cubicBezTo>
                    <a:pt x="918" y="1029"/>
                    <a:pt x="703" y="494"/>
                    <a:pt x="358" y="77"/>
                  </a:cubicBezTo>
                  <a:cubicBezTo>
                    <a:pt x="318" y="24"/>
                    <a:pt x="263" y="0"/>
                    <a:pt x="2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4" name="Google Shape;9594;p62"/>
          <p:cNvGrpSpPr/>
          <p:nvPr/>
        </p:nvGrpSpPr>
        <p:grpSpPr>
          <a:xfrm>
            <a:off x="1953403" y="3216094"/>
            <a:ext cx="366389" cy="354481"/>
            <a:chOff x="1954741" y="3212419"/>
            <a:chExt cx="366389" cy="354481"/>
          </a:xfrm>
        </p:grpSpPr>
        <p:sp>
          <p:nvSpPr>
            <p:cNvPr id="9595" name="Google Shape;9595;p62"/>
            <p:cNvSpPr/>
            <p:nvPr/>
          </p:nvSpPr>
          <p:spPr>
            <a:xfrm>
              <a:off x="1964204" y="3212419"/>
              <a:ext cx="356926" cy="354481"/>
            </a:xfrm>
            <a:custGeom>
              <a:avLst/>
              <a:gdLst/>
              <a:ahLst/>
              <a:cxnLst/>
              <a:rect l="l" t="t" r="r" b="b"/>
              <a:pathLst>
                <a:path w="11240" h="11163" extrusionOk="0">
                  <a:moveTo>
                    <a:pt x="3618" y="1"/>
                  </a:moveTo>
                  <a:cubicBezTo>
                    <a:pt x="3546" y="1"/>
                    <a:pt x="3474" y="18"/>
                    <a:pt x="3405" y="54"/>
                  </a:cubicBezTo>
                  <a:cubicBezTo>
                    <a:pt x="2405" y="507"/>
                    <a:pt x="1560" y="1245"/>
                    <a:pt x="953" y="2161"/>
                  </a:cubicBezTo>
                  <a:cubicBezTo>
                    <a:pt x="321" y="3114"/>
                    <a:pt x="0" y="4221"/>
                    <a:pt x="0" y="5352"/>
                  </a:cubicBezTo>
                  <a:cubicBezTo>
                    <a:pt x="0" y="8567"/>
                    <a:pt x="2619" y="11163"/>
                    <a:pt x="5822" y="11163"/>
                  </a:cubicBezTo>
                  <a:cubicBezTo>
                    <a:pt x="6953" y="11163"/>
                    <a:pt x="8061" y="10841"/>
                    <a:pt x="9001" y="10222"/>
                  </a:cubicBezTo>
                  <a:cubicBezTo>
                    <a:pt x="9930" y="9603"/>
                    <a:pt x="10656" y="8758"/>
                    <a:pt x="11120" y="7757"/>
                  </a:cubicBezTo>
                  <a:cubicBezTo>
                    <a:pt x="11240" y="7567"/>
                    <a:pt x="11180" y="7317"/>
                    <a:pt x="11001" y="7186"/>
                  </a:cubicBezTo>
                  <a:cubicBezTo>
                    <a:pt x="10912" y="7109"/>
                    <a:pt x="10802" y="7070"/>
                    <a:pt x="10692" y="7070"/>
                  </a:cubicBezTo>
                  <a:cubicBezTo>
                    <a:pt x="10582" y="7070"/>
                    <a:pt x="10472" y="7109"/>
                    <a:pt x="10382" y="7186"/>
                  </a:cubicBezTo>
                  <a:cubicBezTo>
                    <a:pt x="9585" y="7793"/>
                    <a:pt x="8632" y="8115"/>
                    <a:pt x="7632" y="8115"/>
                  </a:cubicBezTo>
                  <a:cubicBezTo>
                    <a:pt x="7370" y="8115"/>
                    <a:pt x="7084" y="8091"/>
                    <a:pt x="6810" y="8043"/>
                  </a:cubicBezTo>
                  <a:cubicBezTo>
                    <a:pt x="6802" y="8042"/>
                    <a:pt x="6794" y="8042"/>
                    <a:pt x="6786" y="8042"/>
                  </a:cubicBezTo>
                  <a:cubicBezTo>
                    <a:pt x="6698" y="8042"/>
                    <a:pt x="6607" y="8101"/>
                    <a:pt x="6596" y="8210"/>
                  </a:cubicBezTo>
                  <a:cubicBezTo>
                    <a:pt x="6572" y="8317"/>
                    <a:pt x="6632" y="8412"/>
                    <a:pt x="6751" y="8436"/>
                  </a:cubicBezTo>
                  <a:cubicBezTo>
                    <a:pt x="7049" y="8484"/>
                    <a:pt x="7346" y="8508"/>
                    <a:pt x="7632" y="8508"/>
                  </a:cubicBezTo>
                  <a:cubicBezTo>
                    <a:pt x="8715" y="8508"/>
                    <a:pt x="9763" y="8150"/>
                    <a:pt x="10620" y="7495"/>
                  </a:cubicBezTo>
                  <a:cubicBezTo>
                    <a:pt x="10644" y="7478"/>
                    <a:pt x="10668" y="7469"/>
                    <a:pt x="10689" y="7469"/>
                  </a:cubicBezTo>
                  <a:cubicBezTo>
                    <a:pt x="10710" y="7469"/>
                    <a:pt x="10728" y="7478"/>
                    <a:pt x="10739" y="7495"/>
                  </a:cubicBezTo>
                  <a:cubicBezTo>
                    <a:pt x="10775" y="7519"/>
                    <a:pt x="10787" y="7567"/>
                    <a:pt x="10775" y="7615"/>
                  </a:cubicBezTo>
                  <a:cubicBezTo>
                    <a:pt x="10347" y="8543"/>
                    <a:pt x="9668" y="9341"/>
                    <a:pt x="8811" y="9901"/>
                  </a:cubicBezTo>
                  <a:cubicBezTo>
                    <a:pt x="7930" y="10484"/>
                    <a:pt x="6906" y="10782"/>
                    <a:pt x="5834" y="10782"/>
                  </a:cubicBezTo>
                  <a:cubicBezTo>
                    <a:pt x="2846" y="10782"/>
                    <a:pt x="405" y="8341"/>
                    <a:pt x="405" y="5352"/>
                  </a:cubicBezTo>
                  <a:cubicBezTo>
                    <a:pt x="405" y="4293"/>
                    <a:pt x="714" y="3269"/>
                    <a:pt x="1274" y="2376"/>
                  </a:cubicBezTo>
                  <a:cubicBezTo>
                    <a:pt x="1845" y="1507"/>
                    <a:pt x="2631" y="828"/>
                    <a:pt x="3572" y="411"/>
                  </a:cubicBezTo>
                  <a:cubicBezTo>
                    <a:pt x="3592" y="401"/>
                    <a:pt x="3609" y="396"/>
                    <a:pt x="3626" y="396"/>
                  </a:cubicBezTo>
                  <a:cubicBezTo>
                    <a:pt x="3649" y="396"/>
                    <a:pt x="3670" y="407"/>
                    <a:pt x="3691" y="435"/>
                  </a:cubicBezTo>
                  <a:cubicBezTo>
                    <a:pt x="3715" y="471"/>
                    <a:pt x="3715" y="530"/>
                    <a:pt x="3691" y="554"/>
                  </a:cubicBezTo>
                  <a:cubicBezTo>
                    <a:pt x="3036" y="1423"/>
                    <a:pt x="2679" y="2459"/>
                    <a:pt x="2679" y="3543"/>
                  </a:cubicBezTo>
                  <a:cubicBezTo>
                    <a:pt x="2679" y="4602"/>
                    <a:pt x="3000" y="5614"/>
                    <a:pt x="3631" y="6460"/>
                  </a:cubicBezTo>
                  <a:cubicBezTo>
                    <a:pt x="4239" y="7293"/>
                    <a:pt x="5084" y="7912"/>
                    <a:pt x="6060" y="8234"/>
                  </a:cubicBezTo>
                  <a:cubicBezTo>
                    <a:pt x="6081" y="8242"/>
                    <a:pt x="6103" y="8245"/>
                    <a:pt x="6124" y="8245"/>
                  </a:cubicBezTo>
                  <a:cubicBezTo>
                    <a:pt x="6200" y="8245"/>
                    <a:pt x="6273" y="8198"/>
                    <a:pt x="6310" y="8115"/>
                  </a:cubicBezTo>
                  <a:cubicBezTo>
                    <a:pt x="6334" y="8007"/>
                    <a:pt x="6287" y="7912"/>
                    <a:pt x="6191" y="7865"/>
                  </a:cubicBezTo>
                  <a:cubicBezTo>
                    <a:pt x="4322" y="7257"/>
                    <a:pt x="3060" y="5507"/>
                    <a:pt x="3060" y="3543"/>
                  </a:cubicBezTo>
                  <a:cubicBezTo>
                    <a:pt x="3060" y="2531"/>
                    <a:pt x="3393" y="1578"/>
                    <a:pt x="4001" y="792"/>
                  </a:cubicBezTo>
                  <a:cubicBezTo>
                    <a:pt x="4131" y="614"/>
                    <a:pt x="4131" y="364"/>
                    <a:pt x="4001" y="185"/>
                  </a:cubicBezTo>
                  <a:cubicBezTo>
                    <a:pt x="3898" y="67"/>
                    <a:pt x="3759" y="1"/>
                    <a:pt x="3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62"/>
            <p:cNvSpPr/>
            <p:nvPr/>
          </p:nvSpPr>
          <p:spPr>
            <a:xfrm>
              <a:off x="2127520" y="3279898"/>
              <a:ext cx="77546" cy="77546"/>
            </a:xfrm>
            <a:custGeom>
              <a:avLst/>
              <a:gdLst/>
              <a:ahLst/>
              <a:cxnLst/>
              <a:rect l="l" t="t" r="r" b="b"/>
              <a:pathLst>
                <a:path w="2442" h="2442" extrusionOk="0">
                  <a:moveTo>
                    <a:pt x="1239" y="846"/>
                  </a:moveTo>
                  <a:cubicBezTo>
                    <a:pt x="1334" y="989"/>
                    <a:pt x="1465" y="1108"/>
                    <a:pt x="1608" y="1215"/>
                  </a:cubicBezTo>
                  <a:cubicBezTo>
                    <a:pt x="1465" y="1310"/>
                    <a:pt x="1346" y="1441"/>
                    <a:pt x="1239" y="1584"/>
                  </a:cubicBezTo>
                  <a:cubicBezTo>
                    <a:pt x="1155" y="1441"/>
                    <a:pt x="1013" y="1322"/>
                    <a:pt x="870" y="1215"/>
                  </a:cubicBezTo>
                  <a:cubicBezTo>
                    <a:pt x="1013" y="1108"/>
                    <a:pt x="1155" y="989"/>
                    <a:pt x="1239" y="846"/>
                  </a:cubicBezTo>
                  <a:close/>
                  <a:moveTo>
                    <a:pt x="1227" y="1"/>
                  </a:moveTo>
                  <a:cubicBezTo>
                    <a:pt x="1120" y="1"/>
                    <a:pt x="1036" y="84"/>
                    <a:pt x="1036" y="191"/>
                  </a:cubicBezTo>
                  <a:cubicBezTo>
                    <a:pt x="1036" y="656"/>
                    <a:pt x="655" y="1025"/>
                    <a:pt x="203" y="1025"/>
                  </a:cubicBezTo>
                  <a:cubicBezTo>
                    <a:pt x="96" y="1025"/>
                    <a:pt x="1" y="1108"/>
                    <a:pt x="1" y="1215"/>
                  </a:cubicBezTo>
                  <a:cubicBezTo>
                    <a:pt x="1" y="1322"/>
                    <a:pt x="96" y="1406"/>
                    <a:pt x="203" y="1406"/>
                  </a:cubicBezTo>
                  <a:cubicBezTo>
                    <a:pt x="655" y="1406"/>
                    <a:pt x="1036" y="1787"/>
                    <a:pt x="1036" y="2239"/>
                  </a:cubicBezTo>
                  <a:cubicBezTo>
                    <a:pt x="1036" y="2346"/>
                    <a:pt x="1120" y="2442"/>
                    <a:pt x="1227" y="2442"/>
                  </a:cubicBezTo>
                  <a:cubicBezTo>
                    <a:pt x="1334" y="2442"/>
                    <a:pt x="1417" y="2346"/>
                    <a:pt x="1417" y="2239"/>
                  </a:cubicBezTo>
                  <a:cubicBezTo>
                    <a:pt x="1417" y="1787"/>
                    <a:pt x="1786" y="1406"/>
                    <a:pt x="2251" y="1406"/>
                  </a:cubicBezTo>
                  <a:cubicBezTo>
                    <a:pt x="2358" y="1406"/>
                    <a:pt x="2441" y="1322"/>
                    <a:pt x="2441" y="1215"/>
                  </a:cubicBezTo>
                  <a:cubicBezTo>
                    <a:pt x="2441" y="1108"/>
                    <a:pt x="2358" y="1025"/>
                    <a:pt x="2251" y="1025"/>
                  </a:cubicBezTo>
                  <a:cubicBezTo>
                    <a:pt x="1786" y="1025"/>
                    <a:pt x="1417" y="656"/>
                    <a:pt x="1417" y="191"/>
                  </a:cubicBezTo>
                  <a:cubicBezTo>
                    <a:pt x="1417" y="84"/>
                    <a:pt x="133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7" name="Google Shape;9597;p62"/>
            <p:cNvSpPr/>
            <p:nvPr/>
          </p:nvSpPr>
          <p:spPr>
            <a:xfrm>
              <a:off x="2202747" y="3365732"/>
              <a:ext cx="38995" cy="38963"/>
            </a:xfrm>
            <a:custGeom>
              <a:avLst/>
              <a:gdLst/>
              <a:ahLst/>
              <a:cxnLst/>
              <a:rect l="l" t="t" r="r" b="b"/>
              <a:pathLst>
                <a:path w="1228" h="1227" extrusionOk="0">
                  <a:moveTo>
                    <a:pt x="608" y="405"/>
                  </a:moveTo>
                  <a:cubicBezTo>
                    <a:pt x="727" y="405"/>
                    <a:pt x="834" y="512"/>
                    <a:pt x="834" y="632"/>
                  </a:cubicBezTo>
                  <a:cubicBezTo>
                    <a:pt x="834" y="739"/>
                    <a:pt x="727" y="846"/>
                    <a:pt x="608" y="846"/>
                  </a:cubicBezTo>
                  <a:cubicBezTo>
                    <a:pt x="489" y="846"/>
                    <a:pt x="394" y="739"/>
                    <a:pt x="394" y="632"/>
                  </a:cubicBezTo>
                  <a:cubicBezTo>
                    <a:pt x="394" y="489"/>
                    <a:pt x="489" y="405"/>
                    <a:pt x="608" y="405"/>
                  </a:cubicBezTo>
                  <a:close/>
                  <a:moveTo>
                    <a:pt x="608" y="0"/>
                  </a:moveTo>
                  <a:cubicBezTo>
                    <a:pt x="275" y="0"/>
                    <a:pt x="1" y="262"/>
                    <a:pt x="1" y="608"/>
                  </a:cubicBezTo>
                  <a:cubicBezTo>
                    <a:pt x="1" y="953"/>
                    <a:pt x="275" y="1227"/>
                    <a:pt x="608" y="1227"/>
                  </a:cubicBezTo>
                  <a:cubicBezTo>
                    <a:pt x="953" y="1227"/>
                    <a:pt x="1227" y="953"/>
                    <a:pt x="1227" y="608"/>
                  </a:cubicBezTo>
                  <a:cubicBezTo>
                    <a:pt x="1227" y="274"/>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8" name="Google Shape;9598;p62"/>
            <p:cNvSpPr/>
            <p:nvPr/>
          </p:nvSpPr>
          <p:spPr>
            <a:xfrm>
              <a:off x="1964553" y="3518473"/>
              <a:ext cx="38995" cy="38614"/>
            </a:xfrm>
            <a:custGeom>
              <a:avLst/>
              <a:gdLst/>
              <a:ahLst/>
              <a:cxnLst/>
              <a:rect l="l" t="t" r="r" b="b"/>
              <a:pathLst>
                <a:path w="1228" h="1216" extrusionOk="0">
                  <a:moveTo>
                    <a:pt x="608" y="382"/>
                  </a:moveTo>
                  <a:cubicBezTo>
                    <a:pt x="727" y="382"/>
                    <a:pt x="834" y="489"/>
                    <a:pt x="834" y="608"/>
                  </a:cubicBezTo>
                  <a:cubicBezTo>
                    <a:pt x="822" y="727"/>
                    <a:pt x="727" y="834"/>
                    <a:pt x="608" y="834"/>
                  </a:cubicBezTo>
                  <a:cubicBezTo>
                    <a:pt x="489" y="834"/>
                    <a:pt x="394" y="727"/>
                    <a:pt x="394" y="608"/>
                  </a:cubicBezTo>
                  <a:cubicBezTo>
                    <a:pt x="394" y="489"/>
                    <a:pt x="489" y="382"/>
                    <a:pt x="608" y="382"/>
                  </a:cubicBezTo>
                  <a:close/>
                  <a:moveTo>
                    <a:pt x="608" y="1"/>
                  </a:moveTo>
                  <a:cubicBezTo>
                    <a:pt x="275" y="1"/>
                    <a:pt x="1" y="263"/>
                    <a:pt x="1" y="608"/>
                  </a:cubicBezTo>
                  <a:cubicBezTo>
                    <a:pt x="1" y="953"/>
                    <a:pt x="275" y="1215"/>
                    <a:pt x="608" y="1215"/>
                  </a:cubicBezTo>
                  <a:cubicBezTo>
                    <a:pt x="953" y="1215"/>
                    <a:pt x="1227" y="953"/>
                    <a:pt x="1227" y="608"/>
                  </a:cubicBezTo>
                  <a:cubicBezTo>
                    <a:pt x="1227" y="263"/>
                    <a:pt x="942"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62"/>
            <p:cNvSpPr/>
            <p:nvPr/>
          </p:nvSpPr>
          <p:spPr>
            <a:xfrm>
              <a:off x="2158894" y="3385007"/>
              <a:ext cx="15909" cy="16290"/>
            </a:xfrm>
            <a:custGeom>
              <a:avLst/>
              <a:gdLst/>
              <a:ahLst/>
              <a:cxnLst/>
              <a:rect l="l" t="t" r="r" b="b"/>
              <a:pathLst>
                <a:path w="501" h="513" extrusionOk="0">
                  <a:moveTo>
                    <a:pt x="251" y="1"/>
                  </a:moveTo>
                  <a:cubicBezTo>
                    <a:pt x="108" y="1"/>
                    <a:pt x="1" y="120"/>
                    <a:pt x="1" y="263"/>
                  </a:cubicBezTo>
                  <a:cubicBezTo>
                    <a:pt x="1" y="394"/>
                    <a:pt x="108" y="513"/>
                    <a:pt x="251" y="513"/>
                  </a:cubicBezTo>
                  <a:cubicBezTo>
                    <a:pt x="394" y="513"/>
                    <a:pt x="501" y="394"/>
                    <a:pt x="501" y="263"/>
                  </a:cubicBezTo>
                  <a:cubicBezTo>
                    <a:pt x="501" y="120"/>
                    <a:pt x="394" y="1"/>
                    <a:pt x="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2"/>
            <p:cNvSpPr/>
            <p:nvPr/>
          </p:nvSpPr>
          <p:spPr>
            <a:xfrm>
              <a:off x="1954741" y="3478779"/>
              <a:ext cx="15909" cy="15909"/>
            </a:xfrm>
            <a:custGeom>
              <a:avLst/>
              <a:gdLst/>
              <a:ahLst/>
              <a:cxnLst/>
              <a:rect l="l" t="t" r="r" b="b"/>
              <a:pathLst>
                <a:path w="501" h="501" extrusionOk="0">
                  <a:moveTo>
                    <a:pt x="250" y="0"/>
                  </a:moveTo>
                  <a:cubicBezTo>
                    <a:pt x="108" y="0"/>
                    <a:pt x="0" y="108"/>
                    <a:pt x="0" y="250"/>
                  </a:cubicBezTo>
                  <a:cubicBezTo>
                    <a:pt x="0" y="393"/>
                    <a:pt x="108" y="501"/>
                    <a:pt x="250" y="501"/>
                  </a:cubicBezTo>
                  <a:cubicBezTo>
                    <a:pt x="393" y="501"/>
                    <a:pt x="500" y="393"/>
                    <a:pt x="500" y="250"/>
                  </a:cubicBezTo>
                  <a:cubicBezTo>
                    <a:pt x="500" y="108"/>
                    <a:pt x="393"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62"/>
            <p:cNvSpPr/>
            <p:nvPr/>
          </p:nvSpPr>
          <p:spPr>
            <a:xfrm>
              <a:off x="2208813" y="3264020"/>
              <a:ext cx="16290" cy="16290"/>
            </a:xfrm>
            <a:custGeom>
              <a:avLst/>
              <a:gdLst/>
              <a:ahLst/>
              <a:cxnLst/>
              <a:rect l="l" t="t" r="r" b="b"/>
              <a:pathLst>
                <a:path w="513" h="513" extrusionOk="0">
                  <a:moveTo>
                    <a:pt x="250" y="1"/>
                  </a:moveTo>
                  <a:cubicBezTo>
                    <a:pt x="119" y="1"/>
                    <a:pt x="0" y="120"/>
                    <a:pt x="0" y="263"/>
                  </a:cubicBezTo>
                  <a:cubicBezTo>
                    <a:pt x="0" y="394"/>
                    <a:pt x="119" y="513"/>
                    <a:pt x="250" y="513"/>
                  </a:cubicBezTo>
                  <a:cubicBezTo>
                    <a:pt x="393" y="513"/>
                    <a:pt x="512" y="394"/>
                    <a:pt x="512" y="263"/>
                  </a:cubicBezTo>
                  <a:cubicBezTo>
                    <a:pt x="512" y="120"/>
                    <a:pt x="393" y="1"/>
                    <a:pt x="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2" name="Google Shape;9602;p62"/>
          <p:cNvGrpSpPr/>
          <p:nvPr/>
        </p:nvGrpSpPr>
        <p:grpSpPr>
          <a:xfrm>
            <a:off x="3043239" y="3215626"/>
            <a:ext cx="366008" cy="348670"/>
            <a:chOff x="3043239" y="3215626"/>
            <a:chExt cx="366008" cy="348670"/>
          </a:xfrm>
        </p:grpSpPr>
        <p:sp>
          <p:nvSpPr>
            <p:cNvPr id="9603" name="Google Shape;9603;p62"/>
            <p:cNvSpPr/>
            <p:nvPr/>
          </p:nvSpPr>
          <p:spPr>
            <a:xfrm>
              <a:off x="3106749" y="3273198"/>
              <a:ext cx="302498" cy="291098"/>
            </a:xfrm>
            <a:custGeom>
              <a:avLst/>
              <a:gdLst/>
              <a:ahLst/>
              <a:cxnLst/>
              <a:rect l="l" t="t" r="r" b="b"/>
              <a:pathLst>
                <a:path w="9526" h="9167" extrusionOk="0">
                  <a:moveTo>
                    <a:pt x="4711" y="1"/>
                  </a:moveTo>
                  <a:cubicBezTo>
                    <a:pt x="4689" y="1"/>
                    <a:pt x="4667" y="4"/>
                    <a:pt x="4644" y="9"/>
                  </a:cubicBezTo>
                  <a:cubicBezTo>
                    <a:pt x="4561" y="45"/>
                    <a:pt x="4525" y="140"/>
                    <a:pt x="4561" y="236"/>
                  </a:cubicBezTo>
                  <a:lnTo>
                    <a:pt x="5287" y="1950"/>
                  </a:lnTo>
                  <a:cubicBezTo>
                    <a:pt x="5311" y="2010"/>
                    <a:pt x="5359" y="2033"/>
                    <a:pt x="5418" y="2057"/>
                  </a:cubicBezTo>
                  <a:lnTo>
                    <a:pt x="9026" y="2379"/>
                  </a:lnTo>
                  <a:cubicBezTo>
                    <a:pt x="9097" y="2379"/>
                    <a:pt x="9109" y="2438"/>
                    <a:pt x="9121" y="2474"/>
                  </a:cubicBezTo>
                  <a:cubicBezTo>
                    <a:pt x="9121" y="2498"/>
                    <a:pt x="9145" y="2545"/>
                    <a:pt x="9097" y="2605"/>
                  </a:cubicBezTo>
                  <a:lnTo>
                    <a:pt x="6406" y="4974"/>
                  </a:lnTo>
                  <a:cubicBezTo>
                    <a:pt x="6359" y="5010"/>
                    <a:pt x="6347" y="5070"/>
                    <a:pt x="6347" y="5129"/>
                  </a:cubicBezTo>
                  <a:lnTo>
                    <a:pt x="7133" y="8665"/>
                  </a:lnTo>
                  <a:cubicBezTo>
                    <a:pt x="7144" y="8737"/>
                    <a:pt x="7109" y="8760"/>
                    <a:pt x="7085" y="8784"/>
                  </a:cubicBezTo>
                  <a:cubicBezTo>
                    <a:pt x="7078" y="8791"/>
                    <a:pt x="7053" y="8803"/>
                    <a:pt x="7021" y="8803"/>
                  </a:cubicBezTo>
                  <a:cubicBezTo>
                    <a:pt x="7001" y="8803"/>
                    <a:pt x="6977" y="8798"/>
                    <a:pt x="6954" y="8784"/>
                  </a:cubicBezTo>
                  <a:lnTo>
                    <a:pt x="3846" y="6939"/>
                  </a:lnTo>
                  <a:cubicBezTo>
                    <a:pt x="3817" y="6921"/>
                    <a:pt x="3787" y="6912"/>
                    <a:pt x="3757" y="6912"/>
                  </a:cubicBezTo>
                  <a:cubicBezTo>
                    <a:pt x="3727" y="6912"/>
                    <a:pt x="3698" y="6921"/>
                    <a:pt x="3668" y="6939"/>
                  </a:cubicBezTo>
                  <a:lnTo>
                    <a:pt x="560" y="8784"/>
                  </a:lnTo>
                  <a:cubicBezTo>
                    <a:pt x="535" y="8794"/>
                    <a:pt x="510" y="8798"/>
                    <a:pt x="487" y="8798"/>
                  </a:cubicBezTo>
                  <a:cubicBezTo>
                    <a:pt x="457" y="8798"/>
                    <a:pt x="431" y="8791"/>
                    <a:pt x="417" y="8784"/>
                  </a:cubicBezTo>
                  <a:cubicBezTo>
                    <a:pt x="406" y="8760"/>
                    <a:pt x="358" y="8725"/>
                    <a:pt x="382" y="8665"/>
                  </a:cubicBezTo>
                  <a:lnTo>
                    <a:pt x="798" y="6832"/>
                  </a:lnTo>
                  <a:cubicBezTo>
                    <a:pt x="810" y="6736"/>
                    <a:pt x="763" y="6653"/>
                    <a:pt x="656" y="6641"/>
                  </a:cubicBezTo>
                  <a:cubicBezTo>
                    <a:pt x="641" y="6637"/>
                    <a:pt x="627" y="6635"/>
                    <a:pt x="613" y="6635"/>
                  </a:cubicBezTo>
                  <a:cubicBezTo>
                    <a:pt x="542" y="6635"/>
                    <a:pt x="475" y="6683"/>
                    <a:pt x="465" y="6772"/>
                  </a:cubicBezTo>
                  <a:lnTo>
                    <a:pt x="48" y="8606"/>
                  </a:lnTo>
                  <a:cubicBezTo>
                    <a:pt x="1" y="8784"/>
                    <a:pt x="84" y="8963"/>
                    <a:pt x="227" y="9082"/>
                  </a:cubicBezTo>
                  <a:cubicBezTo>
                    <a:pt x="314" y="9135"/>
                    <a:pt x="412" y="9166"/>
                    <a:pt x="511" y="9166"/>
                  </a:cubicBezTo>
                  <a:cubicBezTo>
                    <a:pt x="588" y="9166"/>
                    <a:pt x="666" y="9147"/>
                    <a:pt x="739" y="9106"/>
                  </a:cubicBezTo>
                  <a:lnTo>
                    <a:pt x="3751" y="7308"/>
                  </a:lnTo>
                  <a:lnTo>
                    <a:pt x="6775" y="9106"/>
                  </a:lnTo>
                  <a:cubicBezTo>
                    <a:pt x="6847" y="9153"/>
                    <a:pt x="6930" y="9165"/>
                    <a:pt x="7013" y="9165"/>
                  </a:cubicBezTo>
                  <a:cubicBezTo>
                    <a:pt x="7109" y="9165"/>
                    <a:pt x="7204" y="9141"/>
                    <a:pt x="7287" y="9082"/>
                  </a:cubicBezTo>
                  <a:cubicBezTo>
                    <a:pt x="7430" y="8975"/>
                    <a:pt x="7502" y="8796"/>
                    <a:pt x="7466" y="8606"/>
                  </a:cubicBezTo>
                  <a:lnTo>
                    <a:pt x="6692" y="5165"/>
                  </a:lnTo>
                  <a:lnTo>
                    <a:pt x="9335" y="2843"/>
                  </a:lnTo>
                  <a:cubicBezTo>
                    <a:pt x="9490" y="2700"/>
                    <a:pt x="9526" y="2533"/>
                    <a:pt x="9466" y="2355"/>
                  </a:cubicBezTo>
                  <a:cubicBezTo>
                    <a:pt x="9407" y="2164"/>
                    <a:pt x="9264" y="2057"/>
                    <a:pt x="9085" y="2033"/>
                  </a:cubicBezTo>
                  <a:lnTo>
                    <a:pt x="5573" y="1712"/>
                  </a:lnTo>
                  <a:lnTo>
                    <a:pt x="4870" y="105"/>
                  </a:lnTo>
                  <a:cubicBezTo>
                    <a:pt x="4843" y="32"/>
                    <a:pt x="4781" y="1"/>
                    <a:pt x="47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62"/>
            <p:cNvSpPr/>
            <p:nvPr/>
          </p:nvSpPr>
          <p:spPr>
            <a:xfrm>
              <a:off x="3043239" y="3215626"/>
              <a:ext cx="209869" cy="255628"/>
            </a:xfrm>
            <a:custGeom>
              <a:avLst/>
              <a:gdLst/>
              <a:ahLst/>
              <a:cxnLst/>
              <a:rect l="l" t="t" r="r" b="b"/>
              <a:pathLst>
                <a:path w="6609" h="8050" extrusionOk="0">
                  <a:moveTo>
                    <a:pt x="5775" y="1"/>
                  </a:moveTo>
                  <a:cubicBezTo>
                    <a:pt x="5596" y="1"/>
                    <a:pt x="5430" y="96"/>
                    <a:pt x="5358" y="275"/>
                  </a:cubicBezTo>
                  <a:lnTo>
                    <a:pt x="3953" y="3513"/>
                  </a:lnTo>
                  <a:lnTo>
                    <a:pt x="441" y="3835"/>
                  </a:lnTo>
                  <a:cubicBezTo>
                    <a:pt x="262" y="3846"/>
                    <a:pt x="96" y="3965"/>
                    <a:pt x="60" y="4144"/>
                  </a:cubicBezTo>
                  <a:cubicBezTo>
                    <a:pt x="0" y="4323"/>
                    <a:pt x="60" y="4501"/>
                    <a:pt x="191" y="4644"/>
                  </a:cubicBezTo>
                  <a:lnTo>
                    <a:pt x="2834" y="6966"/>
                  </a:lnTo>
                  <a:lnTo>
                    <a:pt x="2632" y="7859"/>
                  </a:lnTo>
                  <a:cubicBezTo>
                    <a:pt x="2608" y="7942"/>
                    <a:pt x="2656" y="8037"/>
                    <a:pt x="2763" y="8049"/>
                  </a:cubicBezTo>
                  <a:lnTo>
                    <a:pt x="2798" y="8049"/>
                  </a:lnTo>
                  <a:cubicBezTo>
                    <a:pt x="2870" y="8049"/>
                    <a:pt x="2941" y="7990"/>
                    <a:pt x="2953" y="7918"/>
                  </a:cubicBezTo>
                  <a:lnTo>
                    <a:pt x="3179" y="6918"/>
                  </a:lnTo>
                  <a:cubicBezTo>
                    <a:pt x="3191" y="6859"/>
                    <a:pt x="3179" y="6799"/>
                    <a:pt x="3120" y="6752"/>
                  </a:cubicBezTo>
                  <a:lnTo>
                    <a:pt x="417" y="4406"/>
                  </a:lnTo>
                  <a:cubicBezTo>
                    <a:pt x="358" y="4358"/>
                    <a:pt x="370" y="4299"/>
                    <a:pt x="381" y="4263"/>
                  </a:cubicBezTo>
                  <a:cubicBezTo>
                    <a:pt x="381" y="4239"/>
                    <a:pt x="417" y="4192"/>
                    <a:pt x="489" y="4180"/>
                  </a:cubicBezTo>
                  <a:lnTo>
                    <a:pt x="4084" y="3846"/>
                  </a:lnTo>
                  <a:cubicBezTo>
                    <a:pt x="4144" y="3846"/>
                    <a:pt x="4203" y="3811"/>
                    <a:pt x="4227" y="3739"/>
                  </a:cubicBezTo>
                  <a:lnTo>
                    <a:pt x="5656" y="429"/>
                  </a:lnTo>
                  <a:cubicBezTo>
                    <a:pt x="5680" y="370"/>
                    <a:pt x="5739" y="346"/>
                    <a:pt x="5751" y="346"/>
                  </a:cubicBezTo>
                  <a:cubicBezTo>
                    <a:pt x="5787" y="346"/>
                    <a:pt x="5846" y="346"/>
                    <a:pt x="5858" y="429"/>
                  </a:cubicBezTo>
                  <a:lnTo>
                    <a:pt x="6251" y="1334"/>
                  </a:lnTo>
                  <a:cubicBezTo>
                    <a:pt x="6269" y="1407"/>
                    <a:pt x="6336" y="1438"/>
                    <a:pt x="6404" y="1438"/>
                  </a:cubicBezTo>
                  <a:cubicBezTo>
                    <a:pt x="6425" y="1438"/>
                    <a:pt x="6446" y="1435"/>
                    <a:pt x="6466" y="1429"/>
                  </a:cubicBezTo>
                  <a:cubicBezTo>
                    <a:pt x="6573" y="1382"/>
                    <a:pt x="6608" y="1275"/>
                    <a:pt x="6573" y="1191"/>
                  </a:cubicBezTo>
                  <a:lnTo>
                    <a:pt x="6192" y="275"/>
                  </a:lnTo>
                  <a:cubicBezTo>
                    <a:pt x="6108" y="108"/>
                    <a:pt x="5954" y="1"/>
                    <a:pt x="5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5" name="Google Shape;9605;p62"/>
          <p:cNvGrpSpPr/>
          <p:nvPr/>
        </p:nvGrpSpPr>
        <p:grpSpPr>
          <a:xfrm>
            <a:off x="4218333" y="3184982"/>
            <a:ext cx="209107" cy="383442"/>
            <a:chOff x="4218333" y="3184982"/>
            <a:chExt cx="209107" cy="383442"/>
          </a:xfrm>
        </p:grpSpPr>
        <p:sp>
          <p:nvSpPr>
            <p:cNvPr id="9606" name="Google Shape;9606;p62"/>
            <p:cNvSpPr/>
            <p:nvPr/>
          </p:nvSpPr>
          <p:spPr>
            <a:xfrm>
              <a:off x="4218333" y="3184982"/>
              <a:ext cx="207963" cy="117652"/>
            </a:xfrm>
            <a:custGeom>
              <a:avLst/>
              <a:gdLst/>
              <a:ahLst/>
              <a:cxnLst/>
              <a:rect l="l" t="t" r="r" b="b"/>
              <a:pathLst>
                <a:path w="6549" h="3705" extrusionOk="0">
                  <a:moveTo>
                    <a:pt x="3270" y="1"/>
                  </a:moveTo>
                  <a:cubicBezTo>
                    <a:pt x="3116" y="1"/>
                    <a:pt x="3003" y="73"/>
                    <a:pt x="3024" y="216"/>
                  </a:cubicBezTo>
                  <a:cubicBezTo>
                    <a:pt x="3035" y="314"/>
                    <a:pt x="3116" y="372"/>
                    <a:pt x="3212" y="372"/>
                  </a:cubicBezTo>
                  <a:cubicBezTo>
                    <a:pt x="3221" y="372"/>
                    <a:pt x="3230" y="371"/>
                    <a:pt x="3239" y="370"/>
                  </a:cubicBezTo>
                  <a:cubicBezTo>
                    <a:pt x="3257" y="367"/>
                    <a:pt x="3275" y="365"/>
                    <a:pt x="3293" y="365"/>
                  </a:cubicBezTo>
                  <a:cubicBezTo>
                    <a:pt x="3448" y="365"/>
                    <a:pt x="3572" y="497"/>
                    <a:pt x="3572" y="668"/>
                  </a:cubicBezTo>
                  <a:lnTo>
                    <a:pt x="3572" y="763"/>
                  </a:lnTo>
                  <a:lnTo>
                    <a:pt x="2977" y="763"/>
                  </a:lnTo>
                  <a:lnTo>
                    <a:pt x="2977" y="704"/>
                  </a:lnTo>
                  <a:cubicBezTo>
                    <a:pt x="2977" y="609"/>
                    <a:pt x="2905" y="525"/>
                    <a:pt x="2798" y="525"/>
                  </a:cubicBezTo>
                  <a:cubicBezTo>
                    <a:pt x="2691" y="525"/>
                    <a:pt x="2619" y="609"/>
                    <a:pt x="2619" y="704"/>
                  </a:cubicBezTo>
                  <a:lnTo>
                    <a:pt x="2619" y="763"/>
                  </a:lnTo>
                  <a:lnTo>
                    <a:pt x="1524" y="763"/>
                  </a:lnTo>
                  <a:cubicBezTo>
                    <a:pt x="1417" y="763"/>
                    <a:pt x="1345" y="847"/>
                    <a:pt x="1345" y="942"/>
                  </a:cubicBezTo>
                  <a:cubicBezTo>
                    <a:pt x="1345" y="1049"/>
                    <a:pt x="1417" y="1120"/>
                    <a:pt x="1524" y="1120"/>
                  </a:cubicBezTo>
                  <a:lnTo>
                    <a:pt x="6072" y="1120"/>
                  </a:lnTo>
                  <a:cubicBezTo>
                    <a:pt x="6132" y="1120"/>
                    <a:pt x="6191" y="1180"/>
                    <a:pt x="6191" y="1240"/>
                  </a:cubicBezTo>
                  <a:lnTo>
                    <a:pt x="6191" y="1644"/>
                  </a:lnTo>
                  <a:cubicBezTo>
                    <a:pt x="6191" y="1704"/>
                    <a:pt x="6132" y="1763"/>
                    <a:pt x="6072" y="1763"/>
                  </a:cubicBezTo>
                  <a:lnTo>
                    <a:pt x="476" y="1763"/>
                  </a:lnTo>
                  <a:cubicBezTo>
                    <a:pt x="417" y="1763"/>
                    <a:pt x="357" y="1704"/>
                    <a:pt x="357" y="1644"/>
                  </a:cubicBezTo>
                  <a:lnTo>
                    <a:pt x="357" y="1240"/>
                  </a:lnTo>
                  <a:cubicBezTo>
                    <a:pt x="357" y="1180"/>
                    <a:pt x="417" y="1120"/>
                    <a:pt x="476" y="1120"/>
                  </a:cubicBezTo>
                  <a:lnTo>
                    <a:pt x="810" y="1120"/>
                  </a:lnTo>
                  <a:cubicBezTo>
                    <a:pt x="917" y="1120"/>
                    <a:pt x="988" y="1049"/>
                    <a:pt x="988" y="942"/>
                  </a:cubicBezTo>
                  <a:cubicBezTo>
                    <a:pt x="988" y="847"/>
                    <a:pt x="917" y="763"/>
                    <a:pt x="810" y="763"/>
                  </a:cubicBezTo>
                  <a:lnTo>
                    <a:pt x="476" y="763"/>
                  </a:lnTo>
                  <a:cubicBezTo>
                    <a:pt x="214" y="763"/>
                    <a:pt x="0" y="978"/>
                    <a:pt x="0" y="1240"/>
                  </a:cubicBezTo>
                  <a:lnTo>
                    <a:pt x="0" y="1644"/>
                  </a:lnTo>
                  <a:cubicBezTo>
                    <a:pt x="0" y="1918"/>
                    <a:pt x="214" y="2121"/>
                    <a:pt x="476" y="2121"/>
                  </a:cubicBezTo>
                  <a:lnTo>
                    <a:pt x="607" y="2121"/>
                  </a:lnTo>
                  <a:lnTo>
                    <a:pt x="607" y="3526"/>
                  </a:lnTo>
                  <a:cubicBezTo>
                    <a:pt x="607" y="3621"/>
                    <a:pt x="691" y="3704"/>
                    <a:pt x="798" y="3704"/>
                  </a:cubicBezTo>
                  <a:cubicBezTo>
                    <a:pt x="893" y="3704"/>
                    <a:pt x="976" y="3621"/>
                    <a:pt x="976" y="3526"/>
                  </a:cubicBezTo>
                  <a:lnTo>
                    <a:pt x="976" y="2121"/>
                  </a:lnTo>
                  <a:lnTo>
                    <a:pt x="5584" y="2121"/>
                  </a:lnTo>
                  <a:lnTo>
                    <a:pt x="5584" y="2573"/>
                  </a:lnTo>
                  <a:cubicBezTo>
                    <a:pt x="5584" y="2668"/>
                    <a:pt x="5656" y="2752"/>
                    <a:pt x="5763" y="2752"/>
                  </a:cubicBezTo>
                  <a:cubicBezTo>
                    <a:pt x="5870" y="2752"/>
                    <a:pt x="5941" y="2668"/>
                    <a:pt x="5941" y="2573"/>
                  </a:cubicBezTo>
                  <a:lnTo>
                    <a:pt x="5941" y="2121"/>
                  </a:lnTo>
                  <a:lnTo>
                    <a:pt x="6072" y="2121"/>
                  </a:lnTo>
                  <a:cubicBezTo>
                    <a:pt x="6346" y="2121"/>
                    <a:pt x="6549" y="1918"/>
                    <a:pt x="6549" y="1644"/>
                  </a:cubicBezTo>
                  <a:lnTo>
                    <a:pt x="6549" y="1240"/>
                  </a:lnTo>
                  <a:cubicBezTo>
                    <a:pt x="6549" y="978"/>
                    <a:pt x="6346" y="763"/>
                    <a:pt x="6072" y="763"/>
                  </a:cubicBezTo>
                  <a:lnTo>
                    <a:pt x="3929" y="763"/>
                  </a:lnTo>
                  <a:lnTo>
                    <a:pt x="3929" y="668"/>
                  </a:lnTo>
                  <a:cubicBezTo>
                    <a:pt x="3929" y="221"/>
                    <a:pt x="3539" y="1"/>
                    <a:pt x="32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62"/>
            <p:cNvSpPr/>
            <p:nvPr/>
          </p:nvSpPr>
          <p:spPr>
            <a:xfrm>
              <a:off x="4218333" y="3282946"/>
              <a:ext cx="209107" cy="285477"/>
            </a:xfrm>
            <a:custGeom>
              <a:avLst/>
              <a:gdLst/>
              <a:ahLst/>
              <a:cxnLst/>
              <a:rect l="l" t="t" r="r" b="b"/>
              <a:pathLst>
                <a:path w="6585" h="8990" extrusionOk="0">
                  <a:moveTo>
                    <a:pt x="3215" y="5120"/>
                  </a:moveTo>
                  <a:cubicBezTo>
                    <a:pt x="2965" y="5655"/>
                    <a:pt x="2107" y="7477"/>
                    <a:pt x="1643" y="8442"/>
                  </a:cubicBezTo>
                  <a:cubicBezTo>
                    <a:pt x="1596" y="8537"/>
                    <a:pt x="1512" y="8572"/>
                    <a:pt x="1417" y="8572"/>
                  </a:cubicBezTo>
                  <a:cubicBezTo>
                    <a:pt x="1369" y="8572"/>
                    <a:pt x="1345" y="8561"/>
                    <a:pt x="1310" y="8549"/>
                  </a:cubicBezTo>
                  <a:cubicBezTo>
                    <a:pt x="1191" y="8489"/>
                    <a:pt x="1131" y="8334"/>
                    <a:pt x="1191" y="8215"/>
                  </a:cubicBezTo>
                  <a:lnTo>
                    <a:pt x="2667" y="5120"/>
                  </a:lnTo>
                  <a:close/>
                  <a:moveTo>
                    <a:pt x="3870" y="5120"/>
                  </a:moveTo>
                  <a:lnTo>
                    <a:pt x="5346" y="8215"/>
                  </a:lnTo>
                  <a:cubicBezTo>
                    <a:pt x="5406" y="8334"/>
                    <a:pt x="5358" y="8489"/>
                    <a:pt x="5227" y="8549"/>
                  </a:cubicBezTo>
                  <a:cubicBezTo>
                    <a:pt x="5203" y="8561"/>
                    <a:pt x="5155" y="8572"/>
                    <a:pt x="5120" y="8572"/>
                  </a:cubicBezTo>
                  <a:cubicBezTo>
                    <a:pt x="5036" y="8572"/>
                    <a:pt x="4941" y="8513"/>
                    <a:pt x="4905" y="8442"/>
                  </a:cubicBezTo>
                  <a:lnTo>
                    <a:pt x="3870" y="6287"/>
                  </a:lnTo>
                  <a:cubicBezTo>
                    <a:pt x="3870" y="6287"/>
                    <a:pt x="3489" y="5465"/>
                    <a:pt x="3477" y="5417"/>
                  </a:cubicBezTo>
                  <a:cubicBezTo>
                    <a:pt x="3572" y="5203"/>
                    <a:pt x="3608" y="5144"/>
                    <a:pt x="3608" y="5120"/>
                  </a:cubicBezTo>
                  <a:close/>
                  <a:moveTo>
                    <a:pt x="3274" y="5834"/>
                  </a:moveTo>
                  <a:lnTo>
                    <a:pt x="3536" y="6358"/>
                  </a:lnTo>
                  <a:lnTo>
                    <a:pt x="3536" y="8370"/>
                  </a:lnTo>
                  <a:cubicBezTo>
                    <a:pt x="3536" y="8501"/>
                    <a:pt x="3417" y="8620"/>
                    <a:pt x="3274" y="8620"/>
                  </a:cubicBezTo>
                  <a:cubicBezTo>
                    <a:pt x="3143" y="8620"/>
                    <a:pt x="3024" y="8501"/>
                    <a:pt x="3024" y="8370"/>
                  </a:cubicBezTo>
                  <a:lnTo>
                    <a:pt x="3024" y="6358"/>
                  </a:lnTo>
                  <a:lnTo>
                    <a:pt x="3274" y="5834"/>
                  </a:lnTo>
                  <a:close/>
                  <a:moveTo>
                    <a:pt x="5763" y="0"/>
                  </a:moveTo>
                  <a:cubicBezTo>
                    <a:pt x="5656" y="0"/>
                    <a:pt x="5584" y="71"/>
                    <a:pt x="5584" y="179"/>
                  </a:cubicBezTo>
                  <a:lnTo>
                    <a:pt x="5584" y="3774"/>
                  </a:lnTo>
                  <a:lnTo>
                    <a:pt x="976" y="3774"/>
                  </a:lnTo>
                  <a:lnTo>
                    <a:pt x="976" y="1131"/>
                  </a:lnTo>
                  <a:cubicBezTo>
                    <a:pt x="976" y="1024"/>
                    <a:pt x="893" y="953"/>
                    <a:pt x="798" y="953"/>
                  </a:cubicBezTo>
                  <a:cubicBezTo>
                    <a:pt x="691" y="953"/>
                    <a:pt x="607" y="1024"/>
                    <a:pt x="607" y="1131"/>
                  </a:cubicBezTo>
                  <a:lnTo>
                    <a:pt x="607" y="3774"/>
                  </a:lnTo>
                  <a:lnTo>
                    <a:pt x="476" y="3774"/>
                  </a:lnTo>
                  <a:cubicBezTo>
                    <a:pt x="214" y="3774"/>
                    <a:pt x="0" y="3977"/>
                    <a:pt x="0" y="4251"/>
                  </a:cubicBezTo>
                  <a:lnTo>
                    <a:pt x="0" y="4643"/>
                  </a:lnTo>
                  <a:cubicBezTo>
                    <a:pt x="0" y="4917"/>
                    <a:pt x="214" y="5120"/>
                    <a:pt x="476" y="5120"/>
                  </a:cubicBezTo>
                  <a:lnTo>
                    <a:pt x="2286" y="5120"/>
                  </a:lnTo>
                  <a:lnTo>
                    <a:pt x="881" y="8072"/>
                  </a:lnTo>
                  <a:cubicBezTo>
                    <a:pt x="738" y="8370"/>
                    <a:pt x="869" y="8739"/>
                    <a:pt x="1167" y="8870"/>
                  </a:cubicBezTo>
                  <a:cubicBezTo>
                    <a:pt x="1250" y="8918"/>
                    <a:pt x="1334" y="8930"/>
                    <a:pt x="1429" y="8930"/>
                  </a:cubicBezTo>
                  <a:cubicBezTo>
                    <a:pt x="1667" y="8930"/>
                    <a:pt x="1881" y="8799"/>
                    <a:pt x="1988" y="8596"/>
                  </a:cubicBezTo>
                  <a:lnTo>
                    <a:pt x="2679" y="7120"/>
                  </a:lnTo>
                  <a:lnTo>
                    <a:pt x="2679" y="8382"/>
                  </a:lnTo>
                  <a:cubicBezTo>
                    <a:pt x="2679" y="8715"/>
                    <a:pt x="2953" y="8989"/>
                    <a:pt x="3298" y="8989"/>
                  </a:cubicBezTo>
                  <a:cubicBezTo>
                    <a:pt x="3620" y="8989"/>
                    <a:pt x="3905" y="8727"/>
                    <a:pt x="3905" y="8382"/>
                  </a:cubicBezTo>
                  <a:lnTo>
                    <a:pt x="3905" y="7120"/>
                  </a:lnTo>
                  <a:lnTo>
                    <a:pt x="4608" y="8596"/>
                  </a:lnTo>
                  <a:cubicBezTo>
                    <a:pt x="4703" y="8799"/>
                    <a:pt x="4917" y="8930"/>
                    <a:pt x="5155" y="8930"/>
                  </a:cubicBezTo>
                  <a:cubicBezTo>
                    <a:pt x="5239" y="8930"/>
                    <a:pt x="5334" y="8918"/>
                    <a:pt x="5417" y="8870"/>
                  </a:cubicBezTo>
                  <a:cubicBezTo>
                    <a:pt x="5715" y="8727"/>
                    <a:pt x="5858" y="8370"/>
                    <a:pt x="5703" y="8072"/>
                  </a:cubicBezTo>
                  <a:lnTo>
                    <a:pt x="4310" y="5120"/>
                  </a:lnTo>
                  <a:lnTo>
                    <a:pt x="5060" y="5120"/>
                  </a:lnTo>
                  <a:cubicBezTo>
                    <a:pt x="5167" y="5120"/>
                    <a:pt x="5239" y="5048"/>
                    <a:pt x="5239" y="4941"/>
                  </a:cubicBezTo>
                  <a:cubicBezTo>
                    <a:pt x="5239" y="4846"/>
                    <a:pt x="5167" y="4763"/>
                    <a:pt x="5060" y="4763"/>
                  </a:cubicBezTo>
                  <a:lnTo>
                    <a:pt x="512" y="4763"/>
                  </a:lnTo>
                  <a:cubicBezTo>
                    <a:pt x="453" y="4763"/>
                    <a:pt x="393" y="4703"/>
                    <a:pt x="393" y="4643"/>
                  </a:cubicBezTo>
                  <a:lnTo>
                    <a:pt x="393" y="4251"/>
                  </a:lnTo>
                  <a:cubicBezTo>
                    <a:pt x="393" y="4191"/>
                    <a:pt x="453" y="4131"/>
                    <a:pt x="512" y="4131"/>
                  </a:cubicBezTo>
                  <a:lnTo>
                    <a:pt x="6108" y="4131"/>
                  </a:lnTo>
                  <a:cubicBezTo>
                    <a:pt x="6168" y="4131"/>
                    <a:pt x="6227" y="4191"/>
                    <a:pt x="6227" y="4251"/>
                  </a:cubicBezTo>
                  <a:lnTo>
                    <a:pt x="6227" y="4643"/>
                  </a:lnTo>
                  <a:cubicBezTo>
                    <a:pt x="6227" y="4703"/>
                    <a:pt x="6168" y="4763"/>
                    <a:pt x="6108" y="4763"/>
                  </a:cubicBezTo>
                  <a:lnTo>
                    <a:pt x="5775" y="4763"/>
                  </a:lnTo>
                  <a:cubicBezTo>
                    <a:pt x="5679" y="4763"/>
                    <a:pt x="5596" y="4846"/>
                    <a:pt x="5596" y="4941"/>
                  </a:cubicBezTo>
                  <a:cubicBezTo>
                    <a:pt x="5596" y="5048"/>
                    <a:pt x="5679" y="5120"/>
                    <a:pt x="5775" y="5120"/>
                  </a:cubicBezTo>
                  <a:lnTo>
                    <a:pt x="6108" y="5120"/>
                  </a:lnTo>
                  <a:cubicBezTo>
                    <a:pt x="6370" y="5120"/>
                    <a:pt x="6584" y="4917"/>
                    <a:pt x="6584" y="4643"/>
                  </a:cubicBezTo>
                  <a:lnTo>
                    <a:pt x="6584" y="4251"/>
                  </a:lnTo>
                  <a:cubicBezTo>
                    <a:pt x="6549" y="3977"/>
                    <a:pt x="6346" y="3774"/>
                    <a:pt x="6072" y="3774"/>
                  </a:cubicBezTo>
                  <a:lnTo>
                    <a:pt x="5941" y="3774"/>
                  </a:lnTo>
                  <a:lnTo>
                    <a:pt x="5941" y="179"/>
                  </a:lnTo>
                  <a:cubicBezTo>
                    <a:pt x="5941" y="71"/>
                    <a:pt x="5870"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08" name="Google Shape;9608;p62"/>
          <p:cNvSpPr/>
          <p:nvPr/>
        </p:nvSpPr>
        <p:spPr>
          <a:xfrm>
            <a:off x="4816819" y="3186157"/>
            <a:ext cx="83230" cy="379536"/>
          </a:xfrm>
          <a:custGeom>
            <a:avLst/>
            <a:gdLst/>
            <a:ahLst/>
            <a:cxnLst/>
            <a:rect l="l" t="t" r="r" b="b"/>
            <a:pathLst>
              <a:path w="2621" h="11952" extrusionOk="0">
                <a:moveTo>
                  <a:pt x="1310" y="572"/>
                </a:moveTo>
                <a:cubicBezTo>
                  <a:pt x="1537" y="976"/>
                  <a:pt x="1560" y="1060"/>
                  <a:pt x="1560" y="1060"/>
                </a:cubicBezTo>
                <a:lnTo>
                  <a:pt x="1560" y="1072"/>
                </a:lnTo>
                <a:cubicBezTo>
                  <a:pt x="1489" y="1119"/>
                  <a:pt x="1382" y="1131"/>
                  <a:pt x="1298" y="1131"/>
                </a:cubicBezTo>
                <a:cubicBezTo>
                  <a:pt x="1203" y="1131"/>
                  <a:pt x="1120" y="1095"/>
                  <a:pt x="1025" y="1072"/>
                </a:cubicBezTo>
                <a:lnTo>
                  <a:pt x="1310" y="572"/>
                </a:lnTo>
                <a:close/>
                <a:moveTo>
                  <a:pt x="1739" y="1369"/>
                </a:moveTo>
                <a:lnTo>
                  <a:pt x="2156" y="2155"/>
                </a:lnTo>
                <a:lnTo>
                  <a:pt x="465" y="2155"/>
                </a:lnTo>
                <a:lnTo>
                  <a:pt x="882" y="1369"/>
                </a:lnTo>
                <a:cubicBezTo>
                  <a:pt x="1013" y="1441"/>
                  <a:pt x="1156" y="1476"/>
                  <a:pt x="1310" y="1476"/>
                </a:cubicBezTo>
                <a:cubicBezTo>
                  <a:pt x="1453" y="1476"/>
                  <a:pt x="1608" y="1441"/>
                  <a:pt x="1739" y="1369"/>
                </a:cubicBezTo>
                <a:close/>
                <a:moveTo>
                  <a:pt x="2263" y="9763"/>
                </a:moveTo>
                <a:lnTo>
                  <a:pt x="2263" y="10454"/>
                </a:lnTo>
                <a:lnTo>
                  <a:pt x="358" y="10454"/>
                </a:lnTo>
                <a:lnTo>
                  <a:pt x="358" y="9763"/>
                </a:lnTo>
                <a:close/>
                <a:moveTo>
                  <a:pt x="1310" y="0"/>
                </a:moveTo>
                <a:cubicBezTo>
                  <a:pt x="1251" y="0"/>
                  <a:pt x="1191" y="36"/>
                  <a:pt x="1144" y="95"/>
                </a:cubicBezTo>
                <a:lnTo>
                  <a:pt x="656" y="1024"/>
                </a:lnTo>
                <a:lnTo>
                  <a:pt x="132" y="2012"/>
                </a:lnTo>
                <a:cubicBezTo>
                  <a:pt x="48" y="2179"/>
                  <a:pt x="1" y="2357"/>
                  <a:pt x="1" y="2548"/>
                </a:cubicBezTo>
                <a:lnTo>
                  <a:pt x="1" y="5727"/>
                </a:lnTo>
                <a:cubicBezTo>
                  <a:pt x="1" y="5834"/>
                  <a:pt x="72" y="5906"/>
                  <a:pt x="179" y="5906"/>
                </a:cubicBezTo>
                <a:cubicBezTo>
                  <a:pt x="286" y="5906"/>
                  <a:pt x="358" y="5834"/>
                  <a:pt x="358" y="5727"/>
                </a:cubicBezTo>
                <a:lnTo>
                  <a:pt x="358" y="2512"/>
                </a:lnTo>
                <a:lnTo>
                  <a:pt x="1132" y="2512"/>
                </a:lnTo>
                <a:lnTo>
                  <a:pt x="1132" y="9406"/>
                </a:lnTo>
                <a:lnTo>
                  <a:pt x="1132" y="9418"/>
                </a:lnTo>
                <a:lnTo>
                  <a:pt x="358" y="9418"/>
                </a:lnTo>
                <a:lnTo>
                  <a:pt x="358" y="6465"/>
                </a:lnTo>
                <a:cubicBezTo>
                  <a:pt x="358" y="6358"/>
                  <a:pt x="286" y="6287"/>
                  <a:pt x="179" y="6287"/>
                </a:cubicBezTo>
                <a:cubicBezTo>
                  <a:pt x="72" y="6287"/>
                  <a:pt x="1" y="6358"/>
                  <a:pt x="1" y="6465"/>
                </a:cubicBezTo>
                <a:lnTo>
                  <a:pt x="1" y="10644"/>
                </a:lnTo>
                <a:cubicBezTo>
                  <a:pt x="1" y="10882"/>
                  <a:pt x="60" y="11120"/>
                  <a:pt x="191" y="11311"/>
                </a:cubicBezTo>
                <a:cubicBezTo>
                  <a:pt x="227" y="11370"/>
                  <a:pt x="286" y="11406"/>
                  <a:pt x="346" y="11406"/>
                </a:cubicBezTo>
                <a:cubicBezTo>
                  <a:pt x="477" y="11406"/>
                  <a:pt x="560" y="11251"/>
                  <a:pt x="489" y="11132"/>
                </a:cubicBezTo>
                <a:cubicBezTo>
                  <a:pt x="429" y="11025"/>
                  <a:pt x="382" y="10930"/>
                  <a:pt x="370" y="10823"/>
                </a:cubicBezTo>
                <a:lnTo>
                  <a:pt x="2227" y="10823"/>
                </a:lnTo>
                <a:cubicBezTo>
                  <a:pt x="2144" y="11251"/>
                  <a:pt x="1775" y="11597"/>
                  <a:pt x="1310" y="11597"/>
                </a:cubicBezTo>
                <a:cubicBezTo>
                  <a:pt x="1179" y="11597"/>
                  <a:pt x="1037" y="11561"/>
                  <a:pt x="917" y="11525"/>
                </a:cubicBezTo>
                <a:cubicBezTo>
                  <a:pt x="895" y="11512"/>
                  <a:pt x="870" y="11506"/>
                  <a:pt x="845" y="11506"/>
                </a:cubicBezTo>
                <a:cubicBezTo>
                  <a:pt x="780" y="11506"/>
                  <a:pt x="714" y="11548"/>
                  <a:pt x="679" y="11609"/>
                </a:cubicBezTo>
                <a:cubicBezTo>
                  <a:pt x="644" y="11704"/>
                  <a:pt x="679" y="11799"/>
                  <a:pt x="775" y="11847"/>
                </a:cubicBezTo>
                <a:cubicBezTo>
                  <a:pt x="941" y="11918"/>
                  <a:pt x="1111" y="11951"/>
                  <a:pt x="1277" y="11951"/>
                </a:cubicBezTo>
                <a:cubicBezTo>
                  <a:pt x="1966" y="11951"/>
                  <a:pt x="2584" y="11383"/>
                  <a:pt x="2584" y="10644"/>
                </a:cubicBezTo>
                <a:cubicBezTo>
                  <a:pt x="2620" y="10608"/>
                  <a:pt x="2620" y="9596"/>
                  <a:pt x="2620" y="9585"/>
                </a:cubicBezTo>
                <a:lnTo>
                  <a:pt x="2620" y="8049"/>
                </a:lnTo>
                <a:cubicBezTo>
                  <a:pt x="2620" y="7953"/>
                  <a:pt x="2549" y="7870"/>
                  <a:pt x="2441" y="7870"/>
                </a:cubicBezTo>
                <a:cubicBezTo>
                  <a:pt x="2334" y="7870"/>
                  <a:pt x="2263" y="7953"/>
                  <a:pt x="2263" y="8049"/>
                </a:cubicBezTo>
                <a:lnTo>
                  <a:pt x="2263" y="9406"/>
                </a:lnTo>
                <a:lnTo>
                  <a:pt x="1489" y="9406"/>
                </a:lnTo>
                <a:lnTo>
                  <a:pt x="1489" y="9394"/>
                </a:lnTo>
                <a:lnTo>
                  <a:pt x="1489" y="2500"/>
                </a:lnTo>
                <a:lnTo>
                  <a:pt x="2263" y="2500"/>
                </a:lnTo>
                <a:lnTo>
                  <a:pt x="2263" y="2548"/>
                </a:lnTo>
                <a:lnTo>
                  <a:pt x="2263" y="7334"/>
                </a:lnTo>
                <a:cubicBezTo>
                  <a:pt x="2263" y="7441"/>
                  <a:pt x="2334" y="7513"/>
                  <a:pt x="2441" y="7513"/>
                </a:cubicBezTo>
                <a:cubicBezTo>
                  <a:pt x="2549" y="7513"/>
                  <a:pt x="2620" y="7441"/>
                  <a:pt x="2620" y="7334"/>
                </a:cubicBezTo>
                <a:lnTo>
                  <a:pt x="2620" y="2548"/>
                </a:lnTo>
                <a:cubicBezTo>
                  <a:pt x="2620" y="2369"/>
                  <a:pt x="2572" y="2191"/>
                  <a:pt x="2489" y="2012"/>
                </a:cubicBezTo>
                <a:lnTo>
                  <a:pt x="1477" y="95"/>
                </a:lnTo>
                <a:cubicBezTo>
                  <a:pt x="1441" y="36"/>
                  <a:pt x="1382"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09" name="Google Shape;9609;p62"/>
          <p:cNvGrpSpPr/>
          <p:nvPr/>
        </p:nvGrpSpPr>
        <p:grpSpPr>
          <a:xfrm>
            <a:off x="6896644" y="3216007"/>
            <a:ext cx="322917" cy="347876"/>
            <a:chOff x="6896644" y="3216007"/>
            <a:chExt cx="322917" cy="347876"/>
          </a:xfrm>
        </p:grpSpPr>
        <p:sp>
          <p:nvSpPr>
            <p:cNvPr id="9610" name="Google Shape;9610;p62"/>
            <p:cNvSpPr/>
            <p:nvPr/>
          </p:nvSpPr>
          <p:spPr>
            <a:xfrm>
              <a:off x="6896644" y="3216007"/>
              <a:ext cx="301387" cy="347876"/>
            </a:xfrm>
            <a:custGeom>
              <a:avLst/>
              <a:gdLst/>
              <a:ahLst/>
              <a:cxnLst/>
              <a:rect l="l" t="t" r="r" b="b"/>
              <a:pathLst>
                <a:path w="9491" h="10955" extrusionOk="0">
                  <a:moveTo>
                    <a:pt x="5192" y="382"/>
                  </a:moveTo>
                  <a:lnTo>
                    <a:pt x="6490" y="1679"/>
                  </a:lnTo>
                  <a:lnTo>
                    <a:pt x="3906" y="1679"/>
                  </a:lnTo>
                  <a:lnTo>
                    <a:pt x="5192" y="382"/>
                  </a:lnTo>
                  <a:close/>
                  <a:moveTo>
                    <a:pt x="5186" y="1"/>
                  </a:moveTo>
                  <a:cubicBezTo>
                    <a:pt x="5144" y="1"/>
                    <a:pt x="5103" y="13"/>
                    <a:pt x="5073" y="36"/>
                  </a:cubicBezTo>
                  <a:lnTo>
                    <a:pt x="3442" y="1679"/>
                  </a:lnTo>
                  <a:lnTo>
                    <a:pt x="870" y="1679"/>
                  </a:lnTo>
                  <a:cubicBezTo>
                    <a:pt x="775" y="1679"/>
                    <a:pt x="703" y="1751"/>
                    <a:pt x="703" y="1846"/>
                  </a:cubicBezTo>
                  <a:lnTo>
                    <a:pt x="703" y="4501"/>
                  </a:lnTo>
                  <a:lnTo>
                    <a:pt x="168" y="4501"/>
                  </a:lnTo>
                  <a:cubicBezTo>
                    <a:pt x="72" y="4501"/>
                    <a:pt x="1" y="4585"/>
                    <a:pt x="1" y="4668"/>
                  </a:cubicBezTo>
                  <a:lnTo>
                    <a:pt x="1" y="10788"/>
                  </a:lnTo>
                  <a:cubicBezTo>
                    <a:pt x="1" y="10883"/>
                    <a:pt x="72" y="10954"/>
                    <a:pt x="168" y="10954"/>
                  </a:cubicBezTo>
                  <a:lnTo>
                    <a:pt x="1846" y="10954"/>
                  </a:lnTo>
                  <a:cubicBezTo>
                    <a:pt x="1942" y="10954"/>
                    <a:pt x="2013" y="10883"/>
                    <a:pt x="2013" y="10788"/>
                  </a:cubicBezTo>
                  <a:cubicBezTo>
                    <a:pt x="2013" y="10704"/>
                    <a:pt x="1942" y="10621"/>
                    <a:pt x="1846" y="10621"/>
                  </a:cubicBezTo>
                  <a:lnTo>
                    <a:pt x="334" y="10621"/>
                  </a:lnTo>
                  <a:lnTo>
                    <a:pt x="334" y="4989"/>
                  </a:lnTo>
                  <a:lnTo>
                    <a:pt x="1084" y="5537"/>
                  </a:lnTo>
                  <a:cubicBezTo>
                    <a:pt x="1115" y="5554"/>
                    <a:pt x="1147" y="5562"/>
                    <a:pt x="1178" y="5562"/>
                  </a:cubicBezTo>
                  <a:cubicBezTo>
                    <a:pt x="1231" y="5562"/>
                    <a:pt x="1280" y="5539"/>
                    <a:pt x="1311" y="5501"/>
                  </a:cubicBezTo>
                  <a:cubicBezTo>
                    <a:pt x="1358" y="5430"/>
                    <a:pt x="1346" y="5323"/>
                    <a:pt x="1275" y="5287"/>
                  </a:cubicBezTo>
                  <a:lnTo>
                    <a:pt x="1049" y="5096"/>
                  </a:lnTo>
                  <a:lnTo>
                    <a:pt x="1049" y="4692"/>
                  </a:lnTo>
                  <a:lnTo>
                    <a:pt x="1049" y="4668"/>
                  </a:lnTo>
                  <a:lnTo>
                    <a:pt x="1049" y="4656"/>
                  </a:lnTo>
                  <a:lnTo>
                    <a:pt x="1049" y="2013"/>
                  </a:lnTo>
                  <a:lnTo>
                    <a:pt x="9169" y="2013"/>
                  </a:lnTo>
                  <a:lnTo>
                    <a:pt x="9169" y="2620"/>
                  </a:lnTo>
                  <a:cubicBezTo>
                    <a:pt x="9169" y="2703"/>
                    <a:pt x="9240" y="2787"/>
                    <a:pt x="9335" y="2787"/>
                  </a:cubicBezTo>
                  <a:cubicBezTo>
                    <a:pt x="9419" y="2787"/>
                    <a:pt x="9490" y="2703"/>
                    <a:pt x="9490" y="2620"/>
                  </a:cubicBezTo>
                  <a:lnTo>
                    <a:pt x="9490" y="1846"/>
                  </a:lnTo>
                  <a:cubicBezTo>
                    <a:pt x="9466" y="1751"/>
                    <a:pt x="9395" y="1679"/>
                    <a:pt x="9300" y="1679"/>
                  </a:cubicBezTo>
                  <a:lnTo>
                    <a:pt x="6930" y="1679"/>
                  </a:lnTo>
                  <a:lnTo>
                    <a:pt x="5299" y="36"/>
                  </a:lnTo>
                  <a:cubicBezTo>
                    <a:pt x="5269" y="13"/>
                    <a:pt x="5228" y="1"/>
                    <a:pt x="5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62"/>
            <p:cNvSpPr/>
            <p:nvPr/>
          </p:nvSpPr>
          <p:spPr>
            <a:xfrm>
              <a:off x="6954883" y="3306382"/>
              <a:ext cx="42012" cy="41980"/>
            </a:xfrm>
            <a:custGeom>
              <a:avLst/>
              <a:gdLst/>
              <a:ahLst/>
              <a:cxnLst/>
              <a:rect l="l" t="t" r="r" b="b"/>
              <a:pathLst>
                <a:path w="1323" h="1322" extrusionOk="0">
                  <a:moveTo>
                    <a:pt x="1001" y="322"/>
                  </a:moveTo>
                  <a:lnTo>
                    <a:pt x="1001" y="988"/>
                  </a:lnTo>
                  <a:lnTo>
                    <a:pt x="322" y="988"/>
                  </a:lnTo>
                  <a:lnTo>
                    <a:pt x="322" y="322"/>
                  </a:lnTo>
                  <a:close/>
                  <a:moveTo>
                    <a:pt x="167" y="0"/>
                  </a:moveTo>
                  <a:cubicBezTo>
                    <a:pt x="72" y="0"/>
                    <a:pt x="1" y="72"/>
                    <a:pt x="1" y="155"/>
                  </a:cubicBezTo>
                  <a:lnTo>
                    <a:pt x="1" y="1155"/>
                  </a:lnTo>
                  <a:cubicBezTo>
                    <a:pt x="1" y="1250"/>
                    <a:pt x="72" y="1322"/>
                    <a:pt x="167" y="1322"/>
                  </a:cubicBezTo>
                  <a:lnTo>
                    <a:pt x="1155" y="1322"/>
                  </a:lnTo>
                  <a:cubicBezTo>
                    <a:pt x="1251" y="1322"/>
                    <a:pt x="1322" y="1250"/>
                    <a:pt x="1322" y="1155"/>
                  </a:cubicBezTo>
                  <a:lnTo>
                    <a:pt x="1322" y="155"/>
                  </a:lnTo>
                  <a:cubicBezTo>
                    <a:pt x="1310" y="72"/>
                    <a:pt x="1239"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62"/>
            <p:cNvSpPr/>
            <p:nvPr/>
          </p:nvSpPr>
          <p:spPr>
            <a:xfrm>
              <a:off x="7013122" y="3306382"/>
              <a:ext cx="32168" cy="10225"/>
            </a:xfrm>
            <a:custGeom>
              <a:avLst/>
              <a:gdLst/>
              <a:ahLst/>
              <a:cxnLst/>
              <a:rect l="l" t="t" r="r" b="b"/>
              <a:pathLst>
                <a:path w="1013" h="322" extrusionOk="0">
                  <a:moveTo>
                    <a:pt x="155" y="0"/>
                  </a:moveTo>
                  <a:cubicBezTo>
                    <a:pt x="72" y="0"/>
                    <a:pt x="0" y="72"/>
                    <a:pt x="0" y="155"/>
                  </a:cubicBezTo>
                  <a:cubicBezTo>
                    <a:pt x="0" y="250"/>
                    <a:pt x="72" y="322"/>
                    <a:pt x="155" y="322"/>
                  </a:cubicBezTo>
                  <a:lnTo>
                    <a:pt x="845" y="322"/>
                  </a:lnTo>
                  <a:cubicBezTo>
                    <a:pt x="929" y="322"/>
                    <a:pt x="1012" y="250"/>
                    <a:pt x="1012" y="155"/>
                  </a:cubicBezTo>
                  <a:cubicBezTo>
                    <a:pt x="1012" y="72"/>
                    <a:pt x="929" y="0"/>
                    <a:pt x="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62"/>
            <p:cNvSpPr/>
            <p:nvPr/>
          </p:nvSpPr>
          <p:spPr>
            <a:xfrm>
              <a:off x="7013471" y="3333596"/>
              <a:ext cx="105903" cy="10606"/>
            </a:xfrm>
            <a:custGeom>
              <a:avLst/>
              <a:gdLst/>
              <a:ahLst/>
              <a:cxnLst/>
              <a:rect l="l" t="t" r="r" b="b"/>
              <a:pathLst>
                <a:path w="3335" h="334" extrusionOk="0">
                  <a:moveTo>
                    <a:pt x="168" y="0"/>
                  </a:moveTo>
                  <a:cubicBezTo>
                    <a:pt x="72" y="0"/>
                    <a:pt x="1" y="72"/>
                    <a:pt x="1" y="167"/>
                  </a:cubicBezTo>
                  <a:cubicBezTo>
                    <a:pt x="1" y="250"/>
                    <a:pt x="72" y="334"/>
                    <a:pt x="168" y="334"/>
                  </a:cubicBezTo>
                  <a:lnTo>
                    <a:pt x="3168" y="334"/>
                  </a:lnTo>
                  <a:cubicBezTo>
                    <a:pt x="3251" y="334"/>
                    <a:pt x="3335" y="250"/>
                    <a:pt x="3335" y="167"/>
                  </a:cubicBezTo>
                  <a:cubicBezTo>
                    <a:pt x="3335" y="60"/>
                    <a:pt x="3263" y="0"/>
                    <a:pt x="3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62"/>
            <p:cNvSpPr/>
            <p:nvPr/>
          </p:nvSpPr>
          <p:spPr>
            <a:xfrm>
              <a:off x="6966982" y="3375576"/>
              <a:ext cx="63923" cy="10606"/>
            </a:xfrm>
            <a:custGeom>
              <a:avLst/>
              <a:gdLst/>
              <a:ahLst/>
              <a:cxnLst/>
              <a:rect l="l" t="t" r="r" b="b"/>
              <a:pathLst>
                <a:path w="2013" h="334" extrusionOk="0">
                  <a:moveTo>
                    <a:pt x="167" y="0"/>
                  </a:moveTo>
                  <a:cubicBezTo>
                    <a:pt x="84" y="0"/>
                    <a:pt x="1" y="71"/>
                    <a:pt x="1" y="167"/>
                  </a:cubicBezTo>
                  <a:cubicBezTo>
                    <a:pt x="1" y="262"/>
                    <a:pt x="84" y="333"/>
                    <a:pt x="167" y="333"/>
                  </a:cubicBezTo>
                  <a:lnTo>
                    <a:pt x="1846" y="333"/>
                  </a:lnTo>
                  <a:cubicBezTo>
                    <a:pt x="1941" y="333"/>
                    <a:pt x="2013" y="262"/>
                    <a:pt x="2013" y="167"/>
                  </a:cubicBezTo>
                  <a:cubicBezTo>
                    <a:pt x="2013" y="71"/>
                    <a:pt x="1941" y="0"/>
                    <a:pt x="1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62"/>
            <p:cNvSpPr/>
            <p:nvPr/>
          </p:nvSpPr>
          <p:spPr>
            <a:xfrm>
              <a:off x="6928781" y="3524157"/>
              <a:ext cx="52237" cy="10225"/>
            </a:xfrm>
            <a:custGeom>
              <a:avLst/>
              <a:gdLst/>
              <a:ahLst/>
              <a:cxnLst/>
              <a:rect l="l" t="t" r="r" b="b"/>
              <a:pathLst>
                <a:path w="1645" h="322" extrusionOk="0">
                  <a:moveTo>
                    <a:pt x="168" y="0"/>
                  </a:moveTo>
                  <a:cubicBezTo>
                    <a:pt x="72" y="0"/>
                    <a:pt x="1" y="72"/>
                    <a:pt x="1" y="167"/>
                  </a:cubicBezTo>
                  <a:cubicBezTo>
                    <a:pt x="1" y="250"/>
                    <a:pt x="72" y="322"/>
                    <a:pt x="168" y="322"/>
                  </a:cubicBezTo>
                  <a:lnTo>
                    <a:pt x="1477" y="322"/>
                  </a:lnTo>
                  <a:cubicBezTo>
                    <a:pt x="1561" y="322"/>
                    <a:pt x="1644" y="250"/>
                    <a:pt x="1644" y="167"/>
                  </a:cubicBezTo>
                  <a:cubicBezTo>
                    <a:pt x="1644" y="72"/>
                    <a:pt x="1561"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62"/>
            <p:cNvSpPr/>
            <p:nvPr/>
          </p:nvSpPr>
          <p:spPr>
            <a:xfrm>
              <a:off x="6945420" y="3314701"/>
              <a:ext cx="274141" cy="248800"/>
            </a:xfrm>
            <a:custGeom>
              <a:avLst/>
              <a:gdLst/>
              <a:ahLst/>
              <a:cxnLst/>
              <a:rect l="l" t="t" r="r" b="b"/>
              <a:pathLst>
                <a:path w="8633" h="7835" extrusionOk="0">
                  <a:moveTo>
                    <a:pt x="5835" y="3274"/>
                  </a:moveTo>
                  <a:lnTo>
                    <a:pt x="5323" y="3632"/>
                  </a:lnTo>
                  <a:lnTo>
                    <a:pt x="1787" y="3632"/>
                  </a:lnTo>
                  <a:lnTo>
                    <a:pt x="1275" y="3274"/>
                  </a:lnTo>
                  <a:close/>
                  <a:moveTo>
                    <a:pt x="4882" y="3965"/>
                  </a:moveTo>
                  <a:lnTo>
                    <a:pt x="4370" y="4322"/>
                  </a:lnTo>
                  <a:lnTo>
                    <a:pt x="2739" y="4322"/>
                  </a:lnTo>
                  <a:lnTo>
                    <a:pt x="2227" y="3965"/>
                  </a:lnTo>
                  <a:close/>
                  <a:moveTo>
                    <a:pt x="3930" y="4632"/>
                  </a:moveTo>
                  <a:lnTo>
                    <a:pt x="3561" y="4894"/>
                  </a:lnTo>
                  <a:lnTo>
                    <a:pt x="3180" y="4632"/>
                  </a:lnTo>
                  <a:close/>
                  <a:moveTo>
                    <a:pt x="7752" y="0"/>
                  </a:moveTo>
                  <a:cubicBezTo>
                    <a:pt x="7668" y="0"/>
                    <a:pt x="7585" y="72"/>
                    <a:pt x="7585" y="167"/>
                  </a:cubicBezTo>
                  <a:lnTo>
                    <a:pt x="7585" y="1560"/>
                  </a:lnTo>
                  <a:lnTo>
                    <a:pt x="7585" y="1977"/>
                  </a:lnTo>
                  <a:lnTo>
                    <a:pt x="6252" y="2929"/>
                  </a:lnTo>
                  <a:lnTo>
                    <a:pt x="799" y="2929"/>
                  </a:lnTo>
                  <a:lnTo>
                    <a:pt x="263" y="2548"/>
                  </a:lnTo>
                  <a:cubicBezTo>
                    <a:pt x="233" y="2528"/>
                    <a:pt x="197" y="2519"/>
                    <a:pt x="162" y="2519"/>
                  </a:cubicBezTo>
                  <a:cubicBezTo>
                    <a:pt x="114" y="2519"/>
                    <a:pt x="69" y="2537"/>
                    <a:pt x="48" y="2572"/>
                  </a:cubicBezTo>
                  <a:cubicBezTo>
                    <a:pt x="1" y="2643"/>
                    <a:pt x="13" y="2750"/>
                    <a:pt x="72" y="2798"/>
                  </a:cubicBezTo>
                  <a:lnTo>
                    <a:pt x="3442" y="5215"/>
                  </a:lnTo>
                  <a:cubicBezTo>
                    <a:pt x="3472" y="5233"/>
                    <a:pt x="3504" y="5242"/>
                    <a:pt x="3537" y="5242"/>
                  </a:cubicBezTo>
                  <a:cubicBezTo>
                    <a:pt x="3570" y="5242"/>
                    <a:pt x="3602" y="5233"/>
                    <a:pt x="3632" y="5215"/>
                  </a:cubicBezTo>
                  <a:lnTo>
                    <a:pt x="8300" y="1858"/>
                  </a:lnTo>
                  <a:lnTo>
                    <a:pt x="8300" y="7501"/>
                  </a:lnTo>
                  <a:lnTo>
                    <a:pt x="941" y="7501"/>
                  </a:lnTo>
                  <a:cubicBezTo>
                    <a:pt x="846" y="7501"/>
                    <a:pt x="775" y="7572"/>
                    <a:pt x="775" y="7668"/>
                  </a:cubicBezTo>
                  <a:cubicBezTo>
                    <a:pt x="775" y="7751"/>
                    <a:pt x="846" y="7834"/>
                    <a:pt x="941" y="7834"/>
                  </a:cubicBezTo>
                  <a:lnTo>
                    <a:pt x="8454" y="7834"/>
                  </a:lnTo>
                  <a:cubicBezTo>
                    <a:pt x="8538" y="7834"/>
                    <a:pt x="8621" y="7751"/>
                    <a:pt x="8621" y="7668"/>
                  </a:cubicBezTo>
                  <a:lnTo>
                    <a:pt x="8621" y="1548"/>
                  </a:lnTo>
                  <a:cubicBezTo>
                    <a:pt x="8625" y="1552"/>
                    <a:pt x="8628" y="1553"/>
                    <a:pt x="8629" y="1553"/>
                  </a:cubicBezTo>
                  <a:cubicBezTo>
                    <a:pt x="8633" y="1553"/>
                    <a:pt x="8633" y="1548"/>
                    <a:pt x="8633" y="1548"/>
                  </a:cubicBezTo>
                  <a:cubicBezTo>
                    <a:pt x="8621" y="1477"/>
                    <a:pt x="8561" y="1417"/>
                    <a:pt x="8466" y="1417"/>
                  </a:cubicBezTo>
                  <a:lnTo>
                    <a:pt x="7919" y="1417"/>
                  </a:lnTo>
                  <a:lnTo>
                    <a:pt x="7919" y="167"/>
                  </a:lnTo>
                  <a:cubicBezTo>
                    <a:pt x="7919" y="72"/>
                    <a:pt x="7847" y="0"/>
                    <a:pt x="7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7" name="Google Shape;9617;p62"/>
          <p:cNvGrpSpPr/>
          <p:nvPr/>
        </p:nvGrpSpPr>
        <p:grpSpPr>
          <a:xfrm>
            <a:off x="7429366" y="3223183"/>
            <a:ext cx="334634" cy="333904"/>
            <a:chOff x="7429366" y="3223183"/>
            <a:chExt cx="334634" cy="333904"/>
          </a:xfrm>
        </p:grpSpPr>
        <p:sp>
          <p:nvSpPr>
            <p:cNvPr id="9618" name="Google Shape;9618;p62"/>
            <p:cNvSpPr/>
            <p:nvPr/>
          </p:nvSpPr>
          <p:spPr>
            <a:xfrm>
              <a:off x="7429366" y="3223183"/>
              <a:ext cx="334634" cy="333904"/>
            </a:xfrm>
            <a:custGeom>
              <a:avLst/>
              <a:gdLst/>
              <a:ahLst/>
              <a:cxnLst/>
              <a:rect l="l" t="t" r="r" b="b"/>
              <a:pathLst>
                <a:path w="10538" h="10515" extrusionOk="0">
                  <a:moveTo>
                    <a:pt x="6978" y="322"/>
                  </a:moveTo>
                  <a:cubicBezTo>
                    <a:pt x="7930" y="322"/>
                    <a:pt x="8716" y="1096"/>
                    <a:pt x="8716" y="2061"/>
                  </a:cubicBezTo>
                  <a:cubicBezTo>
                    <a:pt x="8716" y="2334"/>
                    <a:pt x="8633" y="2644"/>
                    <a:pt x="8478" y="2942"/>
                  </a:cubicBezTo>
                  <a:cubicBezTo>
                    <a:pt x="8478" y="2954"/>
                    <a:pt x="8466" y="2977"/>
                    <a:pt x="8466" y="2977"/>
                  </a:cubicBezTo>
                  <a:cubicBezTo>
                    <a:pt x="8061" y="3823"/>
                    <a:pt x="7276" y="4704"/>
                    <a:pt x="6978" y="5025"/>
                  </a:cubicBezTo>
                  <a:cubicBezTo>
                    <a:pt x="6680" y="4716"/>
                    <a:pt x="5894" y="3835"/>
                    <a:pt x="5490" y="2989"/>
                  </a:cubicBezTo>
                  <a:cubicBezTo>
                    <a:pt x="5490" y="2977"/>
                    <a:pt x="5478" y="2954"/>
                    <a:pt x="5478" y="2942"/>
                  </a:cubicBezTo>
                  <a:cubicBezTo>
                    <a:pt x="5323" y="2632"/>
                    <a:pt x="5240" y="2334"/>
                    <a:pt x="5240" y="2061"/>
                  </a:cubicBezTo>
                  <a:cubicBezTo>
                    <a:pt x="5240" y="1096"/>
                    <a:pt x="6025" y="322"/>
                    <a:pt x="6978" y="322"/>
                  </a:cubicBezTo>
                  <a:close/>
                  <a:moveTo>
                    <a:pt x="5252" y="3227"/>
                  </a:moveTo>
                  <a:cubicBezTo>
                    <a:pt x="5728" y="4192"/>
                    <a:pt x="6597" y="5121"/>
                    <a:pt x="6811" y="5335"/>
                  </a:cubicBezTo>
                  <a:lnTo>
                    <a:pt x="6811" y="5811"/>
                  </a:lnTo>
                  <a:lnTo>
                    <a:pt x="3751" y="6728"/>
                  </a:lnTo>
                  <a:lnTo>
                    <a:pt x="3751" y="3668"/>
                  </a:lnTo>
                  <a:lnTo>
                    <a:pt x="5252" y="3227"/>
                  </a:lnTo>
                  <a:close/>
                  <a:moveTo>
                    <a:pt x="8704" y="3239"/>
                  </a:moveTo>
                  <a:lnTo>
                    <a:pt x="10205" y="3668"/>
                  </a:lnTo>
                  <a:lnTo>
                    <a:pt x="10205" y="6728"/>
                  </a:lnTo>
                  <a:lnTo>
                    <a:pt x="7145" y="5811"/>
                  </a:lnTo>
                  <a:lnTo>
                    <a:pt x="7145" y="5335"/>
                  </a:lnTo>
                  <a:cubicBezTo>
                    <a:pt x="7371" y="5121"/>
                    <a:pt x="8228" y="4192"/>
                    <a:pt x="8704" y="3239"/>
                  </a:cubicBezTo>
                  <a:close/>
                  <a:moveTo>
                    <a:pt x="358" y="2763"/>
                  </a:moveTo>
                  <a:lnTo>
                    <a:pt x="3418" y="3668"/>
                  </a:lnTo>
                  <a:lnTo>
                    <a:pt x="3418" y="6728"/>
                  </a:lnTo>
                  <a:lnTo>
                    <a:pt x="2263" y="6383"/>
                  </a:lnTo>
                  <a:cubicBezTo>
                    <a:pt x="2244" y="6375"/>
                    <a:pt x="2225" y="6372"/>
                    <a:pt x="2208" y="6372"/>
                  </a:cubicBezTo>
                  <a:cubicBezTo>
                    <a:pt x="2136" y="6372"/>
                    <a:pt x="2077" y="6425"/>
                    <a:pt x="2049" y="6502"/>
                  </a:cubicBezTo>
                  <a:cubicBezTo>
                    <a:pt x="2025" y="6585"/>
                    <a:pt x="2084" y="6680"/>
                    <a:pt x="2168" y="6704"/>
                  </a:cubicBezTo>
                  <a:lnTo>
                    <a:pt x="3418" y="7085"/>
                  </a:lnTo>
                  <a:lnTo>
                    <a:pt x="3418" y="10121"/>
                  </a:lnTo>
                  <a:lnTo>
                    <a:pt x="358" y="9204"/>
                  </a:lnTo>
                  <a:lnTo>
                    <a:pt x="358" y="6168"/>
                  </a:lnTo>
                  <a:lnTo>
                    <a:pt x="1513" y="6514"/>
                  </a:lnTo>
                  <a:lnTo>
                    <a:pt x="1561" y="6514"/>
                  </a:lnTo>
                  <a:cubicBezTo>
                    <a:pt x="1632" y="6514"/>
                    <a:pt x="1692" y="6466"/>
                    <a:pt x="1727" y="6394"/>
                  </a:cubicBezTo>
                  <a:cubicBezTo>
                    <a:pt x="1751" y="6311"/>
                    <a:pt x="1692" y="6216"/>
                    <a:pt x="1608" y="6192"/>
                  </a:cubicBezTo>
                  <a:lnTo>
                    <a:pt x="358" y="5811"/>
                  </a:lnTo>
                  <a:lnTo>
                    <a:pt x="358" y="2763"/>
                  </a:lnTo>
                  <a:close/>
                  <a:moveTo>
                    <a:pt x="7145" y="6156"/>
                  </a:moveTo>
                  <a:lnTo>
                    <a:pt x="10205" y="7061"/>
                  </a:lnTo>
                  <a:lnTo>
                    <a:pt x="10205" y="10121"/>
                  </a:lnTo>
                  <a:lnTo>
                    <a:pt x="7145" y="9204"/>
                  </a:lnTo>
                  <a:lnTo>
                    <a:pt x="7145" y="7990"/>
                  </a:lnTo>
                  <a:cubicBezTo>
                    <a:pt x="7145" y="7895"/>
                    <a:pt x="7073" y="7823"/>
                    <a:pt x="6978" y="7823"/>
                  </a:cubicBezTo>
                  <a:cubicBezTo>
                    <a:pt x="6895" y="7823"/>
                    <a:pt x="6811" y="7895"/>
                    <a:pt x="6811" y="7990"/>
                  </a:cubicBezTo>
                  <a:lnTo>
                    <a:pt x="6811" y="9204"/>
                  </a:lnTo>
                  <a:lnTo>
                    <a:pt x="3751" y="10121"/>
                  </a:lnTo>
                  <a:lnTo>
                    <a:pt x="3751" y="7061"/>
                  </a:lnTo>
                  <a:lnTo>
                    <a:pt x="6811" y="6156"/>
                  </a:lnTo>
                  <a:lnTo>
                    <a:pt x="6811" y="7311"/>
                  </a:lnTo>
                  <a:cubicBezTo>
                    <a:pt x="6811" y="7407"/>
                    <a:pt x="6895" y="7478"/>
                    <a:pt x="6978" y="7478"/>
                  </a:cubicBezTo>
                  <a:cubicBezTo>
                    <a:pt x="7073" y="7478"/>
                    <a:pt x="7145" y="7407"/>
                    <a:pt x="7145" y="7311"/>
                  </a:cubicBezTo>
                  <a:lnTo>
                    <a:pt x="7145" y="6156"/>
                  </a:lnTo>
                  <a:close/>
                  <a:moveTo>
                    <a:pt x="6966" y="1"/>
                  </a:moveTo>
                  <a:cubicBezTo>
                    <a:pt x="5823" y="1"/>
                    <a:pt x="4894" y="918"/>
                    <a:pt x="4894" y="2061"/>
                  </a:cubicBezTo>
                  <a:cubicBezTo>
                    <a:pt x="4894" y="2334"/>
                    <a:pt x="4966" y="2632"/>
                    <a:pt x="5085" y="2930"/>
                  </a:cubicBezTo>
                  <a:lnTo>
                    <a:pt x="3573" y="3370"/>
                  </a:lnTo>
                  <a:lnTo>
                    <a:pt x="215" y="2382"/>
                  </a:lnTo>
                  <a:cubicBezTo>
                    <a:pt x="205" y="2375"/>
                    <a:pt x="192" y="2372"/>
                    <a:pt x="179" y="2372"/>
                  </a:cubicBezTo>
                  <a:cubicBezTo>
                    <a:pt x="146" y="2372"/>
                    <a:pt x="106" y="2389"/>
                    <a:pt x="72" y="2406"/>
                  </a:cubicBezTo>
                  <a:cubicBezTo>
                    <a:pt x="25" y="2442"/>
                    <a:pt x="1" y="2477"/>
                    <a:pt x="1" y="2537"/>
                  </a:cubicBezTo>
                  <a:lnTo>
                    <a:pt x="1" y="5954"/>
                  </a:lnTo>
                  <a:lnTo>
                    <a:pt x="1" y="9335"/>
                  </a:lnTo>
                  <a:cubicBezTo>
                    <a:pt x="1" y="9419"/>
                    <a:pt x="37" y="9478"/>
                    <a:pt x="120" y="9502"/>
                  </a:cubicBezTo>
                  <a:lnTo>
                    <a:pt x="3513" y="10514"/>
                  </a:lnTo>
                  <a:lnTo>
                    <a:pt x="3573" y="10514"/>
                  </a:lnTo>
                  <a:lnTo>
                    <a:pt x="6847" y="9550"/>
                  </a:lnTo>
                  <a:cubicBezTo>
                    <a:pt x="6859" y="9562"/>
                    <a:pt x="6883" y="9562"/>
                    <a:pt x="6918" y="9562"/>
                  </a:cubicBezTo>
                  <a:cubicBezTo>
                    <a:pt x="6942" y="9562"/>
                    <a:pt x="6966" y="9562"/>
                    <a:pt x="6990" y="9550"/>
                  </a:cubicBezTo>
                  <a:lnTo>
                    <a:pt x="10264" y="10514"/>
                  </a:lnTo>
                  <a:lnTo>
                    <a:pt x="10312" y="10514"/>
                  </a:lnTo>
                  <a:cubicBezTo>
                    <a:pt x="10335" y="10514"/>
                    <a:pt x="10383" y="10502"/>
                    <a:pt x="10419" y="10490"/>
                  </a:cubicBezTo>
                  <a:cubicBezTo>
                    <a:pt x="10455" y="10454"/>
                    <a:pt x="10490" y="10407"/>
                    <a:pt x="10490" y="10347"/>
                  </a:cubicBezTo>
                  <a:lnTo>
                    <a:pt x="10538" y="6942"/>
                  </a:lnTo>
                  <a:lnTo>
                    <a:pt x="10538" y="3549"/>
                  </a:lnTo>
                  <a:cubicBezTo>
                    <a:pt x="10538" y="3477"/>
                    <a:pt x="10490" y="3418"/>
                    <a:pt x="10419" y="3394"/>
                  </a:cubicBezTo>
                  <a:lnTo>
                    <a:pt x="8835" y="2930"/>
                  </a:lnTo>
                  <a:cubicBezTo>
                    <a:pt x="8954" y="2632"/>
                    <a:pt x="9038" y="2334"/>
                    <a:pt x="9038" y="2061"/>
                  </a:cubicBezTo>
                  <a:cubicBezTo>
                    <a:pt x="9038" y="918"/>
                    <a:pt x="8109" y="1"/>
                    <a:pt x="6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62"/>
            <p:cNvSpPr/>
            <p:nvPr/>
          </p:nvSpPr>
          <p:spPr>
            <a:xfrm>
              <a:off x="7613514" y="3251541"/>
              <a:ext cx="74878" cy="74529"/>
            </a:xfrm>
            <a:custGeom>
              <a:avLst/>
              <a:gdLst/>
              <a:ahLst/>
              <a:cxnLst/>
              <a:rect l="l" t="t" r="r" b="b"/>
              <a:pathLst>
                <a:path w="2358" h="2347" extrusionOk="0">
                  <a:moveTo>
                    <a:pt x="1179" y="322"/>
                  </a:moveTo>
                  <a:cubicBezTo>
                    <a:pt x="1643" y="322"/>
                    <a:pt x="2012" y="691"/>
                    <a:pt x="2012" y="1156"/>
                  </a:cubicBezTo>
                  <a:cubicBezTo>
                    <a:pt x="2012" y="1620"/>
                    <a:pt x="1643" y="1989"/>
                    <a:pt x="1179" y="1989"/>
                  </a:cubicBezTo>
                  <a:cubicBezTo>
                    <a:pt x="715" y="1989"/>
                    <a:pt x="345" y="1620"/>
                    <a:pt x="345" y="1156"/>
                  </a:cubicBezTo>
                  <a:cubicBezTo>
                    <a:pt x="334" y="703"/>
                    <a:pt x="715" y="322"/>
                    <a:pt x="1179" y="322"/>
                  </a:cubicBezTo>
                  <a:close/>
                  <a:moveTo>
                    <a:pt x="1179" y="1"/>
                  </a:moveTo>
                  <a:cubicBezTo>
                    <a:pt x="524" y="1"/>
                    <a:pt x="0" y="513"/>
                    <a:pt x="0" y="1168"/>
                  </a:cubicBezTo>
                  <a:cubicBezTo>
                    <a:pt x="0" y="1811"/>
                    <a:pt x="524" y="2346"/>
                    <a:pt x="1179" y="2346"/>
                  </a:cubicBezTo>
                  <a:cubicBezTo>
                    <a:pt x="1834" y="2346"/>
                    <a:pt x="2358" y="1822"/>
                    <a:pt x="2358" y="1168"/>
                  </a:cubicBezTo>
                  <a:cubicBezTo>
                    <a:pt x="2358" y="513"/>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20" name="Google Shape;9620;p62"/>
          <p:cNvSpPr/>
          <p:nvPr/>
        </p:nvSpPr>
        <p:spPr>
          <a:xfrm>
            <a:off x="8079296" y="3207306"/>
            <a:ext cx="229906" cy="364135"/>
          </a:xfrm>
          <a:custGeom>
            <a:avLst/>
            <a:gdLst/>
            <a:ahLst/>
            <a:cxnLst/>
            <a:rect l="l" t="t" r="r" b="b"/>
            <a:pathLst>
              <a:path w="7240" h="11467" extrusionOk="0">
                <a:moveTo>
                  <a:pt x="1048" y="346"/>
                </a:moveTo>
                <a:cubicBezTo>
                  <a:pt x="1156" y="346"/>
                  <a:pt x="1239" y="441"/>
                  <a:pt x="1239" y="537"/>
                </a:cubicBezTo>
                <a:cubicBezTo>
                  <a:pt x="1239" y="644"/>
                  <a:pt x="1156" y="727"/>
                  <a:pt x="1048" y="727"/>
                </a:cubicBezTo>
                <a:cubicBezTo>
                  <a:pt x="941" y="727"/>
                  <a:pt x="858" y="644"/>
                  <a:pt x="858" y="537"/>
                </a:cubicBezTo>
                <a:cubicBezTo>
                  <a:pt x="858" y="429"/>
                  <a:pt x="941" y="346"/>
                  <a:pt x="1048" y="346"/>
                </a:cubicBezTo>
                <a:close/>
                <a:moveTo>
                  <a:pt x="3549" y="1203"/>
                </a:moveTo>
                <a:lnTo>
                  <a:pt x="3906" y="1453"/>
                </a:lnTo>
                <a:lnTo>
                  <a:pt x="3549" y="1453"/>
                </a:lnTo>
                <a:lnTo>
                  <a:pt x="3549" y="1203"/>
                </a:lnTo>
                <a:close/>
                <a:moveTo>
                  <a:pt x="6883" y="1060"/>
                </a:moveTo>
                <a:lnTo>
                  <a:pt x="6883" y="1072"/>
                </a:lnTo>
                <a:lnTo>
                  <a:pt x="6097" y="2799"/>
                </a:lnTo>
                <a:cubicBezTo>
                  <a:pt x="6085" y="2846"/>
                  <a:pt x="6085" y="2894"/>
                  <a:pt x="6097" y="2942"/>
                </a:cubicBezTo>
                <a:lnTo>
                  <a:pt x="6883" y="4680"/>
                </a:lnTo>
                <a:lnTo>
                  <a:pt x="4620" y="4680"/>
                </a:lnTo>
                <a:lnTo>
                  <a:pt x="4620" y="1608"/>
                </a:lnTo>
                <a:cubicBezTo>
                  <a:pt x="4620" y="1549"/>
                  <a:pt x="4597" y="1501"/>
                  <a:pt x="4549" y="1477"/>
                </a:cubicBezTo>
                <a:lnTo>
                  <a:pt x="3942" y="1060"/>
                </a:lnTo>
                <a:close/>
                <a:moveTo>
                  <a:pt x="6883" y="4680"/>
                </a:moveTo>
                <a:cubicBezTo>
                  <a:pt x="6883" y="4686"/>
                  <a:pt x="6880" y="4689"/>
                  <a:pt x="6878" y="4689"/>
                </a:cubicBezTo>
                <a:cubicBezTo>
                  <a:pt x="6877" y="4689"/>
                  <a:pt x="6877" y="4686"/>
                  <a:pt x="6883" y="4680"/>
                </a:cubicBezTo>
                <a:close/>
                <a:moveTo>
                  <a:pt x="4299" y="1787"/>
                </a:moveTo>
                <a:lnTo>
                  <a:pt x="4299" y="5394"/>
                </a:lnTo>
                <a:lnTo>
                  <a:pt x="1941" y="5406"/>
                </a:lnTo>
                <a:lnTo>
                  <a:pt x="1941" y="2692"/>
                </a:lnTo>
                <a:cubicBezTo>
                  <a:pt x="1941" y="2608"/>
                  <a:pt x="1870" y="2537"/>
                  <a:pt x="1787" y="2537"/>
                </a:cubicBezTo>
                <a:cubicBezTo>
                  <a:pt x="1691" y="2537"/>
                  <a:pt x="1620" y="2608"/>
                  <a:pt x="1620" y="2692"/>
                </a:cubicBezTo>
                <a:lnTo>
                  <a:pt x="1620" y="5406"/>
                </a:lnTo>
                <a:lnTo>
                  <a:pt x="1227" y="5406"/>
                </a:lnTo>
                <a:lnTo>
                  <a:pt x="1227" y="1787"/>
                </a:lnTo>
                <a:lnTo>
                  <a:pt x="1620" y="1787"/>
                </a:lnTo>
                <a:lnTo>
                  <a:pt x="1620" y="1989"/>
                </a:lnTo>
                <a:cubicBezTo>
                  <a:pt x="1620" y="2072"/>
                  <a:pt x="1691" y="2144"/>
                  <a:pt x="1787" y="2144"/>
                </a:cubicBezTo>
                <a:cubicBezTo>
                  <a:pt x="1870" y="2144"/>
                  <a:pt x="1941" y="2072"/>
                  <a:pt x="1941" y="1989"/>
                </a:cubicBezTo>
                <a:lnTo>
                  <a:pt x="1941" y="1787"/>
                </a:lnTo>
                <a:close/>
                <a:moveTo>
                  <a:pt x="1584" y="10764"/>
                </a:moveTo>
                <a:cubicBezTo>
                  <a:pt x="1691" y="10764"/>
                  <a:pt x="1787" y="10859"/>
                  <a:pt x="1787" y="10954"/>
                </a:cubicBezTo>
                <a:lnTo>
                  <a:pt x="1787" y="11145"/>
                </a:lnTo>
                <a:lnTo>
                  <a:pt x="322" y="11145"/>
                </a:lnTo>
                <a:lnTo>
                  <a:pt x="322" y="10954"/>
                </a:lnTo>
                <a:cubicBezTo>
                  <a:pt x="322" y="10847"/>
                  <a:pt x="417" y="10764"/>
                  <a:pt x="513" y="10764"/>
                </a:cubicBezTo>
                <a:close/>
                <a:moveTo>
                  <a:pt x="1048" y="1"/>
                </a:moveTo>
                <a:cubicBezTo>
                  <a:pt x="775" y="1"/>
                  <a:pt x="536" y="239"/>
                  <a:pt x="536" y="525"/>
                </a:cubicBezTo>
                <a:cubicBezTo>
                  <a:pt x="536" y="763"/>
                  <a:pt x="679" y="953"/>
                  <a:pt x="894" y="1037"/>
                </a:cubicBezTo>
                <a:lnTo>
                  <a:pt x="894" y="10419"/>
                </a:lnTo>
                <a:lnTo>
                  <a:pt x="513" y="10419"/>
                </a:lnTo>
                <a:cubicBezTo>
                  <a:pt x="215" y="10419"/>
                  <a:pt x="1" y="10657"/>
                  <a:pt x="1" y="10943"/>
                </a:cubicBezTo>
                <a:lnTo>
                  <a:pt x="1" y="11300"/>
                </a:lnTo>
                <a:cubicBezTo>
                  <a:pt x="1" y="11395"/>
                  <a:pt x="72" y="11466"/>
                  <a:pt x="155" y="11466"/>
                </a:cubicBezTo>
                <a:lnTo>
                  <a:pt x="1965" y="11466"/>
                </a:lnTo>
                <a:cubicBezTo>
                  <a:pt x="2049" y="11466"/>
                  <a:pt x="2120" y="11395"/>
                  <a:pt x="2120" y="11300"/>
                </a:cubicBezTo>
                <a:lnTo>
                  <a:pt x="2120" y="10943"/>
                </a:lnTo>
                <a:cubicBezTo>
                  <a:pt x="2120" y="10645"/>
                  <a:pt x="1882" y="10419"/>
                  <a:pt x="1608" y="10419"/>
                </a:cubicBezTo>
                <a:lnTo>
                  <a:pt x="1227" y="10419"/>
                </a:lnTo>
                <a:lnTo>
                  <a:pt x="1227" y="5740"/>
                </a:lnTo>
                <a:lnTo>
                  <a:pt x="4299" y="5740"/>
                </a:lnTo>
                <a:cubicBezTo>
                  <a:pt x="4489" y="5740"/>
                  <a:pt x="4632" y="5585"/>
                  <a:pt x="4632" y="5394"/>
                </a:cubicBezTo>
                <a:lnTo>
                  <a:pt x="4632" y="5025"/>
                </a:lnTo>
                <a:lnTo>
                  <a:pt x="6883" y="5025"/>
                </a:lnTo>
                <a:cubicBezTo>
                  <a:pt x="7002" y="5025"/>
                  <a:pt x="7109" y="4966"/>
                  <a:pt x="7180" y="4859"/>
                </a:cubicBezTo>
                <a:cubicBezTo>
                  <a:pt x="7228" y="4763"/>
                  <a:pt x="7240" y="4632"/>
                  <a:pt x="7180" y="4525"/>
                </a:cubicBezTo>
                <a:lnTo>
                  <a:pt x="6442" y="2882"/>
                </a:lnTo>
                <a:lnTo>
                  <a:pt x="7180" y="1227"/>
                </a:lnTo>
                <a:cubicBezTo>
                  <a:pt x="7228" y="1120"/>
                  <a:pt x="7228" y="989"/>
                  <a:pt x="7156" y="894"/>
                </a:cubicBezTo>
                <a:cubicBezTo>
                  <a:pt x="7097" y="787"/>
                  <a:pt x="6978" y="727"/>
                  <a:pt x="6859" y="727"/>
                </a:cubicBezTo>
                <a:lnTo>
                  <a:pt x="3358" y="727"/>
                </a:lnTo>
                <a:cubicBezTo>
                  <a:pt x="3275" y="727"/>
                  <a:pt x="3192" y="810"/>
                  <a:pt x="3192" y="894"/>
                </a:cubicBezTo>
                <a:lnTo>
                  <a:pt x="3192" y="1453"/>
                </a:lnTo>
                <a:lnTo>
                  <a:pt x="1215" y="1453"/>
                </a:lnTo>
                <a:lnTo>
                  <a:pt x="1215" y="1037"/>
                </a:lnTo>
                <a:cubicBezTo>
                  <a:pt x="1429" y="953"/>
                  <a:pt x="1572" y="763"/>
                  <a:pt x="1572" y="525"/>
                </a:cubicBezTo>
                <a:cubicBezTo>
                  <a:pt x="1572" y="227"/>
                  <a:pt x="1334"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21" name="Google Shape;9621;p62"/>
          <p:cNvGrpSpPr/>
          <p:nvPr/>
        </p:nvGrpSpPr>
        <p:grpSpPr>
          <a:xfrm>
            <a:off x="5216456" y="3725484"/>
            <a:ext cx="356196" cy="265631"/>
            <a:chOff x="5216456" y="3725484"/>
            <a:chExt cx="356196" cy="265631"/>
          </a:xfrm>
        </p:grpSpPr>
        <p:sp>
          <p:nvSpPr>
            <p:cNvPr id="9622" name="Google Shape;9622;p62"/>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62"/>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4" name="Google Shape;9624;p62"/>
          <p:cNvGrpSpPr/>
          <p:nvPr/>
        </p:nvGrpSpPr>
        <p:grpSpPr>
          <a:xfrm>
            <a:off x="6849393" y="3733994"/>
            <a:ext cx="355053" cy="248038"/>
            <a:chOff x="6849393" y="3733994"/>
            <a:chExt cx="355053" cy="248038"/>
          </a:xfrm>
        </p:grpSpPr>
        <p:sp>
          <p:nvSpPr>
            <p:cNvPr id="9625" name="Google Shape;9625;p62"/>
            <p:cNvSpPr/>
            <p:nvPr/>
          </p:nvSpPr>
          <p:spPr>
            <a:xfrm>
              <a:off x="6849393" y="3733994"/>
              <a:ext cx="355053" cy="248038"/>
            </a:xfrm>
            <a:custGeom>
              <a:avLst/>
              <a:gdLst/>
              <a:ahLst/>
              <a:cxnLst/>
              <a:rect l="l" t="t" r="r" b="b"/>
              <a:pathLst>
                <a:path w="11181" h="7811" extrusionOk="0">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62"/>
            <p:cNvSpPr/>
            <p:nvPr/>
          </p:nvSpPr>
          <p:spPr>
            <a:xfrm>
              <a:off x="7080411" y="3758192"/>
              <a:ext cx="100219" cy="129687"/>
            </a:xfrm>
            <a:custGeom>
              <a:avLst/>
              <a:gdLst/>
              <a:ahLst/>
              <a:cxnLst/>
              <a:rect l="l" t="t" r="r" b="b"/>
              <a:pathLst>
                <a:path w="3156" h="4084" extrusionOk="0">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62"/>
            <p:cNvSpPr/>
            <p:nvPr/>
          </p:nvSpPr>
          <p:spPr>
            <a:xfrm>
              <a:off x="6873209" y="3757811"/>
              <a:ext cx="100219" cy="130068"/>
            </a:xfrm>
            <a:custGeom>
              <a:avLst/>
              <a:gdLst/>
              <a:ahLst/>
              <a:cxnLst/>
              <a:rect l="l" t="t" r="r" b="b"/>
              <a:pathLst>
                <a:path w="3156" h="4096" extrusionOk="0">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2"/>
            <p:cNvSpPr/>
            <p:nvPr/>
          </p:nvSpPr>
          <p:spPr>
            <a:xfrm>
              <a:off x="6962060" y="3758192"/>
              <a:ext cx="129338" cy="129338"/>
            </a:xfrm>
            <a:custGeom>
              <a:avLst/>
              <a:gdLst/>
              <a:ahLst/>
              <a:cxnLst/>
              <a:rect l="l" t="t" r="r" b="b"/>
              <a:pathLst>
                <a:path w="4073" h="4073" extrusionOk="0">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62"/>
            <p:cNvSpPr/>
            <p:nvPr/>
          </p:nvSpPr>
          <p:spPr>
            <a:xfrm>
              <a:off x="6997244" y="3781627"/>
              <a:ext cx="59382" cy="82436"/>
            </a:xfrm>
            <a:custGeom>
              <a:avLst/>
              <a:gdLst/>
              <a:ahLst/>
              <a:cxnLst/>
              <a:rect l="l" t="t" r="r" b="b"/>
              <a:pathLst>
                <a:path w="1870" h="2596" extrusionOk="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0" name="Google Shape;9630;p62"/>
          <p:cNvGrpSpPr/>
          <p:nvPr/>
        </p:nvGrpSpPr>
        <p:grpSpPr>
          <a:xfrm>
            <a:off x="7918997" y="3714687"/>
            <a:ext cx="392111" cy="280206"/>
            <a:chOff x="7918997" y="3714687"/>
            <a:chExt cx="392111" cy="280206"/>
          </a:xfrm>
        </p:grpSpPr>
        <p:sp>
          <p:nvSpPr>
            <p:cNvPr id="9631" name="Google Shape;9631;p62"/>
            <p:cNvSpPr/>
            <p:nvPr/>
          </p:nvSpPr>
          <p:spPr>
            <a:xfrm>
              <a:off x="7918997" y="3781246"/>
              <a:ext cx="309675" cy="213648"/>
            </a:xfrm>
            <a:custGeom>
              <a:avLst/>
              <a:gdLst/>
              <a:ahLst/>
              <a:cxnLst/>
              <a:rect l="l" t="t" r="r" b="b"/>
              <a:pathLst>
                <a:path w="9752" h="6728" extrusionOk="0">
                  <a:moveTo>
                    <a:pt x="774" y="3644"/>
                  </a:moveTo>
                  <a:cubicBezTo>
                    <a:pt x="965" y="3644"/>
                    <a:pt x="1132" y="3810"/>
                    <a:pt x="1132" y="4001"/>
                  </a:cubicBezTo>
                  <a:cubicBezTo>
                    <a:pt x="1132" y="4191"/>
                    <a:pt x="965" y="4358"/>
                    <a:pt x="774" y="4358"/>
                  </a:cubicBezTo>
                  <a:cubicBezTo>
                    <a:pt x="560" y="4358"/>
                    <a:pt x="417" y="4191"/>
                    <a:pt x="417" y="4001"/>
                  </a:cubicBezTo>
                  <a:cubicBezTo>
                    <a:pt x="417" y="3810"/>
                    <a:pt x="584" y="3644"/>
                    <a:pt x="774" y="3644"/>
                  </a:cubicBezTo>
                  <a:close/>
                  <a:moveTo>
                    <a:pt x="715" y="0"/>
                  </a:moveTo>
                  <a:cubicBezTo>
                    <a:pt x="310" y="0"/>
                    <a:pt x="0" y="322"/>
                    <a:pt x="0" y="715"/>
                  </a:cubicBezTo>
                  <a:cubicBezTo>
                    <a:pt x="0" y="1072"/>
                    <a:pt x="250" y="1370"/>
                    <a:pt x="596" y="1429"/>
                  </a:cubicBezTo>
                  <a:lnTo>
                    <a:pt x="596" y="3346"/>
                  </a:lnTo>
                  <a:cubicBezTo>
                    <a:pt x="298" y="3429"/>
                    <a:pt x="72" y="3703"/>
                    <a:pt x="72" y="4025"/>
                  </a:cubicBezTo>
                  <a:cubicBezTo>
                    <a:pt x="72" y="4358"/>
                    <a:pt x="298" y="4644"/>
                    <a:pt x="596" y="4715"/>
                  </a:cubicBezTo>
                  <a:lnTo>
                    <a:pt x="596" y="5442"/>
                  </a:lnTo>
                  <a:cubicBezTo>
                    <a:pt x="322" y="5513"/>
                    <a:pt x="120" y="5775"/>
                    <a:pt x="120" y="6073"/>
                  </a:cubicBezTo>
                  <a:cubicBezTo>
                    <a:pt x="120" y="6430"/>
                    <a:pt x="417" y="6727"/>
                    <a:pt x="774" y="6727"/>
                  </a:cubicBezTo>
                  <a:lnTo>
                    <a:pt x="2215" y="6727"/>
                  </a:lnTo>
                  <a:cubicBezTo>
                    <a:pt x="2322" y="6727"/>
                    <a:pt x="2394" y="6644"/>
                    <a:pt x="2394" y="6549"/>
                  </a:cubicBezTo>
                  <a:cubicBezTo>
                    <a:pt x="2394" y="6442"/>
                    <a:pt x="2286" y="6335"/>
                    <a:pt x="2191" y="6335"/>
                  </a:cubicBezTo>
                  <a:lnTo>
                    <a:pt x="739" y="6335"/>
                  </a:lnTo>
                  <a:cubicBezTo>
                    <a:pt x="584" y="6335"/>
                    <a:pt x="441" y="6204"/>
                    <a:pt x="441" y="6037"/>
                  </a:cubicBezTo>
                  <a:cubicBezTo>
                    <a:pt x="441" y="5882"/>
                    <a:pt x="584" y="5739"/>
                    <a:pt x="739" y="5739"/>
                  </a:cubicBezTo>
                  <a:lnTo>
                    <a:pt x="9561" y="5739"/>
                  </a:lnTo>
                  <a:cubicBezTo>
                    <a:pt x="9668" y="5739"/>
                    <a:pt x="9752" y="5668"/>
                    <a:pt x="9752" y="5561"/>
                  </a:cubicBezTo>
                  <a:cubicBezTo>
                    <a:pt x="9752" y="5465"/>
                    <a:pt x="9668" y="5382"/>
                    <a:pt x="9561" y="5382"/>
                  </a:cubicBezTo>
                  <a:lnTo>
                    <a:pt x="929" y="5382"/>
                  </a:lnTo>
                  <a:lnTo>
                    <a:pt x="929" y="4703"/>
                  </a:lnTo>
                  <a:cubicBezTo>
                    <a:pt x="1251" y="4632"/>
                    <a:pt x="1489" y="4346"/>
                    <a:pt x="1489" y="4001"/>
                  </a:cubicBezTo>
                  <a:cubicBezTo>
                    <a:pt x="1489" y="3656"/>
                    <a:pt x="1251" y="3370"/>
                    <a:pt x="929" y="3298"/>
                  </a:cubicBezTo>
                  <a:lnTo>
                    <a:pt x="929" y="1215"/>
                  </a:lnTo>
                  <a:cubicBezTo>
                    <a:pt x="929" y="1167"/>
                    <a:pt x="917" y="1108"/>
                    <a:pt x="870" y="1084"/>
                  </a:cubicBezTo>
                  <a:cubicBezTo>
                    <a:pt x="834" y="1060"/>
                    <a:pt x="786" y="1036"/>
                    <a:pt x="739" y="1036"/>
                  </a:cubicBezTo>
                  <a:lnTo>
                    <a:pt x="715" y="1036"/>
                  </a:lnTo>
                  <a:cubicBezTo>
                    <a:pt x="512" y="1036"/>
                    <a:pt x="358" y="870"/>
                    <a:pt x="358" y="679"/>
                  </a:cubicBezTo>
                  <a:cubicBezTo>
                    <a:pt x="358" y="489"/>
                    <a:pt x="512" y="322"/>
                    <a:pt x="715" y="322"/>
                  </a:cubicBezTo>
                  <a:cubicBezTo>
                    <a:pt x="905" y="322"/>
                    <a:pt x="1072" y="489"/>
                    <a:pt x="1072" y="679"/>
                  </a:cubicBezTo>
                  <a:cubicBezTo>
                    <a:pt x="1072" y="715"/>
                    <a:pt x="1072" y="762"/>
                    <a:pt x="1048" y="786"/>
                  </a:cubicBezTo>
                  <a:cubicBezTo>
                    <a:pt x="1036" y="858"/>
                    <a:pt x="1048" y="941"/>
                    <a:pt x="1120" y="977"/>
                  </a:cubicBezTo>
                  <a:lnTo>
                    <a:pt x="2906" y="2525"/>
                  </a:lnTo>
                  <a:cubicBezTo>
                    <a:pt x="2940" y="2553"/>
                    <a:pt x="2985" y="2568"/>
                    <a:pt x="3029" y="2568"/>
                  </a:cubicBezTo>
                  <a:cubicBezTo>
                    <a:pt x="3077" y="2568"/>
                    <a:pt x="3124" y="2550"/>
                    <a:pt x="3156" y="2513"/>
                  </a:cubicBezTo>
                  <a:lnTo>
                    <a:pt x="4287" y="1274"/>
                  </a:lnTo>
                  <a:cubicBezTo>
                    <a:pt x="4358" y="1203"/>
                    <a:pt x="4346" y="1084"/>
                    <a:pt x="4275" y="1024"/>
                  </a:cubicBezTo>
                  <a:cubicBezTo>
                    <a:pt x="4237" y="992"/>
                    <a:pt x="4191" y="976"/>
                    <a:pt x="4147" y="976"/>
                  </a:cubicBezTo>
                  <a:cubicBezTo>
                    <a:pt x="4095" y="976"/>
                    <a:pt x="4045" y="998"/>
                    <a:pt x="4013" y="1036"/>
                  </a:cubicBezTo>
                  <a:lnTo>
                    <a:pt x="3001" y="2155"/>
                  </a:lnTo>
                  <a:lnTo>
                    <a:pt x="1429" y="798"/>
                  </a:lnTo>
                  <a:lnTo>
                    <a:pt x="1429" y="715"/>
                  </a:lnTo>
                  <a:cubicBezTo>
                    <a:pt x="1429" y="310"/>
                    <a:pt x="1096"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2"/>
            <p:cNvSpPr/>
            <p:nvPr/>
          </p:nvSpPr>
          <p:spPr>
            <a:xfrm>
              <a:off x="8080439" y="3862920"/>
              <a:ext cx="68083" cy="68083"/>
            </a:xfrm>
            <a:custGeom>
              <a:avLst/>
              <a:gdLst/>
              <a:ahLst/>
              <a:cxnLst/>
              <a:rect l="l" t="t" r="r" b="b"/>
              <a:pathLst>
                <a:path w="2144" h="2144" extrusionOk="0">
                  <a:moveTo>
                    <a:pt x="1072" y="357"/>
                  </a:moveTo>
                  <a:cubicBezTo>
                    <a:pt x="1465" y="357"/>
                    <a:pt x="1786" y="691"/>
                    <a:pt x="1786" y="1072"/>
                  </a:cubicBezTo>
                  <a:cubicBezTo>
                    <a:pt x="1786" y="1465"/>
                    <a:pt x="1465" y="1786"/>
                    <a:pt x="1072" y="1786"/>
                  </a:cubicBezTo>
                  <a:cubicBezTo>
                    <a:pt x="691" y="1786"/>
                    <a:pt x="358" y="1465"/>
                    <a:pt x="358" y="1072"/>
                  </a:cubicBezTo>
                  <a:cubicBezTo>
                    <a:pt x="358" y="691"/>
                    <a:pt x="691" y="357"/>
                    <a:pt x="1072" y="357"/>
                  </a:cubicBezTo>
                  <a:close/>
                  <a:moveTo>
                    <a:pt x="1072" y="0"/>
                  </a:moveTo>
                  <a:cubicBezTo>
                    <a:pt x="477" y="0"/>
                    <a:pt x="0" y="476"/>
                    <a:pt x="0" y="1072"/>
                  </a:cubicBezTo>
                  <a:cubicBezTo>
                    <a:pt x="0" y="1667"/>
                    <a:pt x="477" y="2143"/>
                    <a:pt x="1072" y="2143"/>
                  </a:cubicBezTo>
                  <a:cubicBezTo>
                    <a:pt x="1667" y="2143"/>
                    <a:pt x="2144" y="1655"/>
                    <a:pt x="2144" y="1072"/>
                  </a:cubicBezTo>
                  <a:cubicBezTo>
                    <a:pt x="2144" y="476"/>
                    <a:pt x="166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2"/>
            <p:cNvSpPr/>
            <p:nvPr/>
          </p:nvSpPr>
          <p:spPr>
            <a:xfrm>
              <a:off x="8000290" y="3885593"/>
              <a:ext cx="45410" cy="45410"/>
            </a:xfrm>
            <a:custGeom>
              <a:avLst/>
              <a:gdLst/>
              <a:ahLst/>
              <a:cxnLst/>
              <a:rect l="l" t="t" r="r" b="b"/>
              <a:pathLst>
                <a:path w="1430" h="1430" extrusionOk="0">
                  <a:moveTo>
                    <a:pt x="727" y="358"/>
                  </a:moveTo>
                  <a:cubicBezTo>
                    <a:pt x="917" y="358"/>
                    <a:pt x="1084" y="524"/>
                    <a:pt x="1084" y="715"/>
                  </a:cubicBezTo>
                  <a:cubicBezTo>
                    <a:pt x="1084" y="905"/>
                    <a:pt x="917" y="1072"/>
                    <a:pt x="727" y="1072"/>
                  </a:cubicBezTo>
                  <a:cubicBezTo>
                    <a:pt x="536" y="1072"/>
                    <a:pt x="369" y="905"/>
                    <a:pt x="369" y="715"/>
                  </a:cubicBezTo>
                  <a:cubicBezTo>
                    <a:pt x="369" y="524"/>
                    <a:pt x="536" y="358"/>
                    <a:pt x="727" y="358"/>
                  </a:cubicBezTo>
                  <a:close/>
                  <a:moveTo>
                    <a:pt x="694" y="0"/>
                  </a:moveTo>
                  <a:cubicBezTo>
                    <a:pt x="310" y="0"/>
                    <a:pt x="0" y="317"/>
                    <a:pt x="0" y="715"/>
                  </a:cubicBezTo>
                  <a:cubicBezTo>
                    <a:pt x="0" y="1120"/>
                    <a:pt x="322" y="1429"/>
                    <a:pt x="715" y="1429"/>
                  </a:cubicBezTo>
                  <a:cubicBezTo>
                    <a:pt x="1096" y="1429"/>
                    <a:pt x="1429" y="1096"/>
                    <a:pt x="1429" y="715"/>
                  </a:cubicBezTo>
                  <a:cubicBezTo>
                    <a:pt x="1429" y="310"/>
                    <a:pt x="1096" y="1"/>
                    <a:pt x="715" y="1"/>
                  </a:cubicBezTo>
                  <a:cubicBezTo>
                    <a:pt x="708" y="0"/>
                    <a:pt x="701" y="0"/>
                    <a:pt x="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62"/>
            <p:cNvSpPr/>
            <p:nvPr/>
          </p:nvSpPr>
          <p:spPr>
            <a:xfrm>
              <a:off x="8006323" y="3714687"/>
              <a:ext cx="304784" cy="277920"/>
            </a:xfrm>
            <a:custGeom>
              <a:avLst/>
              <a:gdLst/>
              <a:ahLst/>
              <a:cxnLst/>
              <a:rect l="l" t="t" r="r" b="b"/>
              <a:pathLst>
                <a:path w="9598" h="8752" extrusionOk="0">
                  <a:moveTo>
                    <a:pt x="8800" y="5740"/>
                  </a:moveTo>
                  <a:cubicBezTo>
                    <a:pt x="8990" y="5740"/>
                    <a:pt x="9157" y="5906"/>
                    <a:pt x="9157" y="6097"/>
                  </a:cubicBezTo>
                  <a:cubicBezTo>
                    <a:pt x="9157" y="6287"/>
                    <a:pt x="9002" y="6454"/>
                    <a:pt x="8800" y="6454"/>
                  </a:cubicBezTo>
                  <a:cubicBezTo>
                    <a:pt x="8609" y="6454"/>
                    <a:pt x="8442" y="6287"/>
                    <a:pt x="8442" y="6097"/>
                  </a:cubicBezTo>
                  <a:cubicBezTo>
                    <a:pt x="8442" y="5906"/>
                    <a:pt x="8597" y="5740"/>
                    <a:pt x="8800" y="5740"/>
                  </a:cubicBezTo>
                  <a:close/>
                  <a:moveTo>
                    <a:pt x="3430" y="1"/>
                  </a:moveTo>
                  <a:cubicBezTo>
                    <a:pt x="2989" y="1"/>
                    <a:pt x="2632" y="358"/>
                    <a:pt x="2632" y="787"/>
                  </a:cubicBezTo>
                  <a:cubicBezTo>
                    <a:pt x="2632" y="989"/>
                    <a:pt x="2727" y="1203"/>
                    <a:pt x="2858" y="1334"/>
                  </a:cubicBezTo>
                  <a:lnTo>
                    <a:pt x="1739" y="2561"/>
                  </a:lnTo>
                  <a:cubicBezTo>
                    <a:pt x="1668" y="2632"/>
                    <a:pt x="1680" y="2751"/>
                    <a:pt x="1763" y="2811"/>
                  </a:cubicBezTo>
                  <a:cubicBezTo>
                    <a:pt x="1796" y="2844"/>
                    <a:pt x="1838" y="2859"/>
                    <a:pt x="1881" y="2859"/>
                  </a:cubicBezTo>
                  <a:cubicBezTo>
                    <a:pt x="1931" y="2859"/>
                    <a:pt x="1981" y="2838"/>
                    <a:pt x="2013" y="2799"/>
                  </a:cubicBezTo>
                  <a:lnTo>
                    <a:pt x="3251" y="1430"/>
                  </a:lnTo>
                  <a:cubicBezTo>
                    <a:pt x="3287" y="1382"/>
                    <a:pt x="3311" y="1323"/>
                    <a:pt x="3287" y="1275"/>
                  </a:cubicBezTo>
                  <a:cubicBezTo>
                    <a:pt x="3275" y="1215"/>
                    <a:pt x="3251" y="1168"/>
                    <a:pt x="3204" y="1144"/>
                  </a:cubicBezTo>
                  <a:cubicBezTo>
                    <a:pt x="3073" y="1072"/>
                    <a:pt x="2977" y="918"/>
                    <a:pt x="2977" y="775"/>
                  </a:cubicBezTo>
                  <a:cubicBezTo>
                    <a:pt x="2977" y="537"/>
                    <a:pt x="3168" y="334"/>
                    <a:pt x="3406" y="334"/>
                  </a:cubicBezTo>
                  <a:cubicBezTo>
                    <a:pt x="3644" y="334"/>
                    <a:pt x="3847" y="537"/>
                    <a:pt x="3847" y="775"/>
                  </a:cubicBezTo>
                  <a:cubicBezTo>
                    <a:pt x="3847" y="918"/>
                    <a:pt x="3751" y="1072"/>
                    <a:pt x="3620" y="1144"/>
                  </a:cubicBezTo>
                  <a:cubicBezTo>
                    <a:pt x="3573" y="1168"/>
                    <a:pt x="3525" y="1215"/>
                    <a:pt x="3525" y="1275"/>
                  </a:cubicBezTo>
                  <a:cubicBezTo>
                    <a:pt x="3513" y="1334"/>
                    <a:pt x="3525" y="1382"/>
                    <a:pt x="3573" y="1430"/>
                  </a:cubicBezTo>
                  <a:lnTo>
                    <a:pt x="6430" y="4561"/>
                  </a:lnTo>
                  <a:cubicBezTo>
                    <a:pt x="6462" y="4606"/>
                    <a:pt x="6512" y="4627"/>
                    <a:pt x="6562" y="4627"/>
                  </a:cubicBezTo>
                  <a:cubicBezTo>
                    <a:pt x="6605" y="4627"/>
                    <a:pt x="6647" y="4612"/>
                    <a:pt x="6680" y="4585"/>
                  </a:cubicBezTo>
                  <a:lnTo>
                    <a:pt x="8466" y="3037"/>
                  </a:lnTo>
                  <a:cubicBezTo>
                    <a:pt x="8526" y="2989"/>
                    <a:pt x="8549" y="2918"/>
                    <a:pt x="8526" y="2835"/>
                  </a:cubicBezTo>
                  <a:cubicBezTo>
                    <a:pt x="8514" y="2811"/>
                    <a:pt x="8514" y="2763"/>
                    <a:pt x="8514" y="2739"/>
                  </a:cubicBezTo>
                  <a:cubicBezTo>
                    <a:pt x="8514" y="2537"/>
                    <a:pt x="8680" y="2382"/>
                    <a:pt x="8871" y="2382"/>
                  </a:cubicBezTo>
                  <a:cubicBezTo>
                    <a:pt x="9061" y="2382"/>
                    <a:pt x="9228" y="2537"/>
                    <a:pt x="9228" y="2739"/>
                  </a:cubicBezTo>
                  <a:cubicBezTo>
                    <a:pt x="9228" y="2930"/>
                    <a:pt x="9061" y="3097"/>
                    <a:pt x="8871" y="3097"/>
                  </a:cubicBezTo>
                  <a:lnTo>
                    <a:pt x="8847" y="3097"/>
                  </a:lnTo>
                  <a:cubicBezTo>
                    <a:pt x="8800" y="3097"/>
                    <a:pt x="8740" y="3108"/>
                    <a:pt x="8704" y="3132"/>
                  </a:cubicBezTo>
                  <a:cubicBezTo>
                    <a:pt x="8680" y="3168"/>
                    <a:pt x="8645" y="3228"/>
                    <a:pt x="8645" y="3275"/>
                  </a:cubicBezTo>
                  <a:lnTo>
                    <a:pt x="8645" y="5359"/>
                  </a:lnTo>
                  <a:cubicBezTo>
                    <a:pt x="8335" y="5430"/>
                    <a:pt x="8097" y="5716"/>
                    <a:pt x="8097" y="6049"/>
                  </a:cubicBezTo>
                  <a:cubicBezTo>
                    <a:pt x="8097" y="6395"/>
                    <a:pt x="8335" y="6680"/>
                    <a:pt x="8645" y="6752"/>
                  </a:cubicBezTo>
                  <a:lnTo>
                    <a:pt x="8645" y="7442"/>
                  </a:lnTo>
                  <a:lnTo>
                    <a:pt x="7561" y="7442"/>
                  </a:lnTo>
                  <a:cubicBezTo>
                    <a:pt x="7454" y="7442"/>
                    <a:pt x="7383" y="7514"/>
                    <a:pt x="7383" y="7621"/>
                  </a:cubicBezTo>
                  <a:cubicBezTo>
                    <a:pt x="7383" y="7716"/>
                    <a:pt x="7454" y="7800"/>
                    <a:pt x="7561" y="7800"/>
                  </a:cubicBezTo>
                  <a:lnTo>
                    <a:pt x="8823" y="7800"/>
                  </a:lnTo>
                  <a:cubicBezTo>
                    <a:pt x="8990" y="7800"/>
                    <a:pt x="9121" y="7930"/>
                    <a:pt x="9121" y="8097"/>
                  </a:cubicBezTo>
                  <a:cubicBezTo>
                    <a:pt x="9121" y="8252"/>
                    <a:pt x="8990" y="8395"/>
                    <a:pt x="8823" y="8395"/>
                  </a:cubicBezTo>
                  <a:lnTo>
                    <a:pt x="179" y="8395"/>
                  </a:lnTo>
                  <a:cubicBezTo>
                    <a:pt x="72" y="8395"/>
                    <a:pt x="1" y="8466"/>
                    <a:pt x="1" y="8573"/>
                  </a:cubicBezTo>
                  <a:cubicBezTo>
                    <a:pt x="1" y="8669"/>
                    <a:pt x="72" y="8752"/>
                    <a:pt x="179" y="8752"/>
                  </a:cubicBezTo>
                  <a:lnTo>
                    <a:pt x="8823" y="8752"/>
                  </a:lnTo>
                  <a:cubicBezTo>
                    <a:pt x="9181" y="8752"/>
                    <a:pt x="9478" y="8454"/>
                    <a:pt x="9478" y="8097"/>
                  </a:cubicBezTo>
                  <a:cubicBezTo>
                    <a:pt x="9478" y="7800"/>
                    <a:pt x="9276" y="7538"/>
                    <a:pt x="9002" y="7466"/>
                  </a:cubicBezTo>
                  <a:lnTo>
                    <a:pt x="9002" y="6752"/>
                  </a:lnTo>
                  <a:cubicBezTo>
                    <a:pt x="9300" y="6704"/>
                    <a:pt x="9526" y="6430"/>
                    <a:pt x="9526" y="6097"/>
                  </a:cubicBezTo>
                  <a:cubicBezTo>
                    <a:pt x="9526" y="5775"/>
                    <a:pt x="9300" y="5490"/>
                    <a:pt x="9002" y="5394"/>
                  </a:cubicBezTo>
                  <a:lnTo>
                    <a:pt x="9002" y="3478"/>
                  </a:lnTo>
                  <a:cubicBezTo>
                    <a:pt x="9347" y="3418"/>
                    <a:pt x="9597" y="3120"/>
                    <a:pt x="9597" y="2763"/>
                  </a:cubicBezTo>
                  <a:cubicBezTo>
                    <a:pt x="9597" y="2358"/>
                    <a:pt x="9276" y="2049"/>
                    <a:pt x="8883" y="2049"/>
                  </a:cubicBezTo>
                  <a:cubicBezTo>
                    <a:pt x="8502" y="2049"/>
                    <a:pt x="8168" y="2382"/>
                    <a:pt x="8168" y="2763"/>
                  </a:cubicBezTo>
                  <a:lnTo>
                    <a:pt x="8168" y="2858"/>
                  </a:lnTo>
                  <a:lnTo>
                    <a:pt x="6597" y="4204"/>
                  </a:lnTo>
                  <a:lnTo>
                    <a:pt x="3989" y="1334"/>
                  </a:lnTo>
                  <a:cubicBezTo>
                    <a:pt x="4144" y="1192"/>
                    <a:pt x="4216" y="989"/>
                    <a:pt x="4216" y="787"/>
                  </a:cubicBezTo>
                  <a:cubicBezTo>
                    <a:pt x="4216" y="358"/>
                    <a:pt x="3858" y="1"/>
                    <a:pt x="3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62"/>
            <p:cNvSpPr/>
            <p:nvPr/>
          </p:nvSpPr>
          <p:spPr>
            <a:xfrm>
              <a:off x="8183643" y="3885593"/>
              <a:ext cx="45410" cy="45410"/>
            </a:xfrm>
            <a:custGeom>
              <a:avLst/>
              <a:gdLst/>
              <a:ahLst/>
              <a:cxnLst/>
              <a:rect l="l" t="t" r="r" b="b"/>
              <a:pathLst>
                <a:path w="1430" h="1430" extrusionOk="0">
                  <a:moveTo>
                    <a:pt x="703" y="358"/>
                  </a:moveTo>
                  <a:cubicBezTo>
                    <a:pt x="894" y="358"/>
                    <a:pt x="1060" y="524"/>
                    <a:pt x="1060" y="715"/>
                  </a:cubicBezTo>
                  <a:cubicBezTo>
                    <a:pt x="1060" y="905"/>
                    <a:pt x="894" y="1072"/>
                    <a:pt x="703" y="1072"/>
                  </a:cubicBezTo>
                  <a:cubicBezTo>
                    <a:pt x="501" y="1072"/>
                    <a:pt x="346" y="905"/>
                    <a:pt x="346" y="715"/>
                  </a:cubicBezTo>
                  <a:cubicBezTo>
                    <a:pt x="346" y="524"/>
                    <a:pt x="501" y="358"/>
                    <a:pt x="703" y="358"/>
                  </a:cubicBezTo>
                  <a:close/>
                  <a:moveTo>
                    <a:pt x="715" y="1"/>
                  </a:moveTo>
                  <a:cubicBezTo>
                    <a:pt x="310" y="1"/>
                    <a:pt x="1" y="334"/>
                    <a:pt x="1" y="715"/>
                  </a:cubicBezTo>
                  <a:cubicBezTo>
                    <a:pt x="1" y="1120"/>
                    <a:pt x="322" y="1429"/>
                    <a:pt x="715" y="1429"/>
                  </a:cubicBezTo>
                  <a:cubicBezTo>
                    <a:pt x="1096" y="1429"/>
                    <a:pt x="1430" y="1108"/>
                    <a:pt x="1430" y="715"/>
                  </a:cubicBezTo>
                  <a:cubicBezTo>
                    <a:pt x="1430" y="310"/>
                    <a:pt x="1096"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36" name="Google Shape;9636;p62"/>
          <p:cNvSpPr/>
          <p:nvPr/>
        </p:nvSpPr>
        <p:spPr>
          <a:xfrm>
            <a:off x="867354" y="3694364"/>
            <a:ext cx="355434" cy="326981"/>
          </a:xfrm>
          <a:custGeom>
            <a:avLst/>
            <a:gdLst/>
            <a:ahLst/>
            <a:cxnLst/>
            <a:rect l="l" t="t" r="r" b="b"/>
            <a:pathLst>
              <a:path w="11193" h="10297" extrusionOk="0">
                <a:moveTo>
                  <a:pt x="6014" y="2129"/>
                </a:moveTo>
                <a:lnTo>
                  <a:pt x="6014" y="3034"/>
                </a:lnTo>
                <a:lnTo>
                  <a:pt x="5097" y="3034"/>
                </a:lnTo>
                <a:lnTo>
                  <a:pt x="5097" y="2129"/>
                </a:lnTo>
                <a:close/>
                <a:moveTo>
                  <a:pt x="8704" y="347"/>
                </a:moveTo>
                <a:cubicBezTo>
                  <a:pt x="8745" y="347"/>
                  <a:pt x="8785" y="350"/>
                  <a:pt x="8824" y="355"/>
                </a:cubicBezTo>
                <a:cubicBezTo>
                  <a:pt x="9133" y="403"/>
                  <a:pt x="9371" y="617"/>
                  <a:pt x="9550" y="1058"/>
                </a:cubicBezTo>
                <a:cubicBezTo>
                  <a:pt x="9824" y="1689"/>
                  <a:pt x="9847" y="2201"/>
                  <a:pt x="9645" y="2558"/>
                </a:cubicBezTo>
                <a:cubicBezTo>
                  <a:pt x="9419" y="2939"/>
                  <a:pt x="8966" y="3034"/>
                  <a:pt x="8907" y="3046"/>
                </a:cubicBezTo>
                <a:lnTo>
                  <a:pt x="6335" y="3046"/>
                </a:lnTo>
                <a:lnTo>
                  <a:pt x="6335" y="2034"/>
                </a:lnTo>
                <a:cubicBezTo>
                  <a:pt x="6442" y="1903"/>
                  <a:pt x="6764" y="1498"/>
                  <a:pt x="7204" y="1141"/>
                </a:cubicBezTo>
                <a:cubicBezTo>
                  <a:pt x="7798" y="612"/>
                  <a:pt x="8304" y="347"/>
                  <a:pt x="8704" y="347"/>
                </a:cubicBezTo>
                <a:close/>
                <a:moveTo>
                  <a:pt x="4585" y="3356"/>
                </a:moveTo>
                <a:lnTo>
                  <a:pt x="4585" y="4653"/>
                </a:lnTo>
                <a:lnTo>
                  <a:pt x="299" y="4653"/>
                </a:lnTo>
                <a:lnTo>
                  <a:pt x="299" y="3356"/>
                </a:lnTo>
                <a:close/>
                <a:moveTo>
                  <a:pt x="6204" y="3356"/>
                </a:moveTo>
                <a:lnTo>
                  <a:pt x="6204" y="9987"/>
                </a:lnTo>
                <a:lnTo>
                  <a:pt x="4906" y="9987"/>
                </a:lnTo>
                <a:lnTo>
                  <a:pt x="4906" y="3356"/>
                </a:lnTo>
                <a:close/>
                <a:moveTo>
                  <a:pt x="10812" y="3356"/>
                </a:moveTo>
                <a:lnTo>
                  <a:pt x="10812" y="4653"/>
                </a:lnTo>
                <a:lnTo>
                  <a:pt x="9074" y="4653"/>
                </a:lnTo>
                <a:cubicBezTo>
                  <a:pt x="8990" y="4653"/>
                  <a:pt x="8907" y="4725"/>
                  <a:pt x="8907" y="4820"/>
                </a:cubicBezTo>
                <a:cubicBezTo>
                  <a:pt x="8907" y="4903"/>
                  <a:pt x="8990" y="4987"/>
                  <a:pt x="9074" y="4987"/>
                </a:cubicBezTo>
                <a:lnTo>
                  <a:pt x="10002" y="4987"/>
                </a:lnTo>
                <a:lnTo>
                  <a:pt x="10002" y="9594"/>
                </a:lnTo>
                <a:cubicBezTo>
                  <a:pt x="10002" y="9809"/>
                  <a:pt x="9824" y="9987"/>
                  <a:pt x="9609" y="9987"/>
                </a:cubicBezTo>
                <a:lnTo>
                  <a:pt x="6526" y="9987"/>
                </a:lnTo>
                <a:lnTo>
                  <a:pt x="6526" y="4987"/>
                </a:lnTo>
                <a:lnTo>
                  <a:pt x="8419" y="4987"/>
                </a:lnTo>
                <a:cubicBezTo>
                  <a:pt x="8514" y="4987"/>
                  <a:pt x="8585" y="4903"/>
                  <a:pt x="8585" y="4820"/>
                </a:cubicBezTo>
                <a:cubicBezTo>
                  <a:pt x="8585" y="4725"/>
                  <a:pt x="8514" y="4653"/>
                  <a:pt x="8419" y="4653"/>
                </a:cubicBezTo>
                <a:lnTo>
                  <a:pt x="6526" y="4653"/>
                </a:lnTo>
                <a:lnTo>
                  <a:pt x="6526" y="3356"/>
                </a:lnTo>
                <a:close/>
                <a:moveTo>
                  <a:pt x="2416" y="1"/>
                </a:moveTo>
                <a:cubicBezTo>
                  <a:pt x="2282" y="1"/>
                  <a:pt x="2156" y="24"/>
                  <a:pt x="2037" y="69"/>
                </a:cubicBezTo>
                <a:cubicBezTo>
                  <a:pt x="1727" y="188"/>
                  <a:pt x="1465" y="474"/>
                  <a:pt x="1287" y="903"/>
                </a:cubicBezTo>
                <a:cubicBezTo>
                  <a:pt x="977" y="1653"/>
                  <a:pt x="965" y="2248"/>
                  <a:pt x="1215" y="2689"/>
                </a:cubicBezTo>
                <a:cubicBezTo>
                  <a:pt x="1287" y="2820"/>
                  <a:pt x="1382" y="2927"/>
                  <a:pt x="1489" y="3022"/>
                </a:cubicBezTo>
                <a:lnTo>
                  <a:pt x="156" y="3022"/>
                </a:lnTo>
                <a:cubicBezTo>
                  <a:pt x="72" y="3022"/>
                  <a:pt x="1" y="3094"/>
                  <a:pt x="1" y="3177"/>
                </a:cubicBezTo>
                <a:lnTo>
                  <a:pt x="1" y="4808"/>
                </a:lnTo>
                <a:cubicBezTo>
                  <a:pt x="1" y="4891"/>
                  <a:pt x="72" y="4963"/>
                  <a:pt x="156" y="4963"/>
                </a:cubicBezTo>
                <a:lnTo>
                  <a:pt x="834" y="4963"/>
                </a:lnTo>
                <a:lnTo>
                  <a:pt x="834" y="9583"/>
                </a:lnTo>
                <a:cubicBezTo>
                  <a:pt x="834" y="9964"/>
                  <a:pt x="1156" y="10297"/>
                  <a:pt x="1549" y="10297"/>
                </a:cubicBezTo>
                <a:lnTo>
                  <a:pt x="2656" y="10297"/>
                </a:lnTo>
                <a:cubicBezTo>
                  <a:pt x="2751" y="10297"/>
                  <a:pt x="2823" y="10225"/>
                  <a:pt x="2823" y="10130"/>
                </a:cubicBezTo>
                <a:cubicBezTo>
                  <a:pt x="2823" y="10047"/>
                  <a:pt x="2751" y="9964"/>
                  <a:pt x="2656" y="9964"/>
                </a:cubicBezTo>
                <a:lnTo>
                  <a:pt x="1549" y="9964"/>
                </a:lnTo>
                <a:cubicBezTo>
                  <a:pt x="1334" y="9964"/>
                  <a:pt x="1156" y="9785"/>
                  <a:pt x="1156" y="9583"/>
                </a:cubicBezTo>
                <a:lnTo>
                  <a:pt x="1156" y="4963"/>
                </a:lnTo>
                <a:lnTo>
                  <a:pt x="4609" y="4963"/>
                </a:lnTo>
                <a:lnTo>
                  <a:pt x="4609" y="9964"/>
                </a:lnTo>
                <a:lnTo>
                  <a:pt x="3311" y="9964"/>
                </a:lnTo>
                <a:cubicBezTo>
                  <a:pt x="3228" y="9964"/>
                  <a:pt x="3156" y="10047"/>
                  <a:pt x="3156" y="10130"/>
                </a:cubicBezTo>
                <a:cubicBezTo>
                  <a:pt x="3156" y="10225"/>
                  <a:pt x="3228" y="10297"/>
                  <a:pt x="3311" y="10297"/>
                </a:cubicBezTo>
                <a:lnTo>
                  <a:pt x="9645" y="10297"/>
                </a:lnTo>
                <a:cubicBezTo>
                  <a:pt x="10026" y="10297"/>
                  <a:pt x="10359" y="9964"/>
                  <a:pt x="10359" y="9583"/>
                </a:cubicBezTo>
                <a:lnTo>
                  <a:pt x="10359" y="4963"/>
                </a:lnTo>
                <a:lnTo>
                  <a:pt x="11026" y="4963"/>
                </a:lnTo>
                <a:cubicBezTo>
                  <a:pt x="11110" y="4963"/>
                  <a:pt x="11193" y="4891"/>
                  <a:pt x="11193" y="4808"/>
                </a:cubicBezTo>
                <a:lnTo>
                  <a:pt x="11193" y="3177"/>
                </a:lnTo>
                <a:cubicBezTo>
                  <a:pt x="11145" y="3106"/>
                  <a:pt x="11074" y="3034"/>
                  <a:pt x="10979" y="3034"/>
                </a:cubicBezTo>
                <a:lnTo>
                  <a:pt x="9657" y="3034"/>
                </a:lnTo>
                <a:cubicBezTo>
                  <a:pt x="9752" y="2939"/>
                  <a:pt x="9847" y="2844"/>
                  <a:pt x="9919" y="2701"/>
                </a:cubicBezTo>
                <a:cubicBezTo>
                  <a:pt x="10181" y="2260"/>
                  <a:pt x="10157" y="1641"/>
                  <a:pt x="9847" y="915"/>
                </a:cubicBezTo>
                <a:cubicBezTo>
                  <a:pt x="9621" y="379"/>
                  <a:pt x="9300" y="81"/>
                  <a:pt x="8871" y="22"/>
                </a:cubicBezTo>
                <a:cubicBezTo>
                  <a:pt x="8824" y="16"/>
                  <a:pt x="8776" y="13"/>
                  <a:pt x="8728" y="13"/>
                </a:cubicBezTo>
                <a:cubicBezTo>
                  <a:pt x="7648" y="13"/>
                  <a:pt x="6371" y="1489"/>
                  <a:pt x="6097" y="1808"/>
                </a:cubicBezTo>
                <a:lnTo>
                  <a:pt x="5025" y="1808"/>
                </a:lnTo>
                <a:cubicBezTo>
                  <a:pt x="4859" y="1617"/>
                  <a:pt x="4359" y="1022"/>
                  <a:pt x="3751" y="581"/>
                </a:cubicBezTo>
                <a:cubicBezTo>
                  <a:pt x="3715" y="556"/>
                  <a:pt x="3677" y="543"/>
                  <a:pt x="3642" y="543"/>
                </a:cubicBezTo>
                <a:cubicBezTo>
                  <a:pt x="3595" y="543"/>
                  <a:pt x="3552" y="565"/>
                  <a:pt x="3525" y="605"/>
                </a:cubicBezTo>
                <a:cubicBezTo>
                  <a:pt x="3466" y="677"/>
                  <a:pt x="3478" y="784"/>
                  <a:pt x="3549" y="831"/>
                </a:cubicBezTo>
                <a:cubicBezTo>
                  <a:pt x="4144" y="1260"/>
                  <a:pt x="4656" y="1855"/>
                  <a:pt x="4787" y="2022"/>
                </a:cubicBezTo>
                <a:lnTo>
                  <a:pt x="4787" y="3034"/>
                </a:lnTo>
                <a:lnTo>
                  <a:pt x="2216" y="3034"/>
                </a:lnTo>
                <a:cubicBezTo>
                  <a:pt x="2144" y="3022"/>
                  <a:pt x="1692" y="2927"/>
                  <a:pt x="1489" y="2546"/>
                </a:cubicBezTo>
                <a:cubicBezTo>
                  <a:pt x="1275" y="2189"/>
                  <a:pt x="1323" y="1677"/>
                  <a:pt x="1573" y="1034"/>
                </a:cubicBezTo>
                <a:cubicBezTo>
                  <a:pt x="1727" y="700"/>
                  <a:pt x="1906" y="474"/>
                  <a:pt x="2144" y="379"/>
                </a:cubicBezTo>
                <a:cubicBezTo>
                  <a:pt x="2224" y="348"/>
                  <a:pt x="2314" y="332"/>
                  <a:pt x="2413" y="332"/>
                </a:cubicBezTo>
                <a:cubicBezTo>
                  <a:pt x="2578" y="332"/>
                  <a:pt x="2769" y="377"/>
                  <a:pt x="2978" y="474"/>
                </a:cubicBezTo>
                <a:cubicBezTo>
                  <a:pt x="3001" y="488"/>
                  <a:pt x="3025" y="493"/>
                  <a:pt x="3049" y="493"/>
                </a:cubicBezTo>
                <a:cubicBezTo>
                  <a:pt x="3109" y="493"/>
                  <a:pt x="3166" y="454"/>
                  <a:pt x="3192" y="403"/>
                </a:cubicBezTo>
                <a:cubicBezTo>
                  <a:pt x="3239" y="308"/>
                  <a:pt x="3192" y="224"/>
                  <a:pt x="3120" y="177"/>
                </a:cubicBezTo>
                <a:cubicBezTo>
                  <a:pt x="2864" y="59"/>
                  <a:pt x="2630" y="1"/>
                  <a:pt x="2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37" name="Google Shape;9637;p62"/>
          <p:cNvGrpSpPr/>
          <p:nvPr/>
        </p:nvGrpSpPr>
        <p:grpSpPr>
          <a:xfrm>
            <a:off x="1408777" y="3680964"/>
            <a:ext cx="357720" cy="355148"/>
            <a:chOff x="1408777" y="3680964"/>
            <a:chExt cx="357720" cy="355148"/>
          </a:xfrm>
        </p:grpSpPr>
        <p:sp>
          <p:nvSpPr>
            <p:cNvPr id="9638" name="Google Shape;9638;p62"/>
            <p:cNvSpPr/>
            <p:nvPr/>
          </p:nvSpPr>
          <p:spPr>
            <a:xfrm>
              <a:off x="1510488"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62"/>
            <p:cNvSpPr/>
            <p:nvPr/>
          </p:nvSpPr>
          <p:spPr>
            <a:xfrm>
              <a:off x="1627315"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62"/>
            <p:cNvSpPr/>
            <p:nvPr/>
          </p:nvSpPr>
          <p:spPr>
            <a:xfrm>
              <a:off x="1525604" y="3908806"/>
              <a:ext cx="123305" cy="33152"/>
            </a:xfrm>
            <a:custGeom>
              <a:avLst/>
              <a:gdLst/>
              <a:ahLst/>
              <a:cxnLst/>
              <a:rect l="l" t="t" r="r" b="b"/>
              <a:pathLst>
                <a:path w="3883" h="1044" extrusionOk="0">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2"/>
            <p:cNvSpPr/>
            <p:nvPr/>
          </p:nvSpPr>
          <p:spPr>
            <a:xfrm>
              <a:off x="1408777" y="3680964"/>
              <a:ext cx="298338" cy="296528"/>
            </a:xfrm>
            <a:custGeom>
              <a:avLst/>
              <a:gdLst/>
              <a:ahLst/>
              <a:cxnLst/>
              <a:rect l="l" t="t" r="r" b="b"/>
              <a:pathLst>
                <a:path w="9395" h="9338" extrusionOk="0">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62"/>
            <p:cNvSpPr/>
            <p:nvPr/>
          </p:nvSpPr>
          <p:spPr>
            <a:xfrm>
              <a:off x="1468508" y="3739075"/>
              <a:ext cx="297989" cy="297036"/>
            </a:xfrm>
            <a:custGeom>
              <a:avLst/>
              <a:gdLst/>
              <a:ahLst/>
              <a:cxnLst/>
              <a:rect l="l" t="t" r="r" b="b"/>
              <a:pathLst>
                <a:path w="9384" h="9354" extrusionOk="0">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3" name="Google Shape;9643;p62"/>
          <p:cNvGrpSpPr/>
          <p:nvPr/>
        </p:nvGrpSpPr>
        <p:grpSpPr>
          <a:xfrm>
            <a:off x="1952836" y="3680964"/>
            <a:ext cx="357720" cy="355148"/>
            <a:chOff x="1952836" y="3680964"/>
            <a:chExt cx="357720" cy="355148"/>
          </a:xfrm>
        </p:grpSpPr>
        <p:sp>
          <p:nvSpPr>
            <p:cNvPr id="9644" name="Google Shape;9644;p62"/>
            <p:cNvSpPr/>
            <p:nvPr/>
          </p:nvSpPr>
          <p:spPr>
            <a:xfrm>
              <a:off x="2054166" y="3814144"/>
              <a:ext cx="38233" cy="49188"/>
            </a:xfrm>
            <a:custGeom>
              <a:avLst/>
              <a:gdLst/>
              <a:ahLst/>
              <a:cxnLst/>
              <a:rect l="l" t="t" r="r" b="b"/>
              <a:pathLst>
                <a:path w="1204"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203"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62"/>
            <p:cNvSpPr/>
            <p:nvPr/>
          </p:nvSpPr>
          <p:spPr>
            <a:xfrm>
              <a:off x="2170992" y="3814144"/>
              <a:ext cx="37852" cy="49188"/>
            </a:xfrm>
            <a:custGeom>
              <a:avLst/>
              <a:gdLst/>
              <a:ahLst/>
              <a:cxnLst/>
              <a:rect l="l" t="t" r="r" b="b"/>
              <a:pathLst>
                <a:path w="1192"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191"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62"/>
            <p:cNvSpPr/>
            <p:nvPr/>
          </p:nvSpPr>
          <p:spPr>
            <a:xfrm>
              <a:off x="2070043" y="3908647"/>
              <a:ext cx="122924" cy="33311"/>
            </a:xfrm>
            <a:custGeom>
              <a:avLst/>
              <a:gdLst/>
              <a:ahLst/>
              <a:cxnLst/>
              <a:rect l="l" t="t" r="r" b="b"/>
              <a:pathLst>
                <a:path w="3871" h="1049" extrusionOk="0">
                  <a:moveTo>
                    <a:pt x="1930" y="1"/>
                  </a:moveTo>
                  <a:cubicBezTo>
                    <a:pt x="1191" y="1"/>
                    <a:pt x="489" y="287"/>
                    <a:pt x="60" y="763"/>
                  </a:cubicBezTo>
                  <a:cubicBezTo>
                    <a:pt x="1" y="822"/>
                    <a:pt x="1" y="930"/>
                    <a:pt x="72" y="1001"/>
                  </a:cubicBezTo>
                  <a:cubicBezTo>
                    <a:pt x="101" y="1029"/>
                    <a:pt x="140" y="1044"/>
                    <a:pt x="181" y="1044"/>
                  </a:cubicBezTo>
                  <a:cubicBezTo>
                    <a:pt x="226" y="1044"/>
                    <a:pt x="273" y="1026"/>
                    <a:pt x="310" y="989"/>
                  </a:cubicBezTo>
                  <a:cubicBezTo>
                    <a:pt x="679" y="584"/>
                    <a:pt x="1299" y="334"/>
                    <a:pt x="1953" y="334"/>
                  </a:cubicBezTo>
                  <a:cubicBezTo>
                    <a:pt x="2596" y="334"/>
                    <a:pt x="3215" y="572"/>
                    <a:pt x="3585" y="989"/>
                  </a:cubicBezTo>
                  <a:cubicBezTo>
                    <a:pt x="3620" y="1013"/>
                    <a:pt x="3656" y="1049"/>
                    <a:pt x="3704" y="1049"/>
                  </a:cubicBezTo>
                  <a:cubicBezTo>
                    <a:pt x="3751" y="1049"/>
                    <a:pt x="3775" y="1037"/>
                    <a:pt x="3811" y="1001"/>
                  </a:cubicBezTo>
                  <a:cubicBezTo>
                    <a:pt x="3870" y="930"/>
                    <a:pt x="3870" y="822"/>
                    <a:pt x="3811" y="763"/>
                  </a:cubicBezTo>
                  <a:cubicBezTo>
                    <a:pt x="3382" y="287"/>
                    <a:pt x="2680"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62"/>
            <p:cNvSpPr/>
            <p:nvPr/>
          </p:nvSpPr>
          <p:spPr>
            <a:xfrm>
              <a:off x="1952836" y="3680964"/>
              <a:ext cx="298338" cy="296528"/>
            </a:xfrm>
            <a:custGeom>
              <a:avLst/>
              <a:gdLst/>
              <a:ahLst/>
              <a:cxnLst/>
              <a:rect l="l" t="t" r="r" b="b"/>
              <a:pathLst>
                <a:path w="9395" h="9338" extrusionOk="0">
                  <a:moveTo>
                    <a:pt x="5654" y="0"/>
                  </a:moveTo>
                  <a:cubicBezTo>
                    <a:pt x="5591" y="0"/>
                    <a:pt x="5528" y="1"/>
                    <a:pt x="5466" y="3"/>
                  </a:cubicBezTo>
                  <a:cubicBezTo>
                    <a:pt x="4037" y="51"/>
                    <a:pt x="2692" y="622"/>
                    <a:pt x="1680" y="1634"/>
                  </a:cubicBezTo>
                  <a:cubicBezTo>
                    <a:pt x="668" y="2646"/>
                    <a:pt x="84" y="3992"/>
                    <a:pt x="48" y="5421"/>
                  </a:cubicBezTo>
                  <a:cubicBezTo>
                    <a:pt x="1" y="6849"/>
                    <a:pt x="489" y="8219"/>
                    <a:pt x="1430" y="9278"/>
                  </a:cubicBezTo>
                  <a:cubicBezTo>
                    <a:pt x="1453"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42" y="325"/>
                  </a:cubicBezTo>
                  <a:cubicBezTo>
                    <a:pt x="5489" y="323"/>
                    <a:pt x="5536" y="323"/>
                    <a:pt x="5583" y="323"/>
                  </a:cubicBezTo>
                  <a:cubicBezTo>
                    <a:pt x="6878" y="323"/>
                    <a:pt x="8120" y="796"/>
                    <a:pt x="9073" y="1634"/>
                  </a:cubicBezTo>
                  <a:cubicBezTo>
                    <a:pt x="9113" y="1663"/>
                    <a:pt x="9156" y="1678"/>
                    <a:pt x="9196" y="1678"/>
                  </a:cubicBezTo>
                  <a:cubicBezTo>
                    <a:pt x="9239" y="1678"/>
                    <a:pt x="9280" y="1660"/>
                    <a:pt x="9312" y="1623"/>
                  </a:cubicBezTo>
                  <a:cubicBezTo>
                    <a:pt x="9395" y="1551"/>
                    <a:pt x="9395" y="1444"/>
                    <a:pt x="9312" y="1384"/>
                  </a:cubicBezTo>
                  <a:cubicBezTo>
                    <a:pt x="8288" y="486"/>
                    <a:pt x="6992" y="0"/>
                    <a:pt x="56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62"/>
            <p:cNvSpPr/>
            <p:nvPr/>
          </p:nvSpPr>
          <p:spPr>
            <a:xfrm>
              <a:off x="2012217" y="3739075"/>
              <a:ext cx="298338" cy="297036"/>
            </a:xfrm>
            <a:custGeom>
              <a:avLst/>
              <a:gdLst/>
              <a:ahLst/>
              <a:cxnLst/>
              <a:rect l="l" t="t" r="r" b="b"/>
              <a:pathLst>
                <a:path w="9395" h="9354" extrusionOk="0">
                  <a:moveTo>
                    <a:pt x="7840" y="1"/>
                  </a:moveTo>
                  <a:cubicBezTo>
                    <a:pt x="7800" y="1"/>
                    <a:pt x="7760" y="15"/>
                    <a:pt x="7727" y="43"/>
                  </a:cubicBezTo>
                  <a:cubicBezTo>
                    <a:pt x="7656" y="102"/>
                    <a:pt x="7656" y="209"/>
                    <a:pt x="7715" y="281"/>
                  </a:cubicBezTo>
                  <a:cubicBezTo>
                    <a:pt x="8585" y="1281"/>
                    <a:pt x="9073" y="2579"/>
                    <a:pt x="9025" y="3912"/>
                  </a:cubicBezTo>
                  <a:cubicBezTo>
                    <a:pt x="8977" y="5257"/>
                    <a:pt x="8442" y="6520"/>
                    <a:pt x="7489" y="7472"/>
                  </a:cubicBezTo>
                  <a:cubicBezTo>
                    <a:pt x="6537" y="8425"/>
                    <a:pt x="5275" y="8972"/>
                    <a:pt x="3929" y="9008"/>
                  </a:cubicBezTo>
                  <a:cubicBezTo>
                    <a:pt x="3881" y="9009"/>
                    <a:pt x="3834" y="9010"/>
                    <a:pt x="3786" y="9010"/>
                  </a:cubicBezTo>
                  <a:cubicBezTo>
                    <a:pt x="2503" y="9010"/>
                    <a:pt x="1262" y="8548"/>
                    <a:pt x="298" y="7698"/>
                  </a:cubicBezTo>
                  <a:cubicBezTo>
                    <a:pt x="264" y="7670"/>
                    <a:pt x="221" y="7655"/>
                    <a:pt x="180" y="7655"/>
                  </a:cubicBezTo>
                  <a:cubicBezTo>
                    <a:pt x="135" y="7655"/>
                    <a:pt x="91" y="7673"/>
                    <a:pt x="60" y="7710"/>
                  </a:cubicBezTo>
                  <a:cubicBezTo>
                    <a:pt x="0" y="7782"/>
                    <a:pt x="0" y="7889"/>
                    <a:pt x="83" y="7948"/>
                  </a:cubicBezTo>
                  <a:cubicBezTo>
                    <a:pt x="1107" y="8853"/>
                    <a:pt x="2405" y="9353"/>
                    <a:pt x="3774" y="9353"/>
                  </a:cubicBezTo>
                  <a:lnTo>
                    <a:pt x="3929" y="9353"/>
                  </a:lnTo>
                  <a:cubicBezTo>
                    <a:pt x="5358" y="9306"/>
                    <a:pt x="6703" y="8722"/>
                    <a:pt x="7715" y="7710"/>
                  </a:cubicBezTo>
                  <a:cubicBezTo>
                    <a:pt x="8727" y="6698"/>
                    <a:pt x="9311" y="5365"/>
                    <a:pt x="9347" y="3936"/>
                  </a:cubicBezTo>
                  <a:cubicBezTo>
                    <a:pt x="9394" y="2507"/>
                    <a:pt x="8906" y="1126"/>
                    <a:pt x="7965"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9" name="Google Shape;9649;p62"/>
          <p:cNvGrpSpPr/>
          <p:nvPr/>
        </p:nvGrpSpPr>
        <p:grpSpPr>
          <a:xfrm>
            <a:off x="2496894" y="3680964"/>
            <a:ext cx="357720" cy="355148"/>
            <a:chOff x="2496894" y="3680964"/>
            <a:chExt cx="357720" cy="355148"/>
          </a:xfrm>
        </p:grpSpPr>
        <p:sp>
          <p:nvSpPr>
            <p:cNvPr id="9650" name="Google Shape;9650;p62"/>
            <p:cNvSpPr/>
            <p:nvPr/>
          </p:nvSpPr>
          <p:spPr>
            <a:xfrm>
              <a:off x="2598224"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62"/>
            <p:cNvSpPr/>
            <p:nvPr/>
          </p:nvSpPr>
          <p:spPr>
            <a:xfrm>
              <a:off x="2715051"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62"/>
            <p:cNvSpPr/>
            <p:nvPr/>
          </p:nvSpPr>
          <p:spPr>
            <a:xfrm>
              <a:off x="2496894" y="3680964"/>
              <a:ext cx="297989" cy="296528"/>
            </a:xfrm>
            <a:custGeom>
              <a:avLst/>
              <a:gdLst/>
              <a:ahLst/>
              <a:cxnLst/>
              <a:rect l="l" t="t" r="r" b="b"/>
              <a:pathLst>
                <a:path w="9384" h="9338" extrusionOk="0">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62"/>
            <p:cNvSpPr/>
            <p:nvPr/>
          </p:nvSpPr>
          <p:spPr>
            <a:xfrm>
              <a:off x="2555895" y="3739075"/>
              <a:ext cx="298719" cy="297036"/>
            </a:xfrm>
            <a:custGeom>
              <a:avLst/>
              <a:gdLst/>
              <a:ahLst/>
              <a:cxnLst/>
              <a:rect l="l" t="t" r="r" b="b"/>
              <a:pathLst>
                <a:path w="9407" h="9354" extrusionOk="0">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62"/>
            <p:cNvSpPr/>
            <p:nvPr/>
          </p:nvSpPr>
          <p:spPr>
            <a:xfrm>
              <a:off x="2569867" y="3875336"/>
              <a:ext cx="211393" cy="99139"/>
            </a:xfrm>
            <a:custGeom>
              <a:avLst/>
              <a:gdLst/>
              <a:ahLst/>
              <a:cxnLst/>
              <a:rect l="l" t="t" r="r" b="b"/>
              <a:pathLst>
                <a:path w="6657" h="3122" extrusionOk="0">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5" name="Google Shape;9655;p62"/>
          <p:cNvGrpSpPr/>
          <p:nvPr/>
        </p:nvGrpSpPr>
        <p:grpSpPr>
          <a:xfrm>
            <a:off x="3040984" y="3681059"/>
            <a:ext cx="356164" cy="355815"/>
            <a:chOff x="3040984" y="3681059"/>
            <a:chExt cx="356164" cy="355815"/>
          </a:xfrm>
        </p:grpSpPr>
        <p:sp>
          <p:nvSpPr>
            <p:cNvPr id="9656" name="Google Shape;9656;p62"/>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62"/>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62"/>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9" name="Google Shape;9659;p62"/>
          <p:cNvGrpSpPr/>
          <p:nvPr/>
        </p:nvGrpSpPr>
        <p:grpSpPr>
          <a:xfrm>
            <a:off x="3584280" y="3699191"/>
            <a:ext cx="358069" cy="317995"/>
            <a:chOff x="3584280" y="3699191"/>
            <a:chExt cx="358069" cy="317995"/>
          </a:xfrm>
        </p:grpSpPr>
        <p:sp>
          <p:nvSpPr>
            <p:cNvPr id="9660" name="Google Shape;9660;p62"/>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62"/>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62"/>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62"/>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4" name="Google Shape;9664;p62"/>
          <p:cNvGrpSpPr/>
          <p:nvPr/>
        </p:nvGrpSpPr>
        <p:grpSpPr>
          <a:xfrm>
            <a:off x="4129482" y="3681059"/>
            <a:ext cx="355402" cy="354291"/>
            <a:chOff x="4129482" y="3681059"/>
            <a:chExt cx="355402" cy="354291"/>
          </a:xfrm>
        </p:grpSpPr>
        <p:sp>
          <p:nvSpPr>
            <p:cNvPr id="9665" name="Google Shape;9665;p62"/>
            <p:cNvSpPr/>
            <p:nvPr/>
          </p:nvSpPr>
          <p:spPr>
            <a:xfrm>
              <a:off x="4313979" y="3719578"/>
              <a:ext cx="133117" cy="225016"/>
            </a:xfrm>
            <a:custGeom>
              <a:avLst/>
              <a:gdLst/>
              <a:ahLst/>
              <a:cxnLst/>
              <a:rect l="l" t="t" r="r" b="b"/>
              <a:pathLst>
                <a:path w="4192" h="7086" extrusionOk="0">
                  <a:moveTo>
                    <a:pt x="173" y="0"/>
                  </a:moveTo>
                  <a:cubicBezTo>
                    <a:pt x="96" y="0"/>
                    <a:pt x="23" y="68"/>
                    <a:pt x="12" y="156"/>
                  </a:cubicBezTo>
                  <a:cubicBezTo>
                    <a:pt x="0" y="240"/>
                    <a:pt x="72" y="323"/>
                    <a:pt x="167" y="335"/>
                  </a:cubicBezTo>
                  <a:cubicBezTo>
                    <a:pt x="1167" y="418"/>
                    <a:pt x="2108" y="883"/>
                    <a:pt x="2798" y="1633"/>
                  </a:cubicBezTo>
                  <a:cubicBezTo>
                    <a:pt x="3501" y="2383"/>
                    <a:pt x="3870" y="3359"/>
                    <a:pt x="3870" y="4383"/>
                  </a:cubicBezTo>
                  <a:cubicBezTo>
                    <a:pt x="3870" y="5217"/>
                    <a:pt x="3620" y="6002"/>
                    <a:pt x="3156" y="6693"/>
                  </a:cubicBezTo>
                  <a:lnTo>
                    <a:pt x="893" y="4407"/>
                  </a:lnTo>
                  <a:cubicBezTo>
                    <a:pt x="864" y="4377"/>
                    <a:pt x="822" y="4362"/>
                    <a:pt x="779" y="4362"/>
                  </a:cubicBezTo>
                  <a:cubicBezTo>
                    <a:pt x="736" y="4362"/>
                    <a:pt x="691" y="4377"/>
                    <a:pt x="655" y="4407"/>
                  </a:cubicBezTo>
                  <a:cubicBezTo>
                    <a:pt x="596" y="4467"/>
                    <a:pt x="596" y="4574"/>
                    <a:pt x="655" y="4645"/>
                  </a:cubicBezTo>
                  <a:lnTo>
                    <a:pt x="3048" y="7050"/>
                  </a:lnTo>
                  <a:cubicBezTo>
                    <a:pt x="3084" y="7074"/>
                    <a:pt x="3120" y="7086"/>
                    <a:pt x="3167" y="7086"/>
                  </a:cubicBezTo>
                  <a:lnTo>
                    <a:pt x="3179" y="7086"/>
                  </a:lnTo>
                  <a:cubicBezTo>
                    <a:pt x="3227" y="7086"/>
                    <a:pt x="3275" y="7062"/>
                    <a:pt x="3298" y="7026"/>
                  </a:cubicBezTo>
                  <a:cubicBezTo>
                    <a:pt x="3882" y="6252"/>
                    <a:pt x="4191" y="5348"/>
                    <a:pt x="4191" y="4383"/>
                  </a:cubicBezTo>
                  <a:cubicBezTo>
                    <a:pt x="4191" y="3276"/>
                    <a:pt x="3775" y="2228"/>
                    <a:pt x="3036" y="1407"/>
                  </a:cubicBezTo>
                  <a:cubicBezTo>
                    <a:pt x="2286" y="597"/>
                    <a:pt x="1274" y="97"/>
                    <a:pt x="191" y="2"/>
                  </a:cubicBezTo>
                  <a:cubicBezTo>
                    <a:pt x="185" y="1"/>
                    <a:pt x="179"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62"/>
            <p:cNvSpPr/>
            <p:nvPr/>
          </p:nvSpPr>
          <p:spPr>
            <a:xfrm>
              <a:off x="4220968" y="3719197"/>
              <a:ext cx="106284" cy="132387"/>
            </a:xfrm>
            <a:custGeom>
              <a:avLst/>
              <a:gdLst/>
              <a:ahLst/>
              <a:cxnLst/>
              <a:rect l="l" t="t" r="r" b="b"/>
              <a:pathLst>
                <a:path w="3347" h="4169" extrusionOk="0">
                  <a:moveTo>
                    <a:pt x="2340" y="1"/>
                  </a:moveTo>
                  <a:cubicBezTo>
                    <a:pt x="2334" y="1"/>
                    <a:pt x="2328" y="1"/>
                    <a:pt x="2322" y="2"/>
                  </a:cubicBezTo>
                  <a:cubicBezTo>
                    <a:pt x="1501" y="73"/>
                    <a:pt x="715" y="371"/>
                    <a:pt x="60" y="883"/>
                  </a:cubicBezTo>
                  <a:cubicBezTo>
                    <a:pt x="12" y="907"/>
                    <a:pt x="0" y="954"/>
                    <a:pt x="0" y="1002"/>
                  </a:cubicBezTo>
                  <a:cubicBezTo>
                    <a:pt x="0" y="1038"/>
                    <a:pt x="12" y="1085"/>
                    <a:pt x="36" y="1133"/>
                  </a:cubicBezTo>
                  <a:lnTo>
                    <a:pt x="3048" y="4121"/>
                  </a:lnTo>
                  <a:cubicBezTo>
                    <a:pt x="3072" y="4157"/>
                    <a:pt x="3120" y="4169"/>
                    <a:pt x="3167" y="4169"/>
                  </a:cubicBezTo>
                  <a:cubicBezTo>
                    <a:pt x="3203" y="4169"/>
                    <a:pt x="3251" y="4157"/>
                    <a:pt x="3287" y="4121"/>
                  </a:cubicBezTo>
                  <a:cubicBezTo>
                    <a:pt x="3346" y="4062"/>
                    <a:pt x="3346" y="3955"/>
                    <a:pt x="3287" y="3883"/>
                  </a:cubicBezTo>
                  <a:lnTo>
                    <a:pt x="429" y="1026"/>
                  </a:lnTo>
                  <a:cubicBezTo>
                    <a:pt x="1001" y="645"/>
                    <a:pt x="1655" y="383"/>
                    <a:pt x="2358" y="323"/>
                  </a:cubicBezTo>
                  <a:cubicBezTo>
                    <a:pt x="2363" y="324"/>
                    <a:pt x="2367" y="324"/>
                    <a:pt x="2372" y="324"/>
                  </a:cubicBezTo>
                  <a:cubicBezTo>
                    <a:pt x="2449" y="324"/>
                    <a:pt x="2512" y="235"/>
                    <a:pt x="2501" y="157"/>
                  </a:cubicBezTo>
                  <a:cubicBezTo>
                    <a:pt x="2479" y="68"/>
                    <a:pt x="2416" y="1"/>
                    <a:pt x="2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62"/>
            <p:cNvSpPr/>
            <p:nvPr/>
          </p:nvSpPr>
          <p:spPr>
            <a:xfrm>
              <a:off x="4167270" y="3772545"/>
              <a:ext cx="226127" cy="225746"/>
            </a:xfrm>
            <a:custGeom>
              <a:avLst/>
              <a:gdLst/>
              <a:ahLst/>
              <a:cxnLst/>
              <a:rect l="l" t="t" r="r" b="b"/>
              <a:pathLst>
                <a:path w="7121" h="7109" extrusionOk="0">
                  <a:moveTo>
                    <a:pt x="1037" y="405"/>
                  </a:moveTo>
                  <a:lnTo>
                    <a:pt x="6704" y="6061"/>
                  </a:lnTo>
                  <a:cubicBezTo>
                    <a:pt x="6013" y="6537"/>
                    <a:pt x="5228" y="6775"/>
                    <a:pt x="4406" y="6775"/>
                  </a:cubicBezTo>
                  <a:cubicBezTo>
                    <a:pt x="2168" y="6775"/>
                    <a:pt x="334" y="4942"/>
                    <a:pt x="334" y="2703"/>
                  </a:cubicBezTo>
                  <a:cubicBezTo>
                    <a:pt x="334" y="1882"/>
                    <a:pt x="572" y="1096"/>
                    <a:pt x="1037" y="405"/>
                  </a:cubicBezTo>
                  <a:close/>
                  <a:moveTo>
                    <a:pt x="1001" y="1"/>
                  </a:moveTo>
                  <a:cubicBezTo>
                    <a:pt x="953" y="1"/>
                    <a:pt x="918" y="36"/>
                    <a:pt x="882" y="60"/>
                  </a:cubicBezTo>
                  <a:cubicBezTo>
                    <a:pt x="298" y="822"/>
                    <a:pt x="1" y="1739"/>
                    <a:pt x="1" y="2703"/>
                  </a:cubicBezTo>
                  <a:cubicBezTo>
                    <a:pt x="1" y="5120"/>
                    <a:pt x="1989" y="7109"/>
                    <a:pt x="4406" y="7109"/>
                  </a:cubicBezTo>
                  <a:cubicBezTo>
                    <a:pt x="5382" y="7109"/>
                    <a:pt x="6287" y="6811"/>
                    <a:pt x="7061" y="6228"/>
                  </a:cubicBezTo>
                  <a:cubicBezTo>
                    <a:pt x="7109" y="6192"/>
                    <a:pt x="7121" y="6156"/>
                    <a:pt x="7121" y="6108"/>
                  </a:cubicBezTo>
                  <a:cubicBezTo>
                    <a:pt x="7121" y="6061"/>
                    <a:pt x="7109" y="6013"/>
                    <a:pt x="7073" y="5978"/>
                  </a:cubicBezTo>
                  <a:lnTo>
                    <a:pt x="1132" y="36"/>
                  </a:lnTo>
                  <a:cubicBezTo>
                    <a:pt x="1096" y="24"/>
                    <a:pt x="1048" y="1"/>
                    <a:pt x="1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62"/>
            <p:cNvSpPr/>
            <p:nvPr/>
          </p:nvSpPr>
          <p:spPr>
            <a:xfrm>
              <a:off x="4129482" y="3681059"/>
              <a:ext cx="355402" cy="354291"/>
            </a:xfrm>
            <a:custGeom>
              <a:avLst/>
              <a:gdLst/>
              <a:ahLst/>
              <a:cxnLst/>
              <a:rect l="l" t="t" r="r" b="b"/>
              <a:pathLst>
                <a:path w="11192" h="11157" extrusionOk="0">
                  <a:moveTo>
                    <a:pt x="5596" y="0"/>
                  </a:moveTo>
                  <a:cubicBezTo>
                    <a:pt x="4096" y="0"/>
                    <a:pt x="2703" y="572"/>
                    <a:pt x="1643" y="1631"/>
                  </a:cubicBezTo>
                  <a:cubicBezTo>
                    <a:pt x="584" y="2691"/>
                    <a:pt x="0" y="4096"/>
                    <a:pt x="0" y="5584"/>
                  </a:cubicBezTo>
                  <a:cubicBezTo>
                    <a:pt x="0" y="7013"/>
                    <a:pt x="536" y="8358"/>
                    <a:pt x="1512" y="9406"/>
                  </a:cubicBezTo>
                  <a:cubicBezTo>
                    <a:pt x="2477" y="10430"/>
                    <a:pt x="3786" y="11061"/>
                    <a:pt x="5191" y="11156"/>
                  </a:cubicBezTo>
                  <a:cubicBezTo>
                    <a:pt x="5286" y="11156"/>
                    <a:pt x="5358" y="11097"/>
                    <a:pt x="5382" y="11014"/>
                  </a:cubicBezTo>
                  <a:cubicBezTo>
                    <a:pt x="5382" y="10918"/>
                    <a:pt x="5322" y="10847"/>
                    <a:pt x="5227" y="10835"/>
                  </a:cubicBezTo>
                  <a:cubicBezTo>
                    <a:pt x="3905" y="10740"/>
                    <a:pt x="2667" y="10144"/>
                    <a:pt x="1762" y="9180"/>
                  </a:cubicBezTo>
                  <a:cubicBezTo>
                    <a:pt x="834" y="8192"/>
                    <a:pt x="333" y="6930"/>
                    <a:pt x="333" y="5572"/>
                  </a:cubicBezTo>
                  <a:cubicBezTo>
                    <a:pt x="333" y="4179"/>
                    <a:pt x="881" y="2858"/>
                    <a:pt x="1881" y="1858"/>
                  </a:cubicBezTo>
                  <a:cubicBezTo>
                    <a:pt x="2881" y="858"/>
                    <a:pt x="4203" y="310"/>
                    <a:pt x="5596" y="310"/>
                  </a:cubicBezTo>
                  <a:cubicBezTo>
                    <a:pt x="7001" y="310"/>
                    <a:pt x="8323" y="858"/>
                    <a:pt x="9323" y="1858"/>
                  </a:cubicBezTo>
                  <a:cubicBezTo>
                    <a:pt x="10323" y="2858"/>
                    <a:pt x="10871" y="4179"/>
                    <a:pt x="10871" y="5572"/>
                  </a:cubicBezTo>
                  <a:cubicBezTo>
                    <a:pt x="10871" y="6918"/>
                    <a:pt x="10359" y="8192"/>
                    <a:pt x="9442" y="9180"/>
                  </a:cubicBezTo>
                  <a:cubicBezTo>
                    <a:pt x="8525" y="10144"/>
                    <a:pt x="7299" y="10740"/>
                    <a:pt x="5977" y="10835"/>
                  </a:cubicBezTo>
                  <a:cubicBezTo>
                    <a:pt x="5882" y="10835"/>
                    <a:pt x="5810" y="10918"/>
                    <a:pt x="5822" y="11014"/>
                  </a:cubicBezTo>
                  <a:cubicBezTo>
                    <a:pt x="5822" y="11097"/>
                    <a:pt x="5894" y="11156"/>
                    <a:pt x="5989" y="11156"/>
                  </a:cubicBezTo>
                  <a:lnTo>
                    <a:pt x="6001" y="11156"/>
                  </a:lnTo>
                  <a:cubicBezTo>
                    <a:pt x="7418" y="11061"/>
                    <a:pt x="8727" y="10442"/>
                    <a:pt x="9692" y="9406"/>
                  </a:cubicBezTo>
                  <a:cubicBezTo>
                    <a:pt x="10656" y="8358"/>
                    <a:pt x="11192" y="7013"/>
                    <a:pt x="11192" y="5584"/>
                  </a:cubicBezTo>
                  <a:cubicBezTo>
                    <a:pt x="11192" y="4096"/>
                    <a:pt x="10597" y="2691"/>
                    <a:pt x="9561" y="1631"/>
                  </a:cubicBezTo>
                  <a:cubicBezTo>
                    <a:pt x="8501" y="572"/>
                    <a:pt x="7108"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9" name="Google Shape;9669;p62"/>
          <p:cNvGrpSpPr/>
          <p:nvPr/>
        </p:nvGrpSpPr>
        <p:grpSpPr>
          <a:xfrm>
            <a:off x="4673540" y="3680297"/>
            <a:ext cx="355434" cy="355815"/>
            <a:chOff x="4673540" y="3680297"/>
            <a:chExt cx="355434" cy="355815"/>
          </a:xfrm>
        </p:grpSpPr>
        <p:sp>
          <p:nvSpPr>
            <p:cNvPr id="9670" name="Google Shape;9670;p62"/>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62"/>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62"/>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3" name="Google Shape;9673;p62"/>
          <p:cNvGrpSpPr/>
          <p:nvPr/>
        </p:nvGrpSpPr>
        <p:grpSpPr>
          <a:xfrm>
            <a:off x="5779408" y="3699191"/>
            <a:ext cx="317645" cy="318757"/>
            <a:chOff x="5779408" y="3699191"/>
            <a:chExt cx="317645" cy="318757"/>
          </a:xfrm>
        </p:grpSpPr>
        <p:sp>
          <p:nvSpPr>
            <p:cNvPr id="9674" name="Google Shape;9674;p62"/>
            <p:cNvSpPr/>
            <p:nvPr/>
          </p:nvSpPr>
          <p:spPr>
            <a:xfrm>
              <a:off x="5892837" y="3700334"/>
              <a:ext cx="204216" cy="317614"/>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62"/>
            <p:cNvSpPr/>
            <p:nvPr/>
          </p:nvSpPr>
          <p:spPr>
            <a:xfrm>
              <a:off x="5779408" y="3699191"/>
              <a:ext cx="195134" cy="316883"/>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76" name="Google Shape;9676;p62"/>
          <p:cNvSpPr/>
          <p:nvPr/>
        </p:nvSpPr>
        <p:spPr>
          <a:xfrm>
            <a:off x="6304573" y="3694459"/>
            <a:ext cx="356196" cy="328410"/>
          </a:xfrm>
          <a:custGeom>
            <a:avLst/>
            <a:gdLst/>
            <a:ahLst/>
            <a:cxnLst/>
            <a:rect l="l" t="t" r="r" b="b"/>
            <a:pathLst>
              <a:path w="11217" h="10342" extrusionOk="0">
                <a:moveTo>
                  <a:pt x="3394" y="1186"/>
                </a:moveTo>
                <a:lnTo>
                  <a:pt x="3394" y="1507"/>
                </a:lnTo>
                <a:lnTo>
                  <a:pt x="1668" y="1507"/>
                </a:lnTo>
                <a:lnTo>
                  <a:pt x="1668" y="1186"/>
                </a:lnTo>
                <a:close/>
                <a:moveTo>
                  <a:pt x="3096" y="1829"/>
                </a:moveTo>
                <a:lnTo>
                  <a:pt x="3096" y="2090"/>
                </a:lnTo>
                <a:lnTo>
                  <a:pt x="2013" y="3043"/>
                </a:lnTo>
                <a:lnTo>
                  <a:pt x="2013" y="1829"/>
                </a:lnTo>
                <a:close/>
                <a:moveTo>
                  <a:pt x="6740" y="5948"/>
                </a:moveTo>
                <a:cubicBezTo>
                  <a:pt x="6775" y="5948"/>
                  <a:pt x="6799" y="5972"/>
                  <a:pt x="6799" y="6008"/>
                </a:cubicBezTo>
                <a:lnTo>
                  <a:pt x="6799" y="10020"/>
                </a:lnTo>
                <a:lnTo>
                  <a:pt x="4644" y="10020"/>
                </a:lnTo>
                <a:lnTo>
                  <a:pt x="4644" y="6008"/>
                </a:lnTo>
                <a:cubicBezTo>
                  <a:pt x="4644" y="5972"/>
                  <a:pt x="4668" y="5948"/>
                  <a:pt x="4704" y="5948"/>
                </a:cubicBezTo>
                <a:close/>
                <a:moveTo>
                  <a:pt x="5601" y="1"/>
                </a:moveTo>
                <a:cubicBezTo>
                  <a:pt x="5543" y="1"/>
                  <a:pt x="5484" y="19"/>
                  <a:pt x="5430" y="55"/>
                </a:cubicBezTo>
                <a:lnTo>
                  <a:pt x="3692" y="1567"/>
                </a:lnTo>
                <a:lnTo>
                  <a:pt x="3692" y="1126"/>
                </a:lnTo>
                <a:cubicBezTo>
                  <a:pt x="3692" y="995"/>
                  <a:pt x="3573" y="876"/>
                  <a:pt x="3442" y="876"/>
                </a:cubicBezTo>
                <a:lnTo>
                  <a:pt x="1596" y="876"/>
                </a:lnTo>
                <a:cubicBezTo>
                  <a:pt x="1453" y="876"/>
                  <a:pt x="1334" y="995"/>
                  <a:pt x="1334" y="1126"/>
                </a:cubicBezTo>
                <a:lnTo>
                  <a:pt x="1334" y="1590"/>
                </a:lnTo>
                <a:cubicBezTo>
                  <a:pt x="1334" y="1721"/>
                  <a:pt x="1453" y="1840"/>
                  <a:pt x="1596" y="1840"/>
                </a:cubicBezTo>
                <a:lnTo>
                  <a:pt x="1691" y="1840"/>
                </a:lnTo>
                <a:lnTo>
                  <a:pt x="1691" y="3329"/>
                </a:lnTo>
                <a:lnTo>
                  <a:pt x="108" y="4710"/>
                </a:lnTo>
                <a:cubicBezTo>
                  <a:pt x="25" y="4781"/>
                  <a:pt x="1" y="4888"/>
                  <a:pt x="25" y="4984"/>
                </a:cubicBezTo>
                <a:cubicBezTo>
                  <a:pt x="60" y="5079"/>
                  <a:pt x="167" y="5138"/>
                  <a:pt x="251" y="5138"/>
                </a:cubicBezTo>
                <a:lnTo>
                  <a:pt x="1322" y="5138"/>
                </a:lnTo>
                <a:lnTo>
                  <a:pt x="1322" y="7972"/>
                </a:lnTo>
                <a:cubicBezTo>
                  <a:pt x="1322" y="8056"/>
                  <a:pt x="1394" y="8139"/>
                  <a:pt x="1489" y="8139"/>
                </a:cubicBezTo>
                <a:cubicBezTo>
                  <a:pt x="1572" y="8139"/>
                  <a:pt x="1656" y="8056"/>
                  <a:pt x="1656" y="7972"/>
                </a:cubicBezTo>
                <a:lnTo>
                  <a:pt x="1656" y="5055"/>
                </a:lnTo>
                <a:lnTo>
                  <a:pt x="5609" y="1614"/>
                </a:lnTo>
                <a:lnTo>
                  <a:pt x="9561" y="5055"/>
                </a:lnTo>
                <a:lnTo>
                  <a:pt x="9561" y="9937"/>
                </a:lnTo>
                <a:cubicBezTo>
                  <a:pt x="9561" y="9984"/>
                  <a:pt x="9526" y="10020"/>
                  <a:pt x="9478" y="10020"/>
                </a:cubicBezTo>
                <a:lnTo>
                  <a:pt x="7109" y="10020"/>
                </a:lnTo>
                <a:lnTo>
                  <a:pt x="7109" y="6008"/>
                </a:lnTo>
                <a:cubicBezTo>
                  <a:pt x="7109" y="5793"/>
                  <a:pt x="6930" y="5615"/>
                  <a:pt x="6728" y="5615"/>
                </a:cubicBezTo>
                <a:lnTo>
                  <a:pt x="4680" y="5615"/>
                </a:lnTo>
                <a:cubicBezTo>
                  <a:pt x="4478" y="5615"/>
                  <a:pt x="4299" y="5793"/>
                  <a:pt x="4299" y="6008"/>
                </a:cubicBezTo>
                <a:lnTo>
                  <a:pt x="4299" y="10020"/>
                </a:lnTo>
                <a:lnTo>
                  <a:pt x="1739" y="10020"/>
                </a:lnTo>
                <a:cubicBezTo>
                  <a:pt x="1691" y="10020"/>
                  <a:pt x="1656" y="9984"/>
                  <a:pt x="1656" y="9937"/>
                </a:cubicBezTo>
                <a:lnTo>
                  <a:pt x="1656" y="8734"/>
                </a:lnTo>
                <a:cubicBezTo>
                  <a:pt x="1656" y="8639"/>
                  <a:pt x="1572" y="8567"/>
                  <a:pt x="1489" y="8567"/>
                </a:cubicBezTo>
                <a:cubicBezTo>
                  <a:pt x="1394" y="8567"/>
                  <a:pt x="1322" y="8639"/>
                  <a:pt x="1322" y="8734"/>
                </a:cubicBezTo>
                <a:lnTo>
                  <a:pt x="1322" y="9937"/>
                </a:lnTo>
                <a:cubicBezTo>
                  <a:pt x="1322" y="10163"/>
                  <a:pt x="1501" y="10342"/>
                  <a:pt x="1727" y="10342"/>
                </a:cubicBezTo>
                <a:lnTo>
                  <a:pt x="9466" y="10342"/>
                </a:lnTo>
                <a:cubicBezTo>
                  <a:pt x="9692" y="10342"/>
                  <a:pt x="9871" y="10163"/>
                  <a:pt x="9871" y="9937"/>
                </a:cubicBezTo>
                <a:lnTo>
                  <a:pt x="9871" y="5127"/>
                </a:lnTo>
                <a:lnTo>
                  <a:pt x="10943" y="5127"/>
                </a:lnTo>
                <a:cubicBezTo>
                  <a:pt x="11038" y="5127"/>
                  <a:pt x="11133" y="5067"/>
                  <a:pt x="11157" y="4960"/>
                </a:cubicBezTo>
                <a:cubicBezTo>
                  <a:pt x="11216" y="4877"/>
                  <a:pt x="11205" y="4769"/>
                  <a:pt x="11121" y="4698"/>
                </a:cubicBezTo>
                <a:lnTo>
                  <a:pt x="8811" y="2686"/>
                </a:lnTo>
                <a:cubicBezTo>
                  <a:pt x="8785" y="2659"/>
                  <a:pt x="8748" y="2647"/>
                  <a:pt x="8711" y="2647"/>
                </a:cubicBezTo>
                <a:cubicBezTo>
                  <a:pt x="8665" y="2647"/>
                  <a:pt x="8618" y="2665"/>
                  <a:pt x="8585" y="2698"/>
                </a:cubicBezTo>
                <a:cubicBezTo>
                  <a:pt x="8526" y="2757"/>
                  <a:pt x="8538" y="2864"/>
                  <a:pt x="8597" y="2924"/>
                </a:cubicBezTo>
                <a:lnTo>
                  <a:pt x="10764" y="4805"/>
                </a:lnTo>
                <a:lnTo>
                  <a:pt x="9776" y="4805"/>
                </a:lnTo>
                <a:lnTo>
                  <a:pt x="5763" y="1305"/>
                </a:lnTo>
                <a:cubicBezTo>
                  <a:pt x="5716" y="1269"/>
                  <a:pt x="5659" y="1251"/>
                  <a:pt x="5601" y="1251"/>
                </a:cubicBezTo>
                <a:cubicBezTo>
                  <a:pt x="5543" y="1251"/>
                  <a:pt x="5484" y="1269"/>
                  <a:pt x="5430" y="1305"/>
                </a:cubicBezTo>
                <a:lnTo>
                  <a:pt x="1418" y="4805"/>
                </a:lnTo>
                <a:lnTo>
                  <a:pt x="429" y="4805"/>
                </a:lnTo>
                <a:lnTo>
                  <a:pt x="1918" y="3507"/>
                </a:lnTo>
                <a:lnTo>
                  <a:pt x="3335" y="2281"/>
                </a:lnTo>
                <a:lnTo>
                  <a:pt x="5609" y="340"/>
                </a:lnTo>
                <a:lnTo>
                  <a:pt x="8026" y="2436"/>
                </a:lnTo>
                <a:cubicBezTo>
                  <a:pt x="8052" y="2463"/>
                  <a:pt x="8086" y="2475"/>
                  <a:pt x="8121" y="2475"/>
                </a:cubicBezTo>
                <a:cubicBezTo>
                  <a:pt x="8164" y="2475"/>
                  <a:pt x="8207" y="2457"/>
                  <a:pt x="8240" y="2424"/>
                </a:cubicBezTo>
                <a:cubicBezTo>
                  <a:pt x="8299" y="2364"/>
                  <a:pt x="8288" y="2257"/>
                  <a:pt x="8228" y="2198"/>
                </a:cubicBezTo>
                <a:lnTo>
                  <a:pt x="5763" y="55"/>
                </a:lnTo>
                <a:cubicBezTo>
                  <a:pt x="5716" y="19"/>
                  <a:pt x="5659" y="1"/>
                  <a:pt x="56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77" name="Google Shape;9677;p62"/>
          <p:cNvGrpSpPr/>
          <p:nvPr/>
        </p:nvGrpSpPr>
        <p:grpSpPr>
          <a:xfrm>
            <a:off x="7390435" y="3680868"/>
            <a:ext cx="372073" cy="355243"/>
            <a:chOff x="7390435" y="3680868"/>
            <a:chExt cx="372073" cy="355243"/>
          </a:xfrm>
        </p:grpSpPr>
        <p:sp>
          <p:nvSpPr>
            <p:cNvPr id="9678" name="Google Shape;9678;p62"/>
            <p:cNvSpPr/>
            <p:nvPr/>
          </p:nvSpPr>
          <p:spPr>
            <a:xfrm>
              <a:off x="7390435" y="3744950"/>
              <a:ext cx="294178" cy="291162"/>
            </a:xfrm>
            <a:custGeom>
              <a:avLst/>
              <a:gdLst/>
              <a:ahLst/>
              <a:cxnLst/>
              <a:rect l="l" t="t" r="r" b="b"/>
              <a:pathLst>
                <a:path w="9264" h="9169" extrusionOk="0">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62"/>
            <p:cNvSpPr/>
            <p:nvPr/>
          </p:nvSpPr>
          <p:spPr>
            <a:xfrm>
              <a:off x="7408948" y="3772259"/>
              <a:ext cx="259407" cy="236257"/>
            </a:xfrm>
            <a:custGeom>
              <a:avLst/>
              <a:gdLst/>
              <a:ahLst/>
              <a:cxnLst/>
              <a:rect l="l" t="t" r="r" b="b"/>
              <a:pathLst>
                <a:path w="8169" h="7440" extrusionOk="0">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2"/>
            <p:cNvSpPr/>
            <p:nvPr/>
          </p:nvSpPr>
          <p:spPr>
            <a:xfrm>
              <a:off x="7487986" y="3680868"/>
              <a:ext cx="274522" cy="259565"/>
            </a:xfrm>
            <a:custGeom>
              <a:avLst/>
              <a:gdLst/>
              <a:ahLst/>
              <a:cxnLst/>
              <a:rect l="l" t="t" r="r" b="b"/>
              <a:pathLst>
                <a:path w="8645" h="8174" extrusionOk="0">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62"/>
            <p:cNvSpPr/>
            <p:nvPr/>
          </p:nvSpPr>
          <p:spPr>
            <a:xfrm>
              <a:off x="7691758" y="3789502"/>
              <a:ext cx="34073" cy="102918"/>
            </a:xfrm>
            <a:custGeom>
              <a:avLst/>
              <a:gdLst/>
              <a:ahLst/>
              <a:cxnLst/>
              <a:rect l="l" t="t" r="r" b="b"/>
              <a:pathLst>
                <a:path w="1073" h="3241" extrusionOk="0">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62"/>
            <p:cNvSpPr/>
            <p:nvPr/>
          </p:nvSpPr>
          <p:spPr>
            <a:xfrm>
              <a:off x="7536000" y="3708082"/>
              <a:ext cx="173192" cy="72052"/>
            </a:xfrm>
            <a:custGeom>
              <a:avLst/>
              <a:gdLst/>
              <a:ahLst/>
              <a:cxnLst/>
              <a:rect l="l" t="t" r="r" b="b"/>
              <a:pathLst>
                <a:path w="5454" h="2269" extrusionOk="0">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2"/>
            <p:cNvSpPr/>
            <p:nvPr/>
          </p:nvSpPr>
          <p:spPr>
            <a:xfrm>
              <a:off x="7501228" y="3819415"/>
              <a:ext cx="75640" cy="141437"/>
            </a:xfrm>
            <a:custGeom>
              <a:avLst/>
              <a:gdLst/>
              <a:ahLst/>
              <a:cxnLst/>
              <a:rect l="l" t="t" r="r" b="b"/>
              <a:pathLst>
                <a:path w="2382" h="4454" extrusionOk="0">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4" name="Google Shape;9684;p62"/>
          <p:cNvGrpSpPr/>
          <p:nvPr/>
        </p:nvGrpSpPr>
        <p:grpSpPr>
          <a:xfrm>
            <a:off x="1421638" y="4125629"/>
            <a:ext cx="374709" cy="374010"/>
            <a:chOff x="1421638" y="4125629"/>
            <a:chExt cx="374709" cy="374010"/>
          </a:xfrm>
        </p:grpSpPr>
        <p:sp>
          <p:nvSpPr>
            <p:cNvPr id="9685" name="Google Shape;9685;p62"/>
            <p:cNvSpPr/>
            <p:nvPr/>
          </p:nvSpPr>
          <p:spPr>
            <a:xfrm>
              <a:off x="1421638" y="4265954"/>
              <a:ext cx="374709" cy="233685"/>
            </a:xfrm>
            <a:custGeom>
              <a:avLst/>
              <a:gdLst/>
              <a:ahLst/>
              <a:cxnLst/>
              <a:rect l="l" t="t" r="r" b="b"/>
              <a:pathLst>
                <a:path w="11800" h="7359" extrusionOk="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62"/>
            <p:cNvSpPr/>
            <p:nvPr/>
          </p:nvSpPr>
          <p:spPr>
            <a:xfrm>
              <a:off x="1428052" y="4125629"/>
              <a:ext cx="356958" cy="215585"/>
            </a:xfrm>
            <a:custGeom>
              <a:avLst/>
              <a:gdLst/>
              <a:ahLst/>
              <a:cxnLst/>
              <a:rect l="l" t="t" r="r" b="b"/>
              <a:pathLst>
                <a:path w="11241" h="6789" extrusionOk="0">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7" name="Google Shape;9687;p62"/>
          <p:cNvGrpSpPr/>
          <p:nvPr/>
        </p:nvGrpSpPr>
        <p:grpSpPr>
          <a:xfrm>
            <a:off x="1973254" y="4156304"/>
            <a:ext cx="357720" cy="342192"/>
            <a:chOff x="1973254" y="4156304"/>
            <a:chExt cx="357720" cy="342192"/>
          </a:xfrm>
        </p:grpSpPr>
        <p:sp>
          <p:nvSpPr>
            <p:cNvPr id="9688" name="Google Shape;9688;p62"/>
            <p:cNvSpPr/>
            <p:nvPr/>
          </p:nvSpPr>
          <p:spPr>
            <a:xfrm>
              <a:off x="2129044" y="4156304"/>
              <a:ext cx="18926" cy="97964"/>
            </a:xfrm>
            <a:custGeom>
              <a:avLst/>
              <a:gdLst/>
              <a:ahLst/>
              <a:cxnLst/>
              <a:rect l="l" t="t" r="r" b="b"/>
              <a:pathLst>
                <a:path w="596" h="3085" extrusionOk="0">
                  <a:moveTo>
                    <a:pt x="417" y="0"/>
                  </a:moveTo>
                  <a:cubicBezTo>
                    <a:pt x="310" y="0"/>
                    <a:pt x="238" y="72"/>
                    <a:pt x="238" y="179"/>
                  </a:cubicBezTo>
                  <a:cubicBezTo>
                    <a:pt x="238" y="358"/>
                    <a:pt x="191" y="453"/>
                    <a:pt x="131" y="560"/>
                  </a:cubicBezTo>
                  <a:cubicBezTo>
                    <a:pt x="72" y="667"/>
                    <a:pt x="0" y="822"/>
                    <a:pt x="0" y="1096"/>
                  </a:cubicBezTo>
                  <a:cubicBezTo>
                    <a:pt x="0" y="1358"/>
                    <a:pt x="72" y="1501"/>
                    <a:pt x="131" y="1632"/>
                  </a:cubicBezTo>
                  <a:cubicBezTo>
                    <a:pt x="191" y="1727"/>
                    <a:pt x="238" y="1822"/>
                    <a:pt x="238" y="2001"/>
                  </a:cubicBezTo>
                  <a:cubicBezTo>
                    <a:pt x="238" y="2179"/>
                    <a:pt x="191" y="2263"/>
                    <a:pt x="131" y="2370"/>
                  </a:cubicBezTo>
                  <a:cubicBezTo>
                    <a:pt x="72" y="2501"/>
                    <a:pt x="0" y="2644"/>
                    <a:pt x="0" y="2906"/>
                  </a:cubicBezTo>
                  <a:cubicBezTo>
                    <a:pt x="0" y="3013"/>
                    <a:pt x="72" y="3084"/>
                    <a:pt x="179" y="3084"/>
                  </a:cubicBezTo>
                  <a:cubicBezTo>
                    <a:pt x="286" y="3084"/>
                    <a:pt x="357" y="3013"/>
                    <a:pt x="357" y="2906"/>
                  </a:cubicBezTo>
                  <a:cubicBezTo>
                    <a:pt x="357" y="2727"/>
                    <a:pt x="405" y="2644"/>
                    <a:pt x="464" y="2536"/>
                  </a:cubicBezTo>
                  <a:cubicBezTo>
                    <a:pt x="524" y="2417"/>
                    <a:pt x="595" y="2263"/>
                    <a:pt x="595" y="2001"/>
                  </a:cubicBezTo>
                  <a:cubicBezTo>
                    <a:pt x="595" y="1727"/>
                    <a:pt x="524" y="1584"/>
                    <a:pt x="464" y="1465"/>
                  </a:cubicBezTo>
                  <a:cubicBezTo>
                    <a:pt x="405" y="1358"/>
                    <a:pt x="357" y="1274"/>
                    <a:pt x="357" y="1096"/>
                  </a:cubicBezTo>
                  <a:cubicBezTo>
                    <a:pt x="357" y="905"/>
                    <a:pt x="405" y="822"/>
                    <a:pt x="464" y="715"/>
                  </a:cubicBezTo>
                  <a:cubicBezTo>
                    <a:pt x="524" y="596"/>
                    <a:pt x="595" y="453"/>
                    <a:pt x="595" y="179"/>
                  </a:cubicBezTo>
                  <a:cubicBezTo>
                    <a:pt x="595" y="72"/>
                    <a:pt x="52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62"/>
            <p:cNvSpPr/>
            <p:nvPr/>
          </p:nvSpPr>
          <p:spPr>
            <a:xfrm>
              <a:off x="2174771" y="4156304"/>
              <a:ext cx="18958" cy="97964"/>
            </a:xfrm>
            <a:custGeom>
              <a:avLst/>
              <a:gdLst/>
              <a:ahLst/>
              <a:cxnLst/>
              <a:rect l="l" t="t" r="r" b="b"/>
              <a:pathLst>
                <a:path w="597" h="3085" extrusionOk="0">
                  <a:moveTo>
                    <a:pt x="418" y="0"/>
                  </a:moveTo>
                  <a:cubicBezTo>
                    <a:pt x="322" y="0"/>
                    <a:pt x="239" y="72"/>
                    <a:pt x="239" y="179"/>
                  </a:cubicBezTo>
                  <a:cubicBezTo>
                    <a:pt x="239" y="358"/>
                    <a:pt x="191" y="453"/>
                    <a:pt x="144" y="560"/>
                  </a:cubicBezTo>
                  <a:cubicBezTo>
                    <a:pt x="84" y="667"/>
                    <a:pt x="1" y="822"/>
                    <a:pt x="1" y="1096"/>
                  </a:cubicBezTo>
                  <a:cubicBezTo>
                    <a:pt x="1" y="1358"/>
                    <a:pt x="84" y="1501"/>
                    <a:pt x="144" y="1632"/>
                  </a:cubicBezTo>
                  <a:cubicBezTo>
                    <a:pt x="191" y="1727"/>
                    <a:pt x="239" y="1822"/>
                    <a:pt x="239" y="2001"/>
                  </a:cubicBezTo>
                  <a:cubicBezTo>
                    <a:pt x="239" y="2179"/>
                    <a:pt x="191" y="2263"/>
                    <a:pt x="144" y="2370"/>
                  </a:cubicBezTo>
                  <a:cubicBezTo>
                    <a:pt x="84" y="2501"/>
                    <a:pt x="1" y="2644"/>
                    <a:pt x="1" y="2906"/>
                  </a:cubicBezTo>
                  <a:cubicBezTo>
                    <a:pt x="1" y="3013"/>
                    <a:pt x="84" y="3084"/>
                    <a:pt x="179" y="3084"/>
                  </a:cubicBezTo>
                  <a:cubicBezTo>
                    <a:pt x="287" y="3084"/>
                    <a:pt x="358" y="3013"/>
                    <a:pt x="358" y="2906"/>
                  </a:cubicBezTo>
                  <a:cubicBezTo>
                    <a:pt x="358" y="2727"/>
                    <a:pt x="406" y="2644"/>
                    <a:pt x="465" y="2536"/>
                  </a:cubicBezTo>
                  <a:cubicBezTo>
                    <a:pt x="525" y="2417"/>
                    <a:pt x="596" y="2263"/>
                    <a:pt x="596" y="2001"/>
                  </a:cubicBezTo>
                  <a:cubicBezTo>
                    <a:pt x="596" y="1727"/>
                    <a:pt x="525" y="1584"/>
                    <a:pt x="465" y="1465"/>
                  </a:cubicBezTo>
                  <a:cubicBezTo>
                    <a:pt x="406" y="1358"/>
                    <a:pt x="358" y="1274"/>
                    <a:pt x="358" y="1096"/>
                  </a:cubicBezTo>
                  <a:cubicBezTo>
                    <a:pt x="358" y="905"/>
                    <a:pt x="406" y="822"/>
                    <a:pt x="465" y="715"/>
                  </a:cubicBezTo>
                  <a:cubicBezTo>
                    <a:pt x="525" y="596"/>
                    <a:pt x="596" y="453"/>
                    <a:pt x="596" y="179"/>
                  </a:cubicBezTo>
                  <a:cubicBezTo>
                    <a:pt x="596" y="72"/>
                    <a:pt x="525" y="0"/>
                    <a:pt x="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62"/>
            <p:cNvSpPr/>
            <p:nvPr/>
          </p:nvSpPr>
          <p:spPr>
            <a:xfrm>
              <a:off x="1992529" y="4460644"/>
              <a:ext cx="338445" cy="37852"/>
            </a:xfrm>
            <a:custGeom>
              <a:avLst/>
              <a:gdLst/>
              <a:ahLst/>
              <a:cxnLst/>
              <a:rect l="l" t="t" r="r" b="b"/>
              <a:pathLst>
                <a:path w="10658" h="1192" extrusionOk="0">
                  <a:moveTo>
                    <a:pt x="10002" y="358"/>
                  </a:moveTo>
                  <a:lnTo>
                    <a:pt x="9931" y="632"/>
                  </a:lnTo>
                  <a:cubicBezTo>
                    <a:pt x="9895" y="751"/>
                    <a:pt x="9764" y="834"/>
                    <a:pt x="9645" y="834"/>
                  </a:cubicBezTo>
                  <a:lnTo>
                    <a:pt x="1013" y="834"/>
                  </a:lnTo>
                  <a:cubicBezTo>
                    <a:pt x="894" y="834"/>
                    <a:pt x="763" y="739"/>
                    <a:pt x="727" y="632"/>
                  </a:cubicBezTo>
                  <a:lnTo>
                    <a:pt x="656" y="358"/>
                  </a:lnTo>
                  <a:close/>
                  <a:moveTo>
                    <a:pt x="180" y="1"/>
                  </a:moveTo>
                  <a:cubicBezTo>
                    <a:pt x="72" y="1"/>
                    <a:pt x="1" y="84"/>
                    <a:pt x="1" y="180"/>
                  </a:cubicBezTo>
                  <a:cubicBezTo>
                    <a:pt x="1" y="287"/>
                    <a:pt x="72" y="358"/>
                    <a:pt x="180" y="358"/>
                  </a:cubicBezTo>
                  <a:lnTo>
                    <a:pt x="287" y="358"/>
                  </a:lnTo>
                  <a:lnTo>
                    <a:pt x="382" y="715"/>
                  </a:lnTo>
                  <a:cubicBezTo>
                    <a:pt x="465" y="989"/>
                    <a:pt x="739" y="1192"/>
                    <a:pt x="1013" y="1192"/>
                  </a:cubicBezTo>
                  <a:lnTo>
                    <a:pt x="9645" y="1192"/>
                  </a:lnTo>
                  <a:cubicBezTo>
                    <a:pt x="9931" y="1192"/>
                    <a:pt x="10193" y="989"/>
                    <a:pt x="10264" y="715"/>
                  </a:cubicBezTo>
                  <a:lnTo>
                    <a:pt x="10371" y="358"/>
                  </a:lnTo>
                  <a:lnTo>
                    <a:pt x="10478" y="358"/>
                  </a:lnTo>
                  <a:cubicBezTo>
                    <a:pt x="10574" y="358"/>
                    <a:pt x="10657" y="287"/>
                    <a:pt x="10657" y="180"/>
                  </a:cubicBezTo>
                  <a:cubicBezTo>
                    <a:pt x="10657" y="96"/>
                    <a:pt x="10586" y="1"/>
                    <a:pt x="10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62"/>
            <p:cNvSpPr/>
            <p:nvPr/>
          </p:nvSpPr>
          <p:spPr>
            <a:xfrm>
              <a:off x="1996340" y="4288627"/>
              <a:ext cx="60525" cy="69226"/>
            </a:xfrm>
            <a:custGeom>
              <a:avLst/>
              <a:gdLst/>
              <a:ahLst/>
              <a:cxnLst/>
              <a:rect l="l" t="t" r="r" b="b"/>
              <a:pathLst>
                <a:path w="1906" h="2180" extrusionOk="0">
                  <a:moveTo>
                    <a:pt x="1500" y="358"/>
                  </a:moveTo>
                  <a:lnTo>
                    <a:pt x="1500" y="1346"/>
                  </a:lnTo>
                  <a:cubicBezTo>
                    <a:pt x="1500" y="1513"/>
                    <a:pt x="1512" y="1656"/>
                    <a:pt x="1524" y="1822"/>
                  </a:cubicBezTo>
                  <a:lnTo>
                    <a:pt x="1512" y="1822"/>
                  </a:lnTo>
                  <a:cubicBezTo>
                    <a:pt x="869" y="1822"/>
                    <a:pt x="369" y="1298"/>
                    <a:pt x="369" y="679"/>
                  </a:cubicBezTo>
                  <a:cubicBezTo>
                    <a:pt x="357" y="572"/>
                    <a:pt x="369" y="465"/>
                    <a:pt x="405" y="358"/>
                  </a:cubicBezTo>
                  <a:close/>
                  <a:moveTo>
                    <a:pt x="262" y="1"/>
                  </a:moveTo>
                  <a:cubicBezTo>
                    <a:pt x="191" y="1"/>
                    <a:pt x="131" y="48"/>
                    <a:pt x="107" y="120"/>
                  </a:cubicBezTo>
                  <a:cubicBezTo>
                    <a:pt x="24" y="298"/>
                    <a:pt x="0" y="477"/>
                    <a:pt x="0" y="679"/>
                  </a:cubicBezTo>
                  <a:cubicBezTo>
                    <a:pt x="0" y="1513"/>
                    <a:pt x="667" y="2179"/>
                    <a:pt x="1500" y="2179"/>
                  </a:cubicBezTo>
                  <a:lnTo>
                    <a:pt x="1726" y="2179"/>
                  </a:lnTo>
                  <a:cubicBezTo>
                    <a:pt x="1786" y="2179"/>
                    <a:pt x="1834" y="2144"/>
                    <a:pt x="1857" y="2120"/>
                  </a:cubicBezTo>
                  <a:cubicBezTo>
                    <a:pt x="1893" y="2084"/>
                    <a:pt x="1905" y="2025"/>
                    <a:pt x="1905" y="1965"/>
                  </a:cubicBezTo>
                  <a:cubicBezTo>
                    <a:pt x="1857" y="1763"/>
                    <a:pt x="1846" y="1548"/>
                    <a:pt x="1846" y="1358"/>
                  </a:cubicBezTo>
                  <a:lnTo>
                    <a:pt x="1846" y="179"/>
                  </a:lnTo>
                  <a:cubicBezTo>
                    <a:pt x="1846" y="84"/>
                    <a:pt x="1774" y="1"/>
                    <a:pt x="1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62"/>
            <p:cNvSpPr/>
            <p:nvPr/>
          </p:nvSpPr>
          <p:spPr>
            <a:xfrm>
              <a:off x="1973254" y="4265954"/>
              <a:ext cx="306658" cy="184147"/>
            </a:xfrm>
            <a:custGeom>
              <a:avLst/>
              <a:gdLst/>
              <a:ahLst/>
              <a:cxnLst/>
              <a:rect l="l" t="t" r="r" b="b"/>
              <a:pathLst>
                <a:path w="9657" h="5799" extrusionOk="0">
                  <a:moveTo>
                    <a:pt x="9288" y="357"/>
                  </a:moveTo>
                  <a:lnTo>
                    <a:pt x="9288" y="2072"/>
                  </a:lnTo>
                  <a:cubicBezTo>
                    <a:pt x="9288" y="3917"/>
                    <a:pt x="7776" y="5418"/>
                    <a:pt x="5930" y="5418"/>
                  </a:cubicBezTo>
                  <a:cubicBezTo>
                    <a:pt x="4585" y="5418"/>
                    <a:pt x="3358" y="4620"/>
                    <a:pt x="2834" y="3370"/>
                  </a:cubicBezTo>
                  <a:cubicBezTo>
                    <a:pt x="2811" y="3310"/>
                    <a:pt x="2751" y="3263"/>
                    <a:pt x="2668" y="3263"/>
                  </a:cubicBezTo>
                  <a:lnTo>
                    <a:pt x="2227" y="3263"/>
                  </a:lnTo>
                  <a:cubicBezTo>
                    <a:pt x="1203" y="3263"/>
                    <a:pt x="346" y="2429"/>
                    <a:pt x="346" y="1393"/>
                  </a:cubicBezTo>
                  <a:cubicBezTo>
                    <a:pt x="358" y="1012"/>
                    <a:pt x="477" y="655"/>
                    <a:pt x="668" y="357"/>
                  </a:cubicBezTo>
                  <a:lnTo>
                    <a:pt x="8335" y="357"/>
                  </a:lnTo>
                  <a:lnTo>
                    <a:pt x="8335" y="1131"/>
                  </a:lnTo>
                  <a:cubicBezTo>
                    <a:pt x="8335" y="1238"/>
                    <a:pt x="8407" y="1310"/>
                    <a:pt x="8514" y="1310"/>
                  </a:cubicBezTo>
                  <a:cubicBezTo>
                    <a:pt x="8609" y="1310"/>
                    <a:pt x="8692" y="1238"/>
                    <a:pt x="8692" y="1131"/>
                  </a:cubicBezTo>
                  <a:lnTo>
                    <a:pt x="8692" y="357"/>
                  </a:lnTo>
                  <a:close/>
                  <a:moveTo>
                    <a:pt x="572" y="0"/>
                  </a:moveTo>
                  <a:cubicBezTo>
                    <a:pt x="513" y="0"/>
                    <a:pt x="477" y="36"/>
                    <a:pt x="429" y="84"/>
                  </a:cubicBezTo>
                  <a:cubicBezTo>
                    <a:pt x="144" y="465"/>
                    <a:pt x="1" y="917"/>
                    <a:pt x="1" y="1381"/>
                  </a:cubicBezTo>
                  <a:cubicBezTo>
                    <a:pt x="1" y="2620"/>
                    <a:pt x="1013" y="3620"/>
                    <a:pt x="2227" y="3620"/>
                  </a:cubicBezTo>
                  <a:lnTo>
                    <a:pt x="2561" y="3620"/>
                  </a:lnTo>
                  <a:cubicBezTo>
                    <a:pt x="3168" y="4941"/>
                    <a:pt x="4478" y="5799"/>
                    <a:pt x="5930" y="5799"/>
                  </a:cubicBezTo>
                  <a:cubicBezTo>
                    <a:pt x="7990" y="5799"/>
                    <a:pt x="9657" y="4132"/>
                    <a:pt x="9657" y="2072"/>
                  </a:cubicBezTo>
                  <a:lnTo>
                    <a:pt x="9657" y="179"/>
                  </a:lnTo>
                  <a:cubicBezTo>
                    <a:pt x="9657" y="84"/>
                    <a:pt x="9585" y="0"/>
                    <a:pt x="9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62"/>
            <p:cNvSpPr/>
            <p:nvPr/>
          </p:nvSpPr>
          <p:spPr>
            <a:xfrm>
              <a:off x="2155877" y="4319620"/>
              <a:ext cx="93423" cy="99488"/>
            </a:xfrm>
            <a:custGeom>
              <a:avLst/>
              <a:gdLst/>
              <a:ahLst/>
              <a:cxnLst/>
              <a:rect l="l" t="t" r="r" b="b"/>
              <a:pathLst>
                <a:path w="2942" h="3133" extrusionOk="0">
                  <a:moveTo>
                    <a:pt x="2763" y="1"/>
                  </a:moveTo>
                  <a:cubicBezTo>
                    <a:pt x="2656" y="1"/>
                    <a:pt x="2584" y="72"/>
                    <a:pt x="2584" y="179"/>
                  </a:cubicBezTo>
                  <a:lnTo>
                    <a:pt x="2584" y="382"/>
                  </a:lnTo>
                  <a:cubicBezTo>
                    <a:pt x="2584" y="1703"/>
                    <a:pt x="1513" y="2775"/>
                    <a:pt x="179" y="2775"/>
                  </a:cubicBezTo>
                  <a:cubicBezTo>
                    <a:pt x="84" y="2775"/>
                    <a:pt x="0" y="2858"/>
                    <a:pt x="0" y="2954"/>
                  </a:cubicBezTo>
                  <a:cubicBezTo>
                    <a:pt x="0" y="3061"/>
                    <a:pt x="84" y="3132"/>
                    <a:pt x="179" y="3132"/>
                  </a:cubicBezTo>
                  <a:cubicBezTo>
                    <a:pt x="1703" y="3132"/>
                    <a:pt x="2941" y="1906"/>
                    <a:pt x="2941" y="382"/>
                  </a:cubicBezTo>
                  <a:lnTo>
                    <a:pt x="2941" y="179"/>
                  </a:lnTo>
                  <a:cubicBezTo>
                    <a:pt x="2941"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4" name="Google Shape;9694;p62"/>
          <p:cNvGrpSpPr/>
          <p:nvPr/>
        </p:nvGrpSpPr>
        <p:grpSpPr>
          <a:xfrm>
            <a:off x="2523759" y="4135505"/>
            <a:ext cx="341049" cy="340318"/>
            <a:chOff x="2523759" y="4135505"/>
            <a:chExt cx="341049" cy="340318"/>
          </a:xfrm>
        </p:grpSpPr>
        <p:sp>
          <p:nvSpPr>
            <p:cNvPr id="9695" name="Google Shape;9695;p62"/>
            <p:cNvSpPr/>
            <p:nvPr/>
          </p:nvSpPr>
          <p:spPr>
            <a:xfrm>
              <a:off x="2523759" y="4135505"/>
              <a:ext cx="341049" cy="340318"/>
            </a:xfrm>
            <a:custGeom>
              <a:avLst/>
              <a:gdLst/>
              <a:ahLst/>
              <a:cxnLst/>
              <a:rect l="l" t="t" r="r" b="b"/>
              <a:pathLst>
                <a:path w="10740" h="10717" extrusionOk="0">
                  <a:moveTo>
                    <a:pt x="7882" y="358"/>
                  </a:moveTo>
                  <a:cubicBezTo>
                    <a:pt x="7501" y="703"/>
                    <a:pt x="6965" y="1286"/>
                    <a:pt x="6751" y="1906"/>
                  </a:cubicBezTo>
                  <a:cubicBezTo>
                    <a:pt x="6215" y="1644"/>
                    <a:pt x="5620" y="1489"/>
                    <a:pt x="5013" y="1489"/>
                  </a:cubicBezTo>
                  <a:cubicBezTo>
                    <a:pt x="4739" y="1489"/>
                    <a:pt x="4489" y="1513"/>
                    <a:pt x="4251" y="1536"/>
                  </a:cubicBezTo>
                  <a:cubicBezTo>
                    <a:pt x="5132" y="1060"/>
                    <a:pt x="6061" y="763"/>
                    <a:pt x="6727" y="584"/>
                  </a:cubicBezTo>
                  <a:cubicBezTo>
                    <a:pt x="7192" y="465"/>
                    <a:pt x="7585" y="405"/>
                    <a:pt x="7882" y="358"/>
                  </a:cubicBezTo>
                  <a:close/>
                  <a:moveTo>
                    <a:pt x="8013" y="3453"/>
                  </a:moveTo>
                  <a:cubicBezTo>
                    <a:pt x="8180" y="3727"/>
                    <a:pt x="8335" y="4025"/>
                    <a:pt x="8418" y="4323"/>
                  </a:cubicBezTo>
                  <a:cubicBezTo>
                    <a:pt x="8466" y="4453"/>
                    <a:pt x="8549" y="4561"/>
                    <a:pt x="8668" y="4620"/>
                  </a:cubicBezTo>
                  <a:cubicBezTo>
                    <a:pt x="8739" y="4650"/>
                    <a:pt x="8811" y="4665"/>
                    <a:pt x="8879" y="4665"/>
                  </a:cubicBezTo>
                  <a:cubicBezTo>
                    <a:pt x="8948" y="4665"/>
                    <a:pt x="9013" y="4650"/>
                    <a:pt x="9073" y="4620"/>
                  </a:cubicBezTo>
                  <a:lnTo>
                    <a:pt x="10299" y="4096"/>
                  </a:lnTo>
                  <a:lnTo>
                    <a:pt x="10002" y="5001"/>
                  </a:lnTo>
                  <a:cubicBezTo>
                    <a:pt x="9930" y="5215"/>
                    <a:pt x="9930" y="5430"/>
                    <a:pt x="10002" y="5632"/>
                  </a:cubicBezTo>
                  <a:lnTo>
                    <a:pt x="10299" y="6537"/>
                  </a:lnTo>
                  <a:lnTo>
                    <a:pt x="9073" y="6049"/>
                  </a:lnTo>
                  <a:cubicBezTo>
                    <a:pt x="9007" y="6019"/>
                    <a:pt x="8939" y="6004"/>
                    <a:pt x="8870" y="6004"/>
                  </a:cubicBezTo>
                  <a:cubicBezTo>
                    <a:pt x="8802" y="6004"/>
                    <a:pt x="8733" y="6019"/>
                    <a:pt x="8668" y="6049"/>
                  </a:cubicBezTo>
                  <a:cubicBezTo>
                    <a:pt x="8549" y="6108"/>
                    <a:pt x="8454" y="6216"/>
                    <a:pt x="8418" y="6347"/>
                  </a:cubicBezTo>
                  <a:cubicBezTo>
                    <a:pt x="8335" y="6656"/>
                    <a:pt x="8192" y="6942"/>
                    <a:pt x="8013" y="7204"/>
                  </a:cubicBezTo>
                  <a:cubicBezTo>
                    <a:pt x="7894" y="6644"/>
                    <a:pt x="7835" y="6001"/>
                    <a:pt x="7835" y="5335"/>
                  </a:cubicBezTo>
                  <a:cubicBezTo>
                    <a:pt x="7835" y="4668"/>
                    <a:pt x="7894" y="4025"/>
                    <a:pt x="8013" y="3453"/>
                  </a:cubicBezTo>
                  <a:close/>
                  <a:moveTo>
                    <a:pt x="3001" y="2298"/>
                  </a:moveTo>
                  <a:lnTo>
                    <a:pt x="3001" y="2298"/>
                  </a:lnTo>
                  <a:cubicBezTo>
                    <a:pt x="2691" y="3203"/>
                    <a:pt x="2548" y="4263"/>
                    <a:pt x="2548" y="5358"/>
                  </a:cubicBezTo>
                  <a:cubicBezTo>
                    <a:pt x="2548" y="6466"/>
                    <a:pt x="2703" y="7501"/>
                    <a:pt x="3001" y="8430"/>
                  </a:cubicBezTo>
                  <a:cubicBezTo>
                    <a:pt x="2858" y="8323"/>
                    <a:pt x="2703" y="8216"/>
                    <a:pt x="2572" y="8121"/>
                  </a:cubicBezTo>
                  <a:cubicBezTo>
                    <a:pt x="1989" y="7656"/>
                    <a:pt x="1572" y="7025"/>
                    <a:pt x="1179" y="6430"/>
                  </a:cubicBezTo>
                  <a:cubicBezTo>
                    <a:pt x="941" y="6061"/>
                    <a:pt x="679" y="5692"/>
                    <a:pt x="381" y="5346"/>
                  </a:cubicBezTo>
                  <a:cubicBezTo>
                    <a:pt x="667" y="5001"/>
                    <a:pt x="917" y="4632"/>
                    <a:pt x="1179" y="4263"/>
                  </a:cubicBezTo>
                  <a:cubicBezTo>
                    <a:pt x="1572" y="3656"/>
                    <a:pt x="1989" y="3025"/>
                    <a:pt x="2572" y="2584"/>
                  </a:cubicBezTo>
                  <a:cubicBezTo>
                    <a:pt x="2703" y="2477"/>
                    <a:pt x="2858" y="2370"/>
                    <a:pt x="3001" y="2298"/>
                  </a:cubicBezTo>
                  <a:close/>
                  <a:moveTo>
                    <a:pt x="6168" y="2013"/>
                  </a:moveTo>
                  <a:cubicBezTo>
                    <a:pt x="6465" y="2120"/>
                    <a:pt x="6751" y="2251"/>
                    <a:pt x="7001" y="2429"/>
                  </a:cubicBezTo>
                  <a:cubicBezTo>
                    <a:pt x="6942" y="2596"/>
                    <a:pt x="6906" y="2775"/>
                    <a:pt x="6858" y="2965"/>
                  </a:cubicBezTo>
                  <a:cubicBezTo>
                    <a:pt x="6846" y="3049"/>
                    <a:pt x="6882" y="3132"/>
                    <a:pt x="6977" y="3156"/>
                  </a:cubicBezTo>
                  <a:lnTo>
                    <a:pt x="7001" y="3156"/>
                  </a:lnTo>
                  <a:cubicBezTo>
                    <a:pt x="7084" y="3156"/>
                    <a:pt x="7144" y="3108"/>
                    <a:pt x="7156" y="3037"/>
                  </a:cubicBezTo>
                  <a:cubicBezTo>
                    <a:pt x="7180" y="2906"/>
                    <a:pt x="7227" y="2775"/>
                    <a:pt x="7263" y="2632"/>
                  </a:cubicBezTo>
                  <a:cubicBezTo>
                    <a:pt x="7442" y="2787"/>
                    <a:pt x="7596" y="2953"/>
                    <a:pt x="7751" y="3132"/>
                  </a:cubicBezTo>
                  <a:cubicBezTo>
                    <a:pt x="7585" y="3787"/>
                    <a:pt x="7513" y="4537"/>
                    <a:pt x="7513" y="5346"/>
                  </a:cubicBezTo>
                  <a:cubicBezTo>
                    <a:pt x="7513" y="6144"/>
                    <a:pt x="7596" y="6906"/>
                    <a:pt x="7751" y="7561"/>
                  </a:cubicBezTo>
                  <a:cubicBezTo>
                    <a:pt x="7632" y="7740"/>
                    <a:pt x="7465" y="7906"/>
                    <a:pt x="7287" y="8061"/>
                  </a:cubicBezTo>
                  <a:cubicBezTo>
                    <a:pt x="7049" y="7287"/>
                    <a:pt x="6918" y="6335"/>
                    <a:pt x="6918" y="5346"/>
                  </a:cubicBezTo>
                  <a:cubicBezTo>
                    <a:pt x="6918" y="4787"/>
                    <a:pt x="6965" y="4215"/>
                    <a:pt x="7037" y="3691"/>
                  </a:cubicBezTo>
                  <a:cubicBezTo>
                    <a:pt x="7049" y="3608"/>
                    <a:pt x="6989" y="3537"/>
                    <a:pt x="6906" y="3513"/>
                  </a:cubicBezTo>
                  <a:cubicBezTo>
                    <a:pt x="6898" y="3512"/>
                    <a:pt x="6890" y="3511"/>
                    <a:pt x="6882" y="3511"/>
                  </a:cubicBezTo>
                  <a:cubicBezTo>
                    <a:pt x="6799" y="3511"/>
                    <a:pt x="6738" y="3568"/>
                    <a:pt x="6727" y="3644"/>
                  </a:cubicBezTo>
                  <a:cubicBezTo>
                    <a:pt x="6632" y="4192"/>
                    <a:pt x="6584" y="4763"/>
                    <a:pt x="6584" y="5346"/>
                  </a:cubicBezTo>
                  <a:cubicBezTo>
                    <a:pt x="6584" y="6406"/>
                    <a:pt x="6739" y="7430"/>
                    <a:pt x="7001" y="8263"/>
                  </a:cubicBezTo>
                  <a:cubicBezTo>
                    <a:pt x="6739" y="8442"/>
                    <a:pt x="6465" y="8573"/>
                    <a:pt x="6168" y="8680"/>
                  </a:cubicBezTo>
                  <a:cubicBezTo>
                    <a:pt x="5977" y="7740"/>
                    <a:pt x="5870" y="6561"/>
                    <a:pt x="5870" y="5346"/>
                  </a:cubicBezTo>
                  <a:cubicBezTo>
                    <a:pt x="5870" y="4120"/>
                    <a:pt x="5977" y="2953"/>
                    <a:pt x="6168" y="2013"/>
                  </a:cubicBezTo>
                  <a:close/>
                  <a:moveTo>
                    <a:pt x="5263" y="1834"/>
                  </a:moveTo>
                  <a:cubicBezTo>
                    <a:pt x="5477" y="1846"/>
                    <a:pt x="5680" y="1882"/>
                    <a:pt x="5870" y="1929"/>
                  </a:cubicBezTo>
                  <a:cubicBezTo>
                    <a:pt x="5668" y="2894"/>
                    <a:pt x="5560" y="4096"/>
                    <a:pt x="5560" y="5346"/>
                  </a:cubicBezTo>
                  <a:cubicBezTo>
                    <a:pt x="5560" y="6597"/>
                    <a:pt x="5680" y="7799"/>
                    <a:pt x="5870" y="8775"/>
                  </a:cubicBezTo>
                  <a:cubicBezTo>
                    <a:pt x="5680" y="8811"/>
                    <a:pt x="5477" y="8847"/>
                    <a:pt x="5263" y="8859"/>
                  </a:cubicBezTo>
                  <a:cubicBezTo>
                    <a:pt x="5025" y="7882"/>
                    <a:pt x="4894" y="6632"/>
                    <a:pt x="4894" y="5346"/>
                  </a:cubicBezTo>
                  <a:cubicBezTo>
                    <a:pt x="4894" y="4049"/>
                    <a:pt x="5025" y="2822"/>
                    <a:pt x="5263" y="1834"/>
                  </a:cubicBezTo>
                  <a:close/>
                  <a:moveTo>
                    <a:pt x="4941" y="1822"/>
                  </a:moveTo>
                  <a:cubicBezTo>
                    <a:pt x="4703" y="2822"/>
                    <a:pt x="4584" y="4072"/>
                    <a:pt x="4584" y="5346"/>
                  </a:cubicBezTo>
                  <a:cubicBezTo>
                    <a:pt x="4584" y="6632"/>
                    <a:pt x="4715" y="7882"/>
                    <a:pt x="4941" y="8871"/>
                  </a:cubicBezTo>
                  <a:cubicBezTo>
                    <a:pt x="4668" y="8871"/>
                    <a:pt x="4429" y="8847"/>
                    <a:pt x="4191" y="8811"/>
                  </a:cubicBezTo>
                  <a:cubicBezTo>
                    <a:pt x="3977" y="7847"/>
                    <a:pt x="3834" y="6609"/>
                    <a:pt x="3834" y="5346"/>
                  </a:cubicBezTo>
                  <a:cubicBezTo>
                    <a:pt x="3834" y="4525"/>
                    <a:pt x="3882" y="3751"/>
                    <a:pt x="3989" y="3025"/>
                  </a:cubicBezTo>
                  <a:cubicBezTo>
                    <a:pt x="4013" y="2941"/>
                    <a:pt x="3953" y="2858"/>
                    <a:pt x="3870" y="2846"/>
                  </a:cubicBezTo>
                  <a:cubicBezTo>
                    <a:pt x="3862" y="2845"/>
                    <a:pt x="3854" y="2845"/>
                    <a:pt x="3846" y="2845"/>
                  </a:cubicBezTo>
                  <a:cubicBezTo>
                    <a:pt x="3763" y="2845"/>
                    <a:pt x="3702" y="2901"/>
                    <a:pt x="3691" y="2977"/>
                  </a:cubicBezTo>
                  <a:cubicBezTo>
                    <a:pt x="3584" y="3727"/>
                    <a:pt x="3536" y="4513"/>
                    <a:pt x="3536" y="5346"/>
                  </a:cubicBezTo>
                  <a:cubicBezTo>
                    <a:pt x="3536" y="6585"/>
                    <a:pt x="3655" y="7775"/>
                    <a:pt x="3870" y="8740"/>
                  </a:cubicBezTo>
                  <a:cubicBezTo>
                    <a:pt x="3703" y="8692"/>
                    <a:pt x="3548" y="8656"/>
                    <a:pt x="3394" y="8597"/>
                  </a:cubicBezTo>
                  <a:cubicBezTo>
                    <a:pt x="3036" y="7656"/>
                    <a:pt x="2834" y="6525"/>
                    <a:pt x="2834" y="5346"/>
                  </a:cubicBezTo>
                  <a:cubicBezTo>
                    <a:pt x="2834" y="4156"/>
                    <a:pt x="3036" y="3037"/>
                    <a:pt x="3394" y="2108"/>
                  </a:cubicBezTo>
                  <a:cubicBezTo>
                    <a:pt x="3536" y="2048"/>
                    <a:pt x="3703" y="2001"/>
                    <a:pt x="3870" y="1953"/>
                  </a:cubicBezTo>
                  <a:lnTo>
                    <a:pt x="3870" y="1953"/>
                  </a:lnTo>
                  <a:cubicBezTo>
                    <a:pt x="3834" y="2072"/>
                    <a:pt x="3822" y="2191"/>
                    <a:pt x="3786" y="2310"/>
                  </a:cubicBezTo>
                  <a:cubicBezTo>
                    <a:pt x="3775" y="2406"/>
                    <a:pt x="3834" y="2477"/>
                    <a:pt x="3906" y="2489"/>
                  </a:cubicBezTo>
                  <a:lnTo>
                    <a:pt x="3941" y="2489"/>
                  </a:lnTo>
                  <a:cubicBezTo>
                    <a:pt x="4013" y="2489"/>
                    <a:pt x="4072" y="2429"/>
                    <a:pt x="4084" y="2358"/>
                  </a:cubicBezTo>
                  <a:cubicBezTo>
                    <a:pt x="4120" y="2191"/>
                    <a:pt x="4144" y="2025"/>
                    <a:pt x="4191" y="1882"/>
                  </a:cubicBezTo>
                  <a:cubicBezTo>
                    <a:pt x="4429" y="1834"/>
                    <a:pt x="4679" y="1822"/>
                    <a:pt x="4941" y="1822"/>
                  </a:cubicBezTo>
                  <a:close/>
                  <a:moveTo>
                    <a:pt x="6751" y="8775"/>
                  </a:moveTo>
                  <a:cubicBezTo>
                    <a:pt x="6965" y="9406"/>
                    <a:pt x="7501" y="9978"/>
                    <a:pt x="7882" y="10335"/>
                  </a:cubicBezTo>
                  <a:cubicBezTo>
                    <a:pt x="7585" y="10288"/>
                    <a:pt x="7180" y="10228"/>
                    <a:pt x="6727" y="10109"/>
                  </a:cubicBezTo>
                  <a:cubicBezTo>
                    <a:pt x="6061" y="9942"/>
                    <a:pt x="5132" y="9645"/>
                    <a:pt x="4251" y="9145"/>
                  </a:cubicBezTo>
                  <a:lnTo>
                    <a:pt x="4251" y="9145"/>
                  </a:lnTo>
                  <a:cubicBezTo>
                    <a:pt x="4489" y="9168"/>
                    <a:pt x="4739" y="9192"/>
                    <a:pt x="5013" y="9192"/>
                  </a:cubicBezTo>
                  <a:cubicBezTo>
                    <a:pt x="5620" y="9192"/>
                    <a:pt x="6215" y="9049"/>
                    <a:pt x="6751" y="8775"/>
                  </a:cubicBezTo>
                  <a:close/>
                  <a:moveTo>
                    <a:pt x="8370" y="1"/>
                  </a:moveTo>
                  <a:cubicBezTo>
                    <a:pt x="8347" y="1"/>
                    <a:pt x="7632" y="48"/>
                    <a:pt x="6644" y="286"/>
                  </a:cubicBezTo>
                  <a:cubicBezTo>
                    <a:pt x="5739" y="513"/>
                    <a:pt x="4429" y="953"/>
                    <a:pt x="3298" y="1798"/>
                  </a:cubicBezTo>
                  <a:cubicBezTo>
                    <a:pt x="2953" y="1941"/>
                    <a:pt x="2655" y="2120"/>
                    <a:pt x="2382" y="2334"/>
                  </a:cubicBezTo>
                  <a:cubicBezTo>
                    <a:pt x="1750" y="2834"/>
                    <a:pt x="1322" y="3465"/>
                    <a:pt x="905" y="4096"/>
                  </a:cubicBezTo>
                  <a:cubicBezTo>
                    <a:pt x="631" y="4513"/>
                    <a:pt x="369" y="4894"/>
                    <a:pt x="60" y="5251"/>
                  </a:cubicBezTo>
                  <a:cubicBezTo>
                    <a:pt x="0" y="5311"/>
                    <a:pt x="0" y="5406"/>
                    <a:pt x="60" y="5466"/>
                  </a:cubicBezTo>
                  <a:cubicBezTo>
                    <a:pt x="369" y="5811"/>
                    <a:pt x="619" y="6204"/>
                    <a:pt x="905" y="6620"/>
                  </a:cubicBezTo>
                  <a:cubicBezTo>
                    <a:pt x="1322" y="7251"/>
                    <a:pt x="1750" y="7894"/>
                    <a:pt x="2382" y="8383"/>
                  </a:cubicBezTo>
                  <a:cubicBezTo>
                    <a:pt x="2655" y="8609"/>
                    <a:pt x="2977" y="8787"/>
                    <a:pt x="3298" y="8918"/>
                  </a:cubicBezTo>
                  <a:cubicBezTo>
                    <a:pt x="4429" y="9752"/>
                    <a:pt x="5751" y="10216"/>
                    <a:pt x="6668" y="10430"/>
                  </a:cubicBezTo>
                  <a:cubicBezTo>
                    <a:pt x="7644" y="10669"/>
                    <a:pt x="8358" y="10716"/>
                    <a:pt x="8394" y="10716"/>
                  </a:cubicBezTo>
                  <a:lnTo>
                    <a:pt x="8406" y="10716"/>
                  </a:lnTo>
                  <a:cubicBezTo>
                    <a:pt x="8466" y="10716"/>
                    <a:pt x="8525" y="10669"/>
                    <a:pt x="8549" y="10609"/>
                  </a:cubicBezTo>
                  <a:cubicBezTo>
                    <a:pt x="8585" y="10549"/>
                    <a:pt x="8549" y="10478"/>
                    <a:pt x="8501" y="10430"/>
                  </a:cubicBezTo>
                  <a:cubicBezTo>
                    <a:pt x="8478" y="10419"/>
                    <a:pt x="7323" y="9573"/>
                    <a:pt x="7049" y="8644"/>
                  </a:cubicBezTo>
                  <a:cubicBezTo>
                    <a:pt x="7156" y="8585"/>
                    <a:pt x="7263" y="8514"/>
                    <a:pt x="7358" y="8442"/>
                  </a:cubicBezTo>
                  <a:cubicBezTo>
                    <a:pt x="8013" y="7954"/>
                    <a:pt x="8513" y="7251"/>
                    <a:pt x="8739" y="6478"/>
                  </a:cubicBezTo>
                  <a:cubicBezTo>
                    <a:pt x="8751" y="6430"/>
                    <a:pt x="8775" y="6406"/>
                    <a:pt x="8823" y="6370"/>
                  </a:cubicBezTo>
                  <a:cubicBezTo>
                    <a:pt x="8850" y="6364"/>
                    <a:pt x="8882" y="6357"/>
                    <a:pt x="8913" y="6357"/>
                  </a:cubicBezTo>
                  <a:cubicBezTo>
                    <a:pt x="8935" y="6357"/>
                    <a:pt x="8957" y="6360"/>
                    <a:pt x="8978" y="6370"/>
                  </a:cubicBezTo>
                  <a:lnTo>
                    <a:pt x="10525" y="7037"/>
                  </a:lnTo>
                  <a:cubicBezTo>
                    <a:pt x="10549" y="7051"/>
                    <a:pt x="10570" y="7058"/>
                    <a:pt x="10591" y="7058"/>
                  </a:cubicBezTo>
                  <a:cubicBezTo>
                    <a:pt x="10622" y="7058"/>
                    <a:pt x="10651" y="7042"/>
                    <a:pt x="10680" y="7013"/>
                  </a:cubicBezTo>
                  <a:cubicBezTo>
                    <a:pt x="10728" y="6966"/>
                    <a:pt x="10740" y="6906"/>
                    <a:pt x="10728" y="6847"/>
                  </a:cubicBezTo>
                  <a:lnTo>
                    <a:pt x="10299" y="5561"/>
                  </a:lnTo>
                  <a:cubicBezTo>
                    <a:pt x="10252" y="5418"/>
                    <a:pt x="10252" y="5263"/>
                    <a:pt x="10299" y="5120"/>
                  </a:cubicBezTo>
                  <a:lnTo>
                    <a:pt x="10716" y="3870"/>
                  </a:lnTo>
                  <a:cubicBezTo>
                    <a:pt x="10728" y="3811"/>
                    <a:pt x="10716" y="3751"/>
                    <a:pt x="10668" y="3715"/>
                  </a:cubicBezTo>
                  <a:cubicBezTo>
                    <a:pt x="10637" y="3684"/>
                    <a:pt x="10599" y="3668"/>
                    <a:pt x="10561" y="3668"/>
                  </a:cubicBezTo>
                  <a:cubicBezTo>
                    <a:pt x="10541" y="3668"/>
                    <a:pt x="10521" y="3672"/>
                    <a:pt x="10502" y="3680"/>
                  </a:cubicBezTo>
                  <a:lnTo>
                    <a:pt x="8954" y="4346"/>
                  </a:lnTo>
                  <a:cubicBezTo>
                    <a:pt x="8936" y="4358"/>
                    <a:pt x="8909" y="4364"/>
                    <a:pt x="8882" y="4364"/>
                  </a:cubicBezTo>
                  <a:cubicBezTo>
                    <a:pt x="8856" y="4364"/>
                    <a:pt x="8829" y="4358"/>
                    <a:pt x="8811" y="4346"/>
                  </a:cubicBezTo>
                  <a:cubicBezTo>
                    <a:pt x="8763" y="4334"/>
                    <a:pt x="8739" y="4287"/>
                    <a:pt x="8716" y="4239"/>
                  </a:cubicBezTo>
                  <a:cubicBezTo>
                    <a:pt x="8478" y="3465"/>
                    <a:pt x="8001" y="2775"/>
                    <a:pt x="7346" y="2275"/>
                  </a:cubicBezTo>
                  <a:cubicBezTo>
                    <a:pt x="7239" y="2203"/>
                    <a:pt x="7144" y="2132"/>
                    <a:pt x="7037" y="2072"/>
                  </a:cubicBezTo>
                  <a:cubicBezTo>
                    <a:pt x="7299" y="1144"/>
                    <a:pt x="8466" y="286"/>
                    <a:pt x="8478" y="286"/>
                  </a:cubicBezTo>
                  <a:cubicBezTo>
                    <a:pt x="8537" y="239"/>
                    <a:pt x="8549" y="167"/>
                    <a:pt x="8537" y="108"/>
                  </a:cubicBezTo>
                  <a:cubicBezTo>
                    <a:pt x="8513" y="48"/>
                    <a:pt x="8454" y="1"/>
                    <a:pt x="8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62"/>
            <p:cNvSpPr/>
            <p:nvPr/>
          </p:nvSpPr>
          <p:spPr>
            <a:xfrm>
              <a:off x="2561547" y="4278815"/>
              <a:ext cx="36709" cy="37058"/>
            </a:xfrm>
            <a:custGeom>
              <a:avLst/>
              <a:gdLst/>
              <a:ahLst/>
              <a:cxnLst/>
              <a:rect l="l" t="t" r="r" b="b"/>
              <a:pathLst>
                <a:path w="1156" h="1167" extrusionOk="0">
                  <a:moveTo>
                    <a:pt x="584" y="310"/>
                  </a:moveTo>
                  <a:cubicBezTo>
                    <a:pt x="727" y="310"/>
                    <a:pt x="846" y="429"/>
                    <a:pt x="846" y="583"/>
                  </a:cubicBezTo>
                  <a:cubicBezTo>
                    <a:pt x="846" y="726"/>
                    <a:pt x="727" y="845"/>
                    <a:pt x="584" y="845"/>
                  </a:cubicBezTo>
                  <a:cubicBezTo>
                    <a:pt x="430" y="845"/>
                    <a:pt x="310" y="726"/>
                    <a:pt x="310" y="583"/>
                  </a:cubicBezTo>
                  <a:cubicBezTo>
                    <a:pt x="310" y="429"/>
                    <a:pt x="430" y="310"/>
                    <a:pt x="584" y="310"/>
                  </a:cubicBezTo>
                  <a:close/>
                  <a:moveTo>
                    <a:pt x="584" y="0"/>
                  </a:moveTo>
                  <a:cubicBezTo>
                    <a:pt x="263" y="0"/>
                    <a:pt x="1" y="250"/>
                    <a:pt x="1" y="583"/>
                  </a:cubicBezTo>
                  <a:cubicBezTo>
                    <a:pt x="1" y="893"/>
                    <a:pt x="251" y="1167"/>
                    <a:pt x="584" y="1167"/>
                  </a:cubicBezTo>
                  <a:cubicBezTo>
                    <a:pt x="894" y="1167"/>
                    <a:pt x="1156" y="905"/>
                    <a:pt x="1156" y="583"/>
                  </a:cubicBezTo>
                  <a:cubicBezTo>
                    <a:pt x="1156" y="274"/>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7" name="Google Shape;9697;p62"/>
          <p:cNvGrpSpPr/>
          <p:nvPr/>
        </p:nvGrpSpPr>
        <p:grpSpPr>
          <a:xfrm>
            <a:off x="3040603" y="4130360"/>
            <a:ext cx="392079" cy="350353"/>
            <a:chOff x="3040603" y="4130360"/>
            <a:chExt cx="392079" cy="350353"/>
          </a:xfrm>
        </p:grpSpPr>
        <p:sp>
          <p:nvSpPr>
            <p:cNvPr id="9698" name="Google Shape;9698;p62"/>
            <p:cNvSpPr/>
            <p:nvPr/>
          </p:nvSpPr>
          <p:spPr>
            <a:xfrm>
              <a:off x="3081059" y="4144523"/>
              <a:ext cx="62780" cy="66241"/>
            </a:xfrm>
            <a:custGeom>
              <a:avLst/>
              <a:gdLst/>
              <a:ahLst/>
              <a:cxnLst/>
              <a:rect l="l" t="t" r="r" b="b"/>
              <a:pathLst>
                <a:path w="1977" h="2086" extrusionOk="0">
                  <a:moveTo>
                    <a:pt x="857" y="348"/>
                  </a:moveTo>
                  <a:cubicBezTo>
                    <a:pt x="1048" y="348"/>
                    <a:pt x="1250" y="467"/>
                    <a:pt x="1381" y="669"/>
                  </a:cubicBezTo>
                  <a:cubicBezTo>
                    <a:pt x="1524" y="931"/>
                    <a:pt x="1607" y="1264"/>
                    <a:pt x="1548" y="1491"/>
                  </a:cubicBezTo>
                  <a:cubicBezTo>
                    <a:pt x="1524" y="1550"/>
                    <a:pt x="1500" y="1645"/>
                    <a:pt x="1429" y="1681"/>
                  </a:cubicBezTo>
                  <a:cubicBezTo>
                    <a:pt x="1393" y="1705"/>
                    <a:pt x="1345" y="1717"/>
                    <a:pt x="1310" y="1717"/>
                  </a:cubicBezTo>
                  <a:cubicBezTo>
                    <a:pt x="1072" y="1717"/>
                    <a:pt x="714" y="1491"/>
                    <a:pt x="512" y="1193"/>
                  </a:cubicBezTo>
                  <a:cubicBezTo>
                    <a:pt x="417" y="1026"/>
                    <a:pt x="369" y="848"/>
                    <a:pt x="417" y="705"/>
                  </a:cubicBezTo>
                  <a:cubicBezTo>
                    <a:pt x="441" y="586"/>
                    <a:pt x="512" y="479"/>
                    <a:pt x="619" y="419"/>
                  </a:cubicBezTo>
                  <a:cubicBezTo>
                    <a:pt x="691" y="371"/>
                    <a:pt x="786" y="348"/>
                    <a:pt x="857" y="348"/>
                  </a:cubicBezTo>
                  <a:close/>
                  <a:moveTo>
                    <a:pt x="862" y="0"/>
                  </a:moveTo>
                  <a:cubicBezTo>
                    <a:pt x="713" y="0"/>
                    <a:pt x="565" y="40"/>
                    <a:pt x="429" y="121"/>
                  </a:cubicBezTo>
                  <a:cubicBezTo>
                    <a:pt x="238" y="240"/>
                    <a:pt x="119" y="419"/>
                    <a:pt x="60" y="633"/>
                  </a:cubicBezTo>
                  <a:cubicBezTo>
                    <a:pt x="0" y="883"/>
                    <a:pt x="60" y="1145"/>
                    <a:pt x="202" y="1407"/>
                  </a:cubicBezTo>
                  <a:cubicBezTo>
                    <a:pt x="357" y="1622"/>
                    <a:pt x="572" y="1836"/>
                    <a:pt x="834" y="1967"/>
                  </a:cubicBezTo>
                  <a:cubicBezTo>
                    <a:pt x="988" y="2062"/>
                    <a:pt x="1155" y="2086"/>
                    <a:pt x="1286" y="2086"/>
                  </a:cubicBezTo>
                  <a:cubicBezTo>
                    <a:pt x="1405" y="2086"/>
                    <a:pt x="1512" y="2050"/>
                    <a:pt x="1607" y="1991"/>
                  </a:cubicBezTo>
                  <a:cubicBezTo>
                    <a:pt x="1738" y="1907"/>
                    <a:pt x="1846" y="1776"/>
                    <a:pt x="1881" y="1574"/>
                  </a:cubicBezTo>
                  <a:cubicBezTo>
                    <a:pt x="1977" y="1252"/>
                    <a:pt x="1881" y="824"/>
                    <a:pt x="1679" y="490"/>
                  </a:cubicBezTo>
                  <a:cubicBezTo>
                    <a:pt x="1478" y="170"/>
                    <a:pt x="1170" y="0"/>
                    <a:pt x="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62"/>
            <p:cNvSpPr/>
            <p:nvPr/>
          </p:nvSpPr>
          <p:spPr>
            <a:xfrm>
              <a:off x="3040603" y="4192981"/>
              <a:ext cx="58620" cy="55222"/>
            </a:xfrm>
            <a:custGeom>
              <a:avLst/>
              <a:gdLst/>
              <a:ahLst/>
              <a:cxnLst/>
              <a:rect l="l" t="t" r="r" b="b"/>
              <a:pathLst>
                <a:path w="1846" h="1739" extrusionOk="0">
                  <a:moveTo>
                    <a:pt x="750" y="369"/>
                  </a:moveTo>
                  <a:cubicBezTo>
                    <a:pt x="869" y="369"/>
                    <a:pt x="1000" y="429"/>
                    <a:pt x="1119" y="536"/>
                  </a:cubicBezTo>
                  <a:cubicBezTo>
                    <a:pt x="1357" y="727"/>
                    <a:pt x="1548" y="1155"/>
                    <a:pt x="1417" y="1310"/>
                  </a:cubicBezTo>
                  <a:cubicBezTo>
                    <a:pt x="1387" y="1347"/>
                    <a:pt x="1325" y="1366"/>
                    <a:pt x="1247" y="1366"/>
                  </a:cubicBezTo>
                  <a:cubicBezTo>
                    <a:pt x="1201" y="1366"/>
                    <a:pt x="1149" y="1359"/>
                    <a:pt x="1095" y="1346"/>
                  </a:cubicBezTo>
                  <a:cubicBezTo>
                    <a:pt x="905" y="1322"/>
                    <a:pt x="738" y="1227"/>
                    <a:pt x="595" y="1108"/>
                  </a:cubicBezTo>
                  <a:cubicBezTo>
                    <a:pt x="476" y="1000"/>
                    <a:pt x="405" y="893"/>
                    <a:pt x="393" y="774"/>
                  </a:cubicBezTo>
                  <a:cubicBezTo>
                    <a:pt x="381" y="667"/>
                    <a:pt x="405" y="560"/>
                    <a:pt x="476" y="488"/>
                  </a:cubicBezTo>
                  <a:cubicBezTo>
                    <a:pt x="560" y="417"/>
                    <a:pt x="643" y="369"/>
                    <a:pt x="750" y="369"/>
                  </a:cubicBezTo>
                  <a:close/>
                  <a:moveTo>
                    <a:pt x="753" y="0"/>
                  </a:moveTo>
                  <a:cubicBezTo>
                    <a:pt x="548" y="0"/>
                    <a:pt x="351" y="84"/>
                    <a:pt x="203" y="250"/>
                  </a:cubicBezTo>
                  <a:cubicBezTo>
                    <a:pt x="60" y="417"/>
                    <a:pt x="0" y="608"/>
                    <a:pt x="36" y="834"/>
                  </a:cubicBezTo>
                  <a:cubicBezTo>
                    <a:pt x="60" y="1036"/>
                    <a:pt x="179" y="1227"/>
                    <a:pt x="357" y="1393"/>
                  </a:cubicBezTo>
                  <a:cubicBezTo>
                    <a:pt x="536" y="1536"/>
                    <a:pt x="774" y="1655"/>
                    <a:pt x="1012" y="1727"/>
                  </a:cubicBezTo>
                  <a:cubicBezTo>
                    <a:pt x="1095" y="1739"/>
                    <a:pt x="1155" y="1739"/>
                    <a:pt x="1226" y="1739"/>
                  </a:cubicBezTo>
                  <a:cubicBezTo>
                    <a:pt x="1417" y="1739"/>
                    <a:pt x="1584" y="1679"/>
                    <a:pt x="1691" y="1560"/>
                  </a:cubicBezTo>
                  <a:cubicBezTo>
                    <a:pt x="1834" y="1381"/>
                    <a:pt x="1846" y="1143"/>
                    <a:pt x="1762" y="858"/>
                  </a:cubicBezTo>
                  <a:cubicBezTo>
                    <a:pt x="1691" y="631"/>
                    <a:pt x="1536" y="393"/>
                    <a:pt x="1357" y="250"/>
                  </a:cubicBezTo>
                  <a:cubicBezTo>
                    <a:pt x="1173" y="84"/>
                    <a:pt x="959"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62"/>
            <p:cNvSpPr/>
            <p:nvPr/>
          </p:nvSpPr>
          <p:spPr>
            <a:xfrm>
              <a:off x="3147967" y="4130360"/>
              <a:ext cx="55984" cy="69067"/>
            </a:xfrm>
            <a:custGeom>
              <a:avLst/>
              <a:gdLst/>
              <a:ahLst/>
              <a:cxnLst/>
              <a:rect l="l" t="t" r="r" b="b"/>
              <a:pathLst>
                <a:path w="1763" h="2175" extrusionOk="0">
                  <a:moveTo>
                    <a:pt x="899" y="0"/>
                  </a:moveTo>
                  <a:cubicBezTo>
                    <a:pt x="581" y="0"/>
                    <a:pt x="279" y="177"/>
                    <a:pt x="120" y="496"/>
                  </a:cubicBezTo>
                  <a:cubicBezTo>
                    <a:pt x="72" y="579"/>
                    <a:pt x="108" y="686"/>
                    <a:pt x="191" y="734"/>
                  </a:cubicBezTo>
                  <a:cubicBezTo>
                    <a:pt x="220" y="749"/>
                    <a:pt x="249" y="755"/>
                    <a:pt x="277" y="755"/>
                  </a:cubicBezTo>
                  <a:cubicBezTo>
                    <a:pt x="340" y="755"/>
                    <a:pt x="396" y="720"/>
                    <a:pt x="429" y="663"/>
                  </a:cubicBezTo>
                  <a:cubicBezTo>
                    <a:pt x="524" y="474"/>
                    <a:pt x="701" y="359"/>
                    <a:pt x="881" y="359"/>
                  </a:cubicBezTo>
                  <a:cubicBezTo>
                    <a:pt x="905" y="359"/>
                    <a:pt x="929" y="361"/>
                    <a:pt x="953" y="365"/>
                  </a:cubicBezTo>
                  <a:cubicBezTo>
                    <a:pt x="1072" y="377"/>
                    <a:pt x="1179" y="436"/>
                    <a:pt x="1251" y="544"/>
                  </a:cubicBezTo>
                  <a:cubicBezTo>
                    <a:pt x="1346" y="675"/>
                    <a:pt x="1382" y="841"/>
                    <a:pt x="1358" y="1032"/>
                  </a:cubicBezTo>
                  <a:cubicBezTo>
                    <a:pt x="1301" y="1432"/>
                    <a:pt x="980" y="1832"/>
                    <a:pt x="744" y="1832"/>
                  </a:cubicBezTo>
                  <a:cubicBezTo>
                    <a:pt x="734" y="1832"/>
                    <a:pt x="724" y="1831"/>
                    <a:pt x="715" y="1829"/>
                  </a:cubicBezTo>
                  <a:cubicBezTo>
                    <a:pt x="548" y="1806"/>
                    <a:pt x="405" y="1556"/>
                    <a:pt x="358" y="1210"/>
                  </a:cubicBezTo>
                  <a:cubicBezTo>
                    <a:pt x="346" y="1103"/>
                    <a:pt x="251" y="1044"/>
                    <a:pt x="167" y="1044"/>
                  </a:cubicBezTo>
                  <a:cubicBezTo>
                    <a:pt x="60" y="1056"/>
                    <a:pt x="0" y="1151"/>
                    <a:pt x="0" y="1234"/>
                  </a:cubicBezTo>
                  <a:cubicBezTo>
                    <a:pt x="48" y="1663"/>
                    <a:pt x="274" y="2115"/>
                    <a:pt x="667" y="2175"/>
                  </a:cubicBezTo>
                  <a:lnTo>
                    <a:pt x="751" y="2175"/>
                  </a:lnTo>
                  <a:cubicBezTo>
                    <a:pt x="953" y="2175"/>
                    <a:pt x="1179" y="2056"/>
                    <a:pt x="1370" y="1818"/>
                  </a:cubicBezTo>
                  <a:cubicBezTo>
                    <a:pt x="1548" y="1603"/>
                    <a:pt x="1679" y="1329"/>
                    <a:pt x="1727" y="1056"/>
                  </a:cubicBezTo>
                  <a:cubicBezTo>
                    <a:pt x="1763" y="805"/>
                    <a:pt x="1703" y="544"/>
                    <a:pt x="1548" y="329"/>
                  </a:cubicBezTo>
                  <a:cubicBezTo>
                    <a:pt x="1417" y="151"/>
                    <a:pt x="1215" y="43"/>
                    <a:pt x="1013" y="8"/>
                  </a:cubicBezTo>
                  <a:cubicBezTo>
                    <a:pt x="974" y="3"/>
                    <a:pt x="936" y="0"/>
                    <a:pt x="8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62"/>
            <p:cNvSpPr/>
            <p:nvPr/>
          </p:nvSpPr>
          <p:spPr>
            <a:xfrm>
              <a:off x="3205443" y="4158082"/>
              <a:ext cx="52586" cy="59890"/>
            </a:xfrm>
            <a:custGeom>
              <a:avLst/>
              <a:gdLst/>
              <a:ahLst/>
              <a:cxnLst/>
              <a:rect l="l" t="t" r="r" b="b"/>
              <a:pathLst>
                <a:path w="1656" h="1886" extrusionOk="0">
                  <a:moveTo>
                    <a:pt x="905" y="349"/>
                  </a:moveTo>
                  <a:cubicBezTo>
                    <a:pt x="941" y="349"/>
                    <a:pt x="1000" y="361"/>
                    <a:pt x="1048" y="385"/>
                  </a:cubicBezTo>
                  <a:cubicBezTo>
                    <a:pt x="1143" y="421"/>
                    <a:pt x="1215" y="516"/>
                    <a:pt x="1238" y="623"/>
                  </a:cubicBezTo>
                  <a:cubicBezTo>
                    <a:pt x="1286" y="742"/>
                    <a:pt x="1274" y="885"/>
                    <a:pt x="1203" y="1016"/>
                  </a:cubicBezTo>
                  <a:cubicBezTo>
                    <a:pt x="1077" y="1268"/>
                    <a:pt x="774" y="1530"/>
                    <a:pt x="582" y="1530"/>
                  </a:cubicBezTo>
                  <a:cubicBezTo>
                    <a:pt x="556" y="1530"/>
                    <a:pt x="533" y="1526"/>
                    <a:pt x="512" y="1516"/>
                  </a:cubicBezTo>
                  <a:cubicBezTo>
                    <a:pt x="334" y="1421"/>
                    <a:pt x="346" y="945"/>
                    <a:pt x="465" y="683"/>
                  </a:cubicBezTo>
                  <a:cubicBezTo>
                    <a:pt x="524" y="540"/>
                    <a:pt x="631" y="444"/>
                    <a:pt x="750" y="385"/>
                  </a:cubicBezTo>
                  <a:cubicBezTo>
                    <a:pt x="798" y="361"/>
                    <a:pt x="857" y="349"/>
                    <a:pt x="905" y="349"/>
                  </a:cubicBezTo>
                  <a:close/>
                  <a:moveTo>
                    <a:pt x="917" y="1"/>
                  </a:moveTo>
                  <a:cubicBezTo>
                    <a:pt x="816" y="1"/>
                    <a:pt x="715" y="22"/>
                    <a:pt x="619" y="63"/>
                  </a:cubicBezTo>
                  <a:cubicBezTo>
                    <a:pt x="429" y="159"/>
                    <a:pt x="262" y="325"/>
                    <a:pt x="155" y="528"/>
                  </a:cubicBezTo>
                  <a:cubicBezTo>
                    <a:pt x="48" y="742"/>
                    <a:pt x="0" y="1004"/>
                    <a:pt x="24" y="1242"/>
                  </a:cubicBezTo>
                  <a:cubicBezTo>
                    <a:pt x="48" y="1540"/>
                    <a:pt x="167" y="1742"/>
                    <a:pt x="357" y="1837"/>
                  </a:cubicBezTo>
                  <a:cubicBezTo>
                    <a:pt x="441" y="1873"/>
                    <a:pt x="512" y="1885"/>
                    <a:pt x="584" y="1885"/>
                  </a:cubicBezTo>
                  <a:cubicBezTo>
                    <a:pt x="953" y="1885"/>
                    <a:pt x="1358" y="1504"/>
                    <a:pt x="1524" y="1171"/>
                  </a:cubicBezTo>
                  <a:cubicBezTo>
                    <a:pt x="1631" y="956"/>
                    <a:pt x="1655" y="742"/>
                    <a:pt x="1596" y="528"/>
                  </a:cubicBezTo>
                  <a:cubicBezTo>
                    <a:pt x="1536" y="325"/>
                    <a:pt x="1405" y="159"/>
                    <a:pt x="1215" y="63"/>
                  </a:cubicBezTo>
                  <a:cubicBezTo>
                    <a:pt x="1119" y="22"/>
                    <a:pt x="1018"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62"/>
            <p:cNvSpPr/>
            <p:nvPr/>
          </p:nvSpPr>
          <p:spPr>
            <a:xfrm>
              <a:off x="3092777" y="4212002"/>
              <a:ext cx="144453" cy="102759"/>
            </a:xfrm>
            <a:custGeom>
              <a:avLst/>
              <a:gdLst/>
              <a:ahLst/>
              <a:cxnLst/>
              <a:rect l="l" t="t" r="r" b="b"/>
              <a:pathLst>
                <a:path w="4549" h="3236" extrusionOk="0">
                  <a:moveTo>
                    <a:pt x="2386" y="0"/>
                  </a:moveTo>
                  <a:cubicBezTo>
                    <a:pt x="2223" y="0"/>
                    <a:pt x="2061" y="17"/>
                    <a:pt x="1905" y="56"/>
                  </a:cubicBezTo>
                  <a:cubicBezTo>
                    <a:pt x="1334" y="175"/>
                    <a:pt x="834" y="485"/>
                    <a:pt x="476" y="949"/>
                  </a:cubicBezTo>
                  <a:cubicBezTo>
                    <a:pt x="131" y="1390"/>
                    <a:pt x="0" y="1914"/>
                    <a:pt x="84" y="2378"/>
                  </a:cubicBezTo>
                  <a:cubicBezTo>
                    <a:pt x="179" y="2830"/>
                    <a:pt x="488" y="3116"/>
                    <a:pt x="1000" y="3211"/>
                  </a:cubicBezTo>
                  <a:cubicBezTo>
                    <a:pt x="1119" y="3235"/>
                    <a:pt x="1262" y="3235"/>
                    <a:pt x="1417" y="3235"/>
                  </a:cubicBezTo>
                  <a:cubicBezTo>
                    <a:pt x="1715" y="3235"/>
                    <a:pt x="2084" y="3187"/>
                    <a:pt x="2524" y="3104"/>
                  </a:cubicBezTo>
                  <a:cubicBezTo>
                    <a:pt x="3203" y="2973"/>
                    <a:pt x="3679" y="2806"/>
                    <a:pt x="3989" y="2592"/>
                  </a:cubicBezTo>
                  <a:cubicBezTo>
                    <a:pt x="4394" y="2283"/>
                    <a:pt x="4548" y="1902"/>
                    <a:pt x="4465" y="1437"/>
                  </a:cubicBezTo>
                  <a:cubicBezTo>
                    <a:pt x="4394" y="1044"/>
                    <a:pt x="4132" y="687"/>
                    <a:pt x="3774" y="425"/>
                  </a:cubicBezTo>
                  <a:cubicBezTo>
                    <a:pt x="3746" y="401"/>
                    <a:pt x="3709" y="389"/>
                    <a:pt x="3672" y="389"/>
                  </a:cubicBezTo>
                  <a:cubicBezTo>
                    <a:pt x="3617" y="389"/>
                    <a:pt x="3560" y="416"/>
                    <a:pt x="3524" y="473"/>
                  </a:cubicBezTo>
                  <a:cubicBezTo>
                    <a:pt x="3465" y="544"/>
                    <a:pt x="3477" y="663"/>
                    <a:pt x="3572" y="723"/>
                  </a:cubicBezTo>
                  <a:cubicBezTo>
                    <a:pt x="3870" y="949"/>
                    <a:pt x="4060" y="1211"/>
                    <a:pt x="4120" y="1509"/>
                  </a:cubicBezTo>
                  <a:cubicBezTo>
                    <a:pt x="4179" y="1818"/>
                    <a:pt x="4072" y="2056"/>
                    <a:pt x="3774" y="2271"/>
                  </a:cubicBezTo>
                  <a:cubicBezTo>
                    <a:pt x="3501" y="2449"/>
                    <a:pt x="3084" y="2592"/>
                    <a:pt x="2453" y="2735"/>
                  </a:cubicBezTo>
                  <a:cubicBezTo>
                    <a:pt x="2024" y="2818"/>
                    <a:pt x="1679" y="2866"/>
                    <a:pt x="1417" y="2866"/>
                  </a:cubicBezTo>
                  <a:cubicBezTo>
                    <a:pt x="679" y="2866"/>
                    <a:pt x="500" y="2580"/>
                    <a:pt x="441" y="2283"/>
                  </a:cubicBezTo>
                  <a:cubicBezTo>
                    <a:pt x="298" y="1568"/>
                    <a:pt x="917" y="616"/>
                    <a:pt x="1977" y="390"/>
                  </a:cubicBezTo>
                  <a:cubicBezTo>
                    <a:pt x="2115" y="360"/>
                    <a:pt x="2254" y="344"/>
                    <a:pt x="2393" y="344"/>
                  </a:cubicBezTo>
                  <a:cubicBezTo>
                    <a:pt x="2587" y="344"/>
                    <a:pt x="2782" y="375"/>
                    <a:pt x="2977" y="437"/>
                  </a:cubicBezTo>
                  <a:cubicBezTo>
                    <a:pt x="2992" y="444"/>
                    <a:pt x="3008" y="447"/>
                    <a:pt x="3024" y="447"/>
                  </a:cubicBezTo>
                  <a:cubicBezTo>
                    <a:pt x="3097" y="447"/>
                    <a:pt x="3174" y="386"/>
                    <a:pt x="3203" y="318"/>
                  </a:cubicBezTo>
                  <a:cubicBezTo>
                    <a:pt x="3227" y="235"/>
                    <a:pt x="3167" y="128"/>
                    <a:pt x="3084" y="92"/>
                  </a:cubicBezTo>
                  <a:cubicBezTo>
                    <a:pt x="2859" y="36"/>
                    <a:pt x="2621" y="0"/>
                    <a:pt x="2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62"/>
            <p:cNvSpPr/>
            <p:nvPr/>
          </p:nvSpPr>
          <p:spPr>
            <a:xfrm>
              <a:off x="3283307" y="4290469"/>
              <a:ext cx="55254" cy="70782"/>
            </a:xfrm>
            <a:custGeom>
              <a:avLst/>
              <a:gdLst/>
              <a:ahLst/>
              <a:cxnLst/>
              <a:rect l="l" t="t" r="r" b="b"/>
              <a:pathLst>
                <a:path w="1740" h="2229" extrusionOk="0">
                  <a:moveTo>
                    <a:pt x="858" y="347"/>
                  </a:moveTo>
                  <a:cubicBezTo>
                    <a:pt x="1144" y="383"/>
                    <a:pt x="1346" y="645"/>
                    <a:pt x="1334" y="1002"/>
                  </a:cubicBezTo>
                  <a:cubicBezTo>
                    <a:pt x="1334" y="1288"/>
                    <a:pt x="1203" y="1598"/>
                    <a:pt x="1025" y="1764"/>
                  </a:cubicBezTo>
                  <a:cubicBezTo>
                    <a:pt x="985" y="1804"/>
                    <a:pt x="928" y="1853"/>
                    <a:pt x="854" y="1853"/>
                  </a:cubicBezTo>
                  <a:cubicBezTo>
                    <a:pt x="840" y="1853"/>
                    <a:pt x="825" y="1851"/>
                    <a:pt x="811" y="1848"/>
                  </a:cubicBezTo>
                  <a:cubicBezTo>
                    <a:pt x="572" y="1836"/>
                    <a:pt x="322" y="1359"/>
                    <a:pt x="334" y="943"/>
                  </a:cubicBezTo>
                  <a:cubicBezTo>
                    <a:pt x="334" y="752"/>
                    <a:pt x="418" y="586"/>
                    <a:pt x="525" y="466"/>
                  </a:cubicBezTo>
                  <a:cubicBezTo>
                    <a:pt x="620" y="395"/>
                    <a:pt x="727" y="347"/>
                    <a:pt x="822" y="347"/>
                  </a:cubicBezTo>
                  <a:close/>
                  <a:moveTo>
                    <a:pt x="824" y="1"/>
                  </a:moveTo>
                  <a:cubicBezTo>
                    <a:pt x="626" y="1"/>
                    <a:pt x="431" y="73"/>
                    <a:pt x="299" y="216"/>
                  </a:cubicBezTo>
                  <a:cubicBezTo>
                    <a:pt x="96" y="395"/>
                    <a:pt x="1" y="645"/>
                    <a:pt x="1" y="943"/>
                  </a:cubicBezTo>
                  <a:cubicBezTo>
                    <a:pt x="1" y="1205"/>
                    <a:pt x="72" y="1502"/>
                    <a:pt x="203" y="1764"/>
                  </a:cubicBezTo>
                  <a:cubicBezTo>
                    <a:pt x="370" y="2062"/>
                    <a:pt x="596" y="2229"/>
                    <a:pt x="834" y="2229"/>
                  </a:cubicBezTo>
                  <a:lnTo>
                    <a:pt x="858" y="2229"/>
                  </a:lnTo>
                  <a:cubicBezTo>
                    <a:pt x="1013" y="2229"/>
                    <a:pt x="1168" y="2169"/>
                    <a:pt x="1311" y="2026"/>
                  </a:cubicBezTo>
                  <a:cubicBezTo>
                    <a:pt x="1561" y="1812"/>
                    <a:pt x="1727" y="1395"/>
                    <a:pt x="1739" y="1014"/>
                  </a:cubicBezTo>
                  <a:cubicBezTo>
                    <a:pt x="1704" y="466"/>
                    <a:pt x="1346" y="26"/>
                    <a:pt x="870" y="2"/>
                  </a:cubicBezTo>
                  <a:cubicBezTo>
                    <a:pt x="855" y="1"/>
                    <a:pt x="839"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2"/>
            <p:cNvSpPr/>
            <p:nvPr/>
          </p:nvSpPr>
          <p:spPr>
            <a:xfrm>
              <a:off x="3221702" y="4306728"/>
              <a:ext cx="54460" cy="62462"/>
            </a:xfrm>
            <a:custGeom>
              <a:avLst/>
              <a:gdLst/>
              <a:ahLst/>
              <a:cxnLst/>
              <a:rect l="l" t="t" r="r" b="b"/>
              <a:pathLst>
                <a:path w="1715" h="1967" extrusionOk="0">
                  <a:moveTo>
                    <a:pt x="834" y="359"/>
                  </a:moveTo>
                  <a:cubicBezTo>
                    <a:pt x="905" y="359"/>
                    <a:pt x="988" y="371"/>
                    <a:pt x="1048" y="419"/>
                  </a:cubicBezTo>
                  <a:cubicBezTo>
                    <a:pt x="1143" y="490"/>
                    <a:pt x="1227" y="609"/>
                    <a:pt x="1262" y="752"/>
                  </a:cubicBezTo>
                  <a:cubicBezTo>
                    <a:pt x="1322" y="1074"/>
                    <a:pt x="1250" y="1538"/>
                    <a:pt x="1060" y="1598"/>
                  </a:cubicBezTo>
                  <a:cubicBezTo>
                    <a:pt x="1053" y="1599"/>
                    <a:pt x="1045" y="1599"/>
                    <a:pt x="1037" y="1599"/>
                  </a:cubicBezTo>
                  <a:cubicBezTo>
                    <a:pt x="965" y="1599"/>
                    <a:pt x="859" y="1550"/>
                    <a:pt x="762" y="1443"/>
                  </a:cubicBezTo>
                  <a:cubicBezTo>
                    <a:pt x="643" y="1324"/>
                    <a:pt x="536" y="1145"/>
                    <a:pt x="488" y="966"/>
                  </a:cubicBezTo>
                  <a:cubicBezTo>
                    <a:pt x="417" y="681"/>
                    <a:pt x="524" y="431"/>
                    <a:pt x="750" y="371"/>
                  </a:cubicBezTo>
                  <a:cubicBezTo>
                    <a:pt x="774" y="359"/>
                    <a:pt x="810" y="359"/>
                    <a:pt x="834" y="359"/>
                  </a:cubicBezTo>
                  <a:close/>
                  <a:moveTo>
                    <a:pt x="822" y="0"/>
                  </a:moveTo>
                  <a:cubicBezTo>
                    <a:pt x="762" y="0"/>
                    <a:pt x="702" y="9"/>
                    <a:pt x="643" y="26"/>
                  </a:cubicBezTo>
                  <a:cubicBezTo>
                    <a:pt x="226" y="133"/>
                    <a:pt x="0" y="585"/>
                    <a:pt x="131" y="1074"/>
                  </a:cubicBezTo>
                  <a:cubicBezTo>
                    <a:pt x="191" y="1288"/>
                    <a:pt x="334" y="1526"/>
                    <a:pt x="512" y="1705"/>
                  </a:cubicBezTo>
                  <a:cubicBezTo>
                    <a:pt x="667" y="1871"/>
                    <a:pt x="846" y="1967"/>
                    <a:pt x="1024" y="1967"/>
                  </a:cubicBezTo>
                  <a:cubicBezTo>
                    <a:pt x="1072" y="1967"/>
                    <a:pt x="1119" y="1967"/>
                    <a:pt x="1167" y="1943"/>
                  </a:cubicBezTo>
                  <a:cubicBezTo>
                    <a:pt x="1608" y="1812"/>
                    <a:pt x="1715" y="1121"/>
                    <a:pt x="1596" y="669"/>
                  </a:cubicBezTo>
                  <a:cubicBezTo>
                    <a:pt x="1536" y="431"/>
                    <a:pt x="1405" y="240"/>
                    <a:pt x="1238" y="133"/>
                  </a:cubicBezTo>
                  <a:cubicBezTo>
                    <a:pt x="1112" y="49"/>
                    <a:pt x="968"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62"/>
            <p:cNvSpPr/>
            <p:nvPr/>
          </p:nvSpPr>
          <p:spPr>
            <a:xfrm>
              <a:off x="3333606" y="4316667"/>
              <a:ext cx="66940" cy="62748"/>
            </a:xfrm>
            <a:custGeom>
              <a:avLst/>
              <a:gdLst/>
              <a:ahLst/>
              <a:cxnLst/>
              <a:rect l="l" t="t" r="r" b="b"/>
              <a:pathLst>
                <a:path w="2108" h="1976" extrusionOk="0">
                  <a:moveTo>
                    <a:pt x="1255" y="0"/>
                  </a:moveTo>
                  <a:cubicBezTo>
                    <a:pt x="1107" y="0"/>
                    <a:pt x="954" y="38"/>
                    <a:pt x="810" y="118"/>
                  </a:cubicBezTo>
                  <a:cubicBezTo>
                    <a:pt x="715" y="165"/>
                    <a:pt x="691" y="284"/>
                    <a:pt x="739" y="356"/>
                  </a:cubicBezTo>
                  <a:cubicBezTo>
                    <a:pt x="762" y="419"/>
                    <a:pt x="823" y="451"/>
                    <a:pt x="886" y="451"/>
                  </a:cubicBezTo>
                  <a:cubicBezTo>
                    <a:pt x="917" y="451"/>
                    <a:pt x="949" y="443"/>
                    <a:pt x="977" y="427"/>
                  </a:cubicBezTo>
                  <a:cubicBezTo>
                    <a:pt x="1064" y="376"/>
                    <a:pt x="1156" y="351"/>
                    <a:pt x="1246" y="351"/>
                  </a:cubicBezTo>
                  <a:cubicBezTo>
                    <a:pt x="1364" y="351"/>
                    <a:pt x="1477" y="394"/>
                    <a:pt x="1572" y="475"/>
                  </a:cubicBezTo>
                  <a:cubicBezTo>
                    <a:pt x="1655" y="570"/>
                    <a:pt x="1715" y="665"/>
                    <a:pt x="1715" y="784"/>
                  </a:cubicBezTo>
                  <a:cubicBezTo>
                    <a:pt x="1715" y="951"/>
                    <a:pt x="1655" y="1118"/>
                    <a:pt x="1524" y="1249"/>
                  </a:cubicBezTo>
                  <a:cubicBezTo>
                    <a:pt x="1314" y="1468"/>
                    <a:pt x="975" y="1622"/>
                    <a:pt x="739" y="1622"/>
                  </a:cubicBezTo>
                  <a:cubicBezTo>
                    <a:pt x="655" y="1622"/>
                    <a:pt x="583" y="1602"/>
                    <a:pt x="536" y="1558"/>
                  </a:cubicBezTo>
                  <a:cubicBezTo>
                    <a:pt x="417" y="1463"/>
                    <a:pt x="441" y="1142"/>
                    <a:pt x="584" y="844"/>
                  </a:cubicBezTo>
                  <a:cubicBezTo>
                    <a:pt x="631" y="761"/>
                    <a:pt x="596" y="653"/>
                    <a:pt x="512" y="606"/>
                  </a:cubicBezTo>
                  <a:cubicBezTo>
                    <a:pt x="485" y="595"/>
                    <a:pt x="457" y="590"/>
                    <a:pt x="430" y="590"/>
                  </a:cubicBezTo>
                  <a:cubicBezTo>
                    <a:pt x="366" y="590"/>
                    <a:pt x="308" y="622"/>
                    <a:pt x="274" y="689"/>
                  </a:cubicBezTo>
                  <a:cubicBezTo>
                    <a:pt x="84" y="1070"/>
                    <a:pt x="0" y="1558"/>
                    <a:pt x="298" y="1832"/>
                  </a:cubicBezTo>
                  <a:cubicBezTo>
                    <a:pt x="417" y="1939"/>
                    <a:pt x="572" y="1975"/>
                    <a:pt x="751" y="1975"/>
                  </a:cubicBezTo>
                  <a:cubicBezTo>
                    <a:pt x="858" y="1975"/>
                    <a:pt x="953" y="1963"/>
                    <a:pt x="1072" y="1939"/>
                  </a:cubicBezTo>
                  <a:cubicBezTo>
                    <a:pt x="1346" y="1856"/>
                    <a:pt x="1608" y="1701"/>
                    <a:pt x="1786" y="1499"/>
                  </a:cubicBezTo>
                  <a:cubicBezTo>
                    <a:pt x="2001" y="1296"/>
                    <a:pt x="2108" y="1046"/>
                    <a:pt x="2084" y="773"/>
                  </a:cubicBezTo>
                  <a:cubicBezTo>
                    <a:pt x="2072" y="546"/>
                    <a:pt x="1989" y="356"/>
                    <a:pt x="1822" y="213"/>
                  </a:cubicBezTo>
                  <a:cubicBezTo>
                    <a:pt x="1663" y="74"/>
                    <a:pt x="1463" y="0"/>
                    <a:pt x="12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62"/>
            <p:cNvSpPr/>
            <p:nvPr/>
          </p:nvSpPr>
          <p:spPr>
            <a:xfrm>
              <a:off x="3371046" y="4372587"/>
              <a:ext cx="61636" cy="51792"/>
            </a:xfrm>
            <a:custGeom>
              <a:avLst/>
              <a:gdLst/>
              <a:ahLst/>
              <a:cxnLst/>
              <a:rect l="l" t="t" r="r" b="b"/>
              <a:pathLst>
                <a:path w="1941" h="1631" extrusionOk="0">
                  <a:moveTo>
                    <a:pt x="1181" y="373"/>
                  </a:moveTo>
                  <a:cubicBezTo>
                    <a:pt x="1315" y="373"/>
                    <a:pt x="1432" y="430"/>
                    <a:pt x="1500" y="547"/>
                  </a:cubicBezTo>
                  <a:cubicBezTo>
                    <a:pt x="1548" y="631"/>
                    <a:pt x="1560" y="738"/>
                    <a:pt x="1536" y="845"/>
                  </a:cubicBezTo>
                  <a:cubicBezTo>
                    <a:pt x="1488" y="964"/>
                    <a:pt x="1405" y="1071"/>
                    <a:pt x="1262" y="1143"/>
                  </a:cubicBezTo>
                  <a:cubicBezTo>
                    <a:pt x="1119" y="1226"/>
                    <a:pt x="929" y="1286"/>
                    <a:pt x="750" y="1286"/>
                  </a:cubicBezTo>
                  <a:cubicBezTo>
                    <a:pt x="595" y="1286"/>
                    <a:pt x="476" y="1250"/>
                    <a:pt x="429" y="1190"/>
                  </a:cubicBezTo>
                  <a:cubicBezTo>
                    <a:pt x="393" y="1131"/>
                    <a:pt x="417" y="988"/>
                    <a:pt x="488" y="857"/>
                  </a:cubicBezTo>
                  <a:cubicBezTo>
                    <a:pt x="584" y="702"/>
                    <a:pt x="726" y="559"/>
                    <a:pt x="869" y="464"/>
                  </a:cubicBezTo>
                  <a:cubicBezTo>
                    <a:pt x="975" y="404"/>
                    <a:pt x="1083" y="373"/>
                    <a:pt x="1181" y="373"/>
                  </a:cubicBezTo>
                  <a:close/>
                  <a:moveTo>
                    <a:pt x="1161" y="0"/>
                  </a:moveTo>
                  <a:cubicBezTo>
                    <a:pt x="998" y="0"/>
                    <a:pt x="826" y="47"/>
                    <a:pt x="667" y="143"/>
                  </a:cubicBezTo>
                  <a:cubicBezTo>
                    <a:pt x="465" y="262"/>
                    <a:pt x="286" y="452"/>
                    <a:pt x="167" y="667"/>
                  </a:cubicBezTo>
                  <a:cubicBezTo>
                    <a:pt x="12" y="917"/>
                    <a:pt x="0" y="1167"/>
                    <a:pt x="107" y="1345"/>
                  </a:cubicBezTo>
                  <a:cubicBezTo>
                    <a:pt x="214" y="1524"/>
                    <a:pt x="429" y="1631"/>
                    <a:pt x="726" y="1631"/>
                  </a:cubicBezTo>
                  <a:cubicBezTo>
                    <a:pt x="965" y="1631"/>
                    <a:pt x="1238" y="1559"/>
                    <a:pt x="1429" y="1440"/>
                  </a:cubicBezTo>
                  <a:cubicBezTo>
                    <a:pt x="1643" y="1321"/>
                    <a:pt x="1786" y="1143"/>
                    <a:pt x="1858" y="952"/>
                  </a:cubicBezTo>
                  <a:cubicBezTo>
                    <a:pt x="1941" y="750"/>
                    <a:pt x="1917" y="536"/>
                    <a:pt x="1798" y="357"/>
                  </a:cubicBezTo>
                  <a:cubicBezTo>
                    <a:pt x="1666" y="122"/>
                    <a:pt x="1425"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62"/>
            <p:cNvSpPr/>
            <p:nvPr/>
          </p:nvSpPr>
          <p:spPr>
            <a:xfrm>
              <a:off x="3227735" y="4370904"/>
              <a:ext cx="142961" cy="109809"/>
            </a:xfrm>
            <a:custGeom>
              <a:avLst/>
              <a:gdLst/>
              <a:ahLst/>
              <a:cxnLst/>
              <a:rect l="l" t="t" r="r" b="b"/>
              <a:pathLst>
                <a:path w="4502" h="3458" extrusionOk="0">
                  <a:moveTo>
                    <a:pt x="2067" y="1"/>
                  </a:moveTo>
                  <a:cubicBezTo>
                    <a:pt x="1808" y="1"/>
                    <a:pt x="1548" y="43"/>
                    <a:pt x="1298" y="124"/>
                  </a:cubicBezTo>
                  <a:cubicBezTo>
                    <a:pt x="763" y="303"/>
                    <a:pt x="358" y="660"/>
                    <a:pt x="179" y="1089"/>
                  </a:cubicBezTo>
                  <a:cubicBezTo>
                    <a:pt x="1" y="1517"/>
                    <a:pt x="96" y="1934"/>
                    <a:pt x="465" y="2291"/>
                  </a:cubicBezTo>
                  <a:cubicBezTo>
                    <a:pt x="739" y="2565"/>
                    <a:pt x="1168" y="2803"/>
                    <a:pt x="1810" y="3065"/>
                  </a:cubicBezTo>
                  <a:cubicBezTo>
                    <a:pt x="2441" y="3339"/>
                    <a:pt x="2918" y="3458"/>
                    <a:pt x="3299" y="3458"/>
                  </a:cubicBezTo>
                  <a:cubicBezTo>
                    <a:pt x="3799" y="3458"/>
                    <a:pt x="4156" y="3232"/>
                    <a:pt x="4335" y="2803"/>
                  </a:cubicBezTo>
                  <a:cubicBezTo>
                    <a:pt x="4501" y="2434"/>
                    <a:pt x="4501" y="1982"/>
                    <a:pt x="4335" y="1565"/>
                  </a:cubicBezTo>
                  <a:cubicBezTo>
                    <a:pt x="4316" y="1498"/>
                    <a:pt x="4244" y="1447"/>
                    <a:pt x="4167" y="1447"/>
                  </a:cubicBezTo>
                  <a:cubicBezTo>
                    <a:pt x="4147" y="1447"/>
                    <a:pt x="4128" y="1450"/>
                    <a:pt x="4108" y="1458"/>
                  </a:cubicBezTo>
                  <a:cubicBezTo>
                    <a:pt x="4025" y="1493"/>
                    <a:pt x="3965" y="1589"/>
                    <a:pt x="4013" y="1684"/>
                  </a:cubicBezTo>
                  <a:cubicBezTo>
                    <a:pt x="4120" y="2029"/>
                    <a:pt x="4144" y="2374"/>
                    <a:pt x="4025" y="2648"/>
                  </a:cubicBezTo>
                  <a:cubicBezTo>
                    <a:pt x="3927" y="2880"/>
                    <a:pt x="3758" y="3083"/>
                    <a:pt x="3320" y="3083"/>
                  </a:cubicBezTo>
                  <a:cubicBezTo>
                    <a:pt x="3016" y="3083"/>
                    <a:pt x="2583" y="2985"/>
                    <a:pt x="1953" y="2732"/>
                  </a:cubicBezTo>
                  <a:cubicBezTo>
                    <a:pt x="1358" y="2482"/>
                    <a:pt x="977" y="2267"/>
                    <a:pt x="739" y="2029"/>
                  </a:cubicBezTo>
                  <a:cubicBezTo>
                    <a:pt x="477" y="1767"/>
                    <a:pt x="406" y="1517"/>
                    <a:pt x="525" y="1220"/>
                  </a:cubicBezTo>
                  <a:cubicBezTo>
                    <a:pt x="656" y="886"/>
                    <a:pt x="989" y="612"/>
                    <a:pt x="1418" y="458"/>
                  </a:cubicBezTo>
                  <a:cubicBezTo>
                    <a:pt x="1628" y="393"/>
                    <a:pt x="1846" y="360"/>
                    <a:pt x="2065" y="360"/>
                  </a:cubicBezTo>
                  <a:cubicBezTo>
                    <a:pt x="2328" y="360"/>
                    <a:pt x="2593" y="408"/>
                    <a:pt x="2846" y="505"/>
                  </a:cubicBezTo>
                  <a:cubicBezTo>
                    <a:pt x="3156" y="636"/>
                    <a:pt x="3442" y="839"/>
                    <a:pt x="3656" y="1101"/>
                  </a:cubicBezTo>
                  <a:cubicBezTo>
                    <a:pt x="3692" y="1144"/>
                    <a:pt x="3751" y="1170"/>
                    <a:pt x="3807" y="1170"/>
                  </a:cubicBezTo>
                  <a:cubicBezTo>
                    <a:pt x="3843" y="1170"/>
                    <a:pt x="3878" y="1159"/>
                    <a:pt x="3906" y="1136"/>
                  </a:cubicBezTo>
                  <a:cubicBezTo>
                    <a:pt x="3977" y="1077"/>
                    <a:pt x="3989" y="958"/>
                    <a:pt x="3930" y="874"/>
                  </a:cubicBezTo>
                  <a:cubicBezTo>
                    <a:pt x="3680" y="577"/>
                    <a:pt x="3358" y="339"/>
                    <a:pt x="2977" y="184"/>
                  </a:cubicBezTo>
                  <a:cubicBezTo>
                    <a:pt x="2686" y="61"/>
                    <a:pt x="2376" y="1"/>
                    <a:pt x="20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8" name="Google Shape;9708;p62"/>
          <p:cNvGrpSpPr/>
          <p:nvPr/>
        </p:nvGrpSpPr>
        <p:grpSpPr>
          <a:xfrm>
            <a:off x="3662144" y="4135505"/>
            <a:ext cx="232955" cy="340318"/>
            <a:chOff x="3662144" y="4135505"/>
            <a:chExt cx="232955" cy="340318"/>
          </a:xfrm>
        </p:grpSpPr>
        <p:sp>
          <p:nvSpPr>
            <p:cNvPr id="9709" name="Google Shape;9709;p62"/>
            <p:cNvSpPr/>
            <p:nvPr/>
          </p:nvSpPr>
          <p:spPr>
            <a:xfrm>
              <a:off x="3662144" y="4135505"/>
              <a:ext cx="163761" cy="340318"/>
            </a:xfrm>
            <a:custGeom>
              <a:avLst/>
              <a:gdLst/>
              <a:ahLst/>
              <a:cxnLst/>
              <a:rect l="l" t="t" r="r" b="b"/>
              <a:pathLst>
                <a:path w="5157" h="10717" extrusionOk="0">
                  <a:moveTo>
                    <a:pt x="2573" y="1"/>
                  </a:moveTo>
                  <a:cubicBezTo>
                    <a:pt x="1715" y="1"/>
                    <a:pt x="1013" y="703"/>
                    <a:pt x="1013" y="1572"/>
                  </a:cubicBezTo>
                  <a:lnTo>
                    <a:pt x="1013" y="6097"/>
                  </a:lnTo>
                  <a:cubicBezTo>
                    <a:pt x="370" y="6585"/>
                    <a:pt x="1" y="7347"/>
                    <a:pt x="1" y="8144"/>
                  </a:cubicBezTo>
                  <a:cubicBezTo>
                    <a:pt x="1" y="9561"/>
                    <a:pt x="1156" y="10716"/>
                    <a:pt x="2573" y="10716"/>
                  </a:cubicBezTo>
                  <a:cubicBezTo>
                    <a:pt x="3990" y="10716"/>
                    <a:pt x="5144" y="9561"/>
                    <a:pt x="5144" y="8144"/>
                  </a:cubicBezTo>
                  <a:cubicBezTo>
                    <a:pt x="5156" y="7323"/>
                    <a:pt x="4775" y="6573"/>
                    <a:pt x="4144" y="6073"/>
                  </a:cubicBezTo>
                  <a:lnTo>
                    <a:pt x="4144" y="3322"/>
                  </a:lnTo>
                  <a:cubicBezTo>
                    <a:pt x="4144" y="3239"/>
                    <a:pt x="4061" y="3156"/>
                    <a:pt x="3978" y="3156"/>
                  </a:cubicBezTo>
                  <a:cubicBezTo>
                    <a:pt x="3882" y="3156"/>
                    <a:pt x="3811" y="3239"/>
                    <a:pt x="3811" y="3322"/>
                  </a:cubicBezTo>
                  <a:lnTo>
                    <a:pt x="3811" y="6168"/>
                  </a:lnTo>
                  <a:cubicBezTo>
                    <a:pt x="3811" y="6216"/>
                    <a:pt x="3847" y="6275"/>
                    <a:pt x="3871" y="6299"/>
                  </a:cubicBezTo>
                  <a:cubicBezTo>
                    <a:pt x="4466" y="6716"/>
                    <a:pt x="4823" y="7418"/>
                    <a:pt x="4823" y="8133"/>
                  </a:cubicBezTo>
                  <a:cubicBezTo>
                    <a:pt x="4823" y="9359"/>
                    <a:pt x="3811" y="10383"/>
                    <a:pt x="2573" y="10383"/>
                  </a:cubicBezTo>
                  <a:cubicBezTo>
                    <a:pt x="1346" y="10383"/>
                    <a:pt x="322" y="9371"/>
                    <a:pt x="322" y="8133"/>
                  </a:cubicBezTo>
                  <a:cubicBezTo>
                    <a:pt x="322" y="7406"/>
                    <a:pt x="680" y="6716"/>
                    <a:pt x="1275" y="6299"/>
                  </a:cubicBezTo>
                  <a:cubicBezTo>
                    <a:pt x="1323" y="6275"/>
                    <a:pt x="1334" y="6228"/>
                    <a:pt x="1334" y="6168"/>
                  </a:cubicBezTo>
                  <a:lnTo>
                    <a:pt x="1334" y="1572"/>
                  </a:lnTo>
                  <a:cubicBezTo>
                    <a:pt x="1334" y="882"/>
                    <a:pt x="1894" y="334"/>
                    <a:pt x="2573" y="334"/>
                  </a:cubicBezTo>
                  <a:cubicBezTo>
                    <a:pt x="3263" y="334"/>
                    <a:pt x="3811" y="882"/>
                    <a:pt x="3811" y="1572"/>
                  </a:cubicBezTo>
                  <a:lnTo>
                    <a:pt x="3811" y="2703"/>
                  </a:lnTo>
                  <a:cubicBezTo>
                    <a:pt x="3811" y="2787"/>
                    <a:pt x="3882" y="2858"/>
                    <a:pt x="3978" y="2858"/>
                  </a:cubicBezTo>
                  <a:cubicBezTo>
                    <a:pt x="4061" y="2858"/>
                    <a:pt x="4132" y="2787"/>
                    <a:pt x="4132" y="2703"/>
                  </a:cubicBezTo>
                  <a:lnTo>
                    <a:pt x="4132" y="1572"/>
                  </a:lnTo>
                  <a:cubicBezTo>
                    <a:pt x="4132" y="703"/>
                    <a:pt x="3442" y="1"/>
                    <a:pt x="2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62"/>
            <p:cNvSpPr/>
            <p:nvPr/>
          </p:nvSpPr>
          <p:spPr>
            <a:xfrm>
              <a:off x="3689771" y="4162719"/>
              <a:ext cx="109650" cy="285859"/>
            </a:xfrm>
            <a:custGeom>
              <a:avLst/>
              <a:gdLst/>
              <a:ahLst/>
              <a:cxnLst/>
              <a:rect l="l" t="t" r="r" b="b"/>
              <a:pathLst>
                <a:path w="3453" h="9002" extrusionOk="0">
                  <a:moveTo>
                    <a:pt x="1727" y="310"/>
                  </a:moveTo>
                  <a:cubicBezTo>
                    <a:pt x="1941" y="310"/>
                    <a:pt x="2108" y="489"/>
                    <a:pt x="2108" y="691"/>
                  </a:cubicBezTo>
                  <a:lnTo>
                    <a:pt x="2108" y="1156"/>
                  </a:lnTo>
                  <a:lnTo>
                    <a:pt x="1322" y="1156"/>
                  </a:lnTo>
                  <a:lnTo>
                    <a:pt x="1322" y="691"/>
                  </a:lnTo>
                  <a:cubicBezTo>
                    <a:pt x="1322" y="489"/>
                    <a:pt x="1500" y="310"/>
                    <a:pt x="1727" y="310"/>
                  </a:cubicBezTo>
                  <a:close/>
                  <a:moveTo>
                    <a:pt x="2108" y="1489"/>
                  </a:moveTo>
                  <a:lnTo>
                    <a:pt x="2108" y="2382"/>
                  </a:lnTo>
                  <a:lnTo>
                    <a:pt x="1322" y="2382"/>
                  </a:lnTo>
                  <a:lnTo>
                    <a:pt x="1322" y="1489"/>
                  </a:lnTo>
                  <a:close/>
                  <a:moveTo>
                    <a:pt x="2108" y="2704"/>
                  </a:moveTo>
                  <a:lnTo>
                    <a:pt x="2108" y="3596"/>
                  </a:lnTo>
                  <a:lnTo>
                    <a:pt x="1322" y="3596"/>
                  </a:lnTo>
                  <a:lnTo>
                    <a:pt x="1322" y="2704"/>
                  </a:lnTo>
                  <a:close/>
                  <a:moveTo>
                    <a:pt x="2108" y="3906"/>
                  </a:moveTo>
                  <a:lnTo>
                    <a:pt x="2108" y="4799"/>
                  </a:lnTo>
                  <a:lnTo>
                    <a:pt x="1322" y="4799"/>
                  </a:lnTo>
                  <a:lnTo>
                    <a:pt x="1322" y="3906"/>
                  </a:lnTo>
                  <a:close/>
                  <a:moveTo>
                    <a:pt x="1727" y="1"/>
                  </a:moveTo>
                  <a:cubicBezTo>
                    <a:pt x="1334" y="1"/>
                    <a:pt x="1012" y="310"/>
                    <a:pt x="1012" y="715"/>
                  </a:cubicBezTo>
                  <a:lnTo>
                    <a:pt x="1012" y="5668"/>
                  </a:lnTo>
                  <a:lnTo>
                    <a:pt x="726" y="5871"/>
                  </a:lnTo>
                  <a:cubicBezTo>
                    <a:pt x="262" y="6204"/>
                    <a:pt x="0" y="6728"/>
                    <a:pt x="0" y="7276"/>
                  </a:cubicBezTo>
                  <a:cubicBezTo>
                    <a:pt x="0" y="7609"/>
                    <a:pt x="95" y="7954"/>
                    <a:pt x="298" y="8240"/>
                  </a:cubicBezTo>
                  <a:cubicBezTo>
                    <a:pt x="321" y="8286"/>
                    <a:pt x="374" y="8312"/>
                    <a:pt x="427" y="8312"/>
                  </a:cubicBezTo>
                  <a:cubicBezTo>
                    <a:pt x="457" y="8312"/>
                    <a:pt x="487" y="8304"/>
                    <a:pt x="512" y="8288"/>
                  </a:cubicBezTo>
                  <a:cubicBezTo>
                    <a:pt x="595" y="8240"/>
                    <a:pt x="607" y="8133"/>
                    <a:pt x="560" y="8061"/>
                  </a:cubicBezTo>
                  <a:cubicBezTo>
                    <a:pt x="393" y="7823"/>
                    <a:pt x="322" y="7549"/>
                    <a:pt x="322" y="7276"/>
                  </a:cubicBezTo>
                  <a:cubicBezTo>
                    <a:pt x="322" y="6811"/>
                    <a:pt x="548" y="6394"/>
                    <a:pt x="917" y="6121"/>
                  </a:cubicBezTo>
                  <a:lnTo>
                    <a:pt x="1274" y="5871"/>
                  </a:lnTo>
                  <a:cubicBezTo>
                    <a:pt x="1322" y="5847"/>
                    <a:pt x="1334" y="5799"/>
                    <a:pt x="1334" y="5740"/>
                  </a:cubicBezTo>
                  <a:lnTo>
                    <a:pt x="1334" y="5132"/>
                  </a:lnTo>
                  <a:lnTo>
                    <a:pt x="2119" y="5132"/>
                  </a:lnTo>
                  <a:lnTo>
                    <a:pt x="2119" y="5740"/>
                  </a:lnTo>
                  <a:cubicBezTo>
                    <a:pt x="2119" y="5787"/>
                    <a:pt x="2155" y="5847"/>
                    <a:pt x="2179" y="5871"/>
                  </a:cubicBezTo>
                  <a:lnTo>
                    <a:pt x="2536" y="6121"/>
                  </a:lnTo>
                  <a:cubicBezTo>
                    <a:pt x="2917" y="6394"/>
                    <a:pt x="3131" y="6823"/>
                    <a:pt x="3131" y="7276"/>
                  </a:cubicBezTo>
                  <a:cubicBezTo>
                    <a:pt x="3120" y="8049"/>
                    <a:pt x="2500" y="8669"/>
                    <a:pt x="1727" y="8669"/>
                  </a:cubicBezTo>
                  <a:cubicBezTo>
                    <a:pt x="1441" y="8669"/>
                    <a:pt x="1155" y="8585"/>
                    <a:pt x="917" y="8419"/>
                  </a:cubicBezTo>
                  <a:cubicBezTo>
                    <a:pt x="892" y="8402"/>
                    <a:pt x="863" y="8394"/>
                    <a:pt x="835" y="8394"/>
                  </a:cubicBezTo>
                  <a:cubicBezTo>
                    <a:pt x="782" y="8394"/>
                    <a:pt x="729" y="8420"/>
                    <a:pt x="691" y="8466"/>
                  </a:cubicBezTo>
                  <a:cubicBezTo>
                    <a:pt x="655" y="8538"/>
                    <a:pt x="667" y="8633"/>
                    <a:pt x="738" y="8692"/>
                  </a:cubicBezTo>
                  <a:cubicBezTo>
                    <a:pt x="1036" y="8895"/>
                    <a:pt x="1369" y="9002"/>
                    <a:pt x="1727" y="9002"/>
                  </a:cubicBezTo>
                  <a:cubicBezTo>
                    <a:pt x="2679" y="9002"/>
                    <a:pt x="3453" y="8228"/>
                    <a:pt x="3453" y="7276"/>
                  </a:cubicBezTo>
                  <a:cubicBezTo>
                    <a:pt x="3453" y="6716"/>
                    <a:pt x="3179" y="6192"/>
                    <a:pt x="2715" y="5871"/>
                  </a:cubicBezTo>
                  <a:lnTo>
                    <a:pt x="2441" y="5668"/>
                  </a:lnTo>
                  <a:lnTo>
                    <a:pt x="2441" y="715"/>
                  </a:lnTo>
                  <a:cubicBezTo>
                    <a:pt x="2441" y="322"/>
                    <a:pt x="2119"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62"/>
            <p:cNvSpPr/>
            <p:nvPr/>
          </p:nvSpPr>
          <p:spPr>
            <a:xfrm>
              <a:off x="3838352" y="4182375"/>
              <a:ext cx="56746" cy="94947"/>
            </a:xfrm>
            <a:custGeom>
              <a:avLst/>
              <a:gdLst/>
              <a:ahLst/>
              <a:cxnLst/>
              <a:rect l="l" t="t" r="r" b="b"/>
              <a:pathLst>
                <a:path w="1787" h="2990" extrusionOk="0">
                  <a:moveTo>
                    <a:pt x="881" y="1"/>
                  </a:moveTo>
                  <a:cubicBezTo>
                    <a:pt x="334" y="1"/>
                    <a:pt x="0" y="334"/>
                    <a:pt x="0" y="894"/>
                  </a:cubicBezTo>
                  <a:lnTo>
                    <a:pt x="0" y="2096"/>
                  </a:lnTo>
                  <a:cubicBezTo>
                    <a:pt x="0" y="2394"/>
                    <a:pt x="96" y="2632"/>
                    <a:pt x="262" y="2787"/>
                  </a:cubicBezTo>
                  <a:cubicBezTo>
                    <a:pt x="405" y="2918"/>
                    <a:pt x="619" y="2989"/>
                    <a:pt x="869" y="2989"/>
                  </a:cubicBezTo>
                  <a:cubicBezTo>
                    <a:pt x="1393" y="2989"/>
                    <a:pt x="1751" y="2692"/>
                    <a:pt x="1751" y="2263"/>
                  </a:cubicBezTo>
                  <a:cubicBezTo>
                    <a:pt x="1786" y="2120"/>
                    <a:pt x="1715" y="2073"/>
                    <a:pt x="1596" y="2073"/>
                  </a:cubicBezTo>
                  <a:cubicBezTo>
                    <a:pt x="1489" y="2073"/>
                    <a:pt x="1417" y="2120"/>
                    <a:pt x="1417" y="2192"/>
                  </a:cubicBezTo>
                  <a:cubicBezTo>
                    <a:pt x="1393" y="2382"/>
                    <a:pt x="1358" y="2668"/>
                    <a:pt x="917" y="2668"/>
                  </a:cubicBezTo>
                  <a:cubicBezTo>
                    <a:pt x="560" y="2668"/>
                    <a:pt x="381" y="2489"/>
                    <a:pt x="381" y="2096"/>
                  </a:cubicBezTo>
                  <a:lnTo>
                    <a:pt x="381" y="894"/>
                  </a:lnTo>
                  <a:cubicBezTo>
                    <a:pt x="381" y="525"/>
                    <a:pt x="560" y="334"/>
                    <a:pt x="893" y="334"/>
                  </a:cubicBezTo>
                  <a:cubicBezTo>
                    <a:pt x="1298" y="334"/>
                    <a:pt x="1405" y="584"/>
                    <a:pt x="1405" y="775"/>
                  </a:cubicBezTo>
                  <a:cubicBezTo>
                    <a:pt x="1405" y="846"/>
                    <a:pt x="1477" y="906"/>
                    <a:pt x="1584" y="906"/>
                  </a:cubicBezTo>
                  <a:cubicBezTo>
                    <a:pt x="1703" y="906"/>
                    <a:pt x="1762" y="882"/>
                    <a:pt x="1762" y="715"/>
                  </a:cubicBezTo>
                  <a:cubicBezTo>
                    <a:pt x="1762" y="299"/>
                    <a:pt x="140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62"/>
            <p:cNvSpPr/>
            <p:nvPr/>
          </p:nvSpPr>
          <p:spPr>
            <a:xfrm>
              <a:off x="3813012" y="4151763"/>
              <a:ext cx="32930" cy="32930"/>
            </a:xfrm>
            <a:custGeom>
              <a:avLst/>
              <a:gdLst/>
              <a:ahLst/>
              <a:cxnLst/>
              <a:rect l="l" t="t" r="r" b="b"/>
              <a:pathLst>
                <a:path w="1037" h="1037" extrusionOk="0">
                  <a:moveTo>
                    <a:pt x="536" y="310"/>
                  </a:moveTo>
                  <a:cubicBezTo>
                    <a:pt x="644" y="310"/>
                    <a:pt x="739" y="405"/>
                    <a:pt x="739" y="524"/>
                  </a:cubicBezTo>
                  <a:cubicBezTo>
                    <a:pt x="727" y="620"/>
                    <a:pt x="644" y="727"/>
                    <a:pt x="536" y="727"/>
                  </a:cubicBezTo>
                  <a:cubicBezTo>
                    <a:pt x="429" y="727"/>
                    <a:pt x="322" y="643"/>
                    <a:pt x="322" y="524"/>
                  </a:cubicBezTo>
                  <a:cubicBezTo>
                    <a:pt x="322" y="417"/>
                    <a:pt x="417" y="310"/>
                    <a:pt x="536" y="310"/>
                  </a:cubicBezTo>
                  <a:close/>
                  <a:moveTo>
                    <a:pt x="524" y="1"/>
                  </a:moveTo>
                  <a:cubicBezTo>
                    <a:pt x="239" y="1"/>
                    <a:pt x="1" y="239"/>
                    <a:pt x="1" y="524"/>
                  </a:cubicBezTo>
                  <a:cubicBezTo>
                    <a:pt x="1" y="798"/>
                    <a:pt x="239" y="1036"/>
                    <a:pt x="524" y="1036"/>
                  </a:cubicBezTo>
                  <a:cubicBezTo>
                    <a:pt x="822" y="1036"/>
                    <a:pt x="1036" y="798"/>
                    <a:pt x="1036" y="524"/>
                  </a:cubicBezTo>
                  <a:cubicBezTo>
                    <a:pt x="1036" y="239"/>
                    <a:pt x="79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3" name="Google Shape;9713;p62"/>
          <p:cNvGrpSpPr/>
          <p:nvPr/>
        </p:nvGrpSpPr>
        <p:grpSpPr>
          <a:xfrm>
            <a:off x="4149138" y="4121151"/>
            <a:ext cx="344065" cy="368644"/>
            <a:chOff x="4149138" y="4121151"/>
            <a:chExt cx="344065" cy="368644"/>
          </a:xfrm>
        </p:grpSpPr>
        <p:sp>
          <p:nvSpPr>
            <p:cNvPr id="9714" name="Google Shape;9714;p62"/>
            <p:cNvSpPr/>
            <p:nvPr/>
          </p:nvSpPr>
          <p:spPr>
            <a:xfrm>
              <a:off x="4205853" y="4182724"/>
              <a:ext cx="225746" cy="307071"/>
            </a:xfrm>
            <a:custGeom>
              <a:avLst/>
              <a:gdLst/>
              <a:ahLst/>
              <a:cxnLst/>
              <a:rect l="l" t="t" r="r" b="b"/>
              <a:pathLst>
                <a:path w="7109" h="9670" extrusionOk="0">
                  <a:moveTo>
                    <a:pt x="3643" y="359"/>
                  </a:moveTo>
                  <a:cubicBezTo>
                    <a:pt x="4417" y="359"/>
                    <a:pt x="5132" y="645"/>
                    <a:pt x="5703" y="1157"/>
                  </a:cubicBezTo>
                  <a:cubicBezTo>
                    <a:pt x="6358" y="1752"/>
                    <a:pt x="6751" y="2597"/>
                    <a:pt x="6751" y="3478"/>
                  </a:cubicBezTo>
                  <a:cubicBezTo>
                    <a:pt x="6739" y="4074"/>
                    <a:pt x="6572" y="4669"/>
                    <a:pt x="6251" y="5157"/>
                  </a:cubicBezTo>
                  <a:cubicBezTo>
                    <a:pt x="5929" y="5645"/>
                    <a:pt x="5489" y="6038"/>
                    <a:pt x="4953" y="6288"/>
                  </a:cubicBezTo>
                  <a:cubicBezTo>
                    <a:pt x="4620" y="6431"/>
                    <a:pt x="4417" y="6776"/>
                    <a:pt x="4417" y="7146"/>
                  </a:cubicBezTo>
                  <a:lnTo>
                    <a:pt x="4417" y="7360"/>
                  </a:lnTo>
                  <a:lnTo>
                    <a:pt x="2834" y="7360"/>
                  </a:lnTo>
                  <a:lnTo>
                    <a:pt x="2834" y="7146"/>
                  </a:lnTo>
                  <a:cubicBezTo>
                    <a:pt x="2834" y="6776"/>
                    <a:pt x="2631" y="6455"/>
                    <a:pt x="2298" y="6288"/>
                  </a:cubicBezTo>
                  <a:cubicBezTo>
                    <a:pt x="1084" y="5705"/>
                    <a:pt x="381" y="4407"/>
                    <a:pt x="548" y="3074"/>
                  </a:cubicBezTo>
                  <a:cubicBezTo>
                    <a:pt x="726" y="1669"/>
                    <a:pt x="1869" y="526"/>
                    <a:pt x="3286" y="383"/>
                  </a:cubicBezTo>
                  <a:cubicBezTo>
                    <a:pt x="3405" y="359"/>
                    <a:pt x="3524" y="359"/>
                    <a:pt x="3643" y="359"/>
                  </a:cubicBezTo>
                  <a:close/>
                  <a:moveTo>
                    <a:pt x="4417" y="7729"/>
                  </a:moveTo>
                  <a:lnTo>
                    <a:pt x="4417" y="8324"/>
                  </a:lnTo>
                  <a:cubicBezTo>
                    <a:pt x="4417" y="8443"/>
                    <a:pt x="4322" y="8539"/>
                    <a:pt x="4203" y="8539"/>
                  </a:cubicBezTo>
                  <a:lnTo>
                    <a:pt x="3048" y="8539"/>
                  </a:lnTo>
                  <a:cubicBezTo>
                    <a:pt x="2929" y="8539"/>
                    <a:pt x="2834" y="8443"/>
                    <a:pt x="2834" y="8324"/>
                  </a:cubicBezTo>
                  <a:lnTo>
                    <a:pt x="2834" y="7729"/>
                  </a:lnTo>
                  <a:close/>
                  <a:moveTo>
                    <a:pt x="4024" y="8896"/>
                  </a:moveTo>
                  <a:lnTo>
                    <a:pt x="4024" y="9098"/>
                  </a:lnTo>
                  <a:cubicBezTo>
                    <a:pt x="4024" y="9217"/>
                    <a:pt x="3941" y="9313"/>
                    <a:pt x="3822" y="9313"/>
                  </a:cubicBezTo>
                  <a:lnTo>
                    <a:pt x="3429" y="9313"/>
                  </a:lnTo>
                  <a:cubicBezTo>
                    <a:pt x="3310" y="9313"/>
                    <a:pt x="3227" y="9217"/>
                    <a:pt x="3227" y="9098"/>
                  </a:cubicBezTo>
                  <a:lnTo>
                    <a:pt x="3227" y="8896"/>
                  </a:lnTo>
                  <a:close/>
                  <a:moveTo>
                    <a:pt x="3658" y="1"/>
                  </a:moveTo>
                  <a:cubicBezTo>
                    <a:pt x="3519" y="1"/>
                    <a:pt x="3379" y="9"/>
                    <a:pt x="3239" y="26"/>
                  </a:cubicBezTo>
                  <a:cubicBezTo>
                    <a:pt x="1667" y="204"/>
                    <a:pt x="381" y="1466"/>
                    <a:pt x="191" y="3026"/>
                  </a:cubicBezTo>
                  <a:cubicBezTo>
                    <a:pt x="0" y="4526"/>
                    <a:pt x="786" y="5979"/>
                    <a:pt x="2155" y="6610"/>
                  </a:cubicBezTo>
                  <a:cubicBezTo>
                    <a:pt x="2358" y="6705"/>
                    <a:pt x="2477" y="6931"/>
                    <a:pt x="2477" y="7146"/>
                  </a:cubicBezTo>
                  <a:lnTo>
                    <a:pt x="2477" y="8324"/>
                  </a:lnTo>
                  <a:cubicBezTo>
                    <a:pt x="2477" y="8574"/>
                    <a:pt x="2643" y="8789"/>
                    <a:pt x="2870" y="8860"/>
                  </a:cubicBezTo>
                  <a:lnTo>
                    <a:pt x="2870" y="9098"/>
                  </a:lnTo>
                  <a:cubicBezTo>
                    <a:pt x="2870" y="9408"/>
                    <a:pt x="3120" y="9670"/>
                    <a:pt x="3429" y="9670"/>
                  </a:cubicBezTo>
                  <a:lnTo>
                    <a:pt x="3822" y="9670"/>
                  </a:lnTo>
                  <a:cubicBezTo>
                    <a:pt x="4132" y="9670"/>
                    <a:pt x="4382" y="9408"/>
                    <a:pt x="4382" y="9098"/>
                  </a:cubicBezTo>
                  <a:lnTo>
                    <a:pt x="4382" y="8860"/>
                  </a:lnTo>
                  <a:cubicBezTo>
                    <a:pt x="4608" y="8789"/>
                    <a:pt x="4775" y="8574"/>
                    <a:pt x="4775" y="8324"/>
                  </a:cubicBezTo>
                  <a:lnTo>
                    <a:pt x="4775" y="7146"/>
                  </a:lnTo>
                  <a:cubicBezTo>
                    <a:pt x="4775" y="6931"/>
                    <a:pt x="4906" y="6717"/>
                    <a:pt x="5096" y="6610"/>
                  </a:cubicBezTo>
                  <a:cubicBezTo>
                    <a:pt x="5691" y="6336"/>
                    <a:pt x="6191" y="5895"/>
                    <a:pt x="6549" y="5348"/>
                  </a:cubicBezTo>
                  <a:cubicBezTo>
                    <a:pt x="6906" y="4788"/>
                    <a:pt x="7096" y="4133"/>
                    <a:pt x="7096" y="3455"/>
                  </a:cubicBezTo>
                  <a:cubicBezTo>
                    <a:pt x="7108" y="2490"/>
                    <a:pt x="6680" y="1538"/>
                    <a:pt x="5953" y="883"/>
                  </a:cubicBezTo>
                  <a:cubicBezTo>
                    <a:pt x="5309" y="310"/>
                    <a:pt x="4506" y="1"/>
                    <a:pt x="36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62"/>
            <p:cNvSpPr/>
            <p:nvPr/>
          </p:nvSpPr>
          <p:spPr>
            <a:xfrm>
              <a:off x="4444777" y="4287484"/>
              <a:ext cx="48426" cy="11400"/>
            </a:xfrm>
            <a:custGeom>
              <a:avLst/>
              <a:gdLst/>
              <a:ahLst/>
              <a:cxnLst/>
              <a:rect l="l" t="t" r="r" b="b"/>
              <a:pathLst>
                <a:path w="1525" h="359" extrusionOk="0">
                  <a:moveTo>
                    <a:pt x="180" y="1"/>
                  </a:moveTo>
                  <a:cubicBezTo>
                    <a:pt x="72" y="1"/>
                    <a:pt x="1" y="72"/>
                    <a:pt x="1" y="179"/>
                  </a:cubicBezTo>
                  <a:cubicBezTo>
                    <a:pt x="1" y="275"/>
                    <a:pt x="72" y="358"/>
                    <a:pt x="180" y="358"/>
                  </a:cubicBezTo>
                  <a:lnTo>
                    <a:pt x="1346" y="358"/>
                  </a:lnTo>
                  <a:cubicBezTo>
                    <a:pt x="1442" y="358"/>
                    <a:pt x="1525" y="275"/>
                    <a:pt x="1525" y="179"/>
                  </a:cubicBezTo>
                  <a:cubicBezTo>
                    <a:pt x="1525" y="72"/>
                    <a:pt x="1430" y="1"/>
                    <a:pt x="1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62"/>
            <p:cNvSpPr/>
            <p:nvPr/>
          </p:nvSpPr>
          <p:spPr>
            <a:xfrm>
              <a:off x="4149138" y="4287484"/>
              <a:ext cx="48426" cy="11400"/>
            </a:xfrm>
            <a:custGeom>
              <a:avLst/>
              <a:gdLst/>
              <a:ahLst/>
              <a:cxnLst/>
              <a:rect l="l" t="t" r="r" b="b"/>
              <a:pathLst>
                <a:path w="1525" h="359" extrusionOk="0">
                  <a:moveTo>
                    <a:pt x="179" y="1"/>
                  </a:moveTo>
                  <a:cubicBezTo>
                    <a:pt x="72" y="1"/>
                    <a:pt x="0" y="72"/>
                    <a:pt x="0" y="179"/>
                  </a:cubicBezTo>
                  <a:cubicBezTo>
                    <a:pt x="0" y="275"/>
                    <a:pt x="72" y="358"/>
                    <a:pt x="179" y="358"/>
                  </a:cubicBezTo>
                  <a:lnTo>
                    <a:pt x="1334" y="358"/>
                  </a:lnTo>
                  <a:cubicBezTo>
                    <a:pt x="1441" y="358"/>
                    <a:pt x="1512" y="275"/>
                    <a:pt x="1512" y="179"/>
                  </a:cubicBezTo>
                  <a:cubicBezTo>
                    <a:pt x="1524" y="72"/>
                    <a:pt x="144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62"/>
            <p:cNvSpPr/>
            <p:nvPr/>
          </p:nvSpPr>
          <p:spPr>
            <a:xfrm>
              <a:off x="4315471" y="4121151"/>
              <a:ext cx="11400" cy="48045"/>
            </a:xfrm>
            <a:custGeom>
              <a:avLst/>
              <a:gdLst/>
              <a:ahLst/>
              <a:cxnLst/>
              <a:rect l="l" t="t" r="r" b="b"/>
              <a:pathLst>
                <a:path w="359" h="1513" extrusionOk="0">
                  <a:moveTo>
                    <a:pt x="180" y="0"/>
                  </a:moveTo>
                  <a:cubicBezTo>
                    <a:pt x="72" y="0"/>
                    <a:pt x="1" y="72"/>
                    <a:pt x="1" y="179"/>
                  </a:cubicBezTo>
                  <a:lnTo>
                    <a:pt x="1" y="1334"/>
                  </a:lnTo>
                  <a:cubicBezTo>
                    <a:pt x="1" y="1441"/>
                    <a:pt x="72" y="1512"/>
                    <a:pt x="180" y="1512"/>
                  </a:cubicBezTo>
                  <a:cubicBezTo>
                    <a:pt x="275" y="1512"/>
                    <a:pt x="358" y="1441"/>
                    <a:pt x="358" y="1334"/>
                  </a:cubicBezTo>
                  <a:lnTo>
                    <a:pt x="358" y="179"/>
                  </a:lnTo>
                  <a:cubicBezTo>
                    <a:pt x="358" y="72"/>
                    <a:pt x="275"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62"/>
            <p:cNvSpPr/>
            <p:nvPr/>
          </p:nvSpPr>
          <p:spPr>
            <a:xfrm>
              <a:off x="4378632" y="4159575"/>
              <a:ext cx="22705" cy="27754"/>
            </a:xfrm>
            <a:custGeom>
              <a:avLst/>
              <a:gdLst/>
              <a:ahLst/>
              <a:cxnLst/>
              <a:rect l="l" t="t" r="r" b="b"/>
              <a:pathLst>
                <a:path w="715" h="874" extrusionOk="0">
                  <a:moveTo>
                    <a:pt x="513" y="0"/>
                  </a:moveTo>
                  <a:cubicBezTo>
                    <a:pt x="451" y="0"/>
                    <a:pt x="387" y="27"/>
                    <a:pt x="346" y="76"/>
                  </a:cubicBezTo>
                  <a:lnTo>
                    <a:pt x="48" y="588"/>
                  </a:lnTo>
                  <a:cubicBezTo>
                    <a:pt x="0" y="671"/>
                    <a:pt x="24" y="778"/>
                    <a:pt x="107" y="838"/>
                  </a:cubicBezTo>
                  <a:cubicBezTo>
                    <a:pt x="131" y="850"/>
                    <a:pt x="167" y="874"/>
                    <a:pt x="191" y="874"/>
                  </a:cubicBezTo>
                  <a:cubicBezTo>
                    <a:pt x="250" y="874"/>
                    <a:pt x="310" y="838"/>
                    <a:pt x="358" y="778"/>
                  </a:cubicBezTo>
                  <a:lnTo>
                    <a:pt x="655" y="278"/>
                  </a:lnTo>
                  <a:cubicBezTo>
                    <a:pt x="715" y="171"/>
                    <a:pt x="691" y="64"/>
                    <a:pt x="596" y="16"/>
                  </a:cubicBezTo>
                  <a:cubicBezTo>
                    <a:pt x="570" y="5"/>
                    <a:pt x="542"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62"/>
            <p:cNvSpPr/>
            <p:nvPr/>
          </p:nvSpPr>
          <p:spPr>
            <a:xfrm>
              <a:off x="4240243" y="4399103"/>
              <a:ext cx="22705" cy="27563"/>
            </a:xfrm>
            <a:custGeom>
              <a:avLst/>
              <a:gdLst/>
              <a:ahLst/>
              <a:cxnLst/>
              <a:rect l="l" t="t" r="r" b="b"/>
              <a:pathLst>
                <a:path w="715" h="868" extrusionOk="0">
                  <a:moveTo>
                    <a:pt x="507" y="0"/>
                  </a:moveTo>
                  <a:cubicBezTo>
                    <a:pt x="444" y="0"/>
                    <a:pt x="387" y="33"/>
                    <a:pt x="346" y="82"/>
                  </a:cubicBezTo>
                  <a:lnTo>
                    <a:pt x="48" y="594"/>
                  </a:lnTo>
                  <a:cubicBezTo>
                    <a:pt x="1" y="677"/>
                    <a:pt x="24" y="784"/>
                    <a:pt x="108" y="844"/>
                  </a:cubicBezTo>
                  <a:cubicBezTo>
                    <a:pt x="132" y="855"/>
                    <a:pt x="155" y="867"/>
                    <a:pt x="191" y="867"/>
                  </a:cubicBezTo>
                  <a:cubicBezTo>
                    <a:pt x="251" y="867"/>
                    <a:pt x="310" y="844"/>
                    <a:pt x="358" y="784"/>
                  </a:cubicBezTo>
                  <a:lnTo>
                    <a:pt x="655" y="272"/>
                  </a:lnTo>
                  <a:cubicBezTo>
                    <a:pt x="715" y="189"/>
                    <a:pt x="679" y="82"/>
                    <a:pt x="596" y="22"/>
                  </a:cubicBezTo>
                  <a:cubicBezTo>
                    <a:pt x="566" y="7"/>
                    <a:pt x="536" y="0"/>
                    <a:pt x="5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62"/>
            <p:cNvSpPr/>
            <p:nvPr/>
          </p:nvSpPr>
          <p:spPr>
            <a:xfrm>
              <a:off x="4240243" y="4159130"/>
              <a:ext cx="22705" cy="28198"/>
            </a:xfrm>
            <a:custGeom>
              <a:avLst/>
              <a:gdLst/>
              <a:ahLst/>
              <a:cxnLst/>
              <a:rect l="l" t="t" r="r" b="b"/>
              <a:pathLst>
                <a:path w="715" h="888" extrusionOk="0">
                  <a:moveTo>
                    <a:pt x="213" y="1"/>
                  </a:moveTo>
                  <a:cubicBezTo>
                    <a:pt x="181" y="1"/>
                    <a:pt x="148" y="10"/>
                    <a:pt x="120" y="30"/>
                  </a:cubicBezTo>
                  <a:cubicBezTo>
                    <a:pt x="24" y="78"/>
                    <a:pt x="1" y="197"/>
                    <a:pt x="60" y="292"/>
                  </a:cubicBezTo>
                  <a:lnTo>
                    <a:pt x="358" y="792"/>
                  </a:lnTo>
                  <a:cubicBezTo>
                    <a:pt x="382" y="852"/>
                    <a:pt x="441" y="888"/>
                    <a:pt x="525" y="888"/>
                  </a:cubicBezTo>
                  <a:cubicBezTo>
                    <a:pt x="548" y="888"/>
                    <a:pt x="584" y="864"/>
                    <a:pt x="608" y="852"/>
                  </a:cubicBezTo>
                  <a:cubicBezTo>
                    <a:pt x="679" y="792"/>
                    <a:pt x="715" y="685"/>
                    <a:pt x="667" y="602"/>
                  </a:cubicBezTo>
                  <a:lnTo>
                    <a:pt x="370" y="90"/>
                  </a:lnTo>
                  <a:cubicBezTo>
                    <a:pt x="338" y="35"/>
                    <a:pt x="276" y="1"/>
                    <a:pt x="2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62"/>
            <p:cNvSpPr/>
            <p:nvPr/>
          </p:nvSpPr>
          <p:spPr>
            <a:xfrm>
              <a:off x="4378632" y="4399230"/>
              <a:ext cx="22705" cy="28198"/>
            </a:xfrm>
            <a:custGeom>
              <a:avLst/>
              <a:gdLst/>
              <a:ahLst/>
              <a:cxnLst/>
              <a:rect l="l" t="t" r="r" b="b"/>
              <a:pathLst>
                <a:path w="715" h="888" extrusionOk="0">
                  <a:moveTo>
                    <a:pt x="221" y="0"/>
                  </a:moveTo>
                  <a:cubicBezTo>
                    <a:pt x="187" y="0"/>
                    <a:pt x="152" y="10"/>
                    <a:pt x="119" y="30"/>
                  </a:cubicBezTo>
                  <a:cubicBezTo>
                    <a:pt x="24" y="78"/>
                    <a:pt x="0" y="197"/>
                    <a:pt x="60" y="292"/>
                  </a:cubicBezTo>
                  <a:lnTo>
                    <a:pt x="358" y="792"/>
                  </a:lnTo>
                  <a:cubicBezTo>
                    <a:pt x="393" y="851"/>
                    <a:pt x="453" y="887"/>
                    <a:pt x="524" y="887"/>
                  </a:cubicBezTo>
                  <a:cubicBezTo>
                    <a:pt x="548" y="887"/>
                    <a:pt x="584" y="863"/>
                    <a:pt x="608" y="851"/>
                  </a:cubicBezTo>
                  <a:cubicBezTo>
                    <a:pt x="691" y="792"/>
                    <a:pt x="715" y="673"/>
                    <a:pt x="667" y="601"/>
                  </a:cubicBezTo>
                  <a:lnTo>
                    <a:pt x="369" y="89"/>
                  </a:lnTo>
                  <a:cubicBezTo>
                    <a:pt x="346" y="35"/>
                    <a:pt x="286"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62"/>
            <p:cNvSpPr/>
            <p:nvPr/>
          </p:nvSpPr>
          <p:spPr>
            <a:xfrm>
              <a:off x="4426264" y="4351851"/>
              <a:ext cx="29532" cy="21117"/>
            </a:xfrm>
            <a:custGeom>
              <a:avLst/>
              <a:gdLst/>
              <a:ahLst/>
              <a:cxnLst/>
              <a:rect l="l" t="t" r="r" b="b"/>
              <a:pathLst>
                <a:path w="930" h="665" extrusionOk="0">
                  <a:moveTo>
                    <a:pt x="215" y="0"/>
                  </a:moveTo>
                  <a:cubicBezTo>
                    <a:pt x="152" y="0"/>
                    <a:pt x="89" y="32"/>
                    <a:pt x="48" y="81"/>
                  </a:cubicBezTo>
                  <a:cubicBezTo>
                    <a:pt x="1" y="177"/>
                    <a:pt x="36" y="272"/>
                    <a:pt x="108" y="331"/>
                  </a:cubicBezTo>
                  <a:lnTo>
                    <a:pt x="608" y="629"/>
                  </a:lnTo>
                  <a:cubicBezTo>
                    <a:pt x="643" y="653"/>
                    <a:pt x="667" y="665"/>
                    <a:pt x="703" y="665"/>
                  </a:cubicBezTo>
                  <a:cubicBezTo>
                    <a:pt x="763" y="665"/>
                    <a:pt x="822" y="629"/>
                    <a:pt x="870" y="569"/>
                  </a:cubicBezTo>
                  <a:cubicBezTo>
                    <a:pt x="929" y="486"/>
                    <a:pt x="893" y="367"/>
                    <a:pt x="810" y="319"/>
                  </a:cubicBezTo>
                  <a:lnTo>
                    <a:pt x="298" y="22"/>
                  </a:lnTo>
                  <a:cubicBezTo>
                    <a:pt x="272" y="7"/>
                    <a:pt x="24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62"/>
            <p:cNvSpPr/>
            <p:nvPr/>
          </p:nvSpPr>
          <p:spPr>
            <a:xfrm>
              <a:off x="4186196" y="4213463"/>
              <a:ext cx="29500" cy="21117"/>
            </a:xfrm>
            <a:custGeom>
              <a:avLst/>
              <a:gdLst/>
              <a:ahLst/>
              <a:cxnLst/>
              <a:rect l="l" t="t" r="r" b="b"/>
              <a:pathLst>
                <a:path w="929" h="665" extrusionOk="0">
                  <a:moveTo>
                    <a:pt x="214" y="0"/>
                  </a:moveTo>
                  <a:cubicBezTo>
                    <a:pt x="152" y="0"/>
                    <a:pt x="89" y="33"/>
                    <a:pt x="48" y="82"/>
                  </a:cubicBezTo>
                  <a:cubicBezTo>
                    <a:pt x="0" y="165"/>
                    <a:pt x="36" y="272"/>
                    <a:pt x="107" y="332"/>
                  </a:cubicBezTo>
                  <a:lnTo>
                    <a:pt x="619" y="629"/>
                  </a:lnTo>
                  <a:cubicBezTo>
                    <a:pt x="643" y="641"/>
                    <a:pt x="667" y="665"/>
                    <a:pt x="703" y="665"/>
                  </a:cubicBezTo>
                  <a:cubicBezTo>
                    <a:pt x="762" y="665"/>
                    <a:pt x="822" y="629"/>
                    <a:pt x="869" y="570"/>
                  </a:cubicBezTo>
                  <a:cubicBezTo>
                    <a:pt x="929" y="463"/>
                    <a:pt x="893" y="367"/>
                    <a:pt x="810" y="320"/>
                  </a:cubicBezTo>
                  <a:lnTo>
                    <a:pt x="298" y="22"/>
                  </a:lnTo>
                  <a:cubicBezTo>
                    <a:pt x="272" y="7"/>
                    <a:pt x="243"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62"/>
            <p:cNvSpPr/>
            <p:nvPr/>
          </p:nvSpPr>
          <p:spPr>
            <a:xfrm>
              <a:off x="4425883" y="4213590"/>
              <a:ext cx="29913" cy="21371"/>
            </a:xfrm>
            <a:custGeom>
              <a:avLst/>
              <a:gdLst/>
              <a:ahLst/>
              <a:cxnLst/>
              <a:rect l="l" t="t" r="r" b="b"/>
              <a:pathLst>
                <a:path w="942" h="673" extrusionOk="0">
                  <a:moveTo>
                    <a:pt x="725" y="0"/>
                  </a:moveTo>
                  <a:cubicBezTo>
                    <a:pt x="693" y="0"/>
                    <a:pt x="660" y="10"/>
                    <a:pt x="632" y="30"/>
                  </a:cubicBezTo>
                  <a:lnTo>
                    <a:pt x="120" y="328"/>
                  </a:lnTo>
                  <a:cubicBezTo>
                    <a:pt x="36" y="375"/>
                    <a:pt x="1" y="494"/>
                    <a:pt x="60" y="578"/>
                  </a:cubicBezTo>
                  <a:cubicBezTo>
                    <a:pt x="96" y="637"/>
                    <a:pt x="155" y="673"/>
                    <a:pt x="227" y="673"/>
                  </a:cubicBezTo>
                  <a:cubicBezTo>
                    <a:pt x="251" y="673"/>
                    <a:pt x="286" y="661"/>
                    <a:pt x="310" y="637"/>
                  </a:cubicBezTo>
                  <a:lnTo>
                    <a:pt x="822" y="340"/>
                  </a:lnTo>
                  <a:cubicBezTo>
                    <a:pt x="905" y="280"/>
                    <a:pt x="941" y="161"/>
                    <a:pt x="882" y="89"/>
                  </a:cubicBezTo>
                  <a:cubicBezTo>
                    <a:pt x="850" y="35"/>
                    <a:pt x="788"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62"/>
            <p:cNvSpPr/>
            <p:nvPr/>
          </p:nvSpPr>
          <p:spPr>
            <a:xfrm>
              <a:off x="4186196" y="4351978"/>
              <a:ext cx="29500" cy="21371"/>
            </a:xfrm>
            <a:custGeom>
              <a:avLst/>
              <a:gdLst/>
              <a:ahLst/>
              <a:cxnLst/>
              <a:rect l="l" t="t" r="r" b="b"/>
              <a:pathLst>
                <a:path w="929" h="673" extrusionOk="0">
                  <a:moveTo>
                    <a:pt x="725" y="0"/>
                  </a:moveTo>
                  <a:cubicBezTo>
                    <a:pt x="692" y="0"/>
                    <a:pt x="660" y="9"/>
                    <a:pt x="631" y="30"/>
                  </a:cubicBezTo>
                  <a:lnTo>
                    <a:pt x="119" y="327"/>
                  </a:lnTo>
                  <a:cubicBezTo>
                    <a:pt x="36" y="375"/>
                    <a:pt x="0" y="494"/>
                    <a:pt x="60" y="589"/>
                  </a:cubicBezTo>
                  <a:cubicBezTo>
                    <a:pt x="95" y="649"/>
                    <a:pt x="155" y="673"/>
                    <a:pt x="226" y="673"/>
                  </a:cubicBezTo>
                  <a:cubicBezTo>
                    <a:pt x="262" y="673"/>
                    <a:pt x="286" y="661"/>
                    <a:pt x="322" y="649"/>
                  </a:cubicBezTo>
                  <a:lnTo>
                    <a:pt x="822" y="351"/>
                  </a:lnTo>
                  <a:cubicBezTo>
                    <a:pt x="893" y="292"/>
                    <a:pt x="929" y="173"/>
                    <a:pt x="881" y="89"/>
                  </a:cubicBezTo>
                  <a:cubicBezTo>
                    <a:pt x="850" y="34"/>
                    <a:pt x="787"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26" name="Google Shape;9726;p62"/>
          <p:cNvSpPr/>
          <p:nvPr/>
        </p:nvSpPr>
        <p:spPr>
          <a:xfrm>
            <a:off x="4692054" y="4135409"/>
            <a:ext cx="344097" cy="340033"/>
          </a:xfrm>
          <a:custGeom>
            <a:avLst/>
            <a:gdLst/>
            <a:ahLst/>
            <a:cxnLst/>
            <a:rect l="l" t="t" r="r" b="b"/>
            <a:pathLst>
              <a:path w="10836" h="10708" extrusionOk="0">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27" name="Google Shape;9727;p62"/>
          <p:cNvGrpSpPr/>
          <p:nvPr/>
        </p:nvGrpSpPr>
        <p:grpSpPr>
          <a:xfrm>
            <a:off x="5206262" y="4174817"/>
            <a:ext cx="397763" cy="262804"/>
            <a:chOff x="5206262" y="4174817"/>
            <a:chExt cx="397763" cy="262804"/>
          </a:xfrm>
        </p:grpSpPr>
        <p:sp>
          <p:nvSpPr>
            <p:cNvPr id="9728" name="Google Shape;9728;p62"/>
            <p:cNvSpPr/>
            <p:nvPr/>
          </p:nvSpPr>
          <p:spPr>
            <a:xfrm>
              <a:off x="5206262" y="4177104"/>
              <a:ext cx="397763" cy="260518"/>
            </a:xfrm>
            <a:custGeom>
              <a:avLst/>
              <a:gdLst/>
              <a:ahLst/>
              <a:cxnLst/>
              <a:rect l="l" t="t" r="r" b="b"/>
              <a:pathLst>
                <a:path w="12526" h="8204" extrusionOk="0">
                  <a:moveTo>
                    <a:pt x="3655" y="381"/>
                  </a:moveTo>
                  <a:cubicBezTo>
                    <a:pt x="3989" y="381"/>
                    <a:pt x="4298" y="500"/>
                    <a:pt x="4536" y="738"/>
                  </a:cubicBezTo>
                  <a:lnTo>
                    <a:pt x="7049" y="3120"/>
                  </a:lnTo>
                  <a:lnTo>
                    <a:pt x="5644" y="3120"/>
                  </a:lnTo>
                  <a:lnTo>
                    <a:pt x="3512" y="381"/>
                  </a:lnTo>
                  <a:close/>
                  <a:moveTo>
                    <a:pt x="10585" y="3477"/>
                  </a:moveTo>
                  <a:cubicBezTo>
                    <a:pt x="10882" y="3501"/>
                    <a:pt x="11156" y="3620"/>
                    <a:pt x="11382" y="3846"/>
                  </a:cubicBezTo>
                  <a:lnTo>
                    <a:pt x="11502" y="3965"/>
                  </a:lnTo>
                  <a:lnTo>
                    <a:pt x="10763" y="3965"/>
                  </a:lnTo>
                  <a:lnTo>
                    <a:pt x="10763" y="3953"/>
                  </a:lnTo>
                  <a:cubicBezTo>
                    <a:pt x="10656" y="3953"/>
                    <a:pt x="10585" y="3858"/>
                    <a:pt x="10585" y="3775"/>
                  </a:cubicBezTo>
                  <a:lnTo>
                    <a:pt x="10585" y="3477"/>
                  </a:lnTo>
                  <a:close/>
                  <a:moveTo>
                    <a:pt x="7906" y="4263"/>
                  </a:moveTo>
                  <a:lnTo>
                    <a:pt x="4536" y="7430"/>
                  </a:lnTo>
                  <a:cubicBezTo>
                    <a:pt x="4298" y="7656"/>
                    <a:pt x="3989" y="7787"/>
                    <a:pt x="3655" y="7787"/>
                  </a:cubicBezTo>
                  <a:lnTo>
                    <a:pt x="3512" y="7787"/>
                  </a:lnTo>
                  <a:lnTo>
                    <a:pt x="6263" y="4263"/>
                  </a:lnTo>
                  <a:close/>
                  <a:moveTo>
                    <a:pt x="3381" y="0"/>
                  </a:moveTo>
                  <a:cubicBezTo>
                    <a:pt x="3262" y="0"/>
                    <a:pt x="3155" y="60"/>
                    <a:pt x="3108" y="179"/>
                  </a:cubicBezTo>
                  <a:cubicBezTo>
                    <a:pt x="3060" y="286"/>
                    <a:pt x="3060" y="405"/>
                    <a:pt x="3143" y="512"/>
                  </a:cubicBezTo>
                  <a:lnTo>
                    <a:pt x="5167" y="3120"/>
                  </a:lnTo>
                  <a:lnTo>
                    <a:pt x="2512" y="3120"/>
                  </a:lnTo>
                  <a:cubicBezTo>
                    <a:pt x="2405" y="3120"/>
                    <a:pt x="2310" y="3060"/>
                    <a:pt x="2250" y="2965"/>
                  </a:cubicBezTo>
                  <a:lnTo>
                    <a:pt x="1429" y="1536"/>
                  </a:lnTo>
                  <a:cubicBezTo>
                    <a:pt x="1310" y="1334"/>
                    <a:pt x="1084" y="1215"/>
                    <a:pt x="845" y="1215"/>
                  </a:cubicBezTo>
                  <a:lnTo>
                    <a:pt x="310" y="1215"/>
                  </a:lnTo>
                  <a:cubicBezTo>
                    <a:pt x="143" y="1215"/>
                    <a:pt x="0" y="1346"/>
                    <a:pt x="0" y="1524"/>
                  </a:cubicBezTo>
                  <a:lnTo>
                    <a:pt x="0" y="4394"/>
                  </a:lnTo>
                  <a:cubicBezTo>
                    <a:pt x="0" y="4763"/>
                    <a:pt x="310" y="5084"/>
                    <a:pt x="679" y="5084"/>
                  </a:cubicBezTo>
                  <a:lnTo>
                    <a:pt x="2262" y="5084"/>
                  </a:lnTo>
                  <a:cubicBezTo>
                    <a:pt x="2369" y="5084"/>
                    <a:pt x="2441" y="4989"/>
                    <a:pt x="2441" y="4906"/>
                  </a:cubicBezTo>
                  <a:cubicBezTo>
                    <a:pt x="2441" y="4810"/>
                    <a:pt x="2346" y="4727"/>
                    <a:pt x="2262" y="4727"/>
                  </a:cubicBezTo>
                  <a:lnTo>
                    <a:pt x="679" y="4727"/>
                  </a:lnTo>
                  <a:cubicBezTo>
                    <a:pt x="500" y="4727"/>
                    <a:pt x="369" y="4572"/>
                    <a:pt x="369" y="4406"/>
                  </a:cubicBezTo>
                  <a:lnTo>
                    <a:pt x="369" y="1596"/>
                  </a:lnTo>
                  <a:lnTo>
                    <a:pt x="845" y="1596"/>
                  </a:lnTo>
                  <a:cubicBezTo>
                    <a:pt x="965" y="1596"/>
                    <a:pt x="1060" y="1655"/>
                    <a:pt x="1119" y="1750"/>
                  </a:cubicBezTo>
                  <a:lnTo>
                    <a:pt x="1929" y="3179"/>
                  </a:lnTo>
                  <a:cubicBezTo>
                    <a:pt x="2048" y="3382"/>
                    <a:pt x="2274" y="3513"/>
                    <a:pt x="2512" y="3513"/>
                  </a:cubicBezTo>
                  <a:lnTo>
                    <a:pt x="10192" y="3513"/>
                  </a:lnTo>
                  <a:lnTo>
                    <a:pt x="10192" y="3834"/>
                  </a:lnTo>
                  <a:cubicBezTo>
                    <a:pt x="10192" y="4132"/>
                    <a:pt x="10442" y="4382"/>
                    <a:pt x="10740" y="4382"/>
                  </a:cubicBezTo>
                  <a:lnTo>
                    <a:pt x="11835" y="4382"/>
                  </a:lnTo>
                  <a:lnTo>
                    <a:pt x="12049" y="4620"/>
                  </a:lnTo>
                  <a:cubicBezTo>
                    <a:pt x="12085" y="4644"/>
                    <a:pt x="12109" y="4703"/>
                    <a:pt x="12133" y="4751"/>
                  </a:cubicBezTo>
                  <a:lnTo>
                    <a:pt x="7942" y="4751"/>
                  </a:lnTo>
                  <a:lnTo>
                    <a:pt x="8454" y="4275"/>
                  </a:lnTo>
                  <a:cubicBezTo>
                    <a:pt x="8513" y="4227"/>
                    <a:pt x="8525" y="4144"/>
                    <a:pt x="8501" y="4072"/>
                  </a:cubicBezTo>
                  <a:cubicBezTo>
                    <a:pt x="8465" y="3989"/>
                    <a:pt x="8406" y="3953"/>
                    <a:pt x="8334" y="3953"/>
                  </a:cubicBezTo>
                  <a:lnTo>
                    <a:pt x="6203" y="3953"/>
                  </a:lnTo>
                  <a:cubicBezTo>
                    <a:pt x="6120" y="3953"/>
                    <a:pt x="6025" y="3989"/>
                    <a:pt x="5965" y="4072"/>
                  </a:cubicBezTo>
                  <a:lnTo>
                    <a:pt x="5441" y="4739"/>
                  </a:lnTo>
                  <a:lnTo>
                    <a:pt x="3120" y="4739"/>
                  </a:lnTo>
                  <a:cubicBezTo>
                    <a:pt x="3024" y="4739"/>
                    <a:pt x="2941" y="4822"/>
                    <a:pt x="2941" y="4918"/>
                  </a:cubicBezTo>
                  <a:cubicBezTo>
                    <a:pt x="2941" y="5001"/>
                    <a:pt x="3036" y="5096"/>
                    <a:pt x="3120" y="5096"/>
                  </a:cubicBezTo>
                  <a:lnTo>
                    <a:pt x="5167" y="5096"/>
                  </a:lnTo>
                  <a:lnTo>
                    <a:pt x="3143" y="7704"/>
                  </a:lnTo>
                  <a:cubicBezTo>
                    <a:pt x="3060" y="7787"/>
                    <a:pt x="3048" y="7918"/>
                    <a:pt x="3108" y="8025"/>
                  </a:cubicBezTo>
                  <a:cubicBezTo>
                    <a:pt x="3155" y="8132"/>
                    <a:pt x="3274" y="8204"/>
                    <a:pt x="3381" y="8204"/>
                  </a:cubicBezTo>
                  <a:lnTo>
                    <a:pt x="3643" y="8204"/>
                  </a:lnTo>
                  <a:cubicBezTo>
                    <a:pt x="4060" y="8204"/>
                    <a:pt x="4477" y="8037"/>
                    <a:pt x="4775" y="7763"/>
                  </a:cubicBezTo>
                  <a:lnTo>
                    <a:pt x="7572" y="5108"/>
                  </a:lnTo>
                  <a:lnTo>
                    <a:pt x="12252" y="5108"/>
                  </a:lnTo>
                  <a:cubicBezTo>
                    <a:pt x="12395" y="5108"/>
                    <a:pt x="12525" y="4989"/>
                    <a:pt x="12525" y="4822"/>
                  </a:cubicBezTo>
                  <a:cubicBezTo>
                    <a:pt x="12525" y="4584"/>
                    <a:pt x="12466" y="4406"/>
                    <a:pt x="12335" y="4286"/>
                  </a:cubicBezTo>
                  <a:lnTo>
                    <a:pt x="11621" y="3572"/>
                  </a:lnTo>
                  <a:cubicBezTo>
                    <a:pt x="11311" y="3263"/>
                    <a:pt x="10894" y="3096"/>
                    <a:pt x="10466" y="3096"/>
                  </a:cubicBezTo>
                  <a:lnTo>
                    <a:pt x="7572" y="3096"/>
                  </a:lnTo>
                  <a:lnTo>
                    <a:pt x="4775" y="453"/>
                  </a:lnTo>
                  <a:cubicBezTo>
                    <a:pt x="4465" y="155"/>
                    <a:pt x="4060"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62"/>
            <p:cNvSpPr/>
            <p:nvPr/>
          </p:nvSpPr>
          <p:spPr>
            <a:xfrm>
              <a:off x="5434231" y="4174817"/>
              <a:ext cx="167539" cy="70369"/>
            </a:xfrm>
            <a:custGeom>
              <a:avLst/>
              <a:gdLst/>
              <a:ahLst/>
              <a:cxnLst/>
              <a:rect l="l" t="t" r="r" b="b"/>
              <a:pathLst>
                <a:path w="5276" h="2216" extrusionOk="0">
                  <a:moveTo>
                    <a:pt x="2596" y="1"/>
                  </a:moveTo>
                  <a:cubicBezTo>
                    <a:pt x="1965" y="1"/>
                    <a:pt x="1417" y="418"/>
                    <a:pt x="1251" y="1013"/>
                  </a:cubicBezTo>
                  <a:cubicBezTo>
                    <a:pt x="1179" y="1001"/>
                    <a:pt x="1108" y="1001"/>
                    <a:pt x="1048" y="1001"/>
                  </a:cubicBezTo>
                  <a:cubicBezTo>
                    <a:pt x="465" y="1001"/>
                    <a:pt x="1" y="1465"/>
                    <a:pt x="1" y="2037"/>
                  </a:cubicBezTo>
                  <a:cubicBezTo>
                    <a:pt x="24" y="2132"/>
                    <a:pt x="96" y="2203"/>
                    <a:pt x="203" y="2203"/>
                  </a:cubicBezTo>
                  <a:lnTo>
                    <a:pt x="3358" y="2203"/>
                  </a:lnTo>
                  <a:cubicBezTo>
                    <a:pt x="3465" y="2203"/>
                    <a:pt x="3537" y="2120"/>
                    <a:pt x="3537" y="2025"/>
                  </a:cubicBezTo>
                  <a:cubicBezTo>
                    <a:pt x="3537" y="1918"/>
                    <a:pt x="3441" y="1846"/>
                    <a:pt x="3358" y="1846"/>
                  </a:cubicBezTo>
                  <a:lnTo>
                    <a:pt x="405" y="1846"/>
                  </a:lnTo>
                  <a:cubicBezTo>
                    <a:pt x="489" y="1561"/>
                    <a:pt x="751" y="1358"/>
                    <a:pt x="1048" y="1358"/>
                  </a:cubicBezTo>
                  <a:cubicBezTo>
                    <a:pt x="1144" y="1358"/>
                    <a:pt x="1239" y="1370"/>
                    <a:pt x="1334" y="1418"/>
                  </a:cubicBezTo>
                  <a:cubicBezTo>
                    <a:pt x="1359" y="1428"/>
                    <a:pt x="1384" y="1431"/>
                    <a:pt x="1409" y="1431"/>
                  </a:cubicBezTo>
                  <a:cubicBezTo>
                    <a:pt x="1442" y="1431"/>
                    <a:pt x="1473" y="1425"/>
                    <a:pt x="1501" y="1418"/>
                  </a:cubicBezTo>
                  <a:cubicBezTo>
                    <a:pt x="1536" y="1382"/>
                    <a:pt x="1584" y="1346"/>
                    <a:pt x="1584" y="1287"/>
                  </a:cubicBezTo>
                  <a:cubicBezTo>
                    <a:pt x="1644" y="763"/>
                    <a:pt x="2096" y="370"/>
                    <a:pt x="2608" y="370"/>
                  </a:cubicBezTo>
                  <a:cubicBezTo>
                    <a:pt x="3084" y="370"/>
                    <a:pt x="3489" y="691"/>
                    <a:pt x="3608" y="1144"/>
                  </a:cubicBezTo>
                  <a:cubicBezTo>
                    <a:pt x="3620" y="1191"/>
                    <a:pt x="3656" y="1239"/>
                    <a:pt x="3703" y="1263"/>
                  </a:cubicBezTo>
                  <a:cubicBezTo>
                    <a:pt x="3726" y="1286"/>
                    <a:pt x="3758" y="1294"/>
                    <a:pt x="3791" y="1294"/>
                  </a:cubicBezTo>
                  <a:cubicBezTo>
                    <a:pt x="3810" y="1294"/>
                    <a:pt x="3829" y="1291"/>
                    <a:pt x="3846" y="1287"/>
                  </a:cubicBezTo>
                  <a:cubicBezTo>
                    <a:pt x="3930" y="1251"/>
                    <a:pt x="4025" y="1239"/>
                    <a:pt x="4120" y="1239"/>
                  </a:cubicBezTo>
                  <a:cubicBezTo>
                    <a:pt x="4501" y="1239"/>
                    <a:pt x="4811" y="1501"/>
                    <a:pt x="4906" y="1858"/>
                  </a:cubicBezTo>
                  <a:lnTo>
                    <a:pt x="4215" y="1858"/>
                  </a:lnTo>
                  <a:cubicBezTo>
                    <a:pt x="4120" y="1858"/>
                    <a:pt x="4037" y="1953"/>
                    <a:pt x="4037" y="2037"/>
                  </a:cubicBezTo>
                  <a:cubicBezTo>
                    <a:pt x="4037" y="2132"/>
                    <a:pt x="4132" y="2215"/>
                    <a:pt x="4215" y="2215"/>
                  </a:cubicBezTo>
                  <a:lnTo>
                    <a:pt x="5096" y="2215"/>
                  </a:lnTo>
                  <a:cubicBezTo>
                    <a:pt x="5204" y="2215"/>
                    <a:pt x="5275" y="2132"/>
                    <a:pt x="5275" y="2037"/>
                  </a:cubicBezTo>
                  <a:cubicBezTo>
                    <a:pt x="5275" y="1406"/>
                    <a:pt x="4751" y="870"/>
                    <a:pt x="4096" y="870"/>
                  </a:cubicBezTo>
                  <a:cubicBezTo>
                    <a:pt x="4025" y="870"/>
                    <a:pt x="3965" y="870"/>
                    <a:pt x="3894" y="882"/>
                  </a:cubicBezTo>
                  <a:cubicBezTo>
                    <a:pt x="3680" y="358"/>
                    <a:pt x="3180"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62"/>
            <p:cNvSpPr/>
            <p:nvPr/>
          </p:nvSpPr>
          <p:spPr>
            <a:xfrm>
              <a:off x="5360877" y="4298852"/>
              <a:ext cx="15147" cy="15147"/>
            </a:xfrm>
            <a:custGeom>
              <a:avLst/>
              <a:gdLst/>
              <a:ahLst/>
              <a:cxnLst/>
              <a:rect l="l" t="t" r="r" b="b"/>
              <a:pathLst>
                <a:path w="477" h="477" extrusionOk="0">
                  <a:moveTo>
                    <a:pt x="239" y="0"/>
                  </a:moveTo>
                  <a:cubicBezTo>
                    <a:pt x="96" y="0"/>
                    <a:pt x="1" y="95"/>
                    <a:pt x="1" y="238"/>
                  </a:cubicBezTo>
                  <a:cubicBezTo>
                    <a:pt x="1" y="369"/>
                    <a:pt x="96"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62"/>
            <p:cNvSpPr/>
            <p:nvPr/>
          </p:nvSpPr>
          <p:spPr>
            <a:xfrm>
              <a:off x="5329503" y="4298852"/>
              <a:ext cx="15147" cy="15147"/>
            </a:xfrm>
            <a:custGeom>
              <a:avLst/>
              <a:gdLst/>
              <a:ahLst/>
              <a:cxnLst/>
              <a:rect l="l" t="t" r="r" b="b"/>
              <a:pathLst>
                <a:path w="477" h="477" extrusionOk="0">
                  <a:moveTo>
                    <a:pt x="239" y="0"/>
                  </a:moveTo>
                  <a:cubicBezTo>
                    <a:pt x="108" y="0"/>
                    <a:pt x="1" y="95"/>
                    <a:pt x="1" y="238"/>
                  </a:cubicBezTo>
                  <a:cubicBezTo>
                    <a:pt x="1" y="369"/>
                    <a:pt x="108"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62"/>
            <p:cNvSpPr/>
            <p:nvPr/>
          </p:nvSpPr>
          <p:spPr>
            <a:xfrm>
              <a:off x="5298511" y="4299202"/>
              <a:ext cx="14766" cy="15179"/>
            </a:xfrm>
            <a:custGeom>
              <a:avLst/>
              <a:gdLst/>
              <a:ahLst/>
              <a:cxnLst/>
              <a:rect l="l" t="t" r="r" b="b"/>
              <a:pathLst>
                <a:path w="465" h="478" extrusionOk="0">
                  <a:moveTo>
                    <a:pt x="238" y="1"/>
                  </a:moveTo>
                  <a:cubicBezTo>
                    <a:pt x="95" y="1"/>
                    <a:pt x="0" y="108"/>
                    <a:pt x="0" y="239"/>
                  </a:cubicBezTo>
                  <a:cubicBezTo>
                    <a:pt x="0" y="370"/>
                    <a:pt x="95" y="477"/>
                    <a:pt x="238" y="477"/>
                  </a:cubicBezTo>
                  <a:cubicBezTo>
                    <a:pt x="369" y="477"/>
                    <a:pt x="465" y="370"/>
                    <a:pt x="465" y="239"/>
                  </a:cubicBezTo>
                  <a:cubicBezTo>
                    <a:pt x="465"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62"/>
            <p:cNvSpPr/>
            <p:nvPr/>
          </p:nvSpPr>
          <p:spPr>
            <a:xfrm>
              <a:off x="5267137"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69" y="476"/>
                    <a:pt x="476" y="369"/>
                    <a:pt x="476" y="238"/>
                  </a:cubicBezTo>
                  <a:cubicBezTo>
                    <a:pt x="476" y="95"/>
                    <a:pt x="369"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62"/>
            <p:cNvSpPr/>
            <p:nvPr/>
          </p:nvSpPr>
          <p:spPr>
            <a:xfrm>
              <a:off x="5492470"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81" y="476"/>
                    <a:pt x="476" y="381"/>
                    <a:pt x="476" y="238"/>
                  </a:cubicBezTo>
                  <a:cubicBezTo>
                    <a:pt x="476" y="95"/>
                    <a:pt x="381"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5" name="Google Shape;9735;p62"/>
          <p:cNvGrpSpPr/>
          <p:nvPr/>
        </p:nvGrpSpPr>
        <p:grpSpPr>
          <a:xfrm>
            <a:off x="5727616" y="4204699"/>
            <a:ext cx="440505" cy="290018"/>
            <a:chOff x="5727616" y="4204699"/>
            <a:chExt cx="440505" cy="290018"/>
          </a:xfrm>
        </p:grpSpPr>
        <p:sp>
          <p:nvSpPr>
            <p:cNvPr id="9736" name="Google Shape;9736;p62"/>
            <p:cNvSpPr/>
            <p:nvPr/>
          </p:nvSpPr>
          <p:spPr>
            <a:xfrm>
              <a:off x="5727616" y="4204699"/>
              <a:ext cx="440505" cy="290018"/>
            </a:xfrm>
            <a:custGeom>
              <a:avLst/>
              <a:gdLst/>
              <a:ahLst/>
              <a:cxnLst/>
              <a:rect l="l" t="t" r="r" b="b"/>
              <a:pathLst>
                <a:path w="13872" h="9133" extrusionOk="0">
                  <a:moveTo>
                    <a:pt x="13145" y="4465"/>
                  </a:moveTo>
                  <a:lnTo>
                    <a:pt x="13145" y="4870"/>
                  </a:lnTo>
                  <a:lnTo>
                    <a:pt x="12752" y="4870"/>
                  </a:lnTo>
                  <a:lnTo>
                    <a:pt x="12752" y="4465"/>
                  </a:lnTo>
                  <a:close/>
                  <a:moveTo>
                    <a:pt x="1275" y="3941"/>
                  </a:moveTo>
                  <a:lnTo>
                    <a:pt x="1275" y="4430"/>
                  </a:lnTo>
                  <a:cubicBezTo>
                    <a:pt x="1275" y="4775"/>
                    <a:pt x="1013" y="5049"/>
                    <a:pt x="668" y="5049"/>
                  </a:cubicBezTo>
                  <a:lnTo>
                    <a:pt x="418" y="5049"/>
                  </a:lnTo>
                  <a:cubicBezTo>
                    <a:pt x="501" y="4549"/>
                    <a:pt x="810" y="4120"/>
                    <a:pt x="1275" y="3941"/>
                  </a:cubicBezTo>
                  <a:close/>
                  <a:moveTo>
                    <a:pt x="9121" y="417"/>
                  </a:moveTo>
                  <a:cubicBezTo>
                    <a:pt x="9562" y="417"/>
                    <a:pt x="9978" y="620"/>
                    <a:pt x="10252" y="977"/>
                  </a:cubicBezTo>
                  <a:lnTo>
                    <a:pt x="12205" y="3584"/>
                  </a:lnTo>
                  <a:cubicBezTo>
                    <a:pt x="12240" y="3632"/>
                    <a:pt x="12300" y="3656"/>
                    <a:pt x="12360" y="3656"/>
                  </a:cubicBezTo>
                  <a:lnTo>
                    <a:pt x="13312" y="3656"/>
                  </a:lnTo>
                  <a:cubicBezTo>
                    <a:pt x="13431" y="3656"/>
                    <a:pt x="13514" y="3775"/>
                    <a:pt x="13467" y="3882"/>
                  </a:cubicBezTo>
                  <a:lnTo>
                    <a:pt x="13372" y="4060"/>
                  </a:lnTo>
                  <a:lnTo>
                    <a:pt x="12574" y="4060"/>
                  </a:lnTo>
                  <a:cubicBezTo>
                    <a:pt x="12455" y="4060"/>
                    <a:pt x="12360" y="4156"/>
                    <a:pt x="12360" y="4275"/>
                  </a:cubicBezTo>
                  <a:lnTo>
                    <a:pt x="12360" y="5084"/>
                  </a:lnTo>
                  <a:cubicBezTo>
                    <a:pt x="12360" y="5203"/>
                    <a:pt x="12455" y="5299"/>
                    <a:pt x="12574" y="5299"/>
                  </a:cubicBezTo>
                  <a:lnTo>
                    <a:pt x="13181" y="5299"/>
                  </a:lnTo>
                  <a:lnTo>
                    <a:pt x="13181" y="5596"/>
                  </a:lnTo>
                  <a:cubicBezTo>
                    <a:pt x="13181" y="5787"/>
                    <a:pt x="13252" y="5977"/>
                    <a:pt x="13395" y="6096"/>
                  </a:cubicBezTo>
                  <a:cubicBezTo>
                    <a:pt x="13455" y="6156"/>
                    <a:pt x="13479" y="6227"/>
                    <a:pt x="13479" y="6323"/>
                  </a:cubicBezTo>
                  <a:lnTo>
                    <a:pt x="13479" y="6692"/>
                  </a:lnTo>
                  <a:lnTo>
                    <a:pt x="13443" y="6692"/>
                  </a:lnTo>
                  <a:cubicBezTo>
                    <a:pt x="13443" y="7037"/>
                    <a:pt x="13181" y="7311"/>
                    <a:pt x="12836" y="7311"/>
                  </a:cubicBezTo>
                  <a:lnTo>
                    <a:pt x="12526" y="7311"/>
                  </a:lnTo>
                  <a:cubicBezTo>
                    <a:pt x="12419" y="6501"/>
                    <a:pt x="11740" y="5894"/>
                    <a:pt x="10919" y="5894"/>
                  </a:cubicBezTo>
                  <a:cubicBezTo>
                    <a:pt x="10097" y="5894"/>
                    <a:pt x="9419" y="6513"/>
                    <a:pt x="9312" y="7311"/>
                  </a:cubicBezTo>
                  <a:lnTo>
                    <a:pt x="4061" y="7311"/>
                  </a:lnTo>
                  <a:cubicBezTo>
                    <a:pt x="3954" y="6501"/>
                    <a:pt x="3275" y="5894"/>
                    <a:pt x="2454" y="5894"/>
                  </a:cubicBezTo>
                  <a:cubicBezTo>
                    <a:pt x="1632" y="5894"/>
                    <a:pt x="965" y="6501"/>
                    <a:pt x="846" y="7275"/>
                  </a:cubicBezTo>
                  <a:cubicBezTo>
                    <a:pt x="608" y="7204"/>
                    <a:pt x="429" y="6966"/>
                    <a:pt x="429" y="6692"/>
                  </a:cubicBezTo>
                  <a:lnTo>
                    <a:pt x="429" y="5465"/>
                  </a:lnTo>
                  <a:lnTo>
                    <a:pt x="691" y="5465"/>
                  </a:lnTo>
                  <a:cubicBezTo>
                    <a:pt x="1263" y="5465"/>
                    <a:pt x="1703" y="5001"/>
                    <a:pt x="1703" y="4453"/>
                  </a:cubicBezTo>
                  <a:lnTo>
                    <a:pt x="1703" y="3822"/>
                  </a:lnTo>
                  <a:lnTo>
                    <a:pt x="2406" y="3644"/>
                  </a:lnTo>
                  <a:cubicBezTo>
                    <a:pt x="2465" y="3632"/>
                    <a:pt x="2513" y="3596"/>
                    <a:pt x="2525" y="3560"/>
                  </a:cubicBezTo>
                  <a:lnTo>
                    <a:pt x="3954" y="1120"/>
                  </a:lnTo>
                  <a:cubicBezTo>
                    <a:pt x="4204" y="679"/>
                    <a:pt x="4680" y="417"/>
                    <a:pt x="5180" y="417"/>
                  </a:cubicBezTo>
                  <a:close/>
                  <a:moveTo>
                    <a:pt x="2430" y="6275"/>
                  </a:moveTo>
                  <a:cubicBezTo>
                    <a:pt x="3108" y="6275"/>
                    <a:pt x="3656" y="6823"/>
                    <a:pt x="3656" y="7501"/>
                  </a:cubicBezTo>
                  <a:cubicBezTo>
                    <a:pt x="3656" y="8168"/>
                    <a:pt x="3108" y="8716"/>
                    <a:pt x="2430" y="8716"/>
                  </a:cubicBezTo>
                  <a:cubicBezTo>
                    <a:pt x="1763" y="8716"/>
                    <a:pt x="1215" y="8168"/>
                    <a:pt x="1215" y="7501"/>
                  </a:cubicBezTo>
                  <a:cubicBezTo>
                    <a:pt x="1215" y="6823"/>
                    <a:pt x="1763" y="6275"/>
                    <a:pt x="2430" y="6275"/>
                  </a:cubicBezTo>
                  <a:close/>
                  <a:moveTo>
                    <a:pt x="10919" y="6275"/>
                  </a:moveTo>
                  <a:cubicBezTo>
                    <a:pt x="11586" y="6275"/>
                    <a:pt x="12145" y="6823"/>
                    <a:pt x="12145" y="7501"/>
                  </a:cubicBezTo>
                  <a:cubicBezTo>
                    <a:pt x="12145" y="8168"/>
                    <a:pt x="11586" y="8716"/>
                    <a:pt x="10919" y="8716"/>
                  </a:cubicBezTo>
                  <a:cubicBezTo>
                    <a:pt x="10252" y="8716"/>
                    <a:pt x="9693" y="8168"/>
                    <a:pt x="9693" y="7501"/>
                  </a:cubicBezTo>
                  <a:cubicBezTo>
                    <a:pt x="9693" y="6823"/>
                    <a:pt x="10252" y="6275"/>
                    <a:pt x="10919" y="6275"/>
                  </a:cubicBezTo>
                  <a:close/>
                  <a:moveTo>
                    <a:pt x="5144" y="0"/>
                  </a:moveTo>
                  <a:cubicBezTo>
                    <a:pt x="4501" y="0"/>
                    <a:pt x="3894" y="334"/>
                    <a:pt x="3573" y="905"/>
                  </a:cubicBezTo>
                  <a:lnTo>
                    <a:pt x="2180" y="3275"/>
                  </a:lnTo>
                  <a:lnTo>
                    <a:pt x="1430" y="3465"/>
                  </a:lnTo>
                  <a:cubicBezTo>
                    <a:pt x="489" y="3703"/>
                    <a:pt x="1" y="4477"/>
                    <a:pt x="1" y="5251"/>
                  </a:cubicBezTo>
                  <a:lnTo>
                    <a:pt x="1" y="6692"/>
                  </a:lnTo>
                  <a:cubicBezTo>
                    <a:pt x="1" y="7180"/>
                    <a:pt x="358" y="7608"/>
                    <a:pt x="810" y="7692"/>
                  </a:cubicBezTo>
                  <a:cubicBezTo>
                    <a:pt x="906" y="8501"/>
                    <a:pt x="1584" y="9132"/>
                    <a:pt x="2418" y="9132"/>
                  </a:cubicBezTo>
                  <a:cubicBezTo>
                    <a:pt x="3251" y="9132"/>
                    <a:pt x="3930" y="8513"/>
                    <a:pt x="4025" y="7728"/>
                  </a:cubicBezTo>
                  <a:lnTo>
                    <a:pt x="9300" y="7728"/>
                  </a:lnTo>
                  <a:cubicBezTo>
                    <a:pt x="9407" y="8525"/>
                    <a:pt x="10085" y="9132"/>
                    <a:pt x="10907" y="9132"/>
                  </a:cubicBezTo>
                  <a:cubicBezTo>
                    <a:pt x="11740" y="9132"/>
                    <a:pt x="12407" y="8513"/>
                    <a:pt x="12514" y="7728"/>
                  </a:cubicBezTo>
                  <a:lnTo>
                    <a:pt x="12824" y="7728"/>
                  </a:lnTo>
                  <a:cubicBezTo>
                    <a:pt x="13395" y="7728"/>
                    <a:pt x="13836" y="7263"/>
                    <a:pt x="13836" y="6716"/>
                  </a:cubicBezTo>
                  <a:lnTo>
                    <a:pt x="13836" y="6299"/>
                  </a:lnTo>
                  <a:cubicBezTo>
                    <a:pt x="13848" y="6096"/>
                    <a:pt x="13776" y="5918"/>
                    <a:pt x="13645" y="5787"/>
                  </a:cubicBezTo>
                  <a:cubicBezTo>
                    <a:pt x="13586" y="5727"/>
                    <a:pt x="13550" y="5656"/>
                    <a:pt x="13550" y="5561"/>
                  </a:cubicBezTo>
                  <a:lnTo>
                    <a:pt x="13550" y="4572"/>
                  </a:lnTo>
                  <a:lnTo>
                    <a:pt x="13788" y="4037"/>
                  </a:lnTo>
                  <a:cubicBezTo>
                    <a:pt x="13872" y="3846"/>
                    <a:pt x="13872" y="3656"/>
                    <a:pt x="13764" y="3501"/>
                  </a:cubicBezTo>
                  <a:cubicBezTo>
                    <a:pt x="13657" y="3334"/>
                    <a:pt x="13479" y="3239"/>
                    <a:pt x="13288" y="3239"/>
                  </a:cubicBezTo>
                  <a:lnTo>
                    <a:pt x="12443" y="3239"/>
                  </a:lnTo>
                  <a:lnTo>
                    <a:pt x="10550" y="727"/>
                  </a:lnTo>
                  <a:cubicBezTo>
                    <a:pt x="10204" y="262"/>
                    <a:pt x="9657" y="0"/>
                    <a:pt x="90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62"/>
            <p:cNvSpPr/>
            <p:nvPr/>
          </p:nvSpPr>
          <p:spPr>
            <a:xfrm>
              <a:off x="5779789" y="4416409"/>
              <a:ext cx="52205" cy="51475"/>
            </a:xfrm>
            <a:custGeom>
              <a:avLst/>
              <a:gdLst/>
              <a:ahLst/>
              <a:cxnLst/>
              <a:rect l="l" t="t" r="r" b="b"/>
              <a:pathLst>
                <a:path w="1644" h="1621" extrusionOk="0">
                  <a:moveTo>
                    <a:pt x="811" y="1"/>
                  </a:moveTo>
                  <a:cubicBezTo>
                    <a:pt x="584" y="1"/>
                    <a:pt x="394" y="84"/>
                    <a:pt x="239" y="239"/>
                  </a:cubicBezTo>
                  <a:cubicBezTo>
                    <a:pt x="96" y="382"/>
                    <a:pt x="1" y="596"/>
                    <a:pt x="1" y="799"/>
                  </a:cubicBezTo>
                  <a:cubicBezTo>
                    <a:pt x="1" y="1263"/>
                    <a:pt x="382" y="1620"/>
                    <a:pt x="822" y="1620"/>
                  </a:cubicBezTo>
                  <a:cubicBezTo>
                    <a:pt x="1275" y="1620"/>
                    <a:pt x="1644" y="1263"/>
                    <a:pt x="1644" y="799"/>
                  </a:cubicBezTo>
                  <a:cubicBezTo>
                    <a:pt x="1644" y="739"/>
                    <a:pt x="1632" y="668"/>
                    <a:pt x="1608" y="608"/>
                  </a:cubicBezTo>
                  <a:cubicBezTo>
                    <a:pt x="1557" y="546"/>
                    <a:pt x="1478" y="484"/>
                    <a:pt x="1389" y="484"/>
                  </a:cubicBezTo>
                  <a:cubicBezTo>
                    <a:pt x="1375" y="484"/>
                    <a:pt x="1361" y="486"/>
                    <a:pt x="1346" y="489"/>
                  </a:cubicBezTo>
                  <a:cubicBezTo>
                    <a:pt x="1239" y="525"/>
                    <a:pt x="1168" y="620"/>
                    <a:pt x="1192" y="727"/>
                  </a:cubicBezTo>
                  <a:cubicBezTo>
                    <a:pt x="1203" y="763"/>
                    <a:pt x="1203" y="787"/>
                    <a:pt x="1203" y="822"/>
                  </a:cubicBezTo>
                  <a:cubicBezTo>
                    <a:pt x="1203" y="1037"/>
                    <a:pt x="1025" y="1215"/>
                    <a:pt x="811" y="1215"/>
                  </a:cubicBezTo>
                  <a:cubicBezTo>
                    <a:pt x="584" y="1215"/>
                    <a:pt x="406" y="1037"/>
                    <a:pt x="406" y="822"/>
                  </a:cubicBezTo>
                  <a:cubicBezTo>
                    <a:pt x="406" y="596"/>
                    <a:pt x="584" y="418"/>
                    <a:pt x="811" y="418"/>
                  </a:cubicBezTo>
                  <a:cubicBezTo>
                    <a:pt x="930" y="418"/>
                    <a:pt x="1013" y="322"/>
                    <a:pt x="1013" y="203"/>
                  </a:cubicBezTo>
                  <a:cubicBezTo>
                    <a:pt x="1013" y="84"/>
                    <a:pt x="930" y="1"/>
                    <a:pt x="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62"/>
            <p:cNvSpPr/>
            <p:nvPr/>
          </p:nvSpPr>
          <p:spPr>
            <a:xfrm>
              <a:off x="6048627" y="4416409"/>
              <a:ext cx="52205" cy="51856"/>
            </a:xfrm>
            <a:custGeom>
              <a:avLst/>
              <a:gdLst/>
              <a:ahLst/>
              <a:cxnLst/>
              <a:rect l="l" t="t" r="r" b="b"/>
              <a:pathLst>
                <a:path w="1644" h="1633" extrusionOk="0">
                  <a:moveTo>
                    <a:pt x="822" y="1"/>
                  </a:moveTo>
                  <a:cubicBezTo>
                    <a:pt x="596" y="1"/>
                    <a:pt x="405" y="84"/>
                    <a:pt x="238" y="239"/>
                  </a:cubicBezTo>
                  <a:cubicBezTo>
                    <a:pt x="95" y="382"/>
                    <a:pt x="0" y="596"/>
                    <a:pt x="0" y="822"/>
                  </a:cubicBezTo>
                  <a:cubicBezTo>
                    <a:pt x="0" y="1263"/>
                    <a:pt x="381" y="1632"/>
                    <a:pt x="822" y="1632"/>
                  </a:cubicBezTo>
                  <a:cubicBezTo>
                    <a:pt x="1274" y="1632"/>
                    <a:pt x="1643" y="1275"/>
                    <a:pt x="1643" y="822"/>
                  </a:cubicBezTo>
                  <a:cubicBezTo>
                    <a:pt x="1643" y="763"/>
                    <a:pt x="1631" y="680"/>
                    <a:pt x="1608" y="620"/>
                  </a:cubicBezTo>
                  <a:cubicBezTo>
                    <a:pt x="1577" y="548"/>
                    <a:pt x="1492" y="484"/>
                    <a:pt x="1400" y="484"/>
                  </a:cubicBezTo>
                  <a:cubicBezTo>
                    <a:pt x="1386" y="484"/>
                    <a:pt x="1372" y="486"/>
                    <a:pt x="1358" y="489"/>
                  </a:cubicBezTo>
                  <a:cubicBezTo>
                    <a:pt x="1250" y="525"/>
                    <a:pt x="1179" y="620"/>
                    <a:pt x="1215" y="727"/>
                  </a:cubicBezTo>
                  <a:cubicBezTo>
                    <a:pt x="1227" y="763"/>
                    <a:pt x="1227" y="787"/>
                    <a:pt x="1227" y="822"/>
                  </a:cubicBezTo>
                  <a:cubicBezTo>
                    <a:pt x="1227" y="1037"/>
                    <a:pt x="1048" y="1215"/>
                    <a:pt x="822" y="1215"/>
                  </a:cubicBezTo>
                  <a:cubicBezTo>
                    <a:pt x="596" y="1215"/>
                    <a:pt x="417" y="1037"/>
                    <a:pt x="417" y="822"/>
                  </a:cubicBezTo>
                  <a:cubicBezTo>
                    <a:pt x="417" y="596"/>
                    <a:pt x="596" y="418"/>
                    <a:pt x="822" y="418"/>
                  </a:cubicBezTo>
                  <a:cubicBezTo>
                    <a:pt x="941" y="418"/>
                    <a:pt x="1036" y="322"/>
                    <a:pt x="1036" y="203"/>
                  </a:cubicBezTo>
                  <a:cubicBezTo>
                    <a:pt x="1036" y="84"/>
                    <a:pt x="941"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62"/>
            <p:cNvSpPr/>
            <p:nvPr/>
          </p:nvSpPr>
          <p:spPr>
            <a:xfrm>
              <a:off x="6000995" y="4365379"/>
              <a:ext cx="122892" cy="58016"/>
            </a:xfrm>
            <a:custGeom>
              <a:avLst/>
              <a:gdLst/>
              <a:ahLst/>
              <a:cxnLst/>
              <a:rect l="l" t="t" r="r" b="b"/>
              <a:pathLst>
                <a:path w="3870" h="1827" extrusionOk="0">
                  <a:moveTo>
                    <a:pt x="2310" y="1"/>
                  </a:moveTo>
                  <a:cubicBezTo>
                    <a:pt x="1810" y="1"/>
                    <a:pt x="1334" y="143"/>
                    <a:pt x="929" y="429"/>
                  </a:cubicBezTo>
                  <a:cubicBezTo>
                    <a:pt x="524" y="715"/>
                    <a:pt x="226" y="1096"/>
                    <a:pt x="48" y="1548"/>
                  </a:cubicBezTo>
                  <a:cubicBezTo>
                    <a:pt x="0" y="1656"/>
                    <a:pt x="60" y="1775"/>
                    <a:pt x="167" y="1810"/>
                  </a:cubicBezTo>
                  <a:cubicBezTo>
                    <a:pt x="192" y="1822"/>
                    <a:pt x="218" y="1827"/>
                    <a:pt x="244" y="1827"/>
                  </a:cubicBezTo>
                  <a:cubicBezTo>
                    <a:pt x="326" y="1827"/>
                    <a:pt x="404" y="1773"/>
                    <a:pt x="441" y="1691"/>
                  </a:cubicBezTo>
                  <a:cubicBezTo>
                    <a:pt x="738" y="917"/>
                    <a:pt x="1488" y="405"/>
                    <a:pt x="2322" y="405"/>
                  </a:cubicBezTo>
                  <a:cubicBezTo>
                    <a:pt x="2774" y="405"/>
                    <a:pt x="3191" y="536"/>
                    <a:pt x="3548" y="798"/>
                  </a:cubicBezTo>
                  <a:cubicBezTo>
                    <a:pt x="3581" y="831"/>
                    <a:pt x="3624" y="846"/>
                    <a:pt x="3667" y="846"/>
                  </a:cubicBezTo>
                  <a:cubicBezTo>
                    <a:pt x="3732" y="846"/>
                    <a:pt x="3798" y="813"/>
                    <a:pt x="3834" y="763"/>
                  </a:cubicBezTo>
                  <a:cubicBezTo>
                    <a:pt x="3870" y="679"/>
                    <a:pt x="3858" y="560"/>
                    <a:pt x="3774" y="489"/>
                  </a:cubicBezTo>
                  <a:cubicBezTo>
                    <a:pt x="3334" y="179"/>
                    <a:pt x="2846"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62"/>
            <p:cNvSpPr/>
            <p:nvPr/>
          </p:nvSpPr>
          <p:spPr>
            <a:xfrm>
              <a:off x="5816847" y="4230039"/>
              <a:ext cx="124797" cy="193610"/>
            </a:xfrm>
            <a:custGeom>
              <a:avLst/>
              <a:gdLst/>
              <a:ahLst/>
              <a:cxnLst/>
              <a:rect l="l" t="t" r="r" b="b"/>
              <a:pathLst>
                <a:path w="3930" h="6097" extrusionOk="0">
                  <a:moveTo>
                    <a:pt x="3513" y="417"/>
                  </a:moveTo>
                  <a:lnTo>
                    <a:pt x="3513" y="2441"/>
                  </a:lnTo>
                  <a:lnTo>
                    <a:pt x="822" y="2441"/>
                  </a:lnTo>
                  <a:lnTo>
                    <a:pt x="1834" y="714"/>
                  </a:lnTo>
                  <a:cubicBezTo>
                    <a:pt x="1930" y="524"/>
                    <a:pt x="2144" y="417"/>
                    <a:pt x="2346" y="417"/>
                  </a:cubicBezTo>
                  <a:close/>
                  <a:moveTo>
                    <a:pt x="2346" y="0"/>
                  </a:moveTo>
                  <a:cubicBezTo>
                    <a:pt x="1989" y="0"/>
                    <a:pt x="1644" y="203"/>
                    <a:pt x="1465" y="512"/>
                  </a:cubicBezTo>
                  <a:lnTo>
                    <a:pt x="60" y="2917"/>
                  </a:lnTo>
                  <a:cubicBezTo>
                    <a:pt x="1" y="3024"/>
                    <a:pt x="25" y="3143"/>
                    <a:pt x="132" y="3203"/>
                  </a:cubicBezTo>
                  <a:cubicBezTo>
                    <a:pt x="155" y="3215"/>
                    <a:pt x="203" y="3239"/>
                    <a:pt x="239" y="3239"/>
                  </a:cubicBezTo>
                  <a:cubicBezTo>
                    <a:pt x="310" y="3239"/>
                    <a:pt x="370" y="3203"/>
                    <a:pt x="417" y="3131"/>
                  </a:cubicBezTo>
                  <a:lnTo>
                    <a:pt x="572" y="2846"/>
                  </a:lnTo>
                  <a:lnTo>
                    <a:pt x="3513" y="2846"/>
                  </a:lnTo>
                  <a:lnTo>
                    <a:pt x="3513" y="5882"/>
                  </a:lnTo>
                  <a:cubicBezTo>
                    <a:pt x="3513" y="6001"/>
                    <a:pt x="3596" y="6096"/>
                    <a:pt x="3715" y="6096"/>
                  </a:cubicBezTo>
                  <a:cubicBezTo>
                    <a:pt x="3835" y="6096"/>
                    <a:pt x="3930" y="6001"/>
                    <a:pt x="3930" y="5882"/>
                  </a:cubicBezTo>
                  <a:lnTo>
                    <a:pt x="3930" y="203"/>
                  </a:lnTo>
                  <a:cubicBezTo>
                    <a:pt x="3918" y="95"/>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2"/>
            <p:cNvSpPr/>
            <p:nvPr/>
          </p:nvSpPr>
          <p:spPr>
            <a:xfrm>
              <a:off x="5954474" y="4230039"/>
              <a:ext cx="120256" cy="102854"/>
            </a:xfrm>
            <a:custGeom>
              <a:avLst/>
              <a:gdLst/>
              <a:ahLst/>
              <a:cxnLst/>
              <a:rect l="l" t="t" r="r" b="b"/>
              <a:pathLst>
                <a:path w="3787" h="3239" extrusionOk="0">
                  <a:moveTo>
                    <a:pt x="203" y="0"/>
                  </a:moveTo>
                  <a:cubicBezTo>
                    <a:pt x="84" y="0"/>
                    <a:pt x="1" y="95"/>
                    <a:pt x="1" y="214"/>
                  </a:cubicBezTo>
                  <a:lnTo>
                    <a:pt x="1" y="3024"/>
                  </a:lnTo>
                  <a:cubicBezTo>
                    <a:pt x="1" y="3143"/>
                    <a:pt x="84" y="3239"/>
                    <a:pt x="203" y="3239"/>
                  </a:cubicBezTo>
                  <a:cubicBezTo>
                    <a:pt x="322" y="3239"/>
                    <a:pt x="417" y="3143"/>
                    <a:pt x="417" y="3024"/>
                  </a:cubicBezTo>
                  <a:lnTo>
                    <a:pt x="417" y="405"/>
                  </a:lnTo>
                  <a:lnTo>
                    <a:pt x="1977" y="405"/>
                  </a:lnTo>
                  <a:cubicBezTo>
                    <a:pt x="2132" y="405"/>
                    <a:pt x="2322" y="512"/>
                    <a:pt x="2429" y="655"/>
                  </a:cubicBezTo>
                  <a:lnTo>
                    <a:pt x="3287" y="1786"/>
                  </a:lnTo>
                  <a:cubicBezTo>
                    <a:pt x="3346" y="1869"/>
                    <a:pt x="3358" y="1941"/>
                    <a:pt x="3358" y="2024"/>
                  </a:cubicBezTo>
                  <a:cubicBezTo>
                    <a:pt x="3358" y="2250"/>
                    <a:pt x="3180" y="2429"/>
                    <a:pt x="2953" y="2429"/>
                  </a:cubicBezTo>
                  <a:lnTo>
                    <a:pt x="1013" y="2429"/>
                  </a:lnTo>
                  <a:cubicBezTo>
                    <a:pt x="894" y="2429"/>
                    <a:pt x="798" y="2524"/>
                    <a:pt x="798" y="2643"/>
                  </a:cubicBezTo>
                  <a:cubicBezTo>
                    <a:pt x="798" y="2762"/>
                    <a:pt x="882" y="2846"/>
                    <a:pt x="1013" y="2846"/>
                  </a:cubicBezTo>
                  <a:lnTo>
                    <a:pt x="2977" y="2846"/>
                  </a:lnTo>
                  <a:cubicBezTo>
                    <a:pt x="3418" y="2846"/>
                    <a:pt x="3787" y="2489"/>
                    <a:pt x="3787" y="2024"/>
                  </a:cubicBezTo>
                  <a:cubicBezTo>
                    <a:pt x="3787" y="1846"/>
                    <a:pt x="3727" y="1691"/>
                    <a:pt x="3632" y="1536"/>
                  </a:cubicBezTo>
                  <a:lnTo>
                    <a:pt x="2775" y="405"/>
                  </a:lnTo>
                  <a:cubicBezTo>
                    <a:pt x="2584" y="155"/>
                    <a:pt x="2287"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62"/>
            <p:cNvSpPr/>
            <p:nvPr/>
          </p:nvSpPr>
          <p:spPr>
            <a:xfrm>
              <a:off x="5876198" y="4333243"/>
              <a:ext cx="39376" cy="13274"/>
            </a:xfrm>
            <a:custGeom>
              <a:avLst/>
              <a:gdLst/>
              <a:ahLst/>
              <a:cxnLst/>
              <a:rect l="l" t="t" r="r" b="b"/>
              <a:pathLst>
                <a:path w="1240" h="418" extrusionOk="0">
                  <a:moveTo>
                    <a:pt x="215" y="1"/>
                  </a:moveTo>
                  <a:cubicBezTo>
                    <a:pt x="96" y="1"/>
                    <a:pt x="1" y="84"/>
                    <a:pt x="1" y="203"/>
                  </a:cubicBezTo>
                  <a:cubicBezTo>
                    <a:pt x="1" y="322"/>
                    <a:pt x="96" y="417"/>
                    <a:pt x="215" y="417"/>
                  </a:cubicBezTo>
                  <a:lnTo>
                    <a:pt x="1025" y="417"/>
                  </a:lnTo>
                  <a:cubicBezTo>
                    <a:pt x="1144" y="417"/>
                    <a:pt x="1239" y="322"/>
                    <a:pt x="1239" y="203"/>
                  </a:cubicBezTo>
                  <a:cubicBezTo>
                    <a:pt x="1239" y="84"/>
                    <a:pt x="1156" y="1"/>
                    <a:pt x="1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62"/>
            <p:cNvSpPr/>
            <p:nvPr/>
          </p:nvSpPr>
          <p:spPr>
            <a:xfrm>
              <a:off x="5979433" y="4333243"/>
              <a:ext cx="39344" cy="13274"/>
            </a:xfrm>
            <a:custGeom>
              <a:avLst/>
              <a:gdLst/>
              <a:ahLst/>
              <a:cxnLst/>
              <a:rect l="l" t="t" r="r" b="b"/>
              <a:pathLst>
                <a:path w="1239" h="418" extrusionOk="0">
                  <a:moveTo>
                    <a:pt x="203" y="1"/>
                  </a:moveTo>
                  <a:cubicBezTo>
                    <a:pt x="84" y="1"/>
                    <a:pt x="0" y="84"/>
                    <a:pt x="0" y="203"/>
                  </a:cubicBezTo>
                  <a:cubicBezTo>
                    <a:pt x="0" y="322"/>
                    <a:pt x="84" y="417"/>
                    <a:pt x="203" y="417"/>
                  </a:cubicBezTo>
                  <a:lnTo>
                    <a:pt x="1024" y="417"/>
                  </a:lnTo>
                  <a:cubicBezTo>
                    <a:pt x="1143" y="417"/>
                    <a:pt x="1239" y="322"/>
                    <a:pt x="1239" y="203"/>
                  </a:cubicBezTo>
                  <a:cubicBezTo>
                    <a:pt x="1239" y="84"/>
                    <a:pt x="1143"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4" name="Google Shape;9744;p62"/>
          <p:cNvGrpSpPr/>
          <p:nvPr/>
        </p:nvGrpSpPr>
        <p:grpSpPr>
          <a:xfrm>
            <a:off x="6410063" y="4135124"/>
            <a:ext cx="159950" cy="364516"/>
            <a:chOff x="6410063" y="4135124"/>
            <a:chExt cx="159950" cy="364516"/>
          </a:xfrm>
        </p:grpSpPr>
        <p:sp>
          <p:nvSpPr>
            <p:cNvPr id="9745" name="Google Shape;9745;p62"/>
            <p:cNvSpPr/>
            <p:nvPr/>
          </p:nvSpPr>
          <p:spPr>
            <a:xfrm>
              <a:off x="6493991" y="4299202"/>
              <a:ext cx="36328" cy="200438"/>
            </a:xfrm>
            <a:custGeom>
              <a:avLst/>
              <a:gdLst/>
              <a:ahLst/>
              <a:cxnLst/>
              <a:rect l="l" t="t" r="r" b="b"/>
              <a:pathLst>
                <a:path w="1144" h="6312" extrusionOk="0">
                  <a:moveTo>
                    <a:pt x="965" y="1"/>
                  </a:moveTo>
                  <a:cubicBezTo>
                    <a:pt x="882" y="1"/>
                    <a:pt x="810" y="72"/>
                    <a:pt x="810" y="168"/>
                  </a:cubicBezTo>
                  <a:lnTo>
                    <a:pt x="810" y="5716"/>
                  </a:lnTo>
                  <a:cubicBezTo>
                    <a:pt x="810" y="5847"/>
                    <a:pt x="703" y="5954"/>
                    <a:pt x="584" y="5966"/>
                  </a:cubicBezTo>
                  <a:cubicBezTo>
                    <a:pt x="453" y="5966"/>
                    <a:pt x="334" y="5859"/>
                    <a:pt x="334" y="5728"/>
                  </a:cubicBezTo>
                  <a:lnTo>
                    <a:pt x="334" y="4656"/>
                  </a:lnTo>
                  <a:cubicBezTo>
                    <a:pt x="334" y="4573"/>
                    <a:pt x="251" y="4490"/>
                    <a:pt x="167" y="4490"/>
                  </a:cubicBezTo>
                  <a:cubicBezTo>
                    <a:pt x="72" y="4490"/>
                    <a:pt x="1" y="4573"/>
                    <a:pt x="1" y="4656"/>
                  </a:cubicBezTo>
                  <a:lnTo>
                    <a:pt x="1" y="5728"/>
                  </a:lnTo>
                  <a:cubicBezTo>
                    <a:pt x="1" y="5966"/>
                    <a:pt x="167" y="6192"/>
                    <a:pt x="394" y="6276"/>
                  </a:cubicBezTo>
                  <a:cubicBezTo>
                    <a:pt x="453" y="6299"/>
                    <a:pt x="525" y="6311"/>
                    <a:pt x="596" y="6311"/>
                  </a:cubicBezTo>
                  <a:cubicBezTo>
                    <a:pt x="906" y="6299"/>
                    <a:pt x="1144" y="6037"/>
                    <a:pt x="1144" y="5728"/>
                  </a:cubicBezTo>
                  <a:lnTo>
                    <a:pt x="1144" y="180"/>
                  </a:lnTo>
                  <a:cubicBezTo>
                    <a:pt x="1144" y="72"/>
                    <a:pt x="1072"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62"/>
            <p:cNvSpPr/>
            <p:nvPr/>
          </p:nvSpPr>
          <p:spPr>
            <a:xfrm>
              <a:off x="6454297" y="4135124"/>
              <a:ext cx="71099" cy="71131"/>
            </a:xfrm>
            <a:custGeom>
              <a:avLst/>
              <a:gdLst/>
              <a:ahLst/>
              <a:cxnLst/>
              <a:rect l="l" t="t" r="r" b="b"/>
              <a:pathLst>
                <a:path w="2239" h="2240" extrusionOk="0">
                  <a:moveTo>
                    <a:pt x="1120" y="346"/>
                  </a:moveTo>
                  <a:cubicBezTo>
                    <a:pt x="1548" y="346"/>
                    <a:pt x="1894" y="679"/>
                    <a:pt x="1894" y="1120"/>
                  </a:cubicBezTo>
                  <a:cubicBezTo>
                    <a:pt x="1894" y="1548"/>
                    <a:pt x="1548" y="1894"/>
                    <a:pt x="1120" y="1894"/>
                  </a:cubicBezTo>
                  <a:cubicBezTo>
                    <a:pt x="691" y="1894"/>
                    <a:pt x="346" y="1548"/>
                    <a:pt x="346" y="1120"/>
                  </a:cubicBezTo>
                  <a:cubicBezTo>
                    <a:pt x="346" y="679"/>
                    <a:pt x="691" y="346"/>
                    <a:pt x="1120" y="346"/>
                  </a:cubicBezTo>
                  <a:close/>
                  <a:moveTo>
                    <a:pt x="1120" y="1"/>
                  </a:moveTo>
                  <a:cubicBezTo>
                    <a:pt x="513" y="1"/>
                    <a:pt x="1" y="513"/>
                    <a:pt x="1" y="1120"/>
                  </a:cubicBezTo>
                  <a:cubicBezTo>
                    <a:pt x="1" y="1727"/>
                    <a:pt x="513" y="2239"/>
                    <a:pt x="1120" y="2239"/>
                  </a:cubicBezTo>
                  <a:cubicBezTo>
                    <a:pt x="1727" y="2239"/>
                    <a:pt x="2239" y="1727"/>
                    <a:pt x="2239" y="1120"/>
                  </a:cubicBezTo>
                  <a:cubicBezTo>
                    <a:pt x="2239" y="513"/>
                    <a:pt x="1727"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62"/>
            <p:cNvSpPr/>
            <p:nvPr/>
          </p:nvSpPr>
          <p:spPr>
            <a:xfrm>
              <a:off x="6410063" y="4252712"/>
              <a:ext cx="94566" cy="246927"/>
            </a:xfrm>
            <a:custGeom>
              <a:avLst/>
              <a:gdLst/>
              <a:ahLst/>
              <a:cxnLst/>
              <a:rect l="l" t="t" r="r" b="b"/>
              <a:pathLst>
                <a:path w="2978" h="7776" extrusionOk="0">
                  <a:moveTo>
                    <a:pt x="1191" y="0"/>
                  </a:moveTo>
                  <a:cubicBezTo>
                    <a:pt x="977" y="0"/>
                    <a:pt x="798" y="179"/>
                    <a:pt x="798" y="393"/>
                  </a:cubicBezTo>
                  <a:lnTo>
                    <a:pt x="798" y="2894"/>
                  </a:lnTo>
                  <a:cubicBezTo>
                    <a:pt x="798" y="3025"/>
                    <a:pt x="691" y="3132"/>
                    <a:pt x="560" y="3132"/>
                  </a:cubicBezTo>
                  <a:cubicBezTo>
                    <a:pt x="429" y="3132"/>
                    <a:pt x="322" y="3025"/>
                    <a:pt x="322" y="2894"/>
                  </a:cubicBezTo>
                  <a:lnTo>
                    <a:pt x="322" y="2275"/>
                  </a:lnTo>
                  <a:cubicBezTo>
                    <a:pt x="322" y="2191"/>
                    <a:pt x="251" y="2120"/>
                    <a:pt x="155" y="2120"/>
                  </a:cubicBezTo>
                  <a:cubicBezTo>
                    <a:pt x="72" y="2120"/>
                    <a:pt x="1" y="2191"/>
                    <a:pt x="1" y="2275"/>
                  </a:cubicBezTo>
                  <a:lnTo>
                    <a:pt x="1" y="2894"/>
                  </a:lnTo>
                  <a:cubicBezTo>
                    <a:pt x="1" y="3203"/>
                    <a:pt x="251" y="3465"/>
                    <a:pt x="572" y="3465"/>
                  </a:cubicBezTo>
                  <a:cubicBezTo>
                    <a:pt x="894" y="3465"/>
                    <a:pt x="1156" y="3215"/>
                    <a:pt x="1156" y="2894"/>
                  </a:cubicBezTo>
                  <a:lnTo>
                    <a:pt x="1156" y="393"/>
                  </a:lnTo>
                  <a:cubicBezTo>
                    <a:pt x="1156" y="358"/>
                    <a:pt x="1191" y="334"/>
                    <a:pt x="1215" y="334"/>
                  </a:cubicBezTo>
                  <a:cubicBezTo>
                    <a:pt x="1251" y="334"/>
                    <a:pt x="1275" y="358"/>
                    <a:pt x="1275" y="393"/>
                  </a:cubicBezTo>
                  <a:lnTo>
                    <a:pt x="1275" y="7192"/>
                  </a:lnTo>
                  <a:cubicBezTo>
                    <a:pt x="1275" y="7501"/>
                    <a:pt x="1525" y="7775"/>
                    <a:pt x="1858" y="7775"/>
                  </a:cubicBezTo>
                  <a:cubicBezTo>
                    <a:pt x="2168" y="7775"/>
                    <a:pt x="2441" y="7513"/>
                    <a:pt x="2441" y="7192"/>
                  </a:cubicBezTo>
                  <a:lnTo>
                    <a:pt x="2441" y="4251"/>
                  </a:lnTo>
                  <a:cubicBezTo>
                    <a:pt x="2441" y="4168"/>
                    <a:pt x="2501" y="4132"/>
                    <a:pt x="2560" y="4132"/>
                  </a:cubicBezTo>
                  <a:cubicBezTo>
                    <a:pt x="2632" y="4132"/>
                    <a:pt x="2680" y="4191"/>
                    <a:pt x="2680" y="4251"/>
                  </a:cubicBezTo>
                  <a:lnTo>
                    <a:pt x="2644" y="5442"/>
                  </a:lnTo>
                  <a:cubicBezTo>
                    <a:pt x="2644" y="5525"/>
                    <a:pt x="2715" y="5596"/>
                    <a:pt x="2810" y="5596"/>
                  </a:cubicBezTo>
                  <a:cubicBezTo>
                    <a:pt x="2894" y="5596"/>
                    <a:pt x="2977" y="5525"/>
                    <a:pt x="2977" y="5442"/>
                  </a:cubicBezTo>
                  <a:lnTo>
                    <a:pt x="2977" y="4251"/>
                  </a:lnTo>
                  <a:cubicBezTo>
                    <a:pt x="2977" y="3989"/>
                    <a:pt x="2763" y="3787"/>
                    <a:pt x="2513" y="3787"/>
                  </a:cubicBezTo>
                  <a:cubicBezTo>
                    <a:pt x="2263" y="3787"/>
                    <a:pt x="2048" y="3989"/>
                    <a:pt x="2048" y="4251"/>
                  </a:cubicBezTo>
                  <a:lnTo>
                    <a:pt x="2048" y="7192"/>
                  </a:lnTo>
                  <a:cubicBezTo>
                    <a:pt x="2048" y="7323"/>
                    <a:pt x="1941" y="7430"/>
                    <a:pt x="1810" y="7430"/>
                  </a:cubicBezTo>
                  <a:cubicBezTo>
                    <a:pt x="1679" y="7430"/>
                    <a:pt x="1572" y="7323"/>
                    <a:pt x="1572" y="7192"/>
                  </a:cubicBezTo>
                  <a:lnTo>
                    <a:pt x="1572" y="393"/>
                  </a:lnTo>
                  <a:cubicBezTo>
                    <a:pt x="1572" y="179"/>
                    <a:pt x="1394" y="0"/>
                    <a:pt x="1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62"/>
            <p:cNvSpPr/>
            <p:nvPr/>
          </p:nvSpPr>
          <p:spPr>
            <a:xfrm>
              <a:off x="6410063" y="4212638"/>
              <a:ext cx="159950" cy="150519"/>
            </a:xfrm>
            <a:custGeom>
              <a:avLst/>
              <a:gdLst/>
              <a:ahLst/>
              <a:cxnLst/>
              <a:rect l="l" t="t" r="r" b="b"/>
              <a:pathLst>
                <a:path w="5037" h="4740" extrusionOk="0">
                  <a:moveTo>
                    <a:pt x="1429" y="0"/>
                  </a:moveTo>
                  <a:cubicBezTo>
                    <a:pt x="632" y="0"/>
                    <a:pt x="1" y="643"/>
                    <a:pt x="1" y="1429"/>
                  </a:cubicBezTo>
                  <a:lnTo>
                    <a:pt x="1" y="2858"/>
                  </a:lnTo>
                  <a:cubicBezTo>
                    <a:pt x="1" y="2953"/>
                    <a:pt x="72" y="3025"/>
                    <a:pt x="155" y="3025"/>
                  </a:cubicBezTo>
                  <a:cubicBezTo>
                    <a:pt x="251" y="3025"/>
                    <a:pt x="322" y="2953"/>
                    <a:pt x="322" y="2858"/>
                  </a:cubicBezTo>
                  <a:lnTo>
                    <a:pt x="322" y="1429"/>
                  </a:lnTo>
                  <a:cubicBezTo>
                    <a:pt x="322" y="822"/>
                    <a:pt x="810" y="334"/>
                    <a:pt x="1429" y="334"/>
                  </a:cubicBezTo>
                  <a:lnTo>
                    <a:pt x="3608" y="334"/>
                  </a:lnTo>
                  <a:cubicBezTo>
                    <a:pt x="4227" y="334"/>
                    <a:pt x="4715" y="822"/>
                    <a:pt x="4715" y="1429"/>
                  </a:cubicBezTo>
                  <a:lnTo>
                    <a:pt x="4715" y="4144"/>
                  </a:lnTo>
                  <a:cubicBezTo>
                    <a:pt x="4715" y="4275"/>
                    <a:pt x="4608" y="4382"/>
                    <a:pt x="4489" y="4394"/>
                  </a:cubicBezTo>
                  <a:cubicBezTo>
                    <a:pt x="4358" y="4394"/>
                    <a:pt x="4239" y="4287"/>
                    <a:pt x="4239" y="4156"/>
                  </a:cubicBezTo>
                  <a:lnTo>
                    <a:pt x="4239" y="1655"/>
                  </a:lnTo>
                  <a:cubicBezTo>
                    <a:pt x="4239" y="1441"/>
                    <a:pt x="4061" y="1262"/>
                    <a:pt x="3846" y="1262"/>
                  </a:cubicBezTo>
                  <a:cubicBezTo>
                    <a:pt x="3644" y="1262"/>
                    <a:pt x="3465" y="1441"/>
                    <a:pt x="3465" y="1655"/>
                  </a:cubicBezTo>
                  <a:lnTo>
                    <a:pt x="3465" y="2239"/>
                  </a:lnTo>
                  <a:cubicBezTo>
                    <a:pt x="3465" y="2322"/>
                    <a:pt x="3537" y="2394"/>
                    <a:pt x="3632" y="2394"/>
                  </a:cubicBezTo>
                  <a:cubicBezTo>
                    <a:pt x="3715" y="2394"/>
                    <a:pt x="3787" y="2322"/>
                    <a:pt x="3787" y="2239"/>
                  </a:cubicBezTo>
                  <a:lnTo>
                    <a:pt x="3787" y="1655"/>
                  </a:lnTo>
                  <a:cubicBezTo>
                    <a:pt x="3787" y="1620"/>
                    <a:pt x="3814" y="1602"/>
                    <a:pt x="3840" y="1602"/>
                  </a:cubicBezTo>
                  <a:cubicBezTo>
                    <a:pt x="3867" y="1602"/>
                    <a:pt x="3894" y="1620"/>
                    <a:pt x="3894" y="1655"/>
                  </a:cubicBezTo>
                  <a:lnTo>
                    <a:pt x="3894" y="4156"/>
                  </a:lnTo>
                  <a:cubicBezTo>
                    <a:pt x="3894" y="4382"/>
                    <a:pt x="4049" y="4596"/>
                    <a:pt x="4251" y="4691"/>
                  </a:cubicBezTo>
                  <a:cubicBezTo>
                    <a:pt x="4323" y="4715"/>
                    <a:pt x="4406" y="4739"/>
                    <a:pt x="4489" y="4739"/>
                  </a:cubicBezTo>
                  <a:cubicBezTo>
                    <a:pt x="4799" y="4715"/>
                    <a:pt x="5037" y="4465"/>
                    <a:pt x="5037" y="4156"/>
                  </a:cubicBezTo>
                  <a:lnTo>
                    <a:pt x="5037" y="1429"/>
                  </a:lnTo>
                  <a:cubicBezTo>
                    <a:pt x="5037" y="643"/>
                    <a:pt x="4406"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9" name="Google Shape;9749;p62"/>
          <p:cNvGrpSpPr/>
          <p:nvPr/>
        </p:nvGrpSpPr>
        <p:grpSpPr>
          <a:xfrm>
            <a:off x="6924652" y="4135505"/>
            <a:ext cx="214378" cy="364135"/>
            <a:chOff x="6924652" y="4135505"/>
            <a:chExt cx="214378" cy="364135"/>
          </a:xfrm>
        </p:grpSpPr>
        <p:sp>
          <p:nvSpPr>
            <p:cNvPr id="9750" name="Google Shape;9750;p62"/>
            <p:cNvSpPr/>
            <p:nvPr/>
          </p:nvSpPr>
          <p:spPr>
            <a:xfrm>
              <a:off x="6996482" y="4135505"/>
              <a:ext cx="70718" cy="71099"/>
            </a:xfrm>
            <a:custGeom>
              <a:avLst/>
              <a:gdLst/>
              <a:ahLst/>
              <a:cxnLst/>
              <a:rect l="l" t="t" r="r" b="b"/>
              <a:pathLst>
                <a:path w="2227" h="2239" extrusionOk="0">
                  <a:moveTo>
                    <a:pt x="1119" y="346"/>
                  </a:moveTo>
                  <a:cubicBezTo>
                    <a:pt x="1548" y="346"/>
                    <a:pt x="1893" y="691"/>
                    <a:pt x="1893" y="1120"/>
                  </a:cubicBezTo>
                  <a:cubicBezTo>
                    <a:pt x="1893" y="1548"/>
                    <a:pt x="1548" y="1894"/>
                    <a:pt x="1119" y="1894"/>
                  </a:cubicBezTo>
                  <a:cubicBezTo>
                    <a:pt x="679" y="1894"/>
                    <a:pt x="345" y="1548"/>
                    <a:pt x="345" y="1120"/>
                  </a:cubicBezTo>
                  <a:cubicBezTo>
                    <a:pt x="345" y="691"/>
                    <a:pt x="703" y="346"/>
                    <a:pt x="1119" y="346"/>
                  </a:cubicBezTo>
                  <a:close/>
                  <a:moveTo>
                    <a:pt x="1119" y="1"/>
                  </a:moveTo>
                  <a:cubicBezTo>
                    <a:pt x="500" y="1"/>
                    <a:pt x="0" y="513"/>
                    <a:pt x="0" y="1120"/>
                  </a:cubicBezTo>
                  <a:cubicBezTo>
                    <a:pt x="12" y="1727"/>
                    <a:pt x="500" y="2239"/>
                    <a:pt x="1119" y="2239"/>
                  </a:cubicBezTo>
                  <a:cubicBezTo>
                    <a:pt x="1727" y="2239"/>
                    <a:pt x="2227" y="1727"/>
                    <a:pt x="2227" y="1120"/>
                  </a:cubicBezTo>
                  <a:cubicBezTo>
                    <a:pt x="2227" y="513"/>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2"/>
            <p:cNvSpPr/>
            <p:nvPr/>
          </p:nvSpPr>
          <p:spPr>
            <a:xfrm>
              <a:off x="7018012" y="4345183"/>
              <a:ext cx="88882" cy="154456"/>
            </a:xfrm>
            <a:custGeom>
              <a:avLst/>
              <a:gdLst/>
              <a:ahLst/>
              <a:cxnLst/>
              <a:rect l="l" t="t" r="r" b="b"/>
              <a:pathLst>
                <a:path w="2799" h="4864" extrusionOk="0">
                  <a:moveTo>
                    <a:pt x="2293" y="0"/>
                  </a:moveTo>
                  <a:cubicBezTo>
                    <a:pt x="2280" y="0"/>
                    <a:pt x="2266" y="2"/>
                    <a:pt x="2251" y="6"/>
                  </a:cubicBezTo>
                  <a:cubicBezTo>
                    <a:pt x="2168" y="41"/>
                    <a:pt x="2108" y="125"/>
                    <a:pt x="2132" y="220"/>
                  </a:cubicBezTo>
                  <a:lnTo>
                    <a:pt x="2358" y="1077"/>
                  </a:lnTo>
                  <a:lnTo>
                    <a:pt x="1549" y="1077"/>
                  </a:lnTo>
                  <a:cubicBezTo>
                    <a:pt x="1465" y="1077"/>
                    <a:pt x="1394" y="1160"/>
                    <a:pt x="1394" y="1244"/>
                  </a:cubicBezTo>
                  <a:lnTo>
                    <a:pt x="1394" y="4280"/>
                  </a:lnTo>
                  <a:cubicBezTo>
                    <a:pt x="1394" y="4411"/>
                    <a:pt x="1287" y="4518"/>
                    <a:pt x="1156" y="4518"/>
                  </a:cubicBezTo>
                  <a:cubicBezTo>
                    <a:pt x="1013" y="4518"/>
                    <a:pt x="918" y="4411"/>
                    <a:pt x="918" y="4280"/>
                  </a:cubicBezTo>
                  <a:lnTo>
                    <a:pt x="918" y="1244"/>
                  </a:lnTo>
                  <a:cubicBezTo>
                    <a:pt x="918" y="1160"/>
                    <a:pt x="834" y="1077"/>
                    <a:pt x="751" y="1077"/>
                  </a:cubicBezTo>
                  <a:lnTo>
                    <a:pt x="168" y="1077"/>
                  </a:lnTo>
                  <a:cubicBezTo>
                    <a:pt x="84" y="1077"/>
                    <a:pt x="1" y="1160"/>
                    <a:pt x="1" y="1244"/>
                  </a:cubicBezTo>
                  <a:lnTo>
                    <a:pt x="1" y="2482"/>
                  </a:lnTo>
                  <a:cubicBezTo>
                    <a:pt x="1" y="2565"/>
                    <a:pt x="84" y="2649"/>
                    <a:pt x="168" y="2649"/>
                  </a:cubicBezTo>
                  <a:cubicBezTo>
                    <a:pt x="263" y="2649"/>
                    <a:pt x="334" y="2565"/>
                    <a:pt x="334" y="2482"/>
                  </a:cubicBezTo>
                  <a:lnTo>
                    <a:pt x="334" y="1422"/>
                  </a:lnTo>
                  <a:lnTo>
                    <a:pt x="584" y="1422"/>
                  </a:lnTo>
                  <a:lnTo>
                    <a:pt x="584" y="4280"/>
                  </a:lnTo>
                  <a:cubicBezTo>
                    <a:pt x="584" y="4589"/>
                    <a:pt x="834" y="4863"/>
                    <a:pt x="1168" y="4863"/>
                  </a:cubicBezTo>
                  <a:cubicBezTo>
                    <a:pt x="1477" y="4863"/>
                    <a:pt x="1751" y="4601"/>
                    <a:pt x="1751" y="4280"/>
                  </a:cubicBezTo>
                  <a:lnTo>
                    <a:pt x="1751" y="1422"/>
                  </a:lnTo>
                  <a:lnTo>
                    <a:pt x="2608" y="1422"/>
                  </a:lnTo>
                  <a:cubicBezTo>
                    <a:pt x="2715" y="1422"/>
                    <a:pt x="2799" y="1315"/>
                    <a:pt x="2775" y="1208"/>
                  </a:cubicBezTo>
                  <a:lnTo>
                    <a:pt x="2465" y="125"/>
                  </a:lnTo>
                  <a:cubicBezTo>
                    <a:pt x="2435" y="54"/>
                    <a:pt x="2370" y="0"/>
                    <a:pt x="2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62"/>
            <p:cNvSpPr/>
            <p:nvPr/>
          </p:nvSpPr>
          <p:spPr>
            <a:xfrm>
              <a:off x="6948850" y="4212638"/>
              <a:ext cx="190181" cy="149884"/>
            </a:xfrm>
            <a:custGeom>
              <a:avLst/>
              <a:gdLst/>
              <a:ahLst/>
              <a:cxnLst/>
              <a:rect l="l" t="t" r="r" b="b"/>
              <a:pathLst>
                <a:path w="5989" h="4720" extrusionOk="0">
                  <a:moveTo>
                    <a:pt x="1548" y="0"/>
                  </a:moveTo>
                  <a:cubicBezTo>
                    <a:pt x="917" y="0"/>
                    <a:pt x="369" y="417"/>
                    <a:pt x="179" y="1012"/>
                  </a:cubicBezTo>
                  <a:lnTo>
                    <a:pt x="179" y="1024"/>
                  </a:lnTo>
                  <a:lnTo>
                    <a:pt x="24" y="1596"/>
                  </a:lnTo>
                  <a:cubicBezTo>
                    <a:pt x="0" y="1679"/>
                    <a:pt x="60" y="1774"/>
                    <a:pt x="143" y="1798"/>
                  </a:cubicBezTo>
                  <a:cubicBezTo>
                    <a:pt x="160" y="1805"/>
                    <a:pt x="177" y="1809"/>
                    <a:pt x="194" y="1809"/>
                  </a:cubicBezTo>
                  <a:cubicBezTo>
                    <a:pt x="262" y="1809"/>
                    <a:pt x="329" y="1755"/>
                    <a:pt x="357" y="1679"/>
                  </a:cubicBezTo>
                  <a:lnTo>
                    <a:pt x="500" y="1132"/>
                  </a:lnTo>
                  <a:lnTo>
                    <a:pt x="500" y="1120"/>
                  </a:lnTo>
                  <a:cubicBezTo>
                    <a:pt x="631" y="655"/>
                    <a:pt x="1072" y="334"/>
                    <a:pt x="1548" y="334"/>
                  </a:cubicBezTo>
                  <a:lnTo>
                    <a:pt x="3727" y="334"/>
                  </a:lnTo>
                  <a:cubicBezTo>
                    <a:pt x="4203" y="334"/>
                    <a:pt x="4643" y="655"/>
                    <a:pt x="4774" y="1120"/>
                  </a:cubicBezTo>
                  <a:lnTo>
                    <a:pt x="4774" y="1132"/>
                  </a:lnTo>
                  <a:lnTo>
                    <a:pt x="5596" y="4084"/>
                  </a:lnTo>
                  <a:cubicBezTo>
                    <a:pt x="5620" y="4191"/>
                    <a:pt x="5548" y="4334"/>
                    <a:pt x="5429" y="4382"/>
                  </a:cubicBezTo>
                  <a:cubicBezTo>
                    <a:pt x="5414" y="4385"/>
                    <a:pt x="5398" y="4386"/>
                    <a:pt x="5383" y="4386"/>
                  </a:cubicBezTo>
                  <a:cubicBezTo>
                    <a:pt x="5278" y="4386"/>
                    <a:pt x="5173" y="4319"/>
                    <a:pt x="5132" y="4215"/>
                  </a:cubicBezTo>
                  <a:lnTo>
                    <a:pt x="4382" y="1560"/>
                  </a:lnTo>
                  <a:cubicBezTo>
                    <a:pt x="4346" y="1405"/>
                    <a:pt x="4179" y="1286"/>
                    <a:pt x="4012" y="1286"/>
                  </a:cubicBezTo>
                  <a:cubicBezTo>
                    <a:pt x="3762" y="1286"/>
                    <a:pt x="3572" y="1524"/>
                    <a:pt x="3631" y="1774"/>
                  </a:cubicBezTo>
                  <a:lnTo>
                    <a:pt x="4131" y="3751"/>
                  </a:lnTo>
                  <a:cubicBezTo>
                    <a:pt x="4161" y="3830"/>
                    <a:pt x="4223" y="3876"/>
                    <a:pt x="4298" y="3876"/>
                  </a:cubicBezTo>
                  <a:cubicBezTo>
                    <a:pt x="4313" y="3876"/>
                    <a:pt x="4329" y="3874"/>
                    <a:pt x="4346" y="3870"/>
                  </a:cubicBezTo>
                  <a:cubicBezTo>
                    <a:pt x="4429" y="3834"/>
                    <a:pt x="4489" y="3751"/>
                    <a:pt x="4465" y="3656"/>
                  </a:cubicBezTo>
                  <a:lnTo>
                    <a:pt x="3953" y="1679"/>
                  </a:lnTo>
                  <a:cubicBezTo>
                    <a:pt x="3946" y="1637"/>
                    <a:pt x="3980" y="1607"/>
                    <a:pt x="4012" y="1607"/>
                  </a:cubicBezTo>
                  <a:cubicBezTo>
                    <a:pt x="4034" y="1607"/>
                    <a:pt x="4055" y="1621"/>
                    <a:pt x="4060" y="1655"/>
                  </a:cubicBezTo>
                  <a:lnTo>
                    <a:pt x="4798" y="4299"/>
                  </a:lnTo>
                  <a:cubicBezTo>
                    <a:pt x="4879" y="4552"/>
                    <a:pt x="5116" y="4719"/>
                    <a:pt x="5368" y="4719"/>
                  </a:cubicBezTo>
                  <a:cubicBezTo>
                    <a:pt x="5412" y="4719"/>
                    <a:pt x="5456" y="4714"/>
                    <a:pt x="5501" y="4703"/>
                  </a:cubicBezTo>
                  <a:cubicBezTo>
                    <a:pt x="5810" y="4620"/>
                    <a:pt x="5989" y="4287"/>
                    <a:pt x="5917" y="3989"/>
                  </a:cubicBezTo>
                  <a:lnTo>
                    <a:pt x="5096" y="1024"/>
                  </a:lnTo>
                  <a:lnTo>
                    <a:pt x="5096" y="1012"/>
                  </a:lnTo>
                  <a:cubicBezTo>
                    <a:pt x="4917" y="417"/>
                    <a:pt x="4358"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62"/>
            <p:cNvSpPr/>
            <p:nvPr/>
          </p:nvSpPr>
          <p:spPr>
            <a:xfrm>
              <a:off x="6924652" y="4252331"/>
              <a:ext cx="103617" cy="245815"/>
            </a:xfrm>
            <a:custGeom>
              <a:avLst/>
              <a:gdLst/>
              <a:ahLst/>
              <a:cxnLst/>
              <a:rect l="l" t="t" r="r" b="b"/>
              <a:pathLst>
                <a:path w="3263" h="7741" extrusionOk="0">
                  <a:moveTo>
                    <a:pt x="1988" y="1"/>
                  </a:moveTo>
                  <a:cubicBezTo>
                    <a:pt x="1810" y="1"/>
                    <a:pt x="1667" y="120"/>
                    <a:pt x="1619" y="286"/>
                  </a:cubicBezTo>
                  <a:lnTo>
                    <a:pt x="881" y="2930"/>
                  </a:lnTo>
                  <a:cubicBezTo>
                    <a:pt x="851" y="3030"/>
                    <a:pt x="754" y="3105"/>
                    <a:pt x="645" y="3105"/>
                  </a:cubicBezTo>
                  <a:cubicBezTo>
                    <a:pt x="625" y="3105"/>
                    <a:pt x="604" y="3102"/>
                    <a:pt x="583" y="3096"/>
                  </a:cubicBezTo>
                  <a:cubicBezTo>
                    <a:pt x="464" y="3072"/>
                    <a:pt x="381" y="2930"/>
                    <a:pt x="417" y="2799"/>
                  </a:cubicBezTo>
                  <a:lnTo>
                    <a:pt x="905" y="1048"/>
                  </a:lnTo>
                  <a:cubicBezTo>
                    <a:pt x="941" y="953"/>
                    <a:pt x="881" y="870"/>
                    <a:pt x="786" y="834"/>
                  </a:cubicBezTo>
                  <a:cubicBezTo>
                    <a:pt x="773" y="830"/>
                    <a:pt x="760" y="829"/>
                    <a:pt x="748" y="829"/>
                  </a:cubicBezTo>
                  <a:cubicBezTo>
                    <a:pt x="675" y="829"/>
                    <a:pt x="604" y="882"/>
                    <a:pt x="583" y="953"/>
                  </a:cubicBezTo>
                  <a:lnTo>
                    <a:pt x="83" y="2715"/>
                  </a:lnTo>
                  <a:cubicBezTo>
                    <a:pt x="0" y="3013"/>
                    <a:pt x="191" y="3334"/>
                    <a:pt x="488" y="3406"/>
                  </a:cubicBezTo>
                  <a:cubicBezTo>
                    <a:pt x="541" y="3423"/>
                    <a:pt x="594" y="3430"/>
                    <a:pt x="647" y="3430"/>
                  </a:cubicBezTo>
                  <a:cubicBezTo>
                    <a:pt x="895" y="3430"/>
                    <a:pt x="1132" y="3258"/>
                    <a:pt x="1191" y="3013"/>
                  </a:cubicBezTo>
                  <a:lnTo>
                    <a:pt x="1929" y="358"/>
                  </a:lnTo>
                  <a:cubicBezTo>
                    <a:pt x="1938" y="329"/>
                    <a:pt x="1964" y="315"/>
                    <a:pt x="1988" y="315"/>
                  </a:cubicBezTo>
                  <a:cubicBezTo>
                    <a:pt x="2024" y="315"/>
                    <a:pt x="2057" y="344"/>
                    <a:pt x="2036" y="393"/>
                  </a:cubicBezTo>
                  <a:lnTo>
                    <a:pt x="1083" y="4096"/>
                  </a:lnTo>
                  <a:cubicBezTo>
                    <a:pt x="1060" y="4203"/>
                    <a:pt x="1143" y="4299"/>
                    <a:pt x="1250" y="4299"/>
                  </a:cubicBezTo>
                  <a:lnTo>
                    <a:pt x="2107" y="4299"/>
                  </a:lnTo>
                  <a:lnTo>
                    <a:pt x="2107" y="7156"/>
                  </a:lnTo>
                  <a:cubicBezTo>
                    <a:pt x="2107" y="7478"/>
                    <a:pt x="2346" y="7728"/>
                    <a:pt x="2667" y="7740"/>
                  </a:cubicBezTo>
                  <a:cubicBezTo>
                    <a:pt x="2676" y="7740"/>
                    <a:pt x="2684" y="7740"/>
                    <a:pt x="2693" y="7740"/>
                  </a:cubicBezTo>
                  <a:cubicBezTo>
                    <a:pt x="2922" y="7740"/>
                    <a:pt x="3146" y="7589"/>
                    <a:pt x="3227" y="7371"/>
                  </a:cubicBezTo>
                  <a:cubicBezTo>
                    <a:pt x="3262" y="7311"/>
                    <a:pt x="3262" y="7240"/>
                    <a:pt x="3262" y="7156"/>
                  </a:cubicBezTo>
                  <a:lnTo>
                    <a:pt x="3262" y="6025"/>
                  </a:lnTo>
                  <a:cubicBezTo>
                    <a:pt x="3262" y="5966"/>
                    <a:pt x="3179" y="5894"/>
                    <a:pt x="3096" y="5894"/>
                  </a:cubicBezTo>
                  <a:cubicBezTo>
                    <a:pt x="3000" y="5894"/>
                    <a:pt x="2929" y="5966"/>
                    <a:pt x="2929" y="6061"/>
                  </a:cubicBezTo>
                  <a:lnTo>
                    <a:pt x="2929" y="7192"/>
                  </a:lnTo>
                  <a:cubicBezTo>
                    <a:pt x="2929" y="7323"/>
                    <a:pt x="2810" y="7430"/>
                    <a:pt x="2679" y="7430"/>
                  </a:cubicBezTo>
                  <a:cubicBezTo>
                    <a:pt x="2560" y="7430"/>
                    <a:pt x="2453" y="7311"/>
                    <a:pt x="2453" y="7180"/>
                  </a:cubicBezTo>
                  <a:lnTo>
                    <a:pt x="2453" y="4156"/>
                  </a:lnTo>
                  <a:cubicBezTo>
                    <a:pt x="2453" y="4061"/>
                    <a:pt x="2381" y="3989"/>
                    <a:pt x="2286" y="3989"/>
                  </a:cubicBezTo>
                  <a:lnTo>
                    <a:pt x="1488" y="3989"/>
                  </a:lnTo>
                  <a:lnTo>
                    <a:pt x="2381" y="489"/>
                  </a:lnTo>
                  <a:cubicBezTo>
                    <a:pt x="2441" y="251"/>
                    <a:pt x="2250" y="1"/>
                    <a:pt x="1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4" name="Google Shape;9754;p62"/>
          <p:cNvGrpSpPr/>
          <p:nvPr/>
        </p:nvGrpSpPr>
        <p:grpSpPr>
          <a:xfrm>
            <a:off x="7384751" y="4147984"/>
            <a:ext cx="380012" cy="351274"/>
            <a:chOff x="7384751" y="4147984"/>
            <a:chExt cx="380012" cy="351274"/>
          </a:xfrm>
        </p:grpSpPr>
        <p:sp>
          <p:nvSpPr>
            <p:cNvPr id="9755" name="Google Shape;9755;p62"/>
            <p:cNvSpPr/>
            <p:nvPr/>
          </p:nvSpPr>
          <p:spPr>
            <a:xfrm>
              <a:off x="7385513" y="4225879"/>
              <a:ext cx="379250" cy="273379"/>
            </a:xfrm>
            <a:custGeom>
              <a:avLst/>
              <a:gdLst/>
              <a:ahLst/>
              <a:cxnLst/>
              <a:rect l="l" t="t" r="r" b="b"/>
              <a:pathLst>
                <a:path w="11943" h="8609" extrusionOk="0">
                  <a:moveTo>
                    <a:pt x="11740" y="0"/>
                  </a:moveTo>
                  <a:cubicBezTo>
                    <a:pt x="11645" y="0"/>
                    <a:pt x="11562" y="72"/>
                    <a:pt x="11562" y="179"/>
                  </a:cubicBezTo>
                  <a:lnTo>
                    <a:pt x="11562" y="2667"/>
                  </a:lnTo>
                  <a:cubicBezTo>
                    <a:pt x="11562" y="3393"/>
                    <a:pt x="10966" y="3989"/>
                    <a:pt x="10240" y="3989"/>
                  </a:cubicBezTo>
                  <a:lnTo>
                    <a:pt x="9085" y="3989"/>
                  </a:lnTo>
                  <a:cubicBezTo>
                    <a:pt x="8954" y="3989"/>
                    <a:pt x="8823" y="4084"/>
                    <a:pt x="8776" y="4203"/>
                  </a:cubicBezTo>
                  <a:cubicBezTo>
                    <a:pt x="8573" y="4703"/>
                    <a:pt x="8549" y="5167"/>
                    <a:pt x="8752" y="5537"/>
                  </a:cubicBezTo>
                  <a:cubicBezTo>
                    <a:pt x="8823" y="5703"/>
                    <a:pt x="8942" y="5834"/>
                    <a:pt x="9049" y="5941"/>
                  </a:cubicBezTo>
                  <a:cubicBezTo>
                    <a:pt x="8752" y="5929"/>
                    <a:pt x="8514" y="5822"/>
                    <a:pt x="8359" y="5656"/>
                  </a:cubicBezTo>
                  <a:cubicBezTo>
                    <a:pt x="8240" y="5537"/>
                    <a:pt x="7978" y="5167"/>
                    <a:pt x="8073" y="4358"/>
                  </a:cubicBezTo>
                  <a:cubicBezTo>
                    <a:pt x="8109" y="4155"/>
                    <a:pt x="7942" y="3977"/>
                    <a:pt x="7740" y="3977"/>
                  </a:cubicBezTo>
                  <a:lnTo>
                    <a:pt x="5954" y="3977"/>
                  </a:lnTo>
                  <a:cubicBezTo>
                    <a:pt x="5859" y="3977"/>
                    <a:pt x="5775" y="4048"/>
                    <a:pt x="5775" y="4155"/>
                  </a:cubicBezTo>
                  <a:cubicBezTo>
                    <a:pt x="5775" y="4263"/>
                    <a:pt x="5847" y="4334"/>
                    <a:pt x="5954" y="4334"/>
                  </a:cubicBezTo>
                  <a:lnTo>
                    <a:pt x="6847" y="4334"/>
                  </a:lnTo>
                  <a:lnTo>
                    <a:pt x="6847" y="5691"/>
                  </a:lnTo>
                  <a:cubicBezTo>
                    <a:pt x="6847" y="6430"/>
                    <a:pt x="6228" y="7037"/>
                    <a:pt x="5490" y="7037"/>
                  </a:cubicBezTo>
                  <a:lnTo>
                    <a:pt x="4704" y="7037"/>
                  </a:lnTo>
                  <a:cubicBezTo>
                    <a:pt x="4561" y="7037"/>
                    <a:pt x="4466" y="7144"/>
                    <a:pt x="4466" y="7275"/>
                  </a:cubicBezTo>
                  <a:cubicBezTo>
                    <a:pt x="4442" y="7834"/>
                    <a:pt x="4239" y="8215"/>
                    <a:pt x="3668" y="8251"/>
                  </a:cubicBezTo>
                  <a:cubicBezTo>
                    <a:pt x="3930" y="7977"/>
                    <a:pt x="3954" y="7573"/>
                    <a:pt x="3882" y="7239"/>
                  </a:cubicBezTo>
                  <a:cubicBezTo>
                    <a:pt x="3846" y="7120"/>
                    <a:pt x="3763" y="7037"/>
                    <a:pt x="3644" y="7037"/>
                  </a:cubicBezTo>
                  <a:lnTo>
                    <a:pt x="1703" y="7037"/>
                  </a:lnTo>
                  <a:cubicBezTo>
                    <a:pt x="965" y="7037"/>
                    <a:pt x="358" y="6430"/>
                    <a:pt x="358" y="5691"/>
                  </a:cubicBezTo>
                  <a:lnTo>
                    <a:pt x="358" y="5310"/>
                  </a:lnTo>
                  <a:cubicBezTo>
                    <a:pt x="358" y="5227"/>
                    <a:pt x="275" y="5132"/>
                    <a:pt x="179" y="5132"/>
                  </a:cubicBezTo>
                  <a:cubicBezTo>
                    <a:pt x="84" y="5132"/>
                    <a:pt x="1" y="5215"/>
                    <a:pt x="1" y="5310"/>
                  </a:cubicBezTo>
                  <a:lnTo>
                    <a:pt x="1" y="5691"/>
                  </a:lnTo>
                  <a:cubicBezTo>
                    <a:pt x="1" y="6620"/>
                    <a:pt x="751" y="7394"/>
                    <a:pt x="1703" y="7394"/>
                  </a:cubicBezTo>
                  <a:lnTo>
                    <a:pt x="3573" y="7394"/>
                  </a:lnTo>
                  <a:cubicBezTo>
                    <a:pt x="3596" y="7620"/>
                    <a:pt x="3596" y="8025"/>
                    <a:pt x="3215" y="8144"/>
                  </a:cubicBezTo>
                  <a:cubicBezTo>
                    <a:pt x="2989" y="8215"/>
                    <a:pt x="3001" y="8525"/>
                    <a:pt x="3239" y="8573"/>
                  </a:cubicBezTo>
                  <a:cubicBezTo>
                    <a:pt x="3370" y="8608"/>
                    <a:pt x="3489" y="8608"/>
                    <a:pt x="3596" y="8608"/>
                  </a:cubicBezTo>
                  <a:cubicBezTo>
                    <a:pt x="4299" y="8608"/>
                    <a:pt x="4763" y="8204"/>
                    <a:pt x="4823" y="7394"/>
                  </a:cubicBezTo>
                  <a:lnTo>
                    <a:pt x="5513" y="7394"/>
                  </a:lnTo>
                  <a:cubicBezTo>
                    <a:pt x="6454" y="7394"/>
                    <a:pt x="7228" y="6644"/>
                    <a:pt x="7228" y="5691"/>
                  </a:cubicBezTo>
                  <a:lnTo>
                    <a:pt x="7228" y="4334"/>
                  </a:lnTo>
                  <a:lnTo>
                    <a:pt x="7764" y="4334"/>
                  </a:lnTo>
                  <a:cubicBezTo>
                    <a:pt x="7716" y="4715"/>
                    <a:pt x="7704" y="5429"/>
                    <a:pt x="8157" y="5894"/>
                  </a:cubicBezTo>
                  <a:cubicBezTo>
                    <a:pt x="8407" y="6168"/>
                    <a:pt x="8764" y="6299"/>
                    <a:pt x="9240" y="6299"/>
                  </a:cubicBezTo>
                  <a:cubicBezTo>
                    <a:pt x="9311" y="6299"/>
                    <a:pt x="9383" y="6299"/>
                    <a:pt x="9478" y="6287"/>
                  </a:cubicBezTo>
                  <a:cubicBezTo>
                    <a:pt x="9704" y="6263"/>
                    <a:pt x="9776" y="5965"/>
                    <a:pt x="9561" y="5846"/>
                  </a:cubicBezTo>
                  <a:cubicBezTo>
                    <a:pt x="8847" y="5429"/>
                    <a:pt x="9002" y="4715"/>
                    <a:pt x="9145" y="4334"/>
                  </a:cubicBezTo>
                  <a:lnTo>
                    <a:pt x="10276" y="4334"/>
                  </a:lnTo>
                  <a:cubicBezTo>
                    <a:pt x="11205" y="4334"/>
                    <a:pt x="11943" y="3584"/>
                    <a:pt x="11943" y="2667"/>
                  </a:cubicBezTo>
                  <a:lnTo>
                    <a:pt x="11943" y="179"/>
                  </a:lnTo>
                  <a:cubicBezTo>
                    <a:pt x="11919" y="95"/>
                    <a:pt x="11847" y="0"/>
                    <a:pt x="11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62"/>
            <p:cNvSpPr/>
            <p:nvPr/>
          </p:nvSpPr>
          <p:spPr>
            <a:xfrm>
              <a:off x="7384751" y="4147984"/>
              <a:ext cx="380012" cy="228382"/>
            </a:xfrm>
            <a:custGeom>
              <a:avLst/>
              <a:gdLst/>
              <a:ahLst/>
              <a:cxnLst/>
              <a:rect l="l" t="t" r="r" b="b"/>
              <a:pathLst>
                <a:path w="11967" h="7192" extrusionOk="0">
                  <a:moveTo>
                    <a:pt x="3144" y="0"/>
                  </a:moveTo>
                  <a:cubicBezTo>
                    <a:pt x="2227" y="0"/>
                    <a:pt x="1477" y="739"/>
                    <a:pt x="1477" y="1667"/>
                  </a:cubicBezTo>
                  <a:lnTo>
                    <a:pt x="1477" y="4132"/>
                  </a:lnTo>
                  <a:cubicBezTo>
                    <a:pt x="1108" y="4191"/>
                    <a:pt x="751" y="4358"/>
                    <a:pt x="477" y="4644"/>
                  </a:cubicBezTo>
                  <a:cubicBezTo>
                    <a:pt x="168" y="4965"/>
                    <a:pt x="1" y="5382"/>
                    <a:pt x="1" y="5823"/>
                  </a:cubicBezTo>
                  <a:lnTo>
                    <a:pt x="1" y="7013"/>
                  </a:lnTo>
                  <a:cubicBezTo>
                    <a:pt x="1" y="7097"/>
                    <a:pt x="84" y="7192"/>
                    <a:pt x="180" y="7192"/>
                  </a:cubicBezTo>
                  <a:cubicBezTo>
                    <a:pt x="275" y="7192"/>
                    <a:pt x="358" y="7108"/>
                    <a:pt x="358" y="7013"/>
                  </a:cubicBezTo>
                  <a:lnTo>
                    <a:pt x="358" y="5823"/>
                  </a:lnTo>
                  <a:cubicBezTo>
                    <a:pt x="358" y="5465"/>
                    <a:pt x="501" y="5132"/>
                    <a:pt x="751" y="4882"/>
                  </a:cubicBezTo>
                  <a:cubicBezTo>
                    <a:pt x="953" y="4668"/>
                    <a:pt x="1203" y="4537"/>
                    <a:pt x="1489" y="4477"/>
                  </a:cubicBezTo>
                  <a:lnTo>
                    <a:pt x="1489" y="5084"/>
                  </a:lnTo>
                  <a:cubicBezTo>
                    <a:pt x="1489" y="6013"/>
                    <a:pt x="2239" y="6751"/>
                    <a:pt x="3156" y="6751"/>
                  </a:cubicBezTo>
                  <a:lnTo>
                    <a:pt x="5240" y="6751"/>
                  </a:lnTo>
                  <a:cubicBezTo>
                    <a:pt x="5335" y="6751"/>
                    <a:pt x="5418" y="6680"/>
                    <a:pt x="5418" y="6573"/>
                  </a:cubicBezTo>
                  <a:cubicBezTo>
                    <a:pt x="5418" y="6489"/>
                    <a:pt x="5347" y="6394"/>
                    <a:pt x="5240" y="6394"/>
                  </a:cubicBezTo>
                  <a:lnTo>
                    <a:pt x="3156" y="6394"/>
                  </a:lnTo>
                  <a:cubicBezTo>
                    <a:pt x="2430" y="6394"/>
                    <a:pt x="1834" y="5799"/>
                    <a:pt x="1834" y="5073"/>
                  </a:cubicBezTo>
                  <a:lnTo>
                    <a:pt x="1834" y="1620"/>
                  </a:lnTo>
                  <a:cubicBezTo>
                    <a:pt x="1834" y="893"/>
                    <a:pt x="2430" y="298"/>
                    <a:pt x="3156" y="298"/>
                  </a:cubicBezTo>
                  <a:lnTo>
                    <a:pt x="10288" y="298"/>
                  </a:lnTo>
                  <a:cubicBezTo>
                    <a:pt x="11014" y="298"/>
                    <a:pt x="11610" y="893"/>
                    <a:pt x="11610" y="1620"/>
                  </a:cubicBezTo>
                  <a:lnTo>
                    <a:pt x="11610" y="1846"/>
                  </a:lnTo>
                  <a:cubicBezTo>
                    <a:pt x="11610" y="1929"/>
                    <a:pt x="11693" y="2025"/>
                    <a:pt x="11788" y="2025"/>
                  </a:cubicBezTo>
                  <a:cubicBezTo>
                    <a:pt x="11883" y="2025"/>
                    <a:pt x="11967" y="1953"/>
                    <a:pt x="11967" y="1846"/>
                  </a:cubicBezTo>
                  <a:lnTo>
                    <a:pt x="11967" y="1620"/>
                  </a:lnTo>
                  <a:cubicBezTo>
                    <a:pt x="11943" y="762"/>
                    <a:pt x="11193" y="0"/>
                    <a:pt x="10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62"/>
            <p:cNvSpPr/>
            <p:nvPr/>
          </p:nvSpPr>
          <p:spPr>
            <a:xfrm>
              <a:off x="7507642" y="4228134"/>
              <a:ext cx="37852" cy="37852"/>
            </a:xfrm>
            <a:custGeom>
              <a:avLst/>
              <a:gdLst/>
              <a:ahLst/>
              <a:cxnLst/>
              <a:rect l="l" t="t" r="r" b="b"/>
              <a:pathLst>
                <a:path w="1192" h="1192" extrusionOk="0">
                  <a:moveTo>
                    <a:pt x="596" y="358"/>
                  </a:moveTo>
                  <a:cubicBezTo>
                    <a:pt x="739" y="358"/>
                    <a:pt x="834" y="465"/>
                    <a:pt x="834" y="596"/>
                  </a:cubicBezTo>
                  <a:cubicBezTo>
                    <a:pt x="834" y="739"/>
                    <a:pt x="739" y="834"/>
                    <a:pt x="596" y="834"/>
                  </a:cubicBezTo>
                  <a:cubicBezTo>
                    <a:pt x="465" y="834"/>
                    <a:pt x="358" y="739"/>
                    <a:pt x="358" y="596"/>
                  </a:cubicBezTo>
                  <a:cubicBezTo>
                    <a:pt x="358" y="465"/>
                    <a:pt x="465" y="358"/>
                    <a:pt x="596" y="358"/>
                  </a:cubicBezTo>
                  <a:close/>
                  <a:moveTo>
                    <a:pt x="596" y="1"/>
                  </a:moveTo>
                  <a:cubicBezTo>
                    <a:pt x="274" y="1"/>
                    <a:pt x="0" y="274"/>
                    <a:pt x="0" y="596"/>
                  </a:cubicBezTo>
                  <a:cubicBezTo>
                    <a:pt x="0" y="929"/>
                    <a:pt x="274" y="1191"/>
                    <a:pt x="596" y="1191"/>
                  </a:cubicBezTo>
                  <a:cubicBezTo>
                    <a:pt x="929" y="1191"/>
                    <a:pt x="1191" y="929"/>
                    <a:pt x="1191" y="596"/>
                  </a:cubicBezTo>
                  <a:cubicBezTo>
                    <a:pt x="1191" y="274"/>
                    <a:pt x="929" y="1"/>
                    <a:pt x="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62"/>
            <p:cNvSpPr/>
            <p:nvPr/>
          </p:nvSpPr>
          <p:spPr>
            <a:xfrm>
              <a:off x="7573820" y="4228134"/>
              <a:ext cx="37820" cy="37852"/>
            </a:xfrm>
            <a:custGeom>
              <a:avLst/>
              <a:gdLst/>
              <a:ahLst/>
              <a:cxnLst/>
              <a:rect l="l" t="t" r="r" b="b"/>
              <a:pathLst>
                <a:path w="1191" h="1192" extrusionOk="0">
                  <a:moveTo>
                    <a:pt x="595" y="358"/>
                  </a:moveTo>
                  <a:cubicBezTo>
                    <a:pt x="738" y="358"/>
                    <a:pt x="833" y="465"/>
                    <a:pt x="833" y="596"/>
                  </a:cubicBezTo>
                  <a:cubicBezTo>
                    <a:pt x="833" y="739"/>
                    <a:pt x="738" y="834"/>
                    <a:pt x="595" y="834"/>
                  </a:cubicBezTo>
                  <a:cubicBezTo>
                    <a:pt x="464" y="834"/>
                    <a:pt x="357" y="739"/>
                    <a:pt x="357" y="596"/>
                  </a:cubicBezTo>
                  <a:cubicBezTo>
                    <a:pt x="357" y="465"/>
                    <a:pt x="464" y="358"/>
                    <a:pt x="595" y="358"/>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62"/>
            <p:cNvSpPr/>
            <p:nvPr/>
          </p:nvSpPr>
          <p:spPr>
            <a:xfrm>
              <a:off x="7640728" y="4228134"/>
              <a:ext cx="37852" cy="37852"/>
            </a:xfrm>
            <a:custGeom>
              <a:avLst/>
              <a:gdLst/>
              <a:ahLst/>
              <a:cxnLst/>
              <a:rect l="l" t="t" r="r" b="b"/>
              <a:pathLst>
                <a:path w="1192" h="1192" extrusionOk="0">
                  <a:moveTo>
                    <a:pt x="596" y="358"/>
                  </a:moveTo>
                  <a:cubicBezTo>
                    <a:pt x="727" y="358"/>
                    <a:pt x="834" y="465"/>
                    <a:pt x="834" y="596"/>
                  </a:cubicBezTo>
                  <a:cubicBezTo>
                    <a:pt x="834" y="739"/>
                    <a:pt x="727" y="834"/>
                    <a:pt x="596" y="834"/>
                  </a:cubicBezTo>
                  <a:cubicBezTo>
                    <a:pt x="453" y="834"/>
                    <a:pt x="358" y="739"/>
                    <a:pt x="358" y="596"/>
                  </a:cubicBezTo>
                  <a:cubicBezTo>
                    <a:pt x="334" y="465"/>
                    <a:pt x="453" y="358"/>
                    <a:pt x="596" y="358"/>
                  </a:cubicBezTo>
                  <a:close/>
                  <a:moveTo>
                    <a:pt x="596" y="1"/>
                  </a:moveTo>
                  <a:cubicBezTo>
                    <a:pt x="262" y="1"/>
                    <a:pt x="0" y="274"/>
                    <a:pt x="0" y="596"/>
                  </a:cubicBezTo>
                  <a:cubicBezTo>
                    <a:pt x="0" y="929"/>
                    <a:pt x="262" y="1191"/>
                    <a:pt x="596" y="1191"/>
                  </a:cubicBezTo>
                  <a:cubicBezTo>
                    <a:pt x="917" y="1191"/>
                    <a:pt x="1191" y="929"/>
                    <a:pt x="1191" y="596"/>
                  </a:cubicBezTo>
                  <a:cubicBezTo>
                    <a:pt x="1191" y="274"/>
                    <a:pt x="917" y="1"/>
                    <a:pt x="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60" name="Google Shape;9760;p62"/>
          <p:cNvSpPr txBox="1"/>
          <p:nvPr/>
        </p:nvSpPr>
        <p:spPr>
          <a:xfrm>
            <a:off x="828875" y="1176707"/>
            <a:ext cx="7525800" cy="761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icons without losing quality.</a:t>
            </a:r>
            <a:endParaRPr sz="1100">
              <a:solidFill>
                <a:srgbClr val="FFFFFF"/>
              </a:solidFill>
            </a:endParaRPr>
          </a:p>
          <a:p>
            <a:pPr marL="0" lvl="0" indent="0" algn="ctr" rtl="0">
              <a:lnSpc>
                <a:spcPct val="115000"/>
              </a:lnSpc>
              <a:spcBef>
                <a:spcPts val="0"/>
              </a:spcBef>
              <a:spcAft>
                <a:spcPts val="0"/>
              </a:spcAft>
              <a:buNone/>
            </a:pPr>
            <a:r>
              <a:rPr lang="en" sz="1100">
                <a:solidFill>
                  <a:srgbClr val="FFFFFF"/>
                </a:solidFill>
              </a:rPr>
              <a:t>You can </a:t>
            </a:r>
            <a:r>
              <a:rPr lang="en" sz="1100">
                <a:solidFill>
                  <a:srgbClr val="869FB2"/>
                </a:solidFill>
              </a:rPr>
              <a:t>change the stroke and fill color</a:t>
            </a:r>
            <a:r>
              <a:rPr lang="en" sz="1100">
                <a:solidFill>
                  <a:srgbClr val="FFFFFF"/>
                </a:solidFill>
              </a:rPr>
              <a:t>; just select the icon and click on the</a:t>
            </a:r>
            <a:r>
              <a:rPr lang="en" sz="1100">
                <a:solidFill>
                  <a:srgbClr val="435D74"/>
                </a:solidFill>
              </a:rPr>
              <a:t> </a:t>
            </a:r>
            <a:r>
              <a:rPr lang="en" sz="1100">
                <a:solidFill>
                  <a:srgbClr val="869FB2"/>
                </a:solidFill>
              </a:rPr>
              <a:t>paint bucket/pen</a:t>
            </a:r>
            <a:r>
              <a:rPr lang="en" sz="1100">
                <a:solidFill>
                  <a:srgbClr val="FFFFFF"/>
                </a:solidFill>
              </a:rPr>
              <a:t>.</a:t>
            </a:r>
            <a:endParaRPr sz="1100">
              <a:solidFill>
                <a:srgbClr val="FFFFFF"/>
              </a:solidFill>
            </a:endParaRPr>
          </a:p>
          <a:p>
            <a:pPr marL="0" lvl="0" indent="0" algn="ctr" rtl="0">
              <a:lnSpc>
                <a:spcPct val="115000"/>
              </a:lnSpc>
              <a:spcBef>
                <a:spcPts val="0"/>
              </a:spcBef>
              <a:spcAft>
                <a:spcPts val="0"/>
              </a:spcAft>
              <a:buNone/>
            </a:pPr>
            <a:r>
              <a:rPr lang="en" sz="1100">
                <a:solidFill>
                  <a:srgbClr val="FFFFFF"/>
                </a:solidFill>
              </a:rPr>
              <a:t>In Google Slides, you can also use </a:t>
            </a:r>
            <a:r>
              <a:rPr lang="en" sz="1100">
                <a:solidFill>
                  <a:srgbClr val="869FB2"/>
                </a:solidFill>
                <a:uFill>
                  <a:noFill/>
                </a:uFill>
                <a:hlinkClick r:id="rId3">
                  <a:extLst>
                    <a:ext uri="{A12FA001-AC4F-418D-AE19-62706E023703}">
                      <ahyp:hlinkClr xmlns:ahyp="http://schemas.microsoft.com/office/drawing/2018/hyperlinkcolor" val="tx"/>
                    </a:ext>
                  </a:extLst>
                </a:hlinkClick>
              </a:rPr>
              <a:t>Flaticon’s extension</a:t>
            </a:r>
            <a:r>
              <a:rPr lang="en" sz="1100">
                <a:solidFill>
                  <a:srgbClr val="FFFFFF"/>
                </a:solidFill>
              </a:rPr>
              <a:t>, allowing you to customize and add even more icons.</a:t>
            </a:r>
            <a:br>
              <a:rPr lang="en" sz="1100">
                <a:solidFill>
                  <a:srgbClr val="435D74"/>
                </a:solidFill>
              </a:rPr>
            </a:br>
            <a:endParaRPr sz="1100">
              <a:solidFill>
                <a:srgbClr val="435D74"/>
              </a:solidFill>
            </a:endParaRPr>
          </a:p>
        </p:txBody>
      </p:sp>
      <p:sp>
        <p:nvSpPr>
          <p:cNvPr id="9761" name="Google Shape;9761;p62"/>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...and our sets of editable icons</a:t>
            </a:r>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9765"/>
        <p:cNvGrpSpPr/>
        <p:nvPr/>
      </p:nvGrpSpPr>
      <p:grpSpPr>
        <a:xfrm>
          <a:off x="0" y="0"/>
          <a:ext cx="0" cy="0"/>
          <a:chOff x="0" y="0"/>
          <a:chExt cx="0" cy="0"/>
        </a:xfrm>
      </p:grpSpPr>
      <p:grpSp>
        <p:nvGrpSpPr>
          <p:cNvPr id="9766" name="Google Shape;9766;p63"/>
          <p:cNvGrpSpPr/>
          <p:nvPr/>
        </p:nvGrpSpPr>
        <p:grpSpPr>
          <a:xfrm>
            <a:off x="1989449" y="4101269"/>
            <a:ext cx="374774" cy="346073"/>
            <a:chOff x="1989449" y="4282269"/>
            <a:chExt cx="374774" cy="346073"/>
          </a:xfrm>
        </p:grpSpPr>
        <p:sp>
          <p:nvSpPr>
            <p:cNvPr id="9767" name="Google Shape;9767;p63"/>
            <p:cNvSpPr/>
            <p:nvPr/>
          </p:nvSpPr>
          <p:spPr>
            <a:xfrm>
              <a:off x="2067590" y="4506432"/>
              <a:ext cx="78172" cy="70941"/>
            </a:xfrm>
            <a:custGeom>
              <a:avLst/>
              <a:gdLst/>
              <a:ahLst/>
              <a:cxnLst/>
              <a:rect l="l" t="t" r="r" b="b"/>
              <a:pathLst>
                <a:path w="2454" h="2227" extrusionOk="0">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63"/>
            <p:cNvSpPr/>
            <p:nvPr/>
          </p:nvSpPr>
          <p:spPr>
            <a:xfrm>
              <a:off x="2036117" y="4422972"/>
              <a:ext cx="77790" cy="70973"/>
            </a:xfrm>
            <a:custGeom>
              <a:avLst/>
              <a:gdLst/>
              <a:ahLst/>
              <a:cxnLst/>
              <a:rect l="l" t="t" r="r" b="b"/>
              <a:pathLst>
                <a:path w="2442" h="2228" extrusionOk="0">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63"/>
            <p:cNvSpPr/>
            <p:nvPr/>
          </p:nvSpPr>
          <p:spPr>
            <a:xfrm>
              <a:off x="2073292" y="4336327"/>
              <a:ext cx="77758" cy="71419"/>
            </a:xfrm>
            <a:custGeom>
              <a:avLst/>
              <a:gdLst/>
              <a:ahLst/>
              <a:cxnLst/>
              <a:rect l="l" t="t" r="r" b="b"/>
              <a:pathLst>
                <a:path w="2441" h="2242" extrusionOk="0">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63"/>
            <p:cNvSpPr/>
            <p:nvPr/>
          </p:nvSpPr>
          <p:spPr>
            <a:xfrm>
              <a:off x="2181376" y="4334606"/>
              <a:ext cx="126719" cy="117449"/>
            </a:xfrm>
            <a:custGeom>
              <a:avLst/>
              <a:gdLst/>
              <a:ahLst/>
              <a:cxnLst/>
              <a:rect l="l" t="t" r="r" b="b"/>
              <a:pathLst>
                <a:path w="3978" h="3687" extrusionOk="0">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3"/>
            <p:cNvSpPr/>
            <p:nvPr/>
          </p:nvSpPr>
          <p:spPr>
            <a:xfrm>
              <a:off x="1989449" y="4282269"/>
              <a:ext cx="374774" cy="346073"/>
            </a:xfrm>
            <a:custGeom>
              <a:avLst/>
              <a:gdLst/>
              <a:ahLst/>
              <a:cxnLst/>
              <a:rect l="l" t="t" r="r" b="b"/>
              <a:pathLst>
                <a:path w="11765" h="10864" extrusionOk="0">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2" name="Google Shape;9772;p63"/>
          <p:cNvGrpSpPr/>
          <p:nvPr/>
        </p:nvGrpSpPr>
        <p:grpSpPr>
          <a:xfrm>
            <a:off x="2487439" y="4099740"/>
            <a:ext cx="198775" cy="348972"/>
            <a:chOff x="2487439" y="4280740"/>
            <a:chExt cx="198775" cy="348972"/>
          </a:xfrm>
        </p:grpSpPr>
        <p:sp>
          <p:nvSpPr>
            <p:cNvPr id="9773" name="Google Shape;9773;p63"/>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63"/>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63"/>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63"/>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7" name="Google Shape;9777;p63"/>
          <p:cNvGrpSpPr/>
          <p:nvPr/>
        </p:nvGrpSpPr>
        <p:grpSpPr>
          <a:xfrm>
            <a:off x="2810958" y="4092923"/>
            <a:ext cx="353145" cy="361873"/>
            <a:chOff x="2810958" y="4273923"/>
            <a:chExt cx="353145" cy="361873"/>
          </a:xfrm>
        </p:grpSpPr>
        <p:sp>
          <p:nvSpPr>
            <p:cNvPr id="9778" name="Google Shape;9778;p63"/>
            <p:cNvSpPr/>
            <p:nvPr/>
          </p:nvSpPr>
          <p:spPr>
            <a:xfrm>
              <a:off x="2886837" y="4273923"/>
              <a:ext cx="53867" cy="169946"/>
            </a:xfrm>
            <a:custGeom>
              <a:avLst/>
              <a:gdLst/>
              <a:ahLst/>
              <a:cxnLst/>
              <a:rect l="l" t="t" r="r" b="b"/>
              <a:pathLst>
                <a:path w="1691" h="5335" extrusionOk="0">
                  <a:moveTo>
                    <a:pt x="1179" y="346"/>
                  </a:moveTo>
                  <a:cubicBezTo>
                    <a:pt x="1203" y="346"/>
                    <a:pt x="1250" y="382"/>
                    <a:pt x="1250" y="417"/>
                  </a:cubicBezTo>
                  <a:lnTo>
                    <a:pt x="1250" y="644"/>
                  </a:lnTo>
                  <a:lnTo>
                    <a:pt x="464" y="644"/>
                  </a:lnTo>
                  <a:lnTo>
                    <a:pt x="464" y="417"/>
                  </a:lnTo>
                  <a:cubicBezTo>
                    <a:pt x="452" y="382"/>
                    <a:pt x="488" y="346"/>
                    <a:pt x="524" y="346"/>
                  </a:cubicBezTo>
                  <a:close/>
                  <a:moveTo>
                    <a:pt x="1131" y="4275"/>
                  </a:moveTo>
                  <a:lnTo>
                    <a:pt x="845" y="4965"/>
                  </a:lnTo>
                  <a:lnTo>
                    <a:pt x="583" y="4275"/>
                  </a:lnTo>
                  <a:close/>
                  <a:moveTo>
                    <a:pt x="512" y="1"/>
                  </a:moveTo>
                  <a:cubicBezTo>
                    <a:pt x="298" y="1"/>
                    <a:pt x="119" y="179"/>
                    <a:pt x="119" y="405"/>
                  </a:cubicBezTo>
                  <a:lnTo>
                    <a:pt x="119" y="751"/>
                  </a:lnTo>
                  <a:cubicBezTo>
                    <a:pt x="36" y="822"/>
                    <a:pt x="0" y="929"/>
                    <a:pt x="0" y="1036"/>
                  </a:cubicBezTo>
                  <a:lnTo>
                    <a:pt x="0" y="3870"/>
                  </a:lnTo>
                  <a:cubicBezTo>
                    <a:pt x="0" y="4025"/>
                    <a:pt x="71" y="4156"/>
                    <a:pt x="191" y="4215"/>
                  </a:cubicBezTo>
                  <a:lnTo>
                    <a:pt x="560" y="5144"/>
                  </a:lnTo>
                  <a:cubicBezTo>
                    <a:pt x="607" y="5263"/>
                    <a:pt x="726" y="5335"/>
                    <a:pt x="845" y="5335"/>
                  </a:cubicBezTo>
                  <a:cubicBezTo>
                    <a:pt x="976" y="5335"/>
                    <a:pt x="1084" y="5263"/>
                    <a:pt x="1131" y="5144"/>
                  </a:cubicBezTo>
                  <a:lnTo>
                    <a:pt x="1500" y="4215"/>
                  </a:lnTo>
                  <a:cubicBezTo>
                    <a:pt x="1619" y="4144"/>
                    <a:pt x="1691" y="4025"/>
                    <a:pt x="1691" y="3870"/>
                  </a:cubicBezTo>
                  <a:lnTo>
                    <a:pt x="1691" y="3084"/>
                  </a:lnTo>
                  <a:cubicBezTo>
                    <a:pt x="1691" y="3001"/>
                    <a:pt x="1619" y="2918"/>
                    <a:pt x="1524" y="2918"/>
                  </a:cubicBezTo>
                  <a:cubicBezTo>
                    <a:pt x="1441" y="2918"/>
                    <a:pt x="1369" y="3001"/>
                    <a:pt x="1369" y="3084"/>
                  </a:cubicBezTo>
                  <a:lnTo>
                    <a:pt x="1369" y="3870"/>
                  </a:lnTo>
                  <a:cubicBezTo>
                    <a:pt x="1369" y="3906"/>
                    <a:pt x="1334" y="3953"/>
                    <a:pt x="1286" y="3953"/>
                  </a:cubicBezTo>
                  <a:lnTo>
                    <a:pt x="393" y="3953"/>
                  </a:lnTo>
                  <a:cubicBezTo>
                    <a:pt x="369" y="3953"/>
                    <a:pt x="322" y="3918"/>
                    <a:pt x="322" y="3870"/>
                  </a:cubicBezTo>
                  <a:lnTo>
                    <a:pt x="322" y="1036"/>
                  </a:lnTo>
                  <a:cubicBezTo>
                    <a:pt x="322" y="1001"/>
                    <a:pt x="357" y="953"/>
                    <a:pt x="393" y="953"/>
                  </a:cubicBezTo>
                  <a:lnTo>
                    <a:pt x="1286" y="953"/>
                  </a:lnTo>
                  <a:cubicBezTo>
                    <a:pt x="1322" y="953"/>
                    <a:pt x="1369" y="989"/>
                    <a:pt x="1369" y="1036"/>
                  </a:cubicBezTo>
                  <a:lnTo>
                    <a:pt x="1369" y="2358"/>
                  </a:lnTo>
                  <a:cubicBezTo>
                    <a:pt x="1369" y="2441"/>
                    <a:pt x="1441" y="2525"/>
                    <a:pt x="1524" y="2525"/>
                  </a:cubicBezTo>
                  <a:cubicBezTo>
                    <a:pt x="1619" y="2525"/>
                    <a:pt x="1691" y="2441"/>
                    <a:pt x="1691" y="2358"/>
                  </a:cubicBezTo>
                  <a:lnTo>
                    <a:pt x="1691" y="1036"/>
                  </a:lnTo>
                  <a:cubicBezTo>
                    <a:pt x="1691" y="929"/>
                    <a:pt x="1643" y="822"/>
                    <a:pt x="1572" y="751"/>
                  </a:cubicBezTo>
                  <a:lnTo>
                    <a:pt x="1572" y="405"/>
                  </a:lnTo>
                  <a:cubicBezTo>
                    <a:pt x="1572" y="179"/>
                    <a:pt x="1393"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63"/>
            <p:cNvSpPr/>
            <p:nvPr/>
          </p:nvSpPr>
          <p:spPr>
            <a:xfrm>
              <a:off x="2815131" y="4273923"/>
              <a:ext cx="57307" cy="279942"/>
            </a:xfrm>
            <a:custGeom>
              <a:avLst/>
              <a:gdLst/>
              <a:ahLst/>
              <a:cxnLst/>
              <a:rect l="l" t="t" r="r" b="b"/>
              <a:pathLst>
                <a:path w="1799" h="8788" extrusionOk="0">
                  <a:moveTo>
                    <a:pt x="906" y="382"/>
                  </a:moveTo>
                  <a:lnTo>
                    <a:pt x="1251" y="1239"/>
                  </a:lnTo>
                  <a:lnTo>
                    <a:pt x="572" y="1239"/>
                  </a:lnTo>
                  <a:lnTo>
                    <a:pt x="906" y="382"/>
                  </a:lnTo>
                  <a:close/>
                  <a:moveTo>
                    <a:pt x="751" y="1548"/>
                  </a:moveTo>
                  <a:lnTo>
                    <a:pt x="751" y="7466"/>
                  </a:lnTo>
                  <a:lnTo>
                    <a:pt x="346" y="7466"/>
                  </a:lnTo>
                  <a:lnTo>
                    <a:pt x="346" y="1644"/>
                  </a:lnTo>
                  <a:cubicBezTo>
                    <a:pt x="346" y="1596"/>
                    <a:pt x="394" y="1548"/>
                    <a:pt x="429" y="1548"/>
                  </a:cubicBezTo>
                  <a:close/>
                  <a:moveTo>
                    <a:pt x="1382" y="1572"/>
                  </a:moveTo>
                  <a:cubicBezTo>
                    <a:pt x="1430" y="1572"/>
                    <a:pt x="1477" y="1608"/>
                    <a:pt x="1477" y="1656"/>
                  </a:cubicBezTo>
                  <a:lnTo>
                    <a:pt x="1477" y="7478"/>
                  </a:lnTo>
                  <a:lnTo>
                    <a:pt x="1072" y="7478"/>
                  </a:lnTo>
                  <a:lnTo>
                    <a:pt x="1072" y="1572"/>
                  </a:lnTo>
                  <a:close/>
                  <a:moveTo>
                    <a:pt x="1489" y="7787"/>
                  </a:moveTo>
                  <a:lnTo>
                    <a:pt x="1489" y="8359"/>
                  </a:lnTo>
                  <a:cubicBezTo>
                    <a:pt x="1477" y="8418"/>
                    <a:pt x="1441" y="8442"/>
                    <a:pt x="1382" y="8442"/>
                  </a:cubicBezTo>
                  <a:lnTo>
                    <a:pt x="429" y="8442"/>
                  </a:lnTo>
                  <a:cubicBezTo>
                    <a:pt x="394" y="8442"/>
                    <a:pt x="346" y="8394"/>
                    <a:pt x="346" y="8359"/>
                  </a:cubicBezTo>
                  <a:lnTo>
                    <a:pt x="346" y="7787"/>
                  </a:lnTo>
                  <a:close/>
                  <a:moveTo>
                    <a:pt x="906" y="1"/>
                  </a:moveTo>
                  <a:cubicBezTo>
                    <a:pt x="775" y="1"/>
                    <a:pt x="656" y="84"/>
                    <a:pt x="608" y="215"/>
                  </a:cubicBezTo>
                  <a:lnTo>
                    <a:pt x="179" y="1310"/>
                  </a:lnTo>
                  <a:cubicBezTo>
                    <a:pt x="72" y="1394"/>
                    <a:pt x="13" y="1513"/>
                    <a:pt x="13" y="1656"/>
                  </a:cubicBezTo>
                  <a:lnTo>
                    <a:pt x="13" y="8371"/>
                  </a:lnTo>
                  <a:cubicBezTo>
                    <a:pt x="1" y="8597"/>
                    <a:pt x="191" y="8787"/>
                    <a:pt x="429" y="8787"/>
                  </a:cubicBezTo>
                  <a:lnTo>
                    <a:pt x="1382" y="8787"/>
                  </a:lnTo>
                  <a:cubicBezTo>
                    <a:pt x="1620" y="8787"/>
                    <a:pt x="1799" y="8597"/>
                    <a:pt x="1799" y="8371"/>
                  </a:cubicBezTo>
                  <a:lnTo>
                    <a:pt x="1799" y="1656"/>
                  </a:lnTo>
                  <a:cubicBezTo>
                    <a:pt x="1799" y="1525"/>
                    <a:pt x="1727" y="1394"/>
                    <a:pt x="1632" y="1310"/>
                  </a:cubicBezTo>
                  <a:lnTo>
                    <a:pt x="1203" y="215"/>
                  </a:lnTo>
                  <a:cubicBezTo>
                    <a:pt x="1168" y="96"/>
                    <a:pt x="1037" y="1"/>
                    <a:pt x="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63"/>
            <p:cNvSpPr/>
            <p:nvPr/>
          </p:nvSpPr>
          <p:spPr>
            <a:xfrm>
              <a:off x="2883396" y="4463173"/>
              <a:ext cx="60333" cy="90691"/>
            </a:xfrm>
            <a:custGeom>
              <a:avLst/>
              <a:gdLst/>
              <a:ahLst/>
              <a:cxnLst/>
              <a:rect l="l" t="t" r="r" b="b"/>
              <a:pathLst>
                <a:path w="1894" h="2847" extrusionOk="0">
                  <a:moveTo>
                    <a:pt x="1322" y="310"/>
                  </a:moveTo>
                  <a:cubicBezTo>
                    <a:pt x="1370" y="310"/>
                    <a:pt x="1418" y="358"/>
                    <a:pt x="1418" y="406"/>
                  </a:cubicBezTo>
                  <a:lnTo>
                    <a:pt x="1418" y="584"/>
                  </a:lnTo>
                  <a:lnTo>
                    <a:pt x="513" y="584"/>
                  </a:lnTo>
                  <a:lnTo>
                    <a:pt x="513" y="406"/>
                  </a:lnTo>
                  <a:cubicBezTo>
                    <a:pt x="513" y="358"/>
                    <a:pt x="537" y="310"/>
                    <a:pt x="596" y="310"/>
                  </a:cubicBezTo>
                  <a:close/>
                  <a:moveTo>
                    <a:pt x="1477" y="929"/>
                  </a:moveTo>
                  <a:cubicBezTo>
                    <a:pt x="1513" y="929"/>
                    <a:pt x="1561" y="965"/>
                    <a:pt x="1561" y="1013"/>
                  </a:cubicBezTo>
                  <a:lnTo>
                    <a:pt x="1561" y="2418"/>
                  </a:lnTo>
                  <a:cubicBezTo>
                    <a:pt x="1561" y="2453"/>
                    <a:pt x="1525" y="2501"/>
                    <a:pt x="1477" y="2501"/>
                  </a:cubicBezTo>
                  <a:lnTo>
                    <a:pt x="430" y="2501"/>
                  </a:lnTo>
                  <a:cubicBezTo>
                    <a:pt x="394" y="2501"/>
                    <a:pt x="346" y="2453"/>
                    <a:pt x="346" y="2418"/>
                  </a:cubicBezTo>
                  <a:lnTo>
                    <a:pt x="346" y="1013"/>
                  </a:lnTo>
                  <a:cubicBezTo>
                    <a:pt x="346" y="965"/>
                    <a:pt x="382" y="929"/>
                    <a:pt x="430" y="929"/>
                  </a:cubicBezTo>
                  <a:close/>
                  <a:moveTo>
                    <a:pt x="596" y="1"/>
                  </a:moveTo>
                  <a:cubicBezTo>
                    <a:pt x="358" y="1"/>
                    <a:pt x="179" y="191"/>
                    <a:pt x="179" y="418"/>
                  </a:cubicBezTo>
                  <a:lnTo>
                    <a:pt x="179" y="691"/>
                  </a:lnTo>
                  <a:cubicBezTo>
                    <a:pt x="72" y="763"/>
                    <a:pt x="13" y="882"/>
                    <a:pt x="13" y="1013"/>
                  </a:cubicBezTo>
                  <a:lnTo>
                    <a:pt x="13" y="2430"/>
                  </a:lnTo>
                  <a:cubicBezTo>
                    <a:pt x="1" y="2656"/>
                    <a:pt x="191" y="2846"/>
                    <a:pt x="430" y="2846"/>
                  </a:cubicBezTo>
                  <a:lnTo>
                    <a:pt x="1477" y="2846"/>
                  </a:lnTo>
                  <a:cubicBezTo>
                    <a:pt x="1715" y="2846"/>
                    <a:pt x="1894" y="2656"/>
                    <a:pt x="1894" y="2430"/>
                  </a:cubicBezTo>
                  <a:lnTo>
                    <a:pt x="1894" y="1013"/>
                  </a:lnTo>
                  <a:cubicBezTo>
                    <a:pt x="1894" y="882"/>
                    <a:pt x="1834" y="763"/>
                    <a:pt x="1727" y="691"/>
                  </a:cubicBezTo>
                  <a:lnTo>
                    <a:pt x="1727" y="418"/>
                  </a:lnTo>
                  <a:cubicBezTo>
                    <a:pt x="1727" y="179"/>
                    <a:pt x="1537"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63"/>
            <p:cNvSpPr/>
            <p:nvPr/>
          </p:nvSpPr>
          <p:spPr>
            <a:xfrm>
              <a:off x="2955835" y="4273923"/>
              <a:ext cx="202948" cy="281439"/>
            </a:xfrm>
            <a:custGeom>
              <a:avLst/>
              <a:gdLst/>
              <a:ahLst/>
              <a:cxnLst/>
              <a:rect l="l" t="t" r="r" b="b"/>
              <a:pathLst>
                <a:path w="6371" h="8835" extrusionOk="0">
                  <a:moveTo>
                    <a:pt x="5692" y="524"/>
                  </a:moveTo>
                  <a:cubicBezTo>
                    <a:pt x="5883" y="524"/>
                    <a:pt x="6037" y="679"/>
                    <a:pt x="6037" y="870"/>
                  </a:cubicBezTo>
                  <a:lnTo>
                    <a:pt x="6037" y="7966"/>
                  </a:lnTo>
                  <a:cubicBezTo>
                    <a:pt x="6037" y="8156"/>
                    <a:pt x="5883" y="8311"/>
                    <a:pt x="5692" y="8311"/>
                  </a:cubicBezTo>
                  <a:lnTo>
                    <a:pt x="1811" y="8311"/>
                  </a:lnTo>
                  <a:lnTo>
                    <a:pt x="1811" y="524"/>
                  </a:lnTo>
                  <a:close/>
                  <a:moveTo>
                    <a:pt x="1465" y="346"/>
                  </a:moveTo>
                  <a:lnTo>
                    <a:pt x="1465" y="8490"/>
                  </a:lnTo>
                  <a:lnTo>
                    <a:pt x="1227" y="8490"/>
                  </a:lnTo>
                  <a:lnTo>
                    <a:pt x="1227" y="346"/>
                  </a:lnTo>
                  <a:close/>
                  <a:moveTo>
                    <a:pt x="1215" y="1"/>
                  </a:moveTo>
                  <a:cubicBezTo>
                    <a:pt x="1096" y="1"/>
                    <a:pt x="965" y="72"/>
                    <a:pt x="930" y="179"/>
                  </a:cubicBezTo>
                  <a:lnTo>
                    <a:pt x="418" y="179"/>
                  </a:lnTo>
                  <a:cubicBezTo>
                    <a:pt x="180" y="179"/>
                    <a:pt x="1" y="370"/>
                    <a:pt x="1" y="596"/>
                  </a:cubicBezTo>
                  <a:lnTo>
                    <a:pt x="1" y="2358"/>
                  </a:lnTo>
                  <a:cubicBezTo>
                    <a:pt x="1" y="2441"/>
                    <a:pt x="84" y="2513"/>
                    <a:pt x="168" y="2513"/>
                  </a:cubicBezTo>
                  <a:cubicBezTo>
                    <a:pt x="263" y="2513"/>
                    <a:pt x="334" y="2441"/>
                    <a:pt x="334" y="2358"/>
                  </a:cubicBezTo>
                  <a:lnTo>
                    <a:pt x="334" y="596"/>
                  </a:lnTo>
                  <a:cubicBezTo>
                    <a:pt x="334" y="548"/>
                    <a:pt x="382" y="513"/>
                    <a:pt x="418" y="513"/>
                  </a:cubicBezTo>
                  <a:lnTo>
                    <a:pt x="882" y="513"/>
                  </a:lnTo>
                  <a:lnTo>
                    <a:pt x="882" y="8287"/>
                  </a:lnTo>
                  <a:lnTo>
                    <a:pt x="418" y="8287"/>
                  </a:lnTo>
                  <a:cubicBezTo>
                    <a:pt x="382" y="8287"/>
                    <a:pt x="334" y="8252"/>
                    <a:pt x="334" y="8204"/>
                  </a:cubicBezTo>
                  <a:lnTo>
                    <a:pt x="334" y="3072"/>
                  </a:lnTo>
                  <a:cubicBezTo>
                    <a:pt x="334" y="2977"/>
                    <a:pt x="263" y="2906"/>
                    <a:pt x="168" y="2906"/>
                  </a:cubicBezTo>
                  <a:cubicBezTo>
                    <a:pt x="84" y="2906"/>
                    <a:pt x="1" y="2977"/>
                    <a:pt x="1" y="3072"/>
                  </a:cubicBezTo>
                  <a:lnTo>
                    <a:pt x="1" y="8204"/>
                  </a:lnTo>
                  <a:cubicBezTo>
                    <a:pt x="1" y="8454"/>
                    <a:pt x="203" y="8656"/>
                    <a:pt x="418" y="8656"/>
                  </a:cubicBezTo>
                  <a:lnTo>
                    <a:pt x="930" y="8656"/>
                  </a:lnTo>
                  <a:cubicBezTo>
                    <a:pt x="989" y="8752"/>
                    <a:pt x="1096" y="8835"/>
                    <a:pt x="1215" y="8835"/>
                  </a:cubicBezTo>
                  <a:lnTo>
                    <a:pt x="1477" y="8835"/>
                  </a:lnTo>
                  <a:cubicBezTo>
                    <a:pt x="1596" y="8835"/>
                    <a:pt x="1715" y="8752"/>
                    <a:pt x="1763" y="8656"/>
                  </a:cubicBezTo>
                  <a:lnTo>
                    <a:pt x="5692" y="8656"/>
                  </a:lnTo>
                  <a:cubicBezTo>
                    <a:pt x="6061" y="8656"/>
                    <a:pt x="6371" y="8359"/>
                    <a:pt x="6371" y="7966"/>
                  </a:cubicBezTo>
                  <a:lnTo>
                    <a:pt x="6371" y="870"/>
                  </a:lnTo>
                  <a:cubicBezTo>
                    <a:pt x="6371" y="489"/>
                    <a:pt x="6073" y="179"/>
                    <a:pt x="5692" y="179"/>
                  </a:cubicBezTo>
                  <a:lnTo>
                    <a:pt x="1763" y="179"/>
                  </a:lnTo>
                  <a:cubicBezTo>
                    <a:pt x="1704"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63"/>
            <p:cNvSpPr/>
            <p:nvPr/>
          </p:nvSpPr>
          <p:spPr>
            <a:xfrm>
              <a:off x="3098067" y="4511720"/>
              <a:ext cx="29243" cy="10289"/>
            </a:xfrm>
            <a:custGeom>
              <a:avLst/>
              <a:gdLst/>
              <a:ahLst/>
              <a:cxnLst/>
              <a:rect l="l" t="t" r="r" b="b"/>
              <a:pathLst>
                <a:path w="918" h="323" extrusionOk="0">
                  <a:moveTo>
                    <a:pt x="168" y="1"/>
                  </a:moveTo>
                  <a:cubicBezTo>
                    <a:pt x="72" y="1"/>
                    <a:pt x="1" y="72"/>
                    <a:pt x="1" y="156"/>
                  </a:cubicBezTo>
                  <a:cubicBezTo>
                    <a:pt x="1" y="251"/>
                    <a:pt x="72" y="322"/>
                    <a:pt x="168" y="322"/>
                  </a:cubicBezTo>
                  <a:lnTo>
                    <a:pt x="751" y="322"/>
                  </a:lnTo>
                  <a:cubicBezTo>
                    <a:pt x="834" y="322"/>
                    <a:pt x="918" y="251"/>
                    <a:pt x="918" y="156"/>
                  </a:cubicBezTo>
                  <a:cubicBezTo>
                    <a:pt x="918" y="72"/>
                    <a:pt x="834" y="1"/>
                    <a:pt x="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63"/>
            <p:cNvSpPr/>
            <p:nvPr/>
          </p:nvSpPr>
          <p:spPr>
            <a:xfrm>
              <a:off x="3115906" y="4497704"/>
              <a:ext cx="10257" cy="10640"/>
            </a:xfrm>
            <a:custGeom>
              <a:avLst/>
              <a:gdLst/>
              <a:ahLst/>
              <a:cxnLst/>
              <a:rect l="l" t="t" r="r" b="b"/>
              <a:pathLst>
                <a:path w="322" h="334" extrusionOk="0">
                  <a:moveTo>
                    <a:pt x="155" y="0"/>
                  </a:moveTo>
                  <a:cubicBezTo>
                    <a:pt x="72" y="0"/>
                    <a:pt x="0" y="84"/>
                    <a:pt x="0" y="167"/>
                  </a:cubicBezTo>
                  <a:cubicBezTo>
                    <a:pt x="0" y="262"/>
                    <a:pt x="72" y="334"/>
                    <a:pt x="155" y="334"/>
                  </a:cubicBezTo>
                  <a:cubicBezTo>
                    <a:pt x="250" y="334"/>
                    <a:pt x="322" y="262"/>
                    <a:pt x="322" y="167"/>
                  </a:cubicBez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63"/>
            <p:cNvSpPr/>
            <p:nvPr/>
          </p:nvSpPr>
          <p:spPr>
            <a:xfrm>
              <a:off x="2810958" y="4563676"/>
              <a:ext cx="353145" cy="72120"/>
            </a:xfrm>
            <a:custGeom>
              <a:avLst/>
              <a:gdLst/>
              <a:ahLst/>
              <a:cxnLst/>
              <a:rect l="l" t="t" r="r" b="b"/>
              <a:pathLst>
                <a:path w="11086" h="2264" extrusionOk="0">
                  <a:moveTo>
                    <a:pt x="418" y="1"/>
                  </a:moveTo>
                  <a:cubicBezTo>
                    <a:pt x="179" y="1"/>
                    <a:pt x="1" y="191"/>
                    <a:pt x="1" y="418"/>
                  </a:cubicBezTo>
                  <a:lnTo>
                    <a:pt x="1" y="1846"/>
                  </a:lnTo>
                  <a:cubicBezTo>
                    <a:pt x="1" y="2085"/>
                    <a:pt x="191" y="2263"/>
                    <a:pt x="418" y="2263"/>
                  </a:cubicBezTo>
                  <a:lnTo>
                    <a:pt x="8442" y="2263"/>
                  </a:lnTo>
                  <a:cubicBezTo>
                    <a:pt x="8526" y="2263"/>
                    <a:pt x="8597" y="2192"/>
                    <a:pt x="8597" y="2096"/>
                  </a:cubicBezTo>
                  <a:cubicBezTo>
                    <a:pt x="8597" y="2013"/>
                    <a:pt x="8526" y="1930"/>
                    <a:pt x="8442" y="1930"/>
                  </a:cubicBezTo>
                  <a:lnTo>
                    <a:pt x="418" y="1930"/>
                  </a:lnTo>
                  <a:cubicBezTo>
                    <a:pt x="370" y="1930"/>
                    <a:pt x="322" y="1894"/>
                    <a:pt x="322" y="1846"/>
                  </a:cubicBezTo>
                  <a:lnTo>
                    <a:pt x="322" y="418"/>
                  </a:lnTo>
                  <a:cubicBezTo>
                    <a:pt x="322" y="370"/>
                    <a:pt x="370" y="322"/>
                    <a:pt x="418" y="322"/>
                  </a:cubicBezTo>
                  <a:lnTo>
                    <a:pt x="1037" y="322"/>
                  </a:lnTo>
                  <a:lnTo>
                    <a:pt x="1037" y="584"/>
                  </a:lnTo>
                  <a:cubicBezTo>
                    <a:pt x="1037" y="668"/>
                    <a:pt x="1120" y="739"/>
                    <a:pt x="1203" y="739"/>
                  </a:cubicBezTo>
                  <a:cubicBezTo>
                    <a:pt x="1299" y="739"/>
                    <a:pt x="1370" y="668"/>
                    <a:pt x="1370" y="584"/>
                  </a:cubicBezTo>
                  <a:lnTo>
                    <a:pt x="1370" y="322"/>
                  </a:lnTo>
                  <a:lnTo>
                    <a:pt x="1834" y="322"/>
                  </a:lnTo>
                  <a:lnTo>
                    <a:pt x="1834" y="584"/>
                  </a:lnTo>
                  <a:cubicBezTo>
                    <a:pt x="1834" y="668"/>
                    <a:pt x="1906" y="739"/>
                    <a:pt x="1989" y="739"/>
                  </a:cubicBezTo>
                  <a:cubicBezTo>
                    <a:pt x="2084" y="739"/>
                    <a:pt x="2156" y="668"/>
                    <a:pt x="2156" y="584"/>
                  </a:cubicBezTo>
                  <a:lnTo>
                    <a:pt x="2156" y="322"/>
                  </a:lnTo>
                  <a:lnTo>
                    <a:pt x="2620" y="322"/>
                  </a:lnTo>
                  <a:lnTo>
                    <a:pt x="2620" y="584"/>
                  </a:lnTo>
                  <a:cubicBezTo>
                    <a:pt x="2620" y="668"/>
                    <a:pt x="2692" y="739"/>
                    <a:pt x="2787" y="739"/>
                  </a:cubicBezTo>
                  <a:cubicBezTo>
                    <a:pt x="2870" y="739"/>
                    <a:pt x="2942" y="668"/>
                    <a:pt x="2942" y="584"/>
                  </a:cubicBezTo>
                  <a:lnTo>
                    <a:pt x="2942" y="322"/>
                  </a:lnTo>
                  <a:lnTo>
                    <a:pt x="3406" y="322"/>
                  </a:lnTo>
                  <a:lnTo>
                    <a:pt x="3406" y="584"/>
                  </a:lnTo>
                  <a:cubicBezTo>
                    <a:pt x="3406" y="668"/>
                    <a:pt x="3477" y="739"/>
                    <a:pt x="3573" y="739"/>
                  </a:cubicBezTo>
                  <a:cubicBezTo>
                    <a:pt x="3656" y="739"/>
                    <a:pt x="3739" y="668"/>
                    <a:pt x="3739" y="584"/>
                  </a:cubicBezTo>
                  <a:lnTo>
                    <a:pt x="3739" y="322"/>
                  </a:lnTo>
                  <a:lnTo>
                    <a:pt x="4192" y="322"/>
                  </a:lnTo>
                  <a:lnTo>
                    <a:pt x="4192" y="584"/>
                  </a:lnTo>
                  <a:cubicBezTo>
                    <a:pt x="4192" y="668"/>
                    <a:pt x="4275" y="739"/>
                    <a:pt x="4358" y="739"/>
                  </a:cubicBezTo>
                  <a:cubicBezTo>
                    <a:pt x="4454" y="739"/>
                    <a:pt x="4525" y="668"/>
                    <a:pt x="4525" y="584"/>
                  </a:cubicBezTo>
                  <a:lnTo>
                    <a:pt x="4525" y="322"/>
                  </a:lnTo>
                  <a:lnTo>
                    <a:pt x="4990" y="322"/>
                  </a:lnTo>
                  <a:lnTo>
                    <a:pt x="4990" y="584"/>
                  </a:lnTo>
                  <a:cubicBezTo>
                    <a:pt x="4990" y="668"/>
                    <a:pt x="5061" y="739"/>
                    <a:pt x="5144" y="739"/>
                  </a:cubicBezTo>
                  <a:cubicBezTo>
                    <a:pt x="5240" y="739"/>
                    <a:pt x="5311" y="668"/>
                    <a:pt x="5311" y="584"/>
                  </a:cubicBezTo>
                  <a:lnTo>
                    <a:pt x="5311" y="322"/>
                  </a:lnTo>
                  <a:lnTo>
                    <a:pt x="5775" y="322"/>
                  </a:lnTo>
                  <a:lnTo>
                    <a:pt x="5775" y="584"/>
                  </a:lnTo>
                  <a:cubicBezTo>
                    <a:pt x="5775" y="668"/>
                    <a:pt x="5847" y="739"/>
                    <a:pt x="5942" y="739"/>
                  </a:cubicBezTo>
                  <a:cubicBezTo>
                    <a:pt x="6025" y="739"/>
                    <a:pt x="6097" y="668"/>
                    <a:pt x="6097" y="584"/>
                  </a:cubicBezTo>
                  <a:lnTo>
                    <a:pt x="6097" y="322"/>
                  </a:lnTo>
                  <a:lnTo>
                    <a:pt x="6561" y="322"/>
                  </a:lnTo>
                  <a:lnTo>
                    <a:pt x="6561" y="584"/>
                  </a:lnTo>
                  <a:cubicBezTo>
                    <a:pt x="6561" y="668"/>
                    <a:pt x="6633" y="739"/>
                    <a:pt x="6728" y="739"/>
                  </a:cubicBezTo>
                  <a:cubicBezTo>
                    <a:pt x="6811" y="739"/>
                    <a:pt x="6895" y="668"/>
                    <a:pt x="6895" y="584"/>
                  </a:cubicBezTo>
                  <a:lnTo>
                    <a:pt x="6895" y="322"/>
                  </a:lnTo>
                  <a:lnTo>
                    <a:pt x="7347" y="322"/>
                  </a:lnTo>
                  <a:lnTo>
                    <a:pt x="7347" y="584"/>
                  </a:lnTo>
                  <a:cubicBezTo>
                    <a:pt x="7347" y="668"/>
                    <a:pt x="7430" y="739"/>
                    <a:pt x="7514" y="739"/>
                  </a:cubicBezTo>
                  <a:cubicBezTo>
                    <a:pt x="7609" y="739"/>
                    <a:pt x="7680" y="668"/>
                    <a:pt x="7680" y="584"/>
                  </a:cubicBezTo>
                  <a:lnTo>
                    <a:pt x="7680" y="322"/>
                  </a:lnTo>
                  <a:lnTo>
                    <a:pt x="8145" y="322"/>
                  </a:lnTo>
                  <a:lnTo>
                    <a:pt x="8145" y="584"/>
                  </a:lnTo>
                  <a:cubicBezTo>
                    <a:pt x="8145" y="668"/>
                    <a:pt x="8216" y="739"/>
                    <a:pt x="8299" y="739"/>
                  </a:cubicBezTo>
                  <a:cubicBezTo>
                    <a:pt x="8395" y="739"/>
                    <a:pt x="8466" y="668"/>
                    <a:pt x="8466" y="584"/>
                  </a:cubicBezTo>
                  <a:lnTo>
                    <a:pt x="8466" y="322"/>
                  </a:lnTo>
                  <a:lnTo>
                    <a:pt x="8930" y="322"/>
                  </a:lnTo>
                  <a:lnTo>
                    <a:pt x="8930" y="584"/>
                  </a:lnTo>
                  <a:cubicBezTo>
                    <a:pt x="8930" y="668"/>
                    <a:pt x="9002" y="739"/>
                    <a:pt x="9097" y="739"/>
                  </a:cubicBezTo>
                  <a:cubicBezTo>
                    <a:pt x="9181" y="739"/>
                    <a:pt x="9252" y="668"/>
                    <a:pt x="9252" y="584"/>
                  </a:cubicBezTo>
                  <a:lnTo>
                    <a:pt x="9252" y="322"/>
                  </a:lnTo>
                  <a:lnTo>
                    <a:pt x="9716" y="322"/>
                  </a:lnTo>
                  <a:lnTo>
                    <a:pt x="9716" y="584"/>
                  </a:lnTo>
                  <a:cubicBezTo>
                    <a:pt x="9716" y="668"/>
                    <a:pt x="9788" y="739"/>
                    <a:pt x="9883" y="739"/>
                  </a:cubicBezTo>
                  <a:cubicBezTo>
                    <a:pt x="9966" y="739"/>
                    <a:pt x="10050" y="668"/>
                    <a:pt x="10050" y="584"/>
                  </a:cubicBezTo>
                  <a:lnTo>
                    <a:pt x="10050" y="322"/>
                  </a:lnTo>
                  <a:lnTo>
                    <a:pt x="10669" y="322"/>
                  </a:lnTo>
                  <a:cubicBezTo>
                    <a:pt x="10716" y="322"/>
                    <a:pt x="10764" y="370"/>
                    <a:pt x="10764" y="418"/>
                  </a:cubicBezTo>
                  <a:lnTo>
                    <a:pt x="10764" y="1846"/>
                  </a:lnTo>
                  <a:cubicBezTo>
                    <a:pt x="10764" y="1894"/>
                    <a:pt x="10716" y="1930"/>
                    <a:pt x="10669" y="1930"/>
                  </a:cubicBezTo>
                  <a:lnTo>
                    <a:pt x="9192" y="1930"/>
                  </a:lnTo>
                  <a:cubicBezTo>
                    <a:pt x="9109" y="1930"/>
                    <a:pt x="9038" y="2013"/>
                    <a:pt x="9038" y="2096"/>
                  </a:cubicBezTo>
                  <a:cubicBezTo>
                    <a:pt x="9038" y="2192"/>
                    <a:pt x="9109" y="2263"/>
                    <a:pt x="9192" y="2263"/>
                  </a:cubicBezTo>
                  <a:lnTo>
                    <a:pt x="10669" y="2263"/>
                  </a:lnTo>
                  <a:cubicBezTo>
                    <a:pt x="10907" y="2263"/>
                    <a:pt x="11086" y="2073"/>
                    <a:pt x="11086" y="1846"/>
                  </a:cubicBezTo>
                  <a:lnTo>
                    <a:pt x="11086" y="418"/>
                  </a:lnTo>
                  <a:cubicBezTo>
                    <a:pt x="11062" y="191"/>
                    <a:pt x="10883" y="1"/>
                    <a:pt x="106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5" name="Google Shape;9785;p63"/>
          <p:cNvGrpSpPr/>
          <p:nvPr/>
        </p:nvGrpSpPr>
        <p:grpSpPr>
          <a:xfrm>
            <a:off x="6275635" y="4101651"/>
            <a:ext cx="209383" cy="366778"/>
            <a:chOff x="6275635" y="4282651"/>
            <a:chExt cx="209383" cy="366778"/>
          </a:xfrm>
        </p:grpSpPr>
        <p:sp>
          <p:nvSpPr>
            <p:cNvPr id="9786" name="Google Shape;9786;p63"/>
            <p:cNvSpPr/>
            <p:nvPr/>
          </p:nvSpPr>
          <p:spPr>
            <a:xfrm>
              <a:off x="6275635" y="4282651"/>
              <a:ext cx="89162" cy="366778"/>
            </a:xfrm>
            <a:custGeom>
              <a:avLst/>
              <a:gdLst/>
              <a:ahLst/>
              <a:cxnLst/>
              <a:rect l="l" t="t" r="r" b="b"/>
              <a:pathLst>
                <a:path w="2799" h="11514" extrusionOk="0">
                  <a:moveTo>
                    <a:pt x="1382" y="1751"/>
                  </a:moveTo>
                  <a:cubicBezTo>
                    <a:pt x="1667" y="1917"/>
                    <a:pt x="1929" y="2084"/>
                    <a:pt x="2132" y="2275"/>
                  </a:cubicBezTo>
                  <a:lnTo>
                    <a:pt x="620" y="2275"/>
                  </a:lnTo>
                  <a:cubicBezTo>
                    <a:pt x="822" y="2084"/>
                    <a:pt x="1084" y="1917"/>
                    <a:pt x="1382" y="1751"/>
                  </a:cubicBezTo>
                  <a:close/>
                  <a:moveTo>
                    <a:pt x="2370" y="2620"/>
                  </a:moveTo>
                  <a:cubicBezTo>
                    <a:pt x="2465" y="2822"/>
                    <a:pt x="2489" y="3048"/>
                    <a:pt x="2382" y="3298"/>
                  </a:cubicBezTo>
                  <a:lnTo>
                    <a:pt x="381" y="3298"/>
                  </a:lnTo>
                  <a:cubicBezTo>
                    <a:pt x="298" y="3084"/>
                    <a:pt x="286" y="2858"/>
                    <a:pt x="381" y="2620"/>
                  </a:cubicBezTo>
                  <a:close/>
                  <a:moveTo>
                    <a:pt x="2144" y="3644"/>
                  </a:moveTo>
                  <a:cubicBezTo>
                    <a:pt x="1953" y="3834"/>
                    <a:pt x="1679" y="4001"/>
                    <a:pt x="1382" y="4168"/>
                  </a:cubicBezTo>
                  <a:cubicBezTo>
                    <a:pt x="1096" y="4001"/>
                    <a:pt x="822" y="3834"/>
                    <a:pt x="620" y="3644"/>
                  </a:cubicBezTo>
                  <a:close/>
                  <a:moveTo>
                    <a:pt x="2441" y="5918"/>
                  </a:moveTo>
                  <a:cubicBezTo>
                    <a:pt x="2334" y="6394"/>
                    <a:pt x="1893" y="6680"/>
                    <a:pt x="1382" y="6966"/>
                  </a:cubicBezTo>
                  <a:cubicBezTo>
                    <a:pt x="881" y="6680"/>
                    <a:pt x="429" y="6394"/>
                    <a:pt x="346" y="5918"/>
                  </a:cubicBezTo>
                  <a:close/>
                  <a:moveTo>
                    <a:pt x="1382" y="7347"/>
                  </a:moveTo>
                  <a:cubicBezTo>
                    <a:pt x="1679" y="7513"/>
                    <a:pt x="1953" y="7680"/>
                    <a:pt x="2144" y="7870"/>
                  </a:cubicBezTo>
                  <a:lnTo>
                    <a:pt x="620" y="7870"/>
                  </a:lnTo>
                  <a:cubicBezTo>
                    <a:pt x="822" y="7680"/>
                    <a:pt x="1096" y="7513"/>
                    <a:pt x="1382" y="7347"/>
                  </a:cubicBezTo>
                  <a:close/>
                  <a:moveTo>
                    <a:pt x="2394" y="8216"/>
                  </a:moveTo>
                  <a:cubicBezTo>
                    <a:pt x="2489" y="8454"/>
                    <a:pt x="2489" y="8680"/>
                    <a:pt x="2382" y="8894"/>
                  </a:cubicBezTo>
                  <a:lnTo>
                    <a:pt x="405" y="8894"/>
                  </a:lnTo>
                  <a:cubicBezTo>
                    <a:pt x="298" y="8656"/>
                    <a:pt x="298" y="8442"/>
                    <a:pt x="405" y="8216"/>
                  </a:cubicBezTo>
                  <a:close/>
                  <a:moveTo>
                    <a:pt x="2132" y="9240"/>
                  </a:moveTo>
                  <a:cubicBezTo>
                    <a:pt x="1929" y="9430"/>
                    <a:pt x="1667" y="9597"/>
                    <a:pt x="1382" y="9764"/>
                  </a:cubicBezTo>
                  <a:cubicBezTo>
                    <a:pt x="1096" y="9597"/>
                    <a:pt x="834" y="9430"/>
                    <a:pt x="620" y="9240"/>
                  </a:cubicBezTo>
                  <a:close/>
                  <a:moveTo>
                    <a:pt x="167" y="0"/>
                  </a:moveTo>
                  <a:cubicBezTo>
                    <a:pt x="72" y="0"/>
                    <a:pt x="0" y="72"/>
                    <a:pt x="0" y="167"/>
                  </a:cubicBezTo>
                  <a:cubicBezTo>
                    <a:pt x="0" y="846"/>
                    <a:pt x="524" y="1251"/>
                    <a:pt x="1072" y="1560"/>
                  </a:cubicBezTo>
                  <a:cubicBezTo>
                    <a:pt x="500" y="1894"/>
                    <a:pt x="0" y="2310"/>
                    <a:pt x="0" y="2965"/>
                  </a:cubicBezTo>
                  <a:cubicBezTo>
                    <a:pt x="0" y="3644"/>
                    <a:pt x="524" y="4049"/>
                    <a:pt x="1072" y="4358"/>
                  </a:cubicBezTo>
                  <a:cubicBezTo>
                    <a:pt x="524" y="4668"/>
                    <a:pt x="0" y="5072"/>
                    <a:pt x="0" y="5763"/>
                  </a:cubicBezTo>
                  <a:cubicBezTo>
                    <a:pt x="0" y="6442"/>
                    <a:pt x="524" y="6847"/>
                    <a:pt x="1072" y="7156"/>
                  </a:cubicBezTo>
                  <a:cubicBezTo>
                    <a:pt x="524" y="7466"/>
                    <a:pt x="0" y="7870"/>
                    <a:pt x="0" y="8549"/>
                  </a:cubicBezTo>
                  <a:cubicBezTo>
                    <a:pt x="0" y="8799"/>
                    <a:pt x="72" y="9002"/>
                    <a:pt x="179" y="9180"/>
                  </a:cubicBezTo>
                  <a:cubicBezTo>
                    <a:pt x="227" y="9240"/>
                    <a:pt x="322" y="9525"/>
                    <a:pt x="1072" y="9954"/>
                  </a:cubicBezTo>
                  <a:cubicBezTo>
                    <a:pt x="524" y="10264"/>
                    <a:pt x="0" y="10668"/>
                    <a:pt x="0" y="11359"/>
                  </a:cubicBezTo>
                  <a:cubicBezTo>
                    <a:pt x="0" y="11442"/>
                    <a:pt x="72" y="11514"/>
                    <a:pt x="167" y="11514"/>
                  </a:cubicBezTo>
                  <a:cubicBezTo>
                    <a:pt x="250" y="11514"/>
                    <a:pt x="322" y="11442"/>
                    <a:pt x="322" y="11359"/>
                  </a:cubicBezTo>
                  <a:cubicBezTo>
                    <a:pt x="322" y="10776"/>
                    <a:pt x="834" y="10466"/>
                    <a:pt x="1393" y="10145"/>
                  </a:cubicBezTo>
                  <a:cubicBezTo>
                    <a:pt x="1965" y="10466"/>
                    <a:pt x="2465" y="10776"/>
                    <a:pt x="2465" y="11359"/>
                  </a:cubicBezTo>
                  <a:cubicBezTo>
                    <a:pt x="2465" y="11442"/>
                    <a:pt x="2548" y="11514"/>
                    <a:pt x="2632" y="11514"/>
                  </a:cubicBezTo>
                  <a:cubicBezTo>
                    <a:pt x="2727" y="11514"/>
                    <a:pt x="2798" y="11442"/>
                    <a:pt x="2798" y="11359"/>
                  </a:cubicBezTo>
                  <a:cubicBezTo>
                    <a:pt x="2798" y="10668"/>
                    <a:pt x="2274" y="10264"/>
                    <a:pt x="1727" y="9954"/>
                  </a:cubicBezTo>
                  <a:cubicBezTo>
                    <a:pt x="2286" y="9633"/>
                    <a:pt x="2798" y="9216"/>
                    <a:pt x="2798" y="8561"/>
                  </a:cubicBezTo>
                  <a:cubicBezTo>
                    <a:pt x="2798" y="7870"/>
                    <a:pt x="2274" y="7466"/>
                    <a:pt x="1727" y="7156"/>
                  </a:cubicBezTo>
                  <a:cubicBezTo>
                    <a:pt x="2274" y="6847"/>
                    <a:pt x="2798" y="6442"/>
                    <a:pt x="2798" y="5763"/>
                  </a:cubicBezTo>
                  <a:cubicBezTo>
                    <a:pt x="2798" y="5608"/>
                    <a:pt x="2763" y="5465"/>
                    <a:pt x="2727" y="5346"/>
                  </a:cubicBezTo>
                  <a:cubicBezTo>
                    <a:pt x="2699" y="5273"/>
                    <a:pt x="2629" y="5227"/>
                    <a:pt x="2560" y="5227"/>
                  </a:cubicBezTo>
                  <a:cubicBezTo>
                    <a:pt x="2539" y="5227"/>
                    <a:pt x="2519" y="5231"/>
                    <a:pt x="2501" y="5239"/>
                  </a:cubicBezTo>
                  <a:cubicBezTo>
                    <a:pt x="2405" y="5263"/>
                    <a:pt x="2370" y="5370"/>
                    <a:pt x="2394" y="5465"/>
                  </a:cubicBezTo>
                  <a:cubicBezTo>
                    <a:pt x="2405" y="5501"/>
                    <a:pt x="2405" y="5549"/>
                    <a:pt x="2405" y="5596"/>
                  </a:cubicBezTo>
                  <a:lnTo>
                    <a:pt x="322" y="5596"/>
                  </a:lnTo>
                  <a:cubicBezTo>
                    <a:pt x="417" y="5132"/>
                    <a:pt x="881" y="4834"/>
                    <a:pt x="1370" y="4549"/>
                  </a:cubicBezTo>
                  <a:cubicBezTo>
                    <a:pt x="1560" y="4656"/>
                    <a:pt x="1774" y="4775"/>
                    <a:pt x="1929" y="4906"/>
                  </a:cubicBezTo>
                  <a:cubicBezTo>
                    <a:pt x="1960" y="4932"/>
                    <a:pt x="1998" y="4944"/>
                    <a:pt x="2035" y="4944"/>
                  </a:cubicBezTo>
                  <a:cubicBezTo>
                    <a:pt x="2084" y="4944"/>
                    <a:pt x="2134" y="4923"/>
                    <a:pt x="2167" y="4882"/>
                  </a:cubicBezTo>
                  <a:cubicBezTo>
                    <a:pt x="2227" y="4811"/>
                    <a:pt x="2215" y="4703"/>
                    <a:pt x="2144" y="4644"/>
                  </a:cubicBezTo>
                  <a:cubicBezTo>
                    <a:pt x="2001" y="4537"/>
                    <a:pt x="1858" y="4453"/>
                    <a:pt x="1703" y="4358"/>
                  </a:cubicBezTo>
                  <a:cubicBezTo>
                    <a:pt x="2263" y="4049"/>
                    <a:pt x="2775" y="3644"/>
                    <a:pt x="2775" y="2965"/>
                  </a:cubicBezTo>
                  <a:cubicBezTo>
                    <a:pt x="2775" y="2727"/>
                    <a:pt x="2703" y="2513"/>
                    <a:pt x="2596" y="2334"/>
                  </a:cubicBezTo>
                  <a:cubicBezTo>
                    <a:pt x="2560" y="2275"/>
                    <a:pt x="2441" y="1989"/>
                    <a:pt x="1703" y="1560"/>
                  </a:cubicBezTo>
                  <a:cubicBezTo>
                    <a:pt x="2263" y="1239"/>
                    <a:pt x="2798" y="846"/>
                    <a:pt x="2798" y="167"/>
                  </a:cubicBezTo>
                  <a:cubicBezTo>
                    <a:pt x="2798" y="72"/>
                    <a:pt x="2727" y="0"/>
                    <a:pt x="2632" y="0"/>
                  </a:cubicBezTo>
                  <a:cubicBezTo>
                    <a:pt x="2548" y="0"/>
                    <a:pt x="2465" y="72"/>
                    <a:pt x="2465" y="167"/>
                  </a:cubicBezTo>
                  <a:cubicBezTo>
                    <a:pt x="2465" y="739"/>
                    <a:pt x="1965" y="1060"/>
                    <a:pt x="1393" y="1370"/>
                  </a:cubicBezTo>
                  <a:cubicBezTo>
                    <a:pt x="834" y="1060"/>
                    <a:pt x="322" y="727"/>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63"/>
            <p:cNvSpPr/>
            <p:nvPr/>
          </p:nvSpPr>
          <p:spPr>
            <a:xfrm>
              <a:off x="6395474" y="4282651"/>
              <a:ext cx="89544" cy="366778"/>
            </a:xfrm>
            <a:custGeom>
              <a:avLst/>
              <a:gdLst/>
              <a:ahLst/>
              <a:cxnLst/>
              <a:rect l="l" t="t" r="r" b="b"/>
              <a:pathLst>
                <a:path w="2811" h="11514" extrusionOk="0">
                  <a:moveTo>
                    <a:pt x="2799" y="2906"/>
                  </a:moveTo>
                  <a:cubicBezTo>
                    <a:pt x="2799" y="2912"/>
                    <a:pt x="2802" y="2914"/>
                    <a:pt x="2803" y="2914"/>
                  </a:cubicBezTo>
                  <a:cubicBezTo>
                    <a:pt x="2805" y="2914"/>
                    <a:pt x="2805" y="2912"/>
                    <a:pt x="2799" y="2906"/>
                  </a:cubicBezTo>
                  <a:close/>
                  <a:moveTo>
                    <a:pt x="2453" y="3096"/>
                  </a:moveTo>
                  <a:cubicBezTo>
                    <a:pt x="2382" y="3584"/>
                    <a:pt x="1918" y="3870"/>
                    <a:pt x="1406" y="4168"/>
                  </a:cubicBezTo>
                  <a:cubicBezTo>
                    <a:pt x="882" y="3870"/>
                    <a:pt x="417" y="3584"/>
                    <a:pt x="346" y="3096"/>
                  </a:cubicBezTo>
                  <a:close/>
                  <a:moveTo>
                    <a:pt x="1394" y="4549"/>
                  </a:moveTo>
                  <a:cubicBezTo>
                    <a:pt x="1680" y="4715"/>
                    <a:pt x="1965" y="4882"/>
                    <a:pt x="2156" y="5072"/>
                  </a:cubicBezTo>
                  <a:lnTo>
                    <a:pt x="644" y="5072"/>
                  </a:lnTo>
                  <a:cubicBezTo>
                    <a:pt x="834" y="4882"/>
                    <a:pt x="1120" y="4715"/>
                    <a:pt x="1394" y="4549"/>
                  </a:cubicBezTo>
                  <a:close/>
                  <a:moveTo>
                    <a:pt x="2394" y="5418"/>
                  </a:moveTo>
                  <a:cubicBezTo>
                    <a:pt x="2501" y="5644"/>
                    <a:pt x="2501" y="5858"/>
                    <a:pt x="2394" y="6096"/>
                  </a:cubicBezTo>
                  <a:lnTo>
                    <a:pt x="406" y="6096"/>
                  </a:lnTo>
                  <a:cubicBezTo>
                    <a:pt x="298" y="5858"/>
                    <a:pt x="298" y="5644"/>
                    <a:pt x="406" y="5418"/>
                  </a:cubicBezTo>
                  <a:close/>
                  <a:moveTo>
                    <a:pt x="2156" y="6442"/>
                  </a:moveTo>
                  <a:cubicBezTo>
                    <a:pt x="1965" y="6632"/>
                    <a:pt x="1680" y="6799"/>
                    <a:pt x="1406" y="6966"/>
                  </a:cubicBezTo>
                  <a:cubicBezTo>
                    <a:pt x="1120" y="6799"/>
                    <a:pt x="846" y="6632"/>
                    <a:pt x="644" y="6442"/>
                  </a:cubicBezTo>
                  <a:close/>
                  <a:moveTo>
                    <a:pt x="1406" y="7347"/>
                  </a:moveTo>
                  <a:cubicBezTo>
                    <a:pt x="1906" y="7632"/>
                    <a:pt x="2358" y="7918"/>
                    <a:pt x="2453" y="8382"/>
                  </a:cubicBezTo>
                  <a:lnTo>
                    <a:pt x="358" y="8382"/>
                  </a:lnTo>
                  <a:cubicBezTo>
                    <a:pt x="453" y="7918"/>
                    <a:pt x="906" y="7632"/>
                    <a:pt x="1406" y="7347"/>
                  </a:cubicBezTo>
                  <a:close/>
                  <a:moveTo>
                    <a:pt x="2442" y="8716"/>
                  </a:moveTo>
                  <a:cubicBezTo>
                    <a:pt x="2370" y="9180"/>
                    <a:pt x="1906" y="9478"/>
                    <a:pt x="1406" y="9764"/>
                  </a:cubicBezTo>
                  <a:cubicBezTo>
                    <a:pt x="894" y="9478"/>
                    <a:pt x="429" y="9192"/>
                    <a:pt x="346" y="8716"/>
                  </a:cubicBezTo>
                  <a:close/>
                  <a:moveTo>
                    <a:pt x="179" y="0"/>
                  </a:moveTo>
                  <a:cubicBezTo>
                    <a:pt x="96" y="0"/>
                    <a:pt x="13" y="72"/>
                    <a:pt x="13" y="167"/>
                  </a:cubicBezTo>
                  <a:cubicBezTo>
                    <a:pt x="13" y="858"/>
                    <a:pt x="548" y="1251"/>
                    <a:pt x="1084" y="1560"/>
                  </a:cubicBezTo>
                  <a:cubicBezTo>
                    <a:pt x="953" y="1632"/>
                    <a:pt x="834" y="1715"/>
                    <a:pt x="715" y="1786"/>
                  </a:cubicBezTo>
                  <a:cubicBezTo>
                    <a:pt x="584" y="1870"/>
                    <a:pt x="656" y="2096"/>
                    <a:pt x="822" y="2096"/>
                  </a:cubicBezTo>
                  <a:cubicBezTo>
                    <a:pt x="906" y="2096"/>
                    <a:pt x="870" y="2072"/>
                    <a:pt x="1430" y="1751"/>
                  </a:cubicBezTo>
                  <a:cubicBezTo>
                    <a:pt x="1918" y="2036"/>
                    <a:pt x="2370" y="2310"/>
                    <a:pt x="2477" y="2751"/>
                  </a:cubicBezTo>
                  <a:lnTo>
                    <a:pt x="406" y="2751"/>
                  </a:lnTo>
                  <a:cubicBezTo>
                    <a:pt x="417" y="2703"/>
                    <a:pt x="417" y="2644"/>
                    <a:pt x="429" y="2608"/>
                  </a:cubicBezTo>
                  <a:cubicBezTo>
                    <a:pt x="477" y="2513"/>
                    <a:pt x="429" y="2429"/>
                    <a:pt x="346" y="2382"/>
                  </a:cubicBezTo>
                  <a:cubicBezTo>
                    <a:pt x="320" y="2369"/>
                    <a:pt x="295" y="2363"/>
                    <a:pt x="271" y="2363"/>
                  </a:cubicBezTo>
                  <a:cubicBezTo>
                    <a:pt x="208" y="2363"/>
                    <a:pt x="154" y="2404"/>
                    <a:pt x="120" y="2465"/>
                  </a:cubicBezTo>
                  <a:cubicBezTo>
                    <a:pt x="60" y="2608"/>
                    <a:pt x="36" y="2751"/>
                    <a:pt x="13" y="2917"/>
                  </a:cubicBezTo>
                  <a:lnTo>
                    <a:pt x="13" y="2929"/>
                  </a:lnTo>
                  <a:cubicBezTo>
                    <a:pt x="1" y="3620"/>
                    <a:pt x="489" y="4013"/>
                    <a:pt x="1084" y="4358"/>
                  </a:cubicBezTo>
                  <a:cubicBezTo>
                    <a:pt x="537" y="4668"/>
                    <a:pt x="13" y="5072"/>
                    <a:pt x="13" y="5763"/>
                  </a:cubicBezTo>
                  <a:cubicBezTo>
                    <a:pt x="13" y="6442"/>
                    <a:pt x="537" y="6847"/>
                    <a:pt x="1084" y="7156"/>
                  </a:cubicBezTo>
                  <a:cubicBezTo>
                    <a:pt x="513" y="7501"/>
                    <a:pt x="13" y="7882"/>
                    <a:pt x="13" y="8561"/>
                  </a:cubicBezTo>
                  <a:cubicBezTo>
                    <a:pt x="13" y="9240"/>
                    <a:pt x="537" y="9644"/>
                    <a:pt x="1084" y="9954"/>
                  </a:cubicBezTo>
                  <a:cubicBezTo>
                    <a:pt x="537" y="10264"/>
                    <a:pt x="13" y="10668"/>
                    <a:pt x="13" y="11359"/>
                  </a:cubicBezTo>
                  <a:cubicBezTo>
                    <a:pt x="13" y="11442"/>
                    <a:pt x="96" y="11514"/>
                    <a:pt x="179" y="11514"/>
                  </a:cubicBezTo>
                  <a:cubicBezTo>
                    <a:pt x="275" y="11514"/>
                    <a:pt x="346" y="11442"/>
                    <a:pt x="346" y="11359"/>
                  </a:cubicBezTo>
                  <a:cubicBezTo>
                    <a:pt x="346" y="10776"/>
                    <a:pt x="846" y="10466"/>
                    <a:pt x="1418" y="10145"/>
                  </a:cubicBezTo>
                  <a:cubicBezTo>
                    <a:pt x="1977" y="10466"/>
                    <a:pt x="2489" y="10776"/>
                    <a:pt x="2489" y="11359"/>
                  </a:cubicBezTo>
                  <a:cubicBezTo>
                    <a:pt x="2489" y="11442"/>
                    <a:pt x="2561" y="11514"/>
                    <a:pt x="2656" y="11514"/>
                  </a:cubicBezTo>
                  <a:cubicBezTo>
                    <a:pt x="2739" y="11514"/>
                    <a:pt x="2811" y="11442"/>
                    <a:pt x="2811" y="11359"/>
                  </a:cubicBezTo>
                  <a:cubicBezTo>
                    <a:pt x="2811" y="10668"/>
                    <a:pt x="2299" y="10264"/>
                    <a:pt x="1739" y="9954"/>
                  </a:cubicBezTo>
                  <a:cubicBezTo>
                    <a:pt x="2322" y="9609"/>
                    <a:pt x="2811" y="9228"/>
                    <a:pt x="2811" y="8537"/>
                  </a:cubicBezTo>
                  <a:cubicBezTo>
                    <a:pt x="2811" y="7859"/>
                    <a:pt x="2299" y="7466"/>
                    <a:pt x="1739" y="7144"/>
                  </a:cubicBezTo>
                  <a:cubicBezTo>
                    <a:pt x="2299" y="6835"/>
                    <a:pt x="2811" y="6430"/>
                    <a:pt x="2811" y="5739"/>
                  </a:cubicBezTo>
                  <a:cubicBezTo>
                    <a:pt x="2811" y="5061"/>
                    <a:pt x="2299" y="4656"/>
                    <a:pt x="1739" y="4346"/>
                  </a:cubicBezTo>
                  <a:cubicBezTo>
                    <a:pt x="2358" y="4001"/>
                    <a:pt x="2799" y="3632"/>
                    <a:pt x="2799" y="2906"/>
                  </a:cubicBezTo>
                  <a:cubicBezTo>
                    <a:pt x="2775" y="2251"/>
                    <a:pt x="2263" y="1870"/>
                    <a:pt x="1739" y="1560"/>
                  </a:cubicBezTo>
                  <a:cubicBezTo>
                    <a:pt x="2299" y="1251"/>
                    <a:pt x="2811" y="846"/>
                    <a:pt x="2811" y="167"/>
                  </a:cubicBezTo>
                  <a:cubicBezTo>
                    <a:pt x="2811" y="72"/>
                    <a:pt x="2739" y="0"/>
                    <a:pt x="2656" y="0"/>
                  </a:cubicBezTo>
                  <a:cubicBezTo>
                    <a:pt x="2561" y="0"/>
                    <a:pt x="2489" y="72"/>
                    <a:pt x="2489" y="167"/>
                  </a:cubicBezTo>
                  <a:cubicBezTo>
                    <a:pt x="2489" y="739"/>
                    <a:pt x="1977" y="1060"/>
                    <a:pt x="1418" y="1370"/>
                  </a:cubicBezTo>
                  <a:cubicBezTo>
                    <a:pt x="846" y="1060"/>
                    <a:pt x="346" y="727"/>
                    <a:pt x="346" y="167"/>
                  </a:cubicBezTo>
                  <a:cubicBezTo>
                    <a:pt x="346" y="72"/>
                    <a:pt x="275"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8" name="Google Shape;9788;p63"/>
          <p:cNvGrpSpPr/>
          <p:nvPr/>
        </p:nvGrpSpPr>
        <p:grpSpPr>
          <a:xfrm>
            <a:off x="6701186" y="4102033"/>
            <a:ext cx="280292" cy="366396"/>
            <a:chOff x="6701186" y="4283033"/>
            <a:chExt cx="280292" cy="366396"/>
          </a:xfrm>
        </p:grpSpPr>
        <p:sp>
          <p:nvSpPr>
            <p:cNvPr id="9789" name="Google Shape;9789;p63"/>
            <p:cNvSpPr/>
            <p:nvPr/>
          </p:nvSpPr>
          <p:spPr>
            <a:xfrm>
              <a:off x="6772095" y="4345979"/>
              <a:ext cx="209383" cy="302686"/>
            </a:xfrm>
            <a:custGeom>
              <a:avLst/>
              <a:gdLst/>
              <a:ahLst/>
              <a:cxnLst/>
              <a:rect l="l" t="t" r="r" b="b"/>
              <a:pathLst>
                <a:path w="6573" h="9502" extrusionOk="0">
                  <a:moveTo>
                    <a:pt x="5751" y="894"/>
                  </a:moveTo>
                  <a:cubicBezTo>
                    <a:pt x="6013" y="894"/>
                    <a:pt x="6216" y="1120"/>
                    <a:pt x="6204" y="1394"/>
                  </a:cubicBezTo>
                  <a:lnTo>
                    <a:pt x="6156" y="1799"/>
                  </a:lnTo>
                  <a:lnTo>
                    <a:pt x="5501" y="1799"/>
                  </a:lnTo>
                  <a:cubicBezTo>
                    <a:pt x="5418" y="1799"/>
                    <a:pt x="5335" y="1882"/>
                    <a:pt x="5335" y="1965"/>
                  </a:cubicBezTo>
                  <a:cubicBezTo>
                    <a:pt x="5335" y="2061"/>
                    <a:pt x="5418" y="2132"/>
                    <a:pt x="5501" y="2132"/>
                  </a:cubicBezTo>
                  <a:lnTo>
                    <a:pt x="6132" y="2132"/>
                  </a:lnTo>
                  <a:lnTo>
                    <a:pt x="6085" y="2596"/>
                  </a:lnTo>
                  <a:lnTo>
                    <a:pt x="489" y="2596"/>
                  </a:lnTo>
                  <a:lnTo>
                    <a:pt x="370" y="1394"/>
                  </a:lnTo>
                  <a:cubicBezTo>
                    <a:pt x="334" y="1132"/>
                    <a:pt x="548" y="894"/>
                    <a:pt x="810" y="894"/>
                  </a:cubicBezTo>
                  <a:close/>
                  <a:moveTo>
                    <a:pt x="4561" y="7025"/>
                  </a:moveTo>
                  <a:lnTo>
                    <a:pt x="4549" y="7311"/>
                  </a:lnTo>
                  <a:cubicBezTo>
                    <a:pt x="4549" y="7490"/>
                    <a:pt x="4406" y="7621"/>
                    <a:pt x="4239" y="7621"/>
                  </a:cubicBezTo>
                  <a:lnTo>
                    <a:pt x="2334" y="7621"/>
                  </a:lnTo>
                  <a:cubicBezTo>
                    <a:pt x="2156" y="7621"/>
                    <a:pt x="2025" y="7478"/>
                    <a:pt x="2025" y="7311"/>
                  </a:cubicBezTo>
                  <a:lnTo>
                    <a:pt x="2025" y="7025"/>
                  </a:lnTo>
                  <a:close/>
                  <a:moveTo>
                    <a:pt x="3287" y="1"/>
                  </a:moveTo>
                  <a:cubicBezTo>
                    <a:pt x="3192" y="1"/>
                    <a:pt x="3120" y="84"/>
                    <a:pt x="3120" y="167"/>
                  </a:cubicBezTo>
                  <a:lnTo>
                    <a:pt x="3120" y="560"/>
                  </a:lnTo>
                  <a:lnTo>
                    <a:pt x="810" y="560"/>
                  </a:lnTo>
                  <a:cubicBezTo>
                    <a:pt x="358" y="560"/>
                    <a:pt x="1" y="953"/>
                    <a:pt x="36" y="1418"/>
                  </a:cubicBezTo>
                  <a:cubicBezTo>
                    <a:pt x="60" y="1596"/>
                    <a:pt x="215" y="3215"/>
                    <a:pt x="251" y="3501"/>
                  </a:cubicBezTo>
                  <a:cubicBezTo>
                    <a:pt x="262" y="3589"/>
                    <a:pt x="324" y="3657"/>
                    <a:pt x="409" y="3657"/>
                  </a:cubicBezTo>
                  <a:cubicBezTo>
                    <a:pt x="415" y="3657"/>
                    <a:pt x="422" y="3657"/>
                    <a:pt x="429" y="3656"/>
                  </a:cubicBezTo>
                  <a:cubicBezTo>
                    <a:pt x="513" y="3632"/>
                    <a:pt x="596" y="3561"/>
                    <a:pt x="572" y="3477"/>
                  </a:cubicBezTo>
                  <a:lnTo>
                    <a:pt x="513" y="2942"/>
                  </a:lnTo>
                  <a:lnTo>
                    <a:pt x="6025" y="2942"/>
                  </a:lnTo>
                  <a:lnTo>
                    <a:pt x="5978" y="3394"/>
                  </a:lnTo>
                  <a:lnTo>
                    <a:pt x="4799" y="3394"/>
                  </a:lnTo>
                  <a:cubicBezTo>
                    <a:pt x="4716" y="3394"/>
                    <a:pt x="4644" y="3477"/>
                    <a:pt x="4644" y="3561"/>
                  </a:cubicBezTo>
                  <a:cubicBezTo>
                    <a:pt x="4644" y="3656"/>
                    <a:pt x="4716" y="3727"/>
                    <a:pt x="4799" y="3727"/>
                  </a:cubicBezTo>
                  <a:lnTo>
                    <a:pt x="5954" y="3727"/>
                  </a:lnTo>
                  <a:lnTo>
                    <a:pt x="5906" y="4192"/>
                  </a:lnTo>
                  <a:lnTo>
                    <a:pt x="5489" y="4192"/>
                  </a:lnTo>
                  <a:cubicBezTo>
                    <a:pt x="5394" y="4192"/>
                    <a:pt x="5323" y="4263"/>
                    <a:pt x="5323" y="4347"/>
                  </a:cubicBezTo>
                  <a:cubicBezTo>
                    <a:pt x="5323" y="4442"/>
                    <a:pt x="5394" y="4513"/>
                    <a:pt x="5489" y="4513"/>
                  </a:cubicBezTo>
                  <a:lnTo>
                    <a:pt x="5870" y="4513"/>
                  </a:lnTo>
                  <a:lnTo>
                    <a:pt x="5835" y="4978"/>
                  </a:lnTo>
                  <a:lnTo>
                    <a:pt x="4799" y="4978"/>
                  </a:lnTo>
                  <a:cubicBezTo>
                    <a:pt x="4716" y="4978"/>
                    <a:pt x="4644" y="5049"/>
                    <a:pt x="4644" y="5144"/>
                  </a:cubicBezTo>
                  <a:cubicBezTo>
                    <a:pt x="4644" y="5228"/>
                    <a:pt x="4716" y="5299"/>
                    <a:pt x="4799" y="5299"/>
                  </a:cubicBezTo>
                  <a:lnTo>
                    <a:pt x="5787" y="5299"/>
                  </a:lnTo>
                  <a:lnTo>
                    <a:pt x="5728" y="5990"/>
                  </a:lnTo>
                  <a:cubicBezTo>
                    <a:pt x="5692" y="6275"/>
                    <a:pt x="5561" y="6656"/>
                    <a:pt x="4668" y="6656"/>
                  </a:cubicBezTo>
                  <a:lnTo>
                    <a:pt x="1882" y="6656"/>
                  </a:lnTo>
                  <a:cubicBezTo>
                    <a:pt x="989" y="6656"/>
                    <a:pt x="858" y="6287"/>
                    <a:pt x="834" y="5990"/>
                  </a:cubicBezTo>
                  <a:lnTo>
                    <a:pt x="632" y="4085"/>
                  </a:lnTo>
                  <a:cubicBezTo>
                    <a:pt x="621" y="3996"/>
                    <a:pt x="559" y="3929"/>
                    <a:pt x="474" y="3929"/>
                  </a:cubicBezTo>
                  <a:cubicBezTo>
                    <a:pt x="467" y="3929"/>
                    <a:pt x="460" y="3929"/>
                    <a:pt x="453" y="3930"/>
                  </a:cubicBezTo>
                  <a:cubicBezTo>
                    <a:pt x="370" y="3954"/>
                    <a:pt x="298" y="4025"/>
                    <a:pt x="310" y="4108"/>
                  </a:cubicBezTo>
                  <a:lnTo>
                    <a:pt x="501" y="6013"/>
                  </a:lnTo>
                  <a:cubicBezTo>
                    <a:pt x="548" y="6430"/>
                    <a:pt x="786" y="6906"/>
                    <a:pt x="1679" y="6990"/>
                  </a:cubicBezTo>
                  <a:lnTo>
                    <a:pt x="1679" y="7287"/>
                  </a:lnTo>
                  <a:cubicBezTo>
                    <a:pt x="1679" y="7645"/>
                    <a:pt x="1977" y="7942"/>
                    <a:pt x="2334" y="7942"/>
                  </a:cubicBezTo>
                  <a:lnTo>
                    <a:pt x="3120" y="7942"/>
                  </a:lnTo>
                  <a:lnTo>
                    <a:pt x="3120" y="9335"/>
                  </a:lnTo>
                  <a:cubicBezTo>
                    <a:pt x="3120" y="9430"/>
                    <a:pt x="3192" y="9502"/>
                    <a:pt x="3287" y="9502"/>
                  </a:cubicBezTo>
                  <a:cubicBezTo>
                    <a:pt x="3370" y="9502"/>
                    <a:pt x="3453" y="9430"/>
                    <a:pt x="3453" y="9335"/>
                  </a:cubicBezTo>
                  <a:lnTo>
                    <a:pt x="3453" y="7942"/>
                  </a:lnTo>
                  <a:lnTo>
                    <a:pt x="4239" y="7942"/>
                  </a:lnTo>
                  <a:cubicBezTo>
                    <a:pt x="4596" y="7942"/>
                    <a:pt x="4894" y="7645"/>
                    <a:pt x="4894" y="7287"/>
                  </a:cubicBezTo>
                  <a:lnTo>
                    <a:pt x="4894" y="6990"/>
                  </a:lnTo>
                  <a:cubicBezTo>
                    <a:pt x="5787" y="6930"/>
                    <a:pt x="6025" y="6430"/>
                    <a:pt x="6073" y="6013"/>
                  </a:cubicBezTo>
                  <a:cubicBezTo>
                    <a:pt x="6323" y="3442"/>
                    <a:pt x="6263" y="4156"/>
                    <a:pt x="6525" y="1418"/>
                  </a:cubicBezTo>
                  <a:cubicBezTo>
                    <a:pt x="6573" y="953"/>
                    <a:pt x="6216" y="560"/>
                    <a:pt x="5751" y="560"/>
                  </a:cubicBezTo>
                  <a:lnTo>
                    <a:pt x="3453" y="560"/>
                  </a:lnTo>
                  <a:lnTo>
                    <a:pt x="3453" y="167"/>
                  </a:lnTo>
                  <a:cubicBezTo>
                    <a:pt x="3453" y="84"/>
                    <a:pt x="3370" y="1"/>
                    <a:pt x="3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63"/>
            <p:cNvSpPr/>
            <p:nvPr/>
          </p:nvSpPr>
          <p:spPr>
            <a:xfrm>
              <a:off x="6701186" y="4283033"/>
              <a:ext cx="217347" cy="366396"/>
            </a:xfrm>
            <a:custGeom>
              <a:avLst/>
              <a:gdLst/>
              <a:ahLst/>
              <a:cxnLst/>
              <a:rect l="l" t="t" r="r" b="b"/>
              <a:pathLst>
                <a:path w="6823" h="11502" extrusionOk="0">
                  <a:moveTo>
                    <a:pt x="5513" y="0"/>
                  </a:moveTo>
                  <a:cubicBezTo>
                    <a:pt x="5418" y="0"/>
                    <a:pt x="5346" y="72"/>
                    <a:pt x="5346" y="167"/>
                  </a:cubicBezTo>
                  <a:lnTo>
                    <a:pt x="5346" y="369"/>
                  </a:lnTo>
                  <a:cubicBezTo>
                    <a:pt x="4882" y="429"/>
                    <a:pt x="4501" y="727"/>
                    <a:pt x="4310" y="1143"/>
                  </a:cubicBezTo>
                  <a:lnTo>
                    <a:pt x="1762" y="1143"/>
                  </a:lnTo>
                  <a:cubicBezTo>
                    <a:pt x="810" y="1143"/>
                    <a:pt x="24" y="1917"/>
                    <a:pt x="24" y="2894"/>
                  </a:cubicBezTo>
                  <a:lnTo>
                    <a:pt x="24" y="5072"/>
                  </a:lnTo>
                  <a:cubicBezTo>
                    <a:pt x="24" y="5168"/>
                    <a:pt x="95" y="5239"/>
                    <a:pt x="179" y="5239"/>
                  </a:cubicBezTo>
                  <a:cubicBezTo>
                    <a:pt x="274" y="5239"/>
                    <a:pt x="345" y="5168"/>
                    <a:pt x="345" y="5072"/>
                  </a:cubicBezTo>
                  <a:lnTo>
                    <a:pt x="345" y="2894"/>
                  </a:lnTo>
                  <a:cubicBezTo>
                    <a:pt x="345" y="2120"/>
                    <a:pt x="977" y="1489"/>
                    <a:pt x="1750" y="1489"/>
                  </a:cubicBezTo>
                  <a:lnTo>
                    <a:pt x="4394" y="1489"/>
                  </a:lnTo>
                  <a:cubicBezTo>
                    <a:pt x="4465" y="1489"/>
                    <a:pt x="4525" y="1441"/>
                    <a:pt x="4560" y="1370"/>
                  </a:cubicBezTo>
                  <a:cubicBezTo>
                    <a:pt x="4691" y="965"/>
                    <a:pt x="5060" y="703"/>
                    <a:pt x="5477" y="703"/>
                  </a:cubicBezTo>
                  <a:cubicBezTo>
                    <a:pt x="6013" y="703"/>
                    <a:pt x="6453" y="1131"/>
                    <a:pt x="6453" y="1667"/>
                  </a:cubicBezTo>
                  <a:cubicBezTo>
                    <a:pt x="6453" y="1774"/>
                    <a:pt x="6394" y="1846"/>
                    <a:pt x="6287" y="1882"/>
                  </a:cubicBezTo>
                  <a:cubicBezTo>
                    <a:pt x="6274" y="1884"/>
                    <a:pt x="6262" y="1885"/>
                    <a:pt x="6250" y="1885"/>
                  </a:cubicBezTo>
                  <a:cubicBezTo>
                    <a:pt x="6134" y="1885"/>
                    <a:pt x="6037" y="1786"/>
                    <a:pt x="6037" y="1667"/>
                  </a:cubicBezTo>
                  <a:cubicBezTo>
                    <a:pt x="6037" y="1330"/>
                    <a:pt x="5756" y="1100"/>
                    <a:pt x="5462" y="1100"/>
                  </a:cubicBezTo>
                  <a:cubicBezTo>
                    <a:pt x="5340" y="1100"/>
                    <a:pt x="5216" y="1140"/>
                    <a:pt x="5108" y="1227"/>
                  </a:cubicBezTo>
                  <a:cubicBezTo>
                    <a:pt x="4882" y="1405"/>
                    <a:pt x="4906" y="1667"/>
                    <a:pt x="4906" y="1679"/>
                  </a:cubicBezTo>
                  <a:cubicBezTo>
                    <a:pt x="4906" y="1798"/>
                    <a:pt x="4810" y="1893"/>
                    <a:pt x="4691" y="1893"/>
                  </a:cubicBezTo>
                  <a:lnTo>
                    <a:pt x="1727" y="1893"/>
                  </a:lnTo>
                  <a:cubicBezTo>
                    <a:pt x="1191" y="1893"/>
                    <a:pt x="750" y="2334"/>
                    <a:pt x="750" y="2870"/>
                  </a:cubicBezTo>
                  <a:lnTo>
                    <a:pt x="750" y="11180"/>
                  </a:lnTo>
                  <a:lnTo>
                    <a:pt x="334" y="11180"/>
                  </a:lnTo>
                  <a:lnTo>
                    <a:pt x="334" y="5692"/>
                  </a:lnTo>
                  <a:cubicBezTo>
                    <a:pt x="334" y="5596"/>
                    <a:pt x="262" y="5525"/>
                    <a:pt x="167" y="5525"/>
                  </a:cubicBezTo>
                  <a:cubicBezTo>
                    <a:pt x="84" y="5525"/>
                    <a:pt x="0" y="5596"/>
                    <a:pt x="0" y="5692"/>
                  </a:cubicBezTo>
                  <a:lnTo>
                    <a:pt x="0" y="11347"/>
                  </a:lnTo>
                  <a:cubicBezTo>
                    <a:pt x="0" y="11430"/>
                    <a:pt x="84" y="11502"/>
                    <a:pt x="167" y="11502"/>
                  </a:cubicBezTo>
                  <a:lnTo>
                    <a:pt x="929" y="11502"/>
                  </a:lnTo>
                  <a:cubicBezTo>
                    <a:pt x="1012" y="11502"/>
                    <a:pt x="1096" y="11430"/>
                    <a:pt x="1096" y="11347"/>
                  </a:cubicBezTo>
                  <a:lnTo>
                    <a:pt x="1096" y="2870"/>
                  </a:lnTo>
                  <a:cubicBezTo>
                    <a:pt x="1096" y="2513"/>
                    <a:pt x="1369" y="2239"/>
                    <a:pt x="1727" y="2239"/>
                  </a:cubicBezTo>
                  <a:lnTo>
                    <a:pt x="4703" y="2239"/>
                  </a:lnTo>
                  <a:cubicBezTo>
                    <a:pt x="5037" y="2215"/>
                    <a:pt x="5287" y="1977"/>
                    <a:pt x="5287" y="1679"/>
                  </a:cubicBezTo>
                  <a:lnTo>
                    <a:pt x="5287" y="1667"/>
                  </a:lnTo>
                  <a:cubicBezTo>
                    <a:pt x="5287" y="1548"/>
                    <a:pt x="5386" y="1438"/>
                    <a:pt x="5521" y="1438"/>
                  </a:cubicBezTo>
                  <a:cubicBezTo>
                    <a:pt x="5534" y="1438"/>
                    <a:pt x="5547" y="1439"/>
                    <a:pt x="5560" y="1441"/>
                  </a:cubicBezTo>
                  <a:cubicBezTo>
                    <a:pt x="5656" y="1465"/>
                    <a:pt x="5739" y="1560"/>
                    <a:pt x="5739" y="1667"/>
                  </a:cubicBezTo>
                  <a:cubicBezTo>
                    <a:pt x="5739" y="1978"/>
                    <a:pt x="5990" y="2212"/>
                    <a:pt x="6292" y="2212"/>
                  </a:cubicBezTo>
                  <a:cubicBezTo>
                    <a:pt x="6325" y="2212"/>
                    <a:pt x="6359" y="2209"/>
                    <a:pt x="6394" y="2203"/>
                  </a:cubicBezTo>
                  <a:cubicBezTo>
                    <a:pt x="6644" y="2155"/>
                    <a:pt x="6822" y="1917"/>
                    <a:pt x="6822" y="1667"/>
                  </a:cubicBezTo>
                  <a:cubicBezTo>
                    <a:pt x="6822" y="1000"/>
                    <a:pt x="6311" y="453"/>
                    <a:pt x="5679" y="369"/>
                  </a:cubicBezTo>
                  <a:lnTo>
                    <a:pt x="5679" y="167"/>
                  </a:lnTo>
                  <a:cubicBezTo>
                    <a:pt x="5679" y="72"/>
                    <a:pt x="5596" y="0"/>
                    <a:pt x="5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91" name="Google Shape;9791;p63"/>
          <p:cNvGrpSpPr/>
          <p:nvPr/>
        </p:nvGrpSpPr>
        <p:grpSpPr>
          <a:xfrm>
            <a:off x="2609571" y="3643958"/>
            <a:ext cx="373627" cy="347347"/>
            <a:chOff x="2609571" y="3824958"/>
            <a:chExt cx="373627" cy="347347"/>
          </a:xfrm>
        </p:grpSpPr>
        <p:sp>
          <p:nvSpPr>
            <p:cNvPr id="9792" name="Google Shape;9792;p63"/>
            <p:cNvSpPr/>
            <p:nvPr/>
          </p:nvSpPr>
          <p:spPr>
            <a:xfrm>
              <a:off x="2609571" y="3824958"/>
              <a:ext cx="373627" cy="347347"/>
            </a:xfrm>
            <a:custGeom>
              <a:avLst/>
              <a:gdLst/>
              <a:ahLst/>
              <a:cxnLst/>
              <a:rect l="l" t="t" r="r" b="b"/>
              <a:pathLst>
                <a:path w="11729" h="10904" extrusionOk="0">
                  <a:moveTo>
                    <a:pt x="10859" y="4201"/>
                  </a:moveTo>
                  <a:cubicBezTo>
                    <a:pt x="11157" y="4201"/>
                    <a:pt x="11395" y="4439"/>
                    <a:pt x="11395" y="4736"/>
                  </a:cubicBezTo>
                  <a:cubicBezTo>
                    <a:pt x="11395" y="5034"/>
                    <a:pt x="11157" y="5272"/>
                    <a:pt x="10859" y="5272"/>
                  </a:cubicBezTo>
                  <a:cubicBezTo>
                    <a:pt x="10561" y="5272"/>
                    <a:pt x="10323" y="5034"/>
                    <a:pt x="10323" y="4736"/>
                  </a:cubicBezTo>
                  <a:cubicBezTo>
                    <a:pt x="10323" y="4439"/>
                    <a:pt x="10561" y="4201"/>
                    <a:pt x="10859" y="4201"/>
                  </a:cubicBezTo>
                  <a:close/>
                  <a:moveTo>
                    <a:pt x="9549" y="8903"/>
                  </a:moveTo>
                  <a:cubicBezTo>
                    <a:pt x="9645" y="8903"/>
                    <a:pt x="9716" y="8975"/>
                    <a:pt x="9716" y="9070"/>
                  </a:cubicBezTo>
                  <a:lnTo>
                    <a:pt x="9716" y="10094"/>
                  </a:lnTo>
                  <a:cubicBezTo>
                    <a:pt x="9716" y="10189"/>
                    <a:pt x="9645" y="10261"/>
                    <a:pt x="9549" y="10261"/>
                  </a:cubicBezTo>
                  <a:lnTo>
                    <a:pt x="9180" y="10261"/>
                  </a:lnTo>
                  <a:cubicBezTo>
                    <a:pt x="9204" y="10130"/>
                    <a:pt x="9180" y="9963"/>
                    <a:pt x="9192" y="8903"/>
                  </a:cubicBezTo>
                  <a:close/>
                  <a:moveTo>
                    <a:pt x="5053" y="0"/>
                  </a:moveTo>
                  <a:cubicBezTo>
                    <a:pt x="4265" y="0"/>
                    <a:pt x="3460" y="208"/>
                    <a:pt x="2715" y="664"/>
                  </a:cubicBezTo>
                  <a:cubicBezTo>
                    <a:pt x="2644" y="700"/>
                    <a:pt x="2620" y="807"/>
                    <a:pt x="2656" y="879"/>
                  </a:cubicBezTo>
                  <a:cubicBezTo>
                    <a:pt x="2687" y="933"/>
                    <a:pt x="2744" y="962"/>
                    <a:pt x="2800" y="962"/>
                  </a:cubicBezTo>
                  <a:cubicBezTo>
                    <a:pt x="2829" y="962"/>
                    <a:pt x="2857" y="955"/>
                    <a:pt x="2882" y="938"/>
                  </a:cubicBezTo>
                  <a:cubicBezTo>
                    <a:pt x="3575" y="516"/>
                    <a:pt x="4322" y="323"/>
                    <a:pt x="5053" y="323"/>
                  </a:cubicBezTo>
                  <a:cubicBezTo>
                    <a:pt x="7249" y="323"/>
                    <a:pt x="9299" y="2063"/>
                    <a:pt x="9299" y="4546"/>
                  </a:cubicBezTo>
                  <a:cubicBezTo>
                    <a:pt x="9299" y="6883"/>
                    <a:pt x="7400" y="8772"/>
                    <a:pt x="5076" y="8772"/>
                  </a:cubicBezTo>
                  <a:cubicBezTo>
                    <a:pt x="4972" y="8772"/>
                    <a:pt x="4868" y="8768"/>
                    <a:pt x="4763" y="8761"/>
                  </a:cubicBezTo>
                  <a:cubicBezTo>
                    <a:pt x="2584" y="8594"/>
                    <a:pt x="858" y="6772"/>
                    <a:pt x="858" y="4546"/>
                  </a:cubicBezTo>
                  <a:cubicBezTo>
                    <a:pt x="858" y="3284"/>
                    <a:pt x="1429" y="2093"/>
                    <a:pt x="2394" y="1283"/>
                  </a:cubicBezTo>
                  <a:cubicBezTo>
                    <a:pt x="2465" y="1224"/>
                    <a:pt x="2465" y="1117"/>
                    <a:pt x="2418" y="1057"/>
                  </a:cubicBezTo>
                  <a:cubicBezTo>
                    <a:pt x="2386" y="1020"/>
                    <a:pt x="2346" y="1002"/>
                    <a:pt x="2305" y="1002"/>
                  </a:cubicBezTo>
                  <a:cubicBezTo>
                    <a:pt x="2268" y="1002"/>
                    <a:pt x="2232" y="1017"/>
                    <a:pt x="2203" y="1045"/>
                  </a:cubicBezTo>
                  <a:cubicBezTo>
                    <a:pt x="298" y="2629"/>
                    <a:pt x="1" y="5403"/>
                    <a:pt x="1501" y="7344"/>
                  </a:cubicBezTo>
                  <a:lnTo>
                    <a:pt x="751" y="8189"/>
                  </a:lnTo>
                  <a:cubicBezTo>
                    <a:pt x="620" y="8344"/>
                    <a:pt x="548" y="8546"/>
                    <a:pt x="548" y="8737"/>
                  </a:cubicBezTo>
                  <a:lnTo>
                    <a:pt x="548" y="10166"/>
                  </a:lnTo>
                  <a:cubicBezTo>
                    <a:pt x="548" y="10570"/>
                    <a:pt x="870" y="10904"/>
                    <a:pt x="1275" y="10904"/>
                  </a:cubicBezTo>
                  <a:lnTo>
                    <a:pt x="6847" y="10904"/>
                  </a:lnTo>
                  <a:cubicBezTo>
                    <a:pt x="6930" y="10904"/>
                    <a:pt x="7001" y="10820"/>
                    <a:pt x="7001" y="10737"/>
                  </a:cubicBezTo>
                  <a:cubicBezTo>
                    <a:pt x="7001" y="10642"/>
                    <a:pt x="6930" y="10570"/>
                    <a:pt x="6847" y="10570"/>
                  </a:cubicBezTo>
                  <a:lnTo>
                    <a:pt x="1275" y="10570"/>
                  </a:lnTo>
                  <a:cubicBezTo>
                    <a:pt x="1048" y="10570"/>
                    <a:pt x="870" y="10392"/>
                    <a:pt x="870" y="10166"/>
                  </a:cubicBezTo>
                  <a:lnTo>
                    <a:pt x="870" y="8737"/>
                  </a:lnTo>
                  <a:cubicBezTo>
                    <a:pt x="870" y="8618"/>
                    <a:pt x="917" y="8499"/>
                    <a:pt x="1013" y="8403"/>
                  </a:cubicBezTo>
                  <a:lnTo>
                    <a:pt x="1727" y="7594"/>
                  </a:lnTo>
                  <a:cubicBezTo>
                    <a:pt x="2622" y="8589"/>
                    <a:pt x="3864" y="9098"/>
                    <a:pt x="5110" y="9098"/>
                  </a:cubicBezTo>
                  <a:cubicBezTo>
                    <a:pt x="6233" y="9098"/>
                    <a:pt x="7359" y="8685"/>
                    <a:pt x="8240" y="7844"/>
                  </a:cubicBezTo>
                  <a:lnTo>
                    <a:pt x="8728" y="8415"/>
                  </a:lnTo>
                  <a:cubicBezTo>
                    <a:pt x="8823" y="8499"/>
                    <a:pt x="8859" y="8618"/>
                    <a:pt x="8859" y="8761"/>
                  </a:cubicBezTo>
                  <a:cubicBezTo>
                    <a:pt x="8847" y="10166"/>
                    <a:pt x="8906" y="10213"/>
                    <a:pt x="8811" y="10380"/>
                  </a:cubicBezTo>
                  <a:cubicBezTo>
                    <a:pt x="8728" y="10499"/>
                    <a:pt x="8609" y="10570"/>
                    <a:pt x="8466" y="10570"/>
                  </a:cubicBezTo>
                  <a:lnTo>
                    <a:pt x="7454" y="10570"/>
                  </a:lnTo>
                  <a:cubicBezTo>
                    <a:pt x="7359" y="10570"/>
                    <a:pt x="7287" y="10642"/>
                    <a:pt x="7287" y="10737"/>
                  </a:cubicBezTo>
                  <a:cubicBezTo>
                    <a:pt x="7287" y="10820"/>
                    <a:pt x="7359" y="10904"/>
                    <a:pt x="7454" y="10904"/>
                  </a:cubicBezTo>
                  <a:lnTo>
                    <a:pt x="8466" y="10904"/>
                  </a:lnTo>
                  <a:cubicBezTo>
                    <a:pt x="8704" y="10904"/>
                    <a:pt x="8906" y="10797"/>
                    <a:pt x="9049" y="10618"/>
                  </a:cubicBezTo>
                  <a:lnTo>
                    <a:pt x="9549" y="10618"/>
                  </a:lnTo>
                  <a:cubicBezTo>
                    <a:pt x="9811" y="10618"/>
                    <a:pt x="10038" y="10392"/>
                    <a:pt x="10038" y="10130"/>
                  </a:cubicBezTo>
                  <a:lnTo>
                    <a:pt x="10038" y="9737"/>
                  </a:lnTo>
                  <a:lnTo>
                    <a:pt x="10252" y="9737"/>
                  </a:lnTo>
                  <a:cubicBezTo>
                    <a:pt x="10680" y="9737"/>
                    <a:pt x="11038" y="9380"/>
                    <a:pt x="11038" y="8951"/>
                  </a:cubicBezTo>
                  <a:lnTo>
                    <a:pt x="11038" y="5570"/>
                  </a:lnTo>
                  <a:cubicBezTo>
                    <a:pt x="11431" y="5510"/>
                    <a:pt x="11728" y="5153"/>
                    <a:pt x="11728" y="4736"/>
                  </a:cubicBezTo>
                  <a:cubicBezTo>
                    <a:pt x="11728" y="4260"/>
                    <a:pt x="11335" y="3879"/>
                    <a:pt x="10859" y="3879"/>
                  </a:cubicBezTo>
                  <a:cubicBezTo>
                    <a:pt x="10383" y="3879"/>
                    <a:pt x="10002" y="4260"/>
                    <a:pt x="10002" y="4736"/>
                  </a:cubicBezTo>
                  <a:cubicBezTo>
                    <a:pt x="10002" y="5153"/>
                    <a:pt x="10299" y="5510"/>
                    <a:pt x="10692" y="5582"/>
                  </a:cubicBezTo>
                  <a:lnTo>
                    <a:pt x="10692" y="8963"/>
                  </a:lnTo>
                  <a:cubicBezTo>
                    <a:pt x="10692" y="9213"/>
                    <a:pt x="10490" y="9427"/>
                    <a:pt x="10240" y="9427"/>
                  </a:cubicBezTo>
                  <a:lnTo>
                    <a:pt x="10026" y="9427"/>
                  </a:lnTo>
                  <a:lnTo>
                    <a:pt x="10026" y="9082"/>
                  </a:lnTo>
                  <a:cubicBezTo>
                    <a:pt x="10026" y="8820"/>
                    <a:pt x="9799" y="8594"/>
                    <a:pt x="9537" y="8594"/>
                  </a:cubicBezTo>
                  <a:lnTo>
                    <a:pt x="9168" y="8594"/>
                  </a:lnTo>
                  <a:cubicBezTo>
                    <a:pt x="9133" y="8439"/>
                    <a:pt x="9073" y="8296"/>
                    <a:pt x="8966" y="8177"/>
                  </a:cubicBezTo>
                  <a:lnTo>
                    <a:pt x="8454" y="7594"/>
                  </a:lnTo>
                  <a:cubicBezTo>
                    <a:pt x="9180" y="6796"/>
                    <a:pt x="9621" y="5725"/>
                    <a:pt x="9621" y="4546"/>
                  </a:cubicBezTo>
                  <a:cubicBezTo>
                    <a:pt x="9621" y="1868"/>
                    <a:pt x="7413" y="0"/>
                    <a:pt x="5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63"/>
            <p:cNvSpPr/>
            <p:nvPr/>
          </p:nvSpPr>
          <p:spPr>
            <a:xfrm>
              <a:off x="2735494" y="3933329"/>
              <a:ext cx="72088" cy="72088"/>
            </a:xfrm>
            <a:custGeom>
              <a:avLst/>
              <a:gdLst/>
              <a:ahLst/>
              <a:cxnLst/>
              <a:rect l="l" t="t" r="r" b="b"/>
              <a:pathLst>
                <a:path w="2263" h="2263" extrusionOk="0">
                  <a:moveTo>
                    <a:pt x="1143" y="322"/>
                  </a:moveTo>
                  <a:cubicBezTo>
                    <a:pt x="1596" y="322"/>
                    <a:pt x="1953" y="679"/>
                    <a:pt x="1953" y="1132"/>
                  </a:cubicBezTo>
                  <a:cubicBezTo>
                    <a:pt x="1953" y="1572"/>
                    <a:pt x="1596" y="1930"/>
                    <a:pt x="1143" y="1930"/>
                  </a:cubicBezTo>
                  <a:cubicBezTo>
                    <a:pt x="703" y="1918"/>
                    <a:pt x="346" y="1561"/>
                    <a:pt x="346" y="1132"/>
                  </a:cubicBezTo>
                  <a:cubicBezTo>
                    <a:pt x="346" y="679"/>
                    <a:pt x="703" y="322"/>
                    <a:pt x="1143" y="322"/>
                  </a:cubicBezTo>
                  <a:close/>
                  <a:moveTo>
                    <a:pt x="1132" y="1"/>
                  </a:moveTo>
                  <a:cubicBezTo>
                    <a:pt x="501" y="1"/>
                    <a:pt x="0" y="501"/>
                    <a:pt x="0" y="1132"/>
                  </a:cubicBezTo>
                  <a:cubicBezTo>
                    <a:pt x="0" y="1751"/>
                    <a:pt x="501" y="2263"/>
                    <a:pt x="1132" y="2263"/>
                  </a:cubicBezTo>
                  <a:cubicBezTo>
                    <a:pt x="1763" y="2239"/>
                    <a:pt x="2263" y="1739"/>
                    <a:pt x="2263" y="1132"/>
                  </a:cubicBezTo>
                  <a:cubicBezTo>
                    <a:pt x="2263" y="501"/>
                    <a:pt x="1763"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94" name="Google Shape;9794;p63"/>
          <p:cNvSpPr/>
          <p:nvPr/>
        </p:nvSpPr>
        <p:spPr>
          <a:xfrm>
            <a:off x="1288576" y="3641410"/>
            <a:ext cx="363370" cy="351456"/>
          </a:xfrm>
          <a:custGeom>
            <a:avLst/>
            <a:gdLst/>
            <a:ahLst/>
            <a:cxnLst/>
            <a:rect l="l" t="t" r="r" b="b"/>
            <a:pathLst>
              <a:path w="11407" h="11033" extrusionOk="0">
                <a:moveTo>
                  <a:pt x="1698" y="1130"/>
                </a:moveTo>
                <a:cubicBezTo>
                  <a:pt x="1739" y="1130"/>
                  <a:pt x="1780" y="1133"/>
                  <a:pt x="1822" y="1137"/>
                </a:cubicBezTo>
                <a:lnTo>
                  <a:pt x="1143" y="3626"/>
                </a:lnTo>
                <a:cubicBezTo>
                  <a:pt x="643" y="3423"/>
                  <a:pt x="357" y="2852"/>
                  <a:pt x="512" y="2316"/>
                </a:cubicBezTo>
                <a:lnTo>
                  <a:pt x="607" y="1959"/>
                </a:lnTo>
                <a:cubicBezTo>
                  <a:pt x="750" y="1453"/>
                  <a:pt x="1207" y="1130"/>
                  <a:pt x="1698" y="1130"/>
                </a:cubicBezTo>
                <a:close/>
                <a:moveTo>
                  <a:pt x="2641" y="304"/>
                </a:moveTo>
                <a:cubicBezTo>
                  <a:pt x="2755" y="304"/>
                  <a:pt x="2867" y="357"/>
                  <a:pt x="2929" y="471"/>
                </a:cubicBezTo>
                <a:cubicBezTo>
                  <a:pt x="2977" y="542"/>
                  <a:pt x="2989" y="649"/>
                  <a:pt x="2965" y="732"/>
                </a:cubicBezTo>
                <a:lnTo>
                  <a:pt x="1941" y="4566"/>
                </a:lnTo>
                <a:cubicBezTo>
                  <a:pt x="1905" y="4650"/>
                  <a:pt x="1846" y="4733"/>
                  <a:pt x="1774" y="4769"/>
                </a:cubicBezTo>
                <a:cubicBezTo>
                  <a:pt x="1719" y="4806"/>
                  <a:pt x="1659" y="4822"/>
                  <a:pt x="1601" y="4822"/>
                </a:cubicBezTo>
                <a:cubicBezTo>
                  <a:pt x="1396" y="4822"/>
                  <a:pt x="1207" y="4619"/>
                  <a:pt x="1262" y="4388"/>
                </a:cubicBezTo>
                <a:cubicBezTo>
                  <a:pt x="1310" y="4209"/>
                  <a:pt x="2215" y="828"/>
                  <a:pt x="2298" y="566"/>
                </a:cubicBezTo>
                <a:cubicBezTo>
                  <a:pt x="2339" y="397"/>
                  <a:pt x="2491" y="304"/>
                  <a:pt x="2641" y="304"/>
                </a:cubicBezTo>
                <a:close/>
                <a:moveTo>
                  <a:pt x="8751" y="3792"/>
                </a:moveTo>
                <a:lnTo>
                  <a:pt x="10168" y="4173"/>
                </a:lnTo>
                <a:lnTo>
                  <a:pt x="9894" y="5185"/>
                </a:lnTo>
                <a:lnTo>
                  <a:pt x="8489" y="4804"/>
                </a:lnTo>
                <a:cubicBezTo>
                  <a:pt x="8525" y="4614"/>
                  <a:pt x="8704" y="3983"/>
                  <a:pt x="8751" y="3792"/>
                </a:cubicBezTo>
                <a:close/>
                <a:moveTo>
                  <a:pt x="10789" y="3812"/>
                </a:moveTo>
                <a:cubicBezTo>
                  <a:pt x="10804" y="3812"/>
                  <a:pt x="10819" y="3813"/>
                  <a:pt x="10835" y="3816"/>
                </a:cubicBezTo>
                <a:cubicBezTo>
                  <a:pt x="10954" y="3852"/>
                  <a:pt x="11025" y="3971"/>
                  <a:pt x="11001" y="4090"/>
                </a:cubicBezTo>
                <a:lnTo>
                  <a:pt x="10573" y="5662"/>
                </a:lnTo>
                <a:cubicBezTo>
                  <a:pt x="10542" y="5765"/>
                  <a:pt x="10447" y="5833"/>
                  <a:pt x="10345" y="5833"/>
                </a:cubicBezTo>
                <a:cubicBezTo>
                  <a:pt x="10330" y="5833"/>
                  <a:pt x="10314" y="5831"/>
                  <a:pt x="10299" y="5828"/>
                </a:cubicBezTo>
                <a:cubicBezTo>
                  <a:pt x="10180" y="5805"/>
                  <a:pt x="10120" y="5626"/>
                  <a:pt x="10132" y="5566"/>
                </a:cubicBezTo>
                <a:cubicBezTo>
                  <a:pt x="10179" y="5391"/>
                  <a:pt x="10560" y="3982"/>
                  <a:pt x="10573" y="3982"/>
                </a:cubicBezTo>
                <a:cubicBezTo>
                  <a:pt x="10573" y="3982"/>
                  <a:pt x="10573" y="3982"/>
                  <a:pt x="10573" y="3983"/>
                </a:cubicBezTo>
                <a:cubicBezTo>
                  <a:pt x="10594" y="3879"/>
                  <a:pt x="10687" y="3812"/>
                  <a:pt x="10789" y="3812"/>
                </a:cubicBezTo>
                <a:close/>
                <a:moveTo>
                  <a:pt x="4679" y="4983"/>
                </a:moveTo>
                <a:lnTo>
                  <a:pt x="6799" y="5447"/>
                </a:lnTo>
                <a:lnTo>
                  <a:pt x="6799" y="5924"/>
                </a:lnTo>
                <a:cubicBezTo>
                  <a:pt x="6799" y="6245"/>
                  <a:pt x="6537" y="6531"/>
                  <a:pt x="6191" y="6531"/>
                </a:cubicBezTo>
                <a:lnTo>
                  <a:pt x="5286" y="6531"/>
                </a:lnTo>
                <a:cubicBezTo>
                  <a:pt x="4953" y="6531"/>
                  <a:pt x="4667" y="6257"/>
                  <a:pt x="4667" y="5924"/>
                </a:cubicBezTo>
                <a:lnTo>
                  <a:pt x="4667" y="4983"/>
                </a:lnTo>
                <a:close/>
                <a:moveTo>
                  <a:pt x="2644" y="0"/>
                </a:moveTo>
                <a:cubicBezTo>
                  <a:pt x="2359" y="0"/>
                  <a:pt x="2075" y="175"/>
                  <a:pt x="1988" y="494"/>
                </a:cubicBezTo>
                <a:lnTo>
                  <a:pt x="1905" y="840"/>
                </a:lnTo>
                <a:cubicBezTo>
                  <a:pt x="1835" y="829"/>
                  <a:pt x="1764" y="824"/>
                  <a:pt x="1694" y="824"/>
                </a:cubicBezTo>
                <a:cubicBezTo>
                  <a:pt x="1065" y="824"/>
                  <a:pt x="469" y="1246"/>
                  <a:pt x="298" y="1899"/>
                </a:cubicBezTo>
                <a:lnTo>
                  <a:pt x="191" y="2256"/>
                </a:lnTo>
                <a:cubicBezTo>
                  <a:pt x="0" y="2947"/>
                  <a:pt x="369" y="3685"/>
                  <a:pt x="1048" y="3959"/>
                </a:cubicBezTo>
                <a:lnTo>
                  <a:pt x="953" y="4292"/>
                </a:lnTo>
                <a:cubicBezTo>
                  <a:pt x="822" y="4751"/>
                  <a:pt x="1191" y="5150"/>
                  <a:pt x="1609" y="5150"/>
                </a:cubicBezTo>
                <a:cubicBezTo>
                  <a:pt x="1723" y="5150"/>
                  <a:pt x="1840" y="5121"/>
                  <a:pt x="1953" y="5054"/>
                </a:cubicBezTo>
                <a:cubicBezTo>
                  <a:pt x="2274" y="4876"/>
                  <a:pt x="2274" y="4554"/>
                  <a:pt x="2322" y="4459"/>
                </a:cubicBezTo>
                <a:lnTo>
                  <a:pt x="4358" y="4912"/>
                </a:lnTo>
                <a:lnTo>
                  <a:pt x="4358" y="5924"/>
                </a:lnTo>
                <a:cubicBezTo>
                  <a:pt x="4358" y="6436"/>
                  <a:pt x="4775" y="6852"/>
                  <a:pt x="5298" y="6852"/>
                </a:cubicBezTo>
                <a:lnTo>
                  <a:pt x="5584" y="6852"/>
                </a:lnTo>
                <a:lnTo>
                  <a:pt x="5584" y="7638"/>
                </a:lnTo>
                <a:lnTo>
                  <a:pt x="4001" y="7638"/>
                </a:lnTo>
                <a:cubicBezTo>
                  <a:pt x="3703" y="7638"/>
                  <a:pt x="3453" y="7900"/>
                  <a:pt x="3453" y="8198"/>
                </a:cubicBezTo>
                <a:cubicBezTo>
                  <a:pt x="3453" y="8495"/>
                  <a:pt x="3703" y="8745"/>
                  <a:pt x="4001" y="8745"/>
                </a:cubicBezTo>
                <a:lnTo>
                  <a:pt x="4298" y="8745"/>
                </a:lnTo>
                <a:lnTo>
                  <a:pt x="2679" y="10758"/>
                </a:lnTo>
                <a:cubicBezTo>
                  <a:pt x="2584" y="10865"/>
                  <a:pt x="2667" y="11019"/>
                  <a:pt x="2810" y="11019"/>
                </a:cubicBezTo>
                <a:cubicBezTo>
                  <a:pt x="2858" y="11019"/>
                  <a:pt x="2905" y="11008"/>
                  <a:pt x="2941" y="10960"/>
                </a:cubicBezTo>
                <a:lnTo>
                  <a:pt x="4727" y="8745"/>
                </a:lnTo>
                <a:lnTo>
                  <a:pt x="5596" y="8745"/>
                </a:lnTo>
                <a:lnTo>
                  <a:pt x="5596" y="10865"/>
                </a:lnTo>
                <a:cubicBezTo>
                  <a:pt x="5596" y="10948"/>
                  <a:pt x="5667" y="11019"/>
                  <a:pt x="5763" y="11019"/>
                </a:cubicBezTo>
                <a:cubicBezTo>
                  <a:pt x="5846" y="11019"/>
                  <a:pt x="5918" y="10948"/>
                  <a:pt x="5918" y="10865"/>
                </a:cubicBezTo>
                <a:lnTo>
                  <a:pt x="5918" y="8745"/>
                </a:lnTo>
                <a:lnTo>
                  <a:pt x="6787" y="8745"/>
                </a:lnTo>
                <a:lnTo>
                  <a:pt x="8573" y="10960"/>
                </a:lnTo>
                <a:cubicBezTo>
                  <a:pt x="8607" y="11009"/>
                  <a:pt x="8658" y="11033"/>
                  <a:pt x="8706" y="11033"/>
                </a:cubicBezTo>
                <a:cubicBezTo>
                  <a:pt x="8741" y="11033"/>
                  <a:pt x="8774" y="11020"/>
                  <a:pt x="8799" y="10996"/>
                </a:cubicBezTo>
                <a:cubicBezTo>
                  <a:pt x="8870" y="10936"/>
                  <a:pt x="8870" y="10829"/>
                  <a:pt x="8823" y="10769"/>
                </a:cubicBezTo>
                <a:lnTo>
                  <a:pt x="7203" y="8757"/>
                </a:lnTo>
                <a:lnTo>
                  <a:pt x="7501" y="8757"/>
                </a:lnTo>
                <a:cubicBezTo>
                  <a:pt x="7799" y="8757"/>
                  <a:pt x="8049" y="8507"/>
                  <a:pt x="8049" y="8210"/>
                </a:cubicBezTo>
                <a:cubicBezTo>
                  <a:pt x="8049" y="7912"/>
                  <a:pt x="7799" y="7662"/>
                  <a:pt x="7501" y="7662"/>
                </a:cubicBezTo>
                <a:lnTo>
                  <a:pt x="7108" y="7662"/>
                </a:lnTo>
                <a:cubicBezTo>
                  <a:pt x="7025" y="7662"/>
                  <a:pt x="6953" y="7733"/>
                  <a:pt x="6953" y="7817"/>
                </a:cubicBezTo>
                <a:cubicBezTo>
                  <a:pt x="6953" y="7912"/>
                  <a:pt x="7025" y="7983"/>
                  <a:pt x="7108" y="7983"/>
                </a:cubicBezTo>
                <a:lnTo>
                  <a:pt x="7501" y="7983"/>
                </a:lnTo>
                <a:cubicBezTo>
                  <a:pt x="7620" y="7983"/>
                  <a:pt x="7727" y="8091"/>
                  <a:pt x="7727" y="8210"/>
                </a:cubicBezTo>
                <a:cubicBezTo>
                  <a:pt x="7727" y="8329"/>
                  <a:pt x="7620" y="8436"/>
                  <a:pt x="7501" y="8436"/>
                </a:cubicBezTo>
                <a:lnTo>
                  <a:pt x="4024" y="8436"/>
                </a:lnTo>
                <a:cubicBezTo>
                  <a:pt x="3905" y="8436"/>
                  <a:pt x="3798" y="8329"/>
                  <a:pt x="3798" y="8210"/>
                </a:cubicBezTo>
                <a:cubicBezTo>
                  <a:pt x="3798" y="8091"/>
                  <a:pt x="3905" y="7983"/>
                  <a:pt x="4024" y="7983"/>
                </a:cubicBezTo>
                <a:lnTo>
                  <a:pt x="6489" y="7983"/>
                </a:lnTo>
                <a:cubicBezTo>
                  <a:pt x="6584" y="7983"/>
                  <a:pt x="6656" y="7912"/>
                  <a:pt x="6656" y="7817"/>
                </a:cubicBezTo>
                <a:cubicBezTo>
                  <a:pt x="6656" y="7733"/>
                  <a:pt x="6584" y="7662"/>
                  <a:pt x="6489" y="7662"/>
                </a:cubicBezTo>
                <a:lnTo>
                  <a:pt x="5929" y="7662"/>
                </a:lnTo>
                <a:lnTo>
                  <a:pt x="5929" y="6876"/>
                </a:lnTo>
                <a:lnTo>
                  <a:pt x="6203" y="6876"/>
                </a:lnTo>
                <a:cubicBezTo>
                  <a:pt x="6727" y="6876"/>
                  <a:pt x="7144" y="6459"/>
                  <a:pt x="7144" y="5935"/>
                </a:cubicBezTo>
                <a:lnTo>
                  <a:pt x="7144" y="5531"/>
                </a:lnTo>
                <a:lnTo>
                  <a:pt x="7668" y="5650"/>
                </a:lnTo>
                <a:cubicBezTo>
                  <a:pt x="7713" y="5660"/>
                  <a:pt x="7758" y="5665"/>
                  <a:pt x="7803" y="5665"/>
                </a:cubicBezTo>
                <a:cubicBezTo>
                  <a:pt x="8075" y="5665"/>
                  <a:pt x="8322" y="5484"/>
                  <a:pt x="8394" y="5197"/>
                </a:cubicBezTo>
                <a:lnTo>
                  <a:pt x="8406" y="5126"/>
                </a:lnTo>
                <a:lnTo>
                  <a:pt x="9823" y="5519"/>
                </a:lnTo>
                <a:cubicBezTo>
                  <a:pt x="9763" y="5793"/>
                  <a:pt x="9930" y="6078"/>
                  <a:pt x="10228" y="6150"/>
                </a:cubicBezTo>
                <a:cubicBezTo>
                  <a:pt x="10279" y="6164"/>
                  <a:pt x="10331" y="6171"/>
                  <a:pt x="10382" y="6171"/>
                </a:cubicBezTo>
                <a:cubicBezTo>
                  <a:pt x="10622" y="6171"/>
                  <a:pt x="10835" y="6015"/>
                  <a:pt x="10894" y="5769"/>
                </a:cubicBezTo>
                <a:lnTo>
                  <a:pt x="11323" y="4185"/>
                </a:lnTo>
                <a:cubicBezTo>
                  <a:pt x="11406" y="3888"/>
                  <a:pt x="11240" y="3590"/>
                  <a:pt x="10942" y="3519"/>
                </a:cubicBezTo>
                <a:cubicBezTo>
                  <a:pt x="10897" y="3507"/>
                  <a:pt x="10852" y="3502"/>
                  <a:pt x="10807" y="3502"/>
                </a:cubicBezTo>
                <a:cubicBezTo>
                  <a:pt x="10568" y="3502"/>
                  <a:pt x="10345" y="3655"/>
                  <a:pt x="10275" y="3876"/>
                </a:cubicBezTo>
                <a:lnTo>
                  <a:pt x="8858" y="3495"/>
                </a:lnTo>
                <a:lnTo>
                  <a:pt x="8870" y="3411"/>
                </a:lnTo>
                <a:cubicBezTo>
                  <a:pt x="8966" y="3090"/>
                  <a:pt x="8775" y="2757"/>
                  <a:pt x="8454" y="2673"/>
                </a:cubicBezTo>
                <a:lnTo>
                  <a:pt x="5679" y="1792"/>
                </a:lnTo>
                <a:cubicBezTo>
                  <a:pt x="5663" y="1787"/>
                  <a:pt x="5646" y="1785"/>
                  <a:pt x="5629" y="1785"/>
                </a:cubicBezTo>
                <a:cubicBezTo>
                  <a:pt x="5561" y="1785"/>
                  <a:pt x="5496" y="1823"/>
                  <a:pt x="5477" y="1899"/>
                </a:cubicBezTo>
                <a:cubicBezTo>
                  <a:pt x="5453" y="1983"/>
                  <a:pt x="5489" y="2078"/>
                  <a:pt x="5584" y="2102"/>
                </a:cubicBezTo>
                <a:lnTo>
                  <a:pt x="8346" y="2983"/>
                </a:lnTo>
                <a:cubicBezTo>
                  <a:pt x="8501" y="3030"/>
                  <a:pt x="8585" y="3197"/>
                  <a:pt x="8549" y="3340"/>
                </a:cubicBezTo>
                <a:cubicBezTo>
                  <a:pt x="8049" y="5162"/>
                  <a:pt x="8144" y="4816"/>
                  <a:pt x="8073" y="5126"/>
                </a:cubicBezTo>
                <a:cubicBezTo>
                  <a:pt x="8030" y="5263"/>
                  <a:pt x="7904" y="5344"/>
                  <a:pt x="7776" y="5344"/>
                </a:cubicBezTo>
                <a:cubicBezTo>
                  <a:pt x="7760" y="5344"/>
                  <a:pt x="7743" y="5343"/>
                  <a:pt x="7727" y="5340"/>
                </a:cubicBezTo>
                <a:lnTo>
                  <a:pt x="2393" y="4161"/>
                </a:lnTo>
                <a:lnTo>
                  <a:pt x="3155" y="1352"/>
                </a:lnTo>
                <a:lnTo>
                  <a:pt x="4977" y="1923"/>
                </a:lnTo>
                <a:cubicBezTo>
                  <a:pt x="4996" y="1931"/>
                  <a:pt x="5016" y="1935"/>
                  <a:pt x="5035" y="1935"/>
                </a:cubicBezTo>
                <a:cubicBezTo>
                  <a:pt x="5100" y="1935"/>
                  <a:pt x="5161" y="1892"/>
                  <a:pt x="5179" y="1828"/>
                </a:cubicBezTo>
                <a:cubicBezTo>
                  <a:pt x="5203" y="1733"/>
                  <a:pt x="5167" y="1649"/>
                  <a:pt x="5072" y="1614"/>
                </a:cubicBezTo>
                <a:lnTo>
                  <a:pt x="3239" y="1030"/>
                </a:lnTo>
                <a:cubicBezTo>
                  <a:pt x="3262" y="935"/>
                  <a:pt x="3405" y="661"/>
                  <a:pt x="3227" y="340"/>
                </a:cubicBezTo>
                <a:cubicBezTo>
                  <a:pt x="3095" y="109"/>
                  <a:pt x="2869" y="0"/>
                  <a:pt x="2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95" name="Google Shape;9795;p63"/>
          <p:cNvGrpSpPr/>
          <p:nvPr/>
        </p:nvGrpSpPr>
        <p:grpSpPr>
          <a:xfrm>
            <a:off x="916127" y="3626056"/>
            <a:ext cx="221902" cy="380795"/>
            <a:chOff x="916127" y="3807056"/>
            <a:chExt cx="221902" cy="380795"/>
          </a:xfrm>
        </p:grpSpPr>
        <p:sp>
          <p:nvSpPr>
            <p:cNvPr id="9796" name="Google Shape;9796;p63"/>
            <p:cNvSpPr/>
            <p:nvPr/>
          </p:nvSpPr>
          <p:spPr>
            <a:xfrm>
              <a:off x="916127" y="3807056"/>
              <a:ext cx="221902" cy="380795"/>
            </a:xfrm>
            <a:custGeom>
              <a:avLst/>
              <a:gdLst/>
              <a:ahLst/>
              <a:cxnLst/>
              <a:rect l="l" t="t" r="r" b="b"/>
              <a:pathLst>
                <a:path w="6966" h="11954" extrusionOk="0">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63"/>
            <p:cNvSpPr/>
            <p:nvPr/>
          </p:nvSpPr>
          <p:spPr>
            <a:xfrm>
              <a:off x="969580" y="3869746"/>
              <a:ext cx="110792" cy="102955"/>
            </a:xfrm>
            <a:custGeom>
              <a:avLst/>
              <a:gdLst/>
              <a:ahLst/>
              <a:cxnLst/>
              <a:rect l="l" t="t" r="r" b="b"/>
              <a:pathLst>
                <a:path w="3478" h="3232" extrusionOk="0">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63"/>
            <p:cNvSpPr/>
            <p:nvPr/>
          </p:nvSpPr>
          <p:spPr>
            <a:xfrm>
              <a:off x="982863" y="4127517"/>
              <a:ext cx="88015" cy="11404"/>
            </a:xfrm>
            <a:custGeom>
              <a:avLst/>
              <a:gdLst/>
              <a:ahLst/>
              <a:cxnLst/>
              <a:rect l="l" t="t" r="r" b="b"/>
              <a:pathLst>
                <a:path w="2763" h="358" extrusionOk="0">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63"/>
            <p:cNvSpPr/>
            <p:nvPr/>
          </p:nvSpPr>
          <p:spPr>
            <a:xfrm>
              <a:off x="982863" y="4152173"/>
              <a:ext cx="88015" cy="11404"/>
            </a:xfrm>
            <a:custGeom>
              <a:avLst/>
              <a:gdLst/>
              <a:ahLst/>
              <a:cxnLst/>
              <a:rect l="l" t="t" r="r" b="b"/>
              <a:pathLst>
                <a:path w="2763" h="358" extrusionOk="0">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00" name="Google Shape;9800;p63"/>
          <p:cNvSpPr/>
          <p:nvPr/>
        </p:nvSpPr>
        <p:spPr>
          <a:xfrm>
            <a:off x="3136771" y="3642174"/>
            <a:ext cx="224928" cy="349131"/>
          </a:xfrm>
          <a:custGeom>
            <a:avLst/>
            <a:gdLst/>
            <a:ahLst/>
            <a:cxnLst/>
            <a:rect l="l" t="t" r="r" b="b"/>
            <a:pathLst>
              <a:path w="7061" h="10960" extrusionOk="0">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63"/>
          <p:cNvSpPr/>
          <p:nvPr/>
        </p:nvSpPr>
        <p:spPr>
          <a:xfrm>
            <a:off x="2179465" y="3670048"/>
            <a:ext cx="362255" cy="292811"/>
          </a:xfrm>
          <a:custGeom>
            <a:avLst/>
            <a:gdLst/>
            <a:ahLst/>
            <a:cxnLst/>
            <a:rect l="l" t="t" r="r" b="b"/>
            <a:pathLst>
              <a:path w="11372" h="9192" extrusionOk="0">
                <a:moveTo>
                  <a:pt x="7264" y="345"/>
                </a:moveTo>
                <a:lnTo>
                  <a:pt x="7264" y="5513"/>
                </a:lnTo>
                <a:lnTo>
                  <a:pt x="6311" y="5513"/>
                </a:lnTo>
                <a:lnTo>
                  <a:pt x="6311" y="345"/>
                </a:lnTo>
                <a:close/>
                <a:moveTo>
                  <a:pt x="9478" y="345"/>
                </a:moveTo>
                <a:lnTo>
                  <a:pt x="9478" y="5513"/>
                </a:lnTo>
                <a:lnTo>
                  <a:pt x="8526" y="5513"/>
                </a:lnTo>
                <a:lnTo>
                  <a:pt x="8526" y="345"/>
                </a:lnTo>
                <a:close/>
                <a:moveTo>
                  <a:pt x="1549" y="345"/>
                </a:moveTo>
                <a:lnTo>
                  <a:pt x="1549" y="5691"/>
                </a:lnTo>
                <a:cubicBezTo>
                  <a:pt x="1549" y="5775"/>
                  <a:pt x="1620" y="5858"/>
                  <a:pt x="1715" y="5858"/>
                </a:cubicBezTo>
                <a:lnTo>
                  <a:pt x="2192" y="5858"/>
                </a:lnTo>
                <a:lnTo>
                  <a:pt x="2192" y="8858"/>
                </a:lnTo>
                <a:lnTo>
                  <a:pt x="322" y="8858"/>
                </a:lnTo>
                <a:lnTo>
                  <a:pt x="322" y="345"/>
                </a:lnTo>
                <a:close/>
                <a:moveTo>
                  <a:pt x="4394" y="357"/>
                </a:moveTo>
                <a:lnTo>
                  <a:pt x="4406" y="8858"/>
                </a:lnTo>
                <a:lnTo>
                  <a:pt x="2525" y="8858"/>
                </a:lnTo>
                <a:lnTo>
                  <a:pt x="2525" y="5858"/>
                </a:lnTo>
                <a:lnTo>
                  <a:pt x="3001" y="5858"/>
                </a:lnTo>
                <a:cubicBezTo>
                  <a:pt x="3097" y="5858"/>
                  <a:pt x="3168" y="5775"/>
                  <a:pt x="3168" y="5691"/>
                </a:cubicBezTo>
                <a:lnTo>
                  <a:pt x="3168" y="3203"/>
                </a:lnTo>
                <a:cubicBezTo>
                  <a:pt x="3168" y="3108"/>
                  <a:pt x="3097" y="3036"/>
                  <a:pt x="3001" y="3036"/>
                </a:cubicBezTo>
                <a:cubicBezTo>
                  <a:pt x="2918" y="3036"/>
                  <a:pt x="2846" y="3108"/>
                  <a:pt x="2846" y="3203"/>
                </a:cubicBezTo>
                <a:lnTo>
                  <a:pt x="2846" y="5525"/>
                </a:lnTo>
                <a:lnTo>
                  <a:pt x="1894" y="5525"/>
                </a:lnTo>
                <a:lnTo>
                  <a:pt x="1894" y="357"/>
                </a:lnTo>
                <a:lnTo>
                  <a:pt x="2846" y="357"/>
                </a:lnTo>
                <a:lnTo>
                  <a:pt x="2846" y="2417"/>
                </a:lnTo>
                <a:cubicBezTo>
                  <a:pt x="2846" y="2500"/>
                  <a:pt x="2918" y="2572"/>
                  <a:pt x="3001" y="2572"/>
                </a:cubicBezTo>
                <a:cubicBezTo>
                  <a:pt x="3097" y="2572"/>
                  <a:pt x="3168" y="2500"/>
                  <a:pt x="3168" y="2417"/>
                </a:cubicBezTo>
                <a:lnTo>
                  <a:pt x="3168" y="357"/>
                </a:lnTo>
                <a:close/>
                <a:moveTo>
                  <a:pt x="5966" y="345"/>
                </a:moveTo>
                <a:lnTo>
                  <a:pt x="5966" y="5691"/>
                </a:lnTo>
                <a:cubicBezTo>
                  <a:pt x="5966" y="5775"/>
                  <a:pt x="6037" y="5858"/>
                  <a:pt x="6133" y="5858"/>
                </a:cubicBezTo>
                <a:lnTo>
                  <a:pt x="6609" y="5858"/>
                </a:lnTo>
                <a:lnTo>
                  <a:pt x="6621" y="8858"/>
                </a:lnTo>
                <a:lnTo>
                  <a:pt x="4751" y="8858"/>
                </a:lnTo>
                <a:lnTo>
                  <a:pt x="4751" y="345"/>
                </a:lnTo>
                <a:close/>
                <a:moveTo>
                  <a:pt x="8157" y="345"/>
                </a:moveTo>
                <a:lnTo>
                  <a:pt x="8157" y="5691"/>
                </a:lnTo>
                <a:cubicBezTo>
                  <a:pt x="8157" y="5775"/>
                  <a:pt x="8228" y="5858"/>
                  <a:pt x="8323" y="5858"/>
                </a:cubicBezTo>
                <a:lnTo>
                  <a:pt x="8800" y="5858"/>
                </a:lnTo>
                <a:lnTo>
                  <a:pt x="8800" y="8858"/>
                </a:lnTo>
                <a:lnTo>
                  <a:pt x="6954" y="8858"/>
                </a:lnTo>
                <a:lnTo>
                  <a:pt x="6954" y="5858"/>
                </a:lnTo>
                <a:lnTo>
                  <a:pt x="7430" y="5858"/>
                </a:lnTo>
                <a:cubicBezTo>
                  <a:pt x="7514" y="5858"/>
                  <a:pt x="7585" y="5775"/>
                  <a:pt x="7585" y="5691"/>
                </a:cubicBezTo>
                <a:lnTo>
                  <a:pt x="7585" y="345"/>
                </a:lnTo>
                <a:close/>
                <a:moveTo>
                  <a:pt x="168" y="0"/>
                </a:moveTo>
                <a:cubicBezTo>
                  <a:pt x="72" y="0"/>
                  <a:pt x="1" y="72"/>
                  <a:pt x="1" y="167"/>
                </a:cubicBezTo>
                <a:lnTo>
                  <a:pt x="1" y="9025"/>
                </a:lnTo>
                <a:cubicBezTo>
                  <a:pt x="1" y="9108"/>
                  <a:pt x="72" y="9192"/>
                  <a:pt x="168" y="9192"/>
                </a:cubicBezTo>
                <a:lnTo>
                  <a:pt x="11181" y="9192"/>
                </a:lnTo>
                <a:cubicBezTo>
                  <a:pt x="11264" y="9192"/>
                  <a:pt x="11336" y="9108"/>
                  <a:pt x="11336" y="9025"/>
                </a:cubicBezTo>
                <a:lnTo>
                  <a:pt x="11336" y="4536"/>
                </a:lnTo>
                <a:cubicBezTo>
                  <a:pt x="11336" y="4453"/>
                  <a:pt x="11264" y="4382"/>
                  <a:pt x="11181" y="4382"/>
                </a:cubicBezTo>
                <a:cubicBezTo>
                  <a:pt x="11086" y="4382"/>
                  <a:pt x="11014" y="4453"/>
                  <a:pt x="11014" y="4536"/>
                </a:cubicBezTo>
                <a:lnTo>
                  <a:pt x="11014" y="8858"/>
                </a:lnTo>
                <a:lnTo>
                  <a:pt x="9133" y="8858"/>
                </a:lnTo>
                <a:lnTo>
                  <a:pt x="9133" y="5846"/>
                </a:lnTo>
                <a:lnTo>
                  <a:pt x="9609" y="5846"/>
                </a:lnTo>
                <a:cubicBezTo>
                  <a:pt x="9704" y="5846"/>
                  <a:pt x="9776" y="5775"/>
                  <a:pt x="9776" y="5691"/>
                </a:cubicBezTo>
                <a:lnTo>
                  <a:pt x="9776" y="345"/>
                </a:lnTo>
                <a:lnTo>
                  <a:pt x="11002" y="345"/>
                </a:lnTo>
                <a:lnTo>
                  <a:pt x="11002" y="3751"/>
                </a:lnTo>
                <a:cubicBezTo>
                  <a:pt x="11026" y="3846"/>
                  <a:pt x="11098" y="3917"/>
                  <a:pt x="11205" y="3917"/>
                </a:cubicBezTo>
                <a:cubicBezTo>
                  <a:pt x="11300" y="3917"/>
                  <a:pt x="11371" y="3846"/>
                  <a:pt x="11371" y="3751"/>
                </a:cubicBezTo>
                <a:lnTo>
                  <a:pt x="11371" y="167"/>
                </a:lnTo>
                <a:cubicBezTo>
                  <a:pt x="11371" y="72"/>
                  <a:pt x="11300" y="0"/>
                  <a:pt x="11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02" name="Google Shape;9802;p63"/>
          <p:cNvGrpSpPr/>
          <p:nvPr/>
        </p:nvGrpSpPr>
        <p:grpSpPr>
          <a:xfrm>
            <a:off x="3513010" y="3635134"/>
            <a:ext cx="362223" cy="361108"/>
            <a:chOff x="3513010" y="3816134"/>
            <a:chExt cx="362223" cy="361108"/>
          </a:xfrm>
        </p:grpSpPr>
        <p:sp>
          <p:nvSpPr>
            <p:cNvPr id="9803" name="Google Shape;9803;p63"/>
            <p:cNvSpPr/>
            <p:nvPr/>
          </p:nvSpPr>
          <p:spPr>
            <a:xfrm>
              <a:off x="3513010" y="3816134"/>
              <a:ext cx="362223" cy="361108"/>
            </a:xfrm>
            <a:custGeom>
              <a:avLst/>
              <a:gdLst/>
              <a:ahLst/>
              <a:cxnLst/>
              <a:rect l="l" t="t" r="r" b="b"/>
              <a:pathLst>
                <a:path w="11371" h="11336" extrusionOk="0">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63"/>
            <p:cNvSpPr/>
            <p:nvPr/>
          </p:nvSpPr>
          <p:spPr>
            <a:xfrm>
              <a:off x="3618450" y="3879112"/>
              <a:ext cx="157045" cy="24688"/>
            </a:xfrm>
            <a:custGeom>
              <a:avLst/>
              <a:gdLst/>
              <a:ahLst/>
              <a:cxnLst/>
              <a:rect l="l" t="t" r="r" b="b"/>
              <a:pathLst>
                <a:path w="4930" h="775" extrusionOk="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63"/>
            <p:cNvSpPr/>
            <p:nvPr/>
          </p:nvSpPr>
          <p:spPr>
            <a:xfrm>
              <a:off x="3618450" y="3921192"/>
              <a:ext cx="127834" cy="24688"/>
            </a:xfrm>
            <a:custGeom>
              <a:avLst/>
              <a:gdLst/>
              <a:ahLst/>
              <a:cxnLst/>
              <a:rect l="l" t="t" r="r" b="b"/>
              <a:pathLst>
                <a:path w="4013" h="775" extrusionOk="0">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63"/>
            <p:cNvSpPr/>
            <p:nvPr/>
          </p:nvSpPr>
          <p:spPr>
            <a:xfrm>
              <a:off x="3617304" y="3962922"/>
              <a:ext cx="98655" cy="24688"/>
            </a:xfrm>
            <a:custGeom>
              <a:avLst/>
              <a:gdLst/>
              <a:ahLst/>
              <a:cxnLst/>
              <a:rect l="l" t="t" r="r" b="b"/>
              <a:pathLst>
                <a:path w="3097" h="775" extrusionOk="0">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7" name="Google Shape;9807;p63"/>
          <p:cNvGrpSpPr/>
          <p:nvPr/>
        </p:nvGrpSpPr>
        <p:grpSpPr>
          <a:xfrm>
            <a:off x="3950316" y="3639307"/>
            <a:ext cx="369805" cy="353782"/>
            <a:chOff x="3950316" y="3820307"/>
            <a:chExt cx="369805" cy="353782"/>
          </a:xfrm>
        </p:grpSpPr>
        <p:sp>
          <p:nvSpPr>
            <p:cNvPr id="9808" name="Google Shape;9808;p63"/>
            <p:cNvSpPr/>
            <p:nvPr/>
          </p:nvSpPr>
          <p:spPr>
            <a:xfrm>
              <a:off x="4040561" y="3880991"/>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63"/>
            <p:cNvSpPr/>
            <p:nvPr/>
          </p:nvSpPr>
          <p:spPr>
            <a:xfrm>
              <a:off x="3950316" y="3820307"/>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63"/>
            <p:cNvSpPr/>
            <p:nvPr/>
          </p:nvSpPr>
          <p:spPr>
            <a:xfrm>
              <a:off x="4098219" y="3850602"/>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63"/>
            <p:cNvSpPr/>
            <p:nvPr/>
          </p:nvSpPr>
          <p:spPr>
            <a:xfrm>
              <a:off x="3981789" y="3849136"/>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2" name="Google Shape;9812;p63"/>
          <p:cNvGrpSpPr/>
          <p:nvPr/>
        </p:nvGrpSpPr>
        <p:grpSpPr>
          <a:xfrm>
            <a:off x="1761909" y="3630961"/>
            <a:ext cx="307974" cy="371716"/>
            <a:chOff x="1761909" y="3811961"/>
            <a:chExt cx="307974" cy="371716"/>
          </a:xfrm>
        </p:grpSpPr>
        <p:sp>
          <p:nvSpPr>
            <p:cNvPr id="9813" name="Google Shape;9813;p63"/>
            <p:cNvSpPr/>
            <p:nvPr/>
          </p:nvSpPr>
          <p:spPr>
            <a:xfrm>
              <a:off x="1761909" y="3811961"/>
              <a:ext cx="307974" cy="371716"/>
            </a:xfrm>
            <a:custGeom>
              <a:avLst/>
              <a:gdLst/>
              <a:ahLst/>
              <a:cxnLst/>
              <a:rect l="l" t="t" r="r" b="b"/>
              <a:pathLst>
                <a:path w="9668" h="11669" extrusionOk="0">
                  <a:moveTo>
                    <a:pt x="8930" y="310"/>
                  </a:moveTo>
                  <a:cubicBezTo>
                    <a:pt x="8954" y="310"/>
                    <a:pt x="8977" y="334"/>
                    <a:pt x="8977" y="370"/>
                  </a:cubicBezTo>
                  <a:lnTo>
                    <a:pt x="8977" y="608"/>
                  </a:lnTo>
                  <a:cubicBezTo>
                    <a:pt x="8977" y="632"/>
                    <a:pt x="8954" y="668"/>
                    <a:pt x="8930" y="668"/>
                  </a:cubicBezTo>
                  <a:lnTo>
                    <a:pt x="7989" y="668"/>
                  </a:lnTo>
                  <a:cubicBezTo>
                    <a:pt x="7894" y="668"/>
                    <a:pt x="7811" y="739"/>
                    <a:pt x="7811" y="846"/>
                  </a:cubicBezTo>
                  <a:cubicBezTo>
                    <a:pt x="7811" y="953"/>
                    <a:pt x="7882" y="1025"/>
                    <a:pt x="7989" y="1025"/>
                  </a:cubicBezTo>
                  <a:lnTo>
                    <a:pt x="8668" y="1025"/>
                  </a:lnTo>
                  <a:lnTo>
                    <a:pt x="8668" y="10216"/>
                  </a:lnTo>
                  <a:lnTo>
                    <a:pt x="7263" y="10216"/>
                  </a:lnTo>
                  <a:cubicBezTo>
                    <a:pt x="7168" y="10216"/>
                    <a:pt x="7084" y="10288"/>
                    <a:pt x="7084" y="10395"/>
                  </a:cubicBezTo>
                  <a:cubicBezTo>
                    <a:pt x="7084" y="10502"/>
                    <a:pt x="7156" y="10574"/>
                    <a:pt x="7263" y="10574"/>
                  </a:cubicBezTo>
                  <a:lnTo>
                    <a:pt x="9168" y="10574"/>
                  </a:lnTo>
                  <a:cubicBezTo>
                    <a:pt x="9251" y="10574"/>
                    <a:pt x="9323" y="10657"/>
                    <a:pt x="9323" y="10740"/>
                  </a:cubicBezTo>
                  <a:lnTo>
                    <a:pt x="9323" y="11324"/>
                  </a:lnTo>
                  <a:lnTo>
                    <a:pt x="333" y="11324"/>
                  </a:lnTo>
                  <a:lnTo>
                    <a:pt x="333" y="10740"/>
                  </a:lnTo>
                  <a:cubicBezTo>
                    <a:pt x="333" y="10657"/>
                    <a:pt x="417" y="10574"/>
                    <a:pt x="500" y="10574"/>
                  </a:cubicBezTo>
                  <a:lnTo>
                    <a:pt x="6513" y="10574"/>
                  </a:lnTo>
                  <a:cubicBezTo>
                    <a:pt x="6608" y="10574"/>
                    <a:pt x="6691" y="10502"/>
                    <a:pt x="6691" y="10395"/>
                  </a:cubicBezTo>
                  <a:cubicBezTo>
                    <a:pt x="6691" y="10288"/>
                    <a:pt x="6620" y="10216"/>
                    <a:pt x="6513" y="10216"/>
                  </a:cubicBezTo>
                  <a:lnTo>
                    <a:pt x="976" y="10216"/>
                  </a:lnTo>
                  <a:lnTo>
                    <a:pt x="976" y="1025"/>
                  </a:lnTo>
                  <a:lnTo>
                    <a:pt x="7263" y="1025"/>
                  </a:lnTo>
                  <a:cubicBezTo>
                    <a:pt x="7346" y="1025"/>
                    <a:pt x="7442" y="953"/>
                    <a:pt x="7442" y="846"/>
                  </a:cubicBezTo>
                  <a:cubicBezTo>
                    <a:pt x="7442" y="739"/>
                    <a:pt x="7358" y="668"/>
                    <a:pt x="7263" y="668"/>
                  </a:cubicBezTo>
                  <a:lnTo>
                    <a:pt x="750" y="668"/>
                  </a:lnTo>
                  <a:cubicBezTo>
                    <a:pt x="726" y="668"/>
                    <a:pt x="691" y="632"/>
                    <a:pt x="691" y="608"/>
                  </a:cubicBezTo>
                  <a:lnTo>
                    <a:pt x="691" y="370"/>
                  </a:lnTo>
                  <a:cubicBezTo>
                    <a:pt x="691" y="334"/>
                    <a:pt x="726" y="310"/>
                    <a:pt x="750" y="310"/>
                  </a:cubicBezTo>
                  <a:close/>
                  <a:moveTo>
                    <a:pt x="738" y="1"/>
                  </a:moveTo>
                  <a:cubicBezTo>
                    <a:pt x="512" y="1"/>
                    <a:pt x="333" y="179"/>
                    <a:pt x="333" y="394"/>
                  </a:cubicBezTo>
                  <a:lnTo>
                    <a:pt x="333" y="632"/>
                  </a:lnTo>
                  <a:cubicBezTo>
                    <a:pt x="333" y="810"/>
                    <a:pt x="453" y="977"/>
                    <a:pt x="619" y="1025"/>
                  </a:cubicBezTo>
                  <a:lnTo>
                    <a:pt x="619" y="10240"/>
                  </a:lnTo>
                  <a:lnTo>
                    <a:pt x="500" y="10240"/>
                  </a:lnTo>
                  <a:cubicBezTo>
                    <a:pt x="214" y="10240"/>
                    <a:pt x="0" y="10454"/>
                    <a:pt x="0" y="10740"/>
                  </a:cubicBezTo>
                  <a:lnTo>
                    <a:pt x="0" y="11490"/>
                  </a:lnTo>
                  <a:cubicBezTo>
                    <a:pt x="0" y="11574"/>
                    <a:pt x="72" y="11669"/>
                    <a:pt x="179" y="11669"/>
                  </a:cubicBezTo>
                  <a:lnTo>
                    <a:pt x="9489" y="11669"/>
                  </a:lnTo>
                  <a:cubicBezTo>
                    <a:pt x="9585" y="11669"/>
                    <a:pt x="9668" y="11586"/>
                    <a:pt x="9668" y="11490"/>
                  </a:cubicBezTo>
                  <a:lnTo>
                    <a:pt x="9668" y="10740"/>
                  </a:lnTo>
                  <a:cubicBezTo>
                    <a:pt x="9656" y="10454"/>
                    <a:pt x="9430" y="10240"/>
                    <a:pt x="9144" y="10240"/>
                  </a:cubicBezTo>
                  <a:lnTo>
                    <a:pt x="9001" y="10240"/>
                  </a:lnTo>
                  <a:lnTo>
                    <a:pt x="9001" y="1025"/>
                  </a:lnTo>
                  <a:cubicBezTo>
                    <a:pt x="9180" y="977"/>
                    <a:pt x="9311" y="810"/>
                    <a:pt x="9311" y="632"/>
                  </a:cubicBezTo>
                  <a:lnTo>
                    <a:pt x="9311" y="394"/>
                  </a:lnTo>
                  <a:cubicBezTo>
                    <a:pt x="9311" y="179"/>
                    <a:pt x="9132" y="1"/>
                    <a:pt x="8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63"/>
            <p:cNvSpPr/>
            <p:nvPr/>
          </p:nvSpPr>
          <p:spPr>
            <a:xfrm>
              <a:off x="1921566" y="3855953"/>
              <a:ext cx="105854" cy="271213"/>
            </a:xfrm>
            <a:custGeom>
              <a:avLst/>
              <a:gdLst/>
              <a:ahLst/>
              <a:cxnLst/>
              <a:rect l="l" t="t" r="r" b="b"/>
              <a:pathLst>
                <a:path w="3323" h="8514" extrusionOk="0">
                  <a:moveTo>
                    <a:pt x="2977" y="346"/>
                  </a:moveTo>
                  <a:lnTo>
                    <a:pt x="2977" y="1370"/>
                  </a:lnTo>
                  <a:lnTo>
                    <a:pt x="2394" y="1370"/>
                  </a:lnTo>
                  <a:cubicBezTo>
                    <a:pt x="2203" y="1370"/>
                    <a:pt x="2049" y="1513"/>
                    <a:pt x="2049" y="1704"/>
                  </a:cubicBezTo>
                  <a:lnTo>
                    <a:pt x="2049" y="2168"/>
                  </a:lnTo>
                  <a:lnTo>
                    <a:pt x="1715" y="2168"/>
                  </a:lnTo>
                  <a:cubicBezTo>
                    <a:pt x="1548" y="2168"/>
                    <a:pt x="1417" y="2287"/>
                    <a:pt x="1382" y="2442"/>
                  </a:cubicBezTo>
                  <a:lnTo>
                    <a:pt x="1025" y="2442"/>
                  </a:lnTo>
                  <a:lnTo>
                    <a:pt x="1025" y="1739"/>
                  </a:lnTo>
                  <a:cubicBezTo>
                    <a:pt x="1025" y="1549"/>
                    <a:pt x="882" y="1394"/>
                    <a:pt x="679" y="1394"/>
                  </a:cubicBezTo>
                  <a:lnTo>
                    <a:pt x="346" y="1394"/>
                  </a:lnTo>
                  <a:lnTo>
                    <a:pt x="346" y="346"/>
                  </a:lnTo>
                  <a:close/>
                  <a:moveTo>
                    <a:pt x="679" y="1739"/>
                  </a:moveTo>
                  <a:lnTo>
                    <a:pt x="679" y="2763"/>
                  </a:lnTo>
                  <a:lnTo>
                    <a:pt x="679" y="3954"/>
                  </a:lnTo>
                  <a:lnTo>
                    <a:pt x="346" y="3954"/>
                  </a:lnTo>
                  <a:lnTo>
                    <a:pt x="346" y="1739"/>
                  </a:lnTo>
                  <a:close/>
                  <a:moveTo>
                    <a:pt x="1370" y="2763"/>
                  </a:moveTo>
                  <a:lnTo>
                    <a:pt x="1370" y="3954"/>
                  </a:lnTo>
                  <a:lnTo>
                    <a:pt x="1025" y="3954"/>
                  </a:lnTo>
                  <a:lnTo>
                    <a:pt x="1025" y="2763"/>
                  </a:lnTo>
                  <a:close/>
                  <a:moveTo>
                    <a:pt x="2049" y="2513"/>
                  </a:moveTo>
                  <a:lnTo>
                    <a:pt x="2049" y="3954"/>
                  </a:lnTo>
                  <a:lnTo>
                    <a:pt x="1715" y="3954"/>
                  </a:lnTo>
                  <a:lnTo>
                    <a:pt x="1715" y="2763"/>
                  </a:lnTo>
                  <a:lnTo>
                    <a:pt x="1715" y="2513"/>
                  </a:lnTo>
                  <a:close/>
                  <a:moveTo>
                    <a:pt x="2977" y="1727"/>
                  </a:moveTo>
                  <a:lnTo>
                    <a:pt x="2977" y="3954"/>
                  </a:lnTo>
                  <a:lnTo>
                    <a:pt x="2394" y="3954"/>
                  </a:lnTo>
                  <a:lnTo>
                    <a:pt x="2394" y="2513"/>
                  </a:lnTo>
                  <a:lnTo>
                    <a:pt x="2394" y="1727"/>
                  </a:lnTo>
                  <a:close/>
                  <a:moveTo>
                    <a:pt x="2977" y="4299"/>
                  </a:moveTo>
                  <a:lnTo>
                    <a:pt x="2977" y="4644"/>
                  </a:lnTo>
                  <a:lnTo>
                    <a:pt x="346" y="4644"/>
                  </a:lnTo>
                  <a:lnTo>
                    <a:pt x="346" y="4299"/>
                  </a:lnTo>
                  <a:close/>
                  <a:moveTo>
                    <a:pt x="2977" y="4990"/>
                  </a:moveTo>
                  <a:lnTo>
                    <a:pt x="2977" y="7347"/>
                  </a:lnTo>
                  <a:lnTo>
                    <a:pt x="2453" y="6085"/>
                  </a:lnTo>
                  <a:cubicBezTo>
                    <a:pt x="2430" y="6014"/>
                    <a:pt x="2346" y="5942"/>
                    <a:pt x="2275" y="5906"/>
                  </a:cubicBezTo>
                  <a:cubicBezTo>
                    <a:pt x="2239" y="5889"/>
                    <a:pt x="2197" y="5880"/>
                    <a:pt x="2154" y="5880"/>
                  </a:cubicBezTo>
                  <a:cubicBezTo>
                    <a:pt x="2111" y="5880"/>
                    <a:pt x="2066" y="5889"/>
                    <a:pt x="2025" y="5906"/>
                  </a:cubicBezTo>
                  <a:lnTo>
                    <a:pt x="1679" y="6061"/>
                  </a:lnTo>
                  <a:cubicBezTo>
                    <a:pt x="1596" y="6085"/>
                    <a:pt x="1537" y="6156"/>
                    <a:pt x="1501" y="6240"/>
                  </a:cubicBezTo>
                  <a:cubicBezTo>
                    <a:pt x="1477" y="6311"/>
                    <a:pt x="1477" y="6395"/>
                    <a:pt x="1501" y="6490"/>
                  </a:cubicBezTo>
                  <a:lnTo>
                    <a:pt x="1513" y="6537"/>
                  </a:lnTo>
                  <a:cubicBezTo>
                    <a:pt x="1477" y="6514"/>
                    <a:pt x="1429" y="6502"/>
                    <a:pt x="1382" y="6502"/>
                  </a:cubicBezTo>
                  <a:lnTo>
                    <a:pt x="1025" y="6502"/>
                  </a:lnTo>
                  <a:lnTo>
                    <a:pt x="1025" y="5942"/>
                  </a:lnTo>
                  <a:cubicBezTo>
                    <a:pt x="1025" y="5740"/>
                    <a:pt x="882" y="5597"/>
                    <a:pt x="679" y="5597"/>
                  </a:cubicBezTo>
                  <a:lnTo>
                    <a:pt x="346" y="5597"/>
                  </a:lnTo>
                  <a:lnTo>
                    <a:pt x="346" y="4990"/>
                  </a:lnTo>
                  <a:close/>
                  <a:moveTo>
                    <a:pt x="2132" y="6252"/>
                  </a:moveTo>
                  <a:lnTo>
                    <a:pt x="2858" y="7990"/>
                  </a:lnTo>
                  <a:lnTo>
                    <a:pt x="2549" y="8121"/>
                  </a:lnTo>
                  <a:lnTo>
                    <a:pt x="1810" y="6383"/>
                  </a:lnTo>
                  <a:lnTo>
                    <a:pt x="2132" y="6252"/>
                  </a:lnTo>
                  <a:close/>
                  <a:moveTo>
                    <a:pt x="679" y="5954"/>
                  </a:moveTo>
                  <a:lnTo>
                    <a:pt x="679" y="6835"/>
                  </a:lnTo>
                  <a:lnTo>
                    <a:pt x="679" y="8169"/>
                  </a:lnTo>
                  <a:lnTo>
                    <a:pt x="346" y="8169"/>
                  </a:lnTo>
                  <a:lnTo>
                    <a:pt x="346" y="5954"/>
                  </a:lnTo>
                  <a:close/>
                  <a:moveTo>
                    <a:pt x="1370" y="6847"/>
                  </a:moveTo>
                  <a:lnTo>
                    <a:pt x="1370" y="8169"/>
                  </a:lnTo>
                  <a:lnTo>
                    <a:pt x="1025" y="8169"/>
                  </a:lnTo>
                  <a:lnTo>
                    <a:pt x="1025" y="6847"/>
                  </a:lnTo>
                  <a:close/>
                  <a:moveTo>
                    <a:pt x="1715" y="6990"/>
                  </a:moveTo>
                  <a:lnTo>
                    <a:pt x="2203" y="8169"/>
                  </a:lnTo>
                  <a:lnTo>
                    <a:pt x="1715" y="8169"/>
                  </a:lnTo>
                  <a:lnTo>
                    <a:pt x="1715" y="6990"/>
                  </a:lnTo>
                  <a:close/>
                  <a:moveTo>
                    <a:pt x="251" y="1"/>
                  </a:moveTo>
                  <a:cubicBezTo>
                    <a:pt x="120" y="1"/>
                    <a:pt x="1" y="120"/>
                    <a:pt x="1" y="251"/>
                  </a:cubicBezTo>
                  <a:lnTo>
                    <a:pt x="1" y="8252"/>
                  </a:lnTo>
                  <a:cubicBezTo>
                    <a:pt x="1" y="8395"/>
                    <a:pt x="120" y="8514"/>
                    <a:pt x="251" y="8514"/>
                  </a:cubicBezTo>
                  <a:lnTo>
                    <a:pt x="3061" y="8514"/>
                  </a:lnTo>
                  <a:cubicBezTo>
                    <a:pt x="3203" y="8514"/>
                    <a:pt x="3322" y="8395"/>
                    <a:pt x="3322" y="8252"/>
                  </a:cubicBezTo>
                  <a:lnTo>
                    <a:pt x="3322" y="1704"/>
                  </a:lnTo>
                  <a:lnTo>
                    <a:pt x="3322" y="251"/>
                  </a:lnTo>
                  <a:cubicBezTo>
                    <a:pt x="3322" y="120"/>
                    <a:pt x="3203"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63"/>
            <p:cNvSpPr/>
            <p:nvPr/>
          </p:nvSpPr>
          <p:spPr>
            <a:xfrm>
              <a:off x="1803990" y="3855953"/>
              <a:ext cx="106619" cy="165773"/>
            </a:xfrm>
            <a:custGeom>
              <a:avLst/>
              <a:gdLst/>
              <a:ahLst/>
              <a:cxnLst/>
              <a:rect l="l" t="t" r="r" b="b"/>
              <a:pathLst>
                <a:path w="3347" h="5204" extrusionOk="0">
                  <a:moveTo>
                    <a:pt x="251" y="1"/>
                  </a:moveTo>
                  <a:cubicBezTo>
                    <a:pt x="120" y="1"/>
                    <a:pt x="1" y="120"/>
                    <a:pt x="1" y="251"/>
                  </a:cubicBezTo>
                  <a:lnTo>
                    <a:pt x="1" y="4954"/>
                  </a:lnTo>
                  <a:cubicBezTo>
                    <a:pt x="1" y="5085"/>
                    <a:pt x="120" y="5204"/>
                    <a:pt x="251" y="5204"/>
                  </a:cubicBezTo>
                  <a:lnTo>
                    <a:pt x="715" y="5204"/>
                  </a:lnTo>
                  <a:cubicBezTo>
                    <a:pt x="798" y="5204"/>
                    <a:pt x="894" y="5133"/>
                    <a:pt x="894" y="5025"/>
                  </a:cubicBezTo>
                  <a:cubicBezTo>
                    <a:pt x="894" y="4930"/>
                    <a:pt x="822" y="4847"/>
                    <a:pt x="715" y="4847"/>
                  </a:cubicBezTo>
                  <a:lnTo>
                    <a:pt x="346" y="4847"/>
                  </a:lnTo>
                  <a:lnTo>
                    <a:pt x="346" y="322"/>
                  </a:lnTo>
                  <a:lnTo>
                    <a:pt x="3001" y="322"/>
                  </a:lnTo>
                  <a:lnTo>
                    <a:pt x="3001" y="4847"/>
                  </a:lnTo>
                  <a:lnTo>
                    <a:pt x="1441" y="4847"/>
                  </a:lnTo>
                  <a:cubicBezTo>
                    <a:pt x="1358" y="4847"/>
                    <a:pt x="1263" y="4930"/>
                    <a:pt x="1263" y="5025"/>
                  </a:cubicBezTo>
                  <a:cubicBezTo>
                    <a:pt x="1263" y="5133"/>
                    <a:pt x="1334" y="5204"/>
                    <a:pt x="1441" y="5204"/>
                  </a:cubicBezTo>
                  <a:lnTo>
                    <a:pt x="3096" y="5204"/>
                  </a:lnTo>
                  <a:cubicBezTo>
                    <a:pt x="3227" y="5204"/>
                    <a:pt x="3346" y="5085"/>
                    <a:pt x="3346" y="4954"/>
                  </a:cubicBezTo>
                  <a:lnTo>
                    <a:pt x="3346" y="251"/>
                  </a:lnTo>
                  <a:cubicBezTo>
                    <a:pt x="3346" y="120"/>
                    <a:pt x="3227"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6" name="Google Shape;9816;p63"/>
            <p:cNvSpPr/>
            <p:nvPr/>
          </p:nvSpPr>
          <p:spPr>
            <a:xfrm>
              <a:off x="1824472" y="3932565"/>
              <a:ext cx="63360" cy="11436"/>
            </a:xfrm>
            <a:custGeom>
              <a:avLst/>
              <a:gdLst/>
              <a:ahLst/>
              <a:cxnLst/>
              <a:rect l="l" t="t" r="r" b="b"/>
              <a:pathLst>
                <a:path w="1989" h="359" extrusionOk="0">
                  <a:moveTo>
                    <a:pt x="179" y="1"/>
                  </a:moveTo>
                  <a:cubicBezTo>
                    <a:pt x="84" y="1"/>
                    <a:pt x="1" y="84"/>
                    <a:pt x="1" y="180"/>
                  </a:cubicBezTo>
                  <a:cubicBezTo>
                    <a:pt x="1" y="287"/>
                    <a:pt x="84" y="358"/>
                    <a:pt x="179" y="358"/>
                  </a:cubicBezTo>
                  <a:lnTo>
                    <a:pt x="1810" y="358"/>
                  </a:lnTo>
                  <a:cubicBezTo>
                    <a:pt x="1906" y="358"/>
                    <a:pt x="1989" y="287"/>
                    <a:pt x="1989" y="180"/>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63"/>
            <p:cNvSpPr/>
            <p:nvPr/>
          </p:nvSpPr>
          <p:spPr>
            <a:xfrm>
              <a:off x="1824472" y="3907941"/>
              <a:ext cx="63360" cy="11404"/>
            </a:xfrm>
            <a:custGeom>
              <a:avLst/>
              <a:gdLst/>
              <a:ahLst/>
              <a:cxnLst/>
              <a:rect l="l" t="t" r="r" b="b"/>
              <a:pathLst>
                <a:path w="1989" h="358" extrusionOk="0">
                  <a:moveTo>
                    <a:pt x="179" y="0"/>
                  </a:moveTo>
                  <a:cubicBezTo>
                    <a:pt x="84" y="0"/>
                    <a:pt x="1" y="72"/>
                    <a:pt x="1" y="179"/>
                  </a:cubicBezTo>
                  <a:cubicBezTo>
                    <a:pt x="1" y="286"/>
                    <a:pt x="84" y="357"/>
                    <a:pt x="179" y="357"/>
                  </a:cubicBezTo>
                  <a:lnTo>
                    <a:pt x="1810" y="357"/>
                  </a:lnTo>
                  <a:cubicBezTo>
                    <a:pt x="1906" y="357"/>
                    <a:pt x="1989" y="286"/>
                    <a:pt x="1989" y="179"/>
                  </a:cubicBezTo>
                  <a:cubicBezTo>
                    <a:pt x="1989" y="72"/>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63"/>
            <p:cNvSpPr/>
            <p:nvPr/>
          </p:nvSpPr>
          <p:spPr>
            <a:xfrm>
              <a:off x="1824472" y="3882903"/>
              <a:ext cx="63360" cy="11404"/>
            </a:xfrm>
            <a:custGeom>
              <a:avLst/>
              <a:gdLst/>
              <a:ahLst/>
              <a:cxnLst/>
              <a:rect l="l" t="t" r="r" b="b"/>
              <a:pathLst>
                <a:path w="1989" h="358" extrusionOk="0">
                  <a:moveTo>
                    <a:pt x="179" y="0"/>
                  </a:moveTo>
                  <a:cubicBezTo>
                    <a:pt x="84" y="0"/>
                    <a:pt x="1" y="72"/>
                    <a:pt x="1" y="179"/>
                  </a:cubicBezTo>
                  <a:cubicBezTo>
                    <a:pt x="13" y="286"/>
                    <a:pt x="84" y="357"/>
                    <a:pt x="179" y="357"/>
                  </a:cubicBezTo>
                  <a:lnTo>
                    <a:pt x="1810" y="357"/>
                  </a:lnTo>
                  <a:cubicBezTo>
                    <a:pt x="1906" y="357"/>
                    <a:pt x="1989" y="286"/>
                    <a:pt x="1989" y="179"/>
                  </a:cubicBezTo>
                  <a:cubicBezTo>
                    <a:pt x="1989" y="96"/>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63"/>
            <p:cNvSpPr/>
            <p:nvPr/>
          </p:nvSpPr>
          <p:spPr>
            <a:xfrm>
              <a:off x="1824472" y="3957603"/>
              <a:ext cx="63360" cy="11786"/>
            </a:xfrm>
            <a:custGeom>
              <a:avLst/>
              <a:gdLst/>
              <a:ahLst/>
              <a:cxnLst/>
              <a:rect l="l" t="t" r="r" b="b"/>
              <a:pathLst>
                <a:path w="1989" h="370" extrusionOk="0">
                  <a:moveTo>
                    <a:pt x="179" y="1"/>
                  </a:moveTo>
                  <a:cubicBezTo>
                    <a:pt x="84" y="1"/>
                    <a:pt x="1" y="84"/>
                    <a:pt x="1" y="191"/>
                  </a:cubicBezTo>
                  <a:cubicBezTo>
                    <a:pt x="1" y="287"/>
                    <a:pt x="84" y="370"/>
                    <a:pt x="179" y="370"/>
                  </a:cubicBezTo>
                  <a:lnTo>
                    <a:pt x="1810" y="370"/>
                  </a:lnTo>
                  <a:cubicBezTo>
                    <a:pt x="1906" y="370"/>
                    <a:pt x="1989" y="287"/>
                    <a:pt x="1989" y="191"/>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63"/>
            <p:cNvSpPr/>
            <p:nvPr/>
          </p:nvSpPr>
          <p:spPr>
            <a:xfrm>
              <a:off x="1824472" y="3983023"/>
              <a:ext cx="63360" cy="11404"/>
            </a:xfrm>
            <a:custGeom>
              <a:avLst/>
              <a:gdLst/>
              <a:ahLst/>
              <a:cxnLst/>
              <a:rect l="l" t="t" r="r" b="b"/>
              <a:pathLst>
                <a:path w="1989" h="358" extrusionOk="0">
                  <a:moveTo>
                    <a:pt x="179" y="1"/>
                  </a:moveTo>
                  <a:cubicBezTo>
                    <a:pt x="84" y="1"/>
                    <a:pt x="1" y="72"/>
                    <a:pt x="1" y="179"/>
                  </a:cubicBezTo>
                  <a:cubicBezTo>
                    <a:pt x="13" y="286"/>
                    <a:pt x="84" y="358"/>
                    <a:pt x="179" y="358"/>
                  </a:cubicBezTo>
                  <a:lnTo>
                    <a:pt x="1810" y="358"/>
                  </a:lnTo>
                  <a:cubicBezTo>
                    <a:pt x="1906" y="358"/>
                    <a:pt x="1989" y="286"/>
                    <a:pt x="1989" y="179"/>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63"/>
            <p:cNvSpPr/>
            <p:nvPr/>
          </p:nvSpPr>
          <p:spPr>
            <a:xfrm>
              <a:off x="1852919" y="4057372"/>
              <a:ext cx="32269" cy="32269"/>
            </a:xfrm>
            <a:custGeom>
              <a:avLst/>
              <a:gdLst/>
              <a:ahLst/>
              <a:cxnLst/>
              <a:rect l="l" t="t" r="r" b="b"/>
              <a:pathLst>
                <a:path w="1013" h="1013" extrusionOk="0">
                  <a:moveTo>
                    <a:pt x="501" y="345"/>
                  </a:moveTo>
                  <a:cubicBezTo>
                    <a:pt x="596" y="345"/>
                    <a:pt x="667" y="417"/>
                    <a:pt x="667" y="512"/>
                  </a:cubicBezTo>
                  <a:cubicBezTo>
                    <a:pt x="667" y="595"/>
                    <a:pt x="596" y="667"/>
                    <a:pt x="501" y="667"/>
                  </a:cubicBezTo>
                  <a:cubicBezTo>
                    <a:pt x="417" y="667"/>
                    <a:pt x="334" y="595"/>
                    <a:pt x="334" y="512"/>
                  </a:cubicBezTo>
                  <a:cubicBezTo>
                    <a:pt x="334" y="417"/>
                    <a:pt x="417" y="345"/>
                    <a:pt x="501" y="345"/>
                  </a:cubicBezTo>
                  <a:close/>
                  <a:moveTo>
                    <a:pt x="501" y="0"/>
                  </a:moveTo>
                  <a:cubicBezTo>
                    <a:pt x="215" y="0"/>
                    <a:pt x="1" y="226"/>
                    <a:pt x="1" y="512"/>
                  </a:cubicBezTo>
                  <a:cubicBezTo>
                    <a:pt x="1" y="786"/>
                    <a:pt x="215" y="1012"/>
                    <a:pt x="501" y="1012"/>
                  </a:cubicBezTo>
                  <a:cubicBezTo>
                    <a:pt x="786" y="1012"/>
                    <a:pt x="1013" y="786"/>
                    <a:pt x="1013" y="512"/>
                  </a:cubicBezTo>
                  <a:cubicBezTo>
                    <a:pt x="1013" y="226"/>
                    <a:pt x="78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63"/>
            <p:cNvSpPr/>
            <p:nvPr/>
          </p:nvSpPr>
          <p:spPr>
            <a:xfrm>
              <a:off x="1803607" y="4031188"/>
              <a:ext cx="34563" cy="88398"/>
            </a:xfrm>
            <a:custGeom>
              <a:avLst/>
              <a:gdLst/>
              <a:ahLst/>
              <a:cxnLst/>
              <a:rect l="l" t="t" r="r" b="b"/>
              <a:pathLst>
                <a:path w="1085" h="2775" extrusionOk="0">
                  <a:moveTo>
                    <a:pt x="596" y="584"/>
                  </a:moveTo>
                  <a:cubicBezTo>
                    <a:pt x="668" y="584"/>
                    <a:pt x="739" y="644"/>
                    <a:pt x="739" y="739"/>
                  </a:cubicBezTo>
                  <a:lnTo>
                    <a:pt x="739" y="2025"/>
                  </a:lnTo>
                  <a:cubicBezTo>
                    <a:pt x="739" y="2108"/>
                    <a:pt x="679" y="2179"/>
                    <a:pt x="596" y="2179"/>
                  </a:cubicBezTo>
                  <a:lnTo>
                    <a:pt x="358" y="2179"/>
                  </a:lnTo>
                  <a:lnTo>
                    <a:pt x="358" y="584"/>
                  </a:lnTo>
                  <a:close/>
                  <a:moveTo>
                    <a:pt x="179" y="1"/>
                  </a:moveTo>
                  <a:cubicBezTo>
                    <a:pt x="84" y="1"/>
                    <a:pt x="1" y="84"/>
                    <a:pt x="1" y="179"/>
                  </a:cubicBezTo>
                  <a:lnTo>
                    <a:pt x="1" y="417"/>
                  </a:lnTo>
                  <a:lnTo>
                    <a:pt x="1" y="2358"/>
                  </a:lnTo>
                  <a:lnTo>
                    <a:pt x="1" y="2596"/>
                  </a:lnTo>
                  <a:cubicBezTo>
                    <a:pt x="1" y="2680"/>
                    <a:pt x="72" y="2775"/>
                    <a:pt x="179" y="2775"/>
                  </a:cubicBezTo>
                  <a:cubicBezTo>
                    <a:pt x="263" y="2775"/>
                    <a:pt x="358" y="2703"/>
                    <a:pt x="358" y="2596"/>
                  </a:cubicBezTo>
                  <a:lnTo>
                    <a:pt x="358" y="2525"/>
                  </a:lnTo>
                  <a:lnTo>
                    <a:pt x="596" y="2525"/>
                  </a:lnTo>
                  <a:cubicBezTo>
                    <a:pt x="858" y="2525"/>
                    <a:pt x="1084" y="2299"/>
                    <a:pt x="1084" y="2025"/>
                  </a:cubicBezTo>
                  <a:lnTo>
                    <a:pt x="1084" y="739"/>
                  </a:lnTo>
                  <a:cubicBezTo>
                    <a:pt x="1084" y="465"/>
                    <a:pt x="870" y="239"/>
                    <a:pt x="596" y="239"/>
                  </a:cubicBezTo>
                  <a:lnTo>
                    <a:pt x="358" y="239"/>
                  </a:lnTo>
                  <a:lnTo>
                    <a:pt x="358" y="179"/>
                  </a:lnTo>
                  <a:cubicBezTo>
                    <a:pt x="358" y="96"/>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3" name="Google Shape;9823;p63"/>
          <p:cNvGrpSpPr/>
          <p:nvPr/>
        </p:nvGrpSpPr>
        <p:grpSpPr>
          <a:xfrm>
            <a:off x="5373342" y="3627935"/>
            <a:ext cx="231395" cy="353145"/>
            <a:chOff x="5373342" y="3808935"/>
            <a:chExt cx="231395" cy="353145"/>
          </a:xfrm>
        </p:grpSpPr>
        <p:sp>
          <p:nvSpPr>
            <p:cNvPr id="9824" name="Google Shape;9824;p63"/>
            <p:cNvSpPr/>
            <p:nvPr/>
          </p:nvSpPr>
          <p:spPr>
            <a:xfrm>
              <a:off x="5422654" y="3832827"/>
              <a:ext cx="132772" cy="114200"/>
            </a:xfrm>
            <a:custGeom>
              <a:avLst/>
              <a:gdLst/>
              <a:ahLst/>
              <a:cxnLst/>
              <a:rect l="l" t="t" r="r" b="b"/>
              <a:pathLst>
                <a:path w="4168" h="3585" extrusionOk="0">
                  <a:moveTo>
                    <a:pt x="2072" y="322"/>
                  </a:moveTo>
                  <a:cubicBezTo>
                    <a:pt x="3036" y="322"/>
                    <a:pt x="3822" y="1108"/>
                    <a:pt x="3822" y="2084"/>
                  </a:cubicBezTo>
                  <a:lnTo>
                    <a:pt x="3846" y="2918"/>
                  </a:lnTo>
                  <a:cubicBezTo>
                    <a:pt x="3846" y="3108"/>
                    <a:pt x="3679" y="3275"/>
                    <a:pt x="3489" y="3275"/>
                  </a:cubicBezTo>
                  <a:lnTo>
                    <a:pt x="667" y="3275"/>
                  </a:lnTo>
                  <a:cubicBezTo>
                    <a:pt x="476" y="3275"/>
                    <a:pt x="310" y="3108"/>
                    <a:pt x="310" y="2918"/>
                  </a:cubicBezTo>
                  <a:lnTo>
                    <a:pt x="310" y="2084"/>
                  </a:lnTo>
                  <a:cubicBezTo>
                    <a:pt x="310" y="1108"/>
                    <a:pt x="1096" y="322"/>
                    <a:pt x="2072" y="322"/>
                  </a:cubicBezTo>
                  <a:close/>
                  <a:moveTo>
                    <a:pt x="2084" y="1"/>
                  </a:moveTo>
                  <a:cubicBezTo>
                    <a:pt x="941" y="1"/>
                    <a:pt x="0" y="929"/>
                    <a:pt x="0" y="2084"/>
                  </a:cubicBezTo>
                  <a:lnTo>
                    <a:pt x="0" y="2918"/>
                  </a:lnTo>
                  <a:cubicBezTo>
                    <a:pt x="0" y="3287"/>
                    <a:pt x="298" y="3584"/>
                    <a:pt x="667" y="3584"/>
                  </a:cubicBezTo>
                  <a:lnTo>
                    <a:pt x="3489" y="3584"/>
                  </a:lnTo>
                  <a:cubicBezTo>
                    <a:pt x="3858" y="3584"/>
                    <a:pt x="4156" y="3287"/>
                    <a:pt x="4156" y="2918"/>
                  </a:cubicBezTo>
                  <a:lnTo>
                    <a:pt x="4156" y="2084"/>
                  </a:lnTo>
                  <a:cubicBezTo>
                    <a:pt x="4167" y="929"/>
                    <a:pt x="322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63"/>
            <p:cNvSpPr/>
            <p:nvPr/>
          </p:nvSpPr>
          <p:spPr>
            <a:xfrm>
              <a:off x="5394590" y="3972415"/>
              <a:ext cx="45139" cy="37557"/>
            </a:xfrm>
            <a:custGeom>
              <a:avLst/>
              <a:gdLst/>
              <a:ahLst/>
              <a:cxnLst/>
              <a:rect l="l" t="t" r="r" b="b"/>
              <a:pathLst>
                <a:path w="1417" h="1179" extrusionOk="0">
                  <a:moveTo>
                    <a:pt x="953" y="334"/>
                  </a:moveTo>
                  <a:cubicBezTo>
                    <a:pt x="1024" y="334"/>
                    <a:pt x="1096" y="393"/>
                    <a:pt x="1096" y="464"/>
                  </a:cubicBezTo>
                  <a:lnTo>
                    <a:pt x="1096" y="715"/>
                  </a:lnTo>
                  <a:cubicBezTo>
                    <a:pt x="1096" y="798"/>
                    <a:pt x="1024" y="857"/>
                    <a:pt x="953" y="857"/>
                  </a:cubicBezTo>
                  <a:lnTo>
                    <a:pt x="465" y="857"/>
                  </a:lnTo>
                  <a:cubicBezTo>
                    <a:pt x="393" y="857"/>
                    <a:pt x="334" y="798"/>
                    <a:pt x="334" y="715"/>
                  </a:cubicBezTo>
                  <a:lnTo>
                    <a:pt x="334" y="464"/>
                  </a:lnTo>
                  <a:cubicBezTo>
                    <a:pt x="334" y="393"/>
                    <a:pt x="393" y="334"/>
                    <a:pt x="465" y="334"/>
                  </a:cubicBezTo>
                  <a:close/>
                  <a:moveTo>
                    <a:pt x="465" y="0"/>
                  </a:moveTo>
                  <a:cubicBezTo>
                    <a:pt x="214" y="0"/>
                    <a:pt x="0" y="214"/>
                    <a:pt x="0" y="464"/>
                  </a:cubicBezTo>
                  <a:lnTo>
                    <a:pt x="0" y="715"/>
                  </a:lnTo>
                  <a:cubicBezTo>
                    <a:pt x="0" y="976"/>
                    <a:pt x="214" y="1179"/>
                    <a:pt x="465" y="1179"/>
                  </a:cubicBezTo>
                  <a:lnTo>
                    <a:pt x="953" y="1179"/>
                  </a:lnTo>
                  <a:cubicBezTo>
                    <a:pt x="1215"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63"/>
            <p:cNvSpPr/>
            <p:nvPr/>
          </p:nvSpPr>
          <p:spPr>
            <a:xfrm>
              <a:off x="5460179" y="3972415"/>
              <a:ext cx="58072" cy="37557"/>
            </a:xfrm>
            <a:custGeom>
              <a:avLst/>
              <a:gdLst/>
              <a:ahLst/>
              <a:cxnLst/>
              <a:rect l="l" t="t" r="r" b="b"/>
              <a:pathLst>
                <a:path w="1823" h="1179" extrusionOk="0">
                  <a:moveTo>
                    <a:pt x="1346" y="334"/>
                  </a:moveTo>
                  <a:cubicBezTo>
                    <a:pt x="1430" y="334"/>
                    <a:pt x="1489" y="393"/>
                    <a:pt x="1489" y="464"/>
                  </a:cubicBezTo>
                  <a:lnTo>
                    <a:pt x="1489" y="715"/>
                  </a:lnTo>
                  <a:cubicBezTo>
                    <a:pt x="1489" y="798"/>
                    <a:pt x="1430" y="857"/>
                    <a:pt x="1346" y="857"/>
                  </a:cubicBezTo>
                  <a:lnTo>
                    <a:pt x="441" y="857"/>
                  </a:lnTo>
                  <a:cubicBezTo>
                    <a:pt x="370" y="857"/>
                    <a:pt x="311" y="798"/>
                    <a:pt x="311" y="715"/>
                  </a:cubicBezTo>
                  <a:lnTo>
                    <a:pt x="311" y="464"/>
                  </a:lnTo>
                  <a:cubicBezTo>
                    <a:pt x="311" y="393"/>
                    <a:pt x="370" y="334"/>
                    <a:pt x="441" y="334"/>
                  </a:cubicBezTo>
                  <a:close/>
                  <a:moveTo>
                    <a:pt x="453" y="0"/>
                  </a:moveTo>
                  <a:cubicBezTo>
                    <a:pt x="203" y="0"/>
                    <a:pt x="1" y="214"/>
                    <a:pt x="1" y="464"/>
                  </a:cubicBezTo>
                  <a:lnTo>
                    <a:pt x="1" y="715"/>
                  </a:lnTo>
                  <a:cubicBezTo>
                    <a:pt x="1" y="976"/>
                    <a:pt x="203" y="1179"/>
                    <a:pt x="453" y="1179"/>
                  </a:cubicBezTo>
                  <a:lnTo>
                    <a:pt x="1370" y="1179"/>
                  </a:lnTo>
                  <a:cubicBezTo>
                    <a:pt x="1620" y="1179"/>
                    <a:pt x="1823" y="976"/>
                    <a:pt x="1823" y="715"/>
                  </a:cubicBezTo>
                  <a:lnTo>
                    <a:pt x="1823" y="464"/>
                  </a:lnTo>
                  <a:cubicBezTo>
                    <a:pt x="1823" y="214"/>
                    <a:pt x="1620"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63"/>
            <p:cNvSpPr/>
            <p:nvPr/>
          </p:nvSpPr>
          <p:spPr>
            <a:xfrm>
              <a:off x="5538319" y="3972415"/>
              <a:ext cx="45170" cy="37557"/>
            </a:xfrm>
            <a:custGeom>
              <a:avLst/>
              <a:gdLst/>
              <a:ahLst/>
              <a:cxnLst/>
              <a:rect l="l" t="t" r="r" b="b"/>
              <a:pathLst>
                <a:path w="1418" h="1179" extrusionOk="0">
                  <a:moveTo>
                    <a:pt x="941" y="334"/>
                  </a:moveTo>
                  <a:cubicBezTo>
                    <a:pt x="1013" y="334"/>
                    <a:pt x="1072" y="393"/>
                    <a:pt x="1072" y="464"/>
                  </a:cubicBezTo>
                  <a:lnTo>
                    <a:pt x="1072" y="715"/>
                  </a:lnTo>
                  <a:cubicBezTo>
                    <a:pt x="1072" y="798"/>
                    <a:pt x="1013" y="857"/>
                    <a:pt x="941" y="857"/>
                  </a:cubicBezTo>
                  <a:lnTo>
                    <a:pt x="453" y="857"/>
                  </a:lnTo>
                  <a:cubicBezTo>
                    <a:pt x="370" y="857"/>
                    <a:pt x="310" y="798"/>
                    <a:pt x="310" y="715"/>
                  </a:cubicBezTo>
                  <a:lnTo>
                    <a:pt x="310" y="464"/>
                  </a:lnTo>
                  <a:cubicBezTo>
                    <a:pt x="310" y="393"/>
                    <a:pt x="370" y="334"/>
                    <a:pt x="453" y="334"/>
                  </a:cubicBezTo>
                  <a:close/>
                  <a:moveTo>
                    <a:pt x="465" y="0"/>
                  </a:moveTo>
                  <a:cubicBezTo>
                    <a:pt x="215" y="0"/>
                    <a:pt x="1" y="214"/>
                    <a:pt x="1" y="464"/>
                  </a:cubicBezTo>
                  <a:lnTo>
                    <a:pt x="1" y="715"/>
                  </a:lnTo>
                  <a:cubicBezTo>
                    <a:pt x="1" y="976"/>
                    <a:pt x="215" y="1179"/>
                    <a:pt x="465" y="1179"/>
                  </a:cubicBezTo>
                  <a:lnTo>
                    <a:pt x="953" y="1179"/>
                  </a:lnTo>
                  <a:cubicBezTo>
                    <a:pt x="1203"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63"/>
            <p:cNvSpPr/>
            <p:nvPr/>
          </p:nvSpPr>
          <p:spPr>
            <a:xfrm>
              <a:off x="5373342" y="3808935"/>
              <a:ext cx="231395" cy="353145"/>
            </a:xfrm>
            <a:custGeom>
              <a:avLst/>
              <a:gdLst/>
              <a:ahLst/>
              <a:cxnLst/>
              <a:rect l="l" t="t" r="r" b="b"/>
              <a:pathLst>
                <a:path w="7264" h="11086" extrusionOk="0">
                  <a:moveTo>
                    <a:pt x="4215" y="9502"/>
                  </a:moveTo>
                  <a:lnTo>
                    <a:pt x="4215" y="10764"/>
                  </a:lnTo>
                  <a:lnTo>
                    <a:pt x="3048" y="10764"/>
                  </a:lnTo>
                  <a:lnTo>
                    <a:pt x="3048" y="9502"/>
                  </a:lnTo>
                  <a:close/>
                  <a:moveTo>
                    <a:pt x="1810" y="1"/>
                  </a:moveTo>
                  <a:cubicBezTo>
                    <a:pt x="822" y="1"/>
                    <a:pt x="0" y="822"/>
                    <a:pt x="0" y="1822"/>
                  </a:cubicBezTo>
                  <a:lnTo>
                    <a:pt x="0" y="7144"/>
                  </a:lnTo>
                  <a:cubicBezTo>
                    <a:pt x="0" y="7728"/>
                    <a:pt x="477" y="8204"/>
                    <a:pt x="1060" y="8204"/>
                  </a:cubicBezTo>
                  <a:lnTo>
                    <a:pt x="2727" y="8204"/>
                  </a:lnTo>
                  <a:lnTo>
                    <a:pt x="2727" y="8275"/>
                  </a:lnTo>
                  <a:cubicBezTo>
                    <a:pt x="2727" y="8371"/>
                    <a:pt x="2798" y="8442"/>
                    <a:pt x="2882" y="8442"/>
                  </a:cubicBezTo>
                  <a:cubicBezTo>
                    <a:pt x="2977" y="8442"/>
                    <a:pt x="3048" y="8371"/>
                    <a:pt x="3048" y="8275"/>
                  </a:cubicBezTo>
                  <a:lnTo>
                    <a:pt x="3048" y="7144"/>
                  </a:lnTo>
                  <a:lnTo>
                    <a:pt x="4215" y="7144"/>
                  </a:lnTo>
                  <a:lnTo>
                    <a:pt x="4215" y="9168"/>
                  </a:lnTo>
                  <a:lnTo>
                    <a:pt x="3048" y="9168"/>
                  </a:lnTo>
                  <a:lnTo>
                    <a:pt x="3048" y="9049"/>
                  </a:lnTo>
                  <a:cubicBezTo>
                    <a:pt x="3048" y="8966"/>
                    <a:pt x="2977" y="8883"/>
                    <a:pt x="2882" y="8883"/>
                  </a:cubicBezTo>
                  <a:cubicBezTo>
                    <a:pt x="2798" y="8883"/>
                    <a:pt x="2727" y="8966"/>
                    <a:pt x="2727" y="9049"/>
                  </a:cubicBezTo>
                  <a:lnTo>
                    <a:pt x="2727" y="10930"/>
                  </a:lnTo>
                  <a:cubicBezTo>
                    <a:pt x="2727" y="11014"/>
                    <a:pt x="2798" y="11085"/>
                    <a:pt x="2882" y="11085"/>
                  </a:cubicBezTo>
                  <a:lnTo>
                    <a:pt x="4370" y="11085"/>
                  </a:lnTo>
                  <a:cubicBezTo>
                    <a:pt x="4465" y="11085"/>
                    <a:pt x="4537" y="11014"/>
                    <a:pt x="4537" y="10930"/>
                  </a:cubicBezTo>
                  <a:lnTo>
                    <a:pt x="4537" y="8192"/>
                  </a:lnTo>
                  <a:lnTo>
                    <a:pt x="6204" y="8192"/>
                  </a:lnTo>
                  <a:cubicBezTo>
                    <a:pt x="6787" y="8192"/>
                    <a:pt x="7263" y="7716"/>
                    <a:pt x="7263" y="7132"/>
                  </a:cubicBezTo>
                  <a:lnTo>
                    <a:pt x="7263" y="1798"/>
                  </a:lnTo>
                  <a:cubicBezTo>
                    <a:pt x="7263" y="810"/>
                    <a:pt x="6442" y="1"/>
                    <a:pt x="5453" y="1"/>
                  </a:cubicBezTo>
                  <a:lnTo>
                    <a:pt x="5132" y="1"/>
                  </a:lnTo>
                  <a:cubicBezTo>
                    <a:pt x="5049" y="1"/>
                    <a:pt x="4977" y="72"/>
                    <a:pt x="4977" y="167"/>
                  </a:cubicBezTo>
                  <a:cubicBezTo>
                    <a:pt x="4977" y="251"/>
                    <a:pt x="5049" y="334"/>
                    <a:pt x="5132" y="334"/>
                  </a:cubicBezTo>
                  <a:lnTo>
                    <a:pt x="5453" y="334"/>
                  </a:lnTo>
                  <a:cubicBezTo>
                    <a:pt x="6263" y="334"/>
                    <a:pt x="6942" y="1001"/>
                    <a:pt x="6942" y="1822"/>
                  </a:cubicBezTo>
                  <a:lnTo>
                    <a:pt x="6942" y="7144"/>
                  </a:lnTo>
                  <a:cubicBezTo>
                    <a:pt x="6942" y="7549"/>
                    <a:pt x="6608" y="7871"/>
                    <a:pt x="6204" y="7871"/>
                  </a:cubicBezTo>
                  <a:lnTo>
                    <a:pt x="4537" y="7871"/>
                  </a:lnTo>
                  <a:lnTo>
                    <a:pt x="4537" y="7144"/>
                  </a:lnTo>
                  <a:lnTo>
                    <a:pt x="4727" y="7144"/>
                  </a:lnTo>
                  <a:cubicBezTo>
                    <a:pt x="4822" y="7144"/>
                    <a:pt x="4894" y="7073"/>
                    <a:pt x="4894" y="6978"/>
                  </a:cubicBezTo>
                  <a:cubicBezTo>
                    <a:pt x="4894" y="6894"/>
                    <a:pt x="4822" y="6823"/>
                    <a:pt x="4727" y="6823"/>
                  </a:cubicBezTo>
                  <a:lnTo>
                    <a:pt x="2525" y="6823"/>
                  </a:lnTo>
                  <a:cubicBezTo>
                    <a:pt x="2441" y="6823"/>
                    <a:pt x="2370" y="6894"/>
                    <a:pt x="2370" y="6978"/>
                  </a:cubicBezTo>
                  <a:cubicBezTo>
                    <a:pt x="2370" y="7073"/>
                    <a:pt x="2441" y="7144"/>
                    <a:pt x="2525" y="7144"/>
                  </a:cubicBezTo>
                  <a:lnTo>
                    <a:pt x="2727" y="7144"/>
                  </a:lnTo>
                  <a:lnTo>
                    <a:pt x="2727" y="7871"/>
                  </a:lnTo>
                  <a:lnTo>
                    <a:pt x="1060" y="7871"/>
                  </a:lnTo>
                  <a:cubicBezTo>
                    <a:pt x="655" y="7871"/>
                    <a:pt x="322" y="7549"/>
                    <a:pt x="322" y="7144"/>
                  </a:cubicBezTo>
                  <a:lnTo>
                    <a:pt x="322" y="1822"/>
                  </a:lnTo>
                  <a:cubicBezTo>
                    <a:pt x="322" y="1001"/>
                    <a:pt x="1001" y="334"/>
                    <a:pt x="1810" y="334"/>
                  </a:cubicBezTo>
                  <a:lnTo>
                    <a:pt x="4191" y="334"/>
                  </a:lnTo>
                  <a:cubicBezTo>
                    <a:pt x="4287" y="334"/>
                    <a:pt x="4358" y="251"/>
                    <a:pt x="4358" y="167"/>
                  </a:cubicBezTo>
                  <a:cubicBezTo>
                    <a:pt x="4358" y="72"/>
                    <a:pt x="4287" y="1"/>
                    <a:pt x="4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63"/>
            <p:cNvSpPr/>
            <p:nvPr/>
          </p:nvSpPr>
          <p:spPr>
            <a:xfrm>
              <a:off x="5481426" y="4125255"/>
              <a:ext cx="15195" cy="15195"/>
            </a:xfrm>
            <a:custGeom>
              <a:avLst/>
              <a:gdLst/>
              <a:ahLst/>
              <a:cxnLst/>
              <a:rect l="l" t="t" r="r" b="b"/>
              <a:pathLst>
                <a:path w="477" h="477" extrusionOk="0">
                  <a:moveTo>
                    <a:pt x="239" y="0"/>
                  </a:moveTo>
                  <a:cubicBezTo>
                    <a:pt x="108" y="0"/>
                    <a:pt x="1" y="108"/>
                    <a:pt x="1" y="238"/>
                  </a:cubicBezTo>
                  <a:cubicBezTo>
                    <a:pt x="1" y="369"/>
                    <a:pt x="108" y="477"/>
                    <a:pt x="239" y="477"/>
                  </a:cubicBezTo>
                  <a:cubicBezTo>
                    <a:pt x="370" y="477"/>
                    <a:pt x="477" y="369"/>
                    <a:pt x="477" y="238"/>
                  </a:cubicBezTo>
                  <a:cubicBezTo>
                    <a:pt x="477"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63"/>
            <p:cNvSpPr/>
            <p:nvPr/>
          </p:nvSpPr>
          <p:spPr>
            <a:xfrm>
              <a:off x="5447692" y="3873792"/>
              <a:ext cx="29593" cy="48579"/>
            </a:xfrm>
            <a:custGeom>
              <a:avLst/>
              <a:gdLst/>
              <a:ahLst/>
              <a:cxnLst/>
              <a:rect l="l" t="t" r="r" b="b"/>
              <a:pathLst>
                <a:path w="929" h="1525" extrusionOk="0">
                  <a:moveTo>
                    <a:pt x="595" y="334"/>
                  </a:moveTo>
                  <a:lnTo>
                    <a:pt x="595" y="596"/>
                  </a:lnTo>
                  <a:lnTo>
                    <a:pt x="333" y="596"/>
                  </a:lnTo>
                  <a:lnTo>
                    <a:pt x="333" y="334"/>
                  </a:lnTo>
                  <a:close/>
                  <a:moveTo>
                    <a:pt x="595" y="917"/>
                  </a:moveTo>
                  <a:lnTo>
                    <a:pt x="595" y="1179"/>
                  </a:lnTo>
                  <a:lnTo>
                    <a:pt x="333" y="1179"/>
                  </a:lnTo>
                  <a:lnTo>
                    <a:pt x="333" y="917"/>
                  </a:lnTo>
                  <a:close/>
                  <a:moveTo>
                    <a:pt x="167" y="1"/>
                  </a:moveTo>
                  <a:cubicBezTo>
                    <a:pt x="83" y="1"/>
                    <a:pt x="0" y="84"/>
                    <a:pt x="0" y="167"/>
                  </a:cubicBezTo>
                  <a:lnTo>
                    <a:pt x="0" y="1358"/>
                  </a:lnTo>
                  <a:cubicBezTo>
                    <a:pt x="0" y="1453"/>
                    <a:pt x="83" y="1525"/>
                    <a:pt x="167" y="1525"/>
                  </a:cubicBezTo>
                  <a:lnTo>
                    <a:pt x="762" y="1525"/>
                  </a:lnTo>
                  <a:cubicBezTo>
                    <a:pt x="845" y="1525"/>
                    <a:pt x="929" y="1453"/>
                    <a:pt x="929" y="1358"/>
                  </a:cubicBezTo>
                  <a:lnTo>
                    <a:pt x="929" y="167"/>
                  </a:lnTo>
                  <a:cubicBezTo>
                    <a:pt x="929" y="84"/>
                    <a:pt x="84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63"/>
            <p:cNvSpPr/>
            <p:nvPr/>
          </p:nvSpPr>
          <p:spPr>
            <a:xfrm>
              <a:off x="5500762" y="3873792"/>
              <a:ext cx="29625" cy="48579"/>
            </a:xfrm>
            <a:custGeom>
              <a:avLst/>
              <a:gdLst/>
              <a:ahLst/>
              <a:cxnLst/>
              <a:rect l="l" t="t" r="r" b="b"/>
              <a:pathLst>
                <a:path w="930" h="1525" extrusionOk="0">
                  <a:moveTo>
                    <a:pt x="596" y="917"/>
                  </a:moveTo>
                  <a:lnTo>
                    <a:pt x="596" y="1179"/>
                  </a:lnTo>
                  <a:lnTo>
                    <a:pt x="334" y="1179"/>
                  </a:lnTo>
                  <a:lnTo>
                    <a:pt x="334" y="917"/>
                  </a:lnTo>
                  <a:close/>
                  <a:moveTo>
                    <a:pt x="168" y="1"/>
                  </a:moveTo>
                  <a:cubicBezTo>
                    <a:pt x="84" y="1"/>
                    <a:pt x="1" y="84"/>
                    <a:pt x="1" y="167"/>
                  </a:cubicBezTo>
                  <a:lnTo>
                    <a:pt x="1" y="1358"/>
                  </a:lnTo>
                  <a:cubicBezTo>
                    <a:pt x="1" y="1453"/>
                    <a:pt x="84" y="1525"/>
                    <a:pt x="168" y="1525"/>
                  </a:cubicBezTo>
                  <a:lnTo>
                    <a:pt x="763" y="1525"/>
                  </a:lnTo>
                  <a:cubicBezTo>
                    <a:pt x="858" y="1525"/>
                    <a:pt x="930" y="1453"/>
                    <a:pt x="930" y="1358"/>
                  </a:cubicBezTo>
                  <a:lnTo>
                    <a:pt x="930" y="763"/>
                  </a:lnTo>
                  <a:cubicBezTo>
                    <a:pt x="930" y="679"/>
                    <a:pt x="858" y="596"/>
                    <a:pt x="763" y="596"/>
                  </a:cubicBezTo>
                  <a:lnTo>
                    <a:pt x="334" y="596"/>
                  </a:lnTo>
                  <a:lnTo>
                    <a:pt x="334" y="334"/>
                  </a:lnTo>
                  <a:lnTo>
                    <a:pt x="763" y="334"/>
                  </a:lnTo>
                  <a:cubicBezTo>
                    <a:pt x="858" y="334"/>
                    <a:pt x="930" y="262"/>
                    <a:pt x="930" y="167"/>
                  </a:cubicBezTo>
                  <a:cubicBezTo>
                    <a:pt x="930" y="84"/>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63"/>
            <p:cNvSpPr/>
            <p:nvPr/>
          </p:nvSpPr>
          <p:spPr>
            <a:xfrm>
              <a:off x="5482573" y="3909533"/>
              <a:ext cx="15959" cy="17998"/>
            </a:xfrm>
            <a:custGeom>
              <a:avLst/>
              <a:gdLst/>
              <a:ahLst/>
              <a:cxnLst/>
              <a:rect l="l" t="t" r="r" b="b"/>
              <a:pathLst>
                <a:path w="501" h="565" extrusionOk="0">
                  <a:moveTo>
                    <a:pt x="324" y="1"/>
                  </a:moveTo>
                  <a:cubicBezTo>
                    <a:pt x="261" y="1"/>
                    <a:pt x="191" y="30"/>
                    <a:pt x="155" y="93"/>
                  </a:cubicBezTo>
                  <a:lnTo>
                    <a:pt x="36" y="331"/>
                  </a:lnTo>
                  <a:cubicBezTo>
                    <a:pt x="0" y="403"/>
                    <a:pt x="36" y="510"/>
                    <a:pt x="119" y="545"/>
                  </a:cubicBezTo>
                  <a:cubicBezTo>
                    <a:pt x="139" y="559"/>
                    <a:pt x="162" y="565"/>
                    <a:pt x="185" y="565"/>
                  </a:cubicBezTo>
                  <a:cubicBezTo>
                    <a:pt x="245" y="565"/>
                    <a:pt x="308" y="525"/>
                    <a:pt x="334" y="474"/>
                  </a:cubicBezTo>
                  <a:lnTo>
                    <a:pt x="453" y="236"/>
                  </a:lnTo>
                  <a:cubicBezTo>
                    <a:pt x="500" y="164"/>
                    <a:pt x="453" y="57"/>
                    <a:pt x="381" y="10"/>
                  </a:cubicBezTo>
                  <a:cubicBezTo>
                    <a:pt x="364" y="4"/>
                    <a:pt x="345" y="1"/>
                    <a:pt x="3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33" name="Google Shape;9833;p63"/>
          <p:cNvSpPr/>
          <p:nvPr/>
        </p:nvSpPr>
        <p:spPr>
          <a:xfrm>
            <a:off x="6738361" y="3628700"/>
            <a:ext cx="205210" cy="353399"/>
          </a:xfrm>
          <a:custGeom>
            <a:avLst/>
            <a:gdLst/>
            <a:ahLst/>
            <a:cxnLst/>
            <a:rect l="l" t="t" r="r" b="b"/>
            <a:pathLst>
              <a:path w="6442" h="11094" extrusionOk="0">
                <a:moveTo>
                  <a:pt x="2703" y="2120"/>
                </a:moveTo>
                <a:cubicBezTo>
                  <a:pt x="2965" y="2286"/>
                  <a:pt x="3620" y="2632"/>
                  <a:pt x="4489" y="2667"/>
                </a:cubicBezTo>
                <a:lnTo>
                  <a:pt x="4489" y="3763"/>
                </a:lnTo>
                <a:cubicBezTo>
                  <a:pt x="4489" y="4453"/>
                  <a:pt x="3929" y="5037"/>
                  <a:pt x="3215" y="5037"/>
                </a:cubicBezTo>
                <a:cubicBezTo>
                  <a:pt x="3207" y="5037"/>
                  <a:pt x="3200" y="5037"/>
                  <a:pt x="3193" y="5037"/>
                </a:cubicBezTo>
                <a:cubicBezTo>
                  <a:pt x="2512" y="5037"/>
                  <a:pt x="1953" y="4482"/>
                  <a:pt x="1953" y="3775"/>
                </a:cubicBezTo>
                <a:lnTo>
                  <a:pt x="1953" y="2632"/>
                </a:lnTo>
                <a:cubicBezTo>
                  <a:pt x="2286" y="2465"/>
                  <a:pt x="2560" y="2239"/>
                  <a:pt x="2703" y="2120"/>
                </a:cubicBezTo>
                <a:close/>
                <a:moveTo>
                  <a:pt x="3643" y="5394"/>
                </a:moveTo>
                <a:lnTo>
                  <a:pt x="3643" y="5858"/>
                </a:lnTo>
                <a:cubicBezTo>
                  <a:pt x="3500" y="5912"/>
                  <a:pt x="3361" y="5939"/>
                  <a:pt x="3222" y="5939"/>
                </a:cubicBezTo>
                <a:cubicBezTo>
                  <a:pt x="3084" y="5939"/>
                  <a:pt x="2947" y="5912"/>
                  <a:pt x="2810" y="5858"/>
                </a:cubicBezTo>
                <a:lnTo>
                  <a:pt x="2810" y="5394"/>
                </a:lnTo>
                <a:cubicBezTo>
                  <a:pt x="2947" y="5442"/>
                  <a:pt x="3090" y="5465"/>
                  <a:pt x="3231" y="5465"/>
                </a:cubicBezTo>
                <a:cubicBezTo>
                  <a:pt x="3372" y="5465"/>
                  <a:pt x="3512" y="5442"/>
                  <a:pt x="3643" y="5394"/>
                </a:cubicBezTo>
                <a:close/>
                <a:moveTo>
                  <a:pt x="2619" y="6144"/>
                </a:moveTo>
                <a:cubicBezTo>
                  <a:pt x="2703" y="6180"/>
                  <a:pt x="2798" y="6215"/>
                  <a:pt x="2881" y="6227"/>
                </a:cubicBezTo>
                <a:lnTo>
                  <a:pt x="2524" y="6573"/>
                </a:lnTo>
                <a:lnTo>
                  <a:pt x="2381" y="6144"/>
                </a:lnTo>
                <a:close/>
                <a:moveTo>
                  <a:pt x="3929" y="6144"/>
                </a:moveTo>
                <a:cubicBezTo>
                  <a:pt x="3989" y="6144"/>
                  <a:pt x="4036" y="6144"/>
                  <a:pt x="4060" y="6156"/>
                </a:cubicBezTo>
                <a:lnTo>
                  <a:pt x="3917" y="6573"/>
                </a:lnTo>
                <a:lnTo>
                  <a:pt x="3572" y="6215"/>
                </a:lnTo>
                <a:cubicBezTo>
                  <a:pt x="3643" y="6204"/>
                  <a:pt x="3739" y="6168"/>
                  <a:pt x="3810" y="6144"/>
                </a:cubicBezTo>
                <a:close/>
                <a:moveTo>
                  <a:pt x="2060" y="6227"/>
                </a:moveTo>
                <a:lnTo>
                  <a:pt x="2477" y="7370"/>
                </a:lnTo>
                <a:lnTo>
                  <a:pt x="2238" y="6954"/>
                </a:lnTo>
                <a:cubicBezTo>
                  <a:pt x="2203" y="6892"/>
                  <a:pt x="2149" y="6856"/>
                  <a:pt x="2094" y="6856"/>
                </a:cubicBezTo>
                <a:cubicBezTo>
                  <a:pt x="2074" y="6856"/>
                  <a:pt x="2055" y="6861"/>
                  <a:pt x="2036" y="6870"/>
                </a:cubicBezTo>
                <a:lnTo>
                  <a:pt x="1738" y="6989"/>
                </a:lnTo>
                <a:lnTo>
                  <a:pt x="1738" y="6989"/>
                </a:lnTo>
                <a:lnTo>
                  <a:pt x="1976" y="6239"/>
                </a:lnTo>
                <a:cubicBezTo>
                  <a:pt x="2012" y="6227"/>
                  <a:pt x="2036" y="6227"/>
                  <a:pt x="2060" y="6227"/>
                </a:cubicBezTo>
                <a:close/>
                <a:moveTo>
                  <a:pt x="4405" y="6204"/>
                </a:moveTo>
                <a:cubicBezTo>
                  <a:pt x="4453" y="6215"/>
                  <a:pt x="4512" y="6227"/>
                  <a:pt x="4548" y="6239"/>
                </a:cubicBezTo>
                <a:lnTo>
                  <a:pt x="4763" y="6977"/>
                </a:lnTo>
                <a:lnTo>
                  <a:pt x="4465" y="6858"/>
                </a:lnTo>
                <a:cubicBezTo>
                  <a:pt x="4446" y="6849"/>
                  <a:pt x="4425" y="6844"/>
                  <a:pt x="4404" y="6844"/>
                </a:cubicBezTo>
                <a:cubicBezTo>
                  <a:pt x="4347" y="6844"/>
                  <a:pt x="4292" y="6877"/>
                  <a:pt x="4274" y="6930"/>
                </a:cubicBezTo>
                <a:lnTo>
                  <a:pt x="3953" y="7477"/>
                </a:lnTo>
                <a:lnTo>
                  <a:pt x="3953" y="7477"/>
                </a:lnTo>
                <a:lnTo>
                  <a:pt x="4405" y="6204"/>
                </a:lnTo>
                <a:close/>
                <a:moveTo>
                  <a:pt x="3239" y="6334"/>
                </a:moveTo>
                <a:lnTo>
                  <a:pt x="3798" y="6918"/>
                </a:lnTo>
                <a:lnTo>
                  <a:pt x="3239" y="8501"/>
                </a:lnTo>
                <a:lnTo>
                  <a:pt x="2667" y="6918"/>
                </a:lnTo>
                <a:lnTo>
                  <a:pt x="3239" y="6334"/>
                </a:lnTo>
                <a:close/>
                <a:moveTo>
                  <a:pt x="4953" y="6477"/>
                </a:moveTo>
                <a:cubicBezTo>
                  <a:pt x="5251" y="6704"/>
                  <a:pt x="5465" y="7037"/>
                  <a:pt x="5560" y="7406"/>
                </a:cubicBezTo>
                <a:lnTo>
                  <a:pt x="6025" y="9311"/>
                </a:lnTo>
                <a:cubicBezTo>
                  <a:pt x="6084" y="9573"/>
                  <a:pt x="5965" y="9871"/>
                  <a:pt x="5715" y="10025"/>
                </a:cubicBezTo>
                <a:cubicBezTo>
                  <a:pt x="4941" y="10466"/>
                  <a:pt x="4167" y="10692"/>
                  <a:pt x="3405" y="10740"/>
                </a:cubicBezTo>
                <a:lnTo>
                  <a:pt x="3405" y="9061"/>
                </a:lnTo>
                <a:lnTo>
                  <a:pt x="4477" y="7227"/>
                </a:lnTo>
                <a:lnTo>
                  <a:pt x="4965" y="7406"/>
                </a:lnTo>
                <a:cubicBezTo>
                  <a:pt x="4983" y="7413"/>
                  <a:pt x="5002" y="7417"/>
                  <a:pt x="5020" y="7417"/>
                </a:cubicBezTo>
                <a:cubicBezTo>
                  <a:pt x="5123" y="7417"/>
                  <a:pt x="5220" y="7313"/>
                  <a:pt x="5179" y="7192"/>
                </a:cubicBezTo>
                <a:lnTo>
                  <a:pt x="4953" y="6477"/>
                </a:lnTo>
                <a:close/>
                <a:moveTo>
                  <a:pt x="2605" y="0"/>
                </a:moveTo>
                <a:cubicBezTo>
                  <a:pt x="1565" y="0"/>
                  <a:pt x="665" y="872"/>
                  <a:pt x="655" y="1977"/>
                </a:cubicBezTo>
                <a:cubicBezTo>
                  <a:pt x="655" y="2465"/>
                  <a:pt x="679" y="2989"/>
                  <a:pt x="774" y="3584"/>
                </a:cubicBezTo>
                <a:cubicBezTo>
                  <a:pt x="833" y="3977"/>
                  <a:pt x="1191" y="4299"/>
                  <a:pt x="1584" y="4299"/>
                </a:cubicBezTo>
                <a:lnTo>
                  <a:pt x="1691" y="4299"/>
                </a:lnTo>
                <a:cubicBezTo>
                  <a:pt x="1834" y="4691"/>
                  <a:pt x="2096" y="5013"/>
                  <a:pt x="2465" y="5203"/>
                </a:cubicBezTo>
                <a:lnTo>
                  <a:pt x="2465" y="5823"/>
                </a:lnTo>
                <a:cubicBezTo>
                  <a:pt x="1619" y="5846"/>
                  <a:pt x="786" y="6418"/>
                  <a:pt x="560" y="7347"/>
                </a:cubicBezTo>
                <a:lnTo>
                  <a:pt x="488" y="7644"/>
                </a:lnTo>
                <a:cubicBezTo>
                  <a:pt x="476" y="7728"/>
                  <a:pt x="524" y="7823"/>
                  <a:pt x="607" y="7835"/>
                </a:cubicBezTo>
                <a:cubicBezTo>
                  <a:pt x="617" y="7836"/>
                  <a:pt x="628" y="7837"/>
                  <a:pt x="638" y="7837"/>
                </a:cubicBezTo>
                <a:cubicBezTo>
                  <a:pt x="713" y="7837"/>
                  <a:pt x="787" y="7799"/>
                  <a:pt x="798" y="7716"/>
                </a:cubicBezTo>
                <a:lnTo>
                  <a:pt x="869" y="7418"/>
                </a:lnTo>
                <a:cubicBezTo>
                  <a:pt x="976" y="7001"/>
                  <a:pt x="1214" y="6680"/>
                  <a:pt x="1548" y="6454"/>
                </a:cubicBezTo>
                <a:lnTo>
                  <a:pt x="1548" y="6454"/>
                </a:lnTo>
                <a:lnTo>
                  <a:pt x="1310" y="7216"/>
                </a:lnTo>
                <a:cubicBezTo>
                  <a:pt x="1269" y="7326"/>
                  <a:pt x="1357" y="7429"/>
                  <a:pt x="1457" y="7429"/>
                </a:cubicBezTo>
                <a:cubicBezTo>
                  <a:pt x="1475" y="7429"/>
                  <a:pt x="1494" y="7425"/>
                  <a:pt x="1512" y="7418"/>
                </a:cubicBezTo>
                <a:lnTo>
                  <a:pt x="2012" y="7239"/>
                </a:lnTo>
                <a:lnTo>
                  <a:pt x="3084" y="9073"/>
                </a:lnTo>
                <a:lnTo>
                  <a:pt x="3084" y="10764"/>
                </a:lnTo>
                <a:cubicBezTo>
                  <a:pt x="2310" y="10740"/>
                  <a:pt x="1512" y="10514"/>
                  <a:pt x="714" y="10049"/>
                </a:cubicBezTo>
                <a:cubicBezTo>
                  <a:pt x="452" y="9906"/>
                  <a:pt x="345" y="9621"/>
                  <a:pt x="417" y="9335"/>
                </a:cubicBezTo>
                <a:lnTo>
                  <a:pt x="607" y="8501"/>
                </a:lnTo>
                <a:cubicBezTo>
                  <a:pt x="619" y="8418"/>
                  <a:pt x="572" y="8323"/>
                  <a:pt x="488" y="8311"/>
                </a:cubicBezTo>
                <a:cubicBezTo>
                  <a:pt x="480" y="8310"/>
                  <a:pt x="471" y="8309"/>
                  <a:pt x="462" y="8309"/>
                </a:cubicBezTo>
                <a:cubicBezTo>
                  <a:pt x="386" y="8309"/>
                  <a:pt x="308" y="8355"/>
                  <a:pt x="298" y="8430"/>
                </a:cubicBezTo>
                <a:lnTo>
                  <a:pt x="107" y="9263"/>
                </a:lnTo>
                <a:cubicBezTo>
                  <a:pt x="0" y="9680"/>
                  <a:pt x="191" y="10133"/>
                  <a:pt x="560" y="10335"/>
                </a:cubicBezTo>
                <a:cubicBezTo>
                  <a:pt x="1447" y="10841"/>
                  <a:pt x="2337" y="11094"/>
                  <a:pt x="3225" y="11094"/>
                </a:cubicBezTo>
                <a:cubicBezTo>
                  <a:pt x="4114" y="11094"/>
                  <a:pt x="5001" y="10841"/>
                  <a:pt x="5882" y="10335"/>
                </a:cubicBezTo>
                <a:cubicBezTo>
                  <a:pt x="6251" y="10085"/>
                  <a:pt x="6441" y="9656"/>
                  <a:pt x="6334" y="9240"/>
                </a:cubicBezTo>
                <a:lnTo>
                  <a:pt x="5882" y="7335"/>
                </a:lnTo>
                <a:cubicBezTo>
                  <a:pt x="5655" y="6394"/>
                  <a:pt x="4786" y="5823"/>
                  <a:pt x="3977" y="5811"/>
                </a:cubicBezTo>
                <a:lnTo>
                  <a:pt x="3977" y="5191"/>
                </a:lnTo>
                <a:cubicBezTo>
                  <a:pt x="4334" y="4989"/>
                  <a:pt x="4608" y="4668"/>
                  <a:pt x="4751" y="4275"/>
                </a:cubicBezTo>
                <a:lnTo>
                  <a:pt x="4774" y="4275"/>
                </a:lnTo>
                <a:cubicBezTo>
                  <a:pt x="5191" y="4275"/>
                  <a:pt x="5548" y="3965"/>
                  <a:pt x="5596" y="3548"/>
                </a:cubicBezTo>
                <a:cubicBezTo>
                  <a:pt x="5644" y="3144"/>
                  <a:pt x="5667" y="2786"/>
                  <a:pt x="5703" y="2453"/>
                </a:cubicBezTo>
                <a:cubicBezTo>
                  <a:pt x="5703" y="2358"/>
                  <a:pt x="5644" y="2286"/>
                  <a:pt x="5548" y="2263"/>
                </a:cubicBezTo>
                <a:cubicBezTo>
                  <a:pt x="5542" y="2262"/>
                  <a:pt x="5536" y="2261"/>
                  <a:pt x="5530" y="2261"/>
                </a:cubicBezTo>
                <a:cubicBezTo>
                  <a:pt x="5453" y="2261"/>
                  <a:pt x="5381" y="2329"/>
                  <a:pt x="5370" y="2417"/>
                </a:cubicBezTo>
                <a:cubicBezTo>
                  <a:pt x="5358" y="2763"/>
                  <a:pt x="5322" y="3108"/>
                  <a:pt x="5286" y="3501"/>
                </a:cubicBezTo>
                <a:cubicBezTo>
                  <a:pt x="5251" y="3739"/>
                  <a:pt x="5060" y="3918"/>
                  <a:pt x="4834" y="3929"/>
                </a:cubicBezTo>
                <a:cubicBezTo>
                  <a:pt x="4870" y="3596"/>
                  <a:pt x="4834" y="4144"/>
                  <a:pt x="4846" y="2536"/>
                </a:cubicBezTo>
                <a:cubicBezTo>
                  <a:pt x="4846" y="2524"/>
                  <a:pt x="4834" y="2489"/>
                  <a:pt x="4822" y="2477"/>
                </a:cubicBezTo>
                <a:cubicBezTo>
                  <a:pt x="4810" y="2465"/>
                  <a:pt x="4810" y="2429"/>
                  <a:pt x="4786" y="2417"/>
                </a:cubicBezTo>
                <a:cubicBezTo>
                  <a:pt x="4774" y="2405"/>
                  <a:pt x="4751" y="2405"/>
                  <a:pt x="4727" y="2382"/>
                </a:cubicBezTo>
                <a:cubicBezTo>
                  <a:pt x="4715" y="2382"/>
                  <a:pt x="4703" y="2358"/>
                  <a:pt x="4667" y="2358"/>
                </a:cubicBezTo>
                <a:cubicBezTo>
                  <a:pt x="3560" y="2346"/>
                  <a:pt x="2798" y="1774"/>
                  <a:pt x="2798" y="1774"/>
                </a:cubicBezTo>
                <a:cubicBezTo>
                  <a:pt x="2770" y="1752"/>
                  <a:pt x="2731" y="1740"/>
                  <a:pt x="2692" y="1740"/>
                </a:cubicBezTo>
                <a:cubicBezTo>
                  <a:pt x="2648" y="1740"/>
                  <a:pt x="2603" y="1755"/>
                  <a:pt x="2572" y="1786"/>
                </a:cubicBezTo>
                <a:cubicBezTo>
                  <a:pt x="2572" y="1786"/>
                  <a:pt x="2203" y="2179"/>
                  <a:pt x="1726" y="2370"/>
                </a:cubicBezTo>
                <a:cubicBezTo>
                  <a:pt x="1715" y="2370"/>
                  <a:pt x="1715" y="2382"/>
                  <a:pt x="1691" y="2405"/>
                </a:cubicBezTo>
                <a:cubicBezTo>
                  <a:pt x="1667" y="2417"/>
                  <a:pt x="1631" y="2465"/>
                  <a:pt x="1631" y="2513"/>
                </a:cubicBezTo>
                <a:cubicBezTo>
                  <a:pt x="1631" y="2524"/>
                  <a:pt x="1619" y="2524"/>
                  <a:pt x="1619" y="2536"/>
                </a:cubicBezTo>
                <a:lnTo>
                  <a:pt x="1619" y="3787"/>
                </a:lnTo>
                <a:cubicBezTo>
                  <a:pt x="1619" y="3846"/>
                  <a:pt x="1631" y="3906"/>
                  <a:pt x="1631" y="3953"/>
                </a:cubicBezTo>
                <a:lnTo>
                  <a:pt x="1595" y="3953"/>
                </a:lnTo>
                <a:cubicBezTo>
                  <a:pt x="1334" y="3953"/>
                  <a:pt x="1131" y="3775"/>
                  <a:pt x="1095" y="3525"/>
                </a:cubicBezTo>
                <a:cubicBezTo>
                  <a:pt x="1024" y="2953"/>
                  <a:pt x="976" y="2453"/>
                  <a:pt x="976" y="1977"/>
                </a:cubicBezTo>
                <a:cubicBezTo>
                  <a:pt x="976" y="1054"/>
                  <a:pt x="1746" y="325"/>
                  <a:pt x="2616" y="325"/>
                </a:cubicBezTo>
                <a:cubicBezTo>
                  <a:pt x="2802" y="325"/>
                  <a:pt x="2991" y="358"/>
                  <a:pt x="3179" y="429"/>
                </a:cubicBezTo>
                <a:cubicBezTo>
                  <a:pt x="3381" y="500"/>
                  <a:pt x="3536" y="608"/>
                  <a:pt x="3679" y="739"/>
                </a:cubicBezTo>
                <a:cubicBezTo>
                  <a:pt x="3709" y="768"/>
                  <a:pt x="3753" y="783"/>
                  <a:pt x="3798" y="783"/>
                </a:cubicBezTo>
                <a:cubicBezTo>
                  <a:pt x="3843" y="783"/>
                  <a:pt x="3887" y="768"/>
                  <a:pt x="3917" y="739"/>
                </a:cubicBezTo>
                <a:lnTo>
                  <a:pt x="3929" y="727"/>
                </a:lnTo>
                <a:cubicBezTo>
                  <a:pt x="4081" y="557"/>
                  <a:pt x="4294" y="466"/>
                  <a:pt x="4511" y="466"/>
                </a:cubicBezTo>
                <a:cubicBezTo>
                  <a:pt x="4599" y="466"/>
                  <a:pt x="4688" y="481"/>
                  <a:pt x="4774" y="512"/>
                </a:cubicBezTo>
                <a:cubicBezTo>
                  <a:pt x="5084" y="619"/>
                  <a:pt x="5298" y="881"/>
                  <a:pt x="5322" y="1215"/>
                </a:cubicBezTo>
                <a:cubicBezTo>
                  <a:pt x="5322" y="1262"/>
                  <a:pt x="5334" y="1298"/>
                  <a:pt x="5334" y="1334"/>
                </a:cubicBezTo>
                <a:cubicBezTo>
                  <a:pt x="5358" y="1465"/>
                  <a:pt x="5358" y="1524"/>
                  <a:pt x="5358" y="1715"/>
                </a:cubicBezTo>
                <a:cubicBezTo>
                  <a:pt x="5358" y="1810"/>
                  <a:pt x="5429" y="1882"/>
                  <a:pt x="5513" y="1882"/>
                </a:cubicBezTo>
                <a:cubicBezTo>
                  <a:pt x="5608" y="1882"/>
                  <a:pt x="5679" y="1810"/>
                  <a:pt x="5679" y="1715"/>
                </a:cubicBezTo>
                <a:cubicBezTo>
                  <a:pt x="5679" y="1512"/>
                  <a:pt x="5679" y="1441"/>
                  <a:pt x="5667" y="1298"/>
                </a:cubicBezTo>
                <a:cubicBezTo>
                  <a:pt x="5667" y="1274"/>
                  <a:pt x="5667" y="1227"/>
                  <a:pt x="5655" y="1179"/>
                </a:cubicBezTo>
                <a:cubicBezTo>
                  <a:pt x="5608" y="739"/>
                  <a:pt x="5310" y="369"/>
                  <a:pt x="4893" y="215"/>
                </a:cubicBezTo>
                <a:cubicBezTo>
                  <a:pt x="4768" y="171"/>
                  <a:pt x="4639" y="150"/>
                  <a:pt x="4512" y="150"/>
                </a:cubicBezTo>
                <a:cubicBezTo>
                  <a:pt x="4254" y="150"/>
                  <a:pt x="4002" y="238"/>
                  <a:pt x="3786" y="405"/>
                </a:cubicBezTo>
                <a:cubicBezTo>
                  <a:pt x="3643" y="286"/>
                  <a:pt x="3477" y="203"/>
                  <a:pt x="3298" y="131"/>
                </a:cubicBezTo>
                <a:cubicBezTo>
                  <a:pt x="3066" y="42"/>
                  <a:pt x="2832" y="0"/>
                  <a:pt x="2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34" name="Google Shape;9834;p63"/>
          <p:cNvGrpSpPr/>
          <p:nvPr/>
        </p:nvGrpSpPr>
        <p:grpSpPr>
          <a:xfrm>
            <a:off x="5833775" y="3628445"/>
            <a:ext cx="235185" cy="352253"/>
            <a:chOff x="5833775" y="3809445"/>
            <a:chExt cx="235185" cy="352253"/>
          </a:xfrm>
        </p:grpSpPr>
        <p:sp>
          <p:nvSpPr>
            <p:cNvPr id="9835" name="Google Shape;9835;p63"/>
            <p:cNvSpPr/>
            <p:nvPr/>
          </p:nvSpPr>
          <p:spPr>
            <a:xfrm>
              <a:off x="5859195" y="3855953"/>
              <a:ext cx="168417" cy="206866"/>
            </a:xfrm>
            <a:custGeom>
              <a:avLst/>
              <a:gdLst/>
              <a:ahLst/>
              <a:cxnLst/>
              <a:rect l="l" t="t" r="r" b="b"/>
              <a:pathLst>
                <a:path w="5287" h="6494" extrusionOk="0">
                  <a:moveTo>
                    <a:pt x="2584" y="1"/>
                  </a:moveTo>
                  <a:cubicBezTo>
                    <a:pt x="2489" y="1"/>
                    <a:pt x="2417" y="72"/>
                    <a:pt x="2417" y="156"/>
                  </a:cubicBezTo>
                  <a:cubicBezTo>
                    <a:pt x="2417" y="251"/>
                    <a:pt x="2489" y="322"/>
                    <a:pt x="2584" y="322"/>
                  </a:cubicBezTo>
                  <a:cubicBezTo>
                    <a:pt x="2894" y="334"/>
                    <a:pt x="3144" y="370"/>
                    <a:pt x="3489" y="501"/>
                  </a:cubicBezTo>
                  <a:cubicBezTo>
                    <a:pt x="4501" y="930"/>
                    <a:pt x="4679" y="2227"/>
                    <a:pt x="4406" y="3299"/>
                  </a:cubicBezTo>
                  <a:cubicBezTo>
                    <a:pt x="4513" y="2477"/>
                    <a:pt x="4275" y="1787"/>
                    <a:pt x="3691" y="1215"/>
                  </a:cubicBezTo>
                  <a:cubicBezTo>
                    <a:pt x="3607" y="1131"/>
                    <a:pt x="3484" y="1077"/>
                    <a:pt x="3356" y="1077"/>
                  </a:cubicBezTo>
                  <a:cubicBezTo>
                    <a:pt x="3285" y="1077"/>
                    <a:pt x="3212" y="1094"/>
                    <a:pt x="3144" y="1132"/>
                  </a:cubicBezTo>
                  <a:cubicBezTo>
                    <a:pt x="2977" y="1215"/>
                    <a:pt x="2894" y="1430"/>
                    <a:pt x="2953" y="1620"/>
                  </a:cubicBezTo>
                  <a:cubicBezTo>
                    <a:pt x="3632" y="4013"/>
                    <a:pt x="2834" y="5085"/>
                    <a:pt x="1298" y="5502"/>
                  </a:cubicBezTo>
                  <a:cubicBezTo>
                    <a:pt x="1191" y="5537"/>
                    <a:pt x="1191" y="5609"/>
                    <a:pt x="881" y="6049"/>
                  </a:cubicBezTo>
                  <a:cubicBezTo>
                    <a:pt x="845" y="6112"/>
                    <a:pt x="789" y="6141"/>
                    <a:pt x="732" y="6141"/>
                  </a:cubicBezTo>
                  <a:cubicBezTo>
                    <a:pt x="714" y="6141"/>
                    <a:pt x="696" y="6138"/>
                    <a:pt x="679" y="6133"/>
                  </a:cubicBezTo>
                  <a:cubicBezTo>
                    <a:pt x="560" y="6097"/>
                    <a:pt x="500" y="5966"/>
                    <a:pt x="560" y="5859"/>
                  </a:cubicBezTo>
                  <a:cubicBezTo>
                    <a:pt x="750" y="5442"/>
                    <a:pt x="1072" y="4894"/>
                    <a:pt x="941" y="3739"/>
                  </a:cubicBezTo>
                  <a:lnTo>
                    <a:pt x="941" y="3739"/>
                  </a:lnTo>
                  <a:lnTo>
                    <a:pt x="1786" y="4335"/>
                  </a:lnTo>
                  <a:cubicBezTo>
                    <a:pt x="1878" y="4393"/>
                    <a:pt x="1981" y="4421"/>
                    <a:pt x="2083" y="4421"/>
                  </a:cubicBezTo>
                  <a:cubicBezTo>
                    <a:pt x="2232" y="4421"/>
                    <a:pt x="2378" y="4360"/>
                    <a:pt x="2477" y="4240"/>
                  </a:cubicBezTo>
                  <a:cubicBezTo>
                    <a:pt x="2655" y="4013"/>
                    <a:pt x="2620" y="3644"/>
                    <a:pt x="2370" y="3478"/>
                  </a:cubicBezTo>
                  <a:lnTo>
                    <a:pt x="2024" y="3239"/>
                  </a:lnTo>
                  <a:cubicBezTo>
                    <a:pt x="1536" y="2882"/>
                    <a:pt x="1250" y="2323"/>
                    <a:pt x="1250" y="1704"/>
                  </a:cubicBezTo>
                  <a:cubicBezTo>
                    <a:pt x="1262" y="1192"/>
                    <a:pt x="1405" y="739"/>
                    <a:pt x="1893" y="477"/>
                  </a:cubicBezTo>
                  <a:cubicBezTo>
                    <a:pt x="1965" y="430"/>
                    <a:pt x="2001" y="322"/>
                    <a:pt x="1953" y="251"/>
                  </a:cubicBezTo>
                  <a:cubicBezTo>
                    <a:pt x="1920" y="202"/>
                    <a:pt x="1865" y="170"/>
                    <a:pt x="1807" y="170"/>
                  </a:cubicBezTo>
                  <a:cubicBezTo>
                    <a:pt x="1780" y="170"/>
                    <a:pt x="1753" y="176"/>
                    <a:pt x="1727" y="191"/>
                  </a:cubicBezTo>
                  <a:cubicBezTo>
                    <a:pt x="1346" y="406"/>
                    <a:pt x="1060" y="775"/>
                    <a:pt x="989" y="1203"/>
                  </a:cubicBezTo>
                  <a:cubicBezTo>
                    <a:pt x="798" y="2192"/>
                    <a:pt x="1167" y="3001"/>
                    <a:pt x="1834" y="3489"/>
                  </a:cubicBezTo>
                  <a:cubicBezTo>
                    <a:pt x="1839" y="3493"/>
                    <a:pt x="1841" y="3494"/>
                    <a:pt x="1841" y="3494"/>
                  </a:cubicBezTo>
                  <a:cubicBezTo>
                    <a:pt x="1840" y="3494"/>
                    <a:pt x="1839" y="3493"/>
                    <a:pt x="1839" y="3493"/>
                  </a:cubicBezTo>
                  <a:lnTo>
                    <a:pt x="1839" y="3493"/>
                  </a:lnTo>
                  <a:cubicBezTo>
                    <a:pt x="1837" y="3493"/>
                    <a:pt x="1859" y="3512"/>
                    <a:pt x="2179" y="3739"/>
                  </a:cubicBezTo>
                  <a:cubicBezTo>
                    <a:pt x="2263" y="3811"/>
                    <a:pt x="2286" y="3954"/>
                    <a:pt x="2215" y="4037"/>
                  </a:cubicBezTo>
                  <a:cubicBezTo>
                    <a:pt x="2182" y="4076"/>
                    <a:pt x="2139" y="4094"/>
                    <a:pt x="2094" y="4094"/>
                  </a:cubicBezTo>
                  <a:cubicBezTo>
                    <a:pt x="2058" y="4094"/>
                    <a:pt x="2021" y="4082"/>
                    <a:pt x="1989" y="4061"/>
                  </a:cubicBezTo>
                  <a:lnTo>
                    <a:pt x="1072" y="3418"/>
                  </a:lnTo>
                  <a:cubicBezTo>
                    <a:pt x="1022" y="3383"/>
                    <a:pt x="967" y="3367"/>
                    <a:pt x="914" y="3367"/>
                  </a:cubicBezTo>
                  <a:cubicBezTo>
                    <a:pt x="748" y="3367"/>
                    <a:pt x="593" y="3515"/>
                    <a:pt x="619" y="3704"/>
                  </a:cubicBezTo>
                  <a:cubicBezTo>
                    <a:pt x="822" y="5371"/>
                    <a:pt x="0" y="5597"/>
                    <a:pt x="238" y="6133"/>
                  </a:cubicBezTo>
                  <a:cubicBezTo>
                    <a:pt x="329" y="6327"/>
                    <a:pt x="521" y="6429"/>
                    <a:pt x="712" y="6429"/>
                  </a:cubicBezTo>
                  <a:cubicBezTo>
                    <a:pt x="873" y="6429"/>
                    <a:pt x="1033" y="6356"/>
                    <a:pt x="1131" y="6204"/>
                  </a:cubicBezTo>
                  <a:lnTo>
                    <a:pt x="1417" y="5775"/>
                  </a:lnTo>
                  <a:cubicBezTo>
                    <a:pt x="3477" y="5180"/>
                    <a:pt x="3834" y="3585"/>
                    <a:pt x="3239" y="1501"/>
                  </a:cubicBezTo>
                  <a:cubicBezTo>
                    <a:pt x="3221" y="1449"/>
                    <a:pt x="3242" y="1370"/>
                    <a:pt x="3321" y="1370"/>
                  </a:cubicBezTo>
                  <a:cubicBezTo>
                    <a:pt x="3349" y="1370"/>
                    <a:pt x="3385" y="1381"/>
                    <a:pt x="3429" y="1406"/>
                  </a:cubicBezTo>
                  <a:cubicBezTo>
                    <a:pt x="3429" y="1406"/>
                    <a:pt x="3441" y="1406"/>
                    <a:pt x="3441" y="1430"/>
                  </a:cubicBezTo>
                  <a:cubicBezTo>
                    <a:pt x="4525" y="2501"/>
                    <a:pt x="4251" y="4013"/>
                    <a:pt x="2560" y="6228"/>
                  </a:cubicBezTo>
                  <a:cubicBezTo>
                    <a:pt x="2501" y="6311"/>
                    <a:pt x="2513" y="6395"/>
                    <a:pt x="2596" y="6454"/>
                  </a:cubicBezTo>
                  <a:cubicBezTo>
                    <a:pt x="2623" y="6481"/>
                    <a:pt x="2657" y="6493"/>
                    <a:pt x="2692" y="6493"/>
                  </a:cubicBezTo>
                  <a:cubicBezTo>
                    <a:pt x="2734" y="6493"/>
                    <a:pt x="2777" y="6475"/>
                    <a:pt x="2810" y="6442"/>
                  </a:cubicBezTo>
                  <a:cubicBezTo>
                    <a:pt x="4120" y="5013"/>
                    <a:pt x="5287" y="3180"/>
                    <a:pt x="4668" y="1346"/>
                  </a:cubicBezTo>
                  <a:cubicBezTo>
                    <a:pt x="4370" y="453"/>
                    <a:pt x="3513"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63"/>
            <p:cNvSpPr/>
            <p:nvPr/>
          </p:nvSpPr>
          <p:spPr>
            <a:xfrm>
              <a:off x="5833775" y="4034946"/>
              <a:ext cx="128981" cy="126751"/>
            </a:xfrm>
            <a:custGeom>
              <a:avLst/>
              <a:gdLst/>
              <a:ahLst/>
              <a:cxnLst/>
              <a:rect l="l" t="t" r="r" b="b"/>
              <a:pathLst>
                <a:path w="4049" h="3979" extrusionOk="0">
                  <a:moveTo>
                    <a:pt x="179" y="0"/>
                  </a:moveTo>
                  <a:cubicBezTo>
                    <a:pt x="171" y="0"/>
                    <a:pt x="163" y="1"/>
                    <a:pt x="155" y="2"/>
                  </a:cubicBezTo>
                  <a:cubicBezTo>
                    <a:pt x="72" y="25"/>
                    <a:pt x="13" y="97"/>
                    <a:pt x="24" y="180"/>
                  </a:cubicBezTo>
                  <a:cubicBezTo>
                    <a:pt x="120" y="811"/>
                    <a:pt x="132" y="1407"/>
                    <a:pt x="72" y="1954"/>
                  </a:cubicBezTo>
                  <a:cubicBezTo>
                    <a:pt x="1" y="2597"/>
                    <a:pt x="239" y="3204"/>
                    <a:pt x="715" y="3597"/>
                  </a:cubicBezTo>
                  <a:cubicBezTo>
                    <a:pt x="1036" y="3847"/>
                    <a:pt x="1394" y="3978"/>
                    <a:pt x="1810" y="3978"/>
                  </a:cubicBezTo>
                  <a:cubicBezTo>
                    <a:pt x="2441" y="3978"/>
                    <a:pt x="3013" y="3669"/>
                    <a:pt x="3394" y="3145"/>
                  </a:cubicBezTo>
                  <a:lnTo>
                    <a:pt x="3989" y="2311"/>
                  </a:lnTo>
                  <a:cubicBezTo>
                    <a:pt x="4049" y="2228"/>
                    <a:pt x="3977" y="2073"/>
                    <a:pt x="3834" y="2073"/>
                  </a:cubicBezTo>
                  <a:cubicBezTo>
                    <a:pt x="3834" y="2073"/>
                    <a:pt x="3831" y="2073"/>
                    <a:pt x="3825" y="2073"/>
                  </a:cubicBezTo>
                  <a:cubicBezTo>
                    <a:pt x="3793" y="2073"/>
                    <a:pt x="3686" y="2082"/>
                    <a:pt x="3656" y="2192"/>
                  </a:cubicBezTo>
                  <a:lnTo>
                    <a:pt x="3108" y="2966"/>
                  </a:lnTo>
                  <a:cubicBezTo>
                    <a:pt x="2633" y="3632"/>
                    <a:pt x="1970" y="3669"/>
                    <a:pt x="1826" y="3669"/>
                  </a:cubicBezTo>
                  <a:cubicBezTo>
                    <a:pt x="1808" y="3669"/>
                    <a:pt x="1798" y="3669"/>
                    <a:pt x="1798" y="3669"/>
                  </a:cubicBezTo>
                  <a:cubicBezTo>
                    <a:pt x="929" y="3669"/>
                    <a:pt x="263" y="2907"/>
                    <a:pt x="382" y="2002"/>
                  </a:cubicBezTo>
                  <a:cubicBezTo>
                    <a:pt x="453" y="1419"/>
                    <a:pt x="441" y="799"/>
                    <a:pt x="334" y="145"/>
                  </a:cubicBezTo>
                  <a:cubicBezTo>
                    <a:pt x="323" y="57"/>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63"/>
            <p:cNvSpPr/>
            <p:nvPr/>
          </p:nvSpPr>
          <p:spPr>
            <a:xfrm>
              <a:off x="5836068" y="3809445"/>
              <a:ext cx="232892" cy="278285"/>
            </a:xfrm>
            <a:custGeom>
              <a:avLst/>
              <a:gdLst/>
              <a:ahLst/>
              <a:cxnLst/>
              <a:rect l="l" t="t" r="r" b="b"/>
              <a:pathLst>
                <a:path w="7311" h="8736" extrusionOk="0">
                  <a:moveTo>
                    <a:pt x="3693" y="0"/>
                  </a:moveTo>
                  <a:cubicBezTo>
                    <a:pt x="3479" y="0"/>
                    <a:pt x="3263" y="26"/>
                    <a:pt x="3048" y="80"/>
                  </a:cubicBezTo>
                  <a:cubicBezTo>
                    <a:pt x="2334" y="258"/>
                    <a:pt x="1774" y="616"/>
                    <a:pt x="1322" y="1128"/>
                  </a:cubicBezTo>
                  <a:cubicBezTo>
                    <a:pt x="1012" y="1473"/>
                    <a:pt x="631" y="1663"/>
                    <a:pt x="167" y="1699"/>
                  </a:cubicBezTo>
                  <a:cubicBezTo>
                    <a:pt x="71" y="1699"/>
                    <a:pt x="0" y="1782"/>
                    <a:pt x="12" y="1878"/>
                  </a:cubicBezTo>
                  <a:cubicBezTo>
                    <a:pt x="12" y="1951"/>
                    <a:pt x="86" y="2025"/>
                    <a:pt x="161" y="2025"/>
                  </a:cubicBezTo>
                  <a:cubicBezTo>
                    <a:pt x="171" y="2025"/>
                    <a:pt x="181" y="2023"/>
                    <a:pt x="191" y="2021"/>
                  </a:cubicBezTo>
                  <a:cubicBezTo>
                    <a:pt x="726" y="1985"/>
                    <a:pt x="1226" y="1759"/>
                    <a:pt x="1584" y="1342"/>
                  </a:cubicBezTo>
                  <a:cubicBezTo>
                    <a:pt x="2196" y="655"/>
                    <a:pt x="2970" y="332"/>
                    <a:pt x="3709" y="332"/>
                  </a:cubicBezTo>
                  <a:cubicBezTo>
                    <a:pt x="4637" y="332"/>
                    <a:pt x="5511" y="841"/>
                    <a:pt x="5941" y="1782"/>
                  </a:cubicBezTo>
                  <a:cubicBezTo>
                    <a:pt x="7310" y="4807"/>
                    <a:pt x="4286" y="8247"/>
                    <a:pt x="4167" y="8486"/>
                  </a:cubicBezTo>
                  <a:cubicBezTo>
                    <a:pt x="4096" y="8593"/>
                    <a:pt x="4167" y="8736"/>
                    <a:pt x="4298" y="8736"/>
                  </a:cubicBezTo>
                  <a:cubicBezTo>
                    <a:pt x="4346" y="8736"/>
                    <a:pt x="4405" y="8712"/>
                    <a:pt x="4441" y="8664"/>
                  </a:cubicBezTo>
                  <a:cubicBezTo>
                    <a:pt x="5132" y="7676"/>
                    <a:pt x="5096" y="7736"/>
                    <a:pt x="5108" y="7724"/>
                  </a:cubicBezTo>
                  <a:cubicBezTo>
                    <a:pt x="6298" y="5878"/>
                    <a:pt x="7144" y="3675"/>
                    <a:pt x="6215" y="1651"/>
                  </a:cubicBezTo>
                  <a:cubicBezTo>
                    <a:pt x="5759" y="640"/>
                    <a:pt x="4758" y="0"/>
                    <a:pt x="36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8" name="Google Shape;9838;p63"/>
          <p:cNvGrpSpPr/>
          <p:nvPr/>
        </p:nvGrpSpPr>
        <p:grpSpPr>
          <a:xfrm>
            <a:off x="4942472" y="3628318"/>
            <a:ext cx="238976" cy="352762"/>
            <a:chOff x="4942472" y="3809318"/>
            <a:chExt cx="238976" cy="352762"/>
          </a:xfrm>
        </p:grpSpPr>
        <p:sp>
          <p:nvSpPr>
            <p:cNvPr id="9839" name="Google Shape;9839;p63"/>
            <p:cNvSpPr/>
            <p:nvPr/>
          </p:nvSpPr>
          <p:spPr>
            <a:xfrm>
              <a:off x="4975473" y="3837159"/>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63"/>
            <p:cNvSpPr/>
            <p:nvPr/>
          </p:nvSpPr>
          <p:spPr>
            <a:xfrm>
              <a:off x="5056640" y="3837000"/>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63"/>
            <p:cNvSpPr/>
            <p:nvPr/>
          </p:nvSpPr>
          <p:spPr>
            <a:xfrm>
              <a:off x="4962572" y="3943969"/>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63"/>
            <p:cNvSpPr/>
            <p:nvPr/>
          </p:nvSpPr>
          <p:spPr>
            <a:xfrm>
              <a:off x="5056640" y="3943969"/>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63"/>
            <p:cNvSpPr/>
            <p:nvPr/>
          </p:nvSpPr>
          <p:spPr>
            <a:xfrm>
              <a:off x="4975473" y="4050492"/>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63"/>
            <p:cNvSpPr/>
            <p:nvPr/>
          </p:nvSpPr>
          <p:spPr>
            <a:xfrm>
              <a:off x="5056640" y="4051288"/>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63"/>
            <p:cNvSpPr/>
            <p:nvPr/>
          </p:nvSpPr>
          <p:spPr>
            <a:xfrm>
              <a:off x="4942472" y="3809318"/>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6" name="Google Shape;9846;p63"/>
          <p:cNvGrpSpPr/>
          <p:nvPr/>
        </p:nvGrpSpPr>
        <p:grpSpPr>
          <a:xfrm>
            <a:off x="6266525" y="3626788"/>
            <a:ext cx="260223" cy="353527"/>
            <a:chOff x="6266525" y="3807788"/>
            <a:chExt cx="260223" cy="353527"/>
          </a:xfrm>
        </p:grpSpPr>
        <p:sp>
          <p:nvSpPr>
            <p:cNvPr id="9847" name="Google Shape;9847;p63"/>
            <p:cNvSpPr/>
            <p:nvPr/>
          </p:nvSpPr>
          <p:spPr>
            <a:xfrm>
              <a:off x="6266525" y="3807788"/>
              <a:ext cx="260223" cy="353527"/>
            </a:xfrm>
            <a:custGeom>
              <a:avLst/>
              <a:gdLst/>
              <a:ahLst/>
              <a:cxnLst/>
              <a:rect l="l" t="t" r="r" b="b"/>
              <a:pathLst>
                <a:path w="8169" h="11098" extrusionOk="0">
                  <a:moveTo>
                    <a:pt x="1322" y="1"/>
                  </a:moveTo>
                  <a:cubicBezTo>
                    <a:pt x="1239" y="1"/>
                    <a:pt x="1167" y="84"/>
                    <a:pt x="1167" y="168"/>
                  </a:cubicBezTo>
                  <a:lnTo>
                    <a:pt x="1167" y="1430"/>
                  </a:lnTo>
                  <a:cubicBezTo>
                    <a:pt x="1167" y="1953"/>
                    <a:pt x="1525" y="2382"/>
                    <a:pt x="2013" y="2513"/>
                  </a:cubicBezTo>
                  <a:lnTo>
                    <a:pt x="2025" y="2513"/>
                  </a:lnTo>
                  <a:cubicBezTo>
                    <a:pt x="2001" y="2573"/>
                    <a:pt x="1977" y="2620"/>
                    <a:pt x="1953" y="2692"/>
                  </a:cubicBezTo>
                  <a:lnTo>
                    <a:pt x="1858" y="2906"/>
                  </a:lnTo>
                  <a:cubicBezTo>
                    <a:pt x="1846" y="2942"/>
                    <a:pt x="1834" y="2965"/>
                    <a:pt x="1822" y="3013"/>
                  </a:cubicBezTo>
                  <a:cubicBezTo>
                    <a:pt x="1108" y="2823"/>
                    <a:pt x="596" y="2180"/>
                    <a:pt x="596" y="1441"/>
                  </a:cubicBezTo>
                  <a:lnTo>
                    <a:pt x="596" y="168"/>
                  </a:lnTo>
                  <a:cubicBezTo>
                    <a:pt x="596" y="84"/>
                    <a:pt x="525" y="13"/>
                    <a:pt x="429" y="13"/>
                  </a:cubicBezTo>
                  <a:cubicBezTo>
                    <a:pt x="346" y="13"/>
                    <a:pt x="274" y="84"/>
                    <a:pt x="274" y="168"/>
                  </a:cubicBezTo>
                  <a:lnTo>
                    <a:pt x="274" y="1441"/>
                  </a:lnTo>
                  <a:cubicBezTo>
                    <a:pt x="274" y="2311"/>
                    <a:pt x="870" y="3120"/>
                    <a:pt x="1763" y="3346"/>
                  </a:cubicBezTo>
                  <a:cubicBezTo>
                    <a:pt x="1656" y="4192"/>
                    <a:pt x="2001" y="4906"/>
                    <a:pt x="2441" y="5251"/>
                  </a:cubicBezTo>
                  <a:cubicBezTo>
                    <a:pt x="2668" y="5430"/>
                    <a:pt x="2656" y="5859"/>
                    <a:pt x="2334" y="5942"/>
                  </a:cubicBezTo>
                  <a:cubicBezTo>
                    <a:pt x="2239" y="5978"/>
                    <a:pt x="2144" y="6002"/>
                    <a:pt x="2060" y="6049"/>
                  </a:cubicBezTo>
                  <a:cubicBezTo>
                    <a:pt x="1560" y="6264"/>
                    <a:pt x="1239" y="6716"/>
                    <a:pt x="1167" y="7252"/>
                  </a:cubicBezTo>
                  <a:cubicBezTo>
                    <a:pt x="513" y="7335"/>
                    <a:pt x="1" y="7895"/>
                    <a:pt x="1" y="8561"/>
                  </a:cubicBezTo>
                  <a:lnTo>
                    <a:pt x="1" y="10931"/>
                  </a:lnTo>
                  <a:cubicBezTo>
                    <a:pt x="1" y="11026"/>
                    <a:pt x="72" y="11097"/>
                    <a:pt x="167" y="11097"/>
                  </a:cubicBezTo>
                  <a:cubicBezTo>
                    <a:pt x="251" y="11097"/>
                    <a:pt x="334" y="11026"/>
                    <a:pt x="334" y="10931"/>
                  </a:cubicBezTo>
                  <a:lnTo>
                    <a:pt x="334" y="8561"/>
                  </a:lnTo>
                  <a:cubicBezTo>
                    <a:pt x="334" y="8014"/>
                    <a:pt x="775" y="7573"/>
                    <a:pt x="1322" y="7573"/>
                  </a:cubicBezTo>
                  <a:cubicBezTo>
                    <a:pt x="1417" y="7573"/>
                    <a:pt x="1489" y="7490"/>
                    <a:pt x="1489" y="7418"/>
                  </a:cubicBezTo>
                  <a:cubicBezTo>
                    <a:pt x="1525" y="6942"/>
                    <a:pt x="1787" y="6525"/>
                    <a:pt x="2203" y="6347"/>
                  </a:cubicBezTo>
                  <a:cubicBezTo>
                    <a:pt x="2275" y="6311"/>
                    <a:pt x="2370" y="6287"/>
                    <a:pt x="2441" y="6252"/>
                  </a:cubicBezTo>
                  <a:cubicBezTo>
                    <a:pt x="2656" y="6192"/>
                    <a:pt x="2811" y="6037"/>
                    <a:pt x="2894" y="5823"/>
                  </a:cubicBezTo>
                  <a:cubicBezTo>
                    <a:pt x="2918" y="5740"/>
                    <a:pt x="2930" y="5621"/>
                    <a:pt x="2918" y="5513"/>
                  </a:cubicBezTo>
                  <a:cubicBezTo>
                    <a:pt x="3030" y="5443"/>
                    <a:pt x="3291" y="5320"/>
                    <a:pt x="3612" y="5320"/>
                  </a:cubicBezTo>
                  <a:cubicBezTo>
                    <a:pt x="3837" y="5320"/>
                    <a:pt x="4092" y="5380"/>
                    <a:pt x="4346" y="5561"/>
                  </a:cubicBezTo>
                  <a:cubicBezTo>
                    <a:pt x="4596" y="5732"/>
                    <a:pt x="4893" y="5799"/>
                    <a:pt x="5206" y="5799"/>
                  </a:cubicBezTo>
                  <a:cubicBezTo>
                    <a:pt x="5699" y="5799"/>
                    <a:pt x="6231" y="5632"/>
                    <a:pt x="6668" y="5442"/>
                  </a:cubicBezTo>
                  <a:lnTo>
                    <a:pt x="6668" y="5442"/>
                  </a:lnTo>
                  <a:cubicBezTo>
                    <a:pt x="6561" y="6049"/>
                    <a:pt x="6323" y="6645"/>
                    <a:pt x="5966" y="7168"/>
                  </a:cubicBezTo>
                  <a:cubicBezTo>
                    <a:pt x="5299" y="8145"/>
                    <a:pt x="4406" y="8680"/>
                    <a:pt x="3251" y="8823"/>
                  </a:cubicBezTo>
                  <a:cubicBezTo>
                    <a:pt x="3184" y="8831"/>
                    <a:pt x="3118" y="8834"/>
                    <a:pt x="3053" y="8834"/>
                  </a:cubicBezTo>
                  <a:cubicBezTo>
                    <a:pt x="2468" y="8834"/>
                    <a:pt x="1959" y="8555"/>
                    <a:pt x="1691" y="8180"/>
                  </a:cubicBezTo>
                  <a:cubicBezTo>
                    <a:pt x="1668" y="8133"/>
                    <a:pt x="1608" y="8109"/>
                    <a:pt x="1548" y="8109"/>
                  </a:cubicBezTo>
                  <a:lnTo>
                    <a:pt x="1322" y="8109"/>
                  </a:lnTo>
                  <a:cubicBezTo>
                    <a:pt x="1072" y="8109"/>
                    <a:pt x="870" y="8311"/>
                    <a:pt x="870" y="8561"/>
                  </a:cubicBezTo>
                  <a:lnTo>
                    <a:pt x="870" y="10931"/>
                  </a:lnTo>
                  <a:cubicBezTo>
                    <a:pt x="870" y="11026"/>
                    <a:pt x="941" y="11097"/>
                    <a:pt x="1025" y="11097"/>
                  </a:cubicBezTo>
                  <a:cubicBezTo>
                    <a:pt x="1120" y="11097"/>
                    <a:pt x="1191" y="11026"/>
                    <a:pt x="1191" y="10931"/>
                  </a:cubicBezTo>
                  <a:lnTo>
                    <a:pt x="1191" y="8561"/>
                  </a:lnTo>
                  <a:cubicBezTo>
                    <a:pt x="1191" y="8490"/>
                    <a:pt x="1251" y="8430"/>
                    <a:pt x="1322" y="8430"/>
                  </a:cubicBezTo>
                  <a:lnTo>
                    <a:pt x="1477" y="8430"/>
                  </a:lnTo>
                  <a:cubicBezTo>
                    <a:pt x="1814" y="8852"/>
                    <a:pt x="2374" y="9161"/>
                    <a:pt x="3018" y="9161"/>
                  </a:cubicBezTo>
                  <a:cubicBezTo>
                    <a:pt x="3103" y="9161"/>
                    <a:pt x="3188" y="9156"/>
                    <a:pt x="3275" y="9145"/>
                  </a:cubicBezTo>
                  <a:cubicBezTo>
                    <a:pt x="7144" y="8716"/>
                    <a:pt x="8168" y="3763"/>
                    <a:pt x="5847" y="1834"/>
                  </a:cubicBezTo>
                  <a:cubicBezTo>
                    <a:pt x="5818" y="1810"/>
                    <a:pt x="5783" y="1800"/>
                    <a:pt x="5750" y="1800"/>
                  </a:cubicBezTo>
                  <a:cubicBezTo>
                    <a:pt x="5700" y="1800"/>
                    <a:pt x="5654" y="1823"/>
                    <a:pt x="5632" y="1858"/>
                  </a:cubicBezTo>
                  <a:cubicBezTo>
                    <a:pt x="5573" y="1930"/>
                    <a:pt x="5585" y="2037"/>
                    <a:pt x="5644" y="2073"/>
                  </a:cubicBezTo>
                  <a:cubicBezTo>
                    <a:pt x="6501" y="2787"/>
                    <a:pt x="6835" y="3966"/>
                    <a:pt x="6740" y="5073"/>
                  </a:cubicBezTo>
                  <a:cubicBezTo>
                    <a:pt x="6517" y="5175"/>
                    <a:pt x="5841" y="5487"/>
                    <a:pt x="5230" y="5487"/>
                  </a:cubicBezTo>
                  <a:cubicBezTo>
                    <a:pt x="4990" y="5487"/>
                    <a:pt x="4761" y="5439"/>
                    <a:pt x="4573" y="5311"/>
                  </a:cubicBezTo>
                  <a:cubicBezTo>
                    <a:pt x="4275" y="5113"/>
                    <a:pt x="3955" y="5013"/>
                    <a:pt x="3632" y="5013"/>
                  </a:cubicBezTo>
                  <a:cubicBezTo>
                    <a:pt x="3373" y="5013"/>
                    <a:pt x="3112" y="5077"/>
                    <a:pt x="2858" y="5204"/>
                  </a:cubicBezTo>
                  <a:cubicBezTo>
                    <a:pt x="2811" y="5109"/>
                    <a:pt x="2751" y="5037"/>
                    <a:pt x="2680" y="4978"/>
                  </a:cubicBezTo>
                  <a:cubicBezTo>
                    <a:pt x="2239" y="4632"/>
                    <a:pt x="1941" y="3847"/>
                    <a:pt x="2191" y="3013"/>
                  </a:cubicBezTo>
                  <a:cubicBezTo>
                    <a:pt x="2470" y="2062"/>
                    <a:pt x="3289" y="1530"/>
                    <a:pt x="4171" y="1530"/>
                  </a:cubicBezTo>
                  <a:cubicBezTo>
                    <a:pt x="4459" y="1530"/>
                    <a:pt x="4753" y="1586"/>
                    <a:pt x="5037" y="1703"/>
                  </a:cubicBezTo>
                  <a:cubicBezTo>
                    <a:pt x="5059" y="1713"/>
                    <a:pt x="5081" y="1717"/>
                    <a:pt x="5103" y="1717"/>
                  </a:cubicBezTo>
                  <a:cubicBezTo>
                    <a:pt x="5165" y="1717"/>
                    <a:pt x="5222" y="1682"/>
                    <a:pt x="5239" y="1620"/>
                  </a:cubicBezTo>
                  <a:cubicBezTo>
                    <a:pt x="5275" y="1525"/>
                    <a:pt x="5239" y="1430"/>
                    <a:pt x="5156" y="1406"/>
                  </a:cubicBezTo>
                  <a:cubicBezTo>
                    <a:pt x="4841" y="1276"/>
                    <a:pt x="4506" y="1210"/>
                    <a:pt x="4171" y="1210"/>
                  </a:cubicBezTo>
                  <a:cubicBezTo>
                    <a:pt x="3432" y="1210"/>
                    <a:pt x="2699" y="1535"/>
                    <a:pt x="2215" y="2215"/>
                  </a:cubicBezTo>
                  <a:cubicBezTo>
                    <a:pt x="2215" y="2215"/>
                    <a:pt x="2120" y="2192"/>
                    <a:pt x="2084" y="2180"/>
                  </a:cubicBezTo>
                  <a:cubicBezTo>
                    <a:pt x="1727" y="2108"/>
                    <a:pt x="1489" y="1787"/>
                    <a:pt x="1489" y="1430"/>
                  </a:cubicBezTo>
                  <a:lnTo>
                    <a:pt x="1489" y="168"/>
                  </a:lnTo>
                  <a:cubicBezTo>
                    <a:pt x="1489" y="84"/>
                    <a:pt x="1417"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63"/>
            <p:cNvSpPr/>
            <p:nvPr/>
          </p:nvSpPr>
          <p:spPr>
            <a:xfrm>
              <a:off x="6370085" y="4004652"/>
              <a:ext cx="13284" cy="13284"/>
            </a:xfrm>
            <a:custGeom>
              <a:avLst/>
              <a:gdLst/>
              <a:ahLst/>
              <a:cxnLst/>
              <a:rect l="l" t="t" r="r" b="b"/>
              <a:pathLst>
                <a:path w="417" h="417" extrusionOk="0">
                  <a:moveTo>
                    <a:pt x="202" y="0"/>
                  </a:moveTo>
                  <a:cubicBezTo>
                    <a:pt x="83" y="0"/>
                    <a:pt x="0" y="95"/>
                    <a:pt x="0" y="214"/>
                  </a:cubicBezTo>
                  <a:cubicBezTo>
                    <a:pt x="0" y="334"/>
                    <a:pt x="83" y="417"/>
                    <a:pt x="202" y="417"/>
                  </a:cubicBezTo>
                  <a:cubicBezTo>
                    <a:pt x="322" y="417"/>
                    <a:pt x="417" y="334"/>
                    <a:pt x="417" y="214"/>
                  </a:cubicBezTo>
                  <a:cubicBezTo>
                    <a:pt x="417" y="95"/>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63"/>
            <p:cNvSpPr/>
            <p:nvPr/>
          </p:nvSpPr>
          <p:spPr>
            <a:xfrm>
              <a:off x="6423156" y="4017904"/>
              <a:ext cx="13315" cy="13315"/>
            </a:xfrm>
            <a:custGeom>
              <a:avLst/>
              <a:gdLst/>
              <a:ahLst/>
              <a:cxnLst/>
              <a:rect l="l" t="t" r="r" b="b"/>
              <a:pathLst>
                <a:path w="418" h="418" extrusionOk="0">
                  <a:moveTo>
                    <a:pt x="203" y="1"/>
                  </a:moveTo>
                  <a:cubicBezTo>
                    <a:pt x="84" y="1"/>
                    <a:pt x="1" y="96"/>
                    <a:pt x="1" y="215"/>
                  </a:cubicBezTo>
                  <a:cubicBezTo>
                    <a:pt x="1" y="334"/>
                    <a:pt x="84" y="418"/>
                    <a:pt x="203" y="418"/>
                  </a:cubicBezTo>
                  <a:cubicBezTo>
                    <a:pt x="322" y="418"/>
                    <a:pt x="418" y="334"/>
                    <a:pt x="418" y="215"/>
                  </a:cubicBezTo>
                  <a:cubicBezTo>
                    <a:pt x="418" y="108"/>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63"/>
            <p:cNvSpPr/>
            <p:nvPr/>
          </p:nvSpPr>
          <p:spPr>
            <a:xfrm>
              <a:off x="6364766" y="4050906"/>
              <a:ext cx="13315" cy="13315"/>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96"/>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51" name="Google Shape;9851;p63"/>
          <p:cNvSpPr/>
          <p:nvPr/>
        </p:nvSpPr>
        <p:spPr>
          <a:xfrm>
            <a:off x="7972870" y="3627967"/>
            <a:ext cx="348749" cy="353877"/>
          </a:xfrm>
          <a:custGeom>
            <a:avLst/>
            <a:gdLst/>
            <a:ahLst/>
            <a:cxnLst/>
            <a:rect l="l" t="t" r="r" b="b"/>
            <a:pathLst>
              <a:path w="10948" h="11109" extrusionOk="0">
                <a:moveTo>
                  <a:pt x="2620" y="1738"/>
                </a:moveTo>
                <a:lnTo>
                  <a:pt x="2620" y="1738"/>
                </a:lnTo>
                <a:cubicBezTo>
                  <a:pt x="2108" y="2262"/>
                  <a:pt x="2227" y="3107"/>
                  <a:pt x="2846" y="3488"/>
                </a:cubicBezTo>
                <a:cubicBezTo>
                  <a:pt x="2763" y="3524"/>
                  <a:pt x="2704" y="3571"/>
                  <a:pt x="2644" y="3631"/>
                </a:cubicBezTo>
                <a:cubicBezTo>
                  <a:pt x="2275" y="2559"/>
                  <a:pt x="1989" y="2595"/>
                  <a:pt x="2144" y="2238"/>
                </a:cubicBezTo>
                <a:cubicBezTo>
                  <a:pt x="2227" y="2012"/>
                  <a:pt x="2406" y="1845"/>
                  <a:pt x="2620" y="1738"/>
                </a:cubicBezTo>
                <a:close/>
                <a:moveTo>
                  <a:pt x="8740" y="4214"/>
                </a:moveTo>
                <a:cubicBezTo>
                  <a:pt x="8716" y="4345"/>
                  <a:pt x="8716" y="4500"/>
                  <a:pt x="8704" y="4643"/>
                </a:cubicBezTo>
                <a:cubicBezTo>
                  <a:pt x="8645" y="4572"/>
                  <a:pt x="8561" y="4512"/>
                  <a:pt x="8466" y="4452"/>
                </a:cubicBezTo>
                <a:cubicBezTo>
                  <a:pt x="8573" y="4393"/>
                  <a:pt x="8657" y="4298"/>
                  <a:pt x="8740" y="4214"/>
                </a:cubicBezTo>
                <a:close/>
                <a:moveTo>
                  <a:pt x="8025" y="1650"/>
                </a:moveTo>
                <a:cubicBezTo>
                  <a:pt x="8616" y="1650"/>
                  <a:pt x="9126" y="2169"/>
                  <a:pt x="8990" y="2798"/>
                </a:cubicBezTo>
                <a:cubicBezTo>
                  <a:pt x="8978" y="2869"/>
                  <a:pt x="8954" y="2952"/>
                  <a:pt x="8942" y="3036"/>
                </a:cubicBezTo>
                <a:cubicBezTo>
                  <a:pt x="8764" y="2655"/>
                  <a:pt x="8383" y="2381"/>
                  <a:pt x="7919" y="2381"/>
                </a:cubicBezTo>
                <a:cubicBezTo>
                  <a:pt x="7823" y="2381"/>
                  <a:pt x="7752" y="2452"/>
                  <a:pt x="7752" y="2547"/>
                </a:cubicBezTo>
                <a:cubicBezTo>
                  <a:pt x="7752" y="2631"/>
                  <a:pt x="7823" y="2714"/>
                  <a:pt x="7919" y="2714"/>
                </a:cubicBezTo>
                <a:cubicBezTo>
                  <a:pt x="8359" y="2714"/>
                  <a:pt x="8716" y="3071"/>
                  <a:pt x="8716" y="3512"/>
                </a:cubicBezTo>
                <a:cubicBezTo>
                  <a:pt x="8716" y="3964"/>
                  <a:pt x="8359" y="4322"/>
                  <a:pt x="7919" y="4322"/>
                </a:cubicBezTo>
                <a:lnTo>
                  <a:pt x="7907" y="4322"/>
                </a:lnTo>
                <a:cubicBezTo>
                  <a:pt x="7765" y="4329"/>
                  <a:pt x="6934" y="4515"/>
                  <a:pt x="5736" y="4515"/>
                </a:cubicBezTo>
                <a:cubicBezTo>
                  <a:pt x="5124" y="4515"/>
                  <a:pt x="4417" y="4466"/>
                  <a:pt x="3656" y="4322"/>
                </a:cubicBezTo>
                <a:cubicBezTo>
                  <a:pt x="3643" y="4317"/>
                  <a:pt x="3630" y="4315"/>
                  <a:pt x="3617" y="4315"/>
                </a:cubicBezTo>
                <a:cubicBezTo>
                  <a:pt x="3557" y="4315"/>
                  <a:pt x="3497" y="4358"/>
                  <a:pt x="3477" y="4417"/>
                </a:cubicBezTo>
                <a:cubicBezTo>
                  <a:pt x="3454" y="4512"/>
                  <a:pt x="3513" y="4619"/>
                  <a:pt x="3597" y="4643"/>
                </a:cubicBezTo>
                <a:cubicBezTo>
                  <a:pt x="4287" y="4774"/>
                  <a:pt x="5001" y="4857"/>
                  <a:pt x="5740" y="4857"/>
                </a:cubicBezTo>
                <a:lnTo>
                  <a:pt x="5752" y="4857"/>
                </a:lnTo>
                <a:cubicBezTo>
                  <a:pt x="6466" y="4857"/>
                  <a:pt x="7204" y="4798"/>
                  <a:pt x="7930" y="4655"/>
                </a:cubicBezTo>
                <a:cubicBezTo>
                  <a:pt x="8359" y="4655"/>
                  <a:pt x="8716" y="5012"/>
                  <a:pt x="8716" y="5465"/>
                </a:cubicBezTo>
                <a:cubicBezTo>
                  <a:pt x="8716" y="5905"/>
                  <a:pt x="8359" y="6262"/>
                  <a:pt x="7919" y="6262"/>
                </a:cubicBezTo>
                <a:cubicBezTo>
                  <a:pt x="7807" y="6262"/>
                  <a:pt x="7088" y="6463"/>
                  <a:pt x="5862" y="6463"/>
                </a:cubicBezTo>
                <a:cubicBezTo>
                  <a:pt x="5249" y="6463"/>
                  <a:pt x="4509" y="6413"/>
                  <a:pt x="3656" y="6262"/>
                </a:cubicBezTo>
                <a:cubicBezTo>
                  <a:pt x="3649" y="6261"/>
                  <a:pt x="3642" y="6261"/>
                  <a:pt x="3635" y="6261"/>
                </a:cubicBezTo>
                <a:cubicBezTo>
                  <a:pt x="3557" y="6261"/>
                  <a:pt x="3476" y="6318"/>
                  <a:pt x="3466" y="6405"/>
                </a:cubicBezTo>
                <a:cubicBezTo>
                  <a:pt x="3454" y="6488"/>
                  <a:pt x="3513" y="6584"/>
                  <a:pt x="3597" y="6596"/>
                </a:cubicBezTo>
                <a:cubicBezTo>
                  <a:pt x="4370" y="6727"/>
                  <a:pt x="5121" y="6786"/>
                  <a:pt x="5835" y="6786"/>
                </a:cubicBezTo>
                <a:cubicBezTo>
                  <a:pt x="6549" y="6786"/>
                  <a:pt x="7240" y="6727"/>
                  <a:pt x="7930" y="6596"/>
                </a:cubicBezTo>
                <a:cubicBezTo>
                  <a:pt x="8240" y="6596"/>
                  <a:pt x="8526" y="6465"/>
                  <a:pt x="8728" y="6238"/>
                </a:cubicBezTo>
                <a:lnTo>
                  <a:pt x="8728" y="6238"/>
                </a:lnTo>
                <a:cubicBezTo>
                  <a:pt x="8752" y="6536"/>
                  <a:pt x="8776" y="6881"/>
                  <a:pt x="8573" y="7334"/>
                </a:cubicBezTo>
                <a:cubicBezTo>
                  <a:pt x="8454" y="7370"/>
                  <a:pt x="7919" y="7500"/>
                  <a:pt x="6811" y="7560"/>
                </a:cubicBezTo>
                <a:cubicBezTo>
                  <a:pt x="6523" y="7574"/>
                  <a:pt x="6226" y="7581"/>
                  <a:pt x="5931" y="7581"/>
                </a:cubicBezTo>
                <a:cubicBezTo>
                  <a:pt x="5238" y="7581"/>
                  <a:pt x="4559" y="7543"/>
                  <a:pt x="4049" y="7477"/>
                </a:cubicBezTo>
                <a:cubicBezTo>
                  <a:pt x="3263" y="7370"/>
                  <a:pt x="3108" y="7215"/>
                  <a:pt x="3096" y="7203"/>
                </a:cubicBezTo>
                <a:cubicBezTo>
                  <a:pt x="3108" y="6715"/>
                  <a:pt x="3108" y="6191"/>
                  <a:pt x="3061" y="5691"/>
                </a:cubicBezTo>
                <a:cubicBezTo>
                  <a:pt x="3188" y="5623"/>
                  <a:pt x="3279" y="5601"/>
                  <a:pt x="3418" y="5601"/>
                </a:cubicBezTo>
                <a:cubicBezTo>
                  <a:pt x="3697" y="5601"/>
                  <a:pt x="4168" y="5691"/>
                  <a:pt x="5502" y="5691"/>
                </a:cubicBezTo>
                <a:cubicBezTo>
                  <a:pt x="5568" y="5692"/>
                  <a:pt x="5637" y="5692"/>
                  <a:pt x="5707" y="5692"/>
                </a:cubicBezTo>
                <a:cubicBezTo>
                  <a:pt x="6578" y="5692"/>
                  <a:pt x="7678" y="5627"/>
                  <a:pt x="7799" y="5572"/>
                </a:cubicBezTo>
                <a:cubicBezTo>
                  <a:pt x="7962" y="5490"/>
                  <a:pt x="7887" y="5250"/>
                  <a:pt x="7716" y="5250"/>
                </a:cubicBezTo>
                <a:cubicBezTo>
                  <a:pt x="7712" y="5250"/>
                  <a:pt x="7708" y="5250"/>
                  <a:pt x="7704" y="5250"/>
                </a:cubicBezTo>
                <a:cubicBezTo>
                  <a:pt x="7043" y="5304"/>
                  <a:pt x="6391" y="5347"/>
                  <a:pt x="5732" y="5347"/>
                </a:cubicBezTo>
                <a:cubicBezTo>
                  <a:pt x="5655" y="5347"/>
                  <a:pt x="5579" y="5347"/>
                  <a:pt x="5502" y="5345"/>
                </a:cubicBezTo>
                <a:cubicBezTo>
                  <a:pt x="4394" y="5334"/>
                  <a:pt x="3501" y="5250"/>
                  <a:pt x="3442" y="5250"/>
                </a:cubicBezTo>
                <a:cubicBezTo>
                  <a:pt x="3287" y="5250"/>
                  <a:pt x="3144" y="5214"/>
                  <a:pt x="3001" y="5131"/>
                </a:cubicBezTo>
                <a:cubicBezTo>
                  <a:pt x="2942" y="4738"/>
                  <a:pt x="2870" y="4357"/>
                  <a:pt x="2787" y="4000"/>
                </a:cubicBezTo>
                <a:cubicBezTo>
                  <a:pt x="2930" y="3798"/>
                  <a:pt x="3168" y="3667"/>
                  <a:pt x="3418" y="3667"/>
                </a:cubicBezTo>
                <a:cubicBezTo>
                  <a:pt x="4180" y="3810"/>
                  <a:pt x="4954" y="3881"/>
                  <a:pt x="5716" y="3881"/>
                </a:cubicBezTo>
                <a:cubicBezTo>
                  <a:pt x="6549" y="3881"/>
                  <a:pt x="7383" y="3762"/>
                  <a:pt x="7764" y="3667"/>
                </a:cubicBezTo>
                <a:cubicBezTo>
                  <a:pt x="7955" y="3610"/>
                  <a:pt x="7912" y="3342"/>
                  <a:pt x="7727" y="3342"/>
                </a:cubicBezTo>
                <a:cubicBezTo>
                  <a:pt x="7716" y="3342"/>
                  <a:pt x="7704" y="3343"/>
                  <a:pt x="7692" y="3345"/>
                </a:cubicBezTo>
                <a:cubicBezTo>
                  <a:pt x="6962" y="3512"/>
                  <a:pt x="6268" y="3567"/>
                  <a:pt x="5659" y="3567"/>
                </a:cubicBezTo>
                <a:cubicBezTo>
                  <a:pt x="4443" y="3567"/>
                  <a:pt x="3573" y="3345"/>
                  <a:pt x="3454" y="3345"/>
                </a:cubicBezTo>
                <a:cubicBezTo>
                  <a:pt x="3001" y="3345"/>
                  <a:pt x="2644" y="2988"/>
                  <a:pt x="2644" y="2547"/>
                </a:cubicBezTo>
                <a:cubicBezTo>
                  <a:pt x="2644" y="2095"/>
                  <a:pt x="3001" y="1738"/>
                  <a:pt x="3454" y="1738"/>
                </a:cubicBezTo>
                <a:lnTo>
                  <a:pt x="3466" y="1738"/>
                </a:lnTo>
                <a:cubicBezTo>
                  <a:pt x="3477" y="1738"/>
                  <a:pt x="3477" y="1762"/>
                  <a:pt x="3501" y="1762"/>
                </a:cubicBezTo>
                <a:cubicBezTo>
                  <a:pt x="4177" y="2057"/>
                  <a:pt x="4860" y="2207"/>
                  <a:pt x="5550" y="2207"/>
                </a:cubicBezTo>
                <a:cubicBezTo>
                  <a:pt x="5724" y="2207"/>
                  <a:pt x="5898" y="2198"/>
                  <a:pt x="6073" y="2178"/>
                </a:cubicBezTo>
                <a:lnTo>
                  <a:pt x="6073" y="2178"/>
                </a:lnTo>
                <a:cubicBezTo>
                  <a:pt x="5883" y="2333"/>
                  <a:pt x="5621" y="2476"/>
                  <a:pt x="5359" y="2476"/>
                </a:cubicBezTo>
                <a:cubicBezTo>
                  <a:pt x="4811" y="2452"/>
                  <a:pt x="4228" y="2428"/>
                  <a:pt x="3644" y="2369"/>
                </a:cubicBezTo>
                <a:cubicBezTo>
                  <a:pt x="3638" y="2368"/>
                  <a:pt x="3632" y="2368"/>
                  <a:pt x="3626" y="2368"/>
                </a:cubicBezTo>
                <a:cubicBezTo>
                  <a:pt x="3549" y="2368"/>
                  <a:pt x="3477" y="2435"/>
                  <a:pt x="3466" y="2512"/>
                </a:cubicBezTo>
                <a:cubicBezTo>
                  <a:pt x="3454" y="2607"/>
                  <a:pt x="3525" y="2678"/>
                  <a:pt x="3620" y="2690"/>
                </a:cubicBezTo>
                <a:cubicBezTo>
                  <a:pt x="4398" y="2763"/>
                  <a:pt x="5186" y="2808"/>
                  <a:pt x="5967" y="2808"/>
                </a:cubicBezTo>
                <a:cubicBezTo>
                  <a:pt x="6346" y="2808"/>
                  <a:pt x="6724" y="2797"/>
                  <a:pt x="7097" y="2774"/>
                </a:cubicBezTo>
                <a:cubicBezTo>
                  <a:pt x="7192" y="2774"/>
                  <a:pt x="7264" y="2678"/>
                  <a:pt x="7252" y="2595"/>
                </a:cubicBezTo>
                <a:cubicBezTo>
                  <a:pt x="7252" y="2507"/>
                  <a:pt x="7170" y="2439"/>
                  <a:pt x="7092" y="2439"/>
                </a:cubicBezTo>
                <a:cubicBezTo>
                  <a:pt x="7085" y="2439"/>
                  <a:pt x="7079" y="2439"/>
                  <a:pt x="7073" y="2440"/>
                </a:cubicBezTo>
                <a:cubicBezTo>
                  <a:pt x="6787" y="2452"/>
                  <a:pt x="6502" y="2476"/>
                  <a:pt x="6216" y="2476"/>
                </a:cubicBezTo>
                <a:cubicBezTo>
                  <a:pt x="6371" y="2357"/>
                  <a:pt x="6502" y="2214"/>
                  <a:pt x="6597" y="2083"/>
                </a:cubicBezTo>
                <a:cubicBezTo>
                  <a:pt x="6930" y="2012"/>
                  <a:pt x="7264" y="1893"/>
                  <a:pt x="7609" y="1738"/>
                </a:cubicBezTo>
                <a:cubicBezTo>
                  <a:pt x="7747" y="1678"/>
                  <a:pt x="7888" y="1650"/>
                  <a:pt x="8025" y="1650"/>
                </a:cubicBezTo>
                <a:close/>
                <a:moveTo>
                  <a:pt x="8009" y="0"/>
                </a:moveTo>
                <a:cubicBezTo>
                  <a:pt x="7651" y="0"/>
                  <a:pt x="7281" y="75"/>
                  <a:pt x="6918" y="238"/>
                </a:cubicBezTo>
                <a:cubicBezTo>
                  <a:pt x="6448" y="446"/>
                  <a:pt x="5987" y="550"/>
                  <a:pt x="5525" y="550"/>
                </a:cubicBezTo>
                <a:cubicBezTo>
                  <a:pt x="5064" y="550"/>
                  <a:pt x="4603" y="446"/>
                  <a:pt x="4132" y="238"/>
                </a:cubicBezTo>
                <a:cubicBezTo>
                  <a:pt x="3787" y="81"/>
                  <a:pt x="3416" y="3"/>
                  <a:pt x="3046" y="3"/>
                </a:cubicBezTo>
                <a:cubicBezTo>
                  <a:pt x="2714" y="3"/>
                  <a:pt x="2383" y="66"/>
                  <a:pt x="2073" y="190"/>
                </a:cubicBezTo>
                <a:cubicBezTo>
                  <a:pt x="739" y="714"/>
                  <a:pt x="1" y="2262"/>
                  <a:pt x="775" y="3488"/>
                </a:cubicBezTo>
                <a:cubicBezTo>
                  <a:pt x="977" y="3810"/>
                  <a:pt x="1144" y="4214"/>
                  <a:pt x="1251" y="4703"/>
                </a:cubicBezTo>
                <a:cubicBezTo>
                  <a:pt x="1261" y="4779"/>
                  <a:pt x="1323" y="4832"/>
                  <a:pt x="1391" y="4832"/>
                </a:cubicBezTo>
                <a:cubicBezTo>
                  <a:pt x="1408" y="4832"/>
                  <a:pt x="1425" y="4829"/>
                  <a:pt x="1442" y="4822"/>
                </a:cubicBezTo>
                <a:cubicBezTo>
                  <a:pt x="1525" y="4810"/>
                  <a:pt x="1584" y="4714"/>
                  <a:pt x="1561" y="4631"/>
                </a:cubicBezTo>
                <a:cubicBezTo>
                  <a:pt x="1442" y="4119"/>
                  <a:pt x="1263" y="3679"/>
                  <a:pt x="1037" y="3321"/>
                </a:cubicBezTo>
                <a:cubicBezTo>
                  <a:pt x="198" y="2014"/>
                  <a:pt x="1460" y="347"/>
                  <a:pt x="3047" y="347"/>
                </a:cubicBezTo>
                <a:cubicBezTo>
                  <a:pt x="3353" y="347"/>
                  <a:pt x="3672" y="409"/>
                  <a:pt x="3989" y="547"/>
                </a:cubicBezTo>
                <a:cubicBezTo>
                  <a:pt x="4501" y="779"/>
                  <a:pt x="5007" y="895"/>
                  <a:pt x="5513" y="895"/>
                </a:cubicBezTo>
                <a:cubicBezTo>
                  <a:pt x="6019" y="895"/>
                  <a:pt x="6525" y="779"/>
                  <a:pt x="7037" y="547"/>
                </a:cubicBezTo>
                <a:cubicBezTo>
                  <a:pt x="7358" y="404"/>
                  <a:pt x="7683" y="338"/>
                  <a:pt x="7998" y="338"/>
                </a:cubicBezTo>
                <a:cubicBezTo>
                  <a:pt x="9380" y="338"/>
                  <a:pt x="10560" y="1602"/>
                  <a:pt x="10240" y="3095"/>
                </a:cubicBezTo>
                <a:cubicBezTo>
                  <a:pt x="10026" y="4024"/>
                  <a:pt x="9954" y="5072"/>
                  <a:pt x="10014" y="6346"/>
                </a:cubicBezTo>
                <a:cubicBezTo>
                  <a:pt x="10074" y="7655"/>
                  <a:pt x="9359" y="8858"/>
                  <a:pt x="8169" y="9405"/>
                </a:cubicBezTo>
                <a:cubicBezTo>
                  <a:pt x="8049" y="9465"/>
                  <a:pt x="8097" y="9501"/>
                  <a:pt x="7752" y="10513"/>
                </a:cubicBezTo>
                <a:cubicBezTo>
                  <a:pt x="7704" y="10596"/>
                  <a:pt x="7633" y="10763"/>
                  <a:pt x="7538" y="10763"/>
                </a:cubicBezTo>
                <a:cubicBezTo>
                  <a:pt x="7478" y="10763"/>
                  <a:pt x="7478" y="10763"/>
                  <a:pt x="7418" y="10668"/>
                </a:cubicBezTo>
                <a:cubicBezTo>
                  <a:pt x="7276" y="10406"/>
                  <a:pt x="7264" y="10191"/>
                  <a:pt x="7145" y="9822"/>
                </a:cubicBezTo>
                <a:cubicBezTo>
                  <a:pt x="7002" y="9298"/>
                  <a:pt x="7240" y="8751"/>
                  <a:pt x="7740" y="8513"/>
                </a:cubicBezTo>
                <a:cubicBezTo>
                  <a:pt x="8538" y="8143"/>
                  <a:pt x="9062" y="7310"/>
                  <a:pt x="9014" y="6381"/>
                </a:cubicBezTo>
                <a:cubicBezTo>
                  <a:pt x="8954" y="5036"/>
                  <a:pt x="9026" y="3881"/>
                  <a:pt x="9252" y="2869"/>
                </a:cubicBezTo>
                <a:cubicBezTo>
                  <a:pt x="9446" y="2036"/>
                  <a:pt x="8772" y="1321"/>
                  <a:pt x="7976" y="1321"/>
                </a:cubicBezTo>
                <a:cubicBezTo>
                  <a:pt x="7793" y="1321"/>
                  <a:pt x="7605" y="1358"/>
                  <a:pt x="7418" y="1440"/>
                </a:cubicBezTo>
                <a:cubicBezTo>
                  <a:pt x="6781" y="1726"/>
                  <a:pt x="6139" y="1869"/>
                  <a:pt x="5497" y="1869"/>
                </a:cubicBezTo>
                <a:cubicBezTo>
                  <a:pt x="4856" y="1869"/>
                  <a:pt x="4216" y="1726"/>
                  <a:pt x="3585" y="1440"/>
                </a:cubicBezTo>
                <a:cubicBezTo>
                  <a:pt x="3395" y="1357"/>
                  <a:pt x="3206" y="1320"/>
                  <a:pt x="3026" y="1320"/>
                </a:cubicBezTo>
                <a:cubicBezTo>
                  <a:pt x="2152" y="1320"/>
                  <a:pt x="1473" y="2184"/>
                  <a:pt x="1858" y="2786"/>
                </a:cubicBezTo>
                <a:cubicBezTo>
                  <a:pt x="2096" y="3143"/>
                  <a:pt x="2275" y="3560"/>
                  <a:pt x="2406" y="4036"/>
                </a:cubicBezTo>
                <a:cubicBezTo>
                  <a:pt x="2858" y="5536"/>
                  <a:pt x="2763" y="7417"/>
                  <a:pt x="2620" y="8965"/>
                </a:cubicBezTo>
                <a:cubicBezTo>
                  <a:pt x="2587" y="9208"/>
                  <a:pt x="2380" y="9409"/>
                  <a:pt x="2142" y="9409"/>
                </a:cubicBezTo>
                <a:cubicBezTo>
                  <a:pt x="2123" y="9409"/>
                  <a:pt x="2104" y="9408"/>
                  <a:pt x="2084" y="9405"/>
                </a:cubicBezTo>
                <a:cubicBezTo>
                  <a:pt x="1811" y="9382"/>
                  <a:pt x="1620" y="9144"/>
                  <a:pt x="1632" y="8870"/>
                </a:cubicBezTo>
                <a:cubicBezTo>
                  <a:pt x="1739" y="7870"/>
                  <a:pt x="1823" y="6596"/>
                  <a:pt x="1680" y="5417"/>
                </a:cubicBezTo>
                <a:cubicBezTo>
                  <a:pt x="1668" y="5334"/>
                  <a:pt x="1584" y="5274"/>
                  <a:pt x="1501" y="5274"/>
                </a:cubicBezTo>
                <a:cubicBezTo>
                  <a:pt x="1406" y="5286"/>
                  <a:pt x="1346" y="5357"/>
                  <a:pt x="1346" y="5453"/>
                </a:cubicBezTo>
                <a:cubicBezTo>
                  <a:pt x="1489" y="6596"/>
                  <a:pt x="1394" y="7858"/>
                  <a:pt x="1311" y="8846"/>
                </a:cubicBezTo>
                <a:cubicBezTo>
                  <a:pt x="1263" y="9286"/>
                  <a:pt x="1584" y="9691"/>
                  <a:pt x="2037" y="9739"/>
                </a:cubicBezTo>
                <a:cubicBezTo>
                  <a:pt x="2059" y="9741"/>
                  <a:pt x="2082" y="9742"/>
                  <a:pt x="2104" y="9742"/>
                </a:cubicBezTo>
                <a:cubicBezTo>
                  <a:pt x="2518" y="9742"/>
                  <a:pt x="2885" y="9430"/>
                  <a:pt x="2930" y="9001"/>
                </a:cubicBezTo>
                <a:cubicBezTo>
                  <a:pt x="2977" y="8501"/>
                  <a:pt x="3013" y="8024"/>
                  <a:pt x="3037" y="7596"/>
                </a:cubicBezTo>
                <a:cubicBezTo>
                  <a:pt x="3347" y="7739"/>
                  <a:pt x="3918" y="7810"/>
                  <a:pt x="4251" y="7846"/>
                </a:cubicBezTo>
                <a:cubicBezTo>
                  <a:pt x="4751" y="7905"/>
                  <a:pt x="5347" y="7917"/>
                  <a:pt x="5942" y="7917"/>
                </a:cubicBezTo>
                <a:cubicBezTo>
                  <a:pt x="6323" y="7917"/>
                  <a:pt x="6716" y="7905"/>
                  <a:pt x="7085" y="7893"/>
                </a:cubicBezTo>
                <a:cubicBezTo>
                  <a:pt x="7442" y="7870"/>
                  <a:pt x="7883" y="7834"/>
                  <a:pt x="8228" y="7751"/>
                </a:cubicBezTo>
                <a:lnTo>
                  <a:pt x="8228" y="7751"/>
                </a:lnTo>
                <a:cubicBezTo>
                  <a:pt x="7990" y="8036"/>
                  <a:pt x="7764" y="8143"/>
                  <a:pt x="7561" y="8262"/>
                </a:cubicBezTo>
                <a:cubicBezTo>
                  <a:pt x="6966" y="8560"/>
                  <a:pt x="6656" y="9275"/>
                  <a:pt x="6835" y="9929"/>
                </a:cubicBezTo>
                <a:cubicBezTo>
                  <a:pt x="6930" y="10287"/>
                  <a:pt x="6966" y="10537"/>
                  <a:pt x="7145" y="10846"/>
                </a:cubicBezTo>
                <a:cubicBezTo>
                  <a:pt x="7204" y="10965"/>
                  <a:pt x="7299" y="11108"/>
                  <a:pt x="7526" y="11108"/>
                </a:cubicBezTo>
                <a:cubicBezTo>
                  <a:pt x="7533" y="11108"/>
                  <a:pt x="7540" y="11109"/>
                  <a:pt x="7547" y="11109"/>
                </a:cubicBezTo>
                <a:cubicBezTo>
                  <a:pt x="7806" y="11109"/>
                  <a:pt x="7934" y="10899"/>
                  <a:pt x="8049" y="10668"/>
                </a:cubicBezTo>
                <a:cubicBezTo>
                  <a:pt x="8073" y="10596"/>
                  <a:pt x="8014" y="10763"/>
                  <a:pt x="8359" y="9691"/>
                </a:cubicBezTo>
                <a:cubicBezTo>
                  <a:pt x="9645" y="9060"/>
                  <a:pt x="10419" y="7751"/>
                  <a:pt x="10335" y="6346"/>
                </a:cubicBezTo>
                <a:cubicBezTo>
                  <a:pt x="10276" y="5107"/>
                  <a:pt x="10335" y="4060"/>
                  <a:pt x="10550" y="3190"/>
                </a:cubicBezTo>
                <a:cubicBezTo>
                  <a:pt x="10948" y="1453"/>
                  <a:pt x="9589" y="0"/>
                  <a:pt x="8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52" name="Google Shape;9852;p63"/>
          <p:cNvGrpSpPr/>
          <p:nvPr/>
        </p:nvGrpSpPr>
        <p:grpSpPr>
          <a:xfrm>
            <a:off x="7184363" y="3628604"/>
            <a:ext cx="202184" cy="352762"/>
            <a:chOff x="7184363" y="3809604"/>
            <a:chExt cx="202184" cy="352762"/>
          </a:xfrm>
        </p:grpSpPr>
        <p:sp>
          <p:nvSpPr>
            <p:cNvPr id="9853" name="Google Shape;9853;p63"/>
            <p:cNvSpPr/>
            <p:nvPr/>
          </p:nvSpPr>
          <p:spPr>
            <a:xfrm>
              <a:off x="7273111" y="3823716"/>
              <a:ext cx="23541" cy="23573"/>
            </a:xfrm>
            <a:custGeom>
              <a:avLst/>
              <a:gdLst/>
              <a:ahLst/>
              <a:cxnLst/>
              <a:rect l="l" t="t" r="r" b="b"/>
              <a:pathLst>
                <a:path w="739" h="740" extrusionOk="0">
                  <a:moveTo>
                    <a:pt x="370" y="1"/>
                  </a:moveTo>
                  <a:cubicBezTo>
                    <a:pt x="287" y="1"/>
                    <a:pt x="203" y="72"/>
                    <a:pt x="203" y="168"/>
                  </a:cubicBezTo>
                  <a:lnTo>
                    <a:pt x="203" y="203"/>
                  </a:lnTo>
                  <a:lnTo>
                    <a:pt x="168" y="203"/>
                  </a:lnTo>
                  <a:cubicBezTo>
                    <a:pt x="72" y="203"/>
                    <a:pt x="1" y="287"/>
                    <a:pt x="1" y="370"/>
                  </a:cubicBezTo>
                  <a:cubicBezTo>
                    <a:pt x="1" y="465"/>
                    <a:pt x="72" y="537"/>
                    <a:pt x="168" y="537"/>
                  </a:cubicBezTo>
                  <a:lnTo>
                    <a:pt x="203" y="537"/>
                  </a:lnTo>
                  <a:lnTo>
                    <a:pt x="203" y="584"/>
                  </a:lnTo>
                  <a:cubicBezTo>
                    <a:pt x="203" y="668"/>
                    <a:pt x="287" y="739"/>
                    <a:pt x="370" y="739"/>
                  </a:cubicBezTo>
                  <a:cubicBezTo>
                    <a:pt x="453" y="739"/>
                    <a:pt x="537" y="668"/>
                    <a:pt x="537" y="584"/>
                  </a:cubicBezTo>
                  <a:lnTo>
                    <a:pt x="537" y="537"/>
                  </a:lnTo>
                  <a:lnTo>
                    <a:pt x="572" y="537"/>
                  </a:lnTo>
                  <a:cubicBezTo>
                    <a:pt x="668" y="537"/>
                    <a:pt x="739" y="465"/>
                    <a:pt x="739" y="370"/>
                  </a:cubicBezTo>
                  <a:cubicBezTo>
                    <a:pt x="739" y="287"/>
                    <a:pt x="668" y="203"/>
                    <a:pt x="572" y="203"/>
                  </a:cubicBezTo>
                  <a:lnTo>
                    <a:pt x="537" y="203"/>
                  </a:lnTo>
                  <a:lnTo>
                    <a:pt x="537" y="168"/>
                  </a:lnTo>
                  <a:cubicBezTo>
                    <a:pt x="537" y="72"/>
                    <a:pt x="453"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4" name="Google Shape;9854;p63"/>
            <p:cNvSpPr/>
            <p:nvPr/>
          </p:nvSpPr>
          <p:spPr>
            <a:xfrm>
              <a:off x="7184363" y="3809604"/>
              <a:ext cx="202184" cy="352762"/>
            </a:xfrm>
            <a:custGeom>
              <a:avLst/>
              <a:gdLst/>
              <a:ahLst/>
              <a:cxnLst/>
              <a:rect l="l" t="t" r="r" b="b"/>
              <a:pathLst>
                <a:path w="6347" h="11074" extrusionOk="0">
                  <a:moveTo>
                    <a:pt x="3159" y="310"/>
                  </a:moveTo>
                  <a:cubicBezTo>
                    <a:pt x="3623" y="310"/>
                    <a:pt x="4091" y="390"/>
                    <a:pt x="4561" y="551"/>
                  </a:cubicBezTo>
                  <a:lnTo>
                    <a:pt x="4347" y="1087"/>
                  </a:lnTo>
                  <a:lnTo>
                    <a:pt x="4168" y="1563"/>
                  </a:lnTo>
                  <a:cubicBezTo>
                    <a:pt x="3841" y="1450"/>
                    <a:pt x="3510" y="1393"/>
                    <a:pt x="3175" y="1393"/>
                  </a:cubicBezTo>
                  <a:cubicBezTo>
                    <a:pt x="2840" y="1393"/>
                    <a:pt x="2501" y="1450"/>
                    <a:pt x="2156" y="1563"/>
                  </a:cubicBezTo>
                  <a:lnTo>
                    <a:pt x="1775" y="551"/>
                  </a:lnTo>
                  <a:cubicBezTo>
                    <a:pt x="2233" y="390"/>
                    <a:pt x="2695" y="310"/>
                    <a:pt x="3159" y="310"/>
                  </a:cubicBezTo>
                  <a:close/>
                  <a:moveTo>
                    <a:pt x="4549" y="1408"/>
                  </a:moveTo>
                  <a:cubicBezTo>
                    <a:pt x="5025" y="1754"/>
                    <a:pt x="5299" y="2301"/>
                    <a:pt x="5299" y="2885"/>
                  </a:cubicBezTo>
                  <a:cubicBezTo>
                    <a:pt x="5299" y="3289"/>
                    <a:pt x="5287" y="4075"/>
                    <a:pt x="5240" y="4421"/>
                  </a:cubicBezTo>
                  <a:cubicBezTo>
                    <a:pt x="5192" y="4849"/>
                    <a:pt x="4835" y="5171"/>
                    <a:pt x="4406" y="5171"/>
                  </a:cubicBezTo>
                  <a:lnTo>
                    <a:pt x="4001" y="5171"/>
                  </a:lnTo>
                  <a:cubicBezTo>
                    <a:pt x="4430" y="4897"/>
                    <a:pt x="4716" y="4397"/>
                    <a:pt x="4716" y="3849"/>
                  </a:cubicBezTo>
                  <a:lnTo>
                    <a:pt x="4716" y="2611"/>
                  </a:lnTo>
                  <a:cubicBezTo>
                    <a:pt x="4716" y="2599"/>
                    <a:pt x="4692" y="2551"/>
                    <a:pt x="4692" y="2527"/>
                  </a:cubicBezTo>
                  <a:lnTo>
                    <a:pt x="4632" y="2468"/>
                  </a:lnTo>
                  <a:cubicBezTo>
                    <a:pt x="4168" y="2277"/>
                    <a:pt x="3799" y="1896"/>
                    <a:pt x="3799" y="1885"/>
                  </a:cubicBezTo>
                  <a:cubicBezTo>
                    <a:pt x="3767" y="1853"/>
                    <a:pt x="3726" y="1838"/>
                    <a:pt x="3685" y="1838"/>
                  </a:cubicBezTo>
                  <a:cubicBezTo>
                    <a:pt x="3649" y="1838"/>
                    <a:pt x="3613" y="1850"/>
                    <a:pt x="3585" y="1873"/>
                  </a:cubicBezTo>
                  <a:cubicBezTo>
                    <a:pt x="3585" y="1873"/>
                    <a:pt x="2823" y="2432"/>
                    <a:pt x="1727" y="2456"/>
                  </a:cubicBezTo>
                  <a:cubicBezTo>
                    <a:pt x="1715" y="2456"/>
                    <a:pt x="1680" y="2468"/>
                    <a:pt x="1668" y="2480"/>
                  </a:cubicBezTo>
                  <a:cubicBezTo>
                    <a:pt x="1656" y="2492"/>
                    <a:pt x="1620" y="2492"/>
                    <a:pt x="1608" y="2516"/>
                  </a:cubicBezTo>
                  <a:cubicBezTo>
                    <a:pt x="1596" y="2527"/>
                    <a:pt x="1596" y="2551"/>
                    <a:pt x="1572" y="2575"/>
                  </a:cubicBezTo>
                  <a:cubicBezTo>
                    <a:pt x="1560" y="2587"/>
                    <a:pt x="1549" y="2599"/>
                    <a:pt x="1549" y="2635"/>
                  </a:cubicBezTo>
                  <a:lnTo>
                    <a:pt x="1549" y="3087"/>
                  </a:lnTo>
                  <a:cubicBezTo>
                    <a:pt x="1549" y="3182"/>
                    <a:pt x="1620" y="3254"/>
                    <a:pt x="1715" y="3254"/>
                  </a:cubicBezTo>
                  <a:cubicBezTo>
                    <a:pt x="1799" y="3254"/>
                    <a:pt x="1870" y="3182"/>
                    <a:pt x="1870" y="3087"/>
                  </a:cubicBezTo>
                  <a:lnTo>
                    <a:pt x="1870" y="2778"/>
                  </a:lnTo>
                  <a:cubicBezTo>
                    <a:pt x="2751" y="2730"/>
                    <a:pt x="3406" y="2397"/>
                    <a:pt x="3644" y="2230"/>
                  </a:cubicBezTo>
                  <a:cubicBezTo>
                    <a:pt x="3775" y="2349"/>
                    <a:pt x="4061" y="2575"/>
                    <a:pt x="4394" y="2730"/>
                  </a:cubicBezTo>
                  <a:lnTo>
                    <a:pt x="4394" y="3861"/>
                  </a:lnTo>
                  <a:cubicBezTo>
                    <a:pt x="4394" y="4563"/>
                    <a:pt x="3823" y="5135"/>
                    <a:pt x="3120" y="5135"/>
                  </a:cubicBezTo>
                  <a:cubicBezTo>
                    <a:pt x="2430" y="5135"/>
                    <a:pt x="1858" y="4563"/>
                    <a:pt x="1858" y="3861"/>
                  </a:cubicBezTo>
                  <a:cubicBezTo>
                    <a:pt x="1858" y="3778"/>
                    <a:pt x="1787" y="3706"/>
                    <a:pt x="1691" y="3706"/>
                  </a:cubicBezTo>
                  <a:cubicBezTo>
                    <a:pt x="1608" y="3706"/>
                    <a:pt x="1537" y="3778"/>
                    <a:pt x="1537" y="3861"/>
                  </a:cubicBezTo>
                  <a:cubicBezTo>
                    <a:pt x="1537" y="4421"/>
                    <a:pt x="1811" y="4909"/>
                    <a:pt x="2251" y="5194"/>
                  </a:cubicBezTo>
                  <a:lnTo>
                    <a:pt x="1846" y="5194"/>
                  </a:lnTo>
                  <a:cubicBezTo>
                    <a:pt x="1441" y="5171"/>
                    <a:pt x="1084" y="4849"/>
                    <a:pt x="1049" y="4421"/>
                  </a:cubicBezTo>
                  <a:cubicBezTo>
                    <a:pt x="1013" y="4063"/>
                    <a:pt x="989" y="3289"/>
                    <a:pt x="989" y="2885"/>
                  </a:cubicBezTo>
                  <a:cubicBezTo>
                    <a:pt x="989" y="2289"/>
                    <a:pt x="1263" y="1754"/>
                    <a:pt x="1727" y="1408"/>
                  </a:cubicBezTo>
                  <a:cubicBezTo>
                    <a:pt x="1906" y="1825"/>
                    <a:pt x="1858" y="1885"/>
                    <a:pt x="2001" y="1932"/>
                  </a:cubicBezTo>
                  <a:cubicBezTo>
                    <a:pt x="2013" y="1932"/>
                    <a:pt x="2025" y="1944"/>
                    <a:pt x="2037" y="1944"/>
                  </a:cubicBezTo>
                  <a:cubicBezTo>
                    <a:pt x="2049" y="1944"/>
                    <a:pt x="2084" y="1944"/>
                    <a:pt x="2096" y="1932"/>
                  </a:cubicBezTo>
                  <a:cubicBezTo>
                    <a:pt x="2453" y="1795"/>
                    <a:pt x="2802" y="1727"/>
                    <a:pt x="3147" y="1727"/>
                  </a:cubicBezTo>
                  <a:cubicBezTo>
                    <a:pt x="3492" y="1727"/>
                    <a:pt x="3835" y="1795"/>
                    <a:pt x="4180" y="1932"/>
                  </a:cubicBezTo>
                  <a:cubicBezTo>
                    <a:pt x="4204" y="1938"/>
                    <a:pt x="4227" y="1941"/>
                    <a:pt x="4248" y="1941"/>
                  </a:cubicBezTo>
                  <a:cubicBezTo>
                    <a:pt x="4269" y="1941"/>
                    <a:pt x="4287" y="1938"/>
                    <a:pt x="4299" y="1932"/>
                  </a:cubicBezTo>
                  <a:cubicBezTo>
                    <a:pt x="4347" y="1920"/>
                    <a:pt x="4382" y="1885"/>
                    <a:pt x="4394" y="1837"/>
                  </a:cubicBezTo>
                  <a:lnTo>
                    <a:pt x="4549" y="1408"/>
                  </a:lnTo>
                  <a:close/>
                  <a:moveTo>
                    <a:pt x="3573" y="5445"/>
                  </a:moveTo>
                  <a:lnTo>
                    <a:pt x="3573" y="6028"/>
                  </a:lnTo>
                  <a:cubicBezTo>
                    <a:pt x="3573" y="6111"/>
                    <a:pt x="3644" y="6183"/>
                    <a:pt x="3739" y="6183"/>
                  </a:cubicBezTo>
                  <a:lnTo>
                    <a:pt x="3954" y="6183"/>
                  </a:lnTo>
                  <a:lnTo>
                    <a:pt x="3156" y="7576"/>
                  </a:lnTo>
                  <a:lnTo>
                    <a:pt x="2346" y="6183"/>
                  </a:lnTo>
                  <a:lnTo>
                    <a:pt x="2573" y="6183"/>
                  </a:lnTo>
                  <a:cubicBezTo>
                    <a:pt x="2668" y="6183"/>
                    <a:pt x="2739" y="6111"/>
                    <a:pt x="2739" y="6028"/>
                  </a:cubicBezTo>
                  <a:lnTo>
                    <a:pt x="2739" y="5445"/>
                  </a:lnTo>
                  <a:cubicBezTo>
                    <a:pt x="2876" y="5480"/>
                    <a:pt x="3019" y="5498"/>
                    <a:pt x="3160" y="5498"/>
                  </a:cubicBezTo>
                  <a:cubicBezTo>
                    <a:pt x="3302" y="5498"/>
                    <a:pt x="3442" y="5480"/>
                    <a:pt x="3573" y="5445"/>
                  </a:cubicBezTo>
                  <a:close/>
                  <a:moveTo>
                    <a:pt x="3180" y="0"/>
                  </a:moveTo>
                  <a:cubicBezTo>
                    <a:pt x="2626" y="0"/>
                    <a:pt x="2072" y="105"/>
                    <a:pt x="1525" y="313"/>
                  </a:cubicBezTo>
                  <a:cubicBezTo>
                    <a:pt x="1477" y="325"/>
                    <a:pt x="1441" y="349"/>
                    <a:pt x="1430" y="396"/>
                  </a:cubicBezTo>
                  <a:cubicBezTo>
                    <a:pt x="1418" y="444"/>
                    <a:pt x="1418" y="492"/>
                    <a:pt x="1430" y="515"/>
                  </a:cubicBezTo>
                  <a:lnTo>
                    <a:pt x="1656" y="1099"/>
                  </a:lnTo>
                  <a:cubicBezTo>
                    <a:pt x="1060" y="1504"/>
                    <a:pt x="703" y="2158"/>
                    <a:pt x="703" y="2861"/>
                  </a:cubicBezTo>
                  <a:cubicBezTo>
                    <a:pt x="703" y="3218"/>
                    <a:pt x="715" y="4051"/>
                    <a:pt x="763" y="4444"/>
                  </a:cubicBezTo>
                  <a:cubicBezTo>
                    <a:pt x="822" y="5040"/>
                    <a:pt x="1322" y="5504"/>
                    <a:pt x="1918" y="5504"/>
                  </a:cubicBezTo>
                  <a:lnTo>
                    <a:pt x="2453" y="5504"/>
                  </a:lnTo>
                  <a:lnTo>
                    <a:pt x="2453" y="5861"/>
                  </a:lnTo>
                  <a:cubicBezTo>
                    <a:pt x="1549" y="5873"/>
                    <a:pt x="775" y="6480"/>
                    <a:pt x="572" y="7361"/>
                  </a:cubicBezTo>
                  <a:lnTo>
                    <a:pt x="108" y="9255"/>
                  </a:lnTo>
                  <a:cubicBezTo>
                    <a:pt x="1" y="9671"/>
                    <a:pt x="191" y="10100"/>
                    <a:pt x="572" y="10314"/>
                  </a:cubicBezTo>
                  <a:cubicBezTo>
                    <a:pt x="1441" y="10820"/>
                    <a:pt x="2320" y="11073"/>
                    <a:pt x="3199" y="11073"/>
                  </a:cubicBezTo>
                  <a:cubicBezTo>
                    <a:pt x="4079" y="11073"/>
                    <a:pt x="4960" y="10820"/>
                    <a:pt x="5835" y="10314"/>
                  </a:cubicBezTo>
                  <a:cubicBezTo>
                    <a:pt x="6168" y="10100"/>
                    <a:pt x="6347" y="9659"/>
                    <a:pt x="6240" y="9255"/>
                  </a:cubicBezTo>
                  <a:lnTo>
                    <a:pt x="6061" y="8504"/>
                  </a:lnTo>
                  <a:cubicBezTo>
                    <a:pt x="6050" y="8430"/>
                    <a:pt x="5972" y="8384"/>
                    <a:pt x="5896" y="8384"/>
                  </a:cubicBezTo>
                  <a:cubicBezTo>
                    <a:pt x="5888" y="8384"/>
                    <a:pt x="5879" y="8384"/>
                    <a:pt x="5871" y="8385"/>
                  </a:cubicBezTo>
                  <a:cubicBezTo>
                    <a:pt x="5775" y="8409"/>
                    <a:pt x="5728" y="8493"/>
                    <a:pt x="5751" y="8588"/>
                  </a:cubicBezTo>
                  <a:lnTo>
                    <a:pt x="5930" y="9326"/>
                  </a:lnTo>
                  <a:cubicBezTo>
                    <a:pt x="5990" y="9600"/>
                    <a:pt x="5871" y="9897"/>
                    <a:pt x="5632" y="10028"/>
                  </a:cubicBezTo>
                  <a:cubicBezTo>
                    <a:pt x="4799" y="10505"/>
                    <a:pt x="3980" y="10743"/>
                    <a:pt x="3162" y="10743"/>
                  </a:cubicBezTo>
                  <a:cubicBezTo>
                    <a:pt x="2343" y="10743"/>
                    <a:pt x="1525" y="10505"/>
                    <a:pt x="691" y="10028"/>
                  </a:cubicBezTo>
                  <a:cubicBezTo>
                    <a:pt x="453" y="9897"/>
                    <a:pt x="310" y="9600"/>
                    <a:pt x="394" y="9326"/>
                  </a:cubicBezTo>
                  <a:lnTo>
                    <a:pt x="846" y="7433"/>
                  </a:lnTo>
                  <a:cubicBezTo>
                    <a:pt x="1001" y="6838"/>
                    <a:pt x="1441" y="6397"/>
                    <a:pt x="2025" y="6242"/>
                  </a:cubicBezTo>
                  <a:lnTo>
                    <a:pt x="3025" y="7992"/>
                  </a:lnTo>
                  <a:cubicBezTo>
                    <a:pt x="3055" y="8040"/>
                    <a:pt x="3111" y="8064"/>
                    <a:pt x="3168" y="8064"/>
                  </a:cubicBezTo>
                  <a:cubicBezTo>
                    <a:pt x="3224" y="8064"/>
                    <a:pt x="3281" y="8040"/>
                    <a:pt x="3311" y="7992"/>
                  </a:cubicBezTo>
                  <a:lnTo>
                    <a:pt x="4299" y="6242"/>
                  </a:lnTo>
                  <a:cubicBezTo>
                    <a:pt x="4870" y="6397"/>
                    <a:pt x="5335" y="6838"/>
                    <a:pt x="5478" y="7433"/>
                  </a:cubicBezTo>
                  <a:lnTo>
                    <a:pt x="5573" y="7826"/>
                  </a:lnTo>
                  <a:cubicBezTo>
                    <a:pt x="5584" y="7901"/>
                    <a:pt x="5652" y="7947"/>
                    <a:pt x="5735" y="7947"/>
                  </a:cubicBezTo>
                  <a:cubicBezTo>
                    <a:pt x="5744" y="7947"/>
                    <a:pt x="5754" y="7946"/>
                    <a:pt x="5763" y="7945"/>
                  </a:cubicBezTo>
                  <a:cubicBezTo>
                    <a:pt x="5847" y="7921"/>
                    <a:pt x="5894" y="7838"/>
                    <a:pt x="5882" y="7754"/>
                  </a:cubicBezTo>
                  <a:lnTo>
                    <a:pt x="5787" y="7361"/>
                  </a:lnTo>
                  <a:cubicBezTo>
                    <a:pt x="5585" y="6480"/>
                    <a:pt x="4811" y="5873"/>
                    <a:pt x="3906" y="5861"/>
                  </a:cubicBezTo>
                  <a:lnTo>
                    <a:pt x="3906" y="5504"/>
                  </a:lnTo>
                  <a:lnTo>
                    <a:pt x="4442" y="5504"/>
                  </a:lnTo>
                  <a:cubicBezTo>
                    <a:pt x="5037" y="5504"/>
                    <a:pt x="5537" y="5052"/>
                    <a:pt x="5597" y="4444"/>
                  </a:cubicBezTo>
                  <a:cubicBezTo>
                    <a:pt x="5644" y="4051"/>
                    <a:pt x="5656" y="3218"/>
                    <a:pt x="5656" y="2861"/>
                  </a:cubicBezTo>
                  <a:cubicBezTo>
                    <a:pt x="5656" y="2135"/>
                    <a:pt x="5287" y="1492"/>
                    <a:pt x="4704" y="1099"/>
                  </a:cubicBezTo>
                  <a:lnTo>
                    <a:pt x="4930" y="515"/>
                  </a:lnTo>
                  <a:cubicBezTo>
                    <a:pt x="4954" y="432"/>
                    <a:pt x="4918" y="337"/>
                    <a:pt x="4835" y="313"/>
                  </a:cubicBezTo>
                  <a:cubicBezTo>
                    <a:pt x="4287" y="105"/>
                    <a:pt x="3733" y="0"/>
                    <a:pt x="3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5" name="Google Shape;9855;p63"/>
          <p:cNvGrpSpPr/>
          <p:nvPr/>
        </p:nvGrpSpPr>
        <p:grpSpPr>
          <a:xfrm>
            <a:off x="7571624" y="3627935"/>
            <a:ext cx="292047" cy="352762"/>
            <a:chOff x="7571624" y="3808935"/>
            <a:chExt cx="292047" cy="352762"/>
          </a:xfrm>
        </p:grpSpPr>
        <p:sp>
          <p:nvSpPr>
            <p:cNvPr id="9856" name="Google Shape;9856;p63"/>
            <p:cNvSpPr/>
            <p:nvPr/>
          </p:nvSpPr>
          <p:spPr>
            <a:xfrm>
              <a:off x="7802955" y="4057755"/>
              <a:ext cx="15227" cy="15195"/>
            </a:xfrm>
            <a:custGeom>
              <a:avLst/>
              <a:gdLst/>
              <a:ahLst/>
              <a:cxnLst/>
              <a:rect l="l" t="t" r="r" b="b"/>
              <a:pathLst>
                <a:path w="478" h="477" extrusionOk="0">
                  <a:moveTo>
                    <a:pt x="239" y="0"/>
                  </a:moveTo>
                  <a:cubicBezTo>
                    <a:pt x="120" y="0"/>
                    <a:pt x="1" y="107"/>
                    <a:pt x="1" y="238"/>
                  </a:cubicBezTo>
                  <a:cubicBezTo>
                    <a:pt x="1" y="381"/>
                    <a:pt x="108" y="476"/>
                    <a:pt x="239" y="476"/>
                  </a:cubicBezTo>
                  <a:cubicBezTo>
                    <a:pt x="382" y="476"/>
                    <a:pt x="477" y="381"/>
                    <a:pt x="477" y="238"/>
                  </a:cubicBezTo>
                  <a:cubicBezTo>
                    <a:pt x="477" y="107"/>
                    <a:pt x="382"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63"/>
            <p:cNvSpPr/>
            <p:nvPr/>
          </p:nvSpPr>
          <p:spPr>
            <a:xfrm>
              <a:off x="7764665" y="4115763"/>
              <a:ext cx="13315" cy="13315"/>
            </a:xfrm>
            <a:custGeom>
              <a:avLst/>
              <a:gdLst/>
              <a:ahLst/>
              <a:cxnLst/>
              <a:rect l="l" t="t" r="r" b="b"/>
              <a:pathLst>
                <a:path w="418" h="418" extrusionOk="0">
                  <a:moveTo>
                    <a:pt x="215" y="1"/>
                  </a:moveTo>
                  <a:cubicBezTo>
                    <a:pt x="84" y="1"/>
                    <a:pt x="0" y="84"/>
                    <a:pt x="0" y="203"/>
                  </a:cubicBezTo>
                  <a:cubicBezTo>
                    <a:pt x="0" y="322"/>
                    <a:pt x="84"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63"/>
            <p:cNvSpPr/>
            <p:nvPr/>
          </p:nvSpPr>
          <p:spPr>
            <a:xfrm>
              <a:off x="7653141" y="4048262"/>
              <a:ext cx="13315" cy="13315"/>
            </a:xfrm>
            <a:custGeom>
              <a:avLst/>
              <a:gdLst/>
              <a:ahLst/>
              <a:cxnLst/>
              <a:rect l="l" t="t" r="r" b="b"/>
              <a:pathLst>
                <a:path w="418" h="418" extrusionOk="0">
                  <a:moveTo>
                    <a:pt x="215" y="0"/>
                  </a:moveTo>
                  <a:cubicBezTo>
                    <a:pt x="96" y="0"/>
                    <a:pt x="1" y="96"/>
                    <a:pt x="1" y="215"/>
                  </a:cubicBezTo>
                  <a:cubicBezTo>
                    <a:pt x="1" y="334"/>
                    <a:pt x="96" y="417"/>
                    <a:pt x="215" y="417"/>
                  </a:cubicBezTo>
                  <a:cubicBezTo>
                    <a:pt x="334" y="417"/>
                    <a:pt x="418" y="334"/>
                    <a:pt x="418" y="215"/>
                  </a:cubicBezTo>
                  <a:cubicBezTo>
                    <a:pt x="418" y="96"/>
                    <a:pt x="33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63"/>
            <p:cNvSpPr/>
            <p:nvPr/>
          </p:nvSpPr>
          <p:spPr>
            <a:xfrm>
              <a:off x="7675917" y="4115763"/>
              <a:ext cx="13284" cy="13315"/>
            </a:xfrm>
            <a:custGeom>
              <a:avLst/>
              <a:gdLst/>
              <a:ahLst/>
              <a:cxnLst/>
              <a:rect l="l" t="t" r="r" b="b"/>
              <a:pathLst>
                <a:path w="417"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63"/>
            <p:cNvSpPr/>
            <p:nvPr/>
          </p:nvSpPr>
          <p:spPr>
            <a:xfrm>
              <a:off x="7715736" y="4062660"/>
              <a:ext cx="16342" cy="15959"/>
            </a:xfrm>
            <a:custGeom>
              <a:avLst/>
              <a:gdLst/>
              <a:ahLst/>
              <a:cxnLst/>
              <a:rect l="l" t="t" r="r" b="b"/>
              <a:pathLst>
                <a:path w="513" h="501" extrusionOk="0">
                  <a:moveTo>
                    <a:pt x="262" y="1"/>
                  </a:moveTo>
                  <a:cubicBezTo>
                    <a:pt x="119" y="1"/>
                    <a:pt x="0" y="120"/>
                    <a:pt x="0" y="251"/>
                  </a:cubicBezTo>
                  <a:cubicBezTo>
                    <a:pt x="0" y="382"/>
                    <a:pt x="119" y="501"/>
                    <a:pt x="262" y="501"/>
                  </a:cubicBezTo>
                  <a:cubicBezTo>
                    <a:pt x="393" y="501"/>
                    <a:pt x="512" y="406"/>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63"/>
            <p:cNvSpPr/>
            <p:nvPr/>
          </p:nvSpPr>
          <p:spPr>
            <a:xfrm>
              <a:off x="7571624" y="3808935"/>
              <a:ext cx="292047" cy="352762"/>
            </a:xfrm>
            <a:custGeom>
              <a:avLst/>
              <a:gdLst/>
              <a:ahLst/>
              <a:cxnLst/>
              <a:rect l="l" t="t" r="r" b="b"/>
              <a:pathLst>
                <a:path w="9168" h="11074" extrusionOk="0">
                  <a:moveTo>
                    <a:pt x="3085" y="6536"/>
                  </a:moveTo>
                  <a:cubicBezTo>
                    <a:pt x="3680" y="6536"/>
                    <a:pt x="4251" y="6687"/>
                    <a:pt x="4786" y="7001"/>
                  </a:cubicBezTo>
                  <a:cubicBezTo>
                    <a:pt x="5364" y="7337"/>
                    <a:pt x="5926" y="7449"/>
                    <a:pt x="6422" y="7449"/>
                  </a:cubicBezTo>
                  <a:cubicBezTo>
                    <a:pt x="6805" y="7449"/>
                    <a:pt x="7149" y="7382"/>
                    <a:pt x="7430" y="7299"/>
                  </a:cubicBezTo>
                  <a:cubicBezTo>
                    <a:pt x="7858" y="7180"/>
                    <a:pt x="8192" y="7001"/>
                    <a:pt x="8382" y="6882"/>
                  </a:cubicBezTo>
                  <a:lnTo>
                    <a:pt x="8382" y="6882"/>
                  </a:lnTo>
                  <a:cubicBezTo>
                    <a:pt x="8739" y="8156"/>
                    <a:pt x="8430" y="9502"/>
                    <a:pt x="7477" y="10454"/>
                  </a:cubicBezTo>
                  <a:cubicBezTo>
                    <a:pt x="7287" y="10645"/>
                    <a:pt x="7013" y="10764"/>
                    <a:pt x="6727" y="10764"/>
                  </a:cubicBezTo>
                  <a:lnTo>
                    <a:pt x="3000" y="10764"/>
                  </a:lnTo>
                  <a:cubicBezTo>
                    <a:pt x="2715" y="10764"/>
                    <a:pt x="2441" y="10645"/>
                    <a:pt x="2250" y="10454"/>
                  </a:cubicBezTo>
                  <a:cubicBezTo>
                    <a:pt x="1393" y="9573"/>
                    <a:pt x="988" y="8311"/>
                    <a:pt x="1334" y="6966"/>
                  </a:cubicBezTo>
                  <a:cubicBezTo>
                    <a:pt x="1476" y="6894"/>
                    <a:pt x="1846" y="6716"/>
                    <a:pt x="2357" y="6609"/>
                  </a:cubicBezTo>
                  <a:cubicBezTo>
                    <a:pt x="2603" y="6561"/>
                    <a:pt x="2846" y="6536"/>
                    <a:pt x="3085" y="6536"/>
                  </a:cubicBezTo>
                  <a:close/>
                  <a:moveTo>
                    <a:pt x="3322" y="1"/>
                  </a:moveTo>
                  <a:cubicBezTo>
                    <a:pt x="3084" y="1"/>
                    <a:pt x="2893" y="191"/>
                    <a:pt x="2893" y="429"/>
                  </a:cubicBezTo>
                  <a:lnTo>
                    <a:pt x="2893" y="822"/>
                  </a:lnTo>
                  <a:cubicBezTo>
                    <a:pt x="2893" y="1060"/>
                    <a:pt x="3084" y="1251"/>
                    <a:pt x="3322" y="1251"/>
                  </a:cubicBezTo>
                  <a:lnTo>
                    <a:pt x="3548" y="1251"/>
                  </a:lnTo>
                  <a:lnTo>
                    <a:pt x="3548" y="2584"/>
                  </a:lnTo>
                  <a:cubicBezTo>
                    <a:pt x="3548" y="2679"/>
                    <a:pt x="3620" y="2751"/>
                    <a:pt x="3715" y="2751"/>
                  </a:cubicBezTo>
                  <a:cubicBezTo>
                    <a:pt x="3798" y="2751"/>
                    <a:pt x="3870" y="2679"/>
                    <a:pt x="3870" y="2584"/>
                  </a:cubicBezTo>
                  <a:lnTo>
                    <a:pt x="3870" y="1251"/>
                  </a:lnTo>
                  <a:lnTo>
                    <a:pt x="5822" y="1251"/>
                  </a:lnTo>
                  <a:lnTo>
                    <a:pt x="5822" y="3965"/>
                  </a:lnTo>
                  <a:cubicBezTo>
                    <a:pt x="5822" y="4203"/>
                    <a:pt x="5977" y="4418"/>
                    <a:pt x="6191" y="4513"/>
                  </a:cubicBezTo>
                  <a:cubicBezTo>
                    <a:pt x="7168" y="4894"/>
                    <a:pt x="7894" y="5656"/>
                    <a:pt x="8251" y="6597"/>
                  </a:cubicBezTo>
                  <a:cubicBezTo>
                    <a:pt x="8084" y="6704"/>
                    <a:pt x="7763" y="6894"/>
                    <a:pt x="7299" y="7025"/>
                  </a:cubicBezTo>
                  <a:cubicBezTo>
                    <a:pt x="6992" y="7113"/>
                    <a:pt x="6689" y="7157"/>
                    <a:pt x="6391" y="7157"/>
                  </a:cubicBezTo>
                  <a:cubicBezTo>
                    <a:pt x="5879" y="7157"/>
                    <a:pt x="5384" y="7027"/>
                    <a:pt x="4917" y="6763"/>
                  </a:cubicBezTo>
                  <a:cubicBezTo>
                    <a:pt x="4326" y="6419"/>
                    <a:pt x="3678" y="6255"/>
                    <a:pt x="3027" y="6255"/>
                  </a:cubicBezTo>
                  <a:cubicBezTo>
                    <a:pt x="2486" y="6255"/>
                    <a:pt x="1942" y="6368"/>
                    <a:pt x="1429" y="6585"/>
                  </a:cubicBezTo>
                  <a:cubicBezTo>
                    <a:pt x="1786" y="5656"/>
                    <a:pt x="2512" y="4894"/>
                    <a:pt x="3489" y="4513"/>
                  </a:cubicBezTo>
                  <a:cubicBezTo>
                    <a:pt x="3703" y="4418"/>
                    <a:pt x="3858" y="4215"/>
                    <a:pt x="3858" y="3977"/>
                  </a:cubicBezTo>
                  <a:lnTo>
                    <a:pt x="3858" y="3394"/>
                  </a:lnTo>
                  <a:cubicBezTo>
                    <a:pt x="3858" y="3310"/>
                    <a:pt x="3786" y="3227"/>
                    <a:pt x="3691" y="3227"/>
                  </a:cubicBezTo>
                  <a:cubicBezTo>
                    <a:pt x="3608" y="3227"/>
                    <a:pt x="3536" y="3310"/>
                    <a:pt x="3536" y="3394"/>
                  </a:cubicBezTo>
                  <a:lnTo>
                    <a:pt x="3536" y="3942"/>
                  </a:lnTo>
                  <a:cubicBezTo>
                    <a:pt x="3536" y="4049"/>
                    <a:pt x="3465" y="4156"/>
                    <a:pt x="3370" y="4180"/>
                  </a:cubicBezTo>
                  <a:cubicBezTo>
                    <a:pt x="714" y="5239"/>
                    <a:pt x="0" y="8668"/>
                    <a:pt x="1988" y="10669"/>
                  </a:cubicBezTo>
                  <a:cubicBezTo>
                    <a:pt x="2238" y="10930"/>
                    <a:pt x="2596" y="11073"/>
                    <a:pt x="2953" y="11073"/>
                  </a:cubicBezTo>
                  <a:lnTo>
                    <a:pt x="6703" y="11073"/>
                  </a:lnTo>
                  <a:cubicBezTo>
                    <a:pt x="7060" y="11073"/>
                    <a:pt x="7418" y="10930"/>
                    <a:pt x="7680" y="10657"/>
                  </a:cubicBezTo>
                  <a:cubicBezTo>
                    <a:pt x="9132" y="9240"/>
                    <a:pt x="9168" y="7097"/>
                    <a:pt x="8120" y="5596"/>
                  </a:cubicBezTo>
                  <a:cubicBezTo>
                    <a:pt x="7668" y="4954"/>
                    <a:pt x="7049" y="4477"/>
                    <a:pt x="6334" y="4203"/>
                  </a:cubicBezTo>
                  <a:cubicBezTo>
                    <a:pt x="6227" y="4156"/>
                    <a:pt x="6167" y="4061"/>
                    <a:pt x="6167" y="3965"/>
                  </a:cubicBezTo>
                  <a:lnTo>
                    <a:pt x="6167" y="1251"/>
                  </a:lnTo>
                  <a:lnTo>
                    <a:pt x="6394" y="1251"/>
                  </a:lnTo>
                  <a:cubicBezTo>
                    <a:pt x="6632" y="1251"/>
                    <a:pt x="6822" y="1060"/>
                    <a:pt x="6822" y="822"/>
                  </a:cubicBezTo>
                  <a:lnTo>
                    <a:pt x="6822" y="429"/>
                  </a:lnTo>
                  <a:cubicBezTo>
                    <a:pt x="6822" y="191"/>
                    <a:pt x="6632" y="1"/>
                    <a:pt x="6394" y="1"/>
                  </a:cubicBezTo>
                  <a:lnTo>
                    <a:pt x="5525" y="1"/>
                  </a:lnTo>
                  <a:cubicBezTo>
                    <a:pt x="5441" y="1"/>
                    <a:pt x="5358" y="72"/>
                    <a:pt x="5358" y="167"/>
                  </a:cubicBezTo>
                  <a:cubicBezTo>
                    <a:pt x="5358" y="251"/>
                    <a:pt x="5441" y="334"/>
                    <a:pt x="5525" y="334"/>
                  </a:cubicBezTo>
                  <a:lnTo>
                    <a:pt x="6394" y="334"/>
                  </a:lnTo>
                  <a:cubicBezTo>
                    <a:pt x="6453" y="334"/>
                    <a:pt x="6489" y="370"/>
                    <a:pt x="6489" y="429"/>
                  </a:cubicBezTo>
                  <a:lnTo>
                    <a:pt x="6489" y="822"/>
                  </a:lnTo>
                  <a:cubicBezTo>
                    <a:pt x="6489" y="882"/>
                    <a:pt x="6453" y="929"/>
                    <a:pt x="6394" y="929"/>
                  </a:cubicBezTo>
                  <a:lnTo>
                    <a:pt x="3322" y="929"/>
                  </a:lnTo>
                  <a:cubicBezTo>
                    <a:pt x="3262" y="929"/>
                    <a:pt x="3215" y="882"/>
                    <a:pt x="3215" y="822"/>
                  </a:cubicBezTo>
                  <a:lnTo>
                    <a:pt x="3215" y="429"/>
                  </a:lnTo>
                  <a:cubicBezTo>
                    <a:pt x="3215" y="370"/>
                    <a:pt x="3262" y="334"/>
                    <a:pt x="3322" y="334"/>
                  </a:cubicBezTo>
                  <a:lnTo>
                    <a:pt x="4739" y="334"/>
                  </a:lnTo>
                  <a:cubicBezTo>
                    <a:pt x="4822" y="334"/>
                    <a:pt x="4905" y="251"/>
                    <a:pt x="4905" y="167"/>
                  </a:cubicBezTo>
                  <a:cubicBezTo>
                    <a:pt x="4905" y="72"/>
                    <a:pt x="4822"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2" name="Google Shape;9862;p63"/>
          <p:cNvGrpSpPr/>
          <p:nvPr/>
        </p:nvGrpSpPr>
        <p:grpSpPr>
          <a:xfrm>
            <a:off x="2174559" y="3175116"/>
            <a:ext cx="364135" cy="359930"/>
            <a:chOff x="2174559" y="3356116"/>
            <a:chExt cx="364135" cy="359930"/>
          </a:xfrm>
        </p:grpSpPr>
        <p:sp>
          <p:nvSpPr>
            <p:cNvPr id="9863" name="Google Shape;9863;p63"/>
            <p:cNvSpPr/>
            <p:nvPr/>
          </p:nvSpPr>
          <p:spPr>
            <a:xfrm>
              <a:off x="2273915" y="3452414"/>
              <a:ext cx="166920" cy="166920"/>
            </a:xfrm>
            <a:custGeom>
              <a:avLst/>
              <a:gdLst/>
              <a:ahLst/>
              <a:cxnLst/>
              <a:rect l="l" t="t" r="r" b="b"/>
              <a:pathLst>
                <a:path w="5240" h="5240" extrusionOk="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63"/>
            <p:cNvSpPr/>
            <p:nvPr/>
          </p:nvSpPr>
          <p:spPr>
            <a:xfrm>
              <a:off x="2174559" y="3356116"/>
              <a:ext cx="364135" cy="359930"/>
            </a:xfrm>
            <a:custGeom>
              <a:avLst/>
              <a:gdLst/>
              <a:ahLst/>
              <a:cxnLst/>
              <a:rect l="l" t="t" r="r" b="b"/>
              <a:pathLst>
                <a:path w="11431" h="11299" extrusionOk="0">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5" name="Google Shape;9865;p63"/>
          <p:cNvGrpSpPr/>
          <p:nvPr/>
        </p:nvGrpSpPr>
        <p:grpSpPr>
          <a:xfrm>
            <a:off x="1731934" y="3174639"/>
            <a:ext cx="368371" cy="361554"/>
            <a:chOff x="1731934" y="3355639"/>
            <a:chExt cx="368371" cy="361554"/>
          </a:xfrm>
        </p:grpSpPr>
        <p:sp>
          <p:nvSpPr>
            <p:cNvPr id="9866" name="Google Shape;9866;p63"/>
            <p:cNvSpPr/>
            <p:nvPr/>
          </p:nvSpPr>
          <p:spPr>
            <a:xfrm>
              <a:off x="1812336" y="3533963"/>
              <a:ext cx="41762" cy="41762"/>
            </a:xfrm>
            <a:custGeom>
              <a:avLst/>
              <a:gdLst/>
              <a:ahLst/>
              <a:cxnLst/>
              <a:rect l="l" t="t" r="r" b="b"/>
              <a:pathLst>
                <a:path w="1311" h="1311" extrusionOk="0">
                  <a:moveTo>
                    <a:pt x="655" y="322"/>
                  </a:moveTo>
                  <a:cubicBezTo>
                    <a:pt x="834" y="322"/>
                    <a:pt x="989" y="477"/>
                    <a:pt x="989" y="655"/>
                  </a:cubicBezTo>
                  <a:cubicBezTo>
                    <a:pt x="989" y="834"/>
                    <a:pt x="834" y="989"/>
                    <a:pt x="655" y="989"/>
                  </a:cubicBezTo>
                  <a:cubicBezTo>
                    <a:pt x="477" y="989"/>
                    <a:pt x="334" y="834"/>
                    <a:pt x="334" y="655"/>
                  </a:cubicBezTo>
                  <a:cubicBezTo>
                    <a:pt x="334" y="477"/>
                    <a:pt x="477" y="322"/>
                    <a:pt x="655" y="322"/>
                  </a:cubicBezTo>
                  <a:close/>
                  <a:moveTo>
                    <a:pt x="655" y="1"/>
                  </a:moveTo>
                  <a:cubicBezTo>
                    <a:pt x="298" y="1"/>
                    <a:pt x="1" y="298"/>
                    <a:pt x="1" y="655"/>
                  </a:cubicBezTo>
                  <a:cubicBezTo>
                    <a:pt x="1" y="1013"/>
                    <a:pt x="298" y="1310"/>
                    <a:pt x="655" y="1310"/>
                  </a:cubicBezTo>
                  <a:cubicBezTo>
                    <a:pt x="1013" y="1310"/>
                    <a:pt x="1310" y="1013"/>
                    <a:pt x="1310" y="655"/>
                  </a:cubicBezTo>
                  <a:cubicBezTo>
                    <a:pt x="1310" y="298"/>
                    <a:pt x="1013" y="1"/>
                    <a:pt x="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63"/>
            <p:cNvSpPr/>
            <p:nvPr/>
          </p:nvSpPr>
          <p:spPr>
            <a:xfrm>
              <a:off x="1731934" y="3355639"/>
              <a:ext cx="368371" cy="361554"/>
            </a:xfrm>
            <a:custGeom>
              <a:avLst/>
              <a:gdLst/>
              <a:ahLst/>
              <a:cxnLst/>
              <a:rect l="l" t="t" r="r" b="b"/>
              <a:pathLst>
                <a:path w="11564" h="11350" extrusionOk="0">
                  <a:moveTo>
                    <a:pt x="4572" y="330"/>
                  </a:moveTo>
                  <a:cubicBezTo>
                    <a:pt x="4619" y="330"/>
                    <a:pt x="4691" y="407"/>
                    <a:pt x="5251" y="753"/>
                  </a:cubicBezTo>
                  <a:lnTo>
                    <a:pt x="4882" y="1348"/>
                  </a:lnTo>
                  <a:lnTo>
                    <a:pt x="4239" y="943"/>
                  </a:lnTo>
                  <a:cubicBezTo>
                    <a:pt x="4215" y="907"/>
                    <a:pt x="4192" y="872"/>
                    <a:pt x="4215" y="836"/>
                  </a:cubicBezTo>
                  <a:cubicBezTo>
                    <a:pt x="4513" y="396"/>
                    <a:pt x="4489" y="348"/>
                    <a:pt x="4549" y="336"/>
                  </a:cubicBezTo>
                  <a:cubicBezTo>
                    <a:pt x="4557" y="333"/>
                    <a:pt x="4564" y="330"/>
                    <a:pt x="4572" y="330"/>
                  </a:cubicBezTo>
                  <a:close/>
                  <a:moveTo>
                    <a:pt x="5975" y="398"/>
                  </a:moveTo>
                  <a:cubicBezTo>
                    <a:pt x="6005" y="398"/>
                    <a:pt x="6035" y="404"/>
                    <a:pt x="6061" y="419"/>
                  </a:cubicBezTo>
                  <a:lnTo>
                    <a:pt x="7394" y="1253"/>
                  </a:lnTo>
                  <a:lnTo>
                    <a:pt x="6275" y="3039"/>
                  </a:lnTo>
                  <a:lnTo>
                    <a:pt x="4942" y="2205"/>
                  </a:lnTo>
                  <a:cubicBezTo>
                    <a:pt x="4846" y="2146"/>
                    <a:pt x="4834" y="2039"/>
                    <a:pt x="4882" y="1967"/>
                  </a:cubicBezTo>
                  <a:cubicBezTo>
                    <a:pt x="5073" y="1658"/>
                    <a:pt x="5501" y="979"/>
                    <a:pt x="5823" y="479"/>
                  </a:cubicBezTo>
                  <a:cubicBezTo>
                    <a:pt x="5847" y="430"/>
                    <a:pt x="5911" y="398"/>
                    <a:pt x="5975" y="398"/>
                  </a:cubicBezTo>
                  <a:close/>
                  <a:moveTo>
                    <a:pt x="10180" y="2860"/>
                  </a:moveTo>
                  <a:cubicBezTo>
                    <a:pt x="10323" y="2979"/>
                    <a:pt x="10847" y="3158"/>
                    <a:pt x="11002" y="3789"/>
                  </a:cubicBezTo>
                  <a:cubicBezTo>
                    <a:pt x="11195" y="4581"/>
                    <a:pt x="10555" y="5231"/>
                    <a:pt x="9842" y="5231"/>
                  </a:cubicBezTo>
                  <a:cubicBezTo>
                    <a:pt x="9633" y="5231"/>
                    <a:pt x="9418" y="5175"/>
                    <a:pt x="9216" y="5051"/>
                  </a:cubicBezTo>
                  <a:lnTo>
                    <a:pt x="8918" y="4872"/>
                  </a:lnTo>
                  <a:lnTo>
                    <a:pt x="10180" y="2860"/>
                  </a:lnTo>
                  <a:close/>
                  <a:moveTo>
                    <a:pt x="5644" y="3039"/>
                  </a:moveTo>
                  <a:lnTo>
                    <a:pt x="6204" y="3396"/>
                  </a:lnTo>
                  <a:lnTo>
                    <a:pt x="6216" y="3408"/>
                  </a:lnTo>
                  <a:lnTo>
                    <a:pt x="4287" y="5349"/>
                  </a:lnTo>
                  <a:cubicBezTo>
                    <a:pt x="4132" y="5170"/>
                    <a:pt x="3941" y="5039"/>
                    <a:pt x="3751" y="4944"/>
                  </a:cubicBezTo>
                  <a:lnTo>
                    <a:pt x="5644" y="3039"/>
                  </a:lnTo>
                  <a:close/>
                  <a:moveTo>
                    <a:pt x="3195" y="5176"/>
                  </a:moveTo>
                  <a:cubicBezTo>
                    <a:pt x="3355" y="5176"/>
                    <a:pt x="3520" y="5212"/>
                    <a:pt x="3680" y="5289"/>
                  </a:cubicBezTo>
                  <a:cubicBezTo>
                    <a:pt x="4705" y="5802"/>
                    <a:pt x="4316" y="7363"/>
                    <a:pt x="3195" y="7363"/>
                  </a:cubicBezTo>
                  <a:cubicBezTo>
                    <a:pt x="3170" y="7363"/>
                    <a:pt x="3145" y="7362"/>
                    <a:pt x="3120" y="7361"/>
                  </a:cubicBezTo>
                  <a:cubicBezTo>
                    <a:pt x="2548" y="7325"/>
                    <a:pt x="2096" y="6849"/>
                    <a:pt x="2096" y="6265"/>
                  </a:cubicBezTo>
                  <a:cubicBezTo>
                    <a:pt x="2096" y="5640"/>
                    <a:pt x="2615" y="5176"/>
                    <a:pt x="3195" y="5176"/>
                  </a:cubicBezTo>
                  <a:close/>
                  <a:moveTo>
                    <a:pt x="5144" y="8992"/>
                  </a:moveTo>
                  <a:cubicBezTo>
                    <a:pt x="5358" y="8992"/>
                    <a:pt x="5537" y="9159"/>
                    <a:pt x="5537" y="9385"/>
                  </a:cubicBezTo>
                  <a:lnTo>
                    <a:pt x="5537" y="9694"/>
                  </a:lnTo>
                  <a:lnTo>
                    <a:pt x="4537" y="9694"/>
                  </a:lnTo>
                  <a:lnTo>
                    <a:pt x="4537" y="9385"/>
                  </a:lnTo>
                  <a:lnTo>
                    <a:pt x="4525" y="9385"/>
                  </a:lnTo>
                  <a:cubicBezTo>
                    <a:pt x="4525" y="9170"/>
                    <a:pt x="4692" y="8992"/>
                    <a:pt x="4906" y="8992"/>
                  </a:cubicBezTo>
                  <a:close/>
                  <a:moveTo>
                    <a:pt x="6085" y="10016"/>
                  </a:moveTo>
                  <a:cubicBezTo>
                    <a:pt x="6454" y="10016"/>
                    <a:pt x="6751" y="10313"/>
                    <a:pt x="6751" y="10694"/>
                  </a:cubicBezTo>
                  <a:lnTo>
                    <a:pt x="6751" y="10992"/>
                  </a:lnTo>
                  <a:lnTo>
                    <a:pt x="322" y="10992"/>
                  </a:lnTo>
                  <a:lnTo>
                    <a:pt x="322" y="10694"/>
                  </a:lnTo>
                  <a:cubicBezTo>
                    <a:pt x="322" y="10313"/>
                    <a:pt x="620" y="10016"/>
                    <a:pt x="1001" y="10016"/>
                  </a:cubicBezTo>
                  <a:close/>
                  <a:moveTo>
                    <a:pt x="4558" y="1"/>
                  </a:moveTo>
                  <a:cubicBezTo>
                    <a:pt x="4419" y="1"/>
                    <a:pt x="4281" y="69"/>
                    <a:pt x="4203" y="193"/>
                  </a:cubicBezTo>
                  <a:lnTo>
                    <a:pt x="3906" y="669"/>
                  </a:lnTo>
                  <a:cubicBezTo>
                    <a:pt x="3787" y="872"/>
                    <a:pt x="3846" y="1122"/>
                    <a:pt x="4049" y="1241"/>
                  </a:cubicBezTo>
                  <a:lnTo>
                    <a:pt x="4680" y="1646"/>
                  </a:lnTo>
                  <a:cubicBezTo>
                    <a:pt x="4644" y="1741"/>
                    <a:pt x="4442" y="1908"/>
                    <a:pt x="4525" y="2193"/>
                  </a:cubicBezTo>
                  <a:cubicBezTo>
                    <a:pt x="4549" y="2324"/>
                    <a:pt x="4620" y="2431"/>
                    <a:pt x="4739" y="2503"/>
                  </a:cubicBezTo>
                  <a:lnTo>
                    <a:pt x="5335" y="2872"/>
                  </a:lnTo>
                  <a:lnTo>
                    <a:pt x="3358" y="4872"/>
                  </a:lnTo>
                  <a:cubicBezTo>
                    <a:pt x="3297" y="4865"/>
                    <a:pt x="3237" y="4861"/>
                    <a:pt x="3177" y="4861"/>
                  </a:cubicBezTo>
                  <a:cubicBezTo>
                    <a:pt x="2398" y="4861"/>
                    <a:pt x="1751" y="5493"/>
                    <a:pt x="1751" y="6289"/>
                  </a:cubicBezTo>
                  <a:cubicBezTo>
                    <a:pt x="1751" y="6765"/>
                    <a:pt x="1989" y="7194"/>
                    <a:pt x="2346" y="7444"/>
                  </a:cubicBezTo>
                  <a:lnTo>
                    <a:pt x="2346" y="8397"/>
                  </a:lnTo>
                  <a:cubicBezTo>
                    <a:pt x="2346" y="8492"/>
                    <a:pt x="2417" y="8563"/>
                    <a:pt x="2513" y="8563"/>
                  </a:cubicBezTo>
                  <a:cubicBezTo>
                    <a:pt x="2596" y="8563"/>
                    <a:pt x="2679" y="8492"/>
                    <a:pt x="2679" y="8397"/>
                  </a:cubicBezTo>
                  <a:lnTo>
                    <a:pt x="2679" y="7623"/>
                  </a:lnTo>
                  <a:cubicBezTo>
                    <a:pt x="2828" y="7675"/>
                    <a:pt x="2995" y="7708"/>
                    <a:pt x="3163" y="7708"/>
                  </a:cubicBezTo>
                  <a:cubicBezTo>
                    <a:pt x="3224" y="7708"/>
                    <a:pt x="3286" y="7704"/>
                    <a:pt x="3346" y="7694"/>
                  </a:cubicBezTo>
                  <a:lnTo>
                    <a:pt x="3346" y="9706"/>
                  </a:lnTo>
                  <a:lnTo>
                    <a:pt x="2679" y="9706"/>
                  </a:lnTo>
                  <a:lnTo>
                    <a:pt x="2679" y="9028"/>
                  </a:lnTo>
                  <a:cubicBezTo>
                    <a:pt x="2679" y="8932"/>
                    <a:pt x="2596" y="8861"/>
                    <a:pt x="2513" y="8861"/>
                  </a:cubicBezTo>
                  <a:cubicBezTo>
                    <a:pt x="2417" y="8861"/>
                    <a:pt x="2346" y="8932"/>
                    <a:pt x="2346" y="9028"/>
                  </a:cubicBezTo>
                  <a:lnTo>
                    <a:pt x="2346" y="9706"/>
                  </a:lnTo>
                  <a:lnTo>
                    <a:pt x="989" y="9706"/>
                  </a:lnTo>
                  <a:cubicBezTo>
                    <a:pt x="441" y="9706"/>
                    <a:pt x="1" y="10159"/>
                    <a:pt x="1" y="10706"/>
                  </a:cubicBezTo>
                  <a:lnTo>
                    <a:pt x="1" y="11183"/>
                  </a:lnTo>
                  <a:cubicBezTo>
                    <a:pt x="1" y="11266"/>
                    <a:pt x="72" y="11349"/>
                    <a:pt x="155" y="11349"/>
                  </a:cubicBezTo>
                  <a:lnTo>
                    <a:pt x="6918" y="11349"/>
                  </a:lnTo>
                  <a:cubicBezTo>
                    <a:pt x="7001" y="11349"/>
                    <a:pt x="7085" y="11266"/>
                    <a:pt x="7085" y="11183"/>
                  </a:cubicBezTo>
                  <a:lnTo>
                    <a:pt x="7085" y="10706"/>
                  </a:lnTo>
                  <a:cubicBezTo>
                    <a:pt x="7085" y="10159"/>
                    <a:pt x="6632" y="9706"/>
                    <a:pt x="6085" y="9706"/>
                  </a:cubicBezTo>
                  <a:lnTo>
                    <a:pt x="5846" y="9706"/>
                  </a:lnTo>
                  <a:lnTo>
                    <a:pt x="5846" y="9397"/>
                  </a:lnTo>
                  <a:cubicBezTo>
                    <a:pt x="5846" y="9004"/>
                    <a:pt x="5537" y="8682"/>
                    <a:pt x="5132" y="8682"/>
                  </a:cubicBezTo>
                  <a:lnTo>
                    <a:pt x="4894" y="8682"/>
                  </a:lnTo>
                  <a:cubicBezTo>
                    <a:pt x="4501" y="8682"/>
                    <a:pt x="4180" y="9004"/>
                    <a:pt x="4180" y="9397"/>
                  </a:cubicBezTo>
                  <a:lnTo>
                    <a:pt x="4180" y="9706"/>
                  </a:lnTo>
                  <a:lnTo>
                    <a:pt x="3668" y="9706"/>
                  </a:lnTo>
                  <a:lnTo>
                    <a:pt x="3668" y="7611"/>
                  </a:lnTo>
                  <a:cubicBezTo>
                    <a:pt x="4465" y="7313"/>
                    <a:pt x="4823" y="6384"/>
                    <a:pt x="4442" y="5646"/>
                  </a:cubicBezTo>
                  <a:lnTo>
                    <a:pt x="6370" y="3717"/>
                  </a:lnTo>
                  <a:lnTo>
                    <a:pt x="7585" y="5801"/>
                  </a:lnTo>
                  <a:cubicBezTo>
                    <a:pt x="7670" y="5947"/>
                    <a:pt x="7817" y="6018"/>
                    <a:pt x="7962" y="6018"/>
                  </a:cubicBezTo>
                  <a:cubicBezTo>
                    <a:pt x="8100" y="6018"/>
                    <a:pt x="8235" y="5953"/>
                    <a:pt x="8311" y="5825"/>
                  </a:cubicBezTo>
                  <a:lnTo>
                    <a:pt x="8716" y="5182"/>
                  </a:lnTo>
                  <a:lnTo>
                    <a:pt x="9014" y="5360"/>
                  </a:lnTo>
                  <a:cubicBezTo>
                    <a:pt x="9273" y="5514"/>
                    <a:pt x="9548" y="5584"/>
                    <a:pt x="9813" y="5584"/>
                  </a:cubicBezTo>
                  <a:cubicBezTo>
                    <a:pt x="10740" y="5584"/>
                    <a:pt x="11564" y="4739"/>
                    <a:pt x="11323" y="3694"/>
                  </a:cubicBezTo>
                  <a:cubicBezTo>
                    <a:pt x="11145" y="2908"/>
                    <a:pt x="10490" y="2670"/>
                    <a:pt x="10359" y="2562"/>
                  </a:cubicBezTo>
                  <a:lnTo>
                    <a:pt x="10764" y="1920"/>
                  </a:lnTo>
                  <a:cubicBezTo>
                    <a:pt x="10942" y="1658"/>
                    <a:pt x="10740" y="1300"/>
                    <a:pt x="10430" y="1265"/>
                  </a:cubicBezTo>
                  <a:lnTo>
                    <a:pt x="9359" y="1181"/>
                  </a:lnTo>
                  <a:cubicBezTo>
                    <a:pt x="9353" y="1180"/>
                    <a:pt x="9346" y="1180"/>
                    <a:pt x="9340" y="1180"/>
                  </a:cubicBezTo>
                  <a:cubicBezTo>
                    <a:pt x="9262" y="1180"/>
                    <a:pt x="9180" y="1247"/>
                    <a:pt x="9180" y="1324"/>
                  </a:cubicBezTo>
                  <a:cubicBezTo>
                    <a:pt x="9168" y="1419"/>
                    <a:pt x="9240" y="1503"/>
                    <a:pt x="9335" y="1503"/>
                  </a:cubicBezTo>
                  <a:lnTo>
                    <a:pt x="10407" y="1598"/>
                  </a:lnTo>
                  <a:cubicBezTo>
                    <a:pt x="10478" y="1598"/>
                    <a:pt x="10526" y="1681"/>
                    <a:pt x="10478" y="1741"/>
                  </a:cubicBezTo>
                  <a:cubicBezTo>
                    <a:pt x="10109" y="2324"/>
                    <a:pt x="8347" y="5134"/>
                    <a:pt x="8049" y="5610"/>
                  </a:cubicBezTo>
                  <a:cubicBezTo>
                    <a:pt x="8025" y="5640"/>
                    <a:pt x="7993" y="5655"/>
                    <a:pt x="7961" y="5655"/>
                  </a:cubicBezTo>
                  <a:cubicBezTo>
                    <a:pt x="7930" y="5655"/>
                    <a:pt x="7900" y="5640"/>
                    <a:pt x="7882" y="5610"/>
                  </a:cubicBezTo>
                  <a:lnTo>
                    <a:pt x="6525" y="3313"/>
                  </a:lnTo>
                  <a:lnTo>
                    <a:pt x="6513" y="3277"/>
                  </a:lnTo>
                  <a:lnTo>
                    <a:pt x="7704" y="1372"/>
                  </a:lnTo>
                  <a:lnTo>
                    <a:pt x="8704" y="1467"/>
                  </a:lnTo>
                  <a:cubicBezTo>
                    <a:pt x="8710" y="1468"/>
                    <a:pt x="8716" y="1468"/>
                    <a:pt x="8722" y="1468"/>
                  </a:cubicBezTo>
                  <a:cubicBezTo>
                    <a:pt x="8801" y="1468"/>
                    <a:pt x="8883" y="1401"/>
                    <a:pt x="8883" y="1312"/>
                  </a:cubicBezTo>
                  <a:cubicBezTo>
                    <a:pt x="8894" y="1229"/>
                    <a:pt x="8823" y="1134"/>
                    <a:pt x="8728" y="1134"/>
                  </a:cubicBezTo>
                  <a:lnTo>
                    <a:pt x="7656" y="1050"/>
                  </a:lnTo>
                  <a:lnTo>
                    <a:pt x="6216" y="134"/>
                  </a:lnTo>
                  <a:cubicBezTo>
                    <a:pt x="6133" y="84"/>
                    <a:pt x="6042" y="60"/>
                    <a:pt x="5952" y="60"/>
                  </a:cubicBezTo>
                  <a:cubicBezTo>
                    <a:pt x="5781" y="60"/>
                    <a:pt x="5614" y="145"/>
                    <a:pt x="5513" y="300"/>
                  </a:cubicBezTo>
                  <a:lnTo>
                    <a:pt x="5418" y="467"/>
                  </a:lnTo>
                  <a:lnTo>
                    <a:pt x="4775" y="62"/>
                  </a:lnTo>
                  <a:cubicBezTo>
                    <a:pt x="4708" y="21"/>
                    <a:pt x="4633" y="1"/>
                    <a:pt x="4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8" name="Google Shape;9868;p63"/>
          <p:cNvGrpSpPr/>
          <p:nvPr/>
        </p:nvGrpSpPr>
        <p:grpSpPr>
          <a:xfrm>
            <a:off x="3990517" y="3173173"/>
            <a:ext cx="279559" cy="363402"/>
            <a:chOff x="3990517" y="3354173"/>
            <a:chExt cx="279559" cy="363402"/>
          </a:xfrm>
        </p:grpSpPr>
        <p:sp>
          <p:nvSpPr>
            <p:cNvPr id="9869" name="Google Shape;9869;p63"/>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63"/>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63"/>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2" name="Google Shape;9872;p63"/>
          <p:cNvGrpSpPr/>
          <p:nvPr/>
        </p:nvGrpSpPr>
        <p:grpSpPr>
          <a:xfrm>
            <a:off x="3497847" y="3236374"/>
            <a:ext cx="379680" cy="237606"/>
            <a:chOff x="3497847" y="3417374"/>
            <a:chExt cx="379680" cy="237606"/>
          </a:xfrm>
        </p:grpSpPr>
        <p:sp>
          <p:nvSpPr>
            <p:cNvPr id="9873" name="Google Shape;9873;p63"/>
            <p:cNvSpPr/>
            <p:nvPr/>
          </p:nvSpPr>
          <p:spPr>
            <a:xfrm>
              <a:off x="3557767" y="3444833"/>
              <a:ext cx="113818" cy="113818"/>
            </a:xfrm>
            <a:custGeom>
              <a:avLst/>
              <a:gdLst/>
              <a:ahLst/>
              <a:cxnLst/>
              <a:rect l="l" t="t" r="r" b="b"/>
              <a:pathLst>
                <a:path w="3573" h="3573" extrusionOk="0">
                  <a:moveTo>
                    <a:pt x="1786" y="358"/>
                  </a:moveTo>
                  <a:cubicBezTo>
                    <a:pt x="2572" y="358"/>
                    <a:pt x="3215" y="1001"/>
                    <a:pt x="3215" y="1787"/>
                  </a:cubicBezTo>
                  <a:cubicBezTo>
                    <a:pt x="3215" y="2572"/>
                    <a:pt x="2572" y="3215"/>
                    <a:pt x="1786" y="3215"/>
                  </a:cubicBezTo>
                  <a:cubicBezTo>
                    <a:pt x="988" y="3215"/>
                    <a:pt x="357" y="2572"/>
                    <a:pt x="357" y="1787"/>
                  </a:cubicBezTo>
                  <a:cubicBezTo>
                    <a:pt x="334" y="1001"/>
                    <a:pt x="988" y="358"/>
                    <a:pt x="1786" y="358"/>
                  </a:cubicBezTo>
                  <a:close/>
                  <a:moveTo>
                    <a:pt x="1786" y="1"/>
                  </a:moveTo>
                  <a:cubicBezTo>
                    <a:pt x="798" y="1"/>
                    <a:pt x="0" y="810"/>
                    <a:pt x="0" y="1787"/>
                  </a:cubicBezTo>
                  <a:cubicBezTo>
                    <a:pt x="0" y="2787"/>
                    <a:pt x="798" y="3572"/>
                    <a:pt x="1786" y="3572"/>
                  </a:cubicBezTo>
                  <a:cubicBezTo>
                    <a:pt x="2762" y="3572"/>
                    <a:pt x="3572" y="2775"/>
                    <a:pt x="3572" y="1787"/>
                  </a:cubicBezTo>
                  <a:cubicBezTo>
                    <a:pt x="3572" y="810"/>
                    <a:pt x="2762"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63"/>
            <p:cNvSpPr/>
            <p:nvPr/>
          </p:nvSpPr>
          <p:spPr>
            <a:xfrm>
              <a:off x="3706434" y="3518418"/>
              <a:ext cx="62595" cy="62595"/>
            </a:xfrm>
            <a:custGeom>
              <a:avLst/>
              <a:gdLst/>
              <a:ahLst/>
              <a:cxnLst/>
              <a:rect l="l" t="t" r="r" b="b"/>
              <a:pathLst>
                <a:path w="1965" h="1965" extrusionOk="0">
                  <a:moveTo>
                    <a:pt x="989" y="358"/>
                  </a:moveTo>
                  <a:cubicBezTo>
                    <a:pt x="1322" y="358"/>
                    <a:pt x="1608" y="643"/>
                    <a:pt x="1608" y="977"/>
                  </a:cubicBezTo>
                  <a:cubicBezTo>
                    <a:pt x="1608" y="1322"/>
                    <a:pt x="1322" y="1608"/>
                    <a:pt x="989" y="1608"/>
                  </a:cubicBezTo>
                  <a:cubicBezTo>
                    <a:pt x="982" y="1608"/>
                    <a:pt x="975" y="1608"/>
                    <a:pt x="968" y="1608"/>
                  </a:cubicBezTo>
                  <a:cubicBezTo>
                    <a:pt x="632" y="1608"/>
                    <a:pt x="358" y="1327"/>
                    <a:pt x="358" y="977"/>
                  </a:cubicBezTo>
                  <a:cubicBezTo>
                    <a:pt x="358" y="643"/>
                    <a:pt x="643" y="358"/>
                    <a:pt x="989" y="358"/>
                  </a:cubicBezTo>
                  <a:close/>
                  <a:moveTo>
                    <a:pt x="989" y="0"/>
                  </a:moveTo>
                  <a:cubicBezTo>
                    <a:pt x="441" y="0"/>
                    <a:pt x="0" y="429"/>
                    <a:pt x="0" y="977"/>
                  </a:cubicBezTo>
                  <a:cubicBezTo>
                    <a:pt x="0" y="1512"/>
                    <a:pt x="429" y="1965"/>
                    <a:pt x="989" y="1965"/>
                  </a:cubicBezTo>
                  <a:cubicBezTo>
                    <a:pt x="1524" y="1965"/>
                    <a:pt x="1965" y="1536"/>
                    <a:pt x="1965" y="977"/>
                  </a:cubicBezTo>
                  <a:cubicBezTo>
                    <a:pt x="1965" y="441"/>
                    <a:pt x="153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63"/>
            <p:cNvSpPr/>
            <p:nvPr/>
          </p:nvSpPr>
          <p:spPr>
            <a:xfrm>
              <a:off x="3780019" y="3518418"/>
              <a:ext cx="62595" cy="62595"/>
            </a:xfrm>
            <a:custGeom>
              <a:avLst/>
              <a:gdLst/>
              <a:ahLst/>
              <a:cxnLst/>
              <a:rect l="l" t="t" r="r" b="b"/>
              <a:pathLst>
                <a:path w="1965" h="1965" extrusionOk="0">
                  <a:moveTo>
                    <a:pt x="1000" y="358"/>
                  </a:moveTo>
                  <a:cubicBezTo>
                    <a:pt x="1334" y="358"/>
                    <a:pt x="1620" y="643"/>
                    <a:pt x="1620" y="977"/>
                  </a:cubicBezTo>
                  <a:cubicBezTo>
                    <a:pt x="1620" y="1322"/>
                    <a:pt x="1334" y="1608"/>
                    <a:pt x="1000" y="1608"/>
                  </a:cubicBezTo>
                  <a:cubicBezTo>
                    <a:pt x="655" y="1608"/>
                    <a:pt x="369" y="1334"/>
                    <a:pt x="369" y="977"/>
                  </a:cubicBezTo>
                  <a:cubicBezTo>
                    <a:pt x="369" y="643"/>
                    <a:pt x="655" y="358"/>
                    <a:pt x="1000" y="358"/>
                  </a:cubicBezTo>
                  <a:close/>
                  <a:moveTo>
                    <a:pt x="977" y="0"/>
                  </a:moveTo>
                  <a:cubicBezTo>
                    <a:pt x="429" y="0"/>
                    <a:pt x="0" y="429"/>
                    <a:pt x="0" y="977"/>
                  </a:cubicBezTo>
                  <a:cubicBezTo>
                    <a:pt x="0" y="1512"/>
                    <a:pt x="429" y="1965"/>
                    <a:pt x="977" y="1965"/>
                  </a:cubicBezTo>
                  <a:cubicBezTo>
                    <a:pt x="1536" y="1965"/>
                    <a:pt x="1965" y="1536"/>
                    <a:pt x="1965" y="977"/>
                  </a:cubicBezTo>
                  <a:cubicBezTo>
                    <a:pt x="1965" y="441"/>
                    <a:pt x="15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63"/>
            <p:cNvSpPr/>
            <p:nvPr/>
          </p:nvSpPr>
          <p:spPr>
            <a:xfrm>
              <a:off x="3497847" y="3417374"/>
              <a:ext cx="379680" cy="237606"/>
            </a:xfrm>
            <a:custGeom>
              <a:avLst/>
              <a:gdLst/>
              <a:ahLst/>
              <a:cxnLst/>
              <a:rect l="l" t="t" r="r" b="b"/>
              <a:pathLst>
                <a:path w="11919" h="7459" extrusionOk="0">
                  <a:moveTo>
                    <a:pt x="9144" y="1315"/>
                  </a:moveTo>
                  <a:cubicBezTo>
                    <a:pt x="9418" y="1315"/>
                    <a:pt x="9656" y="1506"/>
                    <a:pt x="9739" y="1756"/>
                  </a:cubicBezTo>
                  <a:lnTo>
                    <a:pt x="8096" y="1756"/>
                  </a:lnTo>
                  <a:cubicBezTo>
                    <a:pt x="8168" y="1506"/>
                    <a:pt x="8406" y="1315"/>
                    <a:pt x="8692" y="1315"/>
                  </a:cubicBezTo>
                  <a:close/>
                  <a:moveTo>
                    <a:pt x="3822" y="6566"/>
                  </a:moveTo>
                  <a:lnTo>
                    <a:pt x="3822" y="6970"/>
                  </a:lnTo>
                  <a:cubicBezTo>
                    <a:pt x="3822" y="7042"/>
                    <a:pt x="3762" y="7113"/>
                    <a:pt x="3679" y="7113"/>
                  </a:cubicBezTo>
                  <a:lnTo>
                    <a:pt x="2024" y="7113"/>
                  </a:lnTo>
                  <a:cubicBezTo>
                    <a:pt x="1953" y="7113"/>
                    <a:pt x="1881" y="7054"/>
                    <a:pt x="1881" y="6970"/>
                  </a:cubicBezTo>
                  <a:lnTo>
                    <a:pt x="1881" y="6566"/>
                  </a:lnTo>
                  <a:close/>
                  <a:moveTo>
                    <a:pt x="10001" y="6566"/>
                  </a:moveTo>
                  <a:lnTo>
                    <a:pt x="10001" y="6970"/>
                  </a:lnTo>
                  <a:lnTo>
                    <a:pt x="10013" y="6970"/>
                  </a:lnTo>
                  <a:cubicBezTo>
                    <a:pt x="10013" y="7042"/>
                    <a:pt x="9954" y="7113"/>
                    <a:pt x="9870" y="7113"/>
                  </a:cubicBezTo>
                  <a:lnTo>
                    <a:pt x="8215" y="7113"/>
                  </a:lnTo>
                  <a:cubicBezTo>
                    <a:pt x="8144" y="7113"/>
                    <a:pt x="8072" y="7054"/>
                    <a:pt x="8072" y="6970"/>
                  </a:cubicBezTo>
                  <a:lnTo>
                    <a:pt x="8072" y="6566"/>
                  </a:lnTo>
                  <a:close/>
                  <a:moveTo>
                    <a:pt x="3660" y="1"/>
                  </a:moveTo>
                  <a:cubicBezTo>
                    <a:pt x="3359" y="1"/>
                    <a:pt x="3052" y="52"/>
                    <a:pt x="2750" y="160"/>
                  </a:cubicBezTo>
                  <a:cubicBezTo>
                    <a:pt x="2667" y="196"/>
                    <a:pt x="2619" y="291"/>
                    <a:pt x="2655" y="386"/>
                  </a:cubicBezTo>
                  <a:cubicBezTo>
                    <a:pt x="2675" y="455"/>
                    <a:pt x="2751" y="500"/>
                    <a:pt x="2824" y="500"/>
                  </a:cubicBezTo>
                  <a:cubicBezTo>
                    <a:pt x="2840" y="500"/>
                    <a:pt x="2855" y="498"/>
                    <a:pt x="2869" y="493"/>
                  </a:cubicBezTo>
                  <a:cubicBezTo>
                    <a:pt x="3132" y="398"/>
                    <a:pt x="3397" y="353"/>
                    <a:pt x="3656" y="353"/>
                  </a:cubicBezTo>
                  <a:cubicBezTo>
                    <a:pt x="4845" y="353"/>
                    <a:pt x="5906" y="1294"/>
                    <a:pt x="5965" y="2565"/>
                  </a:cubicBezTo>
                  <a:cubicBezTo>
                    <a:pt x="6025" y="3887"/>
                    <a:pt x="4965" y="4970"/>
                    <a:pt x="3667" y="4970"/>
                  </a:cubicBezTo>
                  <a:cubicBezTo>
                    <a:pt x="2381" y="4970"/>
                    <a:pt x="1357" y="3934"/>
                    <a:pt x="1357" y="2649"/>
                  </a:cubicBezTo>
                  <a:cubicBezTo>
                    <a:pt x="1357" y="1922"/>
                    <a:pt x="1715" y="1220"/>
                    <a:pt x="2310" y="803"/>
                  </a:cubicBezTo>
                  <a:cubicBezTo>
                    <a:pt x="2381" y="744"/>
                    <a:pt x="2393" y="636"/>
                    <a:pt x="2346" y="565"/>
                  </a:cubicBezTo>
                  <a:cubicBezTo>
                    <a:pt x="2307" y="519"/>
                    <a:pt x="2254" y="493"/>
                    <a:pt x="2198" y="493"/>
                  </a:cubicBezTo>
                  <a:cubicBezTo>
                    <a:pt x="2168" y="493"/>
                    <a:pt x="2137" y="500"/>
                    <a:pt x="2107" y="517"/>
                  </a:cubicBezTo>
                  <a:cubicBezTo>
                    <a:pt x="1679" y="839"/>
                    <a:pt x="1357" y="1279"/>
                    <a:pt x="1179" y="1767"/>
                  </a:cubicBezTo>
                  <a:lnTo>
                    <a:pt x="655" y="1767"/>
                  </a:lnTo>
                  <a:cubicBezTo>
                    <a:pt x="298" y="1767"/>
                    <a:pt x="0" y="2065"/>
                    <a:pt x="0" y="2422"/>
                  </a:cubicBezTo>
                  <a:lnTo>
                    <a:pt x="0" y="5911"/>
                  </a:lnTo>
                  <a:cubicBezTo>
                    <a:pt x="0" y="6268"/>
                    <a:pt x="298" y="6566"/>
                    <a:pt x="655" y="6566"/>
                  </a:cubicBezTo>
                  <a:lnTo>
                    <a:pt x="1560" y="6566"/>
                  </a:lnTo>
                  <a:lnTo>
                    <a:pt x="1560" y="6970"/>
                  </a:lnTo>
                  <a:cubicBezTo>
                    <a:pt x="1560" y="7232"/>
                    <a:pt x="1786" y="7459"/>
                    <a:pt x="2048" y="7459"/>
                  </a:cubicBezTo>
                  <a:lnTo>
                    <a:pt x="3703" y="7459"/>
                  </a:lnTo>
                  <a:cubicBezTo>
                    <a:pt x="3977" y="7459"/>
                    <a:pt x="4191" y="7232"/>
                    <a:pt x="4191" y="6970"/>
                  </a:cubicBezTo>
                  <a:lnTo>
                    <a:pt x="4191" y="6566"/>
                  </a:lnTo>
                  <a:lnTo>
                    <a:pt x="6537" y="6566"/>
                  </a:lnTo>
                  <a:cubicBezTo>
                    <a:pt x="6620" y="6566"/>
                    <a:pt x="6715" y="6494"/>
                    <a:pt x="6715" y="6387"/>
                  </a:cubicBezTo>
                  <a:cubicBezTo>
                    <a:pt x="6715" y="6292"/>
                    <a:pt x="6644" y="6208"/>
                    <a:pt x="6537" y="6208"/>
                  </a:cubicBezTo>
                  <a:lnTo>
                    <a:pt x="655" y="6208"/>
                  </a:lnTo>
                  <a:cubicBezTo>
                    <a:pt x="476" y="6208"/>
                    <a:pt x="345" y="6066"/>
                    <a:pt x="345" y="5887"/>
                  </a:cubicBezTo>
                  <a:lnTo>
                    <a:pt x="345" y="2410"/>
                  </a:lnTo>
                  <a:cubicBezTo>
                    <a:pt x="345" y="2232"/>
                    <a:pt x="476" y="2101"/>
                    <a:pt x="655" y="2101"/>
                  </a:cubicBezTo>
                  <a:lnTo>
                    <a:pt x="1072" y="2101"/>
                  </a:lnTo>
                  <a:cubicBezTo>
                    <a:pt x="726" y="3708"/>
                    <a:pt x="1953" y="5292"/>
                    <a:pt x="3655" y="5292"/>
                  </a:cubicBezTo>
                  <a:cubicBezTo>
                    <a:pt x="5358" y="5292"/>
                    <a:pt x="6608" y="3720"/>
                    <a:pt x="6251" y="2101"/>
                  </a:cubicBezTo>
                  <a:lnTo>
                    <a:pt x="11263" y="2101"/>
                  </a:lnTo>
                  <a:cubicBezTo>
                    <a:pt x="11430" y="2101"/>
                    <a:pt x="11573" y="2232"/>
                    <a:pt x="11573" y="2410"/>
                  </a:cubicBezTo>
                  <a:lnTo>
                    <a:pt x="11573" y="5887"/>
                  </a:lnTo>
                  <a:cubicBezTo>
                    <a:pt x="11573" y="6054"/>
                    <a:pt x="11442" y="6208"/>
                    <a:pt x="11263" y="6208"/>
                  </a:cubicBezTo>
                  <a:lnTo>
                    <a:pt x="7168" y="6208"/>
                  </a:lnTo>
                  <a:cubicBezTo>
                    <a:pt x="7084" y="6208"/>
                    <a:pt x="6989" y="6280"/>
                    <a:pt x="6989" y="6387"/>
                  </a:cubicBezTo>
                  <a:cubicBezTo>
                    <a:pt x="6989" y="6470"/>
                    <a:pt x="7072" y="6566"/>
                    <a:pt x="7168" y="6566"/>
                  </a:cubicBezTo>
                  <a:lnTo>
                    <a:pt x="7727" y="6566"/>
                  </a:lnTo>
                  <a:lnTo>
                    <a:pt x="7727" y="6970"/>
                  </a:lnTo>
                  <a:cubicBezTo>
                    <a:pt x="7727" y="7232"/>
                    <a:pt x="7941" y="7459"/>
                    <a:pt x="8215" y="7459"/>
                  </a:cubicBezTo>
                  <a:lnTo>
                    <a:pt x="9870" y="7459"/>
                  </a:lnTo>
                  <a:cubicBezTo>
                    <a:pt x="10132" y="7459"/>
                    <a:pt x="10358" y="7232"/>
                    <a:pt x="10358" y="6970"/>
                  </a:cubicBezTo>
                  <a:lnTo>
                    <a:pt x="10358" y="6566"/>
                  </a:lnTo>
                  <a:lnTo>
                    <a:pt x="11263" y="6566"/>
                  </a:lnTo>
                  <a:cubicBezTo>
                    <a:pt x="11621" y="6566"/>
                    <a:pt x="11918" y="6268"/>
                    <a:pt x="11918" y="5911"/>
                  </a:cubicBezTo>
                  <a:lnTo>
                    <a:pt x="11918" y="2422"/>
                  </a:lnTo>
                  <a:cubicBezTo>
                    <a:pt x="11918" y="2053"/>
                    <a:pt x="11621" y="1756"/>
                    <a:pt x="11263" y="1756"/>
                  </a:cubicBezTo>
                  <a:lnTo>
                    <a:pt x="10108" y="1756"/>
                  </a:lnTo>
                  <a:cubicBezTo>
                    <a:pt x="10013" y="1291"/>
                    <a:pt x="9632" y="958"/>
                    <a:pt x="9144" y="958"/>
                  </a:cubicBezTo>
                  <a:lnTo>
                    <a:pt x="8692" y="958"/>
                  </a:lnTo>
                  <a:cubicBezTo>
                    <a:pt x="8215" y="958"/>
                    <a:pt x="7811" y="1291"/>
                    <a:pt x="7727" y="1756"/>
                  </a:cubicBezTo>
                  <a:lnTo>
                    <a:pt x="6167" y="1756"/>
                  </a:lnTo>
                  <a:cubicBezTo>
                    <a:pt x="5766" y="673"/>
                    <a:pt x="4751" y="1"/>
                    <a:pt x="36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7" name="Google Shape;9877;p63"/>
          <p:cNvGrpSpPr/>
          <p:nvPr/>
        </p:nvGrpSpPr>
        <p:grpSpPr>
          <a:xfrm>
            <a:off x="2612597" y="3186075"/>
            <a:ext cx="376271" cy="337982"/>
            <a:chOff x="2612597" y="3367075"/>
            <a:chExt cx="376271" cy="337982"/>
          </a:xfrm>
        </p:grpSpPr>
        <p:sp>
          <p:nvSpPr>
            <p:cNvPr id="9878" name="Google Shape;9878;p63"/>
            <p:cNvSpPr/>
            <p:nvPr/>
          </p:nvSpPr>
          <p:spPr>
            <a:xfrm>
              <a:off x="2612597" y="3367075"/>
              <a:ext cx="376271" cy="337982"/>
            </a:xfrm>
            <a:custGeom>
              <a:avLst/>
              <a:gdLst/>
              <a:ahLst/>
              <a:cxnLst/>
              <a:rect l="l" t="t" r="r" b="b"/>
              <a:pathLst>
                <a:path w="11812" h="10610" extrusionOk="0">
                  <a:moveTo>
                    <a:pt x="7561" y="346"/>
                  </a:moveTo>
                  <a:cubicBezTo>
                    <a:pt x="7490" y="668"/>
                    <a:pt x="7192" y="918"/>
                    <a:pt x="6835" y="918"/>
                  </a:cubicBezTo>
                  <a:lnTo>
                    <a:pt x="4966" y="918"/>
                  </a:lnTo>
                  <a:cubicBezTo>
                    <a:pt x="4609" y="918"/>
                    <a:pt x="4311" y="668"/>
                    <a:pt x="4228" y="346"/>
                  </a:cubicBezTo>
                  <a:close/>
                  <a:moveTo>
                    <a:pt x="7918" y="358"/>
                  </a:moveTo>
                  <a:cubicBezTo>
                    <a:pt x="8264" y="418"/>
                    <a:pt x="8526" y="727"/>
                    <a:pt x="8526" y="1108"/>
                  </a:cubicBezTo>
                  <a:lnTo>
                    <a:pt x="8526" y="1918"/>
                  </a:lnTo>
                  <a:lnTo>
                    <a:pt x="3263" y="1918"/>
                  </a:lnTo>
                  <a:lnTo>
                    <a:pt x="3263" y="1108"/>
                  </a:lnTo>
                  <a:cubicBezTo>
                    <a:pt x="3263" y="727"/>
                    <a:pt x="3525" y="429"/>
                    <a:pt x="3870" y="358"/>
                  </a:cubicBezTo>
                  <a:cubicBezTo>
                    <a:pt x="3966" y="882"/>
                    <a:pt x="4406" y="1287"/>
                    <a:pt x="4954" y="1287"/>
                  </a:cubicBezTo>
                  <a:lnTo>
                    <a:pt x="6835" y="1287"/>
                  </a:lnTo>
                  <a:cubicBezTo>
                    <a:pt x="7383" y="1287"/>
                    <a:pt x="7835" y="882"/>
                    <a:pt x="7918" y="358"/>
                  </a:cubicBezTo>
                  <a:close/>
                  <a:moveTo>
                    <a:pt x="7502" y="5180"/>
                  </a:moveTo>
                  <a:cubicBezTo>
                    <a:pt x="7835" y="5180"/>
                    <a:pt x="8097" y="5454"/>
                    <a:pt x="8097" y="5775"/>
                  </a:cubicBezTo>
                  <a:lnTo>
                    <a:pt x="8097" y="7323"/>
                  </a:lnTo>
                  <a:cubicBezTo>
                    <a:pt x="7764" y="7395"/>
                    <a:pt x="7430" y="7442"/>
                    <a:pt x="7073" y="7478"/>
                  </a:cubicBezTo>
                  <a:lnTo>
                    <a:pt x="7073" y="6942"/>
                  </a:lnTo>
                  <a:cubicBezTo>
                    <a:pt x="7085" y="6561"/>
                    <a:pt x="6764" y="6240"/>
                    <a:pt x="6371" y="6240"/>
                  </a:cubicBezTo>
                  <a:lnTo>
                    <a:pt x="5406" y="6240"/>
                  </a:lnTo>
                  <a:cubicBezTo>
                    <a:pt x="5025" y="6240"/>
                    <a:pt x="4704" y="6549"/>
                    <a:pt x="4704" y="6942"/>
                  </a:cubicBezTo>
                  <a:lnTo>
                    <a:pt x="4704" y="7478"/>
                  </a:lnTo>
                  <a:cubicBezTo>
                    <a:pt x="4370" y="7442"/>
                    <a:pt x="4025" y="7383"/>
                    <a:pt x="3680" y="7323"/>
                  </a:cubicBezTo>
                  <a:lnTo>
                    <a:pt x="3680" y="5775"/>
                  </a:lnTo>
                  <a:cubicBezTo>
                    <a:pt x="3680" y="5454"/>
                    <a:pt x="3954" y="5180"/>
                    <a:pt x="4275" y="5180"/>
                  </a:cubicBezTo>
                  <a:close/>
                  <a:moveTo>
                    <a:pt x="6371" y="6585"/>
                  </a:moveTo>
                  <a:cubicBezTo>
                    <a:pt x="6573" y="6585"/>
                    <a:pt x="6728" y="6740"/>
                    <a:pt x="6728" y="6942"/>
                  </a:cubicBezTo>
                  <a:lnTo>
                    <a:pt x="6728" y="8430"/>
                  </a:lnTo>
                  <a:cubicBezTo>
                    <a:pt x="6728" y="8621"/>
                    <a:pt x="6573" y="8788"/>
                    <a:pt x="6371" y="8788"/>
                  </a:cubicBezTo>
                  <a:lnTo>
                    <a:pt x="5406" y="8788"/>
                  </a:lnTo>
                  <a:cubicBezTo>
                    <a:pt x="5216" y="8788"/>
                    <a:pt x="5049" y="8621"/>
                    <a:pt x="5049" y="8430"/>
                  </a:cubicBezTo>
                  <a:lnTo>
                    <a:pt x="5049" y="6942"/>
                  </a:lnTo>
                  <a:cubicBezTo>
                    <a:pt x="5049" y="6740"/>
                    <a:pt x="5216" y="6585"/>
                    <a:pt x="5406" y="6585"/>
                  </a:cubicBezTo>
                  <a:close/>
                  <a:moveTo>
                    <a:pt x="4025" y="1"/>
                  </a:moveTo>
                  <a:cubicBezTo>
                    <a:pt x="3406" y="1"/>
                    <a:pt x="2918" y="489"/>
                    <a:pt x="2918" y="1108"/>
                  </a:cubicBezTo>
                  <a:lnTo>
                    <a:pt x="2918" y="1918"/>
                  </a:lnTo>
                  <a:lnTo>
                    <a:pt x="1084" y="1918"/>
                  </a:lnTo>
                  <a:cubicBezTo>
                    <a:pt x="489" y="1918"/>
                    <a:pt x="1" y="2418"/>
                    <a:pt x="1" y="3013"/>
                  </a:cubicBezTo>
                  <a:lnTo>
                    <a:pt x="1" y="6168"/>
                  </a:lnTo>
                  <a:cubicBezTo>
                    <a:pt x="1" y="6228"/>
                    <a:pt x="37" y="6287"/>
                    <a:pt x="96" y="6311"/>
                  </a:cubicBezTo>
                  <a:cubicBezTo>
                    <a:pt x="203" y="6371"/>
                    <a:pt x="322" y="6430"/>
                    <a:pt x="418" y="6490"/>
                  </a:cubicBezTo>
                  <a:lnTo>
                    <a:pt x="418" y="7311"/>
                  </a:lnTo>
                  <a:cubicBezTo>
                    <a:pt x="418" y="7418"/>
                    <a:pt x="501" y="7490"/>
                    <a:pt x="596" y="7490"/>
                  </a:cubicBezTo>
                  <a:cubicBezTo>
                    <a:pt x="703" y="7490"/>
                    <a:pt x="775" y="7418"/>
                    <a:pt x="775" y="7311"/>
                  </a:cubicBezTo>
                  <a:lnTo>
                    <a:pt x="775" y="6668"/>
                  </a:lnTo>
                  <a:cubicBezTo>
                    <a:pt x="2013" y="7299"/>
                    <a:pt x="3358" y="7668"/>
                    <a:pt x="4740" y="7811"/>
                  </a:cubicBezTo>
                  <a:lnTo>
                    <a:pt x="4740" y="8407"/>
                  </a:lnTo>
                  <a:cubicBezTo>
                    <a:pt x="4740" y="8800"/>
                    <a:pt x="5049" y="9109"/>
                    <a:pt x="5442" y="9109"/>
                  </a:cubicBezTo>
                  <a:lnTo>
                    <a:pt x="6406" y="9109"/>
                  </a:lnTo>
                  <a:cubicBezTo>
                    <a:pt x="6787" y="9109"/>
                    <a:pt x="7109" y="8800"/>
                    <a:pt x="7109" y="8407"/>
                  </a:cubicBezTo>
                  <a:lnTo>
                    <a:pt x="7109" y="7811"/>
                  </a:lnTo>
                  <a:cubicBezTo>
                    <a:pt x="8490" y="7668"/>
                    <a:pt x="9812" y="7299"/>
                    <a:pt x="11062" y="6668"/>
                  </a:cubicBezTo>
                  <a:lnTo>
                    <a:pt x="11062" y="9526"/>
                  </a:lnTo>
                  <a:cubicBezTo>
                    <a:pt x="11062" y="9931"/>
                    <a:pt x="10740" y="10276"/>
                    <a:pt x="10324" y="10276"/>
                  </a:cubicBezTo>
                  <a:lnTo>
                    <a:pt x="1489" y="10276"/>
                  </a:lnTo>
                  <a:cubicBezTo>
                    <a:pt x="1096" y="10276"/>
                    <a:pt x="751" y="9943"/>
                    <a:pt x="751" y="9526"/>
                  </a:cubicBezTo>
                  <a:lnTo>
                    <a:pt x="751" y="8026"/>
                  </a:lnTo>
                  <a:cubicBezTo>
                    <a:pt x="751" y="7918"/>
                    <a:pt x="679" y="7847"/>
                    <a:pt x="572" y="7847"/>
                  </a:cubicBezTo>
                  <a:cubicBezTo>
                    <a:pt x="465" y="7847"/>
                    <a:pt x="394" y="7918"/>
                    <a:pt x="394" y="8026"/>
                  </a:cubicBezTo>
                  <a:lnTo>
                    <a:pt x="394" y="9526"/>
                  </a:lnTo>
                  <a:cubicBezTo>
                    <a:pt x="394" y="10121"/>
                    <a:pt x="882" y="10609"/>
                    <a:pt x="1477" y="10609"/>
                  </a:cubicBezTo>
                  <a:lnTo>
                    <a:pt x="10300" y="10609"/>
                  </a:lnTo>
                  <a:cubicBezTo>
                    <a:pt x="10895" y="10609"/>
                    <a:pt x="11395" y="10121"/>
                    <a:pt x="11395" y="9526"/>
                  </a:cubicBezTo>
                  <a:lnTo>
                    <a:pt x="11395" y="6490"/>
                  </a:lnTo>
                  <a:cubicBezTo>
                    <a:pt x="11490" y="6430"/>
                    <a:pt x="11609" y="6371"/>
                    <a:pt x="11717" y="6311"/>
                  </a:cubicBezTo>
                  <a:cubicBezTo>
                    <a:pt x="11776" y="6287"/>
                    <a:pt x="11812" y="6228"/>
                    <a:pt x="11812" y="6168"/>
                  </a:cubicBezTo>
                  <a:lnTo>
                    <a:pt x="11812" y="3013"/>
                  </a:lnTo>
                  <a:cubicBezTo>
                    <a:pt x="11812" y="2394"/>
                    <a:pt x="11312" y="1918"/>
                    <a:pt x="10716" y="1918"/>
                  </a:cubicBezTo>
                  <a:lnTo>
                    <a:pt x="10276" y="1918"/>
                  </a:lnTo>
                  <a:cubicBezTo>
                    <a:pt x="10169" y="1918"/>
                    <a:pt x="10097" y="2001"/>
                    <a:pt x="10097" y="2096"/>
                  </a:cubicBezTo>
                  <a:cubicBezTo>
                    <a:pt x="10097" y="2203"/>
                    <a:pt x="10169" y="2275"/>
                    <a:pt x="10276" y="2275"/>
                  </a:cubicBezTo>
                  <a:lnTo>
                    <a:pt x="10716" y="2275"/>
                  </a:lnTo>
                  <a:cubicBezTo>
                    <a:pt x="11121" y="2275"/>
                    <a:pt x="11467" y="2608"/>
                    <a:pt x="11467" y="3025"/>
                  </a:cubicBezTo>
                  <a:lnTo>
                    <a:pt x="11467" y="6073"/>
                  </a:lnTo>
                  <a:cubicBezTo>
                    <a:pt x="11359" y="6133"/>
                    <a:pt x="11252" y="6192"/>
                    <a:pt x="11133" y="6252"/>
                  </a:cubicBezTo>
                  <a:cubicBezTo>
                    <a:pt x="10288" y="6704"/>
                    <a:pt x="9395" y="7037"/>
                    <a:pt x="8454" y="7252"/>
                  </a:cubicBezTo>
                  <a:lnTo>
                    <a:pt x="8454" y="5775"/>
                  </a:lnTo>
                  <a:cubicBezTo>
                    <a:pt x="8454" y="5251"/>
                    <a:pt x="8026" y="4823"/>
                    <a:pt x="7502" y="4823"/>
                  </a:cubicBezTo>
                  <a:lnTo>
                    <a:pt x="4275" y="4823"/>
                  </a:lnTo>
                  <a:cubicBezTo>
                    <a:pt x="3751" y="4823"/>
                    <a:pt x="3323" y="5251"/>
                    <a:pt x="3323" y="5775"/>
                  </a:cubicBezTo>
                  <a:lnTo>
                    <a:pt x="3323" y="7252"/>
                  </a:lnTo>
                  <a:cubicBezTo>
                    <a:pt x="2275" y="7014"/>
                    <a:pt x="1275" y="6609"/>
                    <a:pt x="334" y="6073"/>
                  </a:cubicBezTo>
                  <a:lnTo>
                    <a:pt x="334" y="3025"/>
                  </a:lnTo>
                  <a:cubicBezTo>
                    <a:pt x="334" y="2620"/>
                    <a:pt x="656" y="2275"/>
                    <a:pt x="1072" y="2275"/>
                  </a:cubicBezTo>
                  <a:lnTo>
                    <a:pt x="9562" y="2275"/>
                  </a:lnTo>
                  <a:cubicBezTo>
                    <a:pt x="9657" y="2275"/>
                    <a:pt x="9740" y="2203"/>
                    <a:pt x="9740" y="2096"/>
                  </a:cubicBezTo>
                  <a:cubicBezTo>
                    <a:pt x="9740" y="2001"/>
                    <a:pt x="9657" y="1918"/>
                    <a:pt x="9562" y="1918"/>
                  </a:cubicBezTo>
                  <a:lnTo>
                    <a:pt x="8871" y="1918"/>
                  </a:lnTo>
                  <a:lnTo>
                    <a:pt x="8871" y="1108"/>
                  </a:lnTo>
                  <a:cubicBezTo>
                    <a:pt x="8871" y="489"/>
                    <a:pt x="8383" y="1"/>
                    <a:pt x="7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63"/>
            <p:cNvSpPr/>
            <p:nvPr/>
          </p:nvSpPr>
          <p:spPr>
            <a:xfrm>
              <a:off x="2784805" y="3588212"/>
              <a:ext cx="31505" cy="47432"/>
            </a:xfrm>
            <a:custGeom>
              <a:avLst/>
              <a:gdLst/>
              <a:ahLst/>
              <a:cxnLst/>
              <a:rect l="l" t="t" r="r" b="b"/>
              <a:pathLst>
                <a:path w="989" h="1489" extrusionOk="0">
                  <a:moveTo>
                    <a:pt x="631" y="357"/>
                  </a:moveTo>
                  <a:lnTo>
                    <a:pt x="631" y="1143"/>
                  </a:lnTo>
                  <a:lnTo>
                    <a:pt x="346" y="1143"/>
                  </a:lnTo>
                  <a:lnTo>
                    <a:pt x="346" y="357"/>
                  </a:lnTo>
                  <a:close/>
                  <a:moveTo>
                    <a:pt x="179" y="0"/>
                  </a:moveTo>
                  <a:cubicBezTo>
                    <a:pt x="72" y="0"/>
                    <a:pt x="0" y="72"/>
                    <a:pt x="0" y="179"/>
                  </a:cubicBezTo>
                  <a:lnTo>
                    <a:pt x="0" y="1310"/>
                  </a:lnTo>
                  <a:cubicBezTo>
                    <a:pt x="0" y="1405"/>
                    <a:pt x="72" y="1488"/>
                    <a:pt x="179" y="1488"/>
                  </a:cubicBezTo>
                  <a:lnTo>
                    <a:pt x="810" y="1488"/>
                  </a:lnTo>
                  <a:cubicBezTo>
                    <a:pt x="905" y="1488"/>
                    <a:pt x="988" y="1405"/>
                    <a:pt x="988" y="1310"/>
                  </a:cubicBezTo>
                  <a:lnTo>
                    <a:pt x="988" y="179"/>
                  </a:lnTo>
                  <a:cubicBezTo>
                    <a:pt x="965" y="83"/>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0" name="Google Shape;9880;p63"/>
          <p:cNvGrpSpPr/>
          <p:nvPr/>
        </p:nvGrpSpPr>
        <p:grpSpPr>
          <a:xfrm>
            <a:off x="3071914" y="3183431"/>
            <a:ext cx="343652" cy="342505"/>
            <a:chOff x="3071914" y="3364431"/>
            <a:chExt cx="343652" cy="342505"/>
          </a:xfrm>
        </p:grpSpPr>
        <p:sp>
          <p:nvSpPr>
            <p:cNvPr id="9881" name="Google Shape;9881;p63"/>
            <p:cNvSpPr/>
            <p:nvPr/>
          </p:nvSpPr>
          <p:spPr>
            <a:xfrm>
              <a:off x="3157636" y="3408390"/>
              <a:ext cx="12519" cy="11054"/>
            </a:xfrm>
            <a:custGeom>
              <a:avLst/>
              <a:gdLst/>
              <a:ahLst/>
              <a:cxnLst/>
              <a:rect l="l" t="t" r="r" b="b"/>
              <a:pathLst>
                <a:path w="393" h="347" extrusionOk="0">
                  <a:moveTo>
                    <a:pt x="212" y="0"/>
                  </a:moveTo>
                  <a:cubicBezTo>
                    <a:pt x="205" y="0"/>
                    <a:pt x="198" y="1"/>
                    <a:pt x="191" y="2"/>
                  </a:cubicBezTo>
                  <a:lnTo>
                    <a:pt x="143" y="13"/>
                  </a:lnTo>
                  <a:cubicBezTo>
                    <a:pt x="60" y="25"/>
                    <a:pt x="0" y="121"/>
                    <a:pt x="12" y="204"/>
                  </a:cubicBezTo>
                  <a:cubicBezTo>
                    <a:pt x="24" y="287"/>
                    <a:pt x="83" y="347"/>
                    <a:pt x="179" y="347"/>
                  </a:cubicBezTo>
                  <a:lnTo>
                    <a:pt x="203" y="347"/>
                  </a:lnTo>
                  <a:lnTo>
                    <a:pt x="250" y="323"/>
                  </a:lnTo>
                  <a:cubicBezTo>
                    <a:pt x="333" y="311"/>
                    <a:pt x="393" y="216"/>
                    <a:pt x="381" y="133"/>
                  </a:cubicBezTo>
                  <a:cubicBezTo>
                    <a:pt x="370" y="56"/>
                    <a:pt x="290"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63"/>
            <p:cNvSpPr/>
            <p:nvPr/>
          </p:nvSpPr>
          <p:spPr>
            <a:xfrm>
              <a:off x="3072679" y="3696678"/>
              <a:ext cx="11404" cy="10257"/>
            </a:xfrm>
            <a:custGeom>
              <a:avLst/>
              <a:gdLst/>
              <a:ahLst/>
              <a:cxnLst/>
              <a:rect l="l" t="t" r="r" b="b"/>
              <a:pathLst>
                <a:path w="358" h="322" extrusionOk="0">
                  <a:moveTo>
                    <a:pt x="167" y="0"/>
                  </a:moveTo>
                  <a:cubicBezTo>
                    <a:pt x="72" y="0"/>
                    <a:pt x="0" y="72"/>
                    <a:pt x="0" y="167"/>
                  </a:cubicBezTo>
                  <a:cubicBezTo>
                    <a:pt x="0" y="250"/>
                    <a:pt x="72" y="322"/>
                    <a:pt x="167" y="322"/>
                  </a:cubicBezTo>
                  <a:lnTo>
                    <a:pt x="191" y="322"/>
                  </a:lnTo>
                  <a:cubicBezTo>
                    <a:pt x="286" y="322"/>
                    <a:pt x="357" y="250"/>
                    <a:pt x="357" y="167"/>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63"/>
            <p:cNvSpPr/>
            <p:nvPr/>
          </p:nvSpPr>
          <p:spPr>
            <a:xfrm>
              <a:off x="3231571" y="3530937"/>
              <a:ext cx="11404" cy="10640"/>
            </a:xfrm>
            <a:custGeom>
              <a:avLst/>
              <a:gdLst/>
              <a:ahLst/>
              <a:cxnLst/>
              <a:rect l="l" t="t" r="r" b="b"/>
              <a:pathLst>
                <a:path w="358" h="334" extrusionOk="0">
                  <a:moveTo>
                    <a:pt x="156" y="0"/>
                  </a:moveTo>
                  <a:cubicBezTo>
                    <a:pt x="72" y="0"/>
                    <a:pt x="1" y="84"/>
                    <a:pt x="1" y="167"/>
                  </a:cubicBezTo>
                  <a:cubicBezTo>
                    <a:pt x="1" y="262"/>
                    <a:pt x="72" y="334"/>
                    <a:pt x="156" y="334"/>
                  </a:cubicBezTo>
                  <a:lnTo>
                    <a:pt x="191" y="334"/>
                  </a:lnTo>
                  <a:cubicBezTo>
                    <a:pt x="275" y="334"/>
                    <a:pt x="358" y="262"/>
                    <a:pt x="358" y="167"/>
                  </a:cubicBezTo>
                  <a:cubicBezTo>
                    <a:pt x="358" y="84"/>
                    <a:pt x="27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63"/>
            <p:cNvSpPr/>
            <p:nvPr/>
          </p:nvSpPr>
          <p:spPr>
            <a:xfrm>
              <a:off x="3317293" y="3653005"/>
              <a:ext cx="12933" cy="10703"/>
            </a:xfrm>
            <a:custGeom>
              <a:avLst/>
              <a:gdLst/>
              <a:ahLst/>
              <a:cxnLst/>
              <a:rect l="l" t="t" r="r" b="b"/>
              <a:pathLst>
                <a:path w="406" h="336" extrusionOk="0">
                  <a:moveTo>
                    <a:pt x="215" y="1"/>
                  </a:moveTo>
                  <a:cubicBezTo>
                    <a:pt x="207" y="1"/>
                    <a:pt x="199" y="1"/>
                    <a:pt x="191" y="2"/>
                  </a:cubicBezTo>
                  <a:lnTo>
                    <a:pt x="144" y="14"/>
                  </a:lnTo>
                  <a:cubicBezTo>
                    <a:pt x="60" y="26"/>
                    <a:pt x="1" y="121"/>
                    <a:pt x="13" y="205"/>
                  </a:cubicBezTo>
                  <a:cubicBezTo>
                    <a:pt x="24" y="288"/>
                    <a:pt x="108" y="335"/>
                    <a:pt x="179" y="335"/>
                  </a:cubicBezTo>
                  <a:lnTo>
                    <a:pt x="203" y="335"/>
                  </a:lnTo>
                  <a:lnTo>
                    <a:pt x="251" y="324"/>
                  </a:lnTo>
                  <a:cubicBezTo>
                    <a:pt x="346" y="312"/>
                    <a:pt x="405" y="216"/>
                    <a:pt x="382" y="133"/>
                  </a:cubicBezTo>
                  <a:cubicBezTo>
                    <a:pt x="371" y="57"/>
                    <a:pt x="30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63"/>
            <p:cNvSpPr/>
            <p:nvPr/>
          </p:nvSpPr>
          <p:spPr>
            <a:xfrm>
              <a:off x="3071914" y="3364431"/>
              <a:ext cx="343652" cy="342505"/>
            </a:xfrm>
            <a:custGeom>
              <a:avLst/>
              <a:gdLst/>
              <a:ahLst/>
              <a:cxnLst/>
              <a:rect l="l" t="t" r="r" b="b"/>
              <a:pathLst>
                <a:path w="10788" h="10752" extrusionOk="0">
                  <a:moveTo>
                    <a:pt x="5394" y="334"/>
                  </a:moveTo>
                  <a:cubicBezTo>
                    <a:pt x="6632" y="334"/>
                    <a:pt x="7775" y="786"/>
                    <a:pt x="8656" y="1524"/>
                  </a:cubicBezTo>
                  <a:cubicBezTo>
                    <a:pt x="7644" y="1263"/>
                    <a:pt x="6525" y="1132"/>
                    <a:pt x="5394" y="1132"/>
                  </a:cubicBezTo>
                  <a:cubicBezTo>
                    <a:pt x="4775" y="1132"/>
                    <a:pt x="4156" y="1167"/>
                    <a:pt x="3560" y="1239"/>
                  </a:cubicBezTo>
                  <a:cubicBezTo>
                    <a:pt x="3477" y="1263"/>
                    <a:pt x="3405" y="1346"/>
                    <a:pt x="3417" y="1441"/>
                  </a:cubicBezTo>
                  <a:cubicBezTo>
                    <a:pt x="3428" y="1518"/>
                    <a:pt x="3511" y="1585"/>
                    <a:pt x="3589" y="1585"/>
                  </a:cubicBezTo>
                  <a:cubicBezTo>
                    <a:pt x="3596" y="1585"/>
                    <a:pt x="3602" y="1585"/>
                    <a:pt x="3608" y="1584"/>
                  </a:cubicBezTo>
                  <a:cubicBezTo>
                    <a:pt x="4191" y="1513"/>
                    <a:pt x="4799" y="1465"/>
                    <a:pt x="5394" y="1465"/>
                  </a:cubicBezTo>
                  <a:cubicBezTo>
                    <a:pt x="6739" y="1465"/>
                    <a:pt x="8025" y="1655"/>
                    <a:pt x="9156" y="2036"/>
                  </a:cubicBezTo>
                  <a:cubicBezTo>
                    <a:pt x="9740" y="2691"/>
                    <a:pt x="10156" y="3501"/>
                    <a:pt x="10335" y="4394"/>
                  </a:cubicBezTo>
                  <a:cubicBezTo>
                    <a:pt x="10049" y="4096"/>
                    <a:pt x="9644" y="3846"/>
                    <a:pt x="9144" y="3608"/>
                  </a:cubicBezTo>
                  <a:cubicBezTo>
                    <a:pt x="8132" y="3179"/>
                    <a:pt x="6811" y="2929"/>
                    <a:pt x="5394" y="2929"/>
                  </a:cubicBezTo>
                  <a:cubicBezTo>
                    <a:pt x="3977" y="2929"/>
                    <a:pt x="2643" y="3168"/>
                    <a:pt x="1643" y="3608"/>
                  </a:cubicBezTo>
                  <a:cubicBezTo>
                    <a:pt x="1119" y="3834"/>
                    <a:pt x="715" y="4096"/>
                    <a:pt x="453" y="4394"/>
                  </a:cubicBezTo>
                  <a:cubicBezTo>
                    <a:pt x="893" y="2096"/>
                    <a:pt x="2953" y="334"/>
                    <a:pt x="5394" y="334"/>
                  </a:cubicBezTo>
                  <a:close/>
                  <a:moveTo>
                    <a:pt x="5394" y="3287"/>
                  </a:moveTo>
                  <a:cubicBezTo>
                    <a:pt x="6763" y="3287"/>
                    <a:pt x="8037" y="3525"/>
                    <a:pt x="9013" y="3941"/>
                  </a:cubicBezTo>
                  <a:cubicBezTo>
                    <a:pt x="9918" y="4322"/>
                    <a:pt x="10442" y="4858"/>
                    <a:pt x="10442" y="5382"/>
                  </a:cubicBezTo>
                  <a:cubicBezTo>
                    <a:pt x="10442" y="5906"/>
                    <a:pt x="9918" y="6442"/>
                    <a:pt x="9013" y="6823"/>
                  </a:cubicBezTo>
                  <a:cubicBezTo>
                    <a:pt x="8037" y="7239"/>
                    <a:pt x="6763" y="7478"/>
                    <a:pt x="5394" y="7478"/>
                  </a:cubicBezTo>
                  <a:cubicBezTo>
                    <a:pt x="4025" y="7478"/>
                    <a:pt x="2751" y="7239"/>
                    <a:pt x="1774" y="6823"/>
                  </a:cubicBezTo>
                  <a:cubicBezTo>
                    <a:pt x="977" y="6466"/>
                    <a:pt x="465" y="6025"/>
                    <a:pt x="357" y="5549"/>
                  </a:cubicBezTo>
                  <a:lnTo>
                    <a:pt x="4489" y="5549"/>
                  </a:lnTo>
                  <a:cubicBezTo>
                    <a:pt x="4572" y="5549"/>
                    <a:pt x="4656" y="5477"/>
                    <a:pt x="4656" y="5382"/>
                  </a:cubicBezTo>
                  <a:cubicBezTo>
                    <a:pt x="4668" y="5299"/>
                    <a:pt x="4596" y="5215"/>
                    <a:pt x="4489" y="5215"/>
                  </a:cubicBezTo>
                  <a:lnTo>
                    <a:pt x="357" y="5215"/>
                  </a:lnTo>
                  <a:cubicBezTo>
                    <a:pt x="465" y="4763"/>
                    <a:pt x="953" y="4299"/>
                    <a:pt x="1774" y="3941"/>
                  </a:cubicBezTo>
                  <a:cubicBezTo>
                    <a:pt x="2751" y="3525"/>
                    <a:pt x="4025" y="3287"/>
                    <a:pt x="5394" y="3287"/>
                  </a:cubicBezTo>
                  <a:close/>
                  <a:moveTo>
                    <a:pt x="453" y="6370"/>
                  </a:moveTo>
                  <a:lnTo>
                    <a:pt x="453" y="6370"/>
                  </a:lnTo>
                  <a:cubicBezTo>
                    <a:pt x="738" y="6668"/>
                    <a:pt x="1143" y="6918"/>
                    <a:pt x="1643" y="7156"/>
                  </a:cubicBezTo>
                  <a:cubicBezTo>
                    <a:pt x="2655" y="7585"/>
                    <a:pt x="3977" y="7835"/>
                    <a:pt x="5394" y="7835"/>
                  </a:cubicBezTo>
                  <a:cubicBezTo>
                    <a:pt x="6811" y="7835"/>
                    <a:pt x="8144" y="7597"/>
                    <a:pt x="9144" y="7156"/>
                  </a:cubicBezTo>
                  <a:cubicBezTo>
                    <a:pt x="9668" y="6930"/>
                    <a:pt x="10073" y="6668"/>
                    <a:pt x="10335" y="6370"/>
                  </a:cubicBezTo>
                  <a:lnTo>
                    <a:pt x="10335" y="6370"/>
                  </a:lnTo>
                  <a:cubicBezTo>
                    <a:pt x="9894" y="8692"/>
                    <a:pt x="7847" y="10430"/>
                    <a:pt x="5394" y="10430"/>
                  </a:cubicBezTo>
                  <a:cubicBezTo>
                    <a:pt x="4156" y="10430"/>
                    <a:pt x="3024" y="9978"/>
                    <a:pt x="2155" y="9240"/>
                  </a:cubicBezTo>
                  <a:lnTo>
                    <a:pt x="2155" y="9240"/>
                  </a:lnTo>
                  <a:cubicBezTo>
                    <a:pt x="3167" y="9502"/>
                    <a:pt x="4263" y="9645"/>
                    <a:pt x="5394" y="9645"/>
                  </a:cubicBezTo>
                  <a:cubicBezTo>
                    <a:pt x="6025" y="9645"/>
                    <a:pt x="6632" y="9597"/>
                    <a:pt x="7227" y="9525"/>
                  </a:cubicBezTo>
                  <a:cubicBezTo>
                    <a:pt x="7311" y="9502"/>
                    <a:pt x="7394" y="9418"/>
                    <a:pt x="7370" y="9323"/>
                  </a:cubicBezTo>
                  <a:cubicBezTo>
                    <a:pt x="7359" y="9246"/>
                    <a:pt x="7277" y="9179"/>
                    <a:pt x="7198" y="9179"/>
                  </a:cubicBezTo>
                  <a:cubicBezTo>
                    <a:pt x="7192" y="9179"/>
                    <a:pt x="7186" y="9179"/>
                    <a:pt x="7180" y="9180"/>
                  </a:cubicBezTo>
                  <a:cubicBezTo>
                    <a:pt x="6596" y="9252"/>
                    <a:pt x="5989" y="9299"/>
                    <a:pt x="5394" y="9299"/>
                  </a:cubicBezTo>
                  <a:cubicBezTo>
                    <a:pt x="4072" y="9299"/>
                    <a:pt x="2763" y="9109"/>
                    <a:pt x="1631" y="8728"/>
                  </a:cubicBezTo>
                  <a:cubicBezTo>
                    <a:pt x="1048" y="8073"/>
                    <a:pt x="631" y="7263"/>
                    <a:pt x="453" y="6370"/>
                  </a:cubicBezTo>
                  <a:close/>
                  <a:moveTo>
                    <a:pt x="5394" y="0"/>
                  </a:moveTo>
                  <a:cubicBezTo>
                    <a:pt x="3953" y="0"/>
                    <a:pt x="2596" y="560"/>
                    <a:pt x="1584" y="1572"/>
                  </a:cubicBezTo>
                  <a:cubicBezTo>
                    <a:pt x="572" y="2584"/>
                    <a:pt x="0" y="3941"/>
                    <a:pt x="0" y="5382"/>
                  </a:cubicBezTo>
                  <a:cubicBezTo>
                    <a:pt x="0" y="6704"/>
                    <a:pt x="488" y="7978"/>
                    <a:pt x="1358" y="8954"/>
                  </a:cubicBezTo>
                  <a:cubicBezTo>
                    <a:pt x="1381" y="8990"/>
                    <a:pt x="1393" y="9002"/>
                    <a:pt x="1417" y="9013"/>
                  </a:cubicBezTo>
                  <a:cubicBezTo>
                    <a:pt x="1477" y="9073"/>
                    <a:pt x="1524" y="9133"/>
                    <a:pt x="1584" y="9192"/>
                  </a:cubicBezTo>
                  <a:cubicBezTo>
                    <a:pt x="2132" y="9740"/>
                    <a:pt x="2786" y="10156"/>
                    <a:pt x="3501" y="10430"/>
                  </a:cubicBezTo>
                  <a:lnTo>
                    <a:pt x="1096" y="10430"/>
                  </a:lnTo>
                  <a:cubicBezTo>
                    <a:pt x="1000" y="10430"/>
                    <a:pt x="929" y="10502"/>
                    <a:pt x="929" y="10597"/>
                  </a:cubicBezTo>
                  <a:cubicBezTo>
                    <a:pt x="929" y="10680"/>
                    <a:pt x="1000" y="10752"/>
                    <a:pt x="1096" y="10752"/>
                  </a:cubicBezTo>
                  <a:lnTo>
                    <a:pt x="9025" y="10752"/>
                  </a:lnTo>
                  <a:cubicBezTo>
                    <a:pt x="9109" y="10752"/>
                    <a:pt x="9192" y="10680"/>
                    <a:pt x="9192" y="10597"/>
                  </a:cubicBezTo>
                  <a:cubicBezTo>
                    <a:pt x="9192" y="10502"/>
                    <a:pt x="9109" y="10430"/>
                    <a:pt x="9025" y="10430"/>
                  </a:cubicBezTo>
                  <a:lnTo>
                    <a:pt x="7287" y="10430"/>
                  </a:lnTo>
                  <a:cubicBezTo>
                    <a:pt x="8001" y="10156"/>
                    <a:pt x="8656" y="9740"/>
                    <a:pt x="9204" y="9192"/>
                  </a:cubicBezTo>
                  <a:cubicBezTo>
                    <a:pt x="10228" y="8180"/>
                    <a:pt x="10787" y="6823"/>
                    <a:pt x="10787" y="5382"/>
                  </a:cubicBezTo>
                  <a:cubicBezTo>
                    <a:pt x="10787" y="3941"/>
                    <a:pt x="10216" y="2584"/>
                    <a:pt x="9204" y="1572"/>
                  </a:cubicBezTo>
                  <a:cubicBezTo>
                    <a:pt x="8192" y="560"/>
                    <a:pt x="6834" y="0"/>
                    <a:pt x="5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6" name="Google Shape;9886;p63"/>
          <p:cNvGrpSpPr/>
          <p:nvPr/>
        </p:nvGrpSpPr>
        <p:grpSpPr>
          <a:xfrm>
            <a:off x="897141" y="3178875"/>
            <a:ext cx="257962" cy="352762"/>
            <a:chOff x="897141" y="3359875"/>
            <a:chExt cx="257962" cy="352762"/>
          </a:xfrm>
        </p:grpSpPr>
        <p:sp>
          <p:nvSpPr>
            <p:cNvPr id="9887" name="Google Shape;9887;p63"/>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63"/>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63"/>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63"/>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63"/>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63"/>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3" name="Google Shape;9893;p63"/>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63"/>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5" name="Google Shape;9895;p63"/>
          <p:cNvGrpSpPr/>
          <p:nvPr/>
        </p:nvGrpSpPr>
        <p:grpSpPr>
          <a:xfrm>
            <a:off x="1333682" y="3163330"/>
            <a:ext cx="271213" cy="383088"/>
            <a:chOff x="1333682" y="3344330"/>
            <a:chExt cx="271213" cy="383088"/>
          </a:xfrm>
        </p:grpSpPr>
        <p:sp>
          <p:nvSpPr>
            <p:cNvPr id="9896" name="Google Shape;9896;p63"/>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63"/>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63"/>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63"/>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63"/>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63"/>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63"/>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63"/>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63"/>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63"/>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6" name="Google Shape;9906;p63"/>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7" name="Google Shape;9907;p63"/>
          <p:cNvGrpSpPr/>
          <p:nvPr/>
        </p:nvGrpSpPr>
        <p:grpSpPr>
          <a:xfrm>
            <a:off x="6664394" y="3165974"/>
            <a:ext cx="353113" cy="351998"/>
            <a:chOff x="6664394" y="3346974"/>
            <a:chExt cx="353113" cy="351998"/>
          </a:xfrm>
        </p:grpSpPr>
        <p:sp>
          <p:nvSpPr>
            <p:cNvPr id="9908" name="Google Shape;9908;p63"/>
            <p:cNvSpPr/>
            <p:nvPr/>
          </p:nvSpPr>
          <p:spPr>
            <a:xfrm>
              <a:off x="6788023" y="3450917"/>
              <a:ext cx="37207" cy="37175"/>
            </a:xfrm>
            <a:custGeom>
              <a:avLst/>
              <a:gdLst/>
              <a:ahLst/>
              <a:cxnLst/>
              <a:rect l="l" t="t" r="r" b="b"/>
              <a:pathLst>
                <a:path w="1168" h="1167" extrusionOk="0">
                  <a:moveTo>
                    <a:pt x="572" y="333"/>
                  </a:moveTo>
                  <a:cubicBezTo>
                    <a:pt x="703" y="333"/>
                    <a:pt x="822" y="453"/>
                    <a:pt x="822" y="583"/>
                  </a:cubicBezTo>
                  <a:cubicBezTo>
                    <a:pt x="822" y="738"/>
                    <a:pt x="703" y="834"/>
                    <a:pt x="572" y="834"/>
                  </a:cubicBezTo>
                  <a:cubicBezTo>
                    <a:pt x="429" y="834"/>
                    <a:pt x="310" y="738"/>
                    <a:pt x="310" y="583"/>
                  </a:cubicBezTo>
                  <a:cubicBezTo>
                    <a:pt x="310" y="441"/>
                    <a:pt x="429" y="333"/>
                    <a:pt x="572" y="333"/>
                  </a:cubicBezTo>
                  <a:close/>
                  <a:moveTo>
                    <a:pt x="584" y="0"/>
                  </a:moveTo>
                  <a:cubicBezTo>
                    <a:pt x="251" y="0"/>
                    <a:pt x="1" y="274"/>
                    <a:pt x="1" y="583"/>
                  </a:cubicBezTo>
                  <a:cubicBezTo>
                    <a:pt x="1" y="917"/>
                    <a:pt x="275" y="1167"/>
                    <a:pt x="584" y="1167"/>
                  </a:cubicBezTo>
                  <a:cubicBezTo>
                    <a:pt x="894" y="1167"/>
                    <a:pt x="1168" y="917"/>
                    <a:pt x="1168" y="583"/>
                  </a:cubicBezTo>
                  <a:cubicBezTo>
                    <a:pt x="1168" y="262"/>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63"/>
            <p:cNvSpPr/>
            <p:nvPr/>
          </p:nvSpPr>
          <p:spPr>
            <a:xfrm>
              <a:off x="6874892" y="3495641"/>
              <a:ext cx="36824" cy="36824"/>
            </a:xfrm>
            <a:custGeom>
              <a:avLst/>
              <a:gdLst/>
              <a:ahLst/>
              <a:cxnLst/>
              <a:rect l="l" t="t" r="r" b="b"/>
              <a:pathLst>
                <a:path w="1156" h="1156" extrusionOk="0">
                  <a:moveTo>
                    <a:pt x="584" y="311"/>
                  </a:moveTo>
                  <a:cubicBezTo>
                    <a:pt x="727" y="311"/>
                    <a:pt x="834" y="430"/>
                    <a:pt x="834" y="561"/>
                  </a:cubicBezTo>
                  <a:cubicBezTo>
                    <a:pt x="834" y="715"/>
                    <a:pt x="715" y="823"/>
                    <a:pt x="584" y="823"/>
                  </a:cubicBezTo>
                  <a:cubicBezTo>
                    <a:pt x="441" y="823"/>
                    <a:pt x="322" y="703"/>
                    <a:pt x="322" y="561"/>
                  </a:cubicBezTo>
                  <a:cubicBezTo>
                    <a:pt x="322" y="430"/>
                    <a:pt x="441" y="311"/>
                    <a:pt x="584" y="311"/>
                  </a:cubicBezTo>
                  <a:close/>
                  <a:moveTo>
                    <a:pt x="563" y="1"/>
                  </a:moveTo>
                  <a:cubicBezTo>
                    <a:pt x="251" y="1"/>
                    <a:pt x="0" y="258"/>
                    <a:pt x="0" y="584"/>
                  </a:cubicBezTo>
                  <a:cubicBezTo>
                    <a:pt x="0" y="906"/>
                    <a:pt x="262" y="1156"/>
                    <a:pt x="584" y="1156"/>
                  </a:cubicBezTo>
                  <a:cubicBezTo>
                    <a:pt x="905" y="1156"/>
                    <a:pt x="1155" y="894"/>
                    <a:pt x="1155" y="584"/>
                  </a:cubicBezTo>
                  <a:cubicBezTo>
                    <a:pt x="1155" y="251"/>
                    <a:pt x="893" y="1"/>
                    <a:pt x="584" y="1"/>
                  </a:cubicBezTo>
                  <a:cubicBezTo>
                    <a:pt x="577" y="1"/>
                    <a:pt x="570" y="1"/>
                    <a:pt x="5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63"/>
            <p:cNvSpPr/>
            <p:nvPr/>
          </p:nvSpPr>
          <p:spPr>
            <a:xfrm>
              <a:off x="6780059" y="3538136"/>
              <a:ext cx="53134" cy="53134"/>
            </a:xfrm>
            <a:custGeom>
              <a:avLst/>
              <a:gdLst/>
              <a:ahLst/>
              <a:cxnLst/>
              <a:rect l="l" t="t" r="r" b="b"/>
              <a:pathLst>
                <a:path w="1668" h="1668" extrusionOk="0">
                  <a:moveTo>
                    <a:pt x="834" y="334"/>
                  </a:moveTo>
                  <a:cubicBezTo>
                    <a:pt x="1120" y="334"/>
                    <a:pt x="1334" y="560"/>
                    <a:pt x="1334" y="834"/>
                  </a:cubicBezTo>
                  <a:cubicBezTo>
                    <a:pt x="1334" y="1120"/>
                    <a:pt x="1120" y="1346"/>
                    <a:pt x="834" y="1346"/>
                  </a:cubicBezTo>
                  <a:cubicBezTo>
                    <a:pt x="548" y="1346"/>
                    <a:pt x="322" y="1120"/>
                    <a:pt x="322" y="834"/>
                  </a:cubicBezTo>
                  <a:cubicBezTo>
                    <a:pt x="322" y="572"/>
                    <a:pt x="548" y="334"/>
                    <a:pt x="834" y="334"/>
                  </a:cubicBezTo>
                  <a:close/>
                  <a:moveTo>
                    <a:pt x="834" y="1"/>
                  </a:moveTo>
                  <a:cubicBezTo>
                    <a:pt x="370" y="24"/>
                    <a:pt x="1" y="393"/>
                    <a:pt x="1" y="834"/>
                  </a:cubicBezTo>
                  <a:cubicBezTo>
                    <a:pt x="1" y="1298"/>
                    <a:pt x="370" y="1667"/>
                    <a:pt x="834" y="1667"/>
                  </a:cubicBezTo>
                  <a:cubicBezTo>
                    <a:pt x="1298" y="1667"/>
                    <a:pt x="1668" y="1298"/>
                    <a:pt x="1668" y="834"/>
                  </a:cubicBezTo>
                  <a:cubicBezTo>
                    <a:pt x="1668" y="382"/>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63"/>
            <p:cNvSpPr/>
            <p:nvPr/>
          </p:nvSpPr>
          <p:spPr>
            <a:xfrm>
              <a:off x="6664394" y="3346974"/>
              <a:ext cx="353113" cy="351998"/>
            </a:xfrm>
            <a:custGeom>
              <a:avLst/>
              <a:gdLst/>
              <a:ahLst/>
              <a:cxnLst/>
              <a:rect l="l" t="t" r="r" b="b"/>
              <a:pathLst>
                <a:path w="11085" h="11050" extrusionOk="0">
                  <a:moveTo>
                    <a:pt x="5549" y="358"/>
                  </a:moveTo>
                  <a:cubicBezTo>
                    <a:pt x="5680" y="358"/>
                    <a:pt x="5799" y="477"/>
                    <a:pt x="5799" y="620"/>
                  </a:cubicBezTo>
                  <a:cubicBezTo>
                    <a:pt x="5799" y="763"/>
                    <a:pt x="5680" y="870"/>
                    <a:pt x="5549" y="870"/>
                  </a:cubicBezTo>
                  <a:cubicBezTo>
                    <a:pt x="5418" y="870"/>
                    <a:pt x="5299" y="763"/>
                    <a:pt x="5299" y="620"/>
                  </a:cubicBezTo>
                  <a:cubicBezTo>
                    <a:pt x="5299" y="465"/>
                    <a:pt x="5418" y="358"/>
                    <a:pt x="5549" y="358"/>
                  </a:cubicBezTo>
                  <a:close/>
                  <a:moveTo>
                    <a:pt x="9752" y="1001"/>
                  </a:moveTo>
                  <a:cubicBezTo>
                    <a:pt x="10061" y="1001"/>
                    <a:pt x="10228" y="1394"/>
                    <a:pt x="10002" y="1620"/>
                  </a:cubicBezTo>
                  <a:cubicBezTo>
                    <a:pt x="9936" y="1686"/>
                    <a:pt x="9844" y="1718"/>
                    <a:pt x="9750" y="1718"/>
                  </a:cubicBezTo>
                  <a:cubicBezTo>
                    <a:pt x="9656" y="1718"/>
                    <a:pt x="9561" y="1686"/>
                    <a:pt x="9490" y="1620"/>
                  </a:cubicBezTo>
                  <a:cubicBezTo>
                    <a:pt x="9275" y="1394"/>
                    <a:pt x="9430" y="1001"/>
                    <a:pt x="9752" y="1001"/>
                  </a:cubicBezTo>
                  <a:close/>
                  <a:moveTo>
                    <a:pt x="1554" y="1203"/>
                  </a:moveTo>
                  <a:cubicBezTo>
                    <a:pt x="1655" y="1203"/>
                    <a:pt x="1756" y="1239"/>
                    <a:pt x="1834" y="1310"/>
                  </a:cubicBezTo>
                  <a:cubicBezTo>
                    <a:pt x="1977" y="1465"/>
                    <a:pt x="1977" y="1715"/>
                    <a:pt x="1834" y="1870"/>
                  </a:cubicBezTo>
                  <a:cubicBezTo>
                    <a:pt x="1756" y="1941"/>
                    <a:pt x="1658" y="1977"/>
                    <a:pt x="1559" y="1977"/>
                  </a:cubicBezTo>
                  <a:cubicBezTo>
                    <a:pt x="1459" y="1977"/>
                    <a:pt x="1358" y="1941"/>
                    <a:pt x="1274" y="1870"/>
                  </a:cubicBezTo>
                  <a:cubicBezTo>
                    <a:pt x="1131" y="1715"/>
                    <a:pt x="1131" y="1465"/>
                    <a:pt x="1274" y="1310"/>
                  </a:cubicBezTo>
                  <a:cubicBezTo>
                    <a:pt x="1352" y="1239"/>
                    <a:pt x="1453" y="1203"/>
                    <a:pt x="1554" y="1203"/>
                  </a:cubicBezTo>
                  <a:close/>
                  <a:moveTo>
                    <a:pt x="596" y="5323"/>
                  </a:moveTo>
                  <a:cubicBezTo>
                    <a:pt x="727" y="5323"/>
                    <a:pt x="846" y="5442"/>
                    <a:pt x="846" y="5573"/>
                  </a:cubicBezTo>
                  <a:cubicBezTo>
                    <a:pt x="858" y="5704"/>
                    <a:pt x="738" y="5823"/>
                    <a:pt x="596" y="5823"/>
                  </a:cubicBezTo>
                  <a:cubicBezTo>
                    <a:pt x="441" y="5823"/>
                    <a:pt x="346" y="5704"/>
                    <a:pt x="346" y="5573"/>
                  </a:cubicBezTo>
                  <a:cubicBezTo>
                    <a:pt x="346" y="5430"/>
                    <a:pt x="465" y="5323"/>
                    <a:pt x="596" y="5323"/>
                  </a:cubicBezTo>
                  <a:close/>
                  <a:moveTo>
                    <a:pt x="10502" y="5323"/>
                  </a:moveTo>
                  <a:cubicBezTo>
                    <a:pt x="10656" y="5323"/>
                    <a:pt x="10764" y="5442"/>
                    <a:pt x="10764" y="5573"/>
                  </a:cubicBezTo>
                  <a:cubicBezTo>
                    <a:pt x="10764" y="5704"/>
                    <a:pt x="10644" y="5823"/>
                    <a:pt x="10502" y="5823"/>
                  </a:cubicBezTo>
                  <a:cubicBezTo>
                    <a:pt x="10359" y="5823"/>
                    <a:pt x="10252" y="5704"/>
                    <a:pt x="10252" y="5573"/>
                  </a:cubicBezTo>
                  <a:cubicBezTo>
                    <a:pt x="10252" y="5430"/>
                    <a:pt x="10371" y="5323"/>
                    <a:pt x="10502" y="5323"/>
                  </a:cubicBezTo>
                  <a:close/>
                  <a:moveTo>
                    <a:pt x="2036" y="8799"/>
                  </a:moveTo>
                  <a:cubicBezTo>
                    <a:pt x="2274" y="8823"/>
                    <a:pt x="2393" y="9085"/>
                    <a:pt x="2227" y="9252"/>
                  </a:cubicBezTo>
                  <a:cubicBezTo>
                    <a:pt x="2179" y="9305"/>
                    <a:pt x="2114" y="9332"/>
                    <a:pt x="2047" y="9332"/>
                  </a:cubicBezTo>
                  <a:cubicBezTo>
                    <a:pt x="1980" y="9332"/>
                    <a:pt x="1911" y="9305"/>
                    <a:pt x="1858" y="9252"/>
                  </a:cubicBezTo>
                  <a:cubicBezTo>
                    <a:pt x="1691" y="9085"/>
                    <a:pt x="1810" y="8799"/>
                    <a:pt x="2036" y="8799"/>
                  </a:cubicBezTo>
                  <a:close/>
                  <a:moveTo>
                    <a:pt x="5549" y="10264"/>
                  </a:moveTo>
                  <a:cubicBezTo>
                    <a:pt x="5680" y="10264"/>
                    <a:pt x="5799" y="10383"/>
                    <a:pt x="5799" y="10514"/>
                  </a:cubicBezTo>
                  <a:cubicBezTo>
                    <a:pt x="5799" y="10669"/>
                    <a:pt x="5680" y="10764"/>
                    <a:pt x="5549" y="10764"/>
                  </a:cubicBezTo>
                  <a:cubicBezTo>
                    <a:pt x="5418" y="10764"/>
                    <a:pt x="5299" y="10645"/>
                    <a:pt x="5299" y="10514"/>
                  </a:cubicBezTo>
                  <a:cubicBezTo>
                    <a:pt x="5299" y="10371"/>
                    <a:pt x="5418" y="10264"/>
                    <a:pt x="5549" y="10264"/>
                  </a:cubicBezTo>
                  <a:close/>
                  <a:moveTo>
                    <a:pt x="5501" y="1"/>
                  </a:moveTo>
                  <a:cubicBezTo>
                    <a:pt x="5180" y="1"/>
                    <a:pt x="4918" y="275"/>
                    <a:pt x="4918" y="584"/>
                  </a:cubicBezTo>
                  <a:cubicBezTo>
                    <a:pt x="4918" y="858"/>
                    <a:pt x="5096" y="1060"/>
                    <a:pt x="5334" y="1132"/>
                  </a:cubicBezTo>
                  <a:lnTo>
                    <a:pt x="5334" y="2025"/>
                  </a:lnTo>
                  <a:cubicBezTo>
                    <a:pt x="5299" y="2013"/>
                    <a:pt x="5251" y="2001"/>
                    <a:pt x="5191" y="1989"/>
                  </a:cubicBezTo>
                  <a:cubicBezTo>
                    <a:pt x="5015" y="1924"/>
                    <a:pt x="4880" y="1886"/>
                    <a:pt x="4761" y="1886"/>
                  </a:cubicBezTo>
                  <a:cubicBezTo>
                    <a:pt x="4576" y="1886"/>
                    <a:pt x="4430" y="1978"/>
                    <a:pt x="4227" y="2203"/>
                  </a:cubicBezTo>
                  <a:cubicBezTo>
                    <a:pt x="4144" y="2299"/>
                    <a:pt x="4072" y="2370"/>
                    <a:pt x="4001" y="2406"/>
                  </a:cubicBezTo>
                  <a:cubicBezTo>
                    <a:pt x="3929" y="2442"/>
                    <a:pt x="3810" y="2442"/>
                    <a:pt x="3703" y="2465"/>
                  </a:cubicBezTo>
                  <a:cubicBezTo>
                    <a:pt x="3370" y="2489"/>
                    <a:pt x="3179" y="2537"/>
                    <a:pt x="3036" y="2823"/>
                  </a:cubicBezTo>
                  <a:lnTo>
                    <a:pt x="2120" y="1906"/>
                  </a:lnTo>
                  <a:cubicBezTo>
                    <a:pt x="2286" y="1632"/>
                    <a:pt x="2274" y="1275"/>
                    <a:pt x="2036" y="1037"/>
                  </a:cubicBezTo>
                  <a:cubicBezTo>
                    <a:pt x="1893" y="894"/>
                    <a:pt x="1712" y="822"/>
                    <a:pt x="1530" y="822"/>
                  </a:cubicBezTo>
                  <a:cubicBezTo>
                    <a:pt x="1349" y="822"/>
                    <a:pt x="1167" y="894"/>
                    <a:pt x="1024" y="1037"/>
                  </a:cubicBezTo>
                  <a:cubicBezTo>
                    <a:pt x="546" y="1505"/>
                    <a:pt x="939" y="2252"/>
                    <a:pt x="1509" y="2252"/>
                  </a:cubicBezTo>
                  <a:cubicBezTo>
                    <a:pt x="1635" y="2252"/>
                    <a:pt x="1770" y="2216"/>
                    <a:pt x="1905" y="2132"/>
                  </a:cubicBezTo>
                  <a:lnTo>
                    <a:pt x="2917" y="3144"/>
                  </a:lnTo>
                  <a:cubicBezTo>
                    <a:pt x="2846" y="3370"/>
                    <a:pt x="2810" y="3394"/>
                    <a:pt x="2572" y="3549"/>
                  </a:cubicBezTo>
                  <a:cubicBezTo>
                    <a:pt x="2143" y="3799"/>
                    <a:pt x="2084" y="3966"/>
                    <a:pt x="2143" y="4442"/>
                  </a:cubicBezTo>
                  <a:cubicBezTo>
                    <a:pt x="2155" y="4561"/>
                    <a:pt x="2167" y="4668"/>
                    <a:pt x="2155" y="4751"/>
                  </a:cubicBezTo>
                  <a:cubicBezTo>
                    <a:pt x="2108" y="4918"/>
                    <a:pt x="1941" y="5061"/>
                    <a:pt x="1846" y="5359"/>
                  </a:cubicBezTo>
                  <a:lnTo>
                    <a:pt x="1131" y="5359"/>
                  </a:lnTo>
                  <a:cubicBezTo>
                    <a:pt x="1060" y="5120"/>
                    <a:pt x="846" y="4942"/>
                    <a:pt x="584" y="4942"/>
                  </a:cubicBezTo>
                  <a:cubicBezTo>
                    <a:pt x="250" y="4942"/>
                    <a:pt x="0" y="5216"/>
                    <a:pt x="0" y="5525"/>
                  </a:cubicBezTo>
                  <a:cubicBezTo>
                    <a:pt x="0" y="5859"/>
                    <a:pt x="262" y="6109"/>
                    <a:pt x="584" y="6109"/>
                  </a:cubicBezTo>
                  <a:cubicBezTo>
                    <a:pt x="846" y="6109"/>
                    <a:pt x="1060" y="5930"/>
                    <a:pt x="1131" y="5692"/>
                  </a:cubicBezTo>
                  <a:lnTo>
                    <a:pt x="1846" y="5692"/>
                  </a:lnTo>
                  <a:cubicBezTo>
                    <a:pt x="1929" y="5990"/>
                    <a:pt x="2108" y="6132"/>
                    <a:pt x="2155" y="6299"/>
                  </a:cubicBezTo>
                  <a:cubicBezTo>
                    <a:pt x="2203" y="6513"/>
                    <a:pt x="2036" y="6871"/>
                    <a:pt x="2179" y="7156"/>
                  </a:cubicBezTo>
                  <a:cubicBezTo>
                    <a:pt x="2322" y="7430"/>
                    <a:pt x="2703" y="7526"/>
                    <a:pt x="2822" y="7704"/>
                  </a:cubicBezTo>
                  <a:cubicBezTo>
                    <a:pt x="2870" y="7764"/>
                    <a:pt x="2894" y="7835"/>
                    <a:pt x="2929" y="7930"/>
                  </a:cubicBezTo>
                  <a:lnTo>
                    <a:pt x="2322" y="8538"/>
                  </a:lnTo>
                  <a:cubicBezTo>
                    <a:pt x="2229" y="8489"/>
                    <a:pt x="2127" y="8464"/>
                    <a:pt x="2025" y="8464"/>
                  </a:cubicBezTo>
                  <a:cubicBezTo>
                    <a:pt x="1880" y="8464"/>
                    <a:pt x="1737" y="8515"/>
                    <a:pt x="1631" y="8621"/>
                  </a:cubicBezTo>
                  <a:cubicBezTo>
                    <a:pt x="1262" y="9002"/>
                    <a:pt x="1536" y="9621"/>
                    <a:pt x="2048" y="9621"/>
                  </a:cubicBezTo>
                  <a:cubicBezTo>
                    <a:pt x="2489" y="9621"/>
                    <a:pt x="2786" y="9157"/>
                    <a:pt x="2560" y="8764"/>
                  </a:cubicBezTo>
                  <a:lnTo>
                    <a:pt x="3084" y="8240"/>
                  </a:lnTo>
                  <a:cubicBezTo>
                    <a:pt x="3322" y="8704"/>
                    <a:pt x="3810" y="8538"/>
                    <a:pt x="4060" y="8657"/>
                  </a:cubicBezTo>
                  <a:cubicBezTo>
                    <a:pt x="4251" y="8740"/>
                    <a:pt x="4418" y="9085"/>
                    <a:pt x="4727" y="9157"/>
                  </a:cubicBezTo>
                  <a:cubicBezTo>
                    <a:pt x="4769" y="9167"/>
                    <a:pt x="4811" y="9172"/>
                    <a:pt x="4853" y="9172"/>
                  </a:cubicBezTo>
                  <a:cubicBezTo>
                    <a:pt x="5045" y="9172"/>
                    <a:pt x="5230" y="9075"/>
                    <a:pt x="5406" y="9026"/>
                  </a:cubicBezTo>
                  <a:lnTo>
                    <a:pt x="5406" y="9919"/>
                  </a:lnTo>
                  <a:cubicBezTo>
                    <a:pt x="5168" y="9990"/>
                    <a:pt x="4989" y="10204"/>
                    <a:pt x="4989" y="10466"/>
                  </a:cubicBezTo>
                  <a:cubicBezTo>
                    <a:pt x="4989" y="10800"/>
                    <a:pt x="5251" y="11050"/>
                    <a:pt x="5561" y="11050"/>
                  </a:cubicBezTo>
                  <a:cubicBezTo>
                    <a:pt x="5894" y="11050"/>
                    <a:pt x="6144" y="10788"/>
                    <a:pt x="6144" y="10466"/>
                  </a:cubicBezTo>
                  <a:cubicBezTo>
                    <a:pt x="6144" y="10204"/>
                    <a:pt x="5965" y="9990"/>
                    <a:pt x="5727" y="9919"/>
                  </a:cubicBezTo>
                  <a:lnTo>
                    <a:pt x="5727" y="9026"/>
                  </a:lnTo>
                  <a:cubicBezTo>
                    <a:pt x="5903" y="9075"/>
                    <a:pt x="6080" y="9172"/>
                    <a:pt x="6269" y="9172"/>
                  </a:cubicBezTo>
                  <a:cubicBezTo>
                    <a:pt x="6310" y="9172"/>
                    <a:pt x="6352" y="9167"/>
                    <a:pt x="6394" y="9157"/>
                  </a:cubicBezTo>
                  <a:cubicBezTo>
                    <a:pt x="6715" y="9085"/>
                    <a:pt x="6894" y="8740"/>
                    <a:pt x="7073" y="8657"/>
                  </a:cubicBezTo>
                  <a:cubicBezTo>
                    <a:pt x="7323" y="8538"/>
                    <a:pt x="7799" y="8704"/>
                    <a:pt x="8049" y="8240"/>
                  </a:cubicBezTo>
                  <a:lnTo>
                    <a:pt x="8216" y="8407"/>
                  </a:lnTo>
                  <a:cubicBezTo>
                    <a:pt x="8245" y="8436"/>
                    <a:pt x="8287" y="8451"/>
                    <a:pt x="8329" y="8451"/>
                  </a:cubicBezTo>
                  <a:cubicBezTo>
                    <a:pt x="8370" y="8451"/>
                    <a:pt x="8412" y="8436"/>
                    <a:pt x="8442" y="8407"/>
                  </a:cubicBezTo>
                  <a:cubicBezTo>
                    <a:pt x="8501" y="8347"/>
                    <a:pt x="8501" y="8240"/>
                    <a:pt x="8442" y="8180"/>
                  </a:cubicBezTo>
                  <a:lnTo>
                    <a:pt x="8168" y="7907"/>
                  </a:lnTo>
                  <a:cubicBezTo>
                    <a:pt x="8239" y="7692"/>
                    <a:pt x="8275" y="7656"/>
                    <a:pt x="8513" y="7514"/>
                  </a:cubicBezTo>
                  <a:cubicBezTo>
                    <a:pt x="8942" y="7252"/>
                    <a:pt x="9013" y="7097"/>
                    <a:pt x="8942" y="6621"/>
                  </a:cubicBezTo>
                  <a:cubicBezTo>
                    <a:pt x="8894" y="6323"/>
                    <a:pt x="8918" y="6287"/>
                    <a:pt x="9073" y="6037"/>
                  </a:cubicBezTo>
                  <a:cubicBezTo>
                    <a:pt x="9156" y="5930"/>
                    <a:pt x="9216" y="5811"/>
                    <a:pt x="9240" y="5692"/>
                  </a:cubicBezTo>
                  <a:lnTo>
                    <a:pt x="9954" y="5692"/>
                  </a:lnTo>
                  <a:cubicBezTo>
                    <a:pt x="10025" y="5930"/>
                    <a:pt x="10240" y="6109"/>
                    <a:pt x="10502" y="6109"/>
                  </a:cubicBezTo>
                  <a:cubicBezTo>
                    <a:pt x="10835" y="6109"/>
                    <a:pt x="11085" y="5847"/>
                    <a:pt x="11085" y="5525"/>
                  </a:cubicBezTo>
                  <a:cubicBezTo>
                    <a:pt x="11085" y="5251"/>
                    <a:pt x="10823" y="4989"/>
                    <a:pt x="10502" y="4989"/>
                  </a:cubicBezTo>
                  <a:cubicBezTo>
                    <a:pt x="10240" y="4989"/>
                    <a:pt x="10025" y="5168"/>
                    <a:pt x="9954" y="5406"/>
                  </a:cubicBezTo>
                  <a:lnTo>
                    <a:pt x="9240" y="5406"/>
                  </a:lnTo>
                  <a:cubicBezTo>
                    <a:pt x="9156" y="5109"/>
                    <a:pt x="8978" y="4966"/>
                    <a:pt x="8930" y="4799"/>
                  </a:cubicBezTo>
                  <a:cubicBezTo>
                    <a:pt x="8882" y="4585"/>
                    <a:pt x="9049" y="4239"/>
                    <a:pt x="8894" y="3954"/>
                  </a:cubicBezTo>
                  <a:cubicBezTo>
                    <a:pt x="8763" y="3668"/>
                    <a:pt x="8382" y="3573"/>
                    <a:pt x="8263" y="3394"/>
                  </a:cubicBezTo>
                  <a:cubicBezTo>
                    <a:pt x="8216" y="3335"/>
                    <a:pt x="8180" y="3263"/>
                    <a:pt x="8156" y="3180"/>
                  </a:cubicBezTo>
                  <a:lnTo>
                    <a:pt x="9406" y="1930"/>
                  </a:lnTo>
                  <a:cubicBezTo>
                    <a:pt x="9513" y="1989"/>
                    <a:pt x="9632" y="2025"/>
                    <a:pt x="9752" y="2025"/>
                  </a:cubicBezTo>
                  <a:cubicBezTo>
                    <a:pt x="9930" y="2025"/>
                    <a:pt x="10109" y="1953"/>
                    <a:pt x="10228" y="1834"/>
                  </a:cubicBezTo>
                  <a:cubicBezTo>
                    <a:pt x="10490" y="1572"/>
                    <a:pt x="10490" y="1132"/>
                    <a:pt x="10228" y="870"/>
                  </a:cubicBezTo>
                  <a:cubicBezTo>
                    <a:pt x="10091" y="733"/>
                    <a:pt x="9915" y="665"/>
                    <a:pt x="9740" y="665"/>
                  </a:cubicBezTo>
                  <a:cubicBezTo>
                    <a:pt x="9564" y="665"/>
                    <a:pt x="9388" y="733"/>
                    <a:pt x="9251" y="870"/>
                  </a:cubicBezTo>
                  <a:cubicBezTo>
                    <a:pt x="9037" y="1096"/>
                    <a:pt x="9001" y="1430"/>
                    <a:pt x="9168" y="1691"/>
                  </a:cubicBezTo>
                  <a:lnTo>
                    <a:pt x="8025" y="2834"/>
                  </a:lnTo>
                  <a:cubicBezTo>
                    <a:pt x="7918" y="2644"/>
                    <a:pt x="7799" y="2537"/>
                    <a:pt x="7501" y="2489"/>
                  </a:cubicBezTo>
                  <a:cubicBezTo>
                    <a:pt x="7493" y="2488"/>
                    <a:pt x="7485" y="2488"/>
                    <a:pt x="7477" y="2488"/>
                  </a:cubicBezTo>
                  <a:cubicBezTo>
                    <a:pt x="7394" y="2488"/>
                    <a:pt x="7334" y="2545"/>
                    <a:pt x="7323" y="2632"/>
                  </a:cubicBezTo>
                  <a:cubicBezTo>
                    <a:pt x="7311" y="2715"/>
                    <a:pt x="7370" y="2787"/>
                    <a:pt x="7454" y="2811"/>
                  </a:cubicBezTo>
                  <a:cubicBezTo>
                    <a:pt x="7680" y="2834"/>
                    <a:pt x="7727" y="2906"/>
                    <a:pt x="7811" y="3192"/>
                  </a:cubicBezTo>
                  <a:cubicBezTo>
                    <a:pt x="7930" y="3549"/>
                    <a:pt x="7989" y="3644"/>
                    <a:pt x="8323" y="3835"/>
                  </a:cubicBezTo>
                  <a:cubicBezTo>
                    <a:pt x="8632" y="4025"/>
                    <a:pt x="8644" y="4061"/>
                    <a:pt x="8597" y="4418"/>
                  </a:cubicBezTo>
                  <a:cubicBezTo>
                    <a:pt x="8537" y="4799"/>
                    <a:pt x="8573" y="4906"/>
                    <a:pt x="8775" y="5216"/>
                  </a:cubicBezTo>
                  <a:cubicBezTo>
                    <a:pt x="8990" y="5525"/>
                    <a:pt x="8990" y="5573"/>
                    <a:pt x="8775" y="5871"/>
                  </a:cubicBezTo>
                  <a:cubicBezTo>
                    <a:pt x="8573" y="6180"/>
                    <a:pt x="8561" y="6287"/>
                    <a:pt x="8597" y="6668"/>
                  </a:cubicBezTo>
                  <a:cubicBezTo>
                    <a:pt x="8644" y="7025"/>
                    <a:pt x="8632" y="7061"/>
                    <a:pt x="8323" y="7252"/>
                  </a:cubicBezTo>
                  <a:cubicBezTo>
                    <a:pt x="7989" y="7442"/>
                    <a:pt x="7930" y="7537"/>
                    <a:pt x="7811" y="7895"/>
                  </a:cubicBezTo>
                  <a:cubicBezTo>
                    <a:pt x="7692" y="8240"/>
                    <a:pt x="7668" y="8264"/>
                    <a:pt x="7311" y="8299"/>
                  </a:cubicBezTo>
                  <a:cubicBezTo>
                    <a:pt x="6918" y="8323"/>
                    <a:pt x="6834" y="8383"/>
                    <a:pt x="6561" y="8657"/>
                  </a:cubicBezTo>
                  <a:cubicBezTo>
                    <a:pt x="6411" y="8813"/>
                    <a:pt x="6334" y="8876"/>
                    <a:pt x="6228" y="8876"/>
                  </a:cubicBezTo>
                  <a:cubicBezTo>
                    <a:pt x="6156" y="8876"/>
                    <a:pt x="6071" y="8847"/>
                    <a:pt x="5942" y="8799"/>
                  </a:cubicBezTo>
                  <a:cubicBezTo>
                    <a:pt x="5799" y="8752"/>
                    <a:pt x="5668" y="8692"/>
                    <a:pt x="5525" y="8692"/>
                  </a:cubicBezTo>
                  <a:cubicBezTo>
                    <a:pt x="5261" y="8692"/>
                    <a:pt x="4987" y="8875"/>
                    <a:pt x="4806" y="8875"/>
                  </a:cubicBezTo>
                  <a:cubicBezTo>
                    <a:pt x="4791" y="8875"/>
                    <a:pt x="4777" y="8874"/>
                    <a:pt x="4763" y="8871"/>
                  </a:cubicBezTo>
                  <a:cubicBezTo>
                    <a:pt x="4668" y="8859"/>
                    <a:pt x="4572" y="8752"/>
                    <a:pt x="4477" y="8657"/>
                  </a:cubicBezTo>
                  <a:cubicBezTo>
                    <a:pt x="4227" y="8383"/>
                    <a:pt x="4120" y="8323"/>
                    <a:pt x="3739" y="8299"/>
                  </a:cubicBezTo>
                  <a:cubicBezTo>
                    <a:pt x="3382" y="8264"/>
                    <a:pt x="3346" y="8240"/>
                    <a:pt x="3227" y="7895"/>
                  </a:cubicBezTo>
                  <a:cubicBezTo>
                    <a:pt x="3108" y="7537"/>
                    <a:pt x="3048" y="7442"/>
                    <a:pt x="2727" y="7252"/>
                  </a:cubicBezTo>
                  <a:cubicBezTo>
                    <a:pt x="2405" y="7061"/>
                    <a:pt x="2393" y="7025"/>
                    <a:pt x="2441" y="6668"/>
                  </a:cubicBezTo>
                  <a:cubicBezTo>
                    <a:pt x="2501" y="6287"/>
                    <a:pt x="2465" y="6180"/>
                    <a:pt x="2262" y="5871"/>
                  </a:cubicBezTo>
                  <a:cubicBezTo>
                    <a:pt x="2048" y="5561"/>
                    <a:pt x="2048" y="5513"/>
                    <a:pt x="2262" y="5216"/>
                  </a:cubicBezTo>
                  <a:cubicBezTo>
                    <a:pt x="2465" y="4906"/>
                    <a:pt x="2477" y="4799"/>
                    <a:pt x="2441" y="4418"/>
                  </a:cubicBezTo>
                  <a:cubicBezTo>
                    <a:pt x="2393" y="4061"/>
                    <a:pt x="2405" y="4025"/>
                    <a:pt x="2727" y="3835"/>
                  </a:cubicBezTo>
                  <a:cubicBezTo>
                    <a:pt x="2846" y="3763"/>
                    <a:pt x="2965" y="3680"/>
                    <a:pt x="3048" y="3585"/>
                  </a:cubicBezTo>
                  <a:cubicBezTo>
                    <a:pt x="3144" y="3477"/>
                    <a:pt x="3179" y="3323"/>
                    <a:pt x="3227" y="3192"/>
                  </a:cubicBezTo>
                  <a:cubicBezTo>
                    <a:pt x="3275" y="3061"/>
                    <a:pt x="3322" y="2942"/>
                    <a:pt x="3394" y="2882"/>
                  </a:cubicBezTo>
                  <a:cubicBezTo>
                    <a:pt x="3465" y="2823"/>
                    <a:pt x="3596" y="2799"/>
                    <a:pt x="3739" y="2787"/>
                  </a:cubicBezTo>
                  <a:cubicBezTo>
                    <a:pt x="4120" y="2763"/>
                    <a:pt x="4215" y="2703"/>
                    <a:pt x="4477" y="2430"/>
                  </a:cubicBezTo>
                  <a:cubicBezTo>
                    <a:pt x="4626" y="2273"/>
                    <a:pt x="4699" y="2210"/>
                    <a:pt x="4807" y="2210"/>
                  </a:cubicBezTo>
                  <a:cubicBezTo>
                    <a:pt x="4880" y="2210"/>
                    <a:pt x="4969" y="2239"/>
                    <a:pt x="5108" y="2287"/>
                  </a:cubicBezTo>
                  <a:cubicBezTo>
                    <a:pt x="5287" y="2352"/>
                    <a:pt x="5406" y="2385"/>
                    <a:pt x="5525" y="2385"/>
                  </a:cubicBezTo>
                  <a:cubicBezTo>
                    <a:pt x="5644" y="2385"/>
                    <a:pt x="5763" y="2352"/>
                    <a:pt x="5942" y="2287"/>
                  </a:cubicBezTo>
                  <a:cubicBezTo>
                    <a:pt x="6081" y="2233"/>
                    <a:pt x="6168" y="2206"/>
                    <a:pt x="6236" y="2206"/>
                  </a:cubicBezTo>
                  <a:cubicBezTo>
                    <a:pt x="6366" y="2206"/>
                    <a:pt x="6425" y="2306"/>
                    <a:pt x="6644" y="2525"/>
                  </a:cubicBezTo>
                  <a:cubicBezTo>
                    <a:pt x="6680" y="2555"/>
                    <a:pt x="6721" y="2570"/>
                    <a:pt x="6762" y="2570"/>
                  </a:cubicBezTo>
                  <a:cubicBezTo>
                    <a:pt x="6802" y="2570"/>
                    <a:pt x="6840" y="2555"/>
                    <a:pt x="6870" y="2525"/>
                  </a:cubicBezTo>
                  <a:cubicBezTo>
                    <a:pt x="6930" y="2465"/>
                    <a:pt x="6930" y="2358"/>
                    <a:pt x="6870" y="2299"/>
                  </a:cubicBezTo>
                  <a:lnTo>
                    <a:pt x="6787" y="2203"/>
                  </a:lnTo>
                  <a:cubicBezTo>
                    <a:pt x="6569" y="1978"/>
                    <a:pt x="6422" y="1886"/>
                    <a:pt x="6241" y="1886"/>
                  </a:cubicBezTo>
                  <a:cubicBezTo>
                    <a:pt x="6125" y="1886"/>
                    <a:pt x="5994" y="1924"/>
                    <a:pt x="5822" y="1989"/>
                  </a:cubicBezTo>
                  <a:cubicBezTo>
                    <a:pt x="5775" y="2001"/>
                    <a:pt x="5715" y="2013"/>
                    <a:pt x="5668" y="2025"/>
                  </a:cubicBezTo>
                  <a:lnTo>
                    <a:pt x="5668" y="1132"/>
                  </a:lnTo>
                  <a:cubicBezTo>
                    <a:pt x="5906" y="1060"/>
                    <a:pt x="6084" y="858"/>
                    <a:pt x="6084" y="584"/>
                  </a:cubicBezTo>
                  <a:cubicBezTo>
                    <a:pt x="6084" y="263"/>
                    <a:pt x="5822"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63"/>
            <p:cNvSpPr/>
            <p:nvPr/>
          </p:nvSpPr>
          <p:spPr>
            <a:xfrm>
              <a:off x="6938984" y="3622042"/>
              <a:ext cx="53899" cy="51605"/>
            </a:xfrm>
            <a:custGeom>
              <a:avLst/>
              <a:gdLst/>
              <a:ahLst/>
              <a:cxnLst/>
              <a:rect l="l" t="t" r="r" b="b"/>
              <a:pathLst>
                <a:path w="1692" h="1620" extrusionOk="0">
                  <a:moveTo>
                    <a:pt x="919" y="548"/>
                  </a:moveTo>
                  <a:cubicBezTo>
                    <a:pt x="1015" y="548"/>
                    <a:pt x="1114" y="587"/>
                    <a:pt x="1191" y="665"/>
                  </a:cubicBezTo>
                  <a:cubicBezTo>
                    <a:pt x="1334" y="796"/>
                    <a:pt x="1334" y="1046"/>
                    <a:pt x="1191" y="1200"/>
                  </a:cubicBezTo>
                  <a:cubicBezTo>
                    <a:pt x="1114" y="1272"/>
                    <a:pt x="1015" y="1307"/>
                    <a:pt x="919" y="1307"/>
                  </a:cubicBezTo>
                  <a:cubicBezTo>
                    <a:pt x="822" y="1307"/>
                    <a:pt x="727" y="1272"/>
                    <a:pt x="655" y="1200"/>
                  </a:cubicBezTo>
                  <a:cubicBezTo>
                    <a:pt x="500" y="1046"/>
                    <a:pt x="500" y="807"/>
                    <a:pt x="655" y="665"/>
                  </a:cubicBezTo>
                  <a:cubicBezTo>
                    <a:pt x="727" y="587"/>
                    <a:pt x="822" y="548"/>
                    <a:pt x="919" y="548"/>
                  </a:cubicBezTo>
                  <a:close/>
                  <a:moveTo>
                    <a:pt x="167" y="1"/>
                  </a:moveTo>
                  <a:cubicBezTo>
                    <a:pt x="128" y="1"/>
                    <a:pt x="90" y="16"/>
                    <a:pt x="60" y="45"/>
                  </a:cubicBezTo>
                  <a:cubicBezTo>
                    <a:pt x="0" y="105"/>
                    <a:pt x="0" y="212"/>
                    <a:pt x="60" y="272"/>
                  </a:cubicBezTo>
                  <a:lnTo>
                    <a:pt x="334" y="557"/>
                  </a:lnTo>
                  <a:cubicBezTo>
                    <a:pt x="179" y="819"/>
                    <a:pt x="191" y="1177"/>
                    <a:pt x="429" y="1415"/>
                  </a:cubicBezTo>
                  <a:cubicBezTo>
                    <a:pt x="560" y="1552"/>
                    <a:pt x="739" y="1620"/>
                    <a:pt x="920" y="1620"/>
                  </a:cubicBezTo>
                  <a:cubicBezTo>
                    <a:pt x="1102" y="1620"/>
                    <a:pt x="1286" y="1552"/>
                    <a:pt x="1429" y="1415"/>
                  </a:cubicBezTo>
                  <a:cubicBezTo>
                    <a:pt x="1691" y="1153"/>
                    <a:pt x="1691" y="700"/>
                    <a:pt x="1429" y="415"/>
                  </a:cubicBezTo>
                  <a:cubicBezTo>
                    <a:pt x="1294" y="286"/>
                    <a:pt x="1120" y="223"/>
                    <a:pt x="945" y="223"/>
                  </a:cubicBezTo>
                  <a:cubicBezTo>
                    <a:pt x="812" y="223"/>
                    <a:pt x="678" y="259"/>
                    <a:pt x="560" y="331"/>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3" name="Google Shape;9913;p63"/>
          <p:cNvGrpSpPr/>
          <p:nvPr/>
        </p:nvGrpSpPr>
        <p:grpSpPr>
          <a:xfrm>
            <a:off x="849741" y="1778307"/>
            <a:ext cx="399398" cy="375443"/>
            <a:chOff x="849741" y="1959307"/>
            <a:chExt cx="399398" cy="375443"/>
          </a:xfrm>
        </p:grpSpPr>
        <p:sp>
          <p:nvSpPr>
            <p:cNvPr id="9914" name="Google Shape;9914;p63"/>
            <p:cNvSpPr/>
            <p:nvPr/>
          </p:nvSpPr>
          <p:spPr>
            <a:xfrm>
              <a:off x="849741" y="1959307"/>
              <a:ext cx="399398" cy="375443"/>
            </a:xfrm>
            <a:custGeom>
              <a:avLst/>
              <a:gdLst/>
              <a:ahLst/>
              <a:cxnLst/>
              <a:rect l="l" t="t" r="r" b="b"/>
              <a:pathLst>
                <a:path w="12538" h="11786" extrusionOk="0">
                  <a:moveTo>
                    <a:pt x="2441" y="7273"/>
                  </a:moveTo>
                  <a:lnTo>
                    <a:pt x="5251" y="10082"/>
                  </a:lnTo>
                  <a:lnTo>
                    <a:pt x="4537" y="10797"/>
                  </a:lnTo>
                  <a:lnTo>
                    <a:pt x="1727" y="7987"/>
                  </a:lnTo>
                  <a:lnTo>
                    <a:pt x="2441" y="7273"/>
                  </a:lnTo>
                  <a:close/>
                  <a:moveTo>
                    <a:pt x="8661" y="1"/>
                  </a:moveTo>
                  <a:cubicBezTo>
                    <a:pt x="8400" y="1"/>
                    <a:pt x="8138" y="99"/>
                    <a:pt x="7942" y="296"/>
                  </a:cubicBezTo>
                  <a:lnTo>
                    <a:pt x="1846" y="6392"/>
                  </a:lnTo>
                  <a:cubicBezTo>
                    <a:pt x="1763" y="6463"/>
                    <a:pt x="1763" y="6582"/>
                    <a:pt x="1846" y="6665"/>
                  </a:cubicBezTo>
                  <a:lnTo>
                    <a:pt x="2168" y="6987"/>
                  </a:lnTo>
                  <a:lnTo>
                    <a:pt x="1322" y="7832"/>
                  </a:lnTo>
                  <a:cubicBezTo>
                    <a:pt x="1251" y="7916"/>
                    <a:pt x="1251" y="8035"/>
                    <a:pt x="1322" y="8106"/>
                  </a:cubicBezTo>
                  <a:lnTo>
                    <a:pt x="1941" y="8725"/>
                  </a:lnTo>
                  <a:lnTo>
                    <a:pt x="1465" y="9201"/>
                  </a:lnTo>
                  <a:cubicBezTo>
                    <a:pt x="1394" y="9285"/>
                    <a:pt x="1394" y="9404"/>
                    <a:pt x="1465" y="9475"/>
                  </a:cubicBezTo>
                  <a:cubicBezTo>
                    <a:pt x="1507" y="9511"/>
                    <a:pt x="1557" y="9529"/>
                    <a:pt x="1606" y="9529"/>
                  </a:cubicBezTo>
                  <a:cubicBezTo>
                    <a:pt x="1656" y="9529"/>
                    <a:pt x="1703" y="9511"/>
                    <a:pt x="1739" y="9475"/>
                  </a:cubicBezTo>
                  <a:lnTo>
                    <a:pt x="2215" y="8999"/>
                  </a:lnTo>
                  <a:lnTo>
                    <a:pt x="3525" y="10309"/>
                  </a:lnTo>
                  <a:lnTo>
                    <a:pt x="2453" y="11380"/>
                  </a:lnTo>
                  <a:lnTo>
                    <a:pt x="536" y="10678"/>
                  </a:lnTo>
                  <a:lnTo>
                    <a:pt x="1167" y="10035"/>
                  </a:lnTo>
                  <a:cubicBezTo>
                    <a:pt x="1251" y="9963"/>
                    <a:pt x="1251" y="9844"/>
                    <a:pt x="1167" y="9773"/>
                  </a:cubicBezTo>
                  <a:cubicBezTo>
                    <a:pt x="1132" y="9737"/>
                    <a:pt x="1084" y="9719"/>
                    <a:pt x="1036" y="9719"/>
                  </a:cubicBezTo>
                  <a:cubicBezTo>
                    <a:pt x="989" y="9719"/>
                    <a:pt x="941" y="9737"/>
                    <a:pt x="905" y="9773"/>
                  </a:cubicBezTo>
                  <a:lnTo>
                    <a:pt x="60" y="10618"/>
                  </a:lnTo>
                  <a:cubicBezTo>
                    <a:pt x="12" y="10666"/>
                    <a:pt x="1" y="10737"/>
                    <a:pt x="12" y="10797"/>
                  </a:cubicBezTo>
                  <a:cubicBezTo>
                    <a:pt x="24" y="10856"/>
                    <a:pt x="72" y="10916"/>
                    <a:pt x="132" y="10928"/>
                  </a:cubicBezTo>
                  <a:lnTo>
                    <a:pt x="2441" y="11761"/>
                  </a:lnTo>
                  <a:cubicBezTo>
                    <a:pt x="2453" y="11785"/>
                    <a:pt x="2477" y="11785"/>
                    <a:pt x="2501" y="11785"/>
                  </a:cubicBezTo>
                  <a:cubicBezTo>
                    <a:pt x="2537" y="11785"/>
                    <a:pt x="2596" y="11761"/>
                    <a:pt x="2632" y="11726"/>
                  </a:cubicBezTo>
                  <a:lnTo>
                    <a:pt x="3787" y="10559"/>
                  </a:lnTo>
                  <a:lnTo>
                    <a:pt x="4418" y="11190"/>
                  </a:lnTo>
                  <a:cubicBezTo>
                    <a:pt x="4442" y="11214"/>
                    <a:pt x="4501" y="11249"/>
                    <a:pt x="4549" y="11249"/>
                  </a:cubicBezTo>
                  <a:cubicBezTo>
                    <a:pt x="4596" y="11249"/>
                    <a:pt x="4656" y="11225"/>
                    <a:pt x="4680" y="11190"/>
                  </a:cubicBezTo>
                  <a:lnTo>
                    <a:pt x="5537" y="10332"/>
                  </a:lnTo>
                  <a:lnTo>
                    <a:pt x="5858" y="10666"/>
                  </a:lnTo>
                  <a:cubicBezTo>
                    <a:pt x="5894" y="10690"/>
                    <a:pt x="5954" y="10725"/>
                    <a:pt x="5989" y="10725"/>
                  </a:cubicBezTo>
                  <a:cubicBezTo>
                    <a:pt x="6037" y="10725"/>
                    <a:pt x="6097" y="10702"/>
                    <a:pt x="6132" y="10666"/>
                  </a:cubicBezTo>
                  <a:lnTo>
                    <a:pt x="10788" y="6011"/>
                  </a:lnTo>
                  <a:cubicBezTo>
                    <a:pt x="10859" y="5927"/>
                    <a:pt x="10859" y="5808"/>
                    <a:pt x="10788" y="5737"/>
                  </a:cubicBezTo>
                  <a:cubicBezTo>
                    <a:pt x="10752" y="5701"/>
                    <a:pt x="10704" y="5683"/>
                    <a:pt x="10655" y="5683"/>
                  </a:cubicBezTo>
                  <a:cubicBezTo>
                    <a:pt x="10606" y="5683"/>
                    <a:pt x="10555" y="5701"/>
                    <a:pt x="10514" y="5737"/>
                  </a:cubicBezTo>
                  <a:lnTo>
                    <a:pt x="5989" y="10261"/>
                  </a:lnTo>
                  <a:lnTo>
                    <a:pt x="2263" y="6523"/>
                  </a:lnTo>
                  <a:lnTo>
                    <a:pt x="8240" y="546"/>
                  </a:lnTo>
                  <a:cubicBezTo>
                    <a:pt x="8365" y="415"/>
                    <a:pt x="8525" y="349"/>
                    <a:pt x="8686" y="349"/>
                  </a:cubicBezTo>
                  <a:cubicBezTo>
                    <a:pt x="8847" y="349"/>
                    <a:pt x="9008" y="415"/>
                    <a:pt x="9133" y="546"/>
                  </a:cubicBezTo>
                  <a:lnTo>
                    <a:pt x="11978" y="3379"/>
                  </a:lnTo>
                  <a:cubicBezTo>
                    <a:pt x="12097" y="3510"/>
                    <a:pt x="12157" y="3665"/>
                    <a:pt x="12157" y="3832"/>
                  </a:cubicBezTo>
                  <a:cubicBezTo>
                    <a:pt x="12157" y="3998"/>
                    <a:pt x="12097" y="4153"/>
                    <a:pt x="11978" y="4272"/>
                  </a:cubicBezTo>
                  <a:lnTo>
                    <a:pt x="11050" y="5201"/>
                  </a:lnTo>
                  <a:cubicBezTo>
                    <a:pt x="10978" y="5272"/>
                    <a:pt x="10978" y="5391"/>
                    <a:pt x="11050" y="5463"/>
                  </a:cubicBezTo>
                  <a:cubicBezTo>
                    <a:pt x="11091" y="5505"/>
                    <a:pt x="11142" y="5525"/>
                    <a:pt x="11191" y="5525"/>
                  </a:cubicBezTo>
                  <a:cubicBezTo>
                    <a:pt x="11240" y="5525"/>
                    <a:pt x="11288" y="5505"/>
                    <a:pt x="11323" y="5463"/>
                  </a:cubicBezTo>
                  <a:lnTo>
                    <a:pt x="12240" y="4546"/>
                  </a:lnTo>
                  <a:cubicBezTo>
                    <a:pt x="12443" y="4356"/>
                    <a:pt x="12538" y="4106"/>
                    <a:pt x="12538" y="3832"/>
                  </a:cubicBezTo>
                  <a:cubicBezTo>
                    <a:pt x="12526" y="3582"/>
                    <a:pt x="12419" y="3332"/>
                    <a:pt x="12228" y="3129"/>
                  </a:cubicBezTo>
                  <a:lnTo>
                    <a:pt x="9371" y="296"/>
                  </a:lnTo>
                  <a:cubicBezTo>
                    <a:pt x="9180" y="99"/>
                    <a:pt x="8921" y="1"/>
                    <a:pt x="86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63"/>
            <p:cNvSpPr/>
            <p:nvPr/>
          </p:nvSpPr>
          <p:spPr>
            <a:xfrm>
              <a:off x="986654" y="2041588"/>
              <a:ext cx="180204" cy="177082"/>
            </a:xfrm>
            <a:custGeom>
              <a:avLst/>
              <a:gdLst/>
              <a:ahLst/>
              <a:cxnLst/>
              <a:rect l="l" t="t" r="r" b="b"/>
              <a:pathLst>
                <a:path w="5657" h="5559" extrusionOk="0">
                  <a:moveTo>
                    <a:pt x="3811" y="368"/>
                  </a:moveTo>
                  <a:cubicBezTo>
                    <a:pt x="3894" y="368"/>
                    <a:pt x="3989" y="403"/>
                    <a:pt x="4061" y="475"/>
                  </a:cubicBezTo>
                  <a:lnTo>
                    <a:pt x="5168" y="1582"/>
                  </a:lnTo>
                  <a:cubicBezTo>
                    <a:pt x="5228" y="1642"/>
                    <a:pt x="5263" y="1725"/>
                    <a:pt x="5263" y="1832"/>
                  </a:cubicBezTo>
                  <a:cubicBezTo>
                    <a:pt x="5263" y="1915"/>
                    <a:pt x="5228" y="2023"/>
                    <a:pt x="5168" y="2082"/>
                  </a:cubicBezTo>
                  <a:lnTo>
                    <a:pt x="2156" y="5094"/>
                  </a:lnTo>
                  <a:cubicBezTo>
                    <a:pt x="2090" y="5160"/>
                    <a:pt x="1998" y="5193"/>
                    <a:pt x="1906" y="5193"/>
                  </a:cubicBezTo>
                  <a:cubicBezTo>
                    <a:pt x="1813" y="5193"/>
                    <a:pt x="1721" y="5160"/>
                    <a:pt x="1656" y="5094"/>
                  </a:cubicBezTo>
                  <a:lnTo>
                    <a:pt x="548" y="3987"/>
                  </a:lnTo>
                  <a:cubicBezTo>
                    <a:pt x="417" y="3856"/>
                    <a:pt x="417" y="3618"/>
                    <a:pt x="548" y="3487"/>
                  </a:cubicBezTo>
                  <a:lnTo>
                    <a:pt x="3561" y="475"/>
                  </a:lnTo>
                  <a:cubicBezTo>
                    <a:pt x="3632" y="403"/>
                    <a:pt x="3715" y="368"/>
                    <a:pt x="3811" y="368"/>
                  </a:cubicBezTo>
                  <a:close/>
                  <a:moveTo>
                    <a:pt x="3800" y="0"/>
                  </a:moveTo>
                  <a:cubicBezTo>
                    <a:pt x="3613" y="0"/>
                    <a:pt x="3428" y="71"/>
                    <a:pt x="3287" y="213"/>
                  </a:cubicBezTo>
                  <a:lnTo>
                    <a:pt x="286" y="3213"/>
                  </a:lnTo>
                  <a:cubicBezTo>
                    <a:pt x="1" y="3499"/>
                    <a:pt x="1" y="3975"/>
                    <a:pt x="286" y="4261"/>
                  </a:cubicBezTo>
                  <a:lnTo>
                    <a:pt x="1382" y="5356"/>
                  </a:lnTo>
                  <a:cubicBezTo>
                    <a:pt x="1537" y="5511"/>
                    <a:pt x="1715" y="5559"/>
                    <a:pt x="1906" y="5559"/>
                  </a:cubicBezTo>
                  <a:cubicBezTo>
                    <a:pt x="2096" y="5559"/>
                    <a:pt x="2275" y="5487"/>
                    <a:pt x="2430" y="5356"/>
                  </a:cubicBezTo>
                  <a:lnTo>
                    <a:pt x="5430" y="2368"/>
                  </a:lnTo>
                  <a:cubicBezTo>
                    <a:pt x="5561" y="2237"/>
                    <a:pt x="5656" y="2035"/>
                    <a:pt x="5656" y="1844"/>
                  </a:cubicBezTo>
                  <a:cubicBezTo>
                    <a:pt x="5656" y="1654"/>
                    <a:pt x="5585" y="1451"/>
                    <a:pt x="5430" y="1320"/>
                  </a:cubicBezTo>
                  <a:lnTo>
                    <a:pt x="4335" y="225"/>
                  </a:lnTo>
                  <a:cubicBezTo>
                    <a:pt x="4184" y="74"/>
                    <a:pt x="3991" y="0"/>
                    <a:pt x="38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6" name="Google Shape;9916;p63"/>
          <p:cNvGrpSpPr/>
          <p:nvPr/>
        </p:nvGrpSpPr>
        <p:grpSpPr>
          <a:xfrm>
            <a:off x="1284212" y="1782766"/>
            <a:ext cx="379489" cy="366046"/>
            <a:chOff x="1284212" y="1963766"/>
            <a:chExt cx="379489" cy="366046"/>
          </a:xfrm>
        </p:grpSpPr>
        <p:sp>
          <p:nvSpPr>
            <p:cNvPr id="9917" name="Google Shape;9917;p63"/>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63"/>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9" name="Google Shape;9919;p63"/>
          <p:cNvGrpSpPr/>
          <p:nvPr/>
        </p:nvGrpSpPr>
        <p:grpSpPr>
          <a:xfrm>
            <a:off x="3037766" y="1788564"/>
            <a:ext cx="370219" cy="354928"/>
            <a:chOff x="3037766" y="1969564"/>
            <a:chExt cx="370219" cy="354928"/>
          </a:xfrm>
        </p:grpSpPr>
        <p:sp>
          <p:nvSpPr>
            <p:cNvPr id="9920" name="Google Shape;9920;p63"/>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63"/>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2" name="Google Shape;9922;p63"/>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63"/>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4" name="Google Shape;9924;p63"/>
          <p:cNvGrpSpPr/>
          <p:nvPr/>
        </p:nvGrpSpPr>
        <p:grpSpPr>
          <a:xfrm>
            <a:off x="3982553" y="1790730"/>
            <a:ext cx="304566" cy="350501"/>
            <a:chOff x="3982553" y="1971730"/>
            <a:chExt cx="304566" cy="350501"/>
          </a:xfrm>
        </p:grpSpPr>
        <p:sp>
          <p:nvSpPr>
            <p:cNvPr id="9925" name="Google Shape;9925;p63"/>
            <p:cNvSpPr/>
            <p:nvPr/>
          </p:nvSpPr>
          <p:spPr>
            <a:xfrm>
              <a:off x="4037535" y="2176558"/>
              <a:ext cx="196513" cy="145673"/>
            </a:xfrm>
            <a:custGeom>
              <a:avLst/>
              <a:gdLst/>
              <a:ahLst/>
              <a:cxnLst/>
              <a:rect l="l" t="t" r="r" b="b"/>
              <a:pathLst>
                <a:path w="6169" h="4573" extrusionOk="0">
                  <a:moveTo>
                    <a:pt x="1441" y="322"/>
                  </a:moveTo>
                  <a:cubicBezTo>
                    <a:pt x="1584" y="322"/>
                    <a:pt x="1727" y="441"/>
                    <a:pt x="1727" y="595"/>
                  </a:cubicBezTo>
                  <a:lnTo>
                    <a:pt x="1727" y="4251"/>
                  </a:lnTo>
                  <a:lnTo>
                    <a:pt x="1167" y="4251"/>
                  </a:lnTo>
                  <a:lnTo>
                    <a:pt x="1167" y="595"/>
                  </a:lnTo>
                  <a:lnTo>
                    <a:pt x="1156" y="595"/>
                  </a:lnTo>
                  <a:cubicBezTo>
                    <a:pt x="1156" y="453"/>
                    <a:pt x="1275" y="322"/>
                    <a:pt x="1441" y="322"/>
                  </a:cubicBezTo>
                  <a:close/>
                  <a:moveTo>
                    <a:pt x="3061" y="322"/>
                  </a:moveTo>
                  <a:cubicBezTo>
                    <a:pt x="3227" y="322"/>
                    <a:pt x="3346" y="441"/>
                    <a:pt x="3346" y="595"/>
                  </a:cubicBezTo>
                  <a:lnTo>
                    <a:pt x="3346" y="4251"/>
                  </a:lnTo>
                  <a:lnTo>
                    <a:pt x="2799" y="4251"/>
                  </a:lnTo>
                  <a:lnTo>
                    <a:pt x="2799" y="595"/>
                  </a:lnTo>
                  <a:lnTo>
                    <a:pt x="2775" y="595"/>
                  </a:lnTo>
                  <a:cubicBezTo>
                    <a:pt x="2775" y="453"/>
                    <a:pt x="2894" y="322"/>
                    <a:pt x="3061" y="322"/>
                  </a:cubicBezTo>
                  <a:close/>
                  <a:moveTo>
                    <a:pt x="4680" y="322"/>
                  </a:moveTo>
                  <a:cubicBezTo>
                    <a:pt x="4835" y="322"/>
                    <a:pt x="4966" y="441"/>
                    <a:pt x="4966" y="595"/>
                  </a:cubicBezTo>
                  <a:lnTo>
                    <a:pt x="4966" y="4251"/>
                  </a:lnTo>
                  <a:lnTo>
                    <a:pt x="4406" y="4251"/>
                  </a:lnTo>
                  <a:lnTo>
                    <a:pt x="4406" y="595"/>
                  </a:lnTo>
                  <a:cubicBezTo>
                    <a:pt x="4406" y="453"/>
                    <a:pt x="4525" y="322"/>
                    <a:pt x="4680" y="322"/>
                  </a:cubicBezTo>
                  <a:close/>
                  <a:moveTo>
                    <a:pt x="1441" y="0"/>
                  </a:moveTo>
                  <a:cubicBezTo>
                    <a:pt x="1108" y="0"/>
                    <a:pt x="846" y="274"/>
                    <a:pt x="846" y="595"/>
                  </a:cubicBezTo>
                  <a:lnTo>
                    <a:pt x="846" y="4251"/>
                  </a:lnTo>
                  <a:lnTo>
                    <a:pt x="322" y="4251"/>
                  </a:lnTo>
                  <a:lnTo>
                    <a:pt x="322" y="2536"/>
                  </a:lnTo>
                  <a:cubicBezTo>
                    <a:pt x="322" y="2441"/>
                    <a:pt x="251" y="2370"/>
                    <a:pt x="155" y="2370"/>
                  </a:cubicBezTo>
                  <a:cubicBezTo>
                    <a:pt x="72" y="2370"/>
                    <a:pt x="1" y="2441"/>
                    <a:pt x="1" y="2536"/>
                  </a:cubicBezTo>
                  <a:lnTo>
                    <a:pt x="1" y="4405"/>
                  </a:lnTo>
                  <a:cubicBezTo>
                    <a:pt x="1" y="4501"/>
                    <a:pt x="72" y="4572"/>
                    <a:pt x="155" y="4572"/>
                  </a:cubicBezTo>
                  <a:lnTo>
                    <a:pt x="6001" y="4572"/>
                  </a:lnTo>
                  <a:cubicBezTo>
                    <a:pt x="6097" y="4572"/>
                    <a:pt x="6168" y="4501"/>
                    <a:pt x="6168" y="4405"/>
                  </a:cubicBezTo>
                  <a:lnTo>
                    <a:pt x="6168" y="834"/>
                  </a:lnTo>
                  <a:cubicBezTo>
                    <a:pt x="6144" y="750"/>
                    <a:pt x="6073" y="679"/>
                    <a:pt x="5978" y="679"/>
                  </a:cubicBezTo>
                  <a:cubicBezTo>
                    <a:pt x="5894" y="679"/>
                    <a:pt x="5811" y="750"/>
                    <a:pt x="5811" y="834"/>
                  </a:cubicBezTo>
                  <a:lnTo>
                    <a:pt x="5811" y="4251"/>
                  </a:lnTo>
                  <a:lnTo>
                    <a:pt x="5299" y="4251"/>
                  </a:lnTo>
                  <a:lnTo>
                    <a:pt x="5299" y="595"/>
                  </a:lnTo>
                  <a:cubicBezTo>
                    <a:pt x="5299" y="274"/>
                    <a:pt x="5025" y="0"/>
                    <a:pt x="4704" y="0"/>
                  </a:cubicBezTo>
                  <a:cubicBezTo>
                    <a:pt x="4370" y="0"/>
                    <a:pt x="4108" y="274"/>
                    <a:pt x="4108" y="595"/>
                  </a:cubicBezTo>
                  <a:lnTo>
                    <a:pt x="4108" y="4251"/>
                  </a:lnTo>
                  <a:lnTo>
                    <a:pt x="3656" y="4251"/>
                  </a:lnTo>
                  <a:lnTo>
                    <a:pt x="3656" y="595"/>
                  </a:lnTo>
                  <a:cubicBezTo>
                    <a:pt x="3656" y="274"/>
                    <a:pt x="3394" y="0"/>
                    <a:pt x="3061" y="0"/>
                  </a:cubicBezTo>
                  <a:cubicBezTo>
                    <a:pt x="2739" y="0"/>
                    <a:pt x="2465" y="274"/>
                    <a:pt x="2465" y="595"/>
                  </a:cubicBezTo>
                  <a:lnTo>
                    <a:pt x="2465" y="4251"/>
                  </a:lnTo>
                  <a:lnTo>
                    <a:pt x="2037" y="4251"/>
                  </a:lnTo>
                  <a:lnTo>
                    <a:pt x="2037" y="595"/>
                  </a:lnTo>
                  <a:cubicBezTo>
                    <a:pt x="2037" y="274"/>
                    <a:pt x="1763"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63"/>
            <p:cNvSpPr/>
            <p:nvPr/>
          </p:nvSpPr>
          <p:spPr>
            <a:xfrm>
              <a:off x="3982553" y="1971730"/>
              <a:ext cx="304566" cy="272360"/>
            </a:xfrm>
            <a:custGeom>
              <a:avLst/>
              <a:gdLst/>
              <a:ahLst/>
              <a:cxnLst/>
              <a:rect l="l" t="t" r="r" b="b"/>
              <a:pathLst>
                <a:path w="9561" h="8550" extrusionOk="0">
                  <a:moveTo>
                    <a:pt x="8632" y="346"/>
                  </a:moveTo>
                  <a:cubicBezTo>
                    <a:pt x="8966" y="346"/>
                    <a:pt x="9239" y="632"/>
                    <a:pt x="9239" y="953"/>
                  </a:cubicBezTo>
                  <a:cubicBezTo>
                    <a:pt x="9239" y="1287"/>
                    <a:pt x="8954" y="1572"/>
                    <a:pt x="8632" y="1572"/>
                  </a:cubicBezTo>
                  <a:lnTo>
                    <a:pt x="929" y="1572"/>
                  </a:lnTo>
                  <a:cubicBezTo>
                    <a:pt x="596" y="1572"/>
                    <a:pt x="322" y="1287"/>
                    <a:pt x="322" y="953"/>
                  </a:cubicBezTo>
                  <a:cubicBezTo>
                    <a:pt x="322" y="632"/>
                    <a:pt x="607" y="346"/>
                    <a:pt x="929" y="346"/>
                  </a:cubicBezTo>
                  <a:close/>
                  <a:moveTo>
                    <a:pt x="6787" y="3835"/>
                  </a:moveTo>
                  <a:cubicBezTo>
                    <a:pt x="6811" y="4073"/>
                    <a:pt x="6930" y="4275"/>
                    <a:pt x="7096" y="4442"/>
                  </a:cubicBezTo>
                  <a:lnTo>
                    <a:pt x="2524" y="4442"/>
                  </a:lnTo>
                  <a:cubicBezTo>
                    <a:pt x="2715" y="4275"/>
                    <a:pt x="2822" y="4049"/>
                    <a:pt x="2858" y="3835"/>
                  </a:cubicBezTo>
                  <a:close/>
                  <a:moveTo>
                    <a:pt x="7870" y="1882"/>
                  </a:moveTo>
                  <a:cubicBezTo>
                    <a:pt x="8573" y="1882"/>
                    <a:pt x="9144" y="2453"/>
                    <a:pt x="9144" y="3156"/>
                  </a:cubicBezTo>
                  <a:cubicBezTo>
                    <a:pt x="9168" y="3870"/>
                    <a:pt x="8597" y="4442"/>
                    <a:pt x="7894" y="4442"/>
                  </a:cubicBezTo>
                  <a:lnTo>
                    <a:pt x="7823" y="4442"/>
                  </a:lnTo>
                  <a:cubicBezTo>
                    <a:pt x="7644" y="4406"/>
                    <a:pt x="7477" y="4335"/>
                    <a:pt x="7334" y="4216"/>
                  </a:cubicBezTo>
                  <a:cubicBezTo>
                    <a:pt x="7203" y="4097"/>
                    <a:pt x="7108" y="3918"/>
                    <a:pt x="7096" y="3716"/>
                  </a:cubicBezTo>
                  <a:cubicBezTo>
                    <a:pt x="7084" y="3513"/>
                    <a:pt x="7156" y="3323"/>
                    <a:pt x="7275" y="3192"/>
                  </a:cubicBezTo>
                  <a:cubicBezTo>
                    <a:pt x="7377" y="3070"/>
                    <a:pt x="7523" y="3011"/>
                    <a:pt x="7672" y="3011"/>
                  </a:cubicBezTo>
                  <a:cubicBezTo>
                    <a:pt x="7801" y="3011"/>
                    <a:pt x="7932" y="3056"/>
                    <a:pt x="8037" y="3144"/>
                  </a:cubicBezTo>
                  <a:cubicBezTo>
                    <a:pt x="8108" y="3215"/>
                    <a:pt x="8156" y="3311"/>
                    <a:pt x="8168" y="3418"/>
                  </a:cubicBezTo>
                  <a:cubicBezTo>
                    <a:pt x="8168" y="3513"/>
                    <a:pt x="8132" y="3620"/>
                    <a:pt x="8061" y="3692"/>
                  </a:cubicBezTo>
                  <a:cubicBezTo>
                    <a:pt x="8001" y="3751"/>
                    <a:pt x="8001" y="3858"/>
                    <a:pt x="8073" y="3918"/>
                  </a:cubicBezTo>
                  <a:cubicBezTo>
                    <a:pt x="8101" y="3946"/>
                    <a:pt x="8140" y="3961"/>
                    <a:pt x="8180" y="3961"/>
                  </a:cubicBezTo>
                  <a:cubicBezTo>
                    <a:pt x="8224" y="3961"/>
                    <a:pt x="8268" y="3943"/>
                    <a:pt x="8299" y="3906"/>
                  </a:cubicBezTo>
                  <a:cubicBezTo>
                    <a:pt x="8430" y="3751"/>
                    <a:pt x="8489" y="3573"/>
                    <a:pt x="8477" y="3382"/>
                  </a:cubicBezTo>
                  <a:cubicBezTo>
                    <a:pt x="8466" y="3192"/>
                    <a:pt x="8394" y="3013"/>
                    <a:pt x="8239" y="2894"/>
                  </a:cubicBezTo>
                  <a:cubicBezTo>
                    <a:pt x="8075" y="2746"/>
                    <a:pt x="7872" y="2674"/>
                    <a:pt x="7672" y="2674"/>
                  </a:cubicBezTo>
                  <a:cubicBezTo>
                    <a:pt x="7437" y="2674"/>
                    <a:pt x="7204" y="2773"/>
                    <a:pt x="7037" y="2965"/>
                  </a:cubicBezTo>
                  <a:cubicBezTo>
                    <a:pt x="6906" y="3120"/>
                    <a:pt x="6811" y="3287"/>
                    <a:pt x="6787" y="3489"/>
                  </a:cubicBezTo>
                  <a:lnTo>
                    <a:pt x="2858" y="3489"/>
                  </a:lnTo>
                  <a:cubicBezTo>
                    <a:pt x="2822" y="3287"/>
                    <a:pt x="2751" y="3120"/>
                    <a:pt x="2596" y="2965"/>
                  </a:cubicBezTo>
                  <a:cubicBezTo>
                    <a:pt x="2453" y="2799"/>
                    <a:pt x="2239" y="2692"/>
                    <a:pt x="2000" y="2680"/>
                  </a:cubicBezTo>
                  <a:cubicBezTo>
                    <a:pt x="1985" y="2679"/>
                    <a:pt x="1970" y="2678"/>
                    <a:pt x="1954" y="2678"/>
                  </a:cubicBezTo>
                  <a:cubicBezTo>
                    <a:pt x="1754" y="2678"/>
                    <a:pt x="1547" y="2750"/>
                    <a:pt x="1381" y="2894"/>
                  </a:cubicBezTo>
                  <a:cubicBezTo>
                    <a:pt x="1227" y="3025"/>
                    <a:pt x="1155" y="3192"/>
                    <a:pt x="1143" y="3382"/>
                  </a:cubicBezTo>
                  <a:cubicBezTo>
                    <a:pt x="1119" y="3573"/>
                    <a:pt x="1203" y="3751"/>
                    <a:pt x="1322" y="3906"/>
                  </a:cubicBezTo>
                  <a:cubicBezTo>
                    <a:pt x="1355" y="3939"/>
                    <a:pt x="1402" y="3957"/>
                    <a:pt x="1447" y="3957"/>
                  </a:cubicBezTo>
                  <a:cubicBezTo>
                    <a:pt x="1485" y="3957"/>
                    <a:pt x="1521" y="3945"/>
                    <a:pt x="1548" y="3918"/>
                  </a:cubicBezTo>
                  <a:cubicBezTo>
                    <a:pt x="1596" y="3858"/>
                    <a:pt x="1619" y="3751"/>
                    <a:pt x="1560" y="3692"/>
                  </a:cubicBezTo>
                  <a:cubicBezTo>
                    <a:pt x="1488" y="3620"/>
                    <a:pt x="1453" y="3513"/>
                    <a:pt x="1453" y="3418"/>
                  </a:cubicBezTo>
                  <a:cubicBezTo>
                    <a:pt x="1453" y="3311"/>
                    <a:pt x="1512" y="3204"/>
                    <a:pt x="1584" y="3144"/>
                  </a:cubicBezTo>
                  <a:cubicBezTo>
                    <a:pt x="1682" y="3068"/>
                    <a:pt x="1800" y="3012"/>
                    <a:pt x="1937" y="3012"/>
                  </a:cubicBezTo>
                  <a:cubicBezTo>
                    <a:pt x="1950" y="3012"/>
                    <a:pt x="1963" y="3012"/>
                    <a:pt x="1977" y="3013"/>
                  </a:cubicBezTo>
                  <a:cubicBezTo>
                    <a:pt x="2120" y="3025"/>
                    <a:pt x="2239" y="3085"/>
                    <a:pt x="2346" y="3192"/>
                  </a:cubicBezTo>
                  <a:cubicBezTo>
                    <a:pt x="2608" y="3489"/>
                    <a:pt x="2584" y="3954"/>
                    <a:pt x="2286" y="4216"/>
                  </a:cubicBezTo>
                  <a:cubicBezTo>
                    <a:pt x="2155" y="4335"/>
                    <a:pt x="1977" y="4406"/>
                    <a:pt x="1798" y="4442"/>
                  </a:cubicBezTo>
                  <a:lnTo>
                    <a:pt x="1727" y="4442"/>
                  </a:lnTo>
                  <a:cubicBezTo>
                    <a:pt x="1024" y="4442"/>
                    <a:pt x="441" y="3858"/>
                    <a:pt x="441" y="3156"/>
                  </a:cubicBezTo>
                  <a:cubicBezTo>
                    <a:pt x="441" y="2465"/>
                    <a:pt x="1024" y="1882"/>
                    <a:pt x="1727" y="1882"/>
                  </a:cubicBezTo>
                  <a:close/>
                  <a:moveTo>
                    <a:pt x="7537" y="4763"/>
                  </a:moveTo>
                  <a:lnTo>
                    <a:pt x="7537" y="5573"/>
                  </a:lnTo>
                  <a:lnTo>
                    <a:pt x="2036" y="5573"/>
                  </a:lnTo>
                  <a:lnTo>
                    <a:pt x="2036" y="4763"/>
                  </a:lnTo>
                  <a:close/>
                  <a:moveTo>
                    <a:pt x="929" y="1"/>
                  </a:moveTo>
                  <a:cubicBezTo>
                    <a:pt x="417" y="1"/>
                    <a:pt x="0" y="418"/>
                    <a:pt x="0" y="941"/>
                  </a:cubicBezTo>
                  <a:cubicBezTo>
                    <a:pt x="0" y="1418"/>
                    <a:pt x="357" y="1811"/>
                    <a:pt x="798" y="1870"/>
                  </a:cubicBezTo>
                  <a:cubicBezTo>
                    <a:pt x="393" y="2168"/>
                    <a:pt x="143" y="2620"/>
                    <a:pt x="143" y="3144"/>
                  </a:cubicBezTo>
                  <a:cubicBezTo>
                    <a:pt x="143" y="4013"/>
                    <a:pt x="834" y="4728"/>
                    <a:pt x="1691" y="4739"/>
                  </a:cubicBezTo>
                  <a:lnTo>
                    <a:pt x="1703" y="4739"/>
                  </a:lnTo>
                  <a:lnTo>
                    <a:pt x="1703" y="5704"/>
                  </a:lnTo>
                  <a:lnTo>
                    <a:pt x="1703" y="8383"/>
                  </a:lnTo>
                  <a:cubicBezTo>
                    <a:pt x="1703" y="8478"/>
                    <a:pt x="1786" y="8549"/>
                    <a:pt x="1869" y="8549"/>
                  </a:cubicBezTo>
                  <a:cubicBezTo>
                    <a:pt x="1965" y="8549"/>
                    <a:pt x="2036" y="8478"/>
                    <a:pt x="2036" y="8383"/>
                  </a:cubicBezTo>
                  <a:lnTo>
                    <a:pt x="2036" y="5894"/>
                  </a:lnTo>
                  <a:lnTo>
                    <a:pt x="7537" y="5894"/>
                  </a:lnTo>
                  <a:lnTo>
                    <a:pt x="7537" y="6692"/>
                  </a:lnTo>
                  <a:cubicBezTo>
                    <a:pt x="7537" y="6775"/>
                    <a:pt x="7620" y="6847"/>
                    <a:pt x="7704" y="6847"/>
                  </a:cubicBezTo>
                  <a:cubicBezTo>
                    <a:pt x="7799" y="6847"/>
                    <a:pt x="7870" y="6775"/>
                    <a:pt x="7870" y="6692"/>
                  </a:cubicBezTo>
                  <a:lnTo>
                    <a:pt x="7870" y="5740"/>
                  </a:lnTo>
                  <a:lnTo>
                    <a:pt x="7870" y="4763"/>
                  </a:lnTo>
                  <a:lnTo>
                    <a:pt x="7918" y="4763"/>
                  </a:lnTo>
                  <a:cubicBezTo>
                    <a:pt x="7930" y="4763"/>
                    <a:pt x="7942" y="4763"/>
                    <a:pt x="7954" y="4751"/>
                  </a:cubicBezTo>
                  <a:cubicBezTo>
                    <a:pt x="8823" y="4728"/>
                    <a:pt x="9501" y="4025"/>
                    <a:pt x="9501" y="3156"/>
                  </a:cubicBezTo>
                  <a:cubicBezTo>
                    <a:pt x="9489" y="2644"/>
                    <a:pt x="9228" y="2168"/>
                    <a:pt x="8823" y="1870"/>
                  </a:cubicBezTo>
                  <a:cubicBezTo>
                    <a:pt x="9251" y="1775"/>
                    <a:pt x="9561" y="1406"/>
                    <a:pt x="9561" y="941"/>
                  </a:cubicBezTo>
                  <a:cubicBezTo>
                    <a:pt x="9561" y="418"/>
                    <a:pt x="9144" y="1"/>
                    <a:pt x="8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7" name="Google Shape;9927;p63"/>
          <p:cNvGrpSpPr/>
          <p:nvPr/>
        </p:nvGrpSpPr>
        <p:grpSpPr>
          <a:xfrm>
            <a:off x="2567841" y="1813124"/>
            <a:ext cx="399812" cy="306477"/>
            <a:chOff x="2567841" y="1994124"/>
            <a:chExt cx="399812" cy="306477"/>
          </a:xfrm>
        </p:grpSpPr>
        <p:sp>
          <p:nvSpPr>
            <p:cNvPr id="9928" name="Google Shape;9928;p63"/>
            <p:cNvSpPr/>
            <p:nvPr/>
          </p:nvSpPr>
          <p:spPr>
            <a:xfrm>
              <a:off x="2567841" y="1994124"/>
              <a:ext cx="399812" cy="306477"/>
            </a:xfrm>
            <a:custGeom>
              <a:avLst/>
              <a:gdLst/>
              <a:ahLst/>
              <a:cxnLst/>
              <a:rect l="l" t="t" r="r" b="b"/>
              <a:pathLst>
                <a:path w="12551" h="9621" extrusionOk="0">
                  <a:moveTo>
                    <a:pt x="11157" y="346"/>
                  </a:moveTo>
                  <a:lnTo>
                    <a:pt x="11157" y="6584"/>
                  </a:lnTo>
                  <a:lnTo>
                    <a:pt x="1334" y="6584"/>
                  </a:lnTo>
                  <a:lnTo>
                    <a:pt x="1334" y="346"/>
                  </a:lnTo>
                  <a:close/>
                  <a:moveTo>
                    <a:pt x="7442" y="7930"/>
                  </a:moveTo>
                  <a:lnTo>
                    <a:pt x="7621" y="8561"/>
                  </a:lnTo>
                  <a:lnTo>
                    <a:pt x="4859" y="8561"/>
                  </a:lnTo>
                  <a:lnTo>
                    <a:pt x="5037" y="7930"/>
                  </a:lnTo>
                  <a:close/>
                  <a:moveTo>
                    <a:pt x="11217" y="6954"/>
                  </a:moveTo>
                  <a:lnTo>
                    <a:pt x="12038" y="8561"/>
                  </a:lnTo>
                  <a:lnTo>
                    <a:pt x="7990" y="8561"/>
                  </a:lnTo>
                  <a:lnTo>
                    <a:pt x="7776" y="7835"/>
                  </a:lnTo>
                  <a:cubicBezTo>
                    <a:pt x="7740" y="7680"/>
                    <a:pt x="7597" y="7573"/>
                    <a:pt x="7454" y="7573"/>
                  </a:cubicBezTo>
                  <a:lnTo>
                    <a:pt x="5013" y="7573"/>
                  </a:lnTo>
                  <a:cubicBezTo>
                    <a:pt x="4859" y="7573"/>
                    <a:pt x="4716" y="7680"/>
                    <a:pt x="4680" y="7835"/>
                  </a:cubicBezTo>
                  <a:lnTo>
                    <a:pt x="4478" y="8561"/>
                  </a:lnTo>
                  <a:lnTo>
                    <a:pt x="430" y="8561"/>
                  </a:lnTo>
                  <a:lnTo>
                    <a:pt x="1263" y="6954"/>
                  </a:lnTo>
                  <a:close/>
                  <a:moveTo>
                    <a:pt x="12157" y="8930"/>
                  </a:moveTo>
                  <a:lnTo>
                    <a:pt x="12157" y="9216"/>
                  </a:lnTo>
                  <a:lnTo>
                    <a:pt x="12169" y="9216"/>
                  </a:lnTo>
                  <a:cubicBezTo>
                    <a:pt x="12169" y="9239"/>
                    <a:pt x="12145" y="9275"/>
                    <a:pt x="12110" y="9275"/>
                  </a:cubicBezTo>
                  <a:lnTo>
                    <a:pt x="382" y="9275"/>
                  </a:lnTo>
                  <a:cubicBezTo>
                    <a:pt x="346" y="9275"/>
                    <a:pt x="322" y="9239"/>
                    <a:pt x="322" y="9216"/>
                  </a:cubicBezTo>
                  <a:lnTo>
                    <a:pt x="322" y="8930"/>
                  </a:lnTo>
                  <a:close/>
                  <a:moveTo>
                    <a:pt x="1334" y="0"/>
                  </a:moveTo>
                  <a:cubicBezTo>
                    <a:pt x="1144" y="0"/>
                    <a:pt x="977" y="167"/>
                    <a:pt x="977" y="357"/>
                  </a:cubicBezTo>
                  <a:lnTo>
                    <a:pt x="977" y="6739"/>
                  </a:lnTo>
                  <a:lnTo>
                    <a:pt x="1" y="8680"/>
                  </a:lnTo>
                  <a:lnTo>
                    <a:pt x="1" y="8692"/>
                  </a:lnTo>
                  <a:lnTo>
                    <a:pt x="1" y="8704"/>
                  </a:lnTo>
                  <a:lnTo>
                    <a:pt x="1" y="8728"/>
                  </a:lnTo>
                  <a:lnTo>
                    <a:pt x="1" y="8739"/>
                  </a:lnTo>
                  <a:lnTo>
                    <a:pt x="1" y="9204"/>
                  </a:lnTo>
                  <a:cubicBezTo>
                    <a:pt x="1" y="9442"/>
                    <a:pt x="191" y="9620"/>
                    <a:pt x="406" y="9620"/>
                  </a:cubicBezTo>
                  <a:lnTo>
                    <a:pt x="12133" y="9620"/>
                  </a:lnTo>
                  <a:cubicBezTo>
                    <a:pt x="12371" y="9620"/>
                    <a:pt x="12550" y="9418"/>
                    <a:pt x="12550" y="9204"/>
                  </a:cubicBezTo>
                  <a:lnTo>
                    <a:pt x="12526" y="8739"/>
                  </a:lnTo>
                  <a:lnTo>
                    <a:pt x="12526" y="8704"/>
                  </a:lnTo>
                  <a:lnTo>
                    <a:pt x="12526" y="8692"/>
                  </a:lnTo>
                  <a:lnTo>
                    <a:pt x="12526" y="8680"/>
                  </a:lnTo>
                  <a:lnTo>
                    <a:pt x="11550" y="6739"/>
                  </a:lnTo>
                  <a:lnTo>
                    <a:pt x="11550" y="357"/>
                  </a:lnTo>
                  <a:cubicBezTo>
                    <a:pt x="11550" y="167"/>
                    <a:pt x="11383" y="0"/>
                    <a:pt x="11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63"/>
            <p:cNvSpPr/>
            <p:nvPr/>
          </p:nvSpPr>
          <p:spPr>
            <a:xfrm>
              <a:off x="2623237" y="2113963"/>
              <a:ext cx="287523" cy="77025"/>
            </a:xfrm>
            <a:custGeom>
              <a:avLst/>
              <a:gdLst/>
              <a:ahLst/>
              <a:cxnLst/>
              <a:rect l="l" t="t" r="r" b="b"/>
              <a:pathLst>
                <a:path w="9026" h="2418" extrusionOk="0">
                  <a:moveTo>
                    <a:pt x="179" y="1"/>
                  </a:moveTo>
                  <a:cubicBezTo>
                    <a:pt x="72" y="1"/>
                    <a:pt x="0" y="96"/>
                    <a:pt x="0" y="179"/>
                  </a:cubicBezTo>
                  <a:lnTo>
                    <a:pt x="0" y="2132"/>
                  </a:lnTo>
                  <a:cubicBezTo>
                    <a:pt x="0" y="2299"/>
                    <a:pt x="131" y="2418"/>
                    <a:pt x="274" y="2418"/>
                  </a:cubicBezTo>
                  <a:lnTo>
                    <a:pt x="8727" y="2418"/>
                  </a:lnTo>
                  <a:cubicBezTo>
                    <a:pt x="8894" y="2418"/>
                    <a:pt x="9013" y="2287"/>
                    <a:pt x="9013" y="2132"/>
                  </a:cubicBezTo>
                  <a:lnTo>
                    <a:pt x="9013" y="179"/>
                  </a:lnTo>
                  <a:cubicBezTo>
                    <a:pt x="9025" y="96"/>
                    <a:pt x="8942" y="1"/>
                    <a:pt x="8835" y="1"/>
                  </a:cubicBezTo>
                  <a:cubicBezTo>
                    <a:pt x="8727" y="1"/>
                    <a:pt x="8656" y="96"/>
                    <a:pt x="8656" y="179"/>
                  </a:cubicBezTo>
                  <a:lnTo>
                    <a:pt x="8656" y="2049"/>
                  </a:lnTo>
                  <a:lnTo>
                    <a:pt x="357" y="2049"/>
                  </a:lnTo>
                  <a:lnTo>
                    <a:pt x="357" y="179"/>
                  </a:lnTo>
                  <a:cubicBezTo>
                    <a:pt x="357"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63"/>
            <p:cNvSpPr/>
            <p:nvPr/>
          </p:nvSpPr>
          <p:spPr>
            <a:xfrm>
              <a:off x="2623237" y="2017251"/>
              <a:ext cx="287523" cy="77025"/>
            </a:xfrm>
            <a:custGeom>
              <a:avLst/>
              <a:gdLst/>
              <a:ahLst/>
              <a:cxnLst/>
              <a:rect l="l" t="t" r="r" b="b"/>
              <a:pathLst>
                <a:path w="9026" h="2418" extrusionOk="0">
                  <a:moveTo>
                    <a:pt x="286" y="1"/>
                  </a:moveTo>
                  <a:cubicBezTo>
                    <a:pt x="119" y="1"/>
                    <a:pt x="0" y="143"/>
                    <a:pt x="0" y="286"/>
                  </a:cubicBezTo>
                  <a:lnTo>
                    <a:pt x="0" y="2239"/>
                  </a:lnTo>
                  <a:cubicBezTo>
                    <a:pt x="0" y="2346"/>
                    <a:pt x="84" y="2418"/>
                    <a:pt x="179" y="2418"/>
                  </a:cubicBezTo>
                  <a:cubicBezTo>
                    <a:pt x="286" y="2418"/>
                    <a:pt x="357" y="2322"/>
                    <a:pt x="357" y="2239"/>
                  </a:cubicBezTo>
                  <a:lnTo>
                    <a:pt x="357" y="382"/>
                  </a:lnTo>
                  <a:lnTo>
                    <a:pt x="8656" y="382"/>
                  </a:lnTo>
                  <a:lnTo>
                    <a:pt x="8656" y="2239"/>
                  </a:lnTo>
                  <a:cubicBezTo>
                    <a:pt x="8656" y="2346"/>
                    <a:pt x="8751" y="2418"/>
                    <a:pt x="8835" y="2418"/>
                  </a:cubicBezTo>
                  <a:cubicBezTo>
                    <a:pt x="8942" y="2418"/>
                    <a:pt x="9013" y="2322"/>
                    <a:pt x="9013" y="2239"/>
                  </a:cubicBezTo>
                  <a:lnTo>
                    <a:pt x="9013" y="286"/>
                  </a:lnTo>
                  <a:cubicBezTo>
                    <a:pt x="9025" y="143"/>
                    <a:pt x="8894" y="1"/>
                    <a:pt x="8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1" name="Google Shape;9931;p63"/>
          <p:cNvGrpSpPr/>
          <p:nvPr/>
        </p:nvGrpSpPr>
        <p:grpSpPr>
          <a:xfrm>
            <a:off x="2212084" y="1779358"/>
            <a:ext cx="324698" cy="372863"/>
            <a:chOff x="2212084" y="1960358"/>
            <a:chExt cx="324698" cy="372863"/>
          </a:xfrm>
        </p:grpSpPr>
        <p:sp>
          <p:nvSpPr>
            <p:cNvPr id="9932" name="Google Shape;9932;p63"/>
            <p:cNvSpPr/>
            <p:nvPr/>
          </p:nvSpPr>
          <p:spPr>
            <a:xfrm>
              <a:off x="2291371" y="2128011"/>
              <a:ext cx="166888" cy="166888"/>
            </a:xfrm>
            <a:custGeom>
              <a:avLst/>
              <a:gdLst/>
              <a:ahLst/>
              <a:cxnLst/>
              <a:rect l="l" t="t" r="r" b="b"/>
              <a:pathLst>
                <a:path w="5239" h="5239" extrusionOk="0">
                  <a:moveTo>
                    <a:pt x="2620" y="357"/>
                  </a:moveTo>
                  <a:cubicBezTo>
                    <a:pt x="3870" y="357"/>
                    <a:pt x="4894" y="1369"/>
                    <a:pt x="4894" y="2631"/>
                  </a:cubicBezTo>
                  <a:cubicBezTo>
                    <a:pt x="4894" y="3882"/>
                    <a:pt x="3882" y="4906"/>
                    <a:pt x="2620" y="4906"/>
                  </a:cubicBezTo>
                  <a:cubicBezTo>
                    <a:pt x="1369" y="4906"/>
                    <a:pt x="346" y="3894"/>
                    <a:pt x="346" y="2631"/>
                  </a:cubicBezTo>
                  <a:cubicBezTo>
                    <a:pt x="346" y="1369"/>
                    <a:pt x="1369" y="357"/>
                    <a:pt x="2620" y="357"/>
                  </a:cubicBezTo>
                  <a:close/>
                  <a:moveTo>
                    <a:pt x="2620" y="0"/>
                  </a:moveTo>
                  <a:cubicBezTo>
                    <a:pt x="1179" y="0"/>
                    <a:pt x="0" y="1167"/>
                    <a:pt x="0" y="2620"/>
                  </a:cubicBezTo>
                  <a:cubicBezTo>
                    <a:pt x="0" y="4060"/>
                    <a:pt x="1179" y="5239"/>
                    <a:pt x="2620" y="5239"/>
                  </a:cubicBezTo>
                  <a:cubicBezTo>
                    <a:pt x="4060" y="5239"/>
                    <a:pt x="5239" y="4060"/>
                    <a:pt x="5239" y="2620"/>
                  </a:cubicBezTo>
                  <a:cubicBezTo>
                    <a:pt x="5239" y="1167"/>
                    <a:pt x="4060"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63"/>
            <p:cNvSpPr/>
            <p:nvPr/>
          </p:nvSpPr>
          <p:spPr>
            <a:xfrm>
              <a:off x="2212084" y="1960358"/>
              <a:ext cx="324698" cy="372863"/>
            </a:xfrm>
            <a:custGeom>
              <a:avLst/>
              <a:gdLst/>
              <a:ahLst/>
              <a:cxnLst/>
              <a:rect l="l" t="t" r="r" b="b"/>
              <a:pathLst>
                <a:path w="10193" h="11705" extrusionOk="0">
                  <a:moveTo>
                    <a:pt x="7502" y="358"/>
                  </a:moveTo>
                  <a:lnTo>
                    <a:pt x="6383" y="2644"/>
                  </a:lnTo>
                  <a:lnTo>
                    <a:pt x="3811" y="2644"/>
                  </a:lnTo>
                  <a:lnTo>
                    <a:pt x="2692" y="358"/>
                  </a:lnTo>
                  <a:close/>
                  <a:moveTo>
                    <a:pt x="6228" y="3001"/>
                  </a:moveTo>
                  <a:lnTo>
                    <a:pt x="5692" y="4096"/>
                  </a:lnTo>
                  <a:cubicBezTo>
                    <a:pt x="5490" y="4073"/>
                    <a:pt x="5299" y="4049"/>
                    <a:pt x="5109" y="4049"/>
                  </a:cubicBezTo>
                  <a:cubicBezTo>
                    <a:pt x="4918" y="4049"/>
                    <a:pt x="4716" y="4073"/>
                    <a:pt x="4525" y="4096"/>
                  </a:cubicBezTo>
                  <a:lnTo>
                    <a:pt x="3989" y="3001"/>
                  </a:lnTo>
                  <a:close/>
                  <a:moveTo>
                    <a:pt x="2334" y="405"/>
                  </a:moveTo>
                  <a:lnTo>
                    <a:pt x="4168" y="4156"/>
                  </a:lnTo>
                  <a:cubicBezTo>
                    <a:pt x="3382" y="4370"/>
                    <a:pt x="2692" y="4799"/>
                    <a:pt x="2180" y="5406"/>
                  </a:cubicBezTo>
                  <a:lnTo>
                    <a:pt x="608" y="2227"/>
                  </a:lnTo>
                  <a:cubicBezTo>
                    <a:pt x="406" y="1787"/>
                    <a:pt x="584" y="1275"/>
                    <a:pt x="1013" y="1060"/>
                  </a:cubicBezTo>
                  <a:lnTo>
                    <a:pt x="2334" y="405"/>
                  </a:lnTo>
                  <a:close/>
                  <a:moveTo>
                    <a:pt x="2418" y="1"/>
                  </a:moveTo>
                  <a:cubicBezTo>
                    <a:pt x="2382" y="1"/>
                    <a:pt x="2358" y="1"/>
                    <a:pt x="2334" y="24"/>
                  </a:cubicBezTo>
                  <a:lnTo>
                    <a:pt x="846" y="751"/>
                  </a:lnTo>
                  <a:cubicBezTo>
                    <a:pt x="251" y="1048"/>
                    <a:pt x="1" y="1775"/>
                    <a:pt x="298" y="2370"/>
                  </a:cubicBezTo>
                  <a:lnTo>
                    <a:pt x="1942" y="5704"/>
                  </a:lnTo>
                  <a:cubicBezTo>
                    <a:pt x="1525" y="6311"/>
                    <a:pt x="1263" y="7073"/>
                    <a:pt x="1263" y="7883"/>
                  </a:cubicBezTo>
                  <a:cubicBezTo>
                    <a:pt x="1263" y="8275"/>
                    <a:pt x="1322" y="8680"/>
                    <a:pt x="1441" y="9049"/>
                  </a:cubicBezTo>
                  <a:cubicBezTo>
                    <a:pt x="1470" y="9126"/>
                    <a:pt x="1544" y="9179"/>
                    <a:pt x="1616" y="9179"/>
                  </a:cubicBezTo>
                  <a:cubicBezTo>
                    <a:pt x="1633" y="9179"/>
                    <a:pt x="1651" y="9176"/>
                    <a:pt x="1668" y="9168"/>
                  </a:cubicBezTo>
                  <a:cubicBezTo>
                    <a:pt x="1763" y="9145"/>
                    <a:pt x="1822" y="9037"/>
                    <a:pt x="1787" y="8954"/>
                  </a:cubicBezTo>
                  <a:cubicBezTo>
                    <a:pt x="1668" y="8609"/>
                    <a:pt x="1620" y="8240"/>
                    <a:pt x="1620" y="7883"/>
                  </a:cubicBezTo>
                  <a:cubicBezTo>
                    <a:pt x="1620" y="5954"/>
                    <a:pt x="3192" y="4394"/>
                    <a:pt x="5109" y="4394"/>
                  </a:cubicBezTo>
                  <a:cubicBezTo>
                    <a:pt x="7026" y="4394"/>
                    <a:pt x="8585" y="5954"/>
                    <a:pt x="8585" y="7883"/>
                  </a:cubicBezTo>
                  <a:cubicBezTo>
                    <a:pt x="8585" y="9799"/>
                    <a:pt x="7026" y="11359"/>
                    <a:pt x="5109" y="11359"/>
                  </a:cubicBezTo>
                  <a:cubicBezTo>
                    <a:pt x="3823" y="11359"/>
                    <a:pt x="2656" y="10657"/>
                    <a:pt x="2037" y="9526"/>
                  </a:cubicBezTo>
                  <a:cubicBezTo>
                    <a:pt x="2012" y="9468"/>
                    <a:pt x="1953" y="9433"/>
                    <a:pt x="1887" y="9433"/>
                  </a:cubicBezTo>
                  <a:cubicBezTo>
                    <a:pt x="1858" y="9433"/>
                    <a:pt x="1828" y="9440"/>
                    <a:pt x="1799" y="9454"/>
                  </a:cubicBezTo>
                  <a:cubicBezTo>
                    <a:pt x="1715" y="9502"/>
                    <a:pt x="1680" y="9597"/>
                    <a:pt x="1727" y="9692"/>
                  </a:cubicBezTo>
                  <a:cubicBezTo>
                    <a:pt x="2394" y="10931"/>
                    <a:pt x="3692" y="11704"/>
                    <a:pt x="5109" y="11704"/>
                  </a:cubicBezTo>
                  <a:cubicBezTo>
                    <a:pt x="7216" y="11704"/>
                    <a:pt x="8942" y="9978"/>
                    <a:pt x="8942" y="7859"/>
                  </a:cubicBezTo>
                  <a:cubicBezTo>
                    <a:pt x="8942" y="7061"/>
                    <a:pt x="8692" y="6311"/>
                    <a:pt x="8276" y="5692"/>
                  </a:cubicBezTo>
                  <a:lnTo>
                    <a:pt x="8966" y="4299"/>
                  </a:lnTo>
                  <a:cubicBezTo>
                    <a:pt x="9002" y="4215"/>
                    <a:pt x="8966" y="4108"/>
                    <a:pt x="8883" y="4061"/>
                  </a:cubicBezTo>
                  <a:cubicBezTo>
                    <a:pt x="8861" y="4051"/>
                    <a:pt x="8838" y="4047"/>
                    <a:pt x="8814" y="4047"/>
                  </a:cubicBezTo>
                  <a:cubicBezTo>
                    <a:pt x="8748" y="4047"/>
                    <a:pt x="8680" y="4082"/>
                    <a:pt x="8645" y="4144"/>
                  </a:cubicBezTo>
                  <a:lnTo>
                    <a:pt x="8038" y="5370"/>
                  </a:lnTo>
                  <a:cubicBezTo>
                    <a:pt x="7537" y="4763"/>
                    <a:pt x="6835" y="4334"/>
                    <a:pt x="6049" y="4120"/>
                  </a:cubicBezTo>
                  <a:lnTo>
                    <a:pt x="7871" y="370"/>
                  </a:lnTo>
                  <a:lnTo>
                    <a:pt x="9204" y="1025"/>
                  </a:lnTo>
                  <a:cubicBezTo>
                    <a:pt x="9633" y="1239"/>
                    <a:pt x="9812" y="1763"/>
                    <a:pt x="9597" y="2191"/>
                  </a:cubicBezTo>
                  <a:lnTo>
                    <a:pt x="8942" y="3513"/>
                  </a:lnTo>
                  <a:cubicBezTo>
                    <a:pt x="8907" y="3608"/>
                    <a:pt x="8942" y="3703"/>
                    <a:pt x="9026" y="3751"/>
                  </a:cubicBezTo>
                  <a:cubicBezTo>
                    <a:pt x="9049" y="3764"/>
                    <a:pt x="9074" y="3770"/>
                    <a:pt x="9099" y="3770"/>
                  </a:cubicBezTo>
                  <a:cubicBezTo>
                    <a:pt x="9164" y="3770"/>
                    <a:pt x="9230" y="3731"/>
                    <a:pt x="9264" y="3680"/>
                  </a:cubicBezTo>
                  <a:lnTo>
                    <a:pt x="9919" y="2358"/>
                  </a:lnTo>
                  <a:cubicBezTo>
                    <a:pt x="10193" y="1775"/>
                    <a:pt x="9943" y="1048"/>
                    <a:pt x="9347" y="751"/>
                  </a:cubicBezTo>
                  <a:lnTo>
                    <a:pt x="7859" y="24"/>
                  </a:lnTo>
                  <a:cubicBezTo>
                    <a:pt x="7835" y="1"/>
                    <a:pt x="7811" y="1"/>
                    <a:pt x="7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63"/>
            <p:cNvSpPr/>
            <p:nvPr/>
          </p:nvSpPr>
          <p:spPr>
            <a:xfrm>
              <a:off x="2319435" y="2157190"/>
              <a:ext cx="108880" cy="103210"/>
            </a:xfrm>
            <a:custGeom>
              <a:avLst/>
              <a:gdLst/>
              <a:ahLst/>
              <a:cxnLst/>
              <a:rect l="l" t="t" r="r" b="b"/>
              <a:pathLst>
                <a:path w="3418" h="3240" extrusionOk="0">
                  <a:moveTo>
                    <a:pt x="1739" y="346"/>
                  </a:moveTo>
                  <a:cubicBezTo>
                    <a:pt x="1822" y="346"/>
                    <a:pt x="1881" y="394"/>
                    <a:pt x="1929" y="465"/>
                  </a:cubicBezTo>
                  <a:lnTo>
                    <a:pt x="2096" y="787"/>
                  </a:lnTo>
                  <a:cubicBezTo>
                    <a:pt x="2179" y="953"/>
                    <a:pt x="2334" y="1073"/>
                    <a:pt x="2513" y="1108"/>
                  </a:cubicBezTo>
                  <a:lnTo>
                    <a:pt x="2870" y="1144"/>
                  </a:lnTo>
                  <a:cubicBezTo>
                    <a:pt x="2953" y="1168"/>
                    <a:pt x="3013" y="1203"/>
                    <a:pt x="3048" y="1299"/>
                  </a:cubicBezTo>
                  <a:cubicBezTo>
                    <a:pt x="3072" y="1370"/>
                    <a:pt x="3048" y="1465"/>
                    <a:pt x="2989" y="1525"/>
                  </a:cubicBezTo>
                  <a:lnTo>
                    <a:pt x="2739" y="1775"/>
                  </a:lnTo>
                  <a:cubicBezTo>
                    <a:pt x="2596" y="1906"/>
                    <a:pt x="2536" y="2085"/>
                    <a:pt x="2572" y="2263"/>
                  </a:cubicBezTo>
                  <a:lnTo>
                    <a:pt x="2632" y="2620"/>
                  </a:lnTo>
                  <a:cubicBezTo>
                    <a:pt x="2643" y="2692"/>
                    <a:pt x="2620" y="2787"/>
                    <a:pt x="2536" y="2823"/>
                  </a:cubicBezTo>
                  <a:cubicBezTo>
                    <a:pt x="2493" y="2852"/>
                    <a:pt x="2450" y="2867"/>
                    <a:pt x="2407" y="2867"/>
                  </a:cubicBezTo>
                  <a:cubicBezTo>
                    <a:pt x="2378" y="2867"/>
                    <a:pt x="2350" y="2861"/>
                    <a:pt x="2322" y="2847"/>
                  </a:cubicBezTo>
                  <a:lnTo>
                    <a:pt x="2001" y="2680"/>
                  </a:lnTo>
                  <a:cubicBezTo>
                    <a:pt x="1917" y="2632"/>
                    <a:pt x="1822" y="2620"/>
                    <a:pt x="1739" y="2620"/>
                  </a:cubicBezTo>
                  <a:cubicBezTo>
                    <a:pt x="1643" y="2620"/>
                    <a:pt x="1560" y="2632"/>
                    <a:pt x="1465" y="2680"/>
                  </a:cubicBezTo>
                  <a:lnTo>
                    <a:pt x="1155" y="2847"/>
                  </a:lnTo>
                  <a:cubicBezTo>
                    <a:pt x="1128" y="2865"/>
                    <a:pt x="1097" y="2872"/>
                    <a:pt x="1066" y="2872"/>
                  </a:cubicBezTo>
                  <a:cubicBezTo>
                    <a:pt x="1016" y="2872"/>
                    <a:pt x="966" y="2852"/>
                    <a:pt x="929" y="2823"/>
                  </a:cubicBezTo>
                  <a:cubicBezTo>
                    <a:pt x="858" y="2787"/>
                    <a:pt x="822" y="2692"/>
                    <a:pt x="846" y="2620"/>
                  </a:cubicBezTo>
                  <a:lnTo>
                    <a:pt x="905" y="2263"/>
                  </a:lnTo>
                  <a:cubicBezTo>
                    <a:pt x="929" y="2085"/>
                    <a:pt x="869" y="1894"/>
                    <a:pt x="738" y="1775"/>
                  </a:cubicBezTo>
                  <a:lnTo>
                    <a:pt x="488" y="1525"/>
                  </a:lnTo>
                  <a:cubicBezTo>
                    <a:pt x="429" y="1465"/>
                    <a:pt x="393" y="1382"/>
                    <a:pt x="429" y="1299"/>
                  </a:cubicBezTo>
                  <a:cubicBezTo>
                    <a:pt x="453" y="1227"/>
                    <a:pt x="512" y="1168"/>
                    <a:pt x="608" y="1144"/>
                  </a:cubicBezTo>
                  <a:lnTo>
                    <a:pt x="965" y="1108"/>
                  </a:lnTo>
                  <a:cubicBezTo>
                    <a:pt x="1143" y="1073"/>
                    <a:pt x="1298" y="953"/>
                    <a:pt x="1381" y="787"/>
                  </a:cubicBezTo>
                  <a:lnTo>
                    <a:pt x="1548" y="465"/>
                  </a:lnTo>
                  <a:cubicBezTo>
                    <a:pt x="1572" y="394"/>
                    <a:pt x="1643" y="346"/>
                    <a:pt x="1739" y="346"/>
                  </a:cubicBezTo>
                  <a:close/>
                  <a:moveTo>
                    <a:pt x="1703" y="1"/>
                  </a:moveTo>
                  <a:cubicBezTo>
                    <a:pt x="1489" y="1"/>
                    <a:pt x="1310" y="120"/>
                    <a:pt x="1203" y="311"/>
                  </a:cubicBezTo>
                  <a:lnTo>
                    <a:pt x="1036" y="644"/>
                  </a:lnTo>
                  <a:cubicBezTo>
                    <a:pt x="1012" y="703"/>
                    <a:pt x="953" y="739"/>
                    <a:pt x="869" y="763"/>
                  </a:cubicBezTo>
                  <a:lnTo>
                    <a:pt x="512" y="811"/>
                  </a:lnTo>
                  <a:cubicBezTo>
                    <a:pt x="310" y="834"/>
                    <a:pt x="131" y="989"/>
                    <a:pt x="60" y="1192"/>
                  </a:cubicBezTo>
                  <a:cubicBezTo>
                    <a:pt x="0" y="1406"/>
                    <a:pt x="36" y="1620"/>
                    <a:pt x="203" y="1775"/>
                  </a:cubicBezTo>
                  <a:lnTo>
                    <a:pt x="500" y="2025"/>
                  </a:lnTo>
                  <a:cubicBezTo>
                    <a:pt x="548" y="2073"/>
                    <a:pt x="572" y="2144"/>
                    <a:pt x="560" y="2216"/>
                  </a:cubicBezTo>
                  <a:lnTo>
                    <a:pt x="500" y="2573"/>
                  </a:lnTo>
                  <a:cubicBezTo>
                    <a:pt x="477" y="2787"/>
                    <a:pt x="548" y="2989"/>
                    <a:pt x="727" y="3120"/>
                  </a:cubicBezTo>
                  <a:cubicBezTo>
                    <a:pt x="834" y="3204"/>
                    <a:pt x="929" y="3228"/>
                    <a:pt x="1048" y="3228"/>
                  </a:cubicBezTo>
                  <a:cubicBezTo>
                    <a:pt x="1143" y="3228"/>
                    <a:pt x="1227" y="3216"/>
                    <a:pt x="1322" y="3168"/>
                  </a:cubicBezTo>
                  <a:lnTo>
                    <a:pt x="1631" y="3001"/>
                  </a:lnTo>
                  <a:cubicBezTo>
                    <a:pt x="1661" y="2989"/>
                    <a:pt x="1694" y="2983"/>
                    <a:pt x="1727" y="2983"/>
                  </a:cubicBezTo>
                  <a:cubicBezTo>
                    <a:pt x="1759" y="2983"/>
                    <a:pt x="1792" y="2989"/>
                    <a:pt x="1822" y="3001"/>
                  </a:cubicBezTo>
                  <a:lnTo>
                    <a:pt x="2143" y="3168"/>
                  </a:lnTo>
                  <a:cubicBezTo>
                    <a:pt x="2227" y="3215"/>
                    <a:pt x="2318" y="3239"/>
                    <a:pt x="2409" y="3239"/>
                  </a:cubicBezTo>
                  <a:cubicBezTo>
                    <a:pt x="2524" y="3239"/>
                    <a:pt x="2639" y="3200"/>
                    <a:pt x="2739" y="3120"/>
                  </a:cubicBezTo>
                  <a:cubicBezTo>
                    <a:pt x="2917" y="2989"/>
                    <a:pt x="2989" y="2787"/>
                    <a:pt x="2953" y="2573"/>
                  </a:cubicBezTo>
                  <a:lnTo>
                    <a:pt x="2894" y="2216"/>
                  </a:lnTo>
                  <a:cubicBezTo>
                    <a:pt x="2882" y="2144"/>
                    <a:pt x="2917" y="2085"/>
                    <a:pt x="2953" y="2025"/>
                  </a:cubicBezTo>
                  <a:lnTo>
                    <a:pt x="3215" y="1775"/>
                  </a:lnTo>
                  <a:cubicBezTo>
                    <a:pt x="3358" y="1620"/>
                    <a:pt x="3417" y="1406"/>
                    <a:pt x="3358" y="1192"/>
                  </a:cubicBezTo>
                  <a:cubicBezTo>
                    <a:pt x="3298" y="989"/>
                    <a:pt x="3120" y="834"/>
                    <a:pt x="2894" y="811"/>
                  </a:cubicBezTo>
                  <a:lnTo>
                    <a:pt x="2536" y="763"/>
                  </a:lnTo>
                  <a:cubicBezTo>
                    <a:pt x="2465" y="739"/>
                    <a:pt x="2405" y="703"/>
                    <a:pt x="2382" y="644"/>
                  </a:cubicBezTo>
                  <a:lnTo>
                    <a:pt x="2215" y="311"/>
                  </a:lnTo>
                  <a:cubicBezTo>
                    <a:pt x="2120" y="120"/>
                    <a:pt x="1929"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5" name="Google Shape;9935;p63"/>
          <p:cNvGrpSpPr/>
          <p:nvPr/>
        </p:nvGrpSpPr>
        <p:grpSpPr>
          <a:xfrm>
            <a:off x="1805901" y="1779358"/>
            <a:ext cx="284847" cy="373627"/>
            <a:chOff x="1805901" y="1960358"/>
            <a:chExt cx="284847" cy="373627"/>
          </a:xfrm>
        </p:grpSpPr>
        <p:sp>
          <p:nvSpPr>
            <p:cNvPr id="9936" name="Google Shape;9936;p63"/>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63"/>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38" name="Google Shape;9938;p63"/>
          <p:cNvSpPr/>
          <p:nvPr/>
        </p:nvSpPr>
        <p:spPr>
          <a:xfrm>
            <a:off x="3505429" y="1799076"/>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63"/>
          <p:cNvSpPr/>
          <p:nvPr/>
        </p:nvSpPr>
        <p:spPr>
          <a:xfrm>
            <a:off x="7100552" y="1803249"/>
            <a:ext cx="368690" cy="334541"/>
          </a:xfrm>
          <a:custGeom>
            <a:avLst/>
            <a:gdLst/>
            <a:ahLst/>
            <a:cxnLst/>
            <a:rect l="l" t="t" r="r" b="b"/>
            <a:pathLst>
              <a:path w="11574" h="10502" extrusionOk="0">
                <a:moveTo>
                  <a:pt x="4370" y="1560"/>
                </a:moveTo>
                <a:lnTo>
                  <a:pt x="4287" y="2668"/>
                </a:lnTo>
                <a:cubicBezTo>
                  <a:pt x="4287" y="2692"/>
                  <a:pt x="4251" y="2703"/>
                  <a:pt x="4227" y="2703"/>
                </a:cubicBezTo>
                <a:lnTo>
                  <a:pt x="3525" y="2703"/>
                </a:lnTo>
                <a:cubicBezTo>
                  <a:pt x="3489" y="2703"/>
                  <a:pt x="3465" y="2680"/>
                  <a:pt x="3465" y="2668"/>
                </a:cubicBezTo>
                <a:lnTo>
                  <a:pt x="3358" y="1560"/>
                </a:lnTo>
                <a:close/>
                <a:moveTo>
                  <a:pt x="1084" y="3442"/>
                </a:moveTo>
                <a:cubicBezTo>
                  <a:pt x="2048" y="3525"/>
                  <a:pt x="2858" y="4335"/>
                  <a:pt x="2941" y="5311"/>
                </a:cubicBezTo>
                <a:lnTo>
                  <a:pt x="1084" y="5311"/>
                </a:lnTo>
                <a:lnTo>
                  <a:pt x="1084" y="3442"/>
                </a:lnTo>
                <a:close/>
                <a:moveTo>
                  <a:pt x="3989" y="5656"/>
                </a:moveTo>
                <a:lnTo>
                  <a:pt x="3989" y="8264"/>
                </a:lnTo>
                <a:lnTo>
                  <a:pt x="1072" y="8264"/>
                </a:lnTo>
                <a:lnTo>
                  <a:pt x="1072" y="5656"/>
                </a:lnTo>
                <a:close/>
                <a:moveTo>
                  <a:pt x="2370" y="8585"/>
                </a:moveTo>
                <a:lnTo>
                  <a:pt x="2370" y="10192"/>
                </a:lnTo>
                <a:lnTo>
                  <a:pt x="2191" y="10192"/>
                </a:lnTo>
                <a:lnTo>
                  <a:pt x="2191" y="8585"/>
                </a:lnTo>
                <a:close/>
                <a:moveTo>
                  <a:pt x="11026" y="4311"/>
                </a:moveTo>
                <a:cubicBezTo>
                  <a:pt x="11133" y="4311"/>
                  <a:pt x="11216" y="4406"/>
                  <a:pt x="11216" y="4513"/>
                </a:cubicBezTo>
                <a:lnTo>
                  <a:pt x="11240" y="10192"/>
                </a:lnTo>
                <a:lnTo>
                  <a:pt x="10835" y="10192"/>
                </a:lnTo>
                <a:lnTo>
                  <a:pt x="10835" y="4513"/>
                </a:lnTo>
                <a:cubicBezTo>
                  <a:pt x="10835" y="4406"/>
                  <a:pt x="10919" y="4311"/>
                  <a:pt x="11026" y="4311"/>
                </a:cubicBezTo>
                <a:close/>
                <a:moveTo>
                  <a:pt x="2334" y="1"/>
                </a:moveTo>
                <a:cubicBezTo>
                  <a:pt x="2072" y="1"/>
                  <a:pt x="1858" y="227"/>
                  <a:pt x="1858" y="477"/>
                </a:cubicBezTo>
                <a:lnTo>
                  <a:pt x="1858" y="3263"/>
                </a:lnTo>
                <a:cubicBezTo>
                  <a:pt x="1620" y="3156"/>
                  <a:pt x="1358" y="3096"/>
                  <a:pt x="1084" y="3084"/>
                </a:cubicBezTo>
                <a:lnTo>
                  <a:pt x="1084" y="1370"/>
                </a:lnTo>
                <a:cubicBezTo>
                  <a:pt x="1084" y="1072"/>
                  <a:pt x="846" y="834"/>
                  <a:pt x="548" y="834"/>
                </a:cubicBezTo>
                <a:cubicBezTo>
                  <a:pt x="251" y="834"/>
                  <a:pt x="12" y="1072"/>
                  <a:pt x="12" y="1370"/>
                </a:cubicBezTo>
                <a:lnTo>
                  <a:pt x="12" y="4954"/>
                </a:lnTo>
                <a:cubicBezTo>
                  <a:pt x="12" y="5049"/>
                  <a:pt x="84" y="5120"/>
                  <a:pt x="179" y="5120"/>
                </a:cubicBezTo>
                <a:cubicBezTo>
                  <a:pt x="262" y="5120"/>
                  <a:pt x="346" y="5049"/>
                  <a:pt x="346" y="4954"/>
                </a:cubicBezTo>
                <a:lnTo>
                  <a:pt x="346" y="1370"/>
                </a:lnTo>
                <a:cubicBezTo>
                  <a:pt x="346" y="1263"/>
                  <a:pt x="429" y="1179"/>
                  <a:pt x="536" y="1179"/>
                </a:cubicBezTo>
                <a:cubicBezTo>
                  <a:pt x="643" y="1179"/>
                  <a:pt x="727" y="1263"/>
                  <a:pt x="727" y="1370"/>
                </a:cubicBezTo>
                <a:lnTo>
                  <a:pt x="727" y="10133"/>
                </a:lnTo>
                <a:lnTo>
                  <a:pt x="322" y="10133"/>
                </a:lnTo>
                <a:lnTo>
                  <a:pt x="322" y="5775"/>
                </a:lnTo>
                <a:cubicBezTo>
                  <a:pt x="322" y="5680"/>
                  <a:pt x="251" y="5609"/>
                  <a:pt x="167" y="5609"/>
                </a:cubicBezTo>
                <a:cubicBezTo>
                  <a:pt x="72" y="5609"/>
                  <a:pt x="0" y="5680"/>
                  <a:pt x="0" y="5775"/>
                </a:cubicBezTo>
                <a:lnTo>
                  <a:pt x="0" y="10300"/>
                </a:lnTo>
                <a:cubicBezTo>
                  <a:pt x="0" y="10383"/>
                  <a:pt x="72" y="10466"/>
                  <a:pt x="167" y="10466"/>
                </a:cubicBezTo>
                <a:lnTo>
                  <a:pt x="893" y="10466"/>
                </a:lnTo>
                <a:cubicBezTo>
                  <a:pt x="977" y="10466"/>
                  <a:pt x="1060" y="10383"/>
                  <a:pt x="1060" y="10300"/>
                </a:cubicBezTo>
                <a:lnTo>
                  <a:pt x="1060" y="8537"/>
                </a:lnTo>
                <a:lnTo>
                  <a:pt x="1834" y="8537"/>
                </a:lnTo>
                <a:lnTo>
                  <a:pt x="1834" y="10300"/>
                </a:lnTo>
                <a:cubicBezTo>
                  <a:pt x="1834" y="10383"/>
                  <a:pt x="1905" y="10466"/>
                  <a:pt x="1989" y="10466"/>
                </a:cubicBezTo>
                <a:lnTo>
                  <a:pt x="2513" y="10466"/>
                </a:lnTo>
                <a:cubicBezTo>
                  <a:pt x="2596" y="10466"/>
                  <a:pt x="2679" y="10383"/>
                  <a:pt x="2679" y="10300"/>
                </a:cubicBezTo>
                <a:lnTo>
                  <a:pt x="2679" y="8537"/>
                </a:lnTo>
                <a:lnTo>
                  <a:pt x="3965" y="8537"/>
                </a:lnTo>
                <a:lnTo>
                  <a:pt x="3965" y="8954"/>
                </a:lnTo>
                <a:cubicBezTo>
                  <a:pt x="3965" y="9049"/>
                  <a:pt x="4049" y="9121"/>
                  <a:pt x="4132" y="9121"/>
                </a:cubicBezTo>
                <a:lnTo>
                  <a:pt x="7299" y="9121"/>
                </a:lnTo>
                <a:cubicBezTo>
                  <a:pt x="7394" y="9121"/>
                  <a:pt x="7466" y="9049"/>
                  <a:pt x="7466" y="8954"/>
                </a:cubicBezTo>
                <a:cubicBezTo>
                  <a:pt x="7466" y="8871"/>
                  <a:pt x="7394" y="8799"/>
                  <a:pt x="7299" y="8799"/>
                </a:cubicBezTo>
                <a:lnTo>
                  <a:pt x="4311" y="8799"/>
                </a:lnTo>
                <a:lnTo>
                  <a:pt x="4311" y="5168"/>
                </a:lnTo>
                <a:lnTo>
                  <a:pt x="10490" y="5168"/>
                </a:lnTo>
                <a:lnTo>
                  <a:pt x="10490" y="8835"/>
                </a:lnTo>
                <a:lnTo>
                  <a:pt x="8109" y="8835"/>
                </a:lnTo>
                <a:cubicBezTo>
                  <a:pt x="8025" y="8835"/>
                  <a:pt x="7942" y="8918"/>
                  <a:pt x="7942" y="9002"/>
                </a:cubicBezTo>
                <a:cubicBezTo>
                  <a:pt x="7942" y="9097"/>
                  <a:pt x="8025" y="9168"/>
                  <a:pt x="8109" y="9168"/>
                </a:cubicBezTo>
                <a:lnTo>
                  <a:pt x="10490" y="9168"/>
                </a:lnTo>
                <a:lnTo>
                  <a:pt x="10490" y="10347"/>
                </a:lnTo>
                <a:cubicBezTo>
                  <a:pt x="10490" y="10431"/>
                  <a:pt x="10561" y="10502"/>
                  <a:pt x="10657" y="10502"/>
                </a:cubicBezTo>
                <a:lnTo>
                  <a:pt x="11383" y="10502"/>
                </a:lnTo>
                <a:cubicBezTo>
                  <a:pt x="11466" y="10502"/>
                  <a:pt x="11550" y="10431"/>
                  <a:pt x="11550" y="10347"/>
                </a:cubicBezTo>
                <a:lnTo>
                  <a:pt x="11550" y="4477"/>
                </a:lnTo>
                <a:cubicBezTo>
                  <a:pt x="11573" y="4192"/>
                  <a:pt x="11323" y="3954"/>
                  <a:pt x="11026" y="3954"/>
                </a:cubicBezTo>
                <a:cubicBezTo>
                  <a:pt x="10728" y="3954"/>
                  <a:pt x="10490" y="4192"/>
                  <a:pt x="10490" y="4489"/>
                </a:cubicBezTo>
                <a:lnTo>
                  <a:pt x="10490" y="4823"/>
                </a:lnTo>
                <a:lnTo>
                  <a:pt x="4156" y="4823"/>
                </a:lnTo>
                <a:cubicBezTo>
                  <a:pt x="4061" y="4823"/>
                  <a:pt x="3989" y="4894"/>
                  <a:pt x="3989" y="4989"/>
                </a:cubicBezTo>
                <a:lnTo>
                  <a:pt x="3989" y="5311"/>
                </a:lnTo>
                <a:lnTo>
                  <a:pt x="3275" y="5311"/>
                </a:lnTo>
                <a:cubicBezTo>
                  <a:pt x="3227" y="4787"/>
                  <a:pt x="3025" y="4311"/>
                  <a:pt x="2703" y="3930"/>
                </a:cubicBezTo>
                <a:lnTo>
                  <a:pt x="2703" y="882"/>
                </a:lnTo>
                <a:lnTo>
                  <a:pt x="3715" y="882"/>
                </a:lnTo>
                <a:lnTo>
                  <a:pt x="3715" y="1203"/>
                </a:lnTo>
                <a:lnTo>
                  <a:pt x="3203" y="1203"/>
                </a:lnTo>
                <a:cubicBezTo>
                  <a:pt x="3096" y="1203"/>
                  <a:pt x="3025" y="1298"/>
                  <a:pt x="3037" y="1394"/>
                </a:cubicBezTo>
                <a:lnTo>
                  <a:pt x="3156" y="2680"/>
                </a:lnTo>
                <a:cubicBezTo>
                  <a:pt x="3168" y="2882"/>
                  <a:pt x="3346" y="3037"/>
                  <a:pt x="3537" y="3037"/>
                </a:cubicBezTo>
                <a:lnTo>
                  <a:pt x="3715" y="3037"/>
                </a:lnTo>
                <a:lnTo>
                  <a:pt x="3715" y="3989"/>
                </a:lnTo>
                <a:cubicBezTo>
                  <a:pt x="3715" y="4073"/>
                  <a:pt x="3799" y="4156"/>
                  <a:pt x="3882" y="4156"/>
                </a:cubicBezTo>
                <a:cubicBezTo>
                  <a:pt x="3977" y="4156"/>
                  <a:pt x="4049" y="4073"/>
                  <a:pt x="4049" y="3989"/>
                </a:cubicBezTo>
                <a:lnTo>
                  <a:pt x="4049" y="3037"/>
                </a:lnTo>
                <a:lnTo>
                  <a:pt x="4227" y="3037"/>
                </a:lnTo>
                <a:cubicBezTo>
                  <a:pt x="4430" y="3037"/>
                  <a:pt x="4596" y="2882"/>
                  <a:pt x="4608" y="2680"/>
                </a:cubicBezTo>
                <a:lnTo>
                  <a:pt x="4727" y="1394"/>
                </a:lnTo>
                <a:cubicBezTo>
                  <a:pt x="4727" y="1358"/>
                  <a:pt x="4715" y="1310"/>
                  <a:pt x="4692" y="1263"/>
                </a:cubicBezTo>
                <a:cubicBezTo>
                  <a:pt x="4656" y="1239"/>
                  <a:pt x="4608" y="1203"/>
                  <a:pt x="4572" y="1203"/>
                </a:cubicBezTo>
                <a:lnTo>
                  <a:pt x="4049" y="1203"/>
                </a:lnTo>
                <a:lnTo>
                  <a:pt x="4049" y="882"/>
                </a:lnTo>
                <a:lnTo>
                  <a:pt x="4394" y="882"/>
                </a:lnTo>
                <a:cubicBezTo>
                  <a:pt x="4632" y="882"/>
                  <a:pt x="4823" y="679"/>
                  <a:pt x="4823" y="441"/>
                </a:cubicBezTo>
                <a:cubicBezTo>
                  <a:pt x="4823" y="203"/>
                  <a:pt x="4632" y="13"/>
                  <a:pt x="4394" y="13"/>
                </a:cubicBezTo>
                <a:lnTo>
                  <a:pt x="3632" y="13"/>
                </a:lnTo>
                <a:cubicBezTo>
                  <a:pt x="3537" y="13"/>
                  <a:pt x="3465" y="84"/>
                  <a:pt x="3465" y="179"/>
                </a:cubicBezTo>
                <a:cubicBezTo>
                  <a:pt x="3465" y="263"/>
                  <a:pt x="3537" y="346"/>
                  <a:pt x="3632" y="346"/>
                </a:cubicBezTo>
                <a:lnTo>
                  <a:pt x="4394" y="346"/>
                </a:lnTo>
                <a:cubicBezTo>
                  <a:pt x="4430" y="346"/>
                  <a:pt x="4477" y="382"/>
                  <a:pt x="4477" y="429"/>
                </a:cubicBezTo>
                <a:cubicBezTo>
                  <a:pt x="4477" y="477"/>
                  <a:pt x="4430" y="525"/>
                  <a:pt x="4394" y="525"/>
                </a:cubicBezTo>
                <a:lnTo>
                  <a:pt x="2525" y="525"/>
                </a:lnTo>
                <a:cubicBezTo>
                  <a:pt x="2441" y="525"/>
                  <a:pt x="2370" y="596"/>
                  <a:pt x="2370" y="679"/>
                </a:cubicBezTo>
                <a:lnTo>
                  <a:pt x="2370" y="3573"/>
                </a:lnTo>
                <a:cubicBezTo>
                  <a:pt x="2334" y="3561"/>
                  <a:pt x="2191" y="3442"/>
                  <a:pt x="2191" y="3442"/>
                </a:cubicBezTo>
                <a:lnTo>
                  <a:pt x="2191" y="477"/>
                </a:lnTo>
                <a:cubicBezTo>
                  <a:pt x="2191" y="406"/>
                  <a:pt x="2251" y="322"/>
                  <a:pt x="2334" y="322"/>
                </a:cubicBezTo>
                <a:lnTo>
                  <a:pt x="2870" y="322"/>
                </a:lnTo>
                <a:cubicBezTo>
                  <a:pt x="2965" y="322"/>
                  <a:pt x="3037" y="251"/>
                  <a:pt x="3037" y="167"/>
                </a:cubicBezTo>
                <a:cubicBezTo>
                  <a:pt x="3037" y="72"/>
                  <a:pt x="2965"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63"/>
          <p:cNvSpPr/>
          <p:nvPr/>
        </p:nvSpPr>
        <p:spPr>
          <a:xfrm>
            <a:off x="7955445" y="1830198"/>
            <a:ext cx="383088" cy="286472"/>
          </a:xfrm>
          <a:custGeom>
            <a:avLst/>
            <a:gdLst/>
            <a:ahLst/>
            <a:cxnLst/>
            <a:rect l="l" t="t" r="r" b="b"/>
            <a:pathLst>
              <a:path w="12026" h="8993" extrusionOk="0">
                <a:moveTo>
                  <a:pt x="3929" y="0"/>
                </a:moveTo>
                <a:cubicBezTo>
                  <a:pt x="1691" y="0"/>
                  <a:pt x="0" y="2322"/>
                  <a:pt x="1167" y="4763"/>
                </a:cubicBezTo>
                <a:lnTo>
                  <a:pt x="453" y="4763"/>
                </a:lnTo>
                <a:cubicBezTo>
                  <a:pt x="369" y="4763"/>
                  <a:pt x="298" y="4834"/>
                  <a:pt x="298" y="4929"/>
                </a:cubicBezTo>
                <a:cubicBezTo>
                  <a:pt x="298" y="5013"/>
                  <a:pt x="369" y="5096"/>
                  <a:pt x="453" y="5096"/>
                </a:cubicBezTo>
                <a:lnTo>
                  <a:pt x="1346" y="5096"/>
                </a:lnTo>
                <a:cubicBezTo>
                  <a:pt x="2334" y="6727"/>
                  <a:pt x="4382" y="7918"/>
                  <a:pt x="5977" y="8965"/>
                </a:cubicBezTo>
                <a:cubicBezTo>
                  <a:pt x="6007" y="8983"/>
                  <a:pt x="6040" y="8992"/>
                  <a:pt x="6071" y="8992"/>
                </a:cubicBezTo>
                <a:cubicBezTo>
                  <a:pt x="6102" y="8992"/>
                  <a:pt x="6132" y="8983"/>
                  <a:pt x="6156" y="8965"/>
                </a:cubicBezTo>
                <a:cubicBezTo>
                  <a:pt x="7751" y="7930"/>
                  <a:pt x="9799" y="6739"/>
                  <a:pt x="10787" y="5096"/>
                </a:cubicBezTo>
                <a:lnTo>
                  <a:pt x="11680" y="5096"/>
                </a:lnTo>
                <a:cubicBezTo>
                  <a:pt x="11764" y="5096"/>
                  <a:pt x="11847" y="5013"/>
                  <a:pt x="11847" y="4929"/>
                </a:cubicBezTo>
                <a:cubicBezTo>
                  <a:pt x="11883" y="4774"/>
                  <a:pt x="11811" y="4703"/>
                  <a:pt x="11704" y="4703"/>
                </a:cubicBezTo>
                <a:lnTo>
                  <a:pt x="10990" y="4703"/>
                </a:lnTo>
                <a:cubicBezTo>
                  <a:pt x="12025" y="2572"/>
                  <a:pt x="10859" y="452"/>
                  <a:pt x="8930" y="12"/>
                </a:cubicBezTo>
                <a:cubicBezTo>
                  <a:pt x="8922" y="11"/>
                  <a:pt x="8914" y="10"/>
                  <a:pt x="8906" y="10"/>
                </a:cubicBezTo>
                <a:cubicBezTo>
                  <a:pt x="8821" y="10"/>
                  <a:pt x="8748" y="68"/>
                  <a:pt x="8716" y="155"/>
                </a:cubicBezTo>
                <a:cubicBezTo>
                  <a:pt x="8704" y="238"/>
                  <a:pt x="8763" y="333"/>
                  <a:pt x="8847" y="357"/>
                </a:cubicBezTo>
                <a:cubicBezTo>
                  <a:pt x="10609" y="762"/>
                  <a:pt x="11668" y="2738"/>
                  <a:pt x="10621" y="4715"/>
                </a:cubicBezTo>
                <a:lnTo>
                  <a:pt x="10001" y="4715"/>
                </a:lnTo>
                <a:lnTo>
                  <a:pt x="9418" y="3548"/>
                </a:lnTo>
                <a:cubicBezTo>
                  <a:pt x="9385" y="3483"/>
                  <a:pt x="9325" y="3452"/>
                  <a:pt x="9266" y="3452"/>
                </a:cubicBezTo>
                <a:cubicBezTo>
                  <a:pt x="9196" y="3452"/>
                  <a:pt x="9128" y="3495"/>
                  <a:pt x="9108" y="3572"/>
                </a:cubicBezTo>
                <a:lnTo>
                  <a:pt x="8573" y="5251"/>
                </a:lnTo>
                <a:lnTo>
                  <a:pt x="7954" y="3870"/>
                </a:lnTo>
                <a:cubicBezTo>
                  <a:pt x="7927" y="3808"/>
                  <a:pt x="7868" y="3772"/>
                  <a:pt x="7806" y="3772"/>
                </a:cubicBezTo>
                <a:cubicBezTo>
                  <a:pt x="7784" y="3772"/>
                  <a:pt x="7761" y="3777"/>
                  <a:pt x="7739" y="3786"/>
                </a:cubicBezTo>
                <a:cubicBezTo>
                  <a:pt x="7644" y="3822"/>
                  <a:pt x="7620" y="3917"/>
                  <a:pt x="7644" y="4001"/>
                </a:cubicBezTo>
                <a:lnTo>
                  <a:pt x="8430" y="5810"/>
                </a:lnTo>
                <a:cubicBezTo>
                  <a:pt x="8458" y="5877"/>
                  <a:pt x="8520" y="5910"/>
                  <a:pt x="8583" y="5910"/>
                </a:cubicBezTo>
                <a:cubicBezTo>
                  <a:pt x="8654" y="5910"/>
                  <a:pt x="8726" y="5869"/>
                  <a:pt x="8751" y="5786"/>
                </a:cubicBezTo>
                <a:lnTo>
                  <a:pt x="9299" y="4084"/>
                </a:lnTo>
                <a:lnTo>
                  <a:pt x="9739" y="4989"/>
                </a:lnTo>
                <a:cubicBezTo>
                  <a:pt x="9775" y="5048"/>
                  <a:pt x="9835" y="5072"/>
                  <a:pt x="9894" y="5072"/>
                </a:cubicBezTo>
                <a:lnTo>
                  <a:pt x="10418" y="5072"/>
                </a:lnTo>
                <a:cubicBezTo>
                  <a:pt x="9323" y="6715"/>
                  <a:pt x="6989" y="7965"/>
                  <a:pt x="6084" y="8584"/>
                </a:cubicBezTo>
                <a:cubicBezTo>
                  <a:pt x="4644" y="7656"/>
                  <a:pt x="2715" y="6537"/>
                  <a:pt x="1750" y="5072"/>
                </a:cubicBezTo>
                <a:lnTo>
                  <a:pt x="2572" y="5072"/>
                </a:lnTo>
                <a:cubicBezTo>
                  <a:pt x="2631" y="5072"/>
                  <a:pt x="2691" y="5036"/>
                  <a:pt x="2715" y="4989"/>
                </a:cubicBezTo>
                <a:lnTo>
                  <a:pt x="3453" y="3500"/>
                </a:lnTo>
                <a:lnTo>
                  <a:pt x="4358" y="6167"/>
                </a:lnTo>
                <a:cubicBezTo>
                  <a:pt x="4387" y="6243"/>
                  <a:pt x="4456" y="6279"/>
                  <a:pt x="4523" y="6279"/>
                </a:cubicBezTo>
                <a:cubicBezTo>
                  <a:pt x="4593" y="6279"/>
                  <a:pt x="4661" y="6240"/>
                  <a:pt x="4679" y="6167"/>
                </a:cubicBezTo>
                <a:lnTo>
                  <a:pt x="5394" y="3739"/>
                </a:lnTo>
                <a:lnTo>
                  <a:pt x="6049" y="4822"/>
                </a:lnTo>
                <a:cubicBezTo>
                  <a:pt x="6087" y="4877"/>
                  <a:pt x="6146" y="4904"/>
                  <a:pt x="6202" y="4904"/>
                </a:cubicBezTo>
                <a:cubicBezTo>
                  <a:pt x="6267" y="4904"/>
                  <a:pt x="6327" y="4868"/>
                  <a:pt x="6346" y="4798"/>
                </a:cubicBezTo>
                <a:lnTo>
                  <a:pt x="7120" y="2893"/>
                </a:lnTo>
                <a:lnTo>
                  <a:pt x="7358" y="3429"/>
                </a:lnTo>
                <a:cubicBezTo>
                  <a:pt x="7393" y="3491"/>
                  <a:pt x="7455" y="3526"/>
                  <a:pt x="7518" y="3526"/>
                </a:cubicBezTo>
                <a:cubicBezTo>
                  <a:pt x="7540" y="3526"/>
                  <a:pt x="7563" y="3522"/>
                  <a:pt x="7584" y="3512"/>
                </a:cubicBezTo>
                <a:cubicBezTo>
                  <a:pt x="7680" y="3465"/>
                  <a:pt x="7704" y="3381"/>
                  <a:pt x="7680" y="3286"/>
                </a:cubicBezTo>
                <a:lnTo>
                  <a:pt x="7287" y="2393"/>
                </a:lnTo>
                <a:cubicBezTo>
                  <a:pt x="7257" y="2328"/>
                  <a:pt x="7195" y="2295"/>
                  <a:pt x="7132" y="2295"/>
                </a:cubicBezTo>
                <a:cubicBezTo>
                  <a:pt x="7070" y="2295"/>
                  <a:pt x="7007" y="2328"/>
                  <a:pt x="6977" y="2393"/>
                </a:cubicBezTo>
                <a:lnTo>
                  <a:pt x="6168" y="4358"/>
                </a:lnTo>
                <a:lnTo>
                  <a:pt x="5501" y="3227"/>
                </a:lnTo>
                <a:cubicBezTo>
                  <a:pt x="5470" y="3171"/>
                  <a:pt x="5419" y="3145"/>
                  <a:pt x="5365" y="3145"/>
                </a:cubicBezTo>
                <a:cubicBezTo>
                  <a:pt x="5293" y="3145"/>
                  <a:pt x="5219" y="3192"/>
                  <a:pt x="5191" y="3274"/>
                </a:cubicBezTo>
                <a:lnTo>
                  <a:pt x="4501" y="5572"/>
                </a:lnTo>
                <a:lnTo>
                  <a:pt x="3643" y="3024"/>
                </a:lnTo>
                <a:cubicBezTo>
                  <a:pt x="3618" y="2942"/>
                  <a:pt x="3550" y="2900"/>
                  <a:pt x="3482" y="2900"/>
                </a:cubicBezTo>
                <a:cubicBezTo>
                  <a:pt x="3421" y="2900"/>
                  <a:pt x="3362" y="2933"/>
                  <a:pt x="3334" y="3000"/>
                </a:cubicBezTo>
                <a:lnTo>
                  <a:pt x="2465" y="4774"/>
                </a:lnTo>
                <a:lnTo>
                  <a:pt x="1548" y="4774"/>
                </a:lnTo>
                <a:cubicBezTo>
                  <a:pt x="357" y="2548"/>
                  <a:pt x="1869" y="345"/>
                  <a:pt x="3929" y="345"/>
                </a:cubicBezTo>
                <a:cubicBezTo>
                  <a:pt x="4703" y="345"/>
                  <a:pt x="5418" y="655"/>
                  <a:pt x="5953" y="1203"/>
                </a:cubicBezTo>
                <a:cubicBezTo>
                  <a:pt x="5989" y="1238"/>
                  <a:pt x="6034" y="1256"/>
                  <a:pt x="6078" y="1256"/>
                </a:cubicBezTo>
                <a:cubicBezTo>
                  <a:pt x="6123" y="1256"/>
                  <a:pt x="6168" y="1238"/>
                  <a:pt x="6203" y="1203"/>
                </a:cubicBezTo>
                <a:cubicBezTo>
                  <a:pt x="6668" y="714"/>
                  <a:pt x="7287" y="417"/>
                  <a:pt x="7954" y="357"/>
                </a:cubicBezTo>
                <a:cubicBezTo>
                  <a:pt x="8049" y="345"/>
                  <a:pt x="8120" y="262"/>
                  <a:pt x="8108" y="167"/>
                </a:cubicBezTo>
                <a:cubicBezTo>
                  <a:pt x="8097" y="78"/>
                  <a:pt x="8025" y="11"/>
                  <a:pt x="7939" y="11"/>
                </a:cubicBezTo>
                <a:cubicBezTo>
                  <a:pt x="7932" y="11"/>
                  <a:pt x="7925" y="11"/>
                  <a:pt x="7918" y="12"/>
                </a:cubicBezTo>
                <a:cubicBezTo>
                  <a:pt x="7215" y="83"/>
                  <a:pt x="6572" y="369"/>
                  <a:pt x="6072" y="845"/>
                </a:cubicBezTo>
                <a:cubicBezTo>
                  <a:pt x="5489" y="298"/>
                  <a:pt x="4727" y="0"/>
                  <a:pt x="3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41" name="Google Shape;9941;p63"/>
          <p:cNvGrpSpPr/>
          <p:nvPr/>
        </p:nvGrpSpPr>
        <p:grpSpPr>
          <a:xfrm>
            <a:off x="6656812" y="1848388"/>
            <a:ext cx="368690" cy="245793"/>
            <a:chOff x="6656812" y="2029388"/>
            <a:chExt cx="368690" cy="245793"/>
          </a:xfrm>
        </p:grpSpPr>
        <p:sp>
          <p:nvSpPr>
            <p:cNvPr id="9942" name="Google Shape;9942;p63"/>
            <p:cNvSpPr/>
            <p:nvPr/>
          </p:nvSpPr>
          <p:spPr>
            <a:xfrm>
              <a:off x="6915475" y="2164007"/>
              <a:ext cx="73967" cy="73999"/>
            </a:xfrm>
            <a:custGeom>
              <a:avLst/>
              <a:gdLst/>
              <a:ahLst/>
              <a:cxnLst/>
              <a:rect l="l" t="t" r="r" b="b"/>
              <a:pathLst>
                <a:path w="2322" h="2323" extrusionOk="0">
                  <a:moveTo>
                    <a:pt x="1167" y="323"/>
                  </a:moveTo>
                  <a:cubicBezTo>
                    <a:pt x="1631" y="323"/>
                    <a:pt x="2000" y="692"/>
                    <a:pt x="2000" y="1156"/>
                  </a:cubicBezTo>
                  <a:cubicBezTo>
                    <a:pt x="2000" y="1621"/>
                    <a:pt x="1631" y="1990"/>
                    <a:pt x="1167" y="1990"/>
                  </a:cubicBezTo>
                  <a:cubicBezTo>
                    <a:pt x="703" y="1990"/>
                    <a:pt x="334" y="1621"/>
                    <a:pt x="334" y="1156"/>
                  </a:cubicBezTo>
                  <a:cubicBezTo>
                    <a:pt x="334" y="692"/>
                    <a:pt x="703" y="323"/>
                    <a:pt x="1167" y="323"/>
                  </a:cubicBezTo>
                  <a:close/>
                  <a:moveTo>
                    <a:pt x="1126" y="0"/>
                  </a:moveTo>
                  <a:cubicBezTo>
                    <a:pt x="502" y="0"/>
                    <a:pt x="0" y="527"/>
                    <a:pt x="0" y="1156"/>
                  </a:cubicBezTo>
                  <a:cubicBezTo>
                    <a:pt x="0" y="1799"/>
                    <a:pt x="524" y="2323"/>
                    <a:pt x="1167" y="2323"/>
                  </a:cubicBezTo>
                  <a:cubicBezTo>
                    <a:pt x="1810" y="2323"/>
                    <a:pt x="2322" y="1799"/>
                    <a:pt x="2322" y="1156"/>
                  </a:cubicBezTo>
                  <a:cubicBezTo>
                    <a:pt x="2322" y="513"/>
                    <a:pt x="1810" y="1"/>
                    <a:pt x="1167" y="1"/>
                  </a:cubicBezTo>
                  <a:cubicBezTo>
                    <a:pt x="1153" y="1"/>
                    <a:pt x="1139" y="0"/>
                    <a:pt x="1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63"/>
            <p:cNvSpPr/>
            <p:nvPr/>
          </p:nvSpPr>
          <p:spPr>
            <a:xfrm>
              <a:off x="6901427" y="2057070"/>
              <a:ext cx="51605" cy="31154"/>
            </a:xfrm>
            <a:custGeom>
              <a:avLst/>
              <a:gdLst/>
              <a:ahLst/>
              <a:cxnLst/>
              <a:rect l="l" t="t" r="r" b="b"/>
              <a:pathLst>
                <a:path w="1620" h="978" extrusionOk="0">
                  <a:moveTo>
                    <a:pt x="1179" y="346"/>
                  </a:moveTo>
                  <a:cubicBezTo>
                    <a:pt x="1239" y="346"/>
                    <a:pt x="1275" y="394"/>
                    <a:pt x="1275" y="453"/>
                  </a:cubicBezTo>
                  <a:lnTo>
                    <a:pt x="1275" y="525"/>
                  </a:lnTo>
                  <a:cubicBezTo>
                    <a:pt x="1275" y="584"/>
                    <a:pt x="1239" y="632"/>
                    <a:pt x="1179" y="632"/>
                  </a:cubicBezTo>
                  <a:lnTo>
                    <a:pt x="441" y="632"/>
                  </a:lnTo>
                  <a:cubicBezTo>
                    <a:pt x="382" y="632"/>
                    <a:pt x="334" y="584"/>
                    <a:pt x="334" y="525"/>
                  </a:cubicBezTo>
                  <a:lnTo>
                    <a:pt x="334" y="453"/>
                  </a:lnTo>
                  <a:cubicBezTo>
                    <a:pt x="334" y="394"/>
                    <a:pt x="382" y="346"/>
                    <a:pt x="441" y="346"/>
                  </a:cubicBezTo>
                  <a:close/>
                  <a:moveTo>
                    <a:pt x="441" y="1"/>
                  </a:moveTo>
                  <a:cubicBezTo>
                    <a:pt x="203" y="1"/>
                    <a:pt x="1" y="203"/>
                    <a:pt x="1" y="453"/>
                  </a:cubicBezTo>
                  <a:lnTo>
                    <a:pt x="1" y="525"/>
                  </a:lnTo>
                  <a:cubicBezTo>
                    <a:pt x="1" y="763"/>
                    <a:pt x="191" y="977"/>
                    <a:pt x="441" y="977"/>
                  </a:cubicBezTo>
                  <a:lnTo>
                    <a:pt x="1179" y="977"/>
                  </a:lnTo>
                  <a:cubicBezTo>
                    <a:pt x="1418" y="977"/>
                    <a:pt x="1620" y="775"/>
                    <a:pt x="1620" y="525"/>
                  </a:cubicBezTo>
                  <a:lnTo>
                    <a:pt x="1620" y="453"/>
                  </a:lnTo>
                  <a:cubicBezTo>
                    <a:pt x="1620" y="215"/>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4" name="Google Shape;9944;p63"/>
            <p:cNvSpPr/>
            <p:nvPr/>
          </p:nvSpPr>
          <p:spPr>
            <a:xfrm>
              <a:off x="6901809" y="2091983"/>
              <a:ext cx="51605" cy="30358"/>
            </a:xfrm>
            <a:custGeom>
              <a:avLst/>
              <a:gdLst/>
              <a:ahLst/>
              <a:cxnLst/>
              <a:rect l="l" t="t" r="r" b="b"/>
              <a:pathLst>
                <a:path w="1620" h="953" extrusionOk="0">
                  <a:moveTo>
                    <a:pt x="1179" y="333"/>
                  </a:moveTo>
                  <a:cubicBezTo>
                    <a:pt x="1239" y="333"/>
                    <a:pt x="1286" y="381"/>
                    <a:pt x="1286" y="441"/>
                  </a:cubicBezTo>
                  <a:lnTo>
                    <a:pt x="1286" y="512"/>
                  </a:lnTo>
                  <a:cubicBezTo>
                    <a:pt x="1286" y="572"/>
                    <a:pt x="1239" y="619"/>
                    <a:pt x="1179" y="619"/>
                  </a:cubicBezTo>
                  <a:lnTo>
                    <a:pt x="453" y="619"/>
                  </a:lnTo>
                  <a:cubicBezTo>
                    <a:pt x="394" y="619"/>
                    <a:pt x="346" y="572"/>
                    <a:pt x="346" y="512"/>
                  </a:cubicBezTo>
                  <a:lnTo>
                    <a:pt x="346" y="441"/>
                  </a:lnTo>
                  <a:cubicBezTo>
                    <a:pt x="346" y="381"/>
                    <a:pt x="394" y="333"/>
                    <a:pt x="453" y="333"/>
                  </a:cubicBezTo>
                  <a:close/>
                  <a:moveTo>
                    <a:pt x="453" y="0"/>
                  </a:moveTo>
                  <a:cubicBezTo>
                    <a:pt x="215" y="0"/>
                    <a:pt x="1" y="191"/>
                    <a:pt x="1" y="441"/>
                  </a:cubicBezTo>
                  <a:lnTo>
                    <a:pt x="1" y="500"/>
                  </a:lnTo>
                  <a:cubicBezTo>
                    <a:pt x="1" y="738"/>
                    <a:pt x="191" y="953"/>
                    <a:pt x="453" y="953"/>
                  </a:cubicBezTo>
                  <a:lnTo>
                    <a:pt x="1179" y="953"/>
                  </a:lnTo>
                  <a:cubicBezTo>
                    <a:pt x="1417" y="953"/>
                    <a:pt x="1620" y="750"/>
                    <a:pt x="1620" y="500"/>
                  </a:cubicBezTo>
                  <a:lnTo>
                    <a:pt x="1620" y="441"/>
                  </a:lnTo>
                  <a:cubicBezTo>
                    <a:pt x="1620" y="202"/>
                    <a:pt x="1429" y="0"/>
                    <a:pt x="1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63"/>
            <p:cNvSpPr/>
            <p:nvPr/>
          </p:nvSpPr>
          <p:spPr>
            <a:xfrm>
              <a:off x="6901809" y="2126099"/>
              <a:ext cx="51605" cy="30772"/>
            </a:xfrm>
            <a:custGeom>
              <a:avLst/>
              <a:gdLst/>
              <a:ahLst/>
              <a:cxnLst/>
              <a:rect l="l" t="t" r="r" b="b"/>
              <a:pathLst>
                <a:path w="1620" h="966" extrusionOk="0">
                  <a:moveTo>
                    <a:pt x="1179" y="358"/>
                  </a:moveTo>
                  <a:cubicBezTo>
                    <a:pt x="1239" y="358"/>
                    <a:pt x="1286" y="394"/>
                    <a:pt x="1286" y="453"/>
                  </a:cubicBezTo>
                  <a:lnTo>
                    <a:pt x="1286" y="536"/>
                  </a:lnTo>
                  <a:cubicBezTo>
                    <a:pt x="1286" y="596"/>
                    <a:pt x="1239" y="632"/>
                    <a:pt x="1179" y="632"/>
                  </a:cubicBezTo>
                  <a:lnTo>
                    <a:pt x="453" y="632"/>
                  </a:lnTo>
                  <a:cubicBezTo>
                    <a:pt x="394" y="632"/>
                    <a:pt x="346" y="596"/>
                    <a:pt x="346" y="536"/>
                  </a:cubicBezTo>
                  <a:lnTo>
                    <a:pt x="346" y="453"/>
                  </a:lnTo>
                  <a:cubicBezTo>
                    <a:pt x="346" y="394"/>
                    <a:pt x="394" y="358"/>
                    <a:pt x="453" y="358"/>
                  </a:cubicBezTo>
                  <a:close/>
                  <a:moveTo>
                    <a:pt x="453" y="1"/>
                  </a:moveTo>
                  <a:cubicBezTo>
                    <a:pt x="215" y="1"/>
                    <a:pt x="1" y="191"/>
                    <a:pt x="1" y="441"/>
                  </a:cubicBezTo>
                  <a:lnTo>
                    <a:pt x="1" y="513"/>
                  </a:lnTo>
                  <a:cubicBezTo>
                    <a:pt x="1" y="751"/>
                    <a:pt x="191" y="965"/>
                    <a:pt x="453" y="965"/>
                  </a:cubicBezTo>
                  <a:lnTo>
                    <a:pt x="1179" y="965"/>
                  </a:lnTo>
                  <a:cubicBezTo>
                    <a:pt x="1417" y="965"/>
                    <a:pt x="1620" y="775"/>
                    <a:pt x="1620" y="513"/>
                  </a:cubicBezTo>
                  <a:lnTo>
                    <a:pt x="1620" y="441"/>
                  </a:lnTo>
                  <a:cubicBezTo>
                    <a:pt x="1620" y="203"/>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63"/>
            <p:cNvSpPr/>
            <p:nvPr/>
          </p:nvSpPr>
          <p:spPr>
            <a:xfrm>
              <a:off x="6959849" y="2057452"/>
              <a:ext cx="43641" cy="99419"/>
            </a:xfrm>
            <a:custGeom>
              <a:avLst/>
              <a:gdLst/>
              <a:ahLst/>
              <a:cxnLst/>
              <a:rect l="l" t="t" r="r" b="b"/>
              <a:pathLst>
                <a:path w="1370" h="3121" extrusionOk="0">
                  <a:moveTo>
                    <a:pt x="965" y="334"/>
                  </a:moveTo>
                  <a:cubicBezTo>
                    <a:pt x="1000" y="334"/>
                    <a:pt x="1048" y="382"/>
                    <a:pt x="1048" y="429"/>
                  </a:cubicBezTo>
                  <a:lnTo>
                    <a:pt x="1048" y="2703"/>
                  </a:lnTo>
                  <a:cubicBezTo>
                    <a:pt x="1048" y="2751"/>
                    <a:pt x="1000" y="2787"/>
                    <a:pt x="965" y="2787"/>
                  </a:cubicBezTo>
                  <a:lnTo>
                    <a:pt x="429" y="2787"/>
                  </a:lnTo>
                  <a:cubicBezTo>
                    <a:pt x="369" y="2775"/>
                    <a:pt x="334" y="2751"/>
                    <a:pt x="334" y="2703"/>
                  </a:cubicBezTo>
                  <a:lnTo>
                    <a:pt x="334" y="429"/>
                  </a:lnTo>
                  <a:cubicBezTo>
                    <a:pt x="334" y="382"/>
                    <a:pt x="381" y="334"/>
                    <a:pt x="429" y="334"/>
                  </a:cubicBezTo>
                  <a:close/>
                  <a:moveTo>
                    <a:pt x="417" y="1"/>
                  </a:moveTo>
                  <a:cubicBezTo>
                    <a:pt x="179" y="1"/>
                    <a:pt x="0" y="203"/>
                    <a:pt x="0" y="429"/>
                  </a:cubicBezTo>
                  <a:lnTo>
                    <a:pt x="0" y="2703"/>
                  </a:lnTo>
                  <a:cubicBezTo>
                    <a:pt x="0" y="2941"/>
                    <a:pt x="191" y="3120"/>
                    <a:pt x="417" y="3120"/>
                  </a:cubicBezTo>
                  <a:lnTo>
                    <a:pt x="953" y="3120"/>
                  </a:lnTo>
                  <a:cubicBezTo>
                    <a:pt x="1191" y="3120"/>
                    <a:pt x="1369" y="2930"/>
                    <a:pt x="1369" y="2703"/>
                  </a:cubicBezTo>
                  <a:lnTo>
                    <a:pt x="1369" y="429"/>
                  </a:lnTo>
                  <a:cubicBezTo>
                    <a:pt x="1369" y="179"/>
                    <a:pt x="1167"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63"/>
            <p:cNvSpPr/>
            <p:nvPr/>
          </p:nvSpPr>
          <p:spPr>
            <a:xfrm>
              <a:off x="6835805" y="2075291"/>
              <a:ext cx="29243" cy="10257"/>
            </a:xfrm>
            <a:custGeom>
              <a:avLst/>
              <a:gdLst/>
              <a:ahLst/>
              <a:cxnLst/>
              <a:rect l="l" t="t" r="r" b="b"/>
              <a:pathLst>
                <a:path w="918" h="322" extrusionOk="0">
                  <a:moveTo>
                    <a:pt x="168" y="0"/>
                  </a:moveTo>
                  <a:cubicBezTo>
                    <a:pt x="84" y="0"/>
                    <a:pt x="1" y="72"/>
                    <a:pt x="1" y="167"/>
                  </a:cubicBezTo>
                  <a:cubicBezTo>
                    <a:pt x="1" y="250"/>
                    <a:pt x="84" y="322"/>
                    <a:pt x="168" y="322"/>
                  </a:cubicBezTo>
                  <a:lnTo>
                    <a:pt x="751" y="322"/>
                  </a:lnTo>
                  <a:cubicBezTo>
                    <a:pt x="834" y="322"/>
                    <a:pt x="918" y="250"/>
                    <a:pt x="918" y="167"/>
                  </a:cubicBezTo>
                  <a:cubicBezTo>
                    <a:pt x="918" y="72"/>
                    <a:pt x="834"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63"/>
            <p:cNvSpPr/>
            <p:nvPr/>
          </p:nvSpPr>
          <p:spPr>
            <a:xfrm>
              <a:off x="6700422" y="2074908"/>
              <a:ext cx="11022" cy="10257"/>
            </a:xfrm>
            <a:custGeom>
              <a:avLst/>
              <a:gdLst/>
              <a:ahLst/>
              <a:cxnLst/>
              <a:rect l="l" t="t" r="r" b="b"/>
              <a:pathLst>
                <a:path w="346" h="322" extrusionOk="0">
                  <a:moveTo>
                    <a:pt x="167" y="0"/>
                  </a:moveTo>
                  <a:cubicBezTo>
                    <a:pt x="72" y="0"/>
                    <a:pt x="0" y="72"/>
                    <a:pt x="0" y="155"/>
                  </a:cubicBezTo>
                  <a:cubicBezTo>
                    <a:pt x="0" y="250"/>
                    <a:pt x="72" y="322"/>
                    <a:pt x="167" y="322"/>
                  </a:cubicBezTo>
                  <a:lnTo>
                    <a:pt x="179" y="322"/>
                  </a:lnTo>
                  <a:cubicBezTo>
                    <a:pt x="262" y="322"/>
                    <a:pt x="346" y="250"/>
                    <a:pt x="346" y="155"/>
                  </a:cubicBezTo>
                  <a:cubicBezTo>
                    <a:pt x="346"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63"/>
            <p:cNvSpPr/>
            <p:nvPr/>
          </p:nvSpPr>
          <p:spPr>
            <a:xfrm>
              <a:off x="6706092" y="2098417"/>
              <a:ext cx="151375" cy="89162"/>
            </a:xfrm>
            <a:custGeom>
              <a:avLst/>
              <a:gdLst/>
              <a:ahLst/>
              <a:cxnLst/>
              <a:rect l="l" t="t" r="r" b="b"/>
              <a:pathLst>
                <a:path w="4752" h="2799" extrusionOk="0">
                  <a:moveTo>
                    <a:pt x="2119" y="0"/>
                  </a:moveTo>
                  <a:cubicBezTo>
                    <a:pt x="2047" y="0"/>
                    <a:pt x="1977" y="45"/>
                    <a:pt x="1966" y="131"/>
                  </a:cubicBezTo>
                  <a:lnTo>
                    <a:pt x="1573" y="1977"/>
                  </a:lnTo>
                  <a:lnTo>
                    <a:pt x="1239" y="941"/>
                  </a:lnTo>
                  <a:cubicBezTo>
                    <a:pt x="1214" y="859"/>
                    <a:pt x="1142" y="817"/>
                    <a:pt x="1071" y="817"/>
                  </a:cubicBezTo>
                  <a:cubicBezTo>
                    <a:pt x="1008" y="817"/>
                    <a:pt x="946" y="850"/>
                    <a:pt x="918" y="917"/>
                  </a:cubicBezTo>
                  <a:lnTo>
                    <a:pt x="501" y="1846"/>
                  </a:lnTo>
                  <a:lnTo>
                    <a:pt x="168" y="1846"/>
                  </a:lnTo>
                  <a:cubicBezTo>
                    <a:pt x="72" y="1846"/>
                    <a:pt x="1" y="1917"/>
                    <a:pt x="1" y="2013"/>
                  </a:cubicBezTo>
                  <a:cubicBezTo>
                    <a:pt x="1" y="2096"/>
                    <a:pt x="72" y="2167"/>
                    <a:pt x="168" y="2167"/>
                  </a:cubicBezTo>
                  <a:lnTo>
                    <a:pt x="608" y="2167"/>
                  </a:lnTo>
                  <a:cubicBezTo>
                    <a:pt x="680" y="2167"/>
                    <a:pt x="739" y="2132"/>
                    <a:pt x="763" y="2072"/>
                  </a:cubicBezTo>
                  <a:lnTo>
                    <a:pt x="1037" y="1441"/>
                  </a:lnTo>
                  <a:lnTo>
                    <a:pt x="1442" y="2679"/>
                  </a:lnTo>
                  <a:cubicBezTo>
                    <a:pt x="1470" y="2760"/>
                    <a:pt x="1541" y="2799"/>
                    <a:pt x="1610" y="2799"/>
                  </a:cubicBezTo>
                  <a:cubicBezTo>
                    <a:pt x="1684" y="2799"/>
                    <a:pt x="1757" y="2754"/>
                    <a:pt x="1775" y="2667"/>
                  </a:cubicBezTo>
                  <a:lnTo>
                    <a:pt x="2096" y="1084"/>
                  </a:lnTo>
                  <a:lnTo>
                    <a:pt x="2227" y="1917"/>
                  </a:lnTo>
                  <a:cubicBezTo>
                    <a:pt x="2251" y="2013"/>
                    <a:pt x="2323" y="2072"/>
                    <a:pt x="2394" y="2072"/>
                  </a:cubicBezTo>
                  <a:lnTo>
                    <a:pt x="3049" y="2072"/>
                  </a:lnTo>
                  <a:cubicBezTo>
                    <a:pt x="3144" y="2072"/>
                    <a:pt x="3204" y="2013"/>
                    <a:pt x="3216" y="1941"/>
                  </a:cubicBezTo>
                  <a:lnTo>
                    <a:pt x="3287" y="1501"/>
                  </a:lnTo>
                  <a:lnTo>
                    <a:pt x="3501" y="2453"/>
                  </a:lnTo>
                  <a:cubicBezTo>
                    <a:pt x="3514" y="2543"/>
                    <a:pt x="3586" y="2588"/>
                    <a:pt x="3660" y="2588"/>
                  </a:cubicBezTo>
                  <a:cubicBezTo>
                    <a:pt x="3724" y="2588"/>
                    <a:pt x="3790" y="2555"/>
                    <a:pt x="3823" y="2489"/>
                  </a:cubicBezTo>
                  <a:lnTo>
                    <a:pt x="4037" y="2036"/>
                  </a:lnTo>
                  <a:lnTo>
                    <a:pt x="4585" y="2036"/>
                  </a:lnTo>
                  <a:cubicBezTo>
                    <a:pt x="4668" y="2036"/>
                    <a:pt x="4752" y="1965"/>
                    <a:pt x="4752" y="1870"/>
                  </a:cubicBezTo>
                  <a:cubicBezTo>
                    <a:pt x="4752" y="1786"/>
                    <a:pt x="4668" y="1715"/>
                    <a:pt x="4585" y="1715"/>
                  </a:cubicBezTo>
                  <a:lnTo>
                    <a:pt x="3918" y="1715"/>
                  </a:lnTo>
                  <a:cubicBezTo>
                    <a:pt x="3775" y="1715"/>
                    <a:pt x="3763" y="1858"/>
                    <a:pt x="3740" y="1905"/>
                  </a:cubicBezTo>
                  <a:lnTo>
                    <a:pt x="3454" y="632"/>
                  </a:lnTo>
                  <a:cubicBezTo>
                    <a:pt x="3430" y="542"/>
                    <a:pt x="3356" y="498"/>
                    <a:pt x="3283" y="498"/>
                  </a:cubicBezTo>
                  <a:cubicBezTo>
                    <a:pt x="3210" y="498"/>
                    <a:pt x="3138" y="542"/>
                    <a:pt x="3120" y="632"/>
                  </a:cubicBezTo>
                  <a:lnTo>
                    <a:pt x="2918" y="1739"/>
                  </a:lnTo>
                  <a:lnTo>
                    <a:pt x="2549" y="1739"/>
                  </a:lnTo>
                  <a:lnTo>
                    <a:pt x="2287" y="155"/>
                  </a:lnTo>
                  <a:cubicBezTo>
                    <a:pt x="2275" y="51"/>
                    <a:pt x="2196" y="0"/>
                    <a:pt x="2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63"/>
            <p:cNvSpPr/>
            <p:nvPr/>
          </p:nvSpPr>
          <p:spPr>
            <a:xfrm>
              <a:off x="6656812" y="2029388"/>
              <a:ext cx="368690" cy="245793"/>
            </a:xfrm>
            <a:custGeom>
              <a:avLst/>
              <a:gdLst/>
              <a:ahLst/>
              <a:cxnLst/>
              <a:rect l="l" t="t" r="r" b="b"/>
              <a:pathLst>
                <a:path w="11574" h="7716" extrusionOk="0">
                  <a:moveTo>
                    <a:pt x="3286" y="7180"/>
                  </a:moveTo>
                  <a:lnTo>
                    <a:pt x="3286" y="7394"/>
                  </a:lnTo>
                  <a:lnTo>
                    <a:pt x="1596" y="7394"/>
                  </a:lnTo>
                  <a:lnTo>
                    <a:pt x="1596" y="7180"/>
                  </a:lnTo>
                  <a:close/>
                  <a:moveTo>
                    <a:pt x="9966" y="7180"/>
                  </a:moveTo>
                  <a:lnTo>
                    <a:pt x="9966" y="7394"/>
                  </a:lnTo>
                  <a:lnTo>
                    <a:pt x="8275" y="7394"/>
                  </a:lnTo>
                  <a:lnTo>
                    <a:pt x="8275" y="7180"/>
                  </a:lnTo>
                  <a:close/>
                  <a:moveTo>
                    <a:pt x="548" y="1"/>
                  </a:moveTo>
                  <a:cubicBezTo>
                    <a:pt x="250" y="1"/>
                    <a:pt x="0" y="251"/>
                    <a:pt x="0" y="548"/>
                  </a:cubicBezTo>
                  <a:lnTo>
                    <a:pt x="0" y="6632"/>
                  </a:lnTo>
                  <a:cubicBezTo>
                    <a:pt x="0" y="6930"/>
                    <a:pt x="250" y="7180"/>
                    <a:pt x="548" y="7180"/>
                  </a:cubicBezTo>
                  <a:lnTo>
                    <a:pt x="1250" y="7180"/>
                  </a:lnTo>
                  <a:lnTo>
                    <a:pt x="1250" y="7561"/>
                  </a:lnTo>
                  <a:cubicBezTo>
                    <a:pt x="1250" y="7644"/>
                    <a:pt x="1322" y="7716"/>
                    <a:pt x="1417" y="7716"/>
                  </a:cubicBezTo>
                  <a:lnTo>
                    <a:pt x="3453" y="7716"/>
                  </a:lnTo>
                  <a:cubicBezTo>
                    <a:pt x="3536" y="7716"/>
                    <a:pt x="3608" y="7644"/>
                    <a:pt x="3608" y="7561"/>
                  </a:cubicBezTo>
                  <a:lnTo>
                    <a:pt x="3608" y="7180"/>
                  </a:lnTo>
                  <a:lnTo>
                    <a:pt x="7930" y="7180"/>
                  </a:lnTo>
                  <a:lnTo>
                    <a:pt x="7930" y="7561"/>
                  </a:lnTo>
                  <a:cubicBezTo>
                    <a:pt x="7930" y="7644"/>
                    <a:pt x="8001" y="7716"/>
                    <a:pt x="8096" y="7716"/>
                  </a:cubicBezTo>
                  <a:lnTo>
                    <a:pt x="10132" y="7716"/>
                  </a:lnTo>
                  <a:cubicBezTo>
                    <a:pt x="10216" y="7716"/>
                    <a:pt x="10299" y="7644"/>
                    <a:pt x="10299" y="7561"/>
                  </a:cubicBezTo>
                  <a:lnTo>
                    <a:pt x="10299" y="7180"/>
                  </a:lnTo>
                  <a:lnTo>
                    <a:pt x="10990" y="7180"/>
                  </a:lnTo>
                  <a:cubicBezTo>
                    <a:pt x="11287" y="7180"/>
                    <a:pt x="11549" y="6930"/>
                    <a:pt x="11549" y="6632"/>
                  </a:cubicBezTo>
                  <a:lnTo>
                    <a:pt x="11549" y="548"/>
                  </a:lnTo>
                  <a:cubicBezTo>
                    <a:pt x="11573" y="251"/>
                    <a:pt x="11323" y="1"/>
                    <a:pt x="11025" y="1"/>
                  </a:cubicBezTo>
                  <a:lnTo>
                    <a:pt x="7620" y="1"/>
                  </a:lnTo>
                  <a:cubicBezTo>
                    <a:pt x="7525" y="1"/>
                    <a:pt x="7453" y="72"/>
                    <a:pt x="7453" y="155"/>
                  </a:cubicBezTo>
                  <a:cubicBezTo>
                    <a:pt x="7453" y="251"/>
                    <a:pt x="7525" y="322"/>
                    <a:pt x="7620" y="322"/>
                  </a:cubicBezTo>
                  <a:lnTo>
                    <a:pt x="11025" y="322"/>
                  </a:lnTo>
                  <a:cubicBezTo>
                    <a:pt x="11144" y="322"/>
                    <a:pt x="11240" y="417"/>
                    <a:pt x="11240" y="536"/>
                  </a:cubicBezTo>
                  <a:lnTo>
                    <a:pt x="11240" y="6620"/>
                  </a:lnTo>
                  <a:cubicBezTo>
                    <a:pt x="11240" y="6739"/>
                    <a:pt x="11144" y="6823"/>
                    <a:pt x="11025" y="6823"/>
                  </a:cubicBezTo>
                  <a:lnTo>
                    <a:pt x="548" y="6823"/>
                  </a:lnTo>
                  <a:cubicBezTo>
                    <a:pt x="429" y="6823"/>
                    <a:pt x="334" y="6739"/>
                    <a:pt x="334" y="6620"/>
                  </a:cubicBezTo>
                  <a:lnTo>
                    <a:pt x="334" y="536"/>
                  </a:lnTo>
                  <a:cubicBezTo>
                    <a:pt x="334" y="417"/>
                    <a:pt x="429" y="322"/>
                    <a:pt x="548" y="322"/>
                  </a:cubicBezTo>
                  <a:lnTo>
                    <a:pt x="6870" y="322"/>
                  </a:lnTo>
                  <a:cubicBezTo>
                    <a:pt x="6965" y="322"/>
                    <a:pt x="7037" y="251"/>
                    <a:pt x="7037" y="155"/>
                  </a:cubicBezTo>
                  <a:cubicBezTo>
                    <a:pt x="7037" y="72"/>
                    <a:pt x="6965"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63"/>
            <p:cNvSpPr/>
            <p:nvPr/>
          </p:nvSpPr>
          <p:spPr>
            <a:xfrm>
              <a:off x="6681818" y="2057070"/>
              <a:ext cx="199540" cy="172622"/>
            </a:xfrm>
            <a:custGeom>
              <a:avLst/>
              <a:gdLst/>
              <a:ahLst/>
              <a:cxnLst/>
              <a:rect l="l" t="t" r="r" b="b"/>
              <a:pathLst>
                <a:path w="6264" h="5419" extrusionOk="0">
                  <a:moveTo>
                    <a:pt x="168" y="1"/>
                  </a:moveTo>
                  <a:cubicBezTo>
                    <a:pt x="72" y="1"/>
                    <a:pt x="1" y="84"/>
                    <a:pt x="1" y="167"/>
                  </a:cubicBezTo>
                  <a:lnTo>
                    <a:pt x="1" y="1691"/>
                  </a:lnTo>
                  <a:cubicBezTo>
                    <a:pt x="1" y="1775"/>
                    <a:pt x="72" y="1846"/>
                    <a:pt x="168" y="1846"/>
                  </a:cubicBezTo>
                  <a:cubicBezTo>
                    <a:pt x="251" y="1846"/>
                    <a:pt x="334" y="1775"/>
                    <a:pt x="334" y="1691"/>
                  </a:cubicBezTo>
                  <a:lnTo>
                    <a:pt x="334" y="346"/>
                  </a:lnTo>
                  <a:lnTo>
                    <a:pt x="5942" y="346"/>
                  </a:lnTo>
                  <a:lnTo>
                    <a:pt x="5942" y="5097"/>
                  </a:lnTo>
                  <a:lnTo>
                    <a:pt x="334" y="5097"/>
                  </a:lnTo>
                  <a:lnTo>
                    <a:pt x="334" y="2465"/>
                  </a:lnTo>
                  <a:cubicBezTo>
                    <a:pt x="334" y="2370"/>
                    <a:pt x="251" y="2299"/>
                    <a:pt x="168" y="2299"/>
                  </a:cubicBezTo>
                  <a:cubicBezTo>
                    <a:pt x="72" y="2299"/>
                    <a:pt x="1" y="2370"/>
                    <a:pt x="1" y="2465"/>
                  </a:cubicBezTo>
                  <a:lnTo>
                    <a:pt x="1" y="5263"/>
                  </a:lnTo>
                  <a:cubicBezTo>
                    <a:pt x="1" y="5347"/>
                    <a:pt x="72" y="5418"/>
                    <a:pt x="168" y="5418"/>
                  </a:cubicBezTo>
                  <a:lnTo>
                    <a:pt x="6109" y="5418"/>
                  </a:lnTo>
                  <a:cubicBezTo>
                    <a:pt x="6192" y="5418"/>
                    <a:pt x="6264" y="5347"/>
                    <a:pt x="6264" y="5263"/>
                  </a:cubicBezTo>
                  <a:lnTo>
                    <a:pt x="6264" y="167"/>
                  </a:lnTo>
                  <a:cubicBezTo>
                    <a:pt x="6264" y="84"/>
                    <a:pt x="6192" y="1"/>
                    <a:pt x="6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2" name="Google Shape;9952;p63"/>
          <p:cNvGrpSpPr/>
          <p:nvPr/>
        </p:nvGrpSpPr>
        <p:grpSpPr>
          <a:xfrm>
            <a:off x="4869651" y="1831218"/>
            <a:ext cx="376654" cy="281566"/>
            <a:chOff x="4869651" y="2012218"/>
            <a:chExt cx="376654" cy="281566"/>
          </a:xfrm>
        </p:grpSpPr>
        <p:sp>
          <p:nvSpPr>
            <p:cNvPr id="9953" name="Google Shape;9953;p63"/>
            <p:cNvSpPr/>
            <p:nvPr/>
          </p:nvSpPr>
          <p:spPr>
            <a:xfrm>
              <a:off x="4869651" y="2012218"/>
              <a:ext cx="376654" cy="281566"/>
            </a:xfrm>
            <a:custGeom>
              <a:avLst/>
              <a:gdLst/>
              <a:ahLst/>
              <a:cxnLst/>
              <a:rect l="l" t="t" r="r" b="b"/>
              <a:pathLst>
                <a:path w="11824" h="8839" extrusionOk="0">
                  <a:moveTo>
                    <a:pt x="4976" y="1"/>
                  </a:moveTo>
                  <a:cubicBezTo>
                    <a:pt x="4854" y="1"/>
                    <a:pt x="4732" y="6"/>
                    <a:pt x="4609" y="16"/>
                  </a:cubicBezTo>
                  <a:cubicBezTo>
                    <a:pt x="4513" y="28"/>
                    <a:pt x="4442" y="99"/>
                    <a:pt x="4442" y="194"/>
                  </a:cubicBezTo>
                  <a:cubicBezTo>
                    <a:pt x="4454" y="278"/>
                    <a:pt x="4537" y="349"/>
                    <a:pt x="4621" y="349"/>
                  </a:cubicBezTo>
                  <a:cubicBezTo>
                    <a:pt x="4722" y="342"/>
                    <a:pt x="4822" y="338"/>
                    <a:pt x="4922" y="338"/>
                  </a:cubicBezTo>
                  <a:cubicBezTo>
                    <a:pt x="6773" y="338"/>
                    <a:pt x="8373" y="1575"/>
                    <a:pt x="8859" y="3326"/>
                  </a:cubicBezTo>
                  <a:cubicBezTo>
                    <a:pt x="8823" y="3385"/>
                    <a:pt x="8764" y="3468"/>
                    <a:pt x="8657" y="3540"/>
                  </a:cubicBezTo>
                  <a:cubicBezTo>
                    <a:pt x="8525" y="3632"/>
                    <a:pt x="8386" y="3671"/>
                    <a:pt x="8244" y="3671"/>
                  </a:cubicBezTo>
                  <a:cubicBezTo>
                    <a:pt x="8003" y="3671"/>
                    <a:pt x="7754" y="3559"/>
                    <a:pt x="7514" y="3409"/>
                  </a:cubicBezTo>
                  <a:cubicBezTo>
                    <a:pt x="7288" y="2933"/>
                    <a:pt x="7549" y="2635"/>
                    <a:pt x="7585" y="2611"/>
                  </a:cubicBezTo>
                  <a:cubicBezTo>
                    <a:pt x="7657" y="2552"/>
                    <a:pt x="7657" y="2433"/>
                    <a:pt x="7585" y="2373"/>
                  </a:cubicBezTo>
                  <a:cubicBezTo>
                    <a:pt x="7555" y="2337"/>
                    <a:pt x="7511" y="2320"/>
                    <a:pt x="7466" y="2320"/>
                  </a:cubicBezTo>
                  <a:cubicBezTo>
                    <a:pt x="7421" y="2320"/>
                    <a:pt x="7377" y="2337"/>
                    <a:pt x="7347" y="2373"/>
                  </a:cubicBezTo>
                  <a:cubicBezTo>
                    <a:pt x="7335" y="2397"/>
                    <a:pt x="7061" y="2671"/>
                    <a:pt x="7097" y="3135"/>
                  </a:cubicBezTo>
                  <a:cubicBezTo>
                    <a:pt x="6893" y="3013"/>
                    <a:pt x="6663" y="2925"/>
                    <a:pt x="6256" y="2925"/>
                  </a:cubicBezTo>
                  <a:cubicBezTo>
                    <a:pt x="6188" y="2925"/>
                    <a:pt x="6116" y="2928"/>
                    <a:pt x="6037" y="2933"/>
                  </a:cubicBezTo>
                  <a:cubicBezTo>
                    <a:pt x="5942" y="2933"/>
                    <a:pt x="5871" y="3016"/>
                    <a:pt x="5871" y="3111"/>
                  </a:cubicBezTo>
                  <a:cubicBezTo>
                    <a:pt x="5871" y="3195"/>
                    <a:pt x="5966" y="3266"/>
                    <a:pt x="6049" y="3266"/>
                  </a:cubicBezTo>
                  <a:cubicBezTo>
                    <a:pt x="6107" y="3263"/>
                    <a:pt x="6162" y="3262"/>
                    <a:pt x="6212" y="3262"/>
                  </a:cubicBezTo>
                  <a:cubicBezTo>
                    <a:pt x="6813" y="3262"/>
                    <a:pt x="6903" y="3451"/>
                    <a:pt x="7288" y="3671"/>
                  </a:cubicBezTo>
                  <a:cubicBezTo>
                    <a:pt x="7601" y="3871"/>
                    <a:pt x="7925" y="4007"/>
                    <a:pt x="8240" y="4007"/>
                  </a:cubicBezTo>
                  <a:cubicBezTo>
                    <a:pt x="8488" y="4007"/>
                    <a:pt x="8729" y="3923"/>
                    <a:pt x="8954" y="3719"/>
                  </a:cubicBezTo>
                  <a:cubicBezTo>
                    <a:pt x="9073" y="4397"/>
                    <a:pt x="9014" y="4623"/>
                    <a:pt x="8966" y="4957"/>
                  </a:cubicBezTo>
                  <a:cubicBezTo>
                    <a:pt x="8835" y="4969"/>
                    <a:pt x="8442" y="5040"/>
                    <a:pt x="7966" y="5219"/>
                  </a:cubicBezTo>
                  <a:cubicBezTo>
                    <a:pt x="7490" y="5421"/>
                    <a:pt x="7097" y="5671"/>
                    <a:pt x="6752" y="5969"/>
                  </a:cubicBezTo>
                  <a:cubicBezTo>
                    <a:pt x="6442" y="5719"/>
                    <a:pt x="6502" y="5278"/>
                    <a:pt x="6502" y="5254"/>
                  </a:cubicBezTo>
                  <a:cubicBezTo>
                    <a:pt x="6514" y="5159"/>
                    <a:pt x="6454" y="5076"/>
                    <a:pt x="6359" y="5052"/>
                  </a:cubicBezTo>
                  <a:cubicBezTo>
                    <a:pt x="6352" y="5051"/>
                    <a:pt x="6345" y="5050"/>
                    <a:pt x="6337" y="5050"/>
                  </a:cubicBezTo>
                  <a:cubicBezTo>
                    <a:pt x="6260" y="5050"/>
                    <a:pt x="6179" y="5108"/>
                    <a:pt x="6168" y="5195"/>
                  </a:cubicBezTo>
                  <a:cubicBezTo>
                    <a:pt x="6168" y="5219"/>
                    <a:pt x="6085" y="5814"/>
                    <a:pt x="6514" y="6183"/>
                  </a:cubicBezTo>
                  <a:cubicBezTo>
                    <a:pt x="6395" y="6302"/>
                    <a:pt x="6287" y="6445"/>
                    <a:pt x="6204" y="6576"/>
                  </a:cubicBezTo>
                  <a:cubicBezTo>
                    <a:pt x="6145" y="6647"/>
                    <a:pt x="6168" y="6755"/>
                    <a:pt x="6240" y="6814"/>
                  </a:cubicBezTo>
                  <a:cubicBezTo>
                    <a:pt x="6269" y="6835"/>
                    <a:pt x="6300" y="6844"/>
                    <a:pt x="6330" y="6844"/>
                  </a:cubicBezTo>
                  <a:cubicBezTo>
                    <a:pt x="6386" y="6844"/>
                    <a:pt x="6439" y="6813"/>
                    <a:pt x="6478" y="6767"/>
                  </a:cubicBezTo>
                  <a:cubicBezTo>
                    <a:pt x="6657" y="6505"/>
                    <a:pt x="6883" y="6290"/>
                    <a:pt x="7121" y="6100"/>
                  </a:cubicBezTo>
                  <a:lnTo>
                    <a:pt x="7121" y="6100"/>
                  </a:lnTo>
                  <a:cubicBezTo>
                    <a:pt x="7061" y="6576"/>
                    <a:pt x="7299" y="6945"/>
                    <a:pt x="7311" y="6981"/>
                  </a:cubicBezTo>
                  <a:cubicBezTo>
                    <a:pt x="7340" y="7024"/>
                    <a:pt x="7392" y="7050"/>
                    <a:pt x="7446" y="7050"/>
                  </a:cubicBezTo>
                  <a:cubicBezTo>
                    <a:pt x="7481" y="7050"/>
                    <a:pt x="7517" y="7040"/>
                    <a:pt x="7549" y="7017"/>
                  </a:cubicBezTo>
                  <a:cubicBezTo>
                    <a:pt x="7645" y="6957"/>
                    <a:pt x="7657" y="6874"/>
                    <a:pt x="7609" y="6778"/>
                  </a:cubicBezTo>
                  <a:cubicBezTo>
                    <a:pt x="7597" y="6755"/>
                    <a:pt x="7299" y="6266"/>
                    <a:pt x="7585" y="5790"/>
                  </a:cubicBezTo>
                  <a:cubicBezTo>
                    <a:pt x="8145" y="5469"/>
                    <a:pt x="8681" y="5338"/>
                    <a:pt x="8931" y="5290"/>
                  </a:cubicBezTo>
                  <a:lnTo>
                    <a:pt x="8931" y="5290"/>
                  </a:lnTo>
                  <a:cubicBezTo>
                    <a:pt x="8484" y="7304"/>
                    <a:pt x="6730" y="8498"/>
                    <a:pt x="4932" y="8498"/>
                  </a:cubicBezTo>
                  <a:cubicBezTo>
                    <a:pt x="3806" y="8498"/>
                    <a:pt x="2663" y="8031"/>
                    <a:pt x="1811" y="7005"/>
                  </a:cubicBezTo>
                  <a:cubicBezTo>
                    <a:pt x="2061" y="6921"/>
                    <a:pt x="2287" y="6695"/>
                    <a:pt x="2466" y="6350"/>
                  </a:cubicBezTo>
                  <a:cubicBezTo>
                    <a:pt x="2525" y="6231"/>
                    <a:pt x="2430" y="6100"/>
                    <a:pt x="2311" y="6100"/>
                  </a:cubicBezTo>
                  <a:cubicBezTo>
                    <a:pt x="2239" y="6100"/>
                    <a:pt x="2180" y="6147"/>
                    <a:pt x="2144" y="6207"/>
                  </a:cubicBezTo>
                  <a:cubicBezTo>
                    <a:pt x="1965" y="6528"/>
                    <a:pt x="1763" y="6707"/>
                    <a:pt x="1549" y="6707"/>
                  </a:cubicBezTo>
                  <a:cubicBezTo>
                    <a:pt x="1275" y="6290"/>
                    <a:pt x="1132" y="5945"/>
                    <a:pt x="1001" y="5493"/>
                  </a:cubicBezTo>
                  <a:lnTo>
                    <a:pt x="1001" y="5493"/>
                  </a:lnTo>
                  <a:cubicBezTo>
                    <a:pt x="1037" y="5504"/>
                    <a:pt x="1061" y="5504"/>
                    <a:pt x="1108" y="5504"/>
                  </a:cubicBezTo>
                  <a:cubicBezTo>
                    <a:pt x="1418" y="5504"/>
                    <a:pt x="1668" y="5016"/>
                    <a:pt x="1668" y="4397"/>
                  </a:cubicBezTo>
                  <a:cubicBezTo>
                    <a:pt x="1668" y="3790"/>
                    <a:pt x="1418" y="3302"/>
                    <a:pt x="1108" y="3302"/>
                  </a:cubicBezTo>
                  <a:cubicBezTo>
                    <a:pt x="1072" y="3302"/>
                    <a:pt x="1037" y="3314"/>
                    <a:pt x="1001" y="3314"/>
                  </a:cubicBezTo>
                  <a:cubicBezTo>
                    <a:pt x="1156" y="2778"/>
                    <a:pt x="1311" y="2468"/>
                    <a:pt x="1573" y="2099"/>
                  </a:cubicBezTo>
                  <a:cubicBezTo>
                    <a:pt x="2025" y="2147"/>
                    <a:pt x="2537" y="3076"/>
                    <a:pt x="2537" y="4385"/>
                  </a:cubicBezTo>
                  <a:cubicBezTo>
                    <a:pt x="2537" y="4778"/>
                    <a:pt x="2489" y="5147"/>
                    <a:pt x="2406" y="5493"/>
                  </a:cubicBezTo>
                  <a:cubicBezTo>
                    <a:pt x="2370" y="5576"/>
                    <a:pt x="2430" y="5671"/>
                    <a:pt x="2525" y="5695"/>
                  </a:cubicBezTo>
                  <a:cubicBezTo>
                    <a:pt x="2542" y="5702"/>
                    <a:pt x="2559" y="5705"/>
                    <a:pt x="2576" y="5705"/>
                  </a:cubicBezTo>
                  <a:cubicBezTo>
                    <a:pt x="2644" y="5705"/>
                    <a:pt x="2708" y="5652"/>
                    <a:pt x="2727" y="5576"/>
                  </a:cubicBezTo>
                  <a:cubicBezTo>
                    <a:pt x="2823" y="5207"/>
                    <a:pt x="2858" y="4814"/>
                    <a:pt x="2858" y="4397"/>
                  </a:cubicBezTo>
                  <a:cubicBezTo>
                    <a:pt x="2858" y="3730"/>
                    <a:pt x="2739" y="3087"/>
                    <a:pt x="2501" y="2599"/>
                  </a:cubicBezTo>
                  <a:cubicBezTo>
                    <a:pt x="2311" y="2183"/>
                    <a:pt x="2061" y="1921"/>
                    <a:pt x="1775" y="1814"/>
                  </a:cubicBezTo>
                  <a:cubicBezTo>
                    <a:pt x="2299" y="1171"/>
                    <a:pt x="3013" y="682"/>
                    <a:pt x="3859" y="456"/>
                  </a:cubicBezTo>
                  <a:cubicBezTo>
                    <a:pt x="3954" y="432"/>
                    <a:pt x="4013" y="337"/>
                    <a:pt x="3978" y="254"/>
                  </a:cubicBezTo>
                  <a:cubicBezTo>
                    <a:pt x="3959" y="178"/>
                    <a:pt x="3894" y="124"/>
                    <a:pt x="3826" y="124"/>
                  </a:cubicBezTo>
                  <a:cubicBezTo>
                    <a:pt x="3809" y="124"/>
                    <a:pt x="3792" y="128"/>
                    <a:pt x="3775" y="135"/>
                  </a:cubicBezTo>
                  <a:cubicBezTo>
                    <a:pt x="2763" y="397"/>
                    <a:pt x="1930" y="1028"/>
                    <a:pt x="1346" y="1825"/>
                  </a:cubicBezTo>
                  <a:cubicBezTo>
                    <a:pt x="1346" y="1825"/>
                    <a:pt x="1334" y="1825"/>
                    <a:pt x="1311" y="1837"/>
                  </a:cubicBezTo>
                  <a:cubicBezTo>
                    <a:pt x="1239" y="1944"/>
                    <a:pt x="1180" y="2052"/>
                    <a:pt x="1120" y="2159"/>
                  </a:cubicBezTo>
                  <a:cubicBezTo>
                    <a:pt x="1049" y="2290"/>
                    <a:pt x="977" y="2361"/>
                    <a:pt x="799" y="2826"/>
                  </a:cubicBezTo>
                  <a:cubicBezTo>
                    <a:pt x="775" y="2837"/>
                    <a:pt x="775" y="2873"/>
                    <a:pt x="763" y="2885"/>
                  </a:cubicBezTo>
                  <a:cubicBezTo>
                    <a:pt x="1" y="3445"/>
                    <a:pt x="1" y="5350"/>
                    <a:pt x="763" y="5933"/>
                  </a:cubicBezTo>
                  <a:cubicBezTo>
                    <a:pt x="1418" y="7719"/>
                    <a:pt x="3120" y="8838"/>
                    <a:pt x="4918" y="8838"/>
                  </a:cubicBezTo>
                  <a:cubicBezTo>
                    <a:pt x="6668" y="8838"/>
                    <a:pt x="8181" y="7814"/>
                    <a:pt x="8907" y="6338"/>
                  </a:cubicBezTo>
                  <a:cubicBezTo>
                    <a:pt x="8919" y="6338"/>
                    <a:pt x="8931" y="6338"/>
                    <a:pt x="8954" y="6326"/>
                  </a:cubicBezTo>
                  <a:cubicBezTo>
                    <a:pt x="8965" y="6306"/>
                    <a:pt x="10054" y="5294"/>
                    <a:pt x="11047" y="5294"/>
                  </a:cubicBezTo>
                  <a:cubicBezTo>
                    <a:pt x="11211" y="5294"/>
                    <a:pt x="11373" y="5321"/>
                    <a:pt x="11526" y="5385"/>
                  </a:cubicBezTo>
                  <a:cubicBezTo>
                    <a:pt x="11546" y="5391"/>
                    <a:pt x="11567" y="5394"/>
                    <a:pt x="11588" y="5394"/>
                  </a:cubicBezTo>
                  <a:cubicBezTo>
                    <a:pt x="11656" y="5394"/>
                    <a:pt x="11725" y="5363"/>
                    <a:pt x="11752" y="5290"/>
                  </a:cubicBezTo>
                  <a:cubicBezTo>
                    <a:pt x="11824" y="5195"/>
                    <a:pt x="11776" y="5088"/>
                    <a:pt x="11693" y="5064"/>
                  </a:cubicBezTo>
                  <a:cubicBezTo>
                    <a:pt x="11501" y="4987"/>
                    <a:pt x="11302" y="4954"/>
                    <a:pt x="11103" y="4954"/>
                  </a:cubicBezTo>
                  <a:cubicBezTo>
                    <a:pt x="10376" y="4954"/>
                    <a:pt x="9641" y="5392"/>
                    <a:pt x="9193" y="5719"/>
                  </a:cubicBezTo>
                  <a:cubicBezTo>
                    <a:pt x="9454" y="4838"/>
                    <a:pt x="9443" y="3933"/>
                    <a:pt x="9193" y="3111"/>
                  </a:cubicBezTo>
                  <a:lnTo>
                    <a:pt x="9193" y="3111"/>
                  </a:lnTo>
                  <a:cubicBezTo>
                    <a:pt x="9741" y="3514"/>
                    <a:pt x="10437" y="3874"/>
                    <a:pt x="11103" y="3874"/>
                  </a:cubicBezTo>
                  <a:cubicBezTo>
                    <a:pt x="11304" y="3874"/>
                    <a:pt x="11502" y="3841"/>
                    <a:pt x="11693" y="3766"/>
                  </a:cubicBezTo>
                  <a:cubicBezTo>
                    <a:pt x="11776" y="3730"/>
                    <a:pt x="11824" y="3635"/>
                    <a:pt x="11776" y="3540"/>
                  </a:cubicBezTo>
                  <a:cubicBezTo>
                    <a:pt x="11758" y="3469"/>
                    <a:pt x="11695" y="3431"/>
                    <a:pt x="11624" y="3431"/>
                  </a:cubicBezTo>
                  <a:cubicBezTo>
                    <a:pt x="11599" y="3431"/>
                    <a:pt x="11574" y="3436"/>
                    <a:pt x="11550" y="3445"/>
                  </a:cubicBezTo>
                  <a:cubicBezTo>
                    <a:pt x="11396" y="3509"/>
                    <a:pt x="11235" y="3536"/>
                    <a:pt x="11071" y="3536"/>
                  </a:cubicBezTo>
                  <a:cubicBezTo>
                    <a:pt x="10077" y="3536"/>
                    <a:pt x="8988" y="2526"/>
                    <a:pt x="8978" y="2516"/>
                  </a:cubicBezTo>
                  <a:cubicBezTo>
                    <a:pt x="8966" y="2492"/>
                    <a:pt x="8954" y="2492"/>
                    <a:pt x="8943" y="2492"/>
                  </a:cubicBezTo>
                  <a:cubicBezTo>
                    <a:pt x="8219" y="1012"/>
                    <a:pt x="6706" y="1"/>
                    <a:pt x="4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63"/>
            <p:cNvSpPr/>
            <p:nvPr/>
          </p:nvSpPr>
          <p:spPr>
            <a:xfrm>
              <a:off x="5073332" y="2140402"/>
              <a:ext cx="44788" cy="20260"/>
            </a:xfrm>
            <a:custGeom>
              <a:avLst/>
              <a:gdLst/>
              <a:ahLst/>
              <a:cxnLst/>
              <a:rect l="l" t="t" r="r" b="b"/>
              <a:pathLst>
                <a:path w="1406" h="636" extrusionOk="0">
                  <a:moveTo>
                    <a:pt x="538" y="1"/>
                  </a:moveTo>
                  <a:cubicBezTo>
                    <a:pt x="389" y="1"/>
                    <a:pt x="234" y="42"/>
                    <a:pt x="84" y="147"/>
                  </a:cubicBezTo>
                  <a:cubicBezTo>
                    <a:pt x="12" y="206"/>
                    <a:pt x="1" y="302"/>
                    <a:pt x="36" y="385"/>
                  </a:cubicBezTo>
                  <a:cubicBezTo>
                    <a:pt x="72" y="428"/>
                    <a:pt x="125" y="449"/>
                    <a:pt x="179" y="449"/>
                  </a:cubicBezTo>
                  <a:cubicBezTo>
                    <a:pt x="216" y="449"/>
                    <a:pt x="253" y="440"/>
                    <a:pt x="286" y="421"/>
                  </a:cubicBezTo>
                  <a:cubicBezTo>
                    <a:pt x="370" y="362"/>
                    <a:pt x="456" y="339"/>
                    <a:pt x="539" y="339"/>
                  </a:cubicBezTo>
                  <a:cubicBezTo>
                    <a:pt x="809" y="339"/>
                    <a:pt x="1045" y="578"/>
                    <a:pt x="1072" y="587"/>
                  </a:cubicBezTo>
                  <a:cubicBezTo>
                    <a:pt x="1096" y="623"/>
                    <a:pt x="1144" y="635"/>
                    <a:pt x="1191" y="635"/>
                  </a:cubicBezTo>
                  <a:cubicBezTo>
                    <a:pt x="1334" y="635"/>
                    <a:pt x="1406" y="457"/>
                    <a:pt x="1310" y="349"/>
                  </a:cubicBezTo>
                  <a:cubicBezTo>
                    <a:pt x="1155" y="194"/>
                    <a:pt x="861" y="1"/>
                    <a:pt x="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63"/>
            <p:cNvSpPr/>
            <p:nvPr/>
          </p:nvSpPr>
          <p:spPr>
            <a:xfrm>
              <a:off x="5048294" y="2037988"/>
              <a:ext cx="73617" cy="43705"/>
            </a:xfrm>
            <a:custGeom>
              <a:avLst/>
              <a:gdLst/>
              <a:ahLst/>
              <a:cxnLst/>
              <a:rect l="l" t="t" r="r" b="b"/>
              <a:pathLst>
                <a:path w="2311" h="1372" extrusionOk="0">
                  <a:moveTo>
                    <a:pt x="197" y="1"/>
                  </a:moveTo>
                  <a:cubicBezTo>
                    <a:pt x="170" y="1"/>
                    <a:pt x="144" y="6"/>
                    <a:pt x="120" y="16"/>
                  </a:cubicBezTo>
                  <a:cubicBezTo>
                    <a:pt x="25" y="64"/>
                    <a:pt x="1" y="171"/>
                    <a:pt x="36" y="266"/>
                  </a:cubicBezTo>
                  <a:cubicBezTo>
                    <a:pt x="60" y="278"/>
                    <a:pt x="382" y="862"/>
                    <a:pt x="1108" y="897"/>
                  </a:cubicBezTo>
                  <a:cubicBezTo>
                    <a:pt x="1680" y="945"/>
                    <a:pt x="1977" y="1290"/>
                    <a:pt x="1989" y="1302"/>
                  </a:cubicBezTo>
                  <a:cubicBezTo>
                    <a:pt x="2025" y="1346"/>
                    <a:pt x="2080" y="1372"/>
                    <a:pt x="2132" y="1372"/>
                  </a:cubicBezTo>
                  <a:cubicBezTo>
                    <a:pt x="2166" y="1372"/>
                    <a:pt x="2199" y="1361"/>
                    <a:pt x="2227" y="1338"/>
                  </a:cubicBezTo>
                  <a:cubicBezTo>
                    <a:pt x="2299" y="1278"/>
                    <a:pt x="2311" y="1171"/>
                    <a:pt x="2263" y="1088"/>
                  </a:cubicBezTo>
                  <a:cubicBezTo>
                    <a:pt x="2239" y="1076"/>
                    <a:pt x="1858" y="612"/>
                    <a:pt x="1144" y="576"/>
                  </a:cubicBezTo>
                  <a:cubicBezTo>
                    <a:pt x="584" y="528"/>
                    <a:pt x="358" y="112"/>
                    <a:pt x="358" y="100"/>
                  </a:cubicBezTo>
                  <a:cubicBezTo>
                    <a:pt x="324" y="32"/>
                    <a:pt x="261"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63"/>
            <p:cNvSpPr/>
            <p:nvPr/>
          </p:nvSpPr>
          <p:spPr>
            <a:xfrm>
              <a:off x="5026314" y="2238484"/>
              <a:ext cx="59187" cy="30645"/>
            </a:xfrm>
            <a:custGeom>
              <a:avLst/>
              <a:gdLst/>
              <a:ahLst/>
              <a:cxnLst/>
              <a:rect l="l" t="t" r="r" b="b"/>
              <a:pathLst>
                <a:path w="1858" h="962" extrusionOk="0">
                  <a:moveTo>
                    <a:pt x="1677" y="0"/>
                  </a:moveTo>
                  <a:cubicBezTo>
                    <a:pt x="1609" y="0"/>
                    <a:pt x="1542" y="31"/>
                    <a:pt x="1524" y="104"/>
                  </a:cubicBezTo>
                  <a:cubicBezTo>
                    <a:pt x="1502" y="126"/>
                    <a:pt x="1291" y="611"/>
                    <a:pt x="378" y="611"/>
                  </a:cubicBezTo>
                  <a:cubicBezTo>
                    <a:pt x="319" y="611"/>
                    <a:pt x="256" y="608"/>
                    <a:pt x="191" y="604"/>
                  </a:cubicBezTo>
                  <a:cubicBezTo>
                    <a:pt x="84" y="616"/>
                    <a:pt x="0" y="699"/>
                    <a:pt x="0" y="783"/>
                  </a:cubicBezTo>
                  <a:cubicBezTo>
                    <a:pt x="0" y="878"/>
                    <a:pt x="60" y="961"/>
                    <a:pt x="167" y="961"/>
                  </a:cubicBezTo>
                  <a:lnTo>
                    <a:pt x="357" y="961"/>
                  </a:lnTo>
                  <a:cubicBezTo>
                    <a:pt x="1512" y="961"/>
                    <a:pt x="1810" y="259"/>
                    <a:pt x="1834" y="235"/>
                  </a:cubicBezTo>
                  <a:cubicBezTo>
                    <a:pt x="1858" y="140"/>
                    <a:pt x="1822" y="45"/>
                    <a:pt x="1739" y="9"/>
                  </a:cubicBezTo>
                  <a:cubicBezTo>
                    <a:pt x="1719" y="3"/>
                    <a:pt x="1698" y="0"/>
                    <a:pt x="16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7" name="Google Shape;9957;p63"/>
          <p:cNvGrpSpPr/>
          <p:nvPr/>
        </p:nvGrpSpPr>
        <p:grpSpPr>
          <a:xfrm>
            <a:off x="5306224" y="1831313"/>
            <a:ext cx="367925" cy="281694"/>
            <a:chOff x="5306224" y="2012313"/>
            <a:chExt cx="367925" cy="281694"/>
          </a:xfrm>
        </p:grpSpPr>
        <p:sp>
          <p:nvSpPr>
            <p:cNvPr id="9958" name="Google Shape;9958;p63"/>
            <p:cNvSpPr/>
            <p:nvPr/>
          </p:nvSpPr>
          <p:spPr>
            <a:xfrm>
              <a:off x="5483720" y="2123073"/>
              <a:ext cx="47814" cy="73617"/>
            </a:xfrm>
            <a:custGeom>
              <a:avLst/>
              <a:gdLst/>
              <a:ahLst/>
              <a:cxnLst/>
              <a:rect l="l" t="t" r="r" b="b"/>
              <a:pathLst>
                <a:path w="1501" h="2311" extrusionOk="0">
                  <a:moveTo>
                    <a:pt x="1179" y="334"/>
                  </a:moveTo>
                  <a:lnTo>
                    <a:pt x="1179" y="1965"/>
                  </a:lnTo>
                  <a:lnTo>
                    <a:pt x="345" y="1965"/>
                  </a:lnTo>
                  <a:lnTo>
                    <a:pt x="345" y="334"/>
                  </a:lnTo>
                  <a:close/>
                  <a:moveTo>
                    <a:pt x="167" y="0"/>
                  </a:moveTo>
                  <a:cubicBezTo>
                    <a:pt x="83" y="0"/>
                    <a:pt x="0" y="72"/>
                    <a:pt x="0" y="167"/>
                  </a:cubicBezTo>
                  <a:lnTo>
                    <a:pt x="0" y="2144"/>
                  </a:lnTo>
                  <a:cubicBezTo>
                    <a:pt x="0" y="2239"/>
                    <a:pt x="83" y="2310"/>
                    <a:pt x="167" y="2310"/>
                  </a:cubicBezTo>
                  <a:lnTo>
                    <a:pt x="1346" y="2310"/>
                  </a:lnTo>
                  <a:cubicBezTo>
                    <a:pt x="1429" y="2310"/>
                    <a:pt x="1500" y="2239"/>
                    <a:pt x="1500" y="2144"/>
                  </a:cubicBezTo>
                  <a:lnTo>
                    <a:pt x="1500" y="167"/>
                  </a:lnTo>
                  <a:cubicBezTo>
                    <a:pt x="1500" y="72"/>
                    <a:pt x="1429"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9" name="Google Shape;9959;p63"/>
            <p:cNvSpPr/>
            <p:nvPr/>
          </p:nvSpPr>
          <p:spPr>
            <a:xfrm>
              <a:off x="5306224" y="2012313"/>
              <a:ext cx="367925" cy="281694"/>
            </a:xfrm>
            <a:custGeom>
              <a:avLst/>
              <a:gdLst/>
              <a:ahLst/>
              <a:cxnLst/>
              <a:rect l="l" t="t" r="r" b="b"/>
              <a:pathLst>
                <a:path w="11550" h="8843" extrusionOk="0">
                  <a:moveTo>
                    <a:pt x="2084" y="394"/>
                  </a:moveTo>
                  <a:lnTo>
                    <a:pt x="5274" y="620"/>
                  </a:lnTo>
                  <a:lnTo>
                    <a:pt x="5274" y="906"/>
                  </a:lnTo>
                  <a:lnTo>
                    <a:pt x="2084" y="1144"/>
                  </a:lnTo>
                  <a:cubicBezTo>
                    <a:pt x="2074" y="1144"/>
                    <a:pt x="2065" y="1145"/>
                    <a:pt x="2056" y="1145"/>
                  </a:cubicBezTo>
                  <a:cubicBezTo>
                    <a:pt x="1728" y="1145"/>
                    <a:pt x="1555" y="733"/>
                    <a:pt x="1798" y="501"/>
                  </a:cubicBezTo>
                  <a:cubicBezTo>
                    <a:pt x="1869" y="429"/>
                    <a:pt x="1976" y="394"/>
                    <a:pt x="2084" y="394"/>
                  </a:cubicBezTo>
                  <a:close/>
                  <a:moveTo>
                    <a:pt x="5929" y="322"/>
                  </a:moveTo>
                  <a:cubicBezTo>
                    <a:pt x="6108" y="322"/>
                    <a:pt x="6239" y="453"/>
                    <a:pt x="6239" y="632"/>
                  </a:cubicBezTo>
                  <a:lnTo>
                    <a:pt x="6239" y="1370"/>
                  </a:lnTo>
                  <a:lnTo>
                    <a:pt x="5620" y="1370"/>
                  </a:lnTo>
                  <a:lnTo>
                    <a:pt x="5620" y="632"/>
                  </a:lnTo>
                  <a:cubicBezTo>
                    <a:pt x="5620" y="453"/>
                    <a:pt x="5751" y="322"/>
                    <a:pt x="5929" y="322"/>
                  </a:cubicBezTo>
                  <a:close/>
                  <a:moveTo>
                    <a:pt x="6441" y="1691"/>
                  </a:moveTo>
                  <a:lnTo>
                    <a:pt x="6441" y="1918"/>
                  </a:lnTo>
                  <a:lnTo>
                    <a:pt x="5417" y="1918"/>
                  </a:lnTo>
                  <a:lnTo>
                    <a:pt x="5417" y="1691"/>
                  </a:lnTo>
                  <a:close/>
                  <a:moveTo>
                    <a:pt x="6036" y="2263"/>
                  </a:moveTo>
                  <a:lnTo>
                    <a:pt x="6036" y="2465"/>
                  </a:lnTo>
                  <a:lnTo>
                    <a:pt x="5834" y="2465"/>
                  </a:lnTo>
                  <a:lnTo>
                    <a:pt x="5834" y="2263"/>
                  </a:lnTo>
                  <a:close/>
                  <a:moveTo>
                    <a:pt x="8596" y="3632"/>
                  </a:moveTo>
                  <a:cubicBezTo>
                    <a:pt x="8727" y="3632"/>
                    <a:pt x="8834" y="3727"/>
                    <a:pt x="8834" y="3870"/>
                  </a:cubicBezTo>
                  <a:lnTo>
                    <a:pt x="8834" y="4787"/>
                  </a:lnTo>
                  <a:cubicBezTo>
                    <a:pt x="8763" y="4775"/>
                    <a:pt x="8727" y="4739"/>
                    <a:pt x="8692" y="4716"/>
                  </a:cubicBezTo>
                  <a:cubicBezTo>
                    <a:pt x="8394" y="4537"/>
                    <a:pt x="8394" y="4501"/>
                    <a:pt x="8358" y="4466"/>
                  </a:cubicBezTo>
                  <a:lnTo>
                    <a:pt x="8358" y="3870"/>
                  </a:lnTo>
                  <a:cubicBezTo>
                    <a:pt x="8358" y="3727"/>
                    <a:pt x="8465" y="3632"/>
                    <a:pt x="8596" y="3632"/>
                  </a:cubicBezTo>
                  <a:close/>
                  <a:moveTo>
                    <a:pt x="7930" y="2977"/>
                  </a:moveTo>
                  <a:cubicBezTo>
                    <a:pt x="9477" y="2977"/>
                    <a:pt x="10739" y="4168"/>
                    <a:pt x="10870" y="5680"/>
                  </a:cubicBezTo>
                  <a:lnTo>
                    <a:pt x="9144" y="4954"/>
                  </a:lnTo>
                  <a:lnTo>
                    <a:pt x="9144" y="3882"/>
                  </a:lnTo>
                  <a:cubicBezTo>
                    <a:pt x="9144" y="3573"/>
                    <a:pt x="8894" y="3311"/>
                    <a:pt x="8584" y="3311"/>
                  </a:cubicBezTo>
                  <a:cubicBezTo>
                    <a:pt x="8275" y="3311"/>
                    <a:pt x="8013" y="3573"/>
                    <a:pt x="8013" y="3882"/>
                  </a:cubicBezTo>
                  <a:lnTo>
                    <a:pt x="8013" y="4001"/>
                  </a:lnTo>
                  <a:cubicBezTo>
                    <a:pt x="7763" y="3465"/>
                    <a:pt x="7834" y="3168"/>
                    <a:pt x="7822" y="2977"/>
                  </a:cubicBezTo>
                  <a:close/>
                  <a:moveTo>
                    <a:pt x="9168" y="7287"/>
                  </a:moveTo>
                  <a:lnTo>
                    <a:pt x="9537" y="7692"/>
                  </a:lnTo>
                  <a:cubicBezTo>
                    <a:pt x="9835" y="8002"/>
                    <a:pt x="9739" y="8347"/>
                    <a:pt x="9763" y="8466"/>
                  </a:cubicBezTo>
                  <a:lnTo>
                    <a:pt x="6513" y="8466"/>
                  </a:lnTo>
                  <a:cubicBezTo>
                    <a:pt x="6513" y="8347"/>
                    <a:pt x="6429" y="8002"/>
                    <a:pt x="6727" y="7692"/>
                  </a:cubicBezTo>
                  <a:lnTo>
                    <a:pt x="7096" y="7287"/>
                  </a:lnTo>
                  <a:close/>
                  <a:moveTo>
                    <a:pt x="5941" y="1"/>
                  </a:moveTo>
                  <a:cubicBezTo>
                    <a:pt x="5733" y="1"/>
                    <a:pt x="5525" y="108"/>
                    <a:pt x="5394" y="322"/>
                  </a:cubicBezTo>
                  <a:lnTo>
                    <a:pt x="2107" y="96"/>
                  </a:lnTo>
                  <a:cubicBezTo>
                    <a:pt x="2094" y="95"/>
                    <a:pt x="2080" y="95"/>
                    <a:pt x="2066" y="95"/>
                  </a:cubicBezTo>
                  <a:cubicBezTo>
                    <a:pt x="1890" y="95"/>
                    <a:pt x="1715" y="166"/>
                    <a:pt x="1572" y="298"/>
                  </a:cubicBezTo>
                  <a:cubicBezTo>
                    <a:pt x="1107" y="727"/>
                    <a:pt x="1429" y="1513"/>
                    <a:pt x="2060" y="1513"/>
                  </a:cubicBezTo>
                  <a:cubicBezTo>
                    <a:pt x="2064" y="1513"/>
                    <a:pt x="2066" y="1513"/>
                    <a:pt x="2069" y="1513"/>
                  </a:cubicBezTo>
                  <a:cubicBezTo>
                    <a:pt x="2100" y="1513"/>
                    <a:pt x="2213" y="1503"/>
                    <a:pt x="5298" y="1287"/>
                  </a:cubicBezTo>
                  <a:lnTo>
                    <a:pt x="5298" y="1394"/>
                  </a:lnTo>
                  <a:lnTo>
                    <a:pt x="5263" y="1394"/>
                  </a:lnTo>
                  <a:cubicBezTo>
                    <a:pt x="5179" y="1394"/>
                    <a:pt x="5096" y="1465"/>
                    <a:pt x="5096" y="1560"/>
                  </a:cubicBezTo>
                  <a:lnTo>
                    <a:pt x="5096" y="2108"/>
                  </a:lnTo>
                  <a:cubicBezTo>
                    <a:pt x="5096" y="2203"/>
                    <a:pt x="5179" y="2275"/>
                    <a:pt x="5263" y="2275"/>
                  </a:cubicBezTo>
                  <a:lnTo>
                    <a:pt x="5513" y="2275"/>
                  </a:lnTo>
                  <a:lnTo>
                    <a:pt x="5513" y="2477"/>
                  </a:lnTo>
                  <a:lnTo>
                    <a:pt x="1679" y="2477"/>
                  </a:lnTo>
                  <a:lnTo>
                    <a:pt x="1381" y="1608"/>
                  </a:lnTo>
                  <a:cubicBezTo>
                    <a:pt x="1345" y="1525"/>
                    <a:pt x="1286" y="1489"/>
                    <a:pt x="1214" y="1489"/>
                  </a:cubicBezTo>
                  <a:lnTo>
                    <a:pt x="179" y="1489"/>
                  </a:lnTo>
                  <a:cubicBezTo>
                    <a:pt x="71" y="1489"/>
                    <a:pt x="0" y="1572"/>
                    <a:pt x="12" y="1680"/>
                  </a:cubicBezTo>
                  <a:lnTo>
                    <a:pt x="298" y="4430"/>
                  </a:lnTo>
                  <a:cubicBezTo>
                    <a:pt x="310" y="4525"/>
                    <a:pt x="381" y="4585"/>
                    <a:pt x="452" y="4585"/>
                  </a:cubicBezTo>
                  <a:lnTo>
                    <a:pt x="1214" y="4585"/>
                  </a:lnTo>
                  <a:cubicBezTo>
                    <a:pt x="1286" y="4585"/>
                    <a:pt x="1334" y="4537"/>
                    <a:pt x="1369" y="4478"/>
                  </a:cubicBezTo>
                  <a:lnTo>
                    <a:pt x="1750" y="3656"/>
                  </a:lnTo>
                  <a:lnTo>
                    <a:pt x="4536" y="3656"/>
                  </a:lnTo>
                  <a:cubicBezTo>
                    <a:pt x="4655" y="3656"/>
                    <a:pt x="4739" y="3751"/>
                    <a:pt x="4739" y="3870"/>
                  </a:cubicBezTo>
                  <a:cubicBezTo>
                    <a:pt x="4763" y="5311"/>
                    <a:pt x="4715" y="5430"/>
                    <a:pt x="4786" y="5787"/>
                  </a:cubicBezTo>
                  <a:cubicBezTo>
                    <a:pt x="4797" y="5863"/>
                    <a:pt x="4888" y="5920"/>
                    <a:pt x="4976" y="5920"/>
                  </a:cubicBezTo>
                  <a:cubicBezTo>
                    <a:pt x="4984" y="5920"/>
                    <a:pt x="4992" y="5919"/>
                    <a:pt x="5001" y="5918"/>
                  </a:cubicBezTo>
                  <a:cubicBezTo>
                    <a:pt x="5084" y="5906"/>
                    <a:pt x="5144" y="5799"/>
                    <a:pt x="5132" y="5716"/>
                  </a:cubicBezTo>
                  <a:cubicBezTo>
                    <a:pt x="5072" y="5418"/>
                    <a:pt x="5096" y="5299"/>
                    <a:pt x="5084" y="3870"/>
                  </a:cubicBezTo>
                  <a:cubicBezTo>
                    <a:pt x="5084" y="3573"/>
                    <a:pt x="4834" y="3311"/>
                    <a:pt x="4536" y="3311"/>
                  </a:cubicBezTo>
                  <a:lnTo>
                    <a:pt x="1643" y="3311"/>
                  </a:lnTo>
                  <a:cubicBezTo>
                    <a:pt x="1572" y="3311"/>
                    <a:pt x="1524" y="3358"/>
                    <a:pt x="1500" y="3418"/>
                  </a:cubicBezTo>
                  <a:lnTo>
                    <a:pt x="1107" y="4239"/>
                  </a:lnTo>
                  <a:lnTo>
                    <a:pt x="607" y="4239"/>
                  </a:lnTo>
                  <a:lnTo>
                    <a:pt x="357" y="1822"/>
                  </a:lnTo>
                  <a:lnTo>
                    <a:pt x="1095" y="1822"/>
                  </a:lnTo>
                  <a:lnTo>
                    <a:pt x="1393" y="2703"/>
                  </a:lnTo>
                  <a:cubicBezTo>
                    <a:pt x="1429" y="2775"/>
                    <a:pt x="1488" y="2823"/>
                    <a:pt x="1560" y="2823"/>
                  </a:cubicBezTo>
                  <a:lnTo>
                    <a:pt x="7382" y="2823"/>
                  </a:lnTo>
                  <a:cubicBezTo>
                    <a:pt x="7453" y="2823"/>
                    <a:pt x="7525" y="2882"/>
                    <a:pt x="7525" y="2977"/>
                  </a:cubicBezTo>
                  <a:lnTo>
                    <a:pt x="7525" y="3287"/>
                  </a:lnTo>
                  <a:cubicBezTo>
                    <a:pt x="7525" y="4144"/>
                    <a:pt x="8061" y="4882"/>
                    <a:pt x="8787" y="5192"/>
                  </a:cubicBezTo>
                  <a:lnTo>
                    <a:pt x="11216" y="6216"/>
                  </a:lnTo>
                  <a:cubicBezTo>
                    <a:pt x="11156" y="6644"/>
                    <a:pt x="10787" y="6990"/>
                    <a:pt x="10335" y="6990"/>
                  </a:cubicBezTo>
                  <a:lnTo>
                    <a:pt x="6703" y="6990"/>
                  </a:lnTo>
                  <a:cubicBezTo>
                    <a:pt x="6215" y="6990"/>
                    <a:pt x="5751" y="6764"/>
                    <a:pt x="5453" y="6383"/>
                  </a:cubicBezTo>
                  <a:cubicBezTo>
                    <a:pt x="5417" y="6339"/>
                    <a:pt x="5367" y="6313"/>
                    <a:pt x="5315" y="6313"/>
                  </a:cubicBezTo>
                  <a:cubicBezTo>
                    <a:pt x="5282" y="6313"/>
                    <a:pt x="5247" y="6324"/>
                    <a:pt x="5215" y="6347"/>
                  </a:cubicBezTo>
                  <a:cubicBezTo>
                    <a:pt x="5144" y="6406"/>
                    <a:pt x="5132" y="6513"/>
                    <a:pt x="5191" y="6585"/>
                  </a:cubicBezTo>
                  <a:cubicBezTo>
                    <a:pt x="5560" y="7049"/>
                    <a:pt x="6096" y="7323"/>
                    <a:pt x="6679" y="7323"/>
                  </a:cubicBezTo>
                  <a:lnTo>
                    <a:pt x="6513" y="7502"/>
                  </a:lnTo>
                  <a:cubicBezTo>
                    <a:pt x="6132" y="7930"/>
                    <a:pt x="6215" y="8407"/>
                    <a:pt x="6203" y="8514"/>
                  </a:cubicBezTo>
                  <a:lnTo>
                    <a:pt x="5632" y="8514"/>
                  </a:lnTo>
                  <a:lnTo>
                    <a:pt x="5084" y="8002"/>
                  </a:lnTo>
                  <a:cubicBezTo>
                    <a:pt x="5050" y="7973"/>
                    <a:pt x="5008" y="7958"/>
                    <a:pt x="4966" y="7958"/>
                  </a:cubicBezTo>
                  <a:cubicBezTo>
                    <a:pt x="4921" y="7958"/>
                    <a:pt x="4877" y="7976"/>
                    <a:pt x="4846" y="8014"/>
                  </a:cubicBezTo>
                  <a:cubicBezTo>
                    <a:pt x="4786" y="8097"/>
                    <a:pt x="4786" y="8192"/>
                    <a:pt x="4858" y="8252"/>
                  </a:cubicBezTo>
                  <a:cubicBezTo>
                    <a:pt x="5453" y="8776"/>
                    <a:pt x="5453" y="8835"/>
                    <a:pt x="5572" y="8835"/>
                  </a:cubicBezTo>
                  <a:cubicBezTo>
                    <a:pt x="6112" y="8834"/>
                    <a:pt x="6596" y="8834"/>
                    <a:pt x="7031" y="8834"/>
                  </a:cubicBezTo>
                  <a:cubicBezTo>
                    <a:pt x="8939" y="8834"/>
                    <a:pt x="9885" y="8843"/>
                    <a:pt x="10363" y="8843"/>
                  </a:cubicBezTo>
                  <a:cubicBezTo>
                    <a:pt x="10878" y="8843"/>
                    <a:pt x="10850" y="8832"/>
                    <a:pt x="10894" y="8788"/>
                  </a:cubicBezTo>
                  <a:lnTo>
                    <a:pt x="11466" y="8276"/>
                  </a:lnTo>
                  <a:cubicBezTo>
                    <a:pt x="11549" y="8216"/>
                    <a:pt x="11549" y="8109"/>
                    <a:pt x="11490" y="8037"/>
                  </a:cubicBezTo>
                  <a:cubicBezTo>
                    <a:pt x="11421" y="7976"/>
                    <a:pt x="11357" y="7950"/>
                    <a:pt x="11301" y="7950"/>
                  </a:cubicBezTo>
                  <a:cubicBezTo>
                    <a:pt x="11259" y="7950"/>
                    <a:pt x="11222" y="7964"/>
                    <a:pt x="11192" y="7990"/>
                  </a:cubicBezTo>
                  <a:lnTo>
                    <a:pt x="10668" y="8466"/>
                  </a:lnTo>
                  <a:lnTo>
                    <a:pt x="10085" y="8466"/>
                  </a:lnTo>
                  <a:lnTo>
                    <a:pt x="10085" y="8240"/>
                  </a:lnTo>
                  <a:cubicBezTo>
                    <a:pt x="10085" y="7656"/>
                    <a:pt x="9680" y="7371"/>
                    <a:pt x="9620" y="7287"/>
                  </a:cubicBezTo>
                  <a:lnTo>
                    <a:pt x="10299" y="7287"/>
                  </a:lnTo>
                  <a:cubicBezTo>
                    <a:pt x="10966" y="7287"/>
                    <a:pt x="11513" y="6740"/>
                    <a:pt x="11513" y="6073"/>
                  </a:cubicBezTo>
                  <a:cubicBezTo>
                    <a:pt x="11513" y="5990"/>
                    <a:pt x="11466" y="5930"/>
                    <a:pt x="11406" y="5906"/>
                  </a:cubicBezTo>
                  <a:lnTo>
                    <a:pt x="11228" y="5835"/>
                  </a:lnTo>
                  <a:cubicBezTo>
                    <a:pt x="11168" y="4061"/>
                    <a:pt x="9716" y="2632"/>
                    <a:pt x="7930" y="2632"/>
                  </a:cubicBezTo>
                  <a:lnTo>
                    <a:pt x="7703" y="2632"/>
                  </a:lnTo>
                  <a:cubicBezTo>
                    <a:pt x="7620" y="2525"/>
                    <a:pt x="7477" y="2453"/>
                    <a:pt x="7346" y="2453"/>
                  </a:cubicBezTo>
                  <a:lnTo>
                    <a:pt x="6370" y="2453"/>
                  </a:lnTo>
                  <a:lnTo>
                    <a:pt x="6370" y="2239"/>
                  </a:lnTo>
                  <a:lnTo>
                    <a:pt x="6620" y="2239"/>
                  </a:lnTo>
                  <a:cubicBezTo>
                    <a:pt x="6703" y="2239"/>
                    <a:pt x="6775" y="2168"/>
                    <a:pt x="6775" y="2084"/>
                  </a:cubicBezTo>
                  <a:lnTo>
                    <a:pt x="6775" y="1525"/>
                  </a:lnTo>
                  <a:cubicBezTo>
                    <a:pt x="6775" y="1441"/>
                    <a:pt x="6703" y="1370"/>
                    <a:pt x="6620" y="1370"/>
                  </a:cubicBezTo>
                  <a:lnTo>
                    <a:pt x="6584" y="1370"/>
                  </a:lnTo>
                  <a:lnTo>
                    <a:pt x="6584" y="1263"/>
                  </a:lnTo>
                  <a:cubicBezTo>
                    <a:pt x="9701" y="1479"/>
                    <a:pt x="9808" y="1489"/>
                    <a:pt x="9837" y="1489"/>
                  </a:cubicBezTo>
                  <a:cubicBezTo>
                    <a:pt x="9840" y="1489"/>
                    <a:pt x="9842" y="1489"/>
                    <a:pt x="9846" y="1489"/>
                  </a:cubicBezTo>
                  <a:cubicBezTo>
                    <a:pt x="10489" y="1489"/>
                    <a:pt x="10799" y="691"/>
                    <a:pt x="10335" y="263"/>
                  </a:cubicBezTo>
                  <a:cubicBezTo>
                    <a:pt x="10202" y="141"/>
                    <a:pt x="10029" y="71"/>
                    <a:pt x="9842" y="71"/>
                  </a:cubicBezTo>
                  <a:cubicBezTo>
                    <a:pt x="9828" y="71"/>
                    <a:pt x="9813" y="71"/>
                    <a:pt x="9799" y="72"/>
                  </a:cubicBezTo>
                  <a:lnTo>
                    <a:pt x="8989" y="132"/>
                  </a:lnTo>
                  <a:cubicBezTo>
                    <a:pt x="8894" y="132"/>
                    <a:pt x="8823" y="215"/>
                    <a:pt x="8823" y="310"/>
                  </a:cubicBezTo>
                  <a:cubicBezTo>
                    <a:pt x="8823" y="394"/>
                    <a:pt x="8906" y="477"/>
                    <a:pt x="9001" y="477"/>
                  </a:cubicBezTo>
                  <a:lnTo>
                    <a:pt x="9823" y="417"/>
                  </a:lnTo>
                  <a:cubicBezTo>
                    <a:pt x="9836" y="416"/>
                    <a:pt x="9849" y="415"/>
                    <a:pt x="9861" y="415"/>
                  </a:cubicBezTo>
                  <a:cubicBezTo>
                    <a:pt x="10170" y="415"/>
                    <a:pt x="10325" y="820"/>
                    <a:pt x="10097" y="1049"/>
                  </a:cubicBezTo>
                  <a:cubicBezTo>
                    <a:pt x="10025" y="1132"/>
                    <a:pt x="9918" y="1156"/>
                    <a:pt x="9823" y="1156"/>
                  </a:cubicBezTo>
                  <a:lnTo>
                    <a:pt x="6620" y="929"/>
                  </a:lnTo>
                  <a:lnTo>
                    <a:pt x="6620" y="656"/>
                  </a:lnTo>
                  <a:lnTo>
                    <a:pt x="8132" y="548"/>
                  </a:lnTo>
                  <a:cubicBezTo>
                    <a:pt x="8227" y="548"/>
                    <a:pt x="8299" y="453"/>
                    <a:pt x="8299" y="370"/>
                  </a:cubicBezTo>
                  <a:cubicBezTo>
                    <a:pt x="8299" y="275"/>
                    <a:pt x="8215" y="203"/>
                    <a:pt x="8120" y="203"/>
                  </a:cubicBezTo>
                  <a:lnTo>
                    <a:pt x="6489" y="322"/>
                  </a:lnTo>
                  <a:cubicBezTo>
                    <a:pt x="6358" y="108"/>
                    <a:pt x="6150" y="1"/>
                    <a:pt x="5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60" name="Google Shape;9960;p63"/>
          <p:cNvSpPr/>
          <p:nvPr/>
        </p:nvSpPr>
        <p:spPr>
          <a:xfrm>
            <a:off x="5754137" y="1824815"/>
            <a:ext cx="370569" cy="293958"/>
          </a:xfrm>
          <a:custGeom>
            <a:avLst/>
            <a:gdLst/>
            <a:ahLst/>
            <a:cxnLst/>
            <a:rect l="l" t="t" r="r" b="b"/>
            <a:pathLst>
              <a:path w="11633" h="9228" extrusionOk="0">
                <a:moveTo>
                  <a:pt x="7227" y="2193"/>
                </a:moveTo>
                <a:cubicBezTo>
                  <a:pt x="7085" y="2384"/>
                  <a:pt x="6989" y="2622"/>
                  <a:pt x="6989" y="2896"/>
                </a:cubicBezTo>
                <a:lnTo>
                  <a:pt x="6989" y="5098"/>
                </a:lnTo>
                <a:cubicBezTo>
                  <a:pt x="6989" y="5241"/>
                  <a:pt x="7037" y="5360"/>
                  <a:pt x="7108" y="5479"/>
                </a:cubicBezTo>
                <a:cubicBezTo>
                  <a:pt x="6954" y="5539"/>
                  <a:pt x="6787" y="5622"/>
                  <a:pt x="6656" y="5717"/>
                </a:cubicBezTo>
                <a:cubicBezTo>
                  <a:pt x="6632" y="2312"/>
                  <a:pt x="6692" y="2443"/>
                  <a:pt x="6608" y="2193"/>
                </a:cubicBezTo>
                <a:close/>
                <a:moveTo>
                  <a:pt x="5680" y="1"/>
                </a:moveTo>
                <a:cubicBezTo>
                  <a:pt x="5672" y="1"/>
                  <a:pt x="5664" y="1"/>
                  <a:pt x="5656" y="2"/>
                </a:cubicBezTo>
                <a:cubicBezTo>
                  <a:pt x="5561" y="26"/>
                  <a:pt x="5501" y="110"/>
                  <a:pt x="5513" y="217"/>
                </a:cubicBezTo>
                <a:lnTo>
                  <a:pt x="5846" y="1729"/>
                </a:lnTo>
                <a:lnTo>
                  <a:pt x="5263" y="1729"/>
                </a:lnTo>
                <a:lnTo>
                  <a:pt x="4965" y="336"/>
                </a:lnTo>
                <a:cubicBezTo>
                  <a:pt x="4955" y="255"/>
                  <a:pt x="4885" y="200"/>
                  <a:pt x="4805" y="200"/>
                </a:cubicBezTo>
                <a:cubicBezTo>
                  <a:pt x="4791" y="200"/>
                  <a:pt x="4777" y="201"/>
                  <a:pt x="4763" y="205"/>
                </a:cubicBezTo>
                <a:cubicBezTo>
                  <a:pt x="4668" y="217"/>
                  <a:pt x="4608" y="300"/>
                  <a:pt x="4620" y="407"/>
                </a:cubicBezTo>
                <a:lnTo>
                  <a:pt x="4906" y="1753"/>
                </a:lnTo>
                <a:lnTo>
                  <a:pt x="2417" y="1753"/>
                </a:lnTo>
                <a:cubicBezTo>
                  <a:pt x="1084" y="1753"/>
                  <a:pt x="0" y="2836"/>
                  <a:pt x="0" y="4170"/>
                </a:cubicBezTo>
                <a:lnTo>
                  <a:pt x="0" y="6289"/>
                </a:lnTo>
                <a:cubicBezTo>
                  <a:pt x="0" y="7018"/>
                  <a:pt x="582" y="7579"/>
                  <a:pt x="1279" y="7579"/>
                </a:cubicBezTo>
                <a:cubicBezTo>
                  <a:pt x="1367" y="7579"/>
                  <a:pt x="1457" y="7570"/>
                  <a:pt x="1548" y="7551"/>
                </a:cubicBezTo>
                <a:lnTo>
                  <a:pt x="1762" y="7503"/>
                </a:lnTo>
                <a:cubicBezTo>
                  <a:pt x="1858" y="7491"/>
                  <a:pt x="1917" y="7408"/>
                  <a:pt x="1905" y="7301"/>
                </a:cubicBezTo>
                <a:cubicBezTo>
                  <a:pt x="1885" y="7220"/>
                  <a:pt x="1822" y="7165"/>
                  <a:pt x="1737" y="7165"/>
                </a:cubicBezTo>
                <a:cubicBezTo>
                  <a:pt x="1722" y="7165"/>
                  <a:pt x="1707" y="7166"/>
                  <a:pt x="1691" y="7170"/>
                </a:cubicBezTo>
                <a:lnTo>
                  <a:pt x="1465" y="7206"/>
                </a:lnTo>
                <a:cubicBezTo>
                  <a:pt x="1399" y="7219"/>
                  <a:pt x="1334" y="7225"/>
                  <a:pt x="1270" y="7225"/>
                </a:cubicBezTo>
                <a:cubicBezTo>
                  <a:pt x="755" y="7225"/>
                  <a:pt x="322" y="6817"/>
                  <a:pt x="322" y="6277"/>
                </a:cubicBezTo>
                <a:lnTo>
                  <a:pt x="322" y="4158"/>
                </a:lnTo>
                <a:cubicBezTo>
                  <a:pt x="322" y="3015"/>
                  <a:pt x="1262" y="2074"/>
                  <a:pt x="2405" y="2074"/>
                </a:cubicBezTo>
                <a:lnTo>
                  <a:pt x="5846" y="2074"/>
                </a:lnTo>
                <a:cubicBezTo>
                  <a:pt x="6049" y="2074"/>
                  <a:pt x="6215" y="2241"/>
                  <a:pt x="6215" y="2443"/>
                </a:cubicBezTo>
                <a:lnTo>
                  <a:pt x="6215" y="5825"/>
                </a:lnTo>
                <a:cubicBezTo>
                  <a:pt x="6215" y="5979"/>
                  <a:pt x="6144" y="6122"/>
                  <a:pt x="6025" y="6217"/>
                </a:cubicBezTo>
                <a:cubicBezTo>
                  <a:pt x="5858" y="6348"/>
                  <a:pt x="6227" y="6229"/>
                  <a:pt x="2560" y="6968"/>
                </a:cubicBezTo>
                <a:cubicBezTo>
                  <a:pt x="2465" y="6991"/>
                  <a:pt x="2405" y="7075"/>
                  <a:pt x="2417" y="7182"/>
                </a:cubicBezTo>
                <a:cubicBezTo>
                  <a:pt x="2439" y="7258"/>
                  <a:pt x="2511" y="7314"/>
                  <a:pt x="2595" y="7314"/>
                </a:cubicBezTo>
                <a:cubicBezTo>
                  <a:pt x="2603" y="7314"/>
                  <a:pt x="2611" y="7314"/>
                  <a:pt x="2620" y="7313"/>
                </a:cubicBezTo>
                <a:lnTo>
                  <a:pt x="5203" y="6789"/>
                </a:lnTo>
                <a:lnTo>
                  <a:pt x="5203" y="6789"/>
                </a:lnTo>
                <a:cubicBezTo>
                  <a:pt x="5251" y="7360"/>
                  <a:pt x="5203" y="8027"/>
                  <a:pt x="4918" y="8396"/>
                </a:cubicBezTo>
                <a:cubicBezTo>
                  <a:pt x="4858" y="8480"/>
                  <a:pt x="4882" y="8575"/>
                  <a:pt x="4953" y="8634"/>
                </a:cubicBezTo>
                <a:cubicBezTo>
                  <a:pt x="4984" y="8660"/>
                  <a:pt x="5022" y="8672"/>
                  <a:pt x="5059" y="8672"/>
                </a:cubicBezTo>
                <a:cubicBezTo>
                  <a:pt x="5108" y="8672"/>
                  <a:pt x="5158" y="8651"/>
                  <a:pt x="5191" y="8611"/>
                </a:cubicBezTo>
                <a:cubicBezTo>
                  <a:pt x="5596" y="8075"/>
                  <a:pt x="5572" y="7170"/>
                  <a:pt x="5549" y="6729"/>
                </a:cubicBezTo>
                <a:cubicBezTo>
                  <a:pt x="5834" y="6670"/>
                  <a:pt x="5930" y="6670"/>
                  <a:pt x="6096" y="6587"/>
                </a:cubicBezTo>
                <a:lnTo>
                  <a:pt x="6096" y="6587"/>
                </a:lnTo>
                <a:cubicBezTo>
                  <a:pt x="6168" y="7372"/>
                  <a:pt x="6108" y="8325"/>
                  <a:pt x="5632" y="8956"/>
                </a:cubicBezTo>
                <a:cubicBezTo>
                  <a:pt x="5572" y="9027"/>
                  <a:pt x="5596" y="9134"/>
                  <a:pt x="5668" y="9194"/>
                </a:cubicBezTo>
                <a:cubicBezTo>
                  <a:pt x="5696" y="9217"/>
                  <a:pt x="5729" y="9228"/>
                  <a:pt x="5763" y="9228"/>
                </a:cubicBezTo>
                <a:cubicBezTo>
                  <a:pt x="5815" y="9228"/>
                  <a:pt x="5869" y="9202"/>
                  <a:pt x="5906" y="9158"/>
                </a:cubicBezTo>
                <a:cubicBezTo>
                  <a:pt x="6489" y="8396"/>
                  <a:pt x="6549" y="7229"/>
                  <a:pt x="6394" y="6301"/>
                </a:cubicBezTo>
                <a:cubicBezTo>
                  <a:pt x="6632" y="6098"/>
                  <a:pt x="6930" y="5777"/>
                  <a:pt x="7406" y="5777"/>
                </a:cubicBezTo>
                <a:cubicBezTo>
                  <a:pt x="7418" y="5777"/>
                  <a:pt x="7513" y="5813"/>
                  <a:pt x="7561" y="5813"/>
                </a:cubicBezTo>
                <a:cubicBezTo>
                  <a:pt x="7680" y="5813"/>
                  <a:pt x="7799" y="5777"/>
                  <a:pt x="7894" y="5717"/>
                </a:cubicBezTo>
                <a:lnTo>
                  <a:pt x="10978" y="3908"/>
                </a:lnTo>
                <a:cubicBezTo>
                  <a:pt x="11323" y="3693"/>
                  <a:pt x="11549" y="3324"/>
                  <a:pt x="11549" y="2919"/>
                </a:cubicBezTo>
                <a:cubicBezTo>
                  <a:pt x="11633" y="2241"/>
                  <a:pt x="11121" y="1729"/>
                  <a:pt x="10490" y="1729"/>
                </a:cubicBezTo>
                <a:cubicBezTo>
                  <a:pt x="10406" y="1729"/>
                  <a:pt x="10323" y="1812"/>
                  <a:pt x="10323" y="1895"/>
                </a:cubicBezTo>
                <a:cubicBezTo>
                  <a:pt x="10323" y="1991"/>
                  <a:pt x="10406" y="2062"/>
                  <a:pt x="10490" y="2062"/>
                </a:cubicBezTo>
                <a:cubicBezTo>
                  <a:pt x="10942" y="2062"/>
                  <a:pt x="11299" y="2419"/>
                  <a:pt x="11299" y="2860"/>
                </a:cubicBezTo>
                <a:cubicBezTo>
                  <a:pt x="11299" y="3146"/>
                  <a:pt x="11145" y="3419"/>
                  <a:pt x="10895" y="3562"/>
                </a:cubicBezTo>
                <a:lnTo>
                  <a:pt x="7811" y="5384"/>
                </a:lnTo>
                <a:cubicBezTo>
                  <a:pt x="7756" y="5416"/>
                  <a:pt x="7698" y="5430"/>
                  <a:pt x="7642" y="5430"/>
                </a:cubicBezTo>
                <a:cubicBezTo>
                  <a:pt x="7463" y="5430"/>
                  <a:pt x="7299" y="5288"/>
                  <a:pt x="7299" y="5098"/>
                </a:cubicBezTo>
                <a:lnTo>
                  <a:pt x="7299" y="2896"/>
                </a:lnTo>
                <a:cubicBezTo>
                  <a:pt x="7299" y="2431"/>
                  <a:pt x="7680" y="2074"/>
                  <a:pt x="8120" y="2074"/>
                </a:cubicBezTo>
                <a:lnTo>
                  <a:pt x="9704" y="2074"/>
                </a:lnTo>
                <a:cubicBezTo>
                  <a:pt x="9787" y="2074"/>
                  <a:pt x="9859" y="2003"/>
                  <a:pt x="9859" y="1907"/>
                </a:cubicBezTo>
                <a:cubicBezTo>
                  <a:pt x="9859" y="1824"/>
                  <a:pt x="9787" y="1753"/>
                  <a:pt x="9704" y="1753"/>
                </a:cubicBezTo>
                <a:lnTo>
                  <a:pt x="9061" y="1753"/>
                </a:lnTo>
                <a:lnTo>
                  <a:pt x="9347" y="407"/>
                </a:lnTo>
                <a:cubicBezTo>
                  <a:pt x="9359" y="312"/>
                  <a:pt x="9299" y="229"/>
                  <a:pt x="9204" y="205"/>
                </a:cubicBezTo>
                <a:cubicBezTo>
                  <a:pt x="9191" y="201"/>
                  <a:pt x="9179" y="200"/>
                  <a:pt x="9166" y="200"/>
                </a:cubicBezTo>
                <a:cubicBezTo>
                  <a:pt x="9094" y="200"/>
                  <a:pt x="9022" y="255"/>
                  <a:pt x="9001" y="336"/>
                </a:cubicBezTo>
                <a:lnTo>
                  <a:pt x="8704" y="1729"/>
                </a:lnTo>
                <a:lnTo>
                  <a:pt x="8120" y="1729"/>
                </a:lnTo>
                <a:lnTo>
                  <a:pt x="8454" y="217"/>
                </a:lnTo>
                <a:cubicBezTo>
                  <a:pt x="8466" y="121"/>
                  <a:pt x="8406" y="38"/>
                  <a:pt x="8311" y="2"/>
                </a:cubicBezTo>
                <a:cubicBezTo>
                  <a:pt x="8304" y="1"/>
                  <a:pt x="8296" y="1"/>
                  <a:pt x="8289" y="1"/>
                </a:cubicBezTo>
                <a:cubicBezTo>
                  <a:pt x="8212" y="1"/>
                  <a:pt x="8130" y="57"/>
                  <a:pt x="8108" y="133"/>
                </a:cubicBezTo>
                <a:lnTo>
                  <a:pt x="7751" y="1788"/>
                </a:lnTo>
                <a:cubicBezTo>
                  <a:pt x="7692" y="1812"/>
                  <a:pt x="7632" y="1836"/>
                  <a:pt x="7585" y="1848"/>
                </a:cubicBezTo>
                <a:lnTo>
                  <a:pt x="6263" y="1848"/>
                </a:lnTo>
                <a:cubicBezTo>
                  <a:pt x="6251" y="1836"/>
                  <a:pt x="6227" y="1836"/>
                  <a:pt x="6215" y="1824"/>
                </a:cubicBezTo>
                <a:lnTo>
                  <a:pt x="5858" y="133"/>
                </a:lnTo>
                <a:cubicBezTo>
                  <a:pt x="5847" y="57"/>
                  <a:pt x="5767" y="1"/>
                  <a:pt x="5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61" name="Google Shape;9961;p63"/>
          <p:cNvGrpSpPr/>
          <p:nvPr/>
        </p:nvGrpSpPr>
        <p:grpSpPr>
          <a:xfrm>
            <a:off x="6195998" y="1802102"/>
            <a:ext cx="368308" cy="338746"/>
            <a:chOff x="6195998" y="1983102"/>
            <a:chExt cx="368308" cy="338746"/>
          </a:xfrm>
        </p:grpSpPr>
        <p:sp>
          <p:nvSpPr>
            <p:cNvPr id="9962" name="Google Shape;9962;p63"/>
            <p:cNvSpPr/>
            <p:nvPr/>
          </p:nvSpPr>
          <p:spPr>
            <a:xfrm>
              <a:off x="6267289" y="2161012"/>
              <a:ext cx="67533" cy="67150"/>
            </a:xfrm>
            <a:custGeom>
              <a:avLst/>
              <a:gdLst/>
              <a:ahLst/>
              <a:cxnLst/>
              <a:rect l="l" t="t" r="r" b="b"/>
              <a:pathLst>
                <a:path w="2120" h="2108" extrusionOk="0">
                  <a:moveTo>
                    <a:pt x="1060" y="0"/>
                  </a:moveTo>
                  <a:cubicBezTo>
                    <a:pt x="953" y="0"/>
                    <a:pt x="882" y="71"/>
                    <a:pt x="882" y="179"/>
                  </a:cubicBezTo>
                  <a:lnTo>
                    <a:pt x="882" y="881"/>
                  </a:lnTo>
                  <a:lnTo>
                    <a:pt x="179" y="881"/>
                  </a:lnTo>
                  <a:cubicBezTo>
                    <a:pt x="84" y="881"/>
                    <a:pt x="0" y="953"/>
                    <a:pt x="0" y="1060"/>
                  </a:cubicBezTo>
                  <a:cubicBezTo>
                    <a:pt x="0" y="1143"/>
                    <a:pt x="84" y="1238"/>
                    <a:pt x="179" y="1238"/>
                  </a:cubicBezTo>
                  <a:lnTo>
                    <a:pt x="882" y="1238"/>
                  </a:lnTo>
                  <a:lnTo>
                    <a:pt x="882" y="1941"/>
                  </a:lnTo>
                  <a:cubicBezTo>
                    <a:pt x="882" y="2024"/>
                    <a:pt x="953" y="2107"/>
                    <a:pt x="1060" y="2107"/>
                  </a:cubicBezTo>
                  <a:cubicBezTo>
                    <a:pt x="1155" y="2107"/>
                    <a:pt x="1239" y="2036"/>
                    <a:pt x="1239" y="1941"/>
                  </a:cubicBezTo>
                  <a:lnTo>
                    <a:pt x="1239" y="1238"/>
                  </a:lnTo>
                  <a:lnTo>
                    <a:pt x="1941" y="1238"/>
                  </a:lnTo>
                  <a:cubicBezTo>
                    <a:pt x="2048" y="1238"/>
                    <a:pt x="2120" y="1167"/>
                    <a:pt x="2120" y="1060"/>
                  </a:cubicBezTo>
                  <a:cubicBezTo>
                    <a:pt x="2120" y="953"/>
                    <a:pt x="2036" y="881"/>
                    <a:pt x="1941" y="881"/>
                  </a:cubicBezTo>
                  <a:lnTo>
                    <a:pt x="1239" y="881"/>
                  </a:lnTo>
                  <a:lnTo>
                    <a:pt x="1239" y="179"/>
                  </a:lnTo>
                  <a:cubicBezTo>
                    <a:pt x="1239" y="95"/>
                    <a:pt x="1167"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63"/>
            <p:cNvSpPr/>
            <p:nvPr/>
          </p:nvSpPr>
          <p:spPr>
            <a:xfrm>
              <a:off x="6235052" y="2128393"/>
              <a:ext cx="132007" cy="131625"/>
            </a:xfrm>
            <a:custGeom>
              <a:avLst/>
              <a:gdLst/>
              <a:ahLst/>
              <a:cxnLst/>
              <a:rect l="l" t="t" r="r" b="b"/>
              <a:pathLst>
                <a:path w="4144" h="4132" extrusionOk="0">
                  <a:moveTo>
                    <a:pt x="2072" y="357"/>
                  </a:moveTo>
                  <a:cubicBezTo>
                    <a:pt x="3013" y="357"/>
                    <a:pt x="3799" y="1131"/>
                    <a:pt x="3799" y="2084"/>
                  </a:cubicBezTo>
                  <a:cubicBezTo>
                    <a:pt x="3799" y="3024"/>
                    <a:pt x="3025" y="3798"/>
                    <a:pt x="2072" y="3798"/>
                  </a:cubicBezTo>
                  <a:cubicBezTo>
                    <a:pt x="1120" y="3798"/>
                    <a:pt x="370" y="3024"/>
                    <a:pt x="370" y="2084"/>
                  </a:cubicBezTo>
                  <a:cubicBezTo>
                    <a:pt x="370" y="1131"/>
                    <a:pt x="1143" y="357"/>
                    <a:pt x="2072" y="357"/>
                  </a:cubicBezTo>
                  <a:close/>
                  <a:moveTo>
                    <a:pt x="2072" y="0"/>
                  </a:moveTo>
                  <a:cubicBezTo>
                    <a:pt x="929" y="0"/>
                    <a:pt x="0" y="917"/>
                    <a:pt x="0" y="2072"/>
                  </a:cubicBezTo>
                  <a:cubicBezTo>
                    <a:pt x="0" y="3215"/>
                    <a:pt x="929" y="4132"/>
                    <a:pt x="2072" y="4132"/>
                  </a:cubicBezTo>
                  <a:cubicBezTo>
                    <a:pt x="3227" y="4132"/>
                    <a:pt x="4144" y="3215"/>
                    <a:pt x="4144" y="2072"/>
                  </a:cubicBezTo>
                  <a:cubicBezTo>
                    <a:pt x="4144" y="917"/>
                    <a:pt x="322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63"/>
            <p:cNvSpPr/>
            <p:nvPr/>
          </p:nvSpPr>
          <p:spPr>
            <a:xfrm>
              <a:off x="6195998" y="1983102"/>
              <a:ext cx="368308" cy="338746"/>
            </a:xfrm>
            <a:custGeom>
              <a:avLst/>
              <a:gdLst/>
              <a:ahLst/>
              <a:cxnLst/>
              <a:rect l="l" t="t" r="r" b="b"/>
              <a:pathLst>
                <a:path w="11562" h="10634" extrusionOk="0">
                  <a:moveTo>
                    <a:pt x="3143" y="382"/>
                  </a:moveTo>
                  <a:lnTo>
                    <a:pt x="3143" y="1989"/>
                  </a:lnTo>
                  <a:lnTo>
                    <a:pt x="2227" y="1989"/>
                  </a:lnTo>
                  <a:lnTo>
                    <a:pt x="2227" y="382"/>
                  </a:lnTo>
                  <a:close/>
                  <a:moveTo>
                    <a:pt x="4382" y="382"/>
                  </a:moveTo>
                  <a:lnTo>
                    <a:pt x="4382" y="1989"/>
                  </a:lnTo>
                  <a:lnTo>
                    <a:pt x="3477" y="1989"/>
                  </a:lnTo>
                  <a:lnTo>
                    <a:pt x="3477" y="382"/>
                  </a:lnTo>
                  <a:close/>
                  <a:moveTo>
                    <a:pt x="5584" y="382"/>
                  </a:moveTo>
                  <a:lnTo>
                    <a:pt x="5584" y="1989"/>
                  </a:lnTo>
                  <a:lnTo>
                    <a:pt x="4727" y="1989"/>
                  </a:lnTo>
                  <a:lnTo>
                    <a:pt x="4727" y="382"/>
                  </a:lnTo>
                  <a:close/>
                  <a:moveTo>
                    <a:pt x="4846" y="2323"/>
                  </a:moveTo>
                  <a:lnTo>
                    <a:pt x="4846" y="2656"/>
                  </a:lnTo>
                  <a:lnTo>
                    <a:pt x="1750" y="2656"/>
                  </a:lnTo>
                  <a:lnTo>
                    <a:pt x="1750" y="2323"/>
                  </a:lnTo>
                  <a:close/>
                  <a:moveTo>
                    <a:pt x="7918" y="6073"/>
                  </a:moveTo>
                  <a:cubicBezTo>
                    <a:pt x="8442" y="6073"/>
                    <a:pt x="8894" y="6276"/>
                    <a:pt x="9251" y="6585"/>
                  </a:cubicBezTo>
                  <a:lnTo>
                    <a:pt x="6322" y="9514"/>
                  </a:lnTo>
                  <a:cubicBezTo>
                    <a:pt x="5144" y="8121"/>
                    <a:pt x="6203" y="6073"/>
                    <a:pt x="7918" y="6073"/>
                  </a:cubicBezTo>
                  <a:close/>
                  <a:moveTo>
                    <a:pt x="11204" y="6585"/>
                  </a:moveTo>
                  <a:lnTo>
                    <a:pt x="11204" y="7990"/>
                  </a:lnTo>
                  <a:cubicBezTo>
                    <a:pt x="11204" y="8776"/>
                    <a:pt x="10656" y="9431"/>
                    <a:pt x="9906" y="9562"/>
                  </a:cubicBezTo>
                  <a:cubicBezTo>
                    <a:pt x="10168" y="9193"/>
                    <a:pt x="10347" y="8669"/>
                    <a:pt x="10347" y="8181"/>
                  </a:cubicBezTo>
                  <a:cubicBezTo>
                    <a:pt x="10347" y="7764"/>
                    <a:pt x="10251" y="7550"/>
                    <a:pt x="10251" y="7538"/>
                  </a:cubicBezTo>
                  <a:cubicBezTo>
                    <a:pt x="10168" y="7192"/>
                    <a:pt x="10144" y="7228"/>
                    <a:pt x="10073" y="7073"/>
                  </a:cubicBezTo>
                  <a:cubicBezTo>
                    <a:pt x="9966" y="6883"/>
                    <a:pt x="9954" y="6823"/>
                    <a:pt x="9751" y="6585"/>
                  </a:cubicBezTo>
                  <a:close/>
                  <a:moveTo>
                    <a:pt x="9513" y="6823"/>
                  </a:moveTo>
                  <a:lnTo>
                    <a:pt x="9513" y="6823"/>
                  </a:lnTo>
                  <a:cubicBezTo>
                    <a:pt x="10704" y="8216"/>
                    <a:pt x="9632" y="10240"/>
                    <a:pt x="7918" y="10240"/>
                  </a:cubicBezTo>
                  <a:cubicBezTo>
                    <a:pt x="7890" y="10242"/>
                    <a:pt x="7862" y="10242"/>
                    <a:pt x="7834" y="10242"/>
                  </a:cubicBezTo>
                  <a:cubicBezTo>
                    <a:pt x="7345" y="10242"/>
                    <a:pt x="6910" y="10045"/>
                    <a:pt x="6572" y="9752"/>
                  </a:cubicBezTo>
                  <a:lnTo>
                    <a:pt x="9513" y="6823"/>
                  </a:lnTo>
                  <a:close/>
                  <a:moveTo>
                    <a:pt x="881" y="1"/>
                  </a:moveTo>
                  <a:cubicBezTo>
                    <a:pt x="786" y="1"/>
                    <a:pt x="703" y="84"/>
                    <a:pt x="703" y="180"/>
                  </a:cubicBezTo>
                  <a:lnTo>
                    <a:pt x="703" y="525"/>
                  </a:lnTo>
                  <a:cubicBezTo>
                    <a:pt x="703" y="620"/>
                    <a:pt x="774" y="703"/>
                    <a:pt x="881" y="703"/>
                  </a:cubicBezTo>
                  <a:cubicBezTo>
                    <a:pt x="976" y="703"/>
                    <a:pt x="1060" y="632"/>
                    <a:pt x="1060" y="525"/>
                  </a:cubicBezTo>
                  <a:lnTo>
                    <a:pt x="1060" y="358"/>
                  </a:lnTo>
                  <a:lnTo>
                    <a:pt x="1905" y="358"/>
                  </a:lnTo>
                  <a:lnTo>
                    <a:pt x="1905" y="1966"/>
                  </a:lnTo>
                  <a:lnTo>
                    <a:pt x="1060" y="1966"/>
                  </a:lnTo>
                  <a:lnTo>
                    <a:pt x="1060" y="1418"/>
                  </a:lnTo>
                  <a:cubicBezTo>
                    <a:pt x="1060" y="1323"/>
                    <a:pt x="976" y="1239"/>
                    <a:pt x="881" y="1239"/>
                  </a:cubicBezTo>
                  <a:cubicBezTo>
                    <a:pt x="786" y="1239"/>
                    <a:pt x="703" y="1311"/>
                    <a:pt x="703" y="1418"/>
                  </a:cubicBezTo>
                  <a:lnTo>
                    <a:pt x="703" y="2144"/>
                  </a:lnTo>
                  <a:cubicBezTo>
                    <a:pt x="703" y="2239"/>
                    <a:pt x="774" y="2323"/>
                    <a:pt x="881" y="2323"/>
                  </a:cubicBezTo>
                  <a:lnTo>
                    <a:pt x="1429" y="2323"/>
                  </a:lnTo>
                  <a:lnTo>
                    <a:pt x="1429" y="2656"/>
                  </a:lnTo>
                  <a:lnTo>
                    <a:pt x="905" y="2656"/>
                  </a:lnTo>
                  <a:cubicBezTo>
                    <a:pt x="405" y="2656"/>
                    <a:pt x="0" y="3049"/>
                    <a:pt x="0" y="3561"/>
                  </a:cubicBezTo>
                  <a:lnTo>
                    <a:pt x="0" y="9693"/>
                  </a:lnTo>
                  <a:cubicBezTo>
                    <a:pt x="0" y="10193"/>
                    <a:pt x="405" y="10598"/>
                    <a:pt x="905" y="10598"/>
                  </a:cubicBezTo>
                  <a:lnTo>
                    <a:pt x="3774" y="10598"/>
                  </a:lnTo>
                  <a:cubicBezTo>
                    <a:pt x="3882" y="10598"/>
                    <a:pt x="3953" y="10526"/>
                    <a:pt x="3953" y="10419"/>
                  </a:cubicBezTo>
                  <a:cubicBezTo>
                    <a:pt x="3953" y="10336"/>
                    <a:pt x="3882" y="10240"/>
                    <a:pt x="3774" y="10240"/>
                  </a:cubicBezTo>
                  <a:lnTo>
                    <a:pt x="905" y="10240"/>
                  </a:lnTo>
                  <a:cubicBezTo>
                    <a:pt x="595" y="10240"/>
                    <a:pt x="357" y="9990"/>
                    <a:pt x="357" y="9693"/>
                  </a:cubicBezTo>
                  <a:lnTo>
                    <a:pt x="357" y="3561"/>
                  </a:lnTo>
                  <a:cubicBezTo>
                    <a:pt x="357" y="3251"/>
                    <a:pt x="607" y="3013"/>
                    <a:pt x="905" y="3013"/>
                  </a:cubicBezTo>
                  <a:lnTo>
                    <a:pt x="5739" y="3013"/>
                  </a:lnTo>
                  <a:cubicBezTo>
                    <a:pt x="6060" y="3013"/>
                    <a:pt x="6298" y="3263"/>
                    <a:pt x="6298" y="3561"/>
                  </a:cubicBezTo>
                  <a:lnTo>
                    <a:pt x="6298" y="6359"/>
                  </a:lnTo>
                  <a:lnTo>
                    <a:pt x="6251" y="6407"/>
                  </a:lnTo>
                  <a:cubicBezTo>
                    <a:pt x="6191" y="6466"/>
                    <a:pt x="6132" y="6538"/>
                    <a:pt x="6072" y="6609"/>
                  </a:cubicBezTo>
                  <a:cubicBezTo>
                    <a:pt x="5917" y="6788"/>
                    <a:pt x="5941" y="6752"/>
                    <a:pt x="5787" y="7026"/>
                  </a:cubicBezTo>
                  <a:cubicBezTo>
                    <a:pt x="5715" y="7180"/>
                    <a:pt x="5679" y="7169"/>
                    <a:pt x="5584" y="7538"/>
                  </a:cubicBezTo>
                  <a:cubicBezTo>
                    <a:pt x="5584" y="7550"/>
                    <a:pt x="5477" y="7776"/>
                    <a:pt x="5477" y="8181"/>
                  </a:cubicBezTo>
                  <a:cubicBezTo>
                    <a:pt x="5477" y="8502"/>
                    <a:pt x="5536" y="8835"/>
                    <a:pt x="5667" y="9133"/>
                  </a:cubicBezTo>
                  <a:cubicBezTo>
                    <a:pt x="5703" y="9181"/>
                    <a:pt x="5727" y="9228"/>
                    <a:pt x="5763" y="9288"/>
                  </a:cubicBezTo>
                  <a:cubicBezTo>
                    <a:pt x="5917" y="9621"/>
                    <a:pt x="5906" y="9562"/>
                    <a:pt x="6037" y="9728"/>
                  </a:cubicBezTo>
                  <a:cubicBezTo>
                    <a:pt x="6096" y="9776"/>
                    <a:pt x="6144" y="9859"/>
                    <a:pt x="6203" y="9919"/>
                  </a:cubicBezTo>
                  <a:lnTo>
                    <a:pt x="6239" y="9943"/>
                  </a:lnTo>
                  <a:cubicBezTo>
                    <a:pt x="6144" y="10145"/>
                    <a:pt x="5953" y="10276"/>
                    <a:pt x="5727" y="10276"/>
                  </a:cubicBezTo>
                  <a:lnTo>
                    <a:pt x="4548" y="10276"/>
                  </a:lnTo>
                  <a:cubicBezTo>
                    <a:pt x="4465" y="10276"/>
                    <a:pt x="4370" y="10347"/>
                    <a:pt x="4370" y="10455"/>
                  </a:cubicBezTo>
                  <a:cubicBezTo>
                    <a:pt x="4370" y="10538"/>
                    <a:pt x="4453" y="10633"/>
                    <a:pt x="4548" y="10633"/>
                  </a:cubicBezTo>
                  <a:lnTo>
                    <a:pt x="5727" y="10633"/>
                  </a:lnTo>
                  <a:cubicBezTo>
                    <a:pt x="6060" y="10633"/>
                    <a:pt x="6358" y="10455"/>
                    <a:pt x="6501" y="10169"/>
                  </a:cubicBezTo>
                  <a:cubicBezTo>
                    <a:pt x="6931" y="10472"/>
                    <a:pt x="7425" y="10620"/>
                    <a:pt x="7915" y="10620"/>
                  </a:cubicBezTo>
                  <a:cubicBezTo>
                    <a:pt x="8523" y="10620"/>
                    <a:pt x="9123" y="10391"/>
                    <a:pt x="9585" y="9943"/>
                  </a:cubicBezTo>
                  <a:cubicBezTo>
                    <a:pt x="9606" y="9943"/>
                    <a:pt x="9627" y="9944"/>
                    <a:pt x="9648" y="9944"/>
                  </a:cubicBezTo>
                  <a:cubicBezTo>
                    <a:pt x="10702" y="9944"/>
                    <a:pt x="11549" y="9076"/>
                    <a:pt x="11549" y="8026"/>
                  </a:cubicBezTo>
                  <a:lnTo>
                    <a:pt x="11549" y="4847"/>
                  </a:lnTo>
                  <a:cubicBezTo>
                    <a:pt x="11561" y="3966"/>
                    <a:pt x="10978" y="3192"/>
                    <a:pt x="10144" y="2966"/>
                  </a:cubicBezTo>
                  <a:cubicBezTo>
                    <a:pt x="10132" y="2962"/>
                    <a:pt x="10118" y="2960"/>
                    <a:pt x="10105" y="2960"/>
                  </a:cubicBezTo>
                  <a:cubicBezTo>
                    <a:pt x="10031" y="2960"/>
                    <a:pt x="9952" y="3014"/>
                    <a:pt x="9942" y="3085"/>
                  </a:cubicBezTo>
                  <a:cubicBezTo>
                    <a:pt x="9906" y="3180"/>
                    <a:pt x="9966" y="3275"/>
                    <a:pt x="10061" y="3299"/>
                  </a:cubicBezTo>
                  <a:cubicBezTo>
                    <a:pt x="10740" y="3490"/>
                    <a:pt x="11204" y="4109"/>
                    <a:pt x="11204" y="4811"/>
                  </a:cubicBezTo>
                  <a:lnTo>
                    <a:pt x="11204" y="6228"/>
                  </a:lnTo>
                  <a:lnTo>
                    <a:pt x="9394" y="6228"/>
                  </a:lnTo>
                  <a:cubicBezTo>
                    <a:pt x="9251" y="6121"/>
                    <a:pt x="9275" y="6133"/>
                    <a:pt x="9120" y="6061"/>
                  </a:cubicBezTo>
                  <a:cubicBezTo>
                    <a:pt x="8882" y="5930"/>
                    <a:pt x="8894" y="5942"/>
                    <a:pt x="8704" y="5871"/>
                  </a:cubicBezTo>
                  <a:cubicBezTo>
                    <a:pt x="8465" y="5776"/>
                    <a:pt x="8454" y="5776"/>
                    <a:pt x="8239" y="5752"/>
                  </a:cubicBezTo>
                  <a:cubicBezTo>
                    <a:pt x="8180" y="5728"/>
                    <a:pt x="8120" y="5716"/>
                    <a:pt x="8061" y="5716"/>
                  </a:cubicBezTo>
                  <a:lnTo>
                    <a:pt x="8061" y="4799"/>
                  </a:lnTo>
                  <a:cubicBezTo>
                    <a:pt x="8061" y="4037"/>
                    <a:pt x="8620" y="3382"/>
                    <a:pt x="9358" y="3251"/>
                  </a:cubicBezTo>
                  <a:cubicBezTo>
                    <a:pt x="9454" y="3228"/>
                    <a:pt x="9525" y="3144"/>
                    <a:pt x="9513" y="3037"/>
                  </a:cubicBezTo>
                  <a:cubicBezTo>
                    <a:pt x="9491" y="2960"/>
                    <a:pt x="9418" y="2893"/>
                    <a:pt x="9322" y="2893"/>
                  </a:cubicBezTo>
                  <a:cubicBezTo>
                    <a:pt x="9315" y="2893"/>
                    <a:pt x="9307" y="2893"/>
                    <a:pt x="9299" y="2894"/>
                  </a:cubicBezTo>
                  <a:cubicBezTo>
                    <a:pt x="8382" y="3061"/>
                    <a:pt x="7727" y="3847"/>
                    <a:pt x="7727" y="4787"/>
                  </a:cubicBezTo>
                  <a:lnTo>
                    <a:pt x="7727" y="5716"/>
                  </a:lnTo>
                  <a:cubicBezTo>
                    <a:pt x="7322" y="5752"/>
                    <a:pt x="6965" y="5871"/>
                    <a:pt x="6632" y="6073"/>
                  </a:cubicBezTo>
                  <a:lnTo>
                    <a:pt x="6632" y="3549"/>
                  </a:lnTo>
                  <a:cubicBezTo>
                    <a:pt x="6632" y="3037"/>
                    <a:pt x="6239" y="2632"/>
                    <a:pt x="5727" y="2632"/>
                  </a:cubicBezTo>
                  <a:lnTo>
                    <a:pt x="5203" y="2632"/>
                  </a:lnTo>
                  <a:lnTo>
                    <a:pt x="5203" y="2311"/>
                  </a:lnTo>
                  <a:lnTo>
                    <a:pt x="5763" y="2311"/>
                  </a:lnTo>
                  <a:cubicBezTo>
                    <a:pt x="5846" y="2311"/>
                    <a:pt x="5941" y="2239"/>
                    <a:pt x="5941" y="2132"/>
                  </a:cubicBezTo>
                  <a:lnTo>
                    <a:pt x="5941" y="180"/>
                  </a:lnTo>
                  <a:cubicBezTo>
                    <a:pt x="5941" y="96"/>
                    <a:pt x="5858" y="1"/>
                    <a:pt x="5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5" name="Google Shape;9965;p63"/>
          <p:cNvGrpSpPr/>
          <p:nvPr/>
        </p:nvGrpSpPr>
        <p:grpSpPr>
          <a:xfrm>
            <a:off x="7542031" y="1830835"/>
            <a:ext cx="369072" cy="280037"/>
            <a:chOff x="7542031" y="2011835"/>
            <a:chExt cx="369072" cy="280037"/>
          </a:xfrm>
        </p:grpSpPr>
        <p:sp>
          <p:nvSpPr>
            <p:cNvPr id="9966" name="Google Shape;9966;p63"/>
            <p:cNvSpPr/>
            <p:nvPr/>
          </p:nvSpPr>
          <p:spPr>
            <a:xfrm>
              <a:off x="7542413" y="2281615"/>
              <a:ext cx="368308" cy="10257"/>
            </a:xfrm>
            <a:custGeom>
              <a:avLst/>
              <a:gdLst/>
              <a:ahLst/>
              <a:cxnLst/>
              <a:rect l="l" t="t" r="r" b="b"/>
              <a:pathLst>
                <a:path w="11562" h="322" extrusionOk="0">
                  <a:moveTo>
                    <a:pt x="167" y="0"/>
                  </a:moveTo>
                  <a:cubicBezTo>
                    <a:pt x="72" y="0"/>
                    <a:pt x="0" y="72"/>
                    <a:pt x="0" y="155"/>
                  </a:cubicBezTo>
                  <a:cubicBezTo>
                    <a:pt x="0" y="250"/>
                    <a:pt x="72" y="322"/>
                    <a:pt x="167" y="322"/>
                  </a:cubicBezTo>
                  <a:lnTo>
                    <a:pt x="11395" y="322"/>
                  </a:lnTo>
                  <a:cubicBezTo>
                    <a:pt x="11490" y="322"/>
                    <a:pt x="11561" y="250"/>
                    <a:pt x="11561" y="155"/>
                  </a:cubicBezTo>
                  <a:cubicBezTo>
                    <a:pt x="11561" y="72"/>
                    <a:pt x="11490"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63"/>
            <p:cNvSpPr/>
            <p:nvPr/>
          </p:nvSpPr>
          <p:spPr>
            <a:xfrm>
              <a:off x="7542031" y="2117753"/>
              <a:ext cx="369072" cy="108753"/>
            </a:xfrm>
            <a:custGeom>
              <a:avLst/>
              <a:gdLst/>
              <a:ahLst/>
              <a:cxnLst/>
              <a:rect l="l" t="t" r="r" b="b"/>
              <a:pathLst>
                <a:path w="11586" h="3414" extrusionOk="0">
                  <a:moveTo>
                    <a:pt x="191" y="1"/>
                  </a:moveTo>
                  <a:cubicBezTo>
                    <a:pt x="96" y="1"/>
                    <a:pt x="24" y="72"/>
                    <a:pt x="24" y="167"/>
                  </a:cubicBezTo>
                  <a:cubicBezTo>
                    <a:pt x="24" y="263"/>
                    <a:pt x="96" y="334"/>
                    <a:pt x="191" y="334"/>
                  </a:cubicBezTo>
                  <a:lnTo>
                    <a:pt x="3298" y="334"/>
                  </a:lnTo>
                  <a:cubicBezTo>
                    <a:pt x="3501" y="334"/>
                    <a:pt x="3656" y="525"/>
                    <a:pt x="3608" y="715"/>
                  </a:cubicBezTo>
                  <a:cubicBezTo>
                    <a:pt x="3584" y="858"/>
                    <a:pt x="3560" y="1001"/>
                    <a:pt x="3560" y="1156"/>
                  </a:cubicBezTo>
                  <a:cubicBezTo>
                    <a:pt x="3417" y="953"/>
                    <a:pt x="3298" y="775"/>
                    <a:pt x="3013" y="775"/>
                  </a:cubicBezTo>
                  <a:cubicBezTo>
                    <a:pt x="2584" y="775"/>
                    <a:pt x="2524" y="1227"/>
                    <a:pt x="2298" y="1227"/>
                  </a:cubicBezTo>
                  <a:cubicBezTo>
                    <a:pt x="2084" y="1227"/>
                    <a:pt x="2036" y="775"/>
                    <a:pt x="1584" y="775"/>
                  </a:cubicBezTo>
                  <a:cubicBezTo>
                    <a:pt x="1143" y="775"/>
                    <a:pt x="1096" y="1227"/>
                    <a:pt x="870" y="1227"/>
                  </a:cubicBezTo>
                  <a:cubicBezTo>
                    <a:pt x="655" y="1227"/>
                    <a:pt x="608" y="775"/>
                    <a:pt x="155" y="775"/>
                  </a:cubicBezTo>
                  <a:cubicBezTo>
                    <a:pt x="72" y="775"/>
                    <a:pt x="0" y="858"/>
                    <a:pt x="0" y="941"/>
                  </a:cubicBezTo>
                  <a:cubicBezTo>
                    <a:pt x="0" y="1037"/>
                    <a:pt x="72" y="1108"/>
                    <a:pt x="155" y="1108"/>
                  </a:cubicBezTo>
                  <a:cubicBezTo>
                    <a:pt x="250" y="1108"/>
                    <a:pt x="298" y="1156"/>
                    <a:pt x="381" y="1275"/>
                  </a:cubicBezTo>
                  <a:cubicBezTo>
                    <a:pt x="489" y="1394"/>
                    <a:pt x="608" y="1572"/>
                    <a:pt x="870" y="1572"/>
                  </a:cubicBezTo>
                  <a:cubicBezTo>
                    <a:pt x="1310" y="1572"/>
                    <a:pt x="1370" y="1120"/>
                    <a:pt x="1584" y="1120"/>
                  </a:cubicBezTo>
                  <a:cubicBezTo>
                    <a:pt x="1810" y="1120"/>
                    <a:pt x="1858" y="1572"/>
                    <a:pt x="2298" y="1572"/>
                  </a:cubicBezTo>
                  <a:cubicBezTo>
                    <a:pt x="2751" y="1572"/>
                    <a:pt x="2798" y="1120"/>
                    <a:pt x="3013" y="1120"/>
                  </a:cubicBezTo>
                  <a:cubicBezTo>
                    <a:pt x="3227" y="1120"/>
                    <a:pt x="3251" y="1465"/>
                    <a:pt x="3596" y="1549"/>
                  </a:cubicBezTo>
                  <a:cubicBezTo>
                    <a:pt x="3788" y="2713"/>
                    <a:pt x="4782" y="3414"/>
                    <a:pt x="5807" y="3414"/>
                  </a:cubicBezTo>
                  <a:cubicBezTo>
                    <a:pt x="6375" y="3414"/>
                    <a:pt x="6952" y="3199"/>
                    <a:pt x="7406" y="2727"/>
                  </a:cubicBezTo>
                  <a:cubicBezTo>
                    <a:pt x="7739" y="2406"/>
                    <a:pt x="7930" y="1989"/>
                    <a:pt x="8001" y="1549"/>
                  </a:cubicBezTo>
                  <a:cubicBezTo>
                    <a:pt x="8335" y="1465"/>
                    <a:pt x="8370" y="1120"/>
                    <a:pt x="8573" y="1120"/>
                  </a:cubicBezTo>
                  <a:cubicBezTo>
                    <a:pt x="8787" y="1120"/>
                    <a:pt x="8835" y="1572"/>
                    <a:pt x="9287" y="1572"/>
                  </a:cubicBezTo>
                  <a:cubicBezTo>
                    <a:pt x="9728" y="1572"/>
                    <a:pt x="9775" y="1120"/>
                    <a:pt x="10002" y="1120"/>
                  </a:cubicBezTo>
                  <a:cubicBezTo>
                    <a:pt x="10216" y="1120"/>
                    <a:pt x="10264" y="1572"/>
                    <a:pt x="10716" y="1572"/>
                  </a:cubicBezTo>
                  <a:cubicBezTo>
                    <a:pt x="11157" y="1572"/>
                    <a:pt x="11204" y="1120"/>
                    <a:pt x="11430" y="1120"/>
                  </a:cubicBezTo>
                  <a:cubicBezTo>
                    <a:pt x="11514" y="1120"/>
                    <a:pt x="11585" y="1048"/>
                    <a:pt x="11585" y="953"/>
                  </a:cubicBezTo>
                  <a:cubicBezTo>
                    <a:pt x="11585" y="870"/>
                    <a:pt x="11514" y="798"/>
                    <a:pt x="11430" y="798"/>
                  </a:cubicBezTo>
                  <a:cubicBezTo>
                    <a:pt x="10990" y="798"/>
                    <a:pt x="10930" y="1239"/>
                    <a:pt x="10716" y="1239"/>
                  </a:cubicBezTo>
                  <a:cubicBezTo>
                    <a:pt x="10490" y="1239"/>
                    <a:pt x="10442" y="798"/>
                    <a:pt x="10002" y="798"/>
                  </a:cubicBezTo>
                  <a:cubicBezTo>
                    <a:pt x="9561" y="798"/>
                    <a:pt x="9502" y="1239"/>
                    <a:pt x="9287" y="1239"/>
                  </a:cubicBezTo>
                  <a:cubicBezTo>
                    <a:pt x="9061" y="1239"/>
                    <a:pt x="9013" y="798"/>
                    <a:pt x="8573" y="798"/>
                  </a:cubicBezTo>
                  <a:cubicBezTo>
                    <a:pt x="8287" y="798"/>
                    <a:pt x="8168" y="977"/>
                    <a:pt x="8037" y="1132"/>
                  </a:cubicBezTo>
                  <a:cubicBezTo>
                    <a:pt x="8037" y="1001"/>
                    <a:pt x="8013" y="858"/>
                    <a:pt x="7989" y="715"/>
                  </a:cubicBezTo>
                  <a:cubicBezTo>
                    <a:pt x="7942" y="525"/>
                    <a:pt x="8097" y="334"/>
                    <a:pt x="8299" y="334"/>
                  </a:cubicBezTo>
                  <a:lnTo>
                    <a:pt x="11407" y="334"/>
                  </a:lnTo>
                  <a:cubicBezTo>
                    <a:pt x="11502" y="334"/>
                    <a:pt x="11573" y="263"/>
                    <a:pt x="11573" y="167"/>
                  </a:cubicBezTo>
                  <a:cubicBezTo>
                    <a:pt x="11573" y="72"/>
                    <a:pt x="11502" y="1"/>
                    <a:pt x="11407" y="1"/>
                  </a:cubicBezTo>
                  <a:lnTo>
                    <a:pt x="8299" y="1"/>
                  </a:lnTo>
                  <a:cubicBezTo>
                    <a:pt x="8109" y="1"/>
                    <a:pt x="7918" y="96"/>
                    <a:pt x="7799" y="239"/>
                  </a:cubicBezTo>
                  <a:cubicBezTo>
                    <a:pt x="7680" y="394"/>
                    <a:pt x="7620" y="596"/>
                    <a:pt x="7656" y="787"/>
                  </a:cubicBezTo>
                  <a:cubicBezTo>
                    <a:pt x="7935" y="2081"/>
                    <a:pt x="6886" y="3086"/>
                    <a:pt x="5777" y="3086"/>
                  </a:cubicBezTo>
                  <a:cubicBezTo>
                    <a:pt x="5325" y="3086"/>
                    <a:pt x="4863" y="2919"/>
                    <a:pt x="4477" y="2537"/>
                  </a:cubicBezTo>
                  <a:cubicBezTo>
                    <a:pt x="4001" y="2060"/>
                    <a:pt x="3822" y="1406"/>
                    <a:pt x="3953" y="787"/>
                  </a:cubicBezTo>
                  <a:cubicBezTo>
                    <a:pt x="4037" y="394"/>
                    <a:pt x="3727" y="1"/>
                    <a:pt x="3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63"/>
            <p:cNvSpPr/>
            <p:nvPr/>
          </p:nvSpPr>
          <p:spPr>
            <a:xfrm>
              <a:off x="7636099" y="2216376"/>
              <a:ext cx="18986" cy="18986"/>
            </a:xfrm>
            <a:custGeom>
              <a:avLst/>
              <a:gdLst/>
              <a:ahLst/>
              <a:cxnLst/>
              <a:rect l="l" t="t" r="r" b="b"/>
              <a:pathLst>
                <a:path w="596" h="596" extrusionOk="0">
                  <a:moveTo>
                    <a:pt x="298" y="0"/>
                  </a:moveTo>
                  <a:cubicBezTo>
                    <a:pt x="143" y="0"/>
                    <a:pt x="0" y="143"/>
                    <a:pt x="0" y="298"/>
                  </a:cubicBezTo>
                  <a:cubicBezTo>
                    <a:pt x="0" y="465"/>
                    <a:pt x="143" y="596"/>
                    <a:pt x="298" y="596"/>
                  </a:cubicBezTo>
                  <a:cubicBezTo>
                    <a:pt x="464" y="596"/>
                    <a:pt x="595" y="465"/>
                    <a:pt x="595" y="298"/>
                  </a:cubicBezTo>
                  <a:cubicBezTo>
                    <a:pt x="595" y="143"/>
                    <a:pt x="464" y="24"/>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63"/>
            <p:cNvSpPr/>
            <p:nvPr/>
          </p:nvSpPr>
          <p:spPr>
            <a:xfrm>
              <a:off x="7559105" y="2240268"/>
              <a:ext cx="18986" cy="18986"/>
            </a:xfrm>
            <a:custGeom>
              <a:avLst/>
              <a:gdLst/>
              <a:ahLst/>
              <a:cxnLst/>
              <a:rect l="l" t="t" r="r" b="b"/>
              <a:pathLst>
                <a:path w="596" h="596" extrusionOk="0">
                  <a:moveTo>
                    <a:pt x="298" y="0"/>
                  </a:moveTo>
                  <a:cubicBezTo>
                    <a:pt x="131" y="0"/>
                    <a:pt x="0" y="131"/>
                    <a:pt x="0" y="298"/>
                  </a:cubicBezTo>
                  <a:cubicBezTo>
                    <a:pt x="0" y="465"/>
                    <a:pt x="131" y="596"/>
                    <a:pt x="298" y="596"/>
                  </a:cubicBezTo>
                  <a:cubicBezTo>
                    <a:pt x="453" y="596"/>
                    <a:pt x="595" y="465"/>
                    <a:pt x="595" y="298"/>
                  </a:cubicBezTo>
                  <a:cubicBezTo>
                    <a:pt x="595" y="143"/>
                    <a:pt x="453"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63"/>
            <p:cNvSpPr/>
            <p:nvPr/>
          </p:nvSpPr>
          <p:spPr>
            <a:xfrm>
              <a:off x="7582614" y="2194365"/>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5" y="596"/>
                    <a:pt x="596" y="453"/>
                    <a:pt x="596" y="298"/>
                  </a:cubicBezTo>
                  <a:cubicBezTo>
                    <a:pt x="596" y="132"/>
                    <a:pt x="465" y="13"/>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63"/>
            <p:cNvSpPr/>
            <p:nvPr/>
          </p:nvSpPr>
          <p:spPr>
            <a:xfrm>
              <a:off x="7798400" y="2216376"/>
              <a:ext cx="19017" cy="18986"/>
            </a:xfrm>
            <a:custGeom>
              <a:avLst/>
              <a:gdLst/>
              <a:ahLst/>
              <a:cxnLst/>
              <a:rect l="l" t="t" r="r" b="b"/>
              <a:pathLst>
                <a:path w="597" h="596" extrusionOk="0">
                  <a:moveTo>
                    <a:pt x="299" y="0"/>
                  </a:moveTo>
                  <a:cubicBezTo>
                    <a:pt x="132" y="0"/>
                    <a:pt x="1" y="143"/>
                    <a:pt x="1" y="298"/>
                  </a:cubicBezTo>
                  <a:cubicBezTo>
                    <a:pt x="1" y="465"/>
                    <a:pt x="132" y="596"/>
                    <a:pt x="299" y="596"/>
                  </a:cubicBezTo>
                  <a:cubicBezTo>
                    <a:pt x="465" y="596"/>
                    <a:pt x="596" y="465"/>
                    <a:pt x="596" y="298"/>
                  </a:cubicBezTo>
                  <a:cubicBezTo>
                    <a:pt x="596" y="143"/>
                    <a:pt x="465" y="24"/>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63"/>
            <p:cNvSpPr/>
            <p:nvPr/>
          </p:nvSpPr>
          <p:spPr>
            <a:xfrm>
              <a:off x="7875043" y="2240268"/>
              <a:ext cx="18986" cy="18986"/>
            </a:xfrm>
            <a:custGeom>
              <a:avLst/>
              <a:gdLst/>
              <a:ahLst/>
              <a:cxnLst/>
              <a:rect l="l" t="t" r="r" b="b"/>
              <a:pathLst>
                <a:path w="596" h="596" extrusionOk="0">
                  <a:moveTo>
                    <a:pt x="298" y="0"/>
                  </a:moveTo>
                  <a:cubicBezTo>
                    <a:pt x="143" y="0"/>
                    <a:pt x="0" y="131"/>
                    <a:pt x="0" y="298"/>
                  </a:cubicBezTo>
                  <a:cubicBezTo>
                    <a:pt x="0" y="465"/>
                    <a:pt x="143" y="596"/>
                    <a:pt x="298" y="596"/>
                  </a:cubicBezTo>
                  <a:cubicBezTo>
                    <a:pt x="464" y="596"/>
                    <a:pt x="595" y="465"/>
                    <a:pt x="595" y="298"/>
                  </a:cubicBezTo>
                  <a:cubicBezTo>
                    <a:pt x="595" y="143"/>
                    <a:pt x="464"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63"/>
            <p:cNvSpPr/>
            <p:nvPr/>
          </p:nvSpPr>
          <p:spPr>
            <a:xfrm>
              <a:off x="7851502" y="2194365"/>
              <a:ext cx="19017" cy="19017"/>
            </a:xfrm>
            <a:custGeom>
              <a:avLst/>
              <a:gdLst/>
              <a:ahLst/>
              <a:cxnLst/>
              <a:rect l="l" t="t" r="r" b="b"/>
              <a:pathLst>
                <a:path w="597" h="597" extrusionOk="0">
                  <a:moveTo>
                    <a:pt x="299" y="1"/>
                  </a:moveTo>
                  <a:cubicBezTo>
                    <a:pt x="132" y="1"/>
                    <a:pt x="1" y="132"/>
                    <a:pt x="1" y="298"/>
                  </a:cubicBezTo>
                  <a:cubicBezTo>
                    <a:pt x="1" y="453"/>
                    <a:pt x="132" y="596"/>
                    <a:pt x="299" y="596"/>
                  </a:cubicBezTo>
                  <a:cubicBezTo>
                    <a:pt x="465" y="596"/>
                    <a:pt x="596" y="453"/>
                    <a:pt x="596" y="298"/>
                  </a:cubicBezTo>
                  <a:cubicBezTo>
                    <a:pt x="596" y="132"/>
                    <a:pt x="465" y="13"/>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63"/>
            <p:cNvSpPr/>
            <p:nvPr/>
          </p:nvSpPr>
          <p:spPr>
            <a:xfrm>
              <a:off x="7680090" y="2011835"/>
              <a:ext cx="106205" cy="189028"/>
            </a:xfrm>
            <a:custGeom>
              <a:avLst/>
              <a:gdLst/>
              <a:ahLst/>
              <a:cxnLst/>
              <a:rect l="l" t="t" r="r" b="b"/>
              <a:pathLst>
                <a:path w="3334" h="5934" extrusionOk="0">
                  <a:moveTo>
                    <a:pt x="1448" y="1"/>
                  </a:moveTo>
                  <a:cubicBezTo>
                    <a:pt x="1340" y="1"/>
                    <a:pt x="1233" y="69"/>
                    <a:pt x="1215" y="206"/>
                  </a:cubicBezTo>
                  <a:lnTo>
                    <a:pt x="857" y="2421"/>
                  </a:lnTo>
                  <a:cubicBezTo>
                    <a:pt x="774" y="2838"/>
                    <a:pt x="596" y="3254"/>
                    <a:pt x="322" y="3611"/>
                  </a:cubicBezTo>
                  <a:cubicBezTo>
                    <a:pt x="107" y="3885"/>
                    <a:pt x="0" y="4207"/>
                    <a:pt x="24" y="4552"/>
                  </a:cubicBezTo>
                  <a:cubicBezTo>
                    <a:pt x="36" y="4921"/>
                    <a:pt x="179" y="5266"/>
                    <a:pt x="453" y="5516"/>
                  </a:cubicBezTo>
                  <a:cubicBezTo>
                    <a:pt x="738" y="5790"/>
                    <a:pt x="1096" y="5933"/>
                    <a:pt x="1465" y="5933"/>
                  </a:cubicBezTo>
                  <a:cubicBezTo>
                    <a:pt x="2655" y="5933"/>
                    <a:pt x="3334" y="4540"/>
                    <a:pt x="2584" y="3600"/>
                  </a:cubicBezTo>
                  <a:cubicBezTo>
                    <a:pt x="2370" y="3350"/>
                    <a:pt x="2227" y="3064"/>
                    <a:pt x="2131" y="2754"/>
                  </a:cubicBezTo>
                  <a:cubicBezTo>
                    <a:pt x="2112" y="2678"/>
                    <a:pt x="2048" y="2625"/>
                    <a:pt x="1980" y="2625"/>
                  </a:cubicBezTo>
                  <a:cubicBezTo>
                    <a:pt x="1963" y="2625"/>
                    <a:pt x="1946" y="2628"/>
                    <a:pt x="1929" y="2635"/>
                  </a:cubicBezTo>
                  <a:cubicBezTo>
                    <a:pt x="1834" y="2659"/>
                    <a:pt x="1786" y="2754"/>
                    <a:pt x="1810" y="2838"/>
                  </a:cubicBezTo>
                  <a:cubicBezTo>
                    <a:pt x="2096" y="3790"/>
                    <a:pt x="2548" y="3802"/>
                    <a:pt x="2548" y="4493"/>
                  </a:cubicBezTo>
                  <a:cubicBezTo>
                    <a:pt x="2548" y="5092"/>
                    <a:pt x="2072" y="5576"/>
                    <a:pt x="1463" y="5576"/>
                  </a:cubicBezTo>
                  <a:cubicBezTo>
                    <a:pt x="1456" y="5576"/>
                    <a:pt x="1448" y="5576"/>
                    <a:pt x="1441" y="5576"/>
                  </a:cubicBezTo>
                  <a:cubicBezTo>
                    <a:pt x="548" y="5564"/>
                    <a:pt x="36" y="4516"/>
                    <a:pt x="584" y="3802"/>
                  </a:cubicBezTo>
                  <a:cubicBezTo>
                    <a:pt x="893" y="3409"/>
                    <a:pt x="1108" y="2945"/>
                    <a:pt x="1179" y="2468"/>
                  </a:cubicBezTo>
                  <a:lnTo>
                    <a:pt x="1453" y="849"/>
                  </a:lnTo>
                  <a:lnTo>
                    <a:pt x="1631" y="1945"/>
                  </a:lnTo>
                  <a:cubicBezTo>
                    <a:pt x="1642" y="2033"/>
                    <a:pt x="1725" y="2101"/>
                    <a:pt x="1803" y="2101"/>
                  </a:cubicBezTo>
                  <a:cubicBezTo>
                    <a:pt x="1810" y="2101"/>
                    <a:pt x="1816" y="2100"/>
                    <a:pt x="1822" y="2099"/>
                  </a:cubicBezTo>
                  <a:cubicBezTo>
                    <a:pt x="1905" y="2076"/>
                    <a:pt x="1989" y="1992"/>
                    <a:pt x="1965" y="1897"/>
                  </a:cubicBezTo>
                  <a:lnTo>
                    <a:pt x="1691" y="206"/>
                  </a:lnTo>
                  <a:cubicBezTo>
                    <a:pt x="1667" y="69"/>
                    <a:pt x="1557"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5" name="Google Shape;9975;p63"/>
          <p:cNvGrpSpPr/>
          <p:nvPr/>
        </p:nvGrpSpPr>
        <p:grpSpPr>
          <a:xfrm>
            <a:off x="8010427" y="3167503"/>
            <a:ext cx="278795" cy="351615"/>
            <a:chOff x="8010427" y="3348503"/>
            <a:chExt cx="278795" cy="351615"/>
          </a:xfrm>
        </p:grpSpPr>
        <p:sp>
          <p:nvSpPr>
            <p:cNvPr id="9976" name="Google Shape;9976;p63"/>
            <p:cNvSpPr/>
            <p:nvPr/>
          </p:nvSpPr>
          <p:spPr>
            <a:xfrm>
              <a:off x="8010427" y="3348503"/>
              <a:ext cx="278795" cy="351615"/>
            </a:xfrm>
            <a:custGeom>
              <a:avLst/>
              <a:gdLst/>
              <a:ahLst/>
              <a:cxnLst/>
              <a:rect l="l" t="t" r="r" b="b"/>
              <a:pathLst>
                <a:path w="8752" h="11038" extrusionOk="0">
                  <a:moveTo>
                    <a:pt x="6216" y="322"/>
                  </a:moveTo>
                  <a:cubicBezTo>
                    <a:pt x="6323" y="322"/>
                    <a:pt x="6406" y="405"/>
                    <a:pt x="6406" y="512"/>
                  </a:cubicBezTo>
                  <a:lnTo>
                    <a:pt x="6406" y="1215"/>
                  </a:lnTo>
                  <a:cubicBezTo>
                    <a:pt x="6406" y="1310"/>
                    <a:pt x="6323" y="1405"/>
                    <a:pt x="6216" y="1405"/>
                  </a:cubicBezTo>
                  <a:lnTo>
                    <a:pt x="5311" y="1405"/>
                  </a:lnTo>
                  <a:cubicBezTo>
                    <a:pt x="5216" y="1405"/>
                    <a:pt x="5144" y="1477"/>
                    <a:pt x="5144" y="1572"/>
                  </a:cubicBezTo>
                  <a:cubicBezTo>
                    <a:pt x="5144" y="1893"/>
                    <a:pt x="4882" y="2144"/>
                    <a:pt x="4561" y="2144"/>
                  </a:cubicBezTo>
                  <a:lnTo>
                    <a:pt x="4203" y="2144"/>
                  </a:lnTo>
                  <a:cubicBezTo>
                    <a:pt x="3882" y="2144"/>
                    <a:pt x="3632" y="1882"/>
                    <a:pt x="3632" y="1572"/>
                  </a:cubicBezTo>
                  <a:cubicBezTo>
                    <a:pt x="3632" y="1477"/>
                    <a:pt x="3549" y="1405"/>
                    <a:pt x="3465" y="1405"/>
                  </a:cubicBezTo>
                  <a:lnTo>
                    <a:pt x="2560" y="1405"/>
                  </a:lnTo>
                  <a:cubicBezTo>
                    <a:pt x="2453" y="1405"/>
                    <a:pt x="2358" y="1310"/>
                    <a:pt x="2358" y="1215"/>
                  </a:cubicBezTo>
                  <a:lnTo>
                    <a:pt x="2346" y="512"/>
                  </a:lnTo>
                  <a:cubicBezTo>
                    <a:pt x="2346" y="405"/>
                    <a:pt x="2441" y="322"/>
                    <a:pt x="2537" y="322"/>
                  </a:cubicBezTo>
                  <a:close/>
                  <a:moveTo>
                    <a:pt x="2525" y="0"/>
                  </a:moveTo>
                  <a:cubicBezTo>
                    <a:pt x="2239" y="0"/>
                    <a:pt x="2025" y="227"/>
                    <a:pt x="2025" y="512"/>
                  </a:cubicBezTo>
                  <a:lnTo>
                    <a:pt x="632" y="512"/>
                  </a:lnTo>
                  <a:cubicBezTo>
                    <a:pt x="274" y="512"/>
                    <a:pt x="1" y="798"/>
                    <a:pt x="1" y="1143"/>
                  </a:cubicBezTo>
                  <a:lnTo>
                    <a:pt x="1" y="7656"/>
                  </a:lnTo>
                  <a:cubicBezTo>
                    <a:pt x="1" y="7739"/>
                    <a:pt x="72" y="7823"/>
                    <a:pt x="155" y="7823"/>
                  </a:cubicBezTo>
                  <a:cubicBezTo>
                    <a:pt x="251" y="7823"/>
                    <a:pt x="322" y="7739"/>
                    <a:pt x="322" y="7656"/>
                  </a:cubicBezTo>
                  <a:lnTo>
                    <a:pt x="322" y="1143"/>
                  </a:lnTo>
                  <a:cubicBezTo>
                    <a:pt x="322" y="965"/>
                    <a:pt x="477" y="822"/>
                    <a:pt x="655" y="822"/>
                  </a:cubicBezTo>
                  <a:lnTo>
                    <a:pt x="1036" y="822"/>
                  </a:lnTo>
                  <a:lnTo>
                    <a:pt x="1036" y="9918"/>
                  </a:lnTo>
                  <a:cubicBezTo>
                    <a:pt x="1036" y="10002"/>
                    <a:pt x="1108" y="10085"/>
                    <a:pt x="1203" y="10085"/>
                  </a:cubicBezTo>
                  <a:lnTo>
                    <a:pt x="7573" y="10085"/>
                  </a:lnTo>
                  <a:cubicBezTo>
                    <a:pt x="7656" y="10085"/>
                    <a:pt x="7728" y="10002"/>
                    <a:pt x="7728" y="9918"/>
                  </a:cubicBezTo>
                  <a:lnTo>
                    <a:pt x="7728" y="822"/>
                  </a:lnTo>
                  <a:lnTo>
                    <a:pt x="8121" y="822"/>
                  </a:lnTo>
                  <a:cubicBezTo>
                    <a:pt x="8299" y="822"/>
                    <a:pt x="8442" y="965"/>
                    <a:pt x="8442" y="1143"/>
                  </a:cubicBezTo>
                  <a:lnTo>
                    <a:pt x="8442" y="10395"/>
                  </a:lnTo>
                  <a:cubicBezTo>
                    <a:pt x="8442" y="10573"/>
                    <a:pt x="8299" y="10716"/>
                    <a:pt x="8121" y="10716"/>
                  </a:cubicBezTo>
                  <a:lnTo>
                    <a:pt x="667" y="10716"/>
                  </a:lnTo>
                  <a:cubicBezTo>
                    <a:pt x="489" y="10716"/>
                    <a:pt x="334" y="10573"/>
                    <a:pt x="334" y="10395"/>
                  </a:cubicBezTo>
                  <a:lnTo>
                    <a:pt x="334" y="8418"/>
                  </a:lnTo>
                  <a:cubicBezTo>
                    <a:pt x="334" y="8323"/>
                    <a:pt x="263" y="8251"/>
                    <a:pt x="167" y="8251"/>
                  </a:cubicBezTo>
                  <a:cubicBezTo>
                    <a:pt x="84" y="8251"/>
                    <a:pt x="12" y="8323"/>
                    <a:pt x="12" y="8418"/>
                  </a:cubicBezTo>
                  <a:lnTo>
                    <a:pt x="12" y="10395"/>
                  </a:lnTo>
                  <a:cubicBezTo>
                    <a:pt x="12" y="10752"/>
                    <a:pt x="298" y="11037"/>
                    <a:pt x="644" y="11037"/>
                  </a:cubicBezTo>
                  <a:lnTo>
                    <a:pt x="8109" y="11037"/>
                  </a:lnTo>
                  <a:cubicBezTo>
                    <a:pt x="8466" y="11037"/>
                    <a:pt x="8740" y="10752"/>
                    <a:pt x="8740" y="10395"/>
                  </a:cubicBezTo>
                  <a:lnTo>
                    <a:pt x="8740" y="1143"/>
                  </a:lnTo>
                  <a:cubicBezTo>
                    <a:pt x="8752" y="810"/>
                    <a:pt x="8454" y="512"/>
                    <a:pt x="8109" y="512"/>
                  </a:cubicBezTo>
                  <a:lnTo>
                    <a:pt x="7299" y="512"/>
                  </a:lnTo>
                  <a:cubicBezTo>
                    <a:pt x="7216" y="512"/>
                    <a:pt x="7144" y="584"/>
                    <a:pt x="7144" y="679"/>
                  </a:cubicBezTo>
                  <a:cubicBezTo>
                    <a:pt x="7144" y="762"/>
                    <a:pt x="7216" y="834"/>
                    <a:pt x="7299" y="834"/>
                  </a:cubicBezTo>
                  <a:lnTo>
                    <a:pt x="7406" y="834"/>
                  </a:lnTo>
                  <a:lnTo>
                    <a:pt x="7406" y="9764"/>
                  </a:lnTo>
                  <a:lnTo>
                    <a:pt x="1370" y="9764"/>
                  </a:lnTo>
                  <a:lnTo>
                    <a:pt x="1370" y="834"/>
                  </a:lnTo>
                  <a:lnTo>
                    <a:pt x="2037" y="834"/>
                  </a:lnTo>
                  <a:lnTo>
                    <a:pt x="2037" y="1215"/>
                  </a:lnTo>
                  <a:cubicBezTo>
                    <a:pt x="2037" y="1489"/>
                    <a:pt x="2263" y="1715"/>
                    <a:pt x="2537" y="1715"/>
                  </a:cubicBezTo>
                  <a:lnTo>
                    <a:pt x="3299" y="1715"/>
                  </a:lnTo>
                  <a:cubicBezTo>
                    <a:pt x="3370" y="2132"/>
                    <a:pt x="3751" y="2465"/>
                    <a:pt x="4192" y="2465"/>
                  </a:cubicBezTo>
                  <a:lnTo>
                    <a:pt x="4549" y="2465"/>
                  </a:lnTo>
                  <a:cubicBezTo>
                    <a:pt x="5001" y="2465"/>
                    <a:pt x="5370" y="2132"/>
                    <a:pt x="5442" y="1715"/>
                  </a:cubicBezTo>
                  <a:lnTo>
                    <a:pt x="6204" y="1715"/>
                  </a:lnTo>
                  <a:cubicBezTo>
                    <a:pt x="6489" y="1715"/>
                    <a:pt x="6704" y="1489"/>
                    <a:pt x="6704" y="1215"/>
                  </a:cubicBezTo>
                  <a:lnTo>
                    <a:pt x="6704" y="512"/>
                  </a:lnTo>
                  <a:cubicBezTo>
                    <a:pt x="6704" y="227"/>
                    <a:pt x="6489" y="0"/>
                    <a:pt x="6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63"/>
            <p:cNvSpPr/>
            <p:nvPr/>
          </p:nvSpPr>
          <p:spPr>
            <a:xfrm>
              <a:off x="8078692" y="3438653"/>
              <a:ext cx="142264" cy="100216"/>
            </a:xfrm>
            <a:custGeom>
              <a:avLst/>
              <a:gdLst/>
              <a:ahLst/>
              <a:cxnLst/>
              <a:rect l="l" t="t" r="r" b="b"/>
              <a:pathLst>
                <a:path w="4466" h="3146" extrusionOk="0">
                  <a:moveTo>
                    <a:pt x="2742" y="1"/>
                  </a:moveTo>
                  <a:cubicBezTo>
                    <a:pt x="2676" y="1"/>
                    <a:pt x="2609" y="43"/>
                    <a:pt x="2584" y="123"/>
                  </a:cubicBezTo>
                  <a:lnTo>
                    <a:pt x="1989" y="2433"/>
                  </a:lnTo>
                  <a:lnTo>
                    <a:pt x="1429" y="778"/>
                  </a:lnTo>
                  <a:cubicBezTo>
                    <a:pt x="1403" y="705"/>
                    <a:pt x="1335" y="665"/>
                    <a:pt x="1268" y="665"/>
                  </a:cubicBezTo>
                  <a:cubicBezTo>
                    <a:pt x="1216" y="665"/>
                    <a:pt x="1163" y="690"/>
                    <a:pt x="1132" y="742"/>
                  </a:cubicBezTo>
                  <a:lnTo>
                    <a:pt x="656" y="1600"/>
                  </a:lnTo>
                  <a:lnTo>
                    <a:pt x="155" y="1600"/>
                  </a:lnTo>
                  <a:cubicBezTo>
                    <a:pt x="72" y="1600"/>
                    <a:pt x="1" y="1671"/>
                    <a:pt x="1" y="1754"/>
                  </a:cubicBezTo>
                  <a:cubicBezTo>
                    <a:pt x="1" y="1850"/>
                    <a:pt x="72" y="1921"/>
                    <a:pt x="155" y="1921"/>
                  </a:cubicBezTo>
                  <a:lnTo>
                    <a:pt x="739" y="1921"/>
                  </a:lnTo>
                  <a:cubicBezTo>
                    <a:pt x="798" y="1921"/>
                    <a:pt x="846" y="1897"/>
                    <a:pt x="894" y="1838"/>
                  </a:cubicBezTo>
                  <a:lnTo>
                    <a:pt x="1227" y="1219"/>
                  </a:lnTo>
                  <a:lnTo>
                    <a:pt x="1858" y="3040"/>
                  </a:lnTo>
                  <a:cubicBezTo>
                    <a:pt x="1887" y="3110"/>
                    <a:pt x="1951" y="3146"/>
                    <a:pt x="2013" y="3146"/>
                  </a:cubicBezTo>
                  <a:cubicBezTo>
                    <a:pt x="2079" y="3146"/>
                    <a:pt x="2143" y="3107"/>
                    <a:pt x="2168" y="3028"/>
                  </a:cubicBezTo>
                  <a:lnTo>
                    <a:pt x="2763" y="683"/>
                  </a:lnTo>
                  <a:lnTo>
                    <a:pt x="3168" y="1802"/>
                  </a:lnTo>
                  <a:cubicBezTo>
                    <a:pt x="3192" y="1861"/>
                    <a:pt x="3251" y="1909"/>
                    <a:pt x="3311" y="1909"/>
                  </a:cubicBezTo>
                  <a:lnTo>
                    <a:pt x="4287" y="1909"/>
                  </a:lnTo>
                  <a:cubicBezTo>
                    <a:pt x="4370" y="1909"/>
                    <a:pt x="4442" y="1838"/>
                    <a:pt x="4442" y="1742"/>
                  </a:cubicBezTo>
                  <a:cubicBezTo>
                    <a:pt x="4466" y="1671"/>
                    <a:pt x="4382" y="1600"/>
                    <a:pt x="4299" y="1600"/>
                  </a:cubicBezTo>
                  <a:lnTo>
                    <a:pt x="3454" y="1600"/>
                  </a:lnTo>
                  <a:lnTo>
                    <a:pt x="2894" y="111"/>
                  </a:lnTo>
                  <a:cubicBezTo>
                    <a:pt x="2865" y="37"/>
                    <a:pt x="2804" y="1"/>
                    <a:pt x="27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63"/>
            <p:cNvSpPr/>
            <p:nvPr/>
          </p:nvSpPr>
          <p:spPr>
            <a:xfrm>
              <a:off x="8079074" y="3574928"/>
              <a:ext cx="141882" cy="10257"/>
            </a:xfrm>
            <a:custGeom>
              <a:avLst/>
              <a:gdLst/>
              <a:ahLst/>
              <a:cxnLst/>
              <a:rect l="l" t="t" r="r" b="b"/>
              <a:pathLst>
                <a:path w="4454" h="322" extrusionOk="0">
                  <a:moveTo>
                    <a:pt x="167" y="0"/>
                  </a:moveTo>
                  <a:cubicBezTo>
                    <a:pt x="72" y="0"/>
                    <a:pt x="1" y="72"/>
                    <a:pt x="1" y="155"/>
                  </a:cubicBezTo>
                  <a:cubicBezTo>
                    <a:pt x="1" y="250"/>
                    <a:pt x="72" y="322"/>
                    <a:pt x="167" y="322"/>
                  </a:cubicBezTo>
                  <a:lnTo>
                    <a:pt x="4287" y="322"/>
                  </a:lnTo>
                  <a:cubicBezTo>
                    <a:pt x="4370" y="322"/>
                    <a:pt x="4454" y="250"/>
                    <a:pt x="4454" y="155"/>
                  </a:cubicBezTo>
                  <a:cubicBezTo>
                    <a:pt x="4454" y="72"/>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63"/>
            <p:cNvSpPr/>
            <p:nvPr/>
          </p:nvSpPr>
          <p:spPr>
            <a:xfrm>
              <a:off x="8079074" y="3619685"/>
              <a:ext cx="141882" cy="10640"/>
            </a:xfrm>
            <a:custGeom>
              <a:avLst/>
              <a:gdLst/>
              <a:ahLst/>
              <a:cxnLst/>
              <a:rect l="l" t="t" r="r" b="b"/>
              <a:pathLst>
                <a:path w="4454" h="334" extrusionOk="0">
                  <a:moveTo>
                    <a:pt x="167" y="0"/>
                  </a:moveTo>
                  <a:cubicBezTo>
                    <a:pt x="72" y="0"/>
                    <a:pt x="1" y="84"/>
                    <a:pt x="1" y="167"/>
                  </a:cubicBezTo>
                  <a:cubicBezTo>
                    <a:pt x="1" y="262"/>
                    <a:pt x="72" y="334"/>
                    <a:pt x="167" y="334"/>
                  </a:cubicBezTo>
                  <a:lnTo>
                    <a:pt x="4287" y="334"/>
                  </a:lnTo>
                  <a:cubicBezTo>
                    <a:pt x="4370" y="334"/>
                    <a:pt x="4454" y="262"/>
                    <a:pt x="4454" y="167"/>
                  </a:cubicBezTo>
                  <a:cubicBezTo>
                    <a:pt x="4454" y="84"/>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80" name="Google Shape;9980;p63"/>
          <p:cNvSpPr/>
          <p:nvPr/>
        </p:nvSpPr>
        <p:spPr>
          <a:xfrm>
            <a:off x="7615138" y="3167917"/>
            <a:ext cx="223304" cy="351201"/>
          </a:xfrm>
          <a:custGeom>
            <a:avLst/>
            <a:gdLst/>
            <a:ahLst/>
            <a:cxnLst/>
            <a:rect l="l" t="t" r="r" b="b"/>
            <a:pathLst>
              <a:path w="7010" h="11025" extrusionOk="0">
                <a:moveTo>
                  <a:pt x="6315" y="319"/>
                </a:moveTo>
                <a:cubicBezTo>
                  <a:pt x="6422" y="319"/>
                  <a:pt x="6507" y="389"/>
                  <a:pt x="6540" y="499"/>
                </a:cubicBezTo>
                <a:cubicBezTo>
                  <a:pt x="6552" y="618"/>
                  <a:pt x="6480" y="726"/>
                  <a:pt x="6361" y="749"/>
                </a:cubicBezTo>
                <a:cubicBezTo>
                  <a:pt x="5944" y="821"/>
                  <a:pt x="5456" y="857"/>
                  <a:pt x="5040" y="880"/>
                </a:cubicBezTo>
                <a:cubicBezTo>
                  <a:pt x="5075" y="821"/>
                  <a:pt x="5123" y="761"/>
                  <a:pt x="5159" y="666"/>
                </a:cubicBezTo>
                <a:lnTo>
                  <a:pt x="5159" y="583"/>
                </a:lnTo>
                <a:cubicBezTo>
                  <a:pt x="5159" y="547"/>
                  <a:pt x="5171" y="499"/>
                  <a:pt x="5159" y="452"/>
                </a:cubicBezTo>
                <a:cubicBezTo>
                  <a:pt x="5528" y="428"/>
                  <a:pt x="5909" y="380"/>
                  <a:pt x="6290" y="321"/>
                </a:cubicBezTo>
                <a:cubicBezTo>
                  <a:pt x="6298" y="320"/>
                  <a:pt x="6307" y="319"/>
                  <a:pt x="6315" y="319"/>
                </a:cubicBezTo>
                <a:close/>
                <a:moveTo>
                  <a:pt x="4631" y="317"/>
                </a:moveTo>
                <a:cubicBezTo>
                  <a:pt x="4808" y="317"/>
                  <a:pt x="4912" y="511"/>
                  <a:pt x="4801" y="654"/>
                </a:cubicBezTo>
                <a:cubicBezTo>
                  <a:pt x="4766" y="702"/>
                  <a:pt x="4706" y="737"/>
                  <a:pt x="4671" y="749"/>
                </a:cubicBezTo>
                <a:cubicBezTo>
                  <a:pt x="4230" y="821"/>
                  <a:pt x="3254" y="928"/>
                  <a:pt x="2658" y="928"/>
                </a:cubicBezTo>
                <a:cubicBezTo>
                  <a:pt x="2015" y="928"/>
                  <a:pt x="1134" y="833"/>
                  <a:pt x="646" y="749"/>
                </a:cubicBezTo>
                <a:cubicBezTo>
                  <a:pt x="527" y="726"/>
                  <a:pt x="456" y="618"/>
                  <a:pt x="480" y="499"/>
                </a:cubicBezTo>
                <a:cubicBezTo>
                  <a:pt x="503" y="392"/>
                  <a:pt x="587" y="321"/>
                  <a:pt x="694" y="321"/>
                </a:cubicBezTo>
                <a:cubicBezTo>
                  <a:pt x="781" y="321"/>
                  <a:pt x="1514" y="490"/>
                  <a:pt x="2639" y="490"/>
                </a:cubicBezTo>
                <a:cubicBezTo>
                  <a:pt x="3201" y="490"/>
                  <a:pt x="3861" y="448"/>
                  <a:pt x="4587" y="321"/>
                </a:cubicBezTo>
                <a:cubicBezTo>
                  <a:pt x="4602" y="318"/>
                  <a:pt x="4617" y="317"/>
                  <a:pt x="4631" y="317"/>
                </a:cubicBezTo>
                <a:close/>
                <a:moveTo>
                  <a:pt x="1456" y="1178"/>
                </a:moveTo>
                <a:cubicBezTo>
                  <a:pt x="1962" y="1228"/>
                  <a:pt x="2377" y="1242"/>
                  <a:pt x="2698" y="1242"/>
                </a:cubicBezTo>
                <a:cubicBezTo>
                  <a:pt x="3149" y="1242"/>
                  <a:pt x="3415" y="1214"/>
                  <a:pt x="3492" y="1214"/>
                </a:cubicBezTo>
                <a:cubicBezTo>
                  <a:pt x="3551" y="1220"/>
                  <a:pt x="3611" y="1220"/>
                  <a:pt x="3670" y="1220"/>
                </a:cubicBezTo>
                <a:cubicBezTo>
                  <a:pt x="3730" y="1220"/>
                  <a:pt x="3789" y="1220"/>
                  <a:pt x="3849" y="1226"/>
                </a:cubicBezTo>
                <a:lnTo>
                  <a:pt x="3849" y="2226"/>
                </a:lnTo>
                <a:lnTo>
                  <a:pt x="1456" y="2226"/>
                </a:lnTo>
                <a:lnTo>
                  <a:pt x="1456" y="1178"/>
                </a:lnTo>
                <a:close/>
                <a:moveTo>
                  <a:pt x="5540" y="1178"/>
                </a:moveTo>
                <a:lnTo>
                  <a:pt x="5540" y="2226"/>
                </a:lnTo>
                <a:lnTo>
                  <a:pt x="4170" y="2226"/>
                </a:lnTo>
                <a:lnTo>
                  <a:pt x="4170" y="1238"/>
                </a:lnTo>
                <a:cubicBezTo>
                  <a:pt x="4270" y="1243"/>
                  <a:pt x="4373" y="1245"/>
                  <a:pt x="4479" y="1245"/>
                </a:cubicBezTo>
                <a:cubicBezTo>
                  <a:pt x="4854" y="1245"/>
                  <a:pt x="5251" y="1215"/>
                  <a:pt x="5540" y="1178"/>
                </a:cubicBezTo>
                <a:close/>
                <a:moveTo>
                  <a:pt x="3861" y="2547"/>
                </a:moveTo>
                <a:lnTo>
                  <a:pt x="3861" y="3083"/>
                </a:lnTo>
                <a:lnTo>
                  <a:pt x="1468" y="3083"/>
                </a:lnTo>
                <a:lnTo>
                  <a:pt x="1468" y="2547"/>
                </a:lnTo>
                <a:close/>
                <a:moveTo>
                  <a:pt x="5540" y="2547"/>
                </a:moveTo>
                <a:lnTo>
                  <a:pt x="5540" y="3083"/>
                </a:lnTo>
                <a:lnTo>
                  <a:pt x="4170" y="3083"/>
                </a:lnTo>
                <a:lnTo>
                  <a:pt x="4170" y="2547"/>
                </a:lnTo>
                <a:close/>
                <a:moveTo>
                  <a:pt x="5540" y="3404"/>
                </a:moveTo>
                <a:lnTo>
                  <a:pt x="5540" y="5214"/>
                </a:lnTo>
                <a:cubicBezTo>
                  <a:pt x="5540" y="5929"/>
                  <a:pt x="4956" y="6417"/>
                  <a:pt x="4335" y="6417"/>
                </a:cubicBezTo>
                <a:cubicBezTo>
                  <a:pt x="4139" y="6417"/>
                  <a:pt x="3940" y="6368"/>
                  <a:pt x="3754" y="6262"/>
                </a:cubicBezTo>
                <a:cubicBezTo>
                  <a:pt x="3992" y="6000"/>
                  <a:pt x="4170" y="5607"/>
                  <a:pt x="4170" y="5214"/>
                </a:cubicBezTo>
                <a:lnTo>
                  <a:pt x="4170" y="3404"/>
                </a:lnTo>
                <a:close/>
                <a:moveTo>
                  <a:pt x="2777" y="6738"/>
                </a:moveTo>
                <a:lnTo>
                  <a:pt x="2777" y="10096"/>
                </a:lnTo>
                <a:lnTo>
                  <a:pt x="2551" y="10096"/>
                </a:lnTo>
                <a:lnTo>
                  <a:pt x="2551" y="6738"/>
                </a:lnTo>
                <a:close/>
                <a:moveTo>
                  <a:pt x="2980" y="10429"/>
                </a:moveTo>
                <a:lnTo>
                  <a:pt x="3087" y="10703"/>
                </a:lnTo>
                <a:lnTo>
                  <a:pt x="2242" y="10703"/>
                </a:lnTo>
                <a:lnTo>
                  <a:pt x="2349" y="10429"/>
                </a:lnTo>
                <a:close/>
                <a:moveTo>
                  <a:pt x="4682" y="10429"/>
                </a:moveTo>
                <a:lnTo>
                  <a:pt x="4790" y="10703"/>
                </a:lnTo>
                <a:lnTo>
                  <a:pt x="3956" y="10703"/>
                </a:lnTo>
                <a:lnTo>
                  <a:pt x="4051" y="10429"/>
                </a:lnTo>
                <a:close/>
                <a:moveTo>
                  <a:pt x="6341" y="0"/>
                </a:moveTo>
                <a:cubicBezTo>
                  <a:pt x="6305" y="0"/>
                  <a:pt x="6268" y="4"/>
                  <a:pt x="6230" y="11"/>
                </a:cubicBezTo>
                <a:cubicBezTo>
                  <a:pt x="5814" y="83"/>
                  <a:pt x="5397" y="130"/>
                  <a:pt x="4980" y="154"/>
                </a:cubicBezTo>
                <a:cubicBezTo>
                  <a:pt x="4882" y="66"/>
                  <a:pt x="4752" y="2"/>
                  <a:pt x="4616" y="2"/>
                </a:cubicBezTo>
                <a:cubicBezTo>
                  <a:pt x="4587" y="2"/>
                  <a:pt x="4557" y="5"/>
                  <a:pt x="4528" y="11"/>
                </a:cubicBezTo>
                <a:cubicBezTo>
                  <a:pt x="3903" y="118"/>
                  <a:pt x="3277" y="172"/>
                  <a:pt x="2652" y="172"/>
                </a:cubicBezTo>
                <a:cubicBezTo>
                  <a:pt x="2027" y="172"/>
                  <a:pt x="1402" y="118"/>
                  <a:pt x="777" y="11"/>
                </a:cubicBezTo>
                <a:cubicBezTo>
                  <a:pt x="741" y="4"/>
                  <a:pt x="706" y="0"/>
                  <a:pt x="672" y="0"/>
                </a:cubicBezTo>
                <a:cubicBezTo>
                  <a:pt x="274" y="0"/>
                  <a:pt x="0" y="483"/>
                  <a:pt x="241" y="845"/>
                </a:cubicBezTo>
                <a:cubicBezTo>
                  <a:pt x="420" y="1095"/>
                  <a:pt x="658" y="1059"/>
                  <a:pt x="1134" y="1142"/>
                </a:cubicBezTo>
                <a:lnTo>
                  <a:pt x="1134" y="4024"/>
                </a:lnTo>
                <a:cubicBezTo>
                  <a:pt x="1134" y="4119"/>
                  <a:pt x="1218" y="4190"/>
                  <a:pt x="1301" y="4190"/>
                </a:cubicBezTo>
                <a:cubicBezTo>
                  <a:pt x="1396" y="4190"/>
                  <a:pt x="1468" y="4119"/>
                  <a:pt x="1468" y="4024"/>
                </a:cubicBezTo>
                <a:lnTo>
                  <a:pt x="1468" y="3416"/>
                </a:lnTo>
                <a:lnTo>
                  <a:pt x="3861" y="3416"/>
                </a:lnTo>
                <a:cubicBezTo>
                  <a:pt x="3849" y="5452"/>
                  <a:pt x="3885" y="5274"/>
                  <a:pt x="3801" y="5583"/>
                </a:cubicBezTo>
                <a:cubicBezTo>
                  <a:pt x="3620" y="6164"/>
                  <a:pt x="3154" y="6426"/>
                  <a:pt x="2686" y="6426"/>
                </a:cubicBezTo>
                <a:cubicBezTo>
                  <a:pt x="2079" y="6426"/>
                  <a:pt x="1468" y="5986"/>
                  <a:pt x="1468" y="5226"/>
                </a:cubicBezTo>
                <a:lnTo>
                  <a:pt x="1468" y="4893"/>
                </a:lnTo>
                <a:cubicBezTo>
                  <a:pt x="1468" y="4798"/>
                  <a:pt x="1384" y="4726"/>
                  <a:pt x="1301" y="4726"/>
                </a:cubicBezTo>
                <a:cubicBezTo>
                  <a:pt x="1206" y="4726"/>
                  <a:pt x="1134" y="4798"/>
                  <a:pt x="1134" y="4893"/>
                </a:cubicBezTo>
                <a:lnTo>
                  <a:pt x="1134" y="5214"/>
                </a:lnTo>
                <a:cubicBezTo>
                  <a:pt x="1134" y="5881"/>
                  <a:pt x="1575" y="6476"/>
                  <a:pt x="2218" y="6679"/>
                </a:cubicBezTo>
                <a:lnTo>
                  <a:pt x="2218" y="10096"/>
                </a:lnTo>
                <a:cubicBezTo>
                  <a:pt x="2146" y="10096"/>
                  <a:pt x="2087" y="10143"/>
                  <a:pt x="2075" y="10203"/>
                </a:cubicBezTo>
                <a:lnTo>
                  <a:pt x="1861" y="10810"/>
                </a:lnTo>
                <a:cubicBezTo>
                  <a:pt x="1837" y="10917"/>
                  <a:pt x="1908" y="11024"/>
                  <a:pt x="2015" y="11024"/>
                </a:cubicBezTo>
                <a:lnTo>
                  <a:pt x="3313" y="11024"/>
                </a:lnTo>
                <a:cubicBezTo>
                  <a:pt x="3408" y="11024"/>
                  <a:pt x="3504" y="10917"/>
                  <a:pt x="3456" y="10810"/>
                </a:cubicBezTo>
                <a:lnTo>
                  <a:pt x="3254" y="10203"/>
                </a:lnTo>
                <a:cubicBezTo>
                  <a:pt x="3230" y="10143"/>
                  <a:pt x="3158" y="10096"/>
                  <a:pt x="3099" y="10096"/>
                </a:cubicBezTo>
                <a:lnTo>
                  <a:pt x="3099" y="6679"/>
                </a:lnTo>
                <a:cubicBezTo>
                  <a:pt x="3254" y="6631"/>
                  <a:pt x="3385" y="6572"/>
                  <a:pt x="3516" y="6476"/>
                </a:cubicBezTo>
                <a:cubicBezTo>
                  <a:pt x="3647" y="6572"/>
                  <a:pt x="3789" y="6631"/>
                  <a:pt x="3932" y="6679"/>
                </a:cubicBezTo>
                <a:lnTo>
                  <a:pt x="3932" y="10096"/>
                </a:lnTo>
                <a:cubicBezTo>
                  <a:pt x="3861" y="10096"/>
                  <a:pt x="3801" y="10143"/>
                  <a:pt x="3789" y="10203"/>
                </a:cubicBezTo>
                <a:lnTo>
                  <a:pt x="3575" y="10810"/>
                </a:lnTo>
                <a:cubicBezTo>
                  <a:pt x="3528" y="10917"/>
                  <a:pt x="3623" y="11024"/>
                  <a:pt x="3730" y="11024"/>
                </a:cubicBezTo>
                <a:lnTo>
                  <a:pt x="5016" y="11024"/>
                </a:lnTo>
                <a:cubicBezTo>
                  <a:pt x="5123" y="11024"/>
                  <a:pt x="5218" y="10917"/>
                  <a:pt x="5171" y="10810"/>
                </a:cubicBezTo>
                <a:lnTo>
                  <a:pt x="4956" y="10203"/>
                </a:lnTo>
                <a:cubicBezTo>
                  <a:pt x="4921" y="10096"/>
                  <a:pt x="4813" y="10096"/>
                  <a:pt x="4813" y="10096"/>
                </a:cubicBezTo>
                <a:lnTo>
                  <a:pt x="4813" y="8429"/>
                </a:lnTo>
                <a:cubicBezTo>
                  <a:pt x="4813" y="8346"/>
                  <a:pt x="4742" y="8262"/>
                  <a:pt x="4647" y="8262"/>
                </a:cubicBezTo>
                <a:cubicBezTo>
                  <a:pt x="4563" y="8262"/>
                  <a:pt x="4480" y="8346"/>
                  <a:pt x="4480" y="8429"/>
                </a:cubicBezTo>
                <a:lnTo>
                  <a:pt x="4480" y="10096"/>
                </a:lnTo>
                <a:lnTo>
                  <a:pt x="4266" y="10096"/>
                </a:lnTo>
                <a:lnTo>
                  <a:pt x="4266" y="6738"/>
                </a:lnTo>
                <a:lnTo>
                  <a:pt x="4480" y="6738"/>
                </a:lnTo>
                <a:lnTo>
                  <a:pt x="4480" y="7643"/>
                </a:lnTo>
                <a:cubicBezTo>
                  <a:pt x="4480" y="7726"/>
                  <a:pt x="4563" y="7810"/>
                  <a:pt x="4647" y="7810"/>
                </a:cubicBezTo>
                <a:cubicBezTo>
                  <a:pt x="4742" y="7810"/>
                  <a:pt x="4813" y="7726"/>
                  <a:pt x="4813" y="7643"/>
                </a:cubicBezTo>
                <a:lnTo>
                  <a:pt x="4813" y="6679"/>
                </a:lnTo>
                <a:cubicBezTo>
                  <a:pt x="5456" y="6476"/>
                  <a:pt x="5897" y="5881"/>
                  <a:pt x="5897" y="5214"/>
                </a:cubicBezTo>
                <a:lnTo>
                  <a:pt x="5897" y="1118"/>
                </a:lnTo>
                <a:cubicBezTo>
                  <a:pt x="6373" y="1059"/>
                  <a:pt x="6611" y="1083"/>
                  <a:pt x="6790" y="821"/>
                </a:cubicBezTo>
                <a:cubicBezTo>
                  <a:pt x="7009" y="481"/>
                  <a:pt x="6754" y="0"/>
                  <a:pt x="63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81" name="Google Shape;9981;p63"/>
          <p:cNvGrpSpPr/>
          <p:nvPr/>
        </p:nvGrpSpPr>
        <p:grpSpPr>
          <a:xfrm>
            <a:off x="7141900" y="3168204"/>
            <a:ext cx="281057" cy="351010"/>
            <a:chOff x="7141900" y="3349204"/>
            <a:chExt cx="281057" cy="351010"/>
          </a:xfrm>
        </p:grpSpPr>
        <p:sp>
          <p:nvSpPr>
            <p:cNvPr id="9982" name="Google Shape;9982;p63"/>
            <p:cNvSpPr/>
            <p:nvPr/>
          </p:nvSpPr>
          <p:spPr>
            <a:xfrm>
              <a:off x="7191944" y="3636186"/>
              <a:ext cx="66418" cy="37111"/>
            </a:xfrm>
            <a:custGeom>
              <a:avLst/>
              <a:gdLst/>
              <a:ahLst/>
              <a:cxnLst/>
              <a:rect l="l" t="t" r="r" b="b"/>
              <a:pathLst>
                <a:path w="2085" h="1165" extrusionOk="0">
                  <a:moveTo>
                    <a:pt x="594" y="0"/>
                  </a:moveTo>
                  <a:cubicBezTo>
                    <a:pt x="326" y="0"/>
                    <a:pt x="141" y="66"/>
                    <a:pt x="132" y="66"/>
                  </a:cubicBezTo>
                  <a:cubicBezTo>
                    <a:pt x="49" y="90"/>
                    <a:pt x="1" y="185"/>
                    <a:pt x="25" y="268"/>
                  </a:cubicBezTo>
                  <a:cubicBezTo>
                    <a:pt x="52" y="342"/>
                    <a:pt x="116" y="387"/>
                    <a:pt x="182" y="387"/>
                  </a:cubicBezTo>
                  <a:cubicBezTo>
                    <a:pt x="201" y="387"/>
                    <a:pt x="220" y="383"/>
                    <a:pt x="239" y="375"/>
                  </a:cubicBezTo>
                  <a:cubicBezTo>
                    <a:pt x="253" y="371"/>
                    <a:pt x="394" y="325"/>
                    <a:pt x="594" y="325"/>
                  </a:cubicBezTo>
                  <a:cubicBezTo>
                    <a:pt x="924" y="325"/>
                    <a:pt x="1415" y="448"/>
                    <a:pt x="1763" y="1078"/>
                  </a:cubicBezTo>
                  <a:cubicBezTo>
                    <a:pt x="1778" y="1138"/>
                    <a:pt x="1826" y="1165"/>
                    <a:pt x="1880" y="1165"/>
                  </a:cubicBezTo>
                  <a:cubicBezTo>
                    <a:pt x="1912" y="1165"/>
                    <a:pt x="1946" y="1155"/>
                    <a:pt x="1977" y="1137"/>
                  </a:cubicBezTo>
                  <a:cubicBezTo>
                    <a:pt x="2049" y="1090"/>
                    <a:pt x="2084" y="994"/>
                    <a:pt x="2037" y="911"/>
                  </a:cubicBezTo>
                  <a:cubicBezTo>
                    <a:pt x="1680" y="280"/>
                    <a:pt x="1192" y="78"/>
                    <a:pt x="834" y="18"/>
                  </a:cubicBezTo>
                  <a:cubicBezTo>
                    <a:pt x="749" y="5"/>
                    <a:pt x="668"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63"/>
            <p:cNvSpPr/>
            <p:nvPr/>
          </p:nvSpPr>
          <p:spPr>
            <a:xfrm>
              <a:off x="7311432" y="3636886"/>
              <a:ext cx="66386" cy="36538"/>
            </a:xfrm>
            <a:custGeom>
              <a:avLst/>
              <a:gdLst/>
              <a:ahLst/>
              <a:cxnLst/>
              <a:rect l="l" t="t" r="r" b="b"/>
              <a:pathLst>
                <a:path w="2084" h="1147" extrusionOk="0">
                  <a:moveTo>
                    <a:pt x="1506" y="0"/>
                  </a:moveTo>
                  <a:cubicBezTo>
                    <a:pt x="1427" y="0"/>
                    <a:pt x="1341" y="6"/>
                    <a:pt x="1251" y="20"/>
                  </a:cubicBezTo>
                  <a:cubicBezTo>
                    <a:pt x="893" y="56"/>
                    <a:pt x="405" y="258"/>
                    <a:pt x="48" y="913"/>
                  </a:cubicBezTo>
                  <a:cubicBezTo>
                    <a:pt x="0" y="984"/>
                    <a:pt x="36" y="1092"/>
                    <a:pt x="108" y="1127"/>
                  </a:cubicBezTo>
                  <a:cubicBezTo>
                    <a:pt x="132" y="1140"/>
                    <a:pt x="161" y="1146"/>
                    <a:pt x="190" y="1146"/>
                  </a:cubicBezTo>
                  <a:cubicBezTo>
                    <a:pt x="244" y="1146"/>
                    <a:pt x="298" y="1122"/>
                    <a:pt x="322" y="1068"/>
                  </a:cubicBezTo>
                  <a:cubicBezTo>
                    <a:pt x="666" y="445"/>
                    <a:pt x="1145" y="318"/>
                    <a:pt x="1474" y="318"/>
                  </a:cubicBezTo>
                  <a:cubicBezTo>
                    <a:pt x="1680" y="318"/>
                    <a:pt x="1827" y="368"/>
                    <a:pt x="1846" y="377"/>
                  </a:cubicBezTo>
                  <a:cubicBezTo>
                    <a:pt x="1862" y="381"/>
                    <a:pt x="1879" y="383"/>
                    <a:pt x="1894" y="383"/>
                  </a:cubicBezTo>
                  <a:cubicBezTo>
                    <a:pt x="1969" y="383"/>
                    <a:pt x="2031" y="339"/>
                    <a:pt x="2060" y="270"/>
                  </a:cubicBezTo>
                  <a:cubicBezTo>
                    <a:pt x="2084" y="175"/>
                    <a:pt x="2036" y="91"/>
                    <a:pt x="1953" y="56"/>
                  </a:cubicBezTo>
                  <a:cubicBezTo>
                    <a:pt x="1935" y="56"/>
                    <a:pt x="1758" y="0"/>
                    <a:pt x="1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63"/>
            <p:cNvSpPr/>
            <p:nvPr/>
          </p:nvSpPr>
          <p:spPr>
            <a:xfrm>
              <a:off x="7141900" y="3349204"/>
              <a:ext cx="281057" cy="351010"/>
            </a:xfrm>
            <a:custGeom>
              <a:avLst/>
              <a:gdLst/>
              <a:ahLst/>
              <a:cxnLst/>
              <a:rect l="l" t="t" r="r" b="b"/>
              <a:pathLst>
                <a:path w="8823" h="11019" extrusionOk="0">
                  <a:moveTo>
                    <a:pt x="4492" y="1"/>
                  </a:moveTo>
                  <a:cubicBezTo>
                    <a:pt x="3595" y="1"/>
                    <a:pt x="2879" y="679"/>
                    <a:pt x="2774" y="1550"/>
                  </a:cubicBezTo>
                  <a:lnTo>
                    <a:pt x="2512" y="3955"/>
                  </a:lnTo>
                  <a:cubicBezTo>
                    <a:pt x="2512" y="4050"/>
                    <a:pt x="2572" y="4122"/>
                    <a:pt x="2655" y="4134"/>
                  </a:cubicBezTo>
                  <a:cubicBezTo>
                    <a:pt x="2751" y="4134"/>
                    <a:pt x="2822" y="4074"/>
                    <a:pt x="2834" y="3991"/>
                  </a:cubicBezTo>
                  <a:lnTo>
                    <a:pt x="3108" y="1574"/>
                  </a:lnTo>
                  <a:cubicBezTo>
                    <a:pt x="3179" y="859"/>
                    <a:pt x="3775" y="312"/>
                    <a:pt x="4489" y="312"/>
                  </a:cubicBezTo>
                  <a:cubicBezTo>
                    <a:pt x="5239" y="312"/>
                    <a:pt x="5811" y="871"/>
                    <a:pt x="5894" y="1574"/>
                  </a:cubicBezTo>
                  <a:lnTo>
                    <a:pt x="6382" y="5896"/>
                  </a:lnTo>
                  <a:cubicBezTo>
                    <a:pt x="6406" y="6170"/>
                    <a:pt x="6584" y="6396"/>
                    <a:pt x="6846" y="6503"/>
                  </a:cubicBezTo>
                  <a:cubicBezTo>
                    <a:pt x="7894" y="6908"/>
                    <a:pt x="8430" y="8170"/>
                    <a:pt x="7858" y="9134"/>
                  </a:cubicBezTo>
                  <a:cubicBezTo>
                    <a:pt x="7585" y="9587"/>
                    <a:pt x="7168" y="9837"/>
                    <a:pt x="6561" y="9908"/>
                  </a:cubicBezTo>
                  <a:cubicBezTo>
                    <a:pt x="6322" y="9944"/>
                    <a:pt x="6132" y="10027"/>
                    <a:pt x="5977" y="10194"/>
                  </a:cubicBezTo>
                  <a:cubicBezTo>
                    <a:pt x="5668" y="10521"/>
                    <a:pt x="5072" y="10685"/>
                    <a:pt x="4478" y="10685"/>
                  </a:cubicBezTo>
                  <a:cubicBezTo>
                    <a:pt x="3885" y="10685"/>
                    <a:pt x="3292" y="10521"/>
                    <a:pt x="2989" y="10194"/>
                  </a:cubicBezTo>
                  <a:cubicBezTo>
                    <a:pt x="2834" y="10039"/>
                    <a:pt x="2632" y="9944"/>
                    <a:pt x="2405" y="9908"/>
                  </a:cubicBezTo>
                  <a:cubicBezTo>
                    <a:pt x="1798" y="9837"/>
                    <a:pt x="1381" y="9587"/>
                    <a:pt x="1108" y="9134"/>
                  </a:cubicBezTo>
                  <a:cubicBezTo>
                    <a:pt x="548" y="8170"/>
                    <a:pt x="1072" y="6908"/>
                    <a:pt x="2120" y="6503"/>
                  </a:cubicBezTo>
                  <a:cubicBezTo>
                    <a:pt x="2382" y="6396"/>
                    <a:pt x="2560" y="6158"/>
                    <a:pt x="2584" y="5896"/>
                  </a:cubicBezTo>
                  <a:lnTo>
                    <a:pt x="2703" y="4824"/>
                  </a:lnTo>
                  <a:cubicBezTo>
                    <a:pt x="2703" y="4729"/>
                    <a:pt x="2643" y="4658"/>
                    <a:pt x="2560" y="4646"/>
                  </a:cubicBezTo>
                  <a:cubicBezTo>
                    <a:pt x="2465" y="4646"/>
                    <a:pt x="2393" y="4705"/>
                    <a:pt x="2382" y="4789"/>
                  </a:cubicBezTo>
                  <a:lnTo>
                    <a:pt x="2262" y="5860"/>
                  </a:lnTo>
                  <a:cubicBezTo>
                    <a:pt x="2239" y="6027"/>
                    <a:pt x="2155" y="6146"/>
                    <a:pt x="2001" y="6205"/>
                  </a:cubicBezTo>
                  <a:cubicBezTo>
                    <a:pt x="0" y="6979"/>
                    <a:pt x="60" y="9956"/>
                    <a:pt x="2382" y="10242"/>
                  </a:cubicBezTo>
                  <a:cubicBezTo>
                    <a:pt x="2524" y="10253"/>
                    <a:pt x="2655" y="10313"/>
                    <a:pt x="2751" y="10420"/>
                  </a:cubicBezTo>
                  <a:cubicBezTo>
                    <a:pt x="3120" y="10819"/>
                    <a:pt x="3801" y="11018"/>
                    <a:pt x="4483" y="11018"/>
                  </a:cubicBezTo>
                  <a:cubicBezTo>
                    <a:pt x="5165" y="11018"/>
                    <a:pt x="5846" y="10819"/>
                    <a:pt x="6215" y="10420"/>
                  </a:cubicBezTo>
                  <a:cubicBezTo>
                    <a:pt x="6311" y="10325"/>
                    <a:pt x="6442" y="10253"/>
                    <a:pt x="6584" y="10242"/>
                  </a:cubicBezTo>
                  <a:cubicBezTo>
                    <a:pt x="8287" y="10039"/>
                    <a:pt x="8823" y="8348"/>
                    <a:pt x="8097" y="7158"/>
                  </a:cubicBezTo>
                  <a:cubicBezTo>
                    <a:pt x="7811" y="6705"/>
                    <a:pt x="7442" y="6384"/>
                    <a:pt x="6965" y="6205"/>
                  </a:cubicBezTo>
                  <a:cubicBezTo>
                    <a:pt x="6823" y="6146"/>
                    <a:pt x="6727" y="6027"/>
                    <a:pt x="6703" y="5860"/>
                  </a:cubicBezTo>
                  <a:lnTo>
                    <a:pt x="6215" y="1550"/>
                  </a:lnTo>
                  <a:cubicBezTo>
                    <a:pt x="6108" y="693"/>
                    <a:pt x="5418" y="26"/>
                    <a:pt x="4560" y="2"/>
                  </a:cubicBezTo>
                  <a:cubicBezTo>
                    <a:pt x="4537" y="1"/>
                    <a:pt x="4514" y="1"/>
                    <a:pt x="44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5" name="Google Shape;9985;p63"/>
          <p:cNvGrpSpPr/>
          <p:nvPr/>
        </p:nvGrpSpPr>
        <p:grpSpPr>
          <a:xfrm>
            <a:off x="5314188" y="3169032"/>
            <a:ext cx="363752" cy="353113"/>
            <a:chOff x="5314188" y="3350032"/>
            <a:chExt cx="363752" cy="353113"/>
          </a:xfrm>
        </p:grpSpPr>
        <p:sp>
          <p:nvSpPr>
            <p:cNvPr id="9986" name="Google Shape;9986;p63"/>
            <p:cNvSpPr/>
            <p:nvPr/>
          </p:nvSpPr>
          <p:spPr>
            <a:xfrm>
              <a:off x="5314188" y="3350032"/>
              <a:ext cx="363752" cy="353113"/>
            </a:xfrm>
            <a:custGeom>
              <a:avLst/>
              <a:gdLst/>
              <a:ahLst/>
              <a:cxnLst/>
              <a:rect l="l" t="t" r="r" b="b"/>
              <a:pathLst>
                <a:path w="11419" h="11085" extrusionOk="0">
                  <a:moveTo>
                    <a:pt x="8334" y="2667"/>
                  </a:moveTo>
                  <a:cubicBezTo>
                    <a:pt x="8394" y="2667"/>
                    <a:pt x="8453" y="2727"/>
                    <a:pt x="8453" y="2786"/>
                  </a:cubicBezTo>
                  <a:lnTo>
                    <a:pt x="8453" y="2869"/>
                  </a:lnTo>
                  <a:cubicBezTo>
                    <a:pt x="8453" y="2929"/>
                    <a:pt x="8394" y="2988"/>
                    <a:pt x="8334" y="2988"/>
                  </a:cubicBezTo>
                  <a:lnTo>
                    <a:pt x="6846" y="2988"/>
                  </a:lnTo>
                  <a:cubicBezTo>
                    <a:pt x="6787" y="2988"/>
                    <a:pt x="6727" y="2953"/>
                    <a:pt x="6727" y="2869"/>
                  </a:cubicBezTo>
                  <a:lnTo>
                    <a:pt x="6727" y="2786"/>
                  </a:lnTo>
                  <a:cubicBezTo>
                    <a:pt x="6727" y="2727"/>
                    <a:pt x="6787" y="2667"/>
                    <a:pt x="6846" y="2667"/>
                  </a:cubicBezTo>
                  <a:close/>
                  <a:moveTo>
                    <a:pt x="9608" y="3810"/>
                  </a:moveTo>
                  <a:cubicBezTo>
                    <a:pt x="10501" y="3810"/>
                    <a:pt x="10990" y="4858"/>
                    <a:pt x="10442" y="5536"/>
                  </a:cubicBezTo>
                  <a:cubicBezTo>
                    <a:pt x="10406" y="5530"/>
                    <a:pt x="10394" y="5530"/>
                    <a:pt x="10202" y="5530"/>
                  </a:cubicBezTo>
                  <a:cubicBezTo>
                    <a:pt x="10010" y="5530"/>
                    <a:pt x="9638" y="5530"/>
                    <a:pt x="8882" y="5525"/>
                  </a:cubicBezTo>
                  <a:cubicBezTo>
                    <a:pt x="8846" y="5525"/>
                    <a:pt x="8823" y="5525"/>
                    <a:pt x="8799" y="5536"/>
                  </a:cubicBezTo>
                  <a:cubicBezTo>
                    <a:pt x="8239" y="4858"/>
                    <a:pt x="8715" y="3810"/>
                    <a:pt x="9608" y="3810"/>
                  </a:cubicBezTo>
                  <a:close/>
                  <a:moveTo>
                    <a:pt x="4370" y="441"/>
                  </a:moveTo>
                  <a:lnTo>
                    <a:pt x="4953" y="464"/>
                  </a:lnTo>
                  <a:cubicBezTo>
                    <a:pt x="5382" y="464"/>
                    <a:pt x="5739" y="822"/>
                    <a:pt x="5739" y="1250"/>
                  </a:cubicBezTo>
                  <a:lnTo>
                    <a:pt x="5739" y="4941"/>
                  </a:lnTo>
                  <a:cubicBezTo>
                    <a:pt x="5739" y="5370"/>
                    <a:pt x="5382" y="5727"/>
                    <a:pt x="4953" y="5727"/>
                  </a:cubicBezTo>
                  <a:lnTo>
                    <a:pt x="4370" y="5727"/>
                  </a:lnTo>
                  <a:cubicBezTo>
                    <a:pt x="4382" y="5667"/>
                    <a:pt x="4405" y="5620"/>
                    <a:pt x="4405" y="5560"/>
                  </a:cubicBezTo>
                  <a:cubicBezTo>
                    <a:pt x="4393" y="381"/>
                    <a:pt x="4417" y="607"/>
                    <a:pt x="4370" y="441"/>
                  </a:cubicBezTo>
                  <a:close/>
                  <a:moveTo>
                    <a:pt x="10358" y="5870"/>
                  </a:moveTo>
                  <a:cubicBezTo>
                    <a:pt x="10418" y="5870"/>
                    <a:pt x="10478" y="5929"/>
                    <a:pt x="10478" y="5989"/>
                  </a:cubicBezTo>
                  <a:lnTo>
                    <a:pt x="10478" y="6072"/>
                  </a:lnTo>
                  <a:cubicBezTo>
                    <a:pt x="10478" y="6132"/>
                    <a:pt x="10418" y="6191"/>
                    <a:pt x="10358" y="6191"/>
                  </a:cubicBezTo>
                  <a:lnTo>
                    <a:pt x="8870" y="6191"/>
                  </a:lnTo>
                  <a:cubicBezTo>
                    <a:pt x="8811" y="6191"/>
                    <a:pt x="8751" y="6132"/>
                    <a:pt x="8751" y="6072"/>
                  </a:cubicBezTo>
                  <a:lnTo>
                    <a:pt x="8751" y="5989"/>
                  </a:lnTo>
                  <a:cubicBezTo>
                    <a:pt x="8751" y="5929"/>
                    <a:pt x="8811" y="5870"/>
                    <a:pt x="8870" y="5870"/>
                  </a:cubicBezTo>
                  <a:close/>
                  <a:moveTo>
                    <a:pt x="7584" y="0"/>
                  </a:moveTo>
                  <a:cubicBezTo>
                    <a:pt x="6918" y="0"/>
                    <a:pt x="6370" y="643"/>
                    <a:pt x="6370" y="1441"/>
                  </a:cubicBezTo>
                  <a:cubicBezTo>
                    <a:pt x="6370" y="1715"/>
                    <a:pt x="6441" y="2143"/>
                    <a:pt x="6584" y="2441"/>
                  </a:cubicBezTo>
                  <a:cubicBezTo>
                    <a:pt x="6489" y="2512"/>
                    <a:pt x="6406" y="2643"/>
                    <a:pt x="6406" y="2786"/>
                  </a:cubicBezTo>
                  <a:lnTo>
                    <a:pt x="6406" y="2869"/>
                  </a:lnTo>
                  <a:cubicBezTo>
                    <a:pt x="6406" y="3108"/>
                    <a:pt x="6608" y="3322"/>
                    <a:pt x="6858" y="3322"/>
                  </a:cubicBezTo>
                  <a:lnTo>
                    <a:pt x="7441" y="3322"/>
                  </a:lnTo>
                  <a:lnTo>
                    <a:pt x="7441" y="7953"/>
                  </a:lnTo>
                  <a:cubicBezTo>
                    <a:pt x="7441" y="8465"/>
                    <a:pt x="7025" y="8882"/>
                    <a:pt x="6501" y="8882"/>
                  </a:cubicBezTo>
                  <a:lnTo>
                    <a:pt x="5656" y="8882"/>
                  </a:lnTo>
                  <a:cubicBezTo>
                    <a:pt x="5132" y="8882"/>
                    <a:pt x="4715" y="8465"/>
                    <a:pt x="4715" y="7953"/>
                  </a:cubicBezTo>
                  <a:lnTo>
                    <a:pt x="4715" y="6060"/>
                  </a:lnTo>
                  <a:lnTo>
                    <a:pt x="4977" y="6060"/>
                  </a:lnTo>
                  <a:cubicBezTo>
                    <a:pt x="5596" y="6060"/>
                    <a:pt x="6096" y="5548"/>
                    <a:pt x="6096" y="4941"/>
                  </a:cubicBezTo>
                  <a:lnTo>
                    <a:pt x="6096" y="1250"/>
                  </a:lnTo>
                  <a:cubicBezTo>
                    <a:pt x="6096" y="643"/>
                    <a:pt x="5596" y="131"/>
                    <a:pt x="4977" y="131"/>
                  </a:cubicBezTo>
                  <a:lnTo>
                    <a:pt x="4167" y="131"/>
                  </a:lnTo>
                  <a:cubicBezTo>
                    <a:pt x="4060" y="60"/>
                    <a:pt x="3953" y="12"/>
                    <a:pt x="3822" y="12"/>
                  </a:cubicBezTo>
                  <a:lnTo>
                    <a:pt x="2334" y="12"/>
                  </a:lnTo>
                  <a:cubicBezTo>
                    <a:pt x="2250" y="12"/>
                    <a:pt x="2167" y="95"/>
                    <a:pt x="2167" y="179"/>
                  </a:cubicBezTo>
                  <a:cubicBezTo>
                    <a:pt x="2167" y="274"/>
                    <a:pt x="2250" y="345"/>
                    <a:pt x="2334" y="345"/>
                  </a:cubicBezTo>
                  <a:lnTo>
                    <a:pt x="3822" y="345"/>
                  </a:lnTo>
                  <a:cubicBezTo>
                    <a:pt x="4001" y="345"/>
                    <a:pt x="4120" y="488"/>
                    <a:pt x="4120" y="643"/>
                  </a:cubicBezTo>
                  <a:cubicBezTo>
                    <a:pt x="4108" y="6108"/>
                    <a:pt x="4143" y="5596"/>
                    <a:pt x="4072" y="5715"/>
                  </a:cubicBezTo>
                  <a:cubicBezTo>
                    <a:pt x="4012" y="5822"/>
                    <a:pt x="3917" y="5882"/>
                    <a:pt x="3822" y="5882"/>
                  </a:cubicBezTo>
                  <a:lnTo>
                    <a:pt x="1107" y="5882"/>
                  </a:lnTo>
                  <a:cubicBezTo>
                    <a:pt x="679" y="5882"/>
                    <a:pt x="322" y="5525"/>
                    <a:pt x="322" y="5096"/>
                  </a:cubicBezTo>
                  <a:lnTo>
                    <a:pt x="322" y="1167"/>
                  </a:lnTo>
                  <a:cubicBezTo>
                    <a:pt x="322" y="726"/>
                    <a:pt x="679" y="369"/>
                    <a:pt x="1107" y="369"/>
                  </a:cubicBezTo>
                  <a:lnTo>
                    <a:pt x="1524" y="369"/>
                  </a:lnTo>
                  <a:cubicBezTo>
                    <a:pt x="1619" y="369"/>
                    <a:pt x="1691" y="298"/>
                    <a:pt x="1691" y="214"/>
                  </a:cubicBezTo>
                  <a:cubicBezTo>
                    <a:pt x="1691" y="119"/>
                    <a:pt x="1619" y="48"/>
                    <a:pt x="1524" y="48"/>
                  </a:cubicBezTo>
                  <a:lnTo>
                    <a:pt x="1107" y="48"/>
                  </a:lnTo>
                  <a:cubicBezTo>
                    <a:pt x="500" y="48"/>
                    <a:pt x="0" y="548"/>
                    <a:pt x="0" y="1167"/>
                  </a:cubicBezTo>
                  <a:lnTo>
                    <a:pt x="0" y="5108"/>
                  </a:lnTo>
                  <a:cubicBezTo>
                    <a:pt x="0" y="5715"/>
                    <a:pt x="500" y="6227"/>
                    <a:pt x="1107" y="6227"/>
                  </a:cubicBezTo>
                  <a:lnTo>
                    <a:pt x="2048" y="6227"/>
                  </a:lnTo>
                  <a:lnTo>
                    <a:pt x="2048" y="9275"/>
                  </a:lnTo>
                  <a:cubicBezTo>
                    <a:pt x="2048" y="10275"/>
                    <a:pt x="2869" y="11085"/>
                    <a:pt x="3870" y="11085"/>
                  </a:cubicBezTo>
                  <a:lnTo>
                    <a:pt x="7977" y="11085"/>
                  </a:lnTo>
                  <a:cubicBezTo>
                    <a:pt x="8965" y="11085"/>
                    <a:pt x="9787" y="10275"/>
                    <a:pt x="9787" y="9275"/>
                  </a:cubicBezTo>
                  <a:lnTo>
                    <a:pt x="9787" y="6548"/>
                  </a:lnTo>
                  <a:lnTo>
                    <a:pt x="10370" y="6548"/>
                  </a:lnTo>
                  <a:cubicBezTo>
                    <a:pt x="10609" y="6548"/>
                    <a:pt x="10811" y="6358"/>
                    <a:pt x="10811" y="6108"/>
                  </a:cubicBezTo>
                  <a:cubicBezTo>
                    <a:pt x="10811" y="6048"/>
                    <a:pt x="10847" y="5929"/>
                    <a:pt x="10728" y="5763"/>
                  </a:cubicBezTo>
                  <a:cubicBezTo>
                    <a:pt x="11418" y="4810"/>
                    <a:pt x="10763" y="3500"/>
                    <a:pt x="9608" y="3500"/>
                  </a:cubicBezTo>
                  <a:cubicBezTo>
                    <a:pt x="8465" y="3500"/>
                    <a:pt x="7811" y="4810"/>
                    <a:pt x="8525" y="5727"/>
                  </a:cubicBezTo>
                  <a:cubicBezTo>
                    <a:pt x="8406" y="5894"/>
                    <a:pt x="8442" y="6025"/>
                    <a:pt x="8442" y="6072"/>
                  </a:cubicBezTo>
                  <a:cubicBezTo>
                    <a:pt x="8442" y="6310"/>
                    <a:pt x="8632" y="6525"/>
                    <a:pt x="8882" y="6525"/>
                  </a:cubicBezTo>
                  <a:lnTo>
                    <a:pt x="9466" y="6525"/>
                  </a:lnTo>
                  <a:lnTo>
                    <a:pt x="9466" y="9239"/>
                  </a:lnTo>
                  <a:cubicBezTo>
                    <a:pt x="9466" y="10061"/>
                    <a:pt x="8799" y="10728"/>
                    <a:pt x="7977" y="10728"/>
                  </a:cubicBezTo>
                  <a:lnTo>
                    <a:pt x="3858" y="10728"/>
                  </a:lnTo>
                  <a:cubicBezTo>
                    <a:pt x="3036" y="10728"/>
                    <a:pt x="2369" y="10061"/>
                    <a:pt x="2369" y="9239"/>
                  </a:cubicBezTo>
                  <a:lnTo>
                    <a:pt x="2369" y="6191"/>
                  </a:lnTo>
                  <a:lnTo>
                    <a:pt x="3810" y="6191"/>
                  </a:lnTo>
                  <a:cubicBezTo>
                    <a:pt x="3941" y="6191"/>
                    <a:pt x="4060" y="6132"/>
                    <a:pt x="4155" y="6072"/>
                  </a:cubicBezTo>
                  <a:lnTo>
                    <a:pt x="4370" y="6072"/>
                  </a:lnTo>
                  <a:lnTo>
                    <a:pt x="4370" y="7965"/>
                  </a:lnTo>
                  <a:cubicBezTo>
                    <a:pt x="4370" y="8668"/>
                    <a:pt x="4941" y="9227"/>
                    <a:pt x="5644" y="9227"/>
                  </a:cubicBezTo>
                  <a:lnTo>
                    <a:pt x="6489" y="9227"/>
                  </a:lnTo>
                  <a:cubicBezTo>
                    <a:pt x="7191" y="9227"/>
                    <a:pt x="7751" y="8668"/>
                    <a:pt x="7751" y="7965"/>
                  </a:cubicBezTo>
                  <a:lnTo>
                    <a:pt x="7751" y="3334"/>
                  </a:lnTo>
                  <a:lnTo>
                    <a:pt x="8334" y="3334"/>
                  </a:lnTo>
                  <a:cubicBezTo>
                    <a:pt x="8573" y="3334"/>
                    <a:pt x="8775" y="3143"/>
                    <a:pt x="8775" y="2893"/>
                  </a:cubicBezTo>
                  <a:lnTo>
                    <a:pt x="8775" y="2798"/>
                  </a:lnTo>
                  <a:cubicBezTo>
                    <a:pt x="8775" y="2667"/>
                    <a:pt x="8704" y="2548"/>
                    <a:pt x="8596" y="2453"/>
                  </a:cubicBezTo>
                  <a:cubicBezTo>
                    <a:pt x="8692" y="2262"/>
                    <a:pt x="8751" y="2036"/>
                    <a:pt x="8763" y="1905"/>
                  </a:cubicBezTo>
                  <a:cubicBezTo>
                    <a:pt x="8775" y="1810"/>
                    <a:pt x="8715" y="1726"/>
                    <a:pt x="8632" y="1715"/>
                  </a:cubicBezTo>
                  <a:cubicBezTo>
                    <a:pt x="8622" y="1713"/>
                    <a:pt x="8613" y="1713"/>
                    <a:pt x="8604" y="1713"/>
                  </a:cubicBezTo>
                  <a:cubicBezTo>
                    <a:pt x="8521" y="1713"/>
                    <a:pt x="8452" y="1760"/>
                    <a:pt x="8442" y="1845"/>
                  </a:cubicBezTo>
                  <a:cubicBezTo>
                    <a:pt x="8394" y="2048"/>
                    <a:pt x="8346" y="2238"/>
                    <a:pt x="8275" y="2346"/>
                  </a:cubicBezTo>
                  <a:lnTo>
                    <a:pt x="6870" y="2346"/>
                  </a:lnTo>
                  <a:cubicBezTo>
                    <a:pt x="6751" y="2143"/>
                    <a:pt x="6679" y="1726"/>
                    <a:pt x="6679" y="1441"/>
                  </a:cubicBezTo>
                  <a:cubicBezTo>
                    <a:pt x="6679" y="833"/>
                    <a:pt x="7084" y="321"/>
                    <a:pt x="7584" y="321"/>
                  </a:cubicBezTo>
                  <a:cubicBezTo>
                    <a:pt x="7989" y="321"/>
                    <a:pt x="8346" y="655"/>
                    <a:pt x="8453" y="1131"/>
                  </a:cubicBezTo>
                  <a:cubicBezTo>
                    <a:pt x="8464" y="1202"/>
                    <a:pt x="8534" y="1255"/>
                    <a:pt x="8606" y="1255"/>
                  </a:cubicBezTo>
                  <a:cubicBezTo>
                    <a:pt x="8619" y="1255"/>
                    <a:pt x="8631" y="1254"/>
                    <a:pt x="8644" y="1250"/>
                  </a:cubicBezTo>
                  <a:cubicBezTo>
                    <a:pt x="8727" y="1238"/>
                    <a:pt x="8799" y="1143"/>
                    <a:pt x="8763" y="1060"/>
                  </a:cubicBezTo>
                  <a:cubicBezTo>
                    <a:pt x="8608" y="429"/>
                    <a:pt x="8132" y="0"/>
                    <a:pt x="7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63"/>
            <p:cNvSpPr/>
            <p:nvPr/>
          </p:nvSpPr>
          <p:spPr>
            <a:xfrm>
              <a:off x="5615313" y="3481243"/>
              <a:ext cx="10289" cy="26567"/>
            </a:xfrm>
            <a:custGeom>
              <a:avLst/>
              <a:gdLst/>
              <a:ahLst/>
              <a:cxnLst/>
              <a:rect l="l" t="t" r="r" b="b"/>
              <a:pathLst>
                <a:path w="323" h="834" extrusionOk="0">
                  <a:moveTo>
                    <a:pt x="155" y="1"/>
                  </a:moveTo>
                  <a:cubicBezTo>
                    <a:pt x="72" y="1"/>
                    <a:pt x="1" y="84"/>
                    <a:pt x="1" y="167"/>
                  </a:cubicBezTo>
                  <a:lnTo>
                    <a:pt x="1" y="679"/>
                  </a:lnTo>
                  <a:cubicBezTo>
                    <a:pt x="13" y="763"/>
                    <a:pt x="84" y="834"/>
                    <a:pt x="155" y="834"/>
                  </a:cubicBezTo>
                  <a:cubicBezTo>
                    <a:pt x="251" y="834"/>
                    <a:pt x="322" y="763"/>
                    <a:pt x="322" y="679"/>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8" name="Google Shape;9988;p63"/>
          <p:cNvGrpSpPr/>
          <p:nvPr/>
        </p:nvGrpSpPr>
        <p:grpSpPr>
          <a:xfrm>
            <a:off x="6203579" y="3167981"/>
            <a:ext cx="351615" cy="350373"/>
            <a:chOff x="6203579" y="3348981"/>
            <a:chExt cx="351615" cy="350373"/>
          </a:xfrm>
        </p:grpSpPr>
        <p:sp>
          <p:nvSpPr>
            <p:cNvPr id="9989" name="Google Shape;9989;p63"/>
            <p:cNvSpPr/>
            <p:nvPr/>
          </p:nvSpPr>
          <p:spPr>
            <a:xfrm>
              <a:off x="6377667" y="3404249"/>
              <a:ext cx="93686" cy="58072"/>
            </a:xfrm>
            <a:custGeom>
              <a:avLst/>
              <a:gdLst/>
              <a:ahLst/>
              <a:cxnLst/>
              <a:rect l="l" t="t" r="r" b="b"/>
              <a:pathLst>
                <a:path w="2941" h="1823" extrusionOk="0">
                  <a:moveTo>
                    <a:pt x="644" y="0"/>
                  </a:moveTo>
                  <a:cubicBezTo>
                    <a:pt x="467" y="0"/>
                    <a:pt x="288" y="39"/>
                    <a:pt x="119" y="120"/>
                  </a:cubicBezTo>
                  <a:cubicBezTo>
                    <a:pt x="36" y="155"/>
                    <a:pt x="0" y="251"/>
                    <a:pt x="36" y="322"/>
                  </a:cubicBezTo>
                  <a:cubicBezTo>
                    <a:pt x="70" y="374"/>
                    <a:pt x="129" y="413"/>
                    <a:pt x="186" y="413"/>
                  </a:cubicBezTo>
                  <a:cubicBezTo>
                    <a:pt x="208" y="413"/>
                    <a:pt x="230" y="407"/>
                    <a:pt x="250" y="394"/>
                  </a:cubicBezTo>
                  <a:cubicBezTo>
                    <a:pt x="370" y="337"/>
                    <a:pt x="498" y="310"/>
                    <a:pt x="625" y="310"/>
                  </a:cubicBezTo>
                  <a:cubicBezTo>
                    <a:pt x="950" y="310"/>
                    <a:pt x="1269" y="487"/>
                    <a:pt x="1441" y="786"/>
                  </a:cubicBezTo>
                  <a:cubicBezTo>
                    <a:pt x="1215" y="1036"/>
                    <a:pt x="1143" y="1406"/>
                    <a:pt x="1286" y="1739"/>
                  </a:cubicBezTo>
                  <a:cubicBezTo>
                    <a:pt x="1322" y="1798"/>
                    <a:pt x="1381" y="1822"/>
                    <a:pt x="1441" y="1822"/>
                  </a:cubicBezTo>
                  <a:cubicBezTo>
                    <a:pt x="1560" y="1822"/>
                    <a:pt x="1631" y="1703"/>
                    <a:pt x="1584" y="1608"/>
                  </a:cubicBezTo>
                  <a:cubicBezTo>
                    <a:pt x="1453" y="1322"/>
                    <a:pt x="1572" y="989"/>
                    <a:pt x="1858" y="858"/>
                  </a:cubicBezTo>
                  <a:cubicBezTo>
                    <a:pt x="1936" y="822"/>
                    <a:pt x="2017" y="805"/>
                    <a:pt x="2096" y="805"/>
                  </a:cubicBezTo>
                  <a:cubicBezTo>
                    <a:pt x="2305" y="805"/>
                    <a:pt x="2501" y="924"/>
                    <a:pt x="2596" y="1132"/>
                  </a:cubicBezTo>
                  <a:cubicBezTo>
                    <a:pt x="2631" y="1193"/>
                    <a:pt x="2699" y="1229"/>
                    <a:pt x="2760" y="1229"/>
                  </a:cubicBezTo>
                  <a:cubicBezTo>
                    <a:pt x="2782" y="1229"/>
                    <a:pt x="2803" y="1224"/>
                    <a:pt x="2822" y="1215"/>
                  </a:cubicBezTo>
                  <a:cubicBezTo>
                    <a:pt x="2893" y="1167"/>
                    <a:pt x="2941" y="1084"/>
                    <a:pt x="2893" y="1013"/>
                  </a:cubicBezTo>
                  <a:cubicBezTo>
                    <a:pt x="2757" y="696"/>
                    <a:pt x="2448" y="503"/>
                    <a:pt x="2108" y="503"/>
                  </a:cubicBezTo>
                  <a:cubicBezTo>
                    <a:pt x="1975" y="503"/>
                    <a:pt x="1837" y="532"/>
                    <a:pt x="1703" y="596"/>
                  </a:cubicBezTo>
                  <a:cubicBezTo>
                    <a:pt x="1476" y="218"/>
                    <a:pt x="1066"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63"/>
            <p:cNvSpPr/>
            <p:nvPr/>
          </p:nvSpPr>
          <p:spPr>
            <a:xfrm>
              <a:off x="6260090" y="3449611"/>
              <a:ext cx="76643" cy="44947"/>
            </a:xfrm>
            <a:custGeom>
              <a:avLst/>
              <a:gdLst/>
              <a:ahLst/>
              <a:cxnLst/>
              <a:rect l="l" t="t" r="r" b="b"/>
              <a:pathLst>
                <a:path w="2406" h="1411" extrusionOk="0">
                  <a:moveTo>
                    <a:pt x="1868" y="0"/>
                  </a:moveTo>
                  <a:cubicBezTo>
                    <a:pt x="1523" y="0"/>
                    <a:pt x="1190" y="178"/>
                    <a:pt x="1012" y="541"/>
                  </a:cubicBezTo>
                  <a:cubicBezTo>
                    <a:pt x="891" y="501"/>
                    <a:pt x="765" y="480"/>
                    <a:pt x="638" y="480"/>
                  </a:cubicBezTo>
                  <a:cubicBezTo>
                    <a:pt x="466" y="480"/>
                    <a:pt x="291" y="518"/>
                    <a:pt x="119" y="601"/>
                  </a:cubicBezTo>
                  <a:cubicBezTo>
                    <a:pt x="36" y="636"/>
                    <a:pt x="0" y="732"/>
                    <a:pt x="36" y="803"/>
                  </a:cubicBezTo>
                  <a:cubicBezTo>
                    <a:pt x="70" y="855"/>
                    <a:pt x="129" y="894"/>
                    <a:pt x="186" y="894"/>
                  </a:cubicBezTo>
                  <a:cubicBezTo>
                    <a:pt x="209" y="894"/>
                    <a:pt x="230" y="888"/>
                    <a:pt x="250" y="875"/>
                  </a:cubicBezTo>
                  <a:cubicBezTo>
                    <a:pt x="375" y="820"/>
                    <a:pt x="506" y="794"/>
                    <a:pt x="636" y="794"/>
                  </a:cubicBezTo>
                  <a:cubicBezTo>
                    <a:pt x="990" y="794"/>
                    <a:pt x="1332" y="987"/>
                    <a:pt x="1489" y="1327"/>
                  </a:cubicBezTo>
                  <a:cubicBezTo>
                    <a:pt x="1512" y="1386"/>
                    <a:pt x="1572" y="1410"/>
                    <a:pt x="1631" y="1410"/>
                  </a:cubicBezTo>
                  <a:cubicBezTo>
                    <a:pt x="1750" y="1410"/>
                    <a:pt x="1822" y="1291"/>
                    <a:pt x="1786" y="1196"/>
                  </a:cubicBezTo>
                  <a:cubicBezTo>
                    <a:pt x="1679" y="970"/>
                    <a:pt x="1500" y="779"/>
                    <a:pt x="1310" y="660"/>
                  </a:cubicBezTo>
                  <a:cubicBezTo>
                    <a:pt x="1435" y="426"/>
                    <a:pt x="1654" y="315"/>
                    <a:pt x="1877" y="315"/>
                  </a:cubicBezTo>
                  <a:cubicBezTo>
                    <a:pt x="1971" y="315"/>
                    <a:pt x="2067" y="335"/>
                    <a:pt x="2155" y="374"/>
                  </a:cubicBezTo>
                  <a:cubicBezTo>
                    <a:pt x="2175" y="388"/>
                    <a:pt x="2198" y="394"/>
                    <a:pt x="2221" y="394"/>
                  </a:cubicBezTo>
                  <a:cubicBezTo>
                    <a:pt x="2280" y="394"/>
                    <a:pt x="2341" y="355"/>
                    <a:pt x="2358" y="303"/>
                  </a:cubicBezTo>
                  <a:cubicBezTo>
                    <a:pt x="2405" y="220"/>
                    <a:pt x="2358" y="124"/>
                    <a:pt x="2286" y="89"/>
                  </a:cubicBezTo>
                  <a:cubicBezTo>
                    <a:pt x="2151" y="30"/>
                    <a:pt x="2009" y="0"/>
                    <a:pt x="18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63"/>
            <p:cNvSpPr/>
            <p:nvPr/>
          </p:nvSpPr>
          <p:spPr>
            <a:xfrm>
              <a:off x="6415574" y="3498349"/>
              <a:ext cx="49343" cy="21598"/>
            </a:xfrm>
            <a:custGeom>
              <a:avLst/>
              <a:gdLst/>
              <a:ahLst/>
              <a:cxnLst/>
              <a:rect l="l" t="t" r="r" b="b"/>
              <a:pathLst>
                <a:path w="1549" h="678" extrusionOk="0">
                  <a:moveTo>
                    <a:pt x="642" y="1"/>
                  </a:moveTo>
                  <a:cubicBezTo>
                    <a:pt x="446" y="1"/>
                    <a:pt x="250" y="58"/>
                    <a:pt x="84" y="178"/>
                  </a:cubicBezTo>
                  <a:cubicBezTo>
                    <a:pt x="13" y="237"/>
                    <a:pt x="1" y="333"/>
                    <a:pt x="37" y="404"/>
                  </a:cubicBezTo>
                  <a:cubicBezTo>
                    <a:pt x="75" y="450"/>
                    <a:pt x="128" y="477"/>
                    <a:pt x="180" y="477"/>
                  </a:cubicBezTo>
                  <a:cubicBezTo>
                    <a:pt x="209" y="477"/>
                    <a:pt x="237" y="469"/>
                    <a:pt x="263" y="452"/>
                  </a:cubicBezTo>
                  <a:cubicBezTo>
                    <a:pt x="382" y="366"/>
                    <a:pt x="521" y="324"/>
                    <a:pt x="659" y="324"/>
                  </a:cubicBezTo>
                  <a:cubicBezTo>
                    <a:pt x="865" y="324"/>
                    <a:pt x="1068" y="417"/>
                    <a:pt x="1203" y="595"/>
                  </a:cubicBezTo>
                  <a:cubicBezTo>
                    <a:pt x="1227" y="642"/>
                    <a:pt x="1275" y="678"/>
                    <a:pt x="1334" y="678"/>
                  </a:cubicBezTo>
                  <a:cubicBezTo>
                    <a:pt x="1465" y="678"/>
                    <a:pt x="1549" y="523"/>
                    <a:pt x="1465" y="416"/>
                  </a:cubicBezTo>
                  <a:cubicBezTo>
                    <a:pt x="1268" y="146"/>
                    <a:pt x="954" y="1"/>
                    <a:pt x="6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63"/>
            <p:cNvSpPr/>
            <p:nvPr/>
          </p:nvSpPr>
          <p:spPr>
            <a:xfrm>
              <a:off x="6344283" y="3473247"/>
              <a:ext cx="41380" cy="32301"/>
            </a:xfrm>
            <a:custGeom>
              <a:avLst/>
              <a:gdLst/>
              <a:ahLst/>
              <a:cxnLst/>
              <a:rect l="l" t="t" r="r" b="b"/>
              <a:pathLst>
                <a:path w="1299" h="1014" extrusionOk="0">
                  <a:moveTo>
                    <a:pt x="1122" y="0"/>
                  </a:moveTo>
                  <a:cubicBezTo>
                    <a:pt x="1048" y="0"/>
                    <a:pt x="986" y="56"/>
                    <a:pt x="953" y="133"/>
                  </a:cubicBezTo>
                  <a:cubicBezTo>
                    <a:pt x="899" y="455"/>
                    <a:pt x="612" y="701"/>
                    <a:pt x="293" y="701"/>
                  </a:cubicBezTo>
                  <a:cubicBezTo>
                    <a:pt x="259" y="701"/>
                    <a:pt x="225" y="698"/>
                    <a:pt x="191" y="692"/>
                  </a:cubicBezTo>
                  <a:cubicBezTo>
                    <a:pt x="178" y="689"/>
                    <a:pt x="166" y="687"/>
                    <a:pt x="155" y="687"/>
                  </a:cubicBezTo>
                  <a:cubicBezTo>
                    <a:pt x="87" y="687"/>
                    <a:pt x="33" y="742"/>
                    <a:pt x="12" y="823"/>
                  </a:cubicBezTo>
                  <a:cubicBezTo>
                    <a:pt x="0" y="906"/>
                    <a:pt x="60" y="990"/>
                    <a:pt x="155" y="1002"/>
                  </a:cubicBezTo>
                  <a:cubicBezTo>
                    <a:pt x="215" y="1014"/>
                    <a:pt x="250" y="1014"/>
                    <a:pt x="310" y="1014"/>
                  </a:cubicBezTo>
                  <a:cubicBezTo>
                    <a:pt x="774" y="1014"/>
                    <a:pt x="1203" y="668"/>
                    <a:pt x="1286" y="180"/>
                  </a:cubicBezTo>
                  <a:cubicBezTo>
                    <a:pt x="1298" y="97"/>
                    <a:pt x="1239" y="13"/>
                    <a:pt x="1143" y="2"/>
                  </a:cubicBezTo>
                  <a:cubicBezTo>
                    <a:pt x="1136" y="1"/>
                    <a:pt x="1129" y="0"/>
                    <a:pt x="11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63"/>
            <p:cNvSpPr/>
            <p:nvPr/>
          </p:nvSpPr>
          <p:spPr>
            <a:xfrm>
              <a:off x="6203579" y="3348981"/>
              <a:ext cx="351615" cy="350373"/>
            </a:xfrm>
            <a:custGeom>
              <a:avLst/>
              <a:gdLst/>
              <a:ahLst/>
              <a:cxnLst/>
              <a:rect l="l" t="t" r="r" b="b"/>
              <a:pathLst>
                <a:path w="11038" h="10999" extrusionOk="0">
                  <a:moveTo>
                    <a:pt x="4995" y="1"/>
                  </a:moveTo>
                  <a:cubicBezTo>
                    <a:pt x="4687" y="1"/>
                    <a:pt x="4370" y="111"/>
                    <a:pt x="4132" y="331"/>
                  </a:cubicBezTo>
                  <a:cubicBezTo>
                    <a:pt x="3987" y="258"/>
                    <a:pt x="3828" y="224"/>
                    <a:pt x="3666" y="224"/>
                  </a:cubicBezTo>
                  <a:cubicBezTo>
                    <a:pt x="3298" y="224"/>
                    <a:pt x="2919" y="402"/>
                    <a:pt x="2679" y="700"/>
                  </a:cubicBezTo>
                  <a:cubicBezTo>
                    <a:pt x="2642" y="695"/>
                    <a:pt x="2604" y="692"/>
                    <a:pt x="2566" y="692"/>
                  </a:cubicBezTo>
                  <a:cubicBezTo>
                    <a:pt x="2064" y="692"/>
                    <a:pt x="1551" y="1122"/>
                    <a:pt x="1429" y="1676"/>
                  </a:cubicBezTo>
                  <a:cubicBezTo>
                    <a:pt x="881" y="1795"/>
                    <a:pt x="488" y="2462"/>
                    <a:pt x="643" y="3081"/>
                  </a:cubicBezTo>
                  <a:cubicBezTo>
                    <a:pt x="84" y="3379"/>
                    <a:pt x="0" y="4248"/>
                    <a:pt x="441" y="4784"/>
                  </a:cubicBezTo>
                  <a:cubicBezTo>
                    <a:pt x="336" y="5477"/>
                    <a:pt x="852" y="6142"/>
                    <a:pt x="1432" y="6142"/>
                  </a:cubicBezTo>
                  <a:cubicBezTo>
                    <a:pt x="1510" y="6142"/>
                    <a:pt x="1589" y="6130"/>
                    <a:pt x="1667" y="6105"/>
                  </a:cubicBezTo>
                  <a:cubicBezTo>
                    <a:pt x="1827" y="6308"/>
                    <a:pt x="2150" y="6444"/>
                    <a:pt x="2456" y="6444"/>
                  </a:cubicBezTo>
                  <a:cubicBezTo>
                    <a:pt x="2491" y="6444"/>
                    <a:pt x="2526" y="6442"/>
                    <a:pt x="2560" y="6439"/>
                  </a:cubicBezTo>
                  <a:cubicBezTo>
                    <a:pt x="3002" y="7378"/>
                    <a:pt x="3681" y="7769"/>
                    <a:pt x="4568" y="7769"/>
                  </a:cubicBezTo>
                  <a:cubicBezTo>
                    <a:pt x="4805" y="7769"/>
                    <a:pt x="5056" y="7741"/>
                    <a:pt x="5322" y="7689"/>
                  </a:cubicBezTo>
                  <a:cubicBezTo>
                    <a:pt x="5429" y="8070"/>
                    <a:pt x="5715" y="8534"/>
                    <a:pt x="6382" y="8915"/>
                  </a:cubicBezTo>
                  <a:cubicBezTo>
                    <a:pt x="7454" y="9534"/>
                    <a:pt x="7965" y="10022"/>
                    <a:pt x="8037" y="10487"/>
                  </a:cubicBezTo>
                  <a:cubicBezTo>
                    <a:pt x="8085" y="10796"/>
                    <a:pt x="8346" y="10999"/>
                    <a:pt x="8644" y="10999"/>
                  </a:cubicBezTo>
                  <a:cubicBezTo>
                    <a:pt x="9049" y="10999"/>
                    <a:pt x="9323" y="10630"/>
                    <a:pt x="9251" y="10260"/>
                  </a:cubicBezTo>
                  <a:lnTo>
                    <a:pt x="8835" y="8355"/>
                  </a:lnTo>
                  <a:cubicBezTo>
                    <a:pt x="9275" y="8260"/>
                    <a:pt x="9573" y="7927"/>
                    <a:pt x="9620" y="7593"/>
                  </a:cubicBezTo>
                  <a:cubicBezTo>
                    <a:pt x="9656" y="7308"/>
                    <a:pt x="9763" y="7177"/>
                    <a:pt x="9644" y="6867"/>
                  </a:cubicBezTo>
                  <a:cubicBezTo>
                    <a:pt x="10299" y="6808"/>
                    <a:pt x="10752" y="6081"/>
                    <a:pt x="10609" y="5427"/>
                  </a:cubicBezTo>
                  <a:cubicBezTo>
                    <a:pt x="11025" y="5034"/>
                    <a:pt x="11037" y="4212"/>
                    <a:pt x="10585" y="3831"/>
                  </a:cubicBezTo>
                  <a:cubicBezTo>
                    <a:pt x="10656" y="3307"/>
                    <a:pt x="10323" y="2760"/>
                    <a:pt x="9823" y="2545"/>
                  </a:cubicBezTo>
                  <a:cubicBezTo>
                    <a:pt x="9835" y="2355"/>
                    <a:pt x="9787" y="2164"/>
                    <a:pt x="9704" y="1974"/>
                  </a:cubicBezTo>
                  <a:cubicBezTo>
                    <a:pt x="9673" y="1919"/>
                    <a:pt x="9616" y="1890"/>
                    <a:pt x="9560" y="1890"/>
                  </a:cubicBezTo>
                  <a:cubicBezTo>
                    <a:pt x="9531" y="1890"/>
                    <a:pt x="9502" y="1898"/>
                    <a:pt x="9478" y="1914"/>
                  </a:cubicBezTo>
                  <a:cubicBezTo>
                    <a:pt x="9406" y="1950"/>
                    <a:pt x="9370" y="2057"/>
                    <a:pt x="9418" y="2129"/>
                  </a:cubicBezTo>
                  <a:cubicBezTo>
                    <a:pt x="9513" y="2295"/>
                    <a:pt x="9537" y="2474"/>
                    <a:pt x="9489" y="2605"/>
                  </a:cubicBezTo>
                  <a:cubicBezTo>
                    <a:pt x="9466" y="2700"/>
                    <a:pt x="9525" y="2783"/>
                    <a:pt x="9609" y="2819"/>
                  </a:cubicBezTo>
                  <a:cubicBezTo>
                    <a:pt x="10061" y="2926"/>
                    <a:pt x="10371" y="3438"/>
                    <a:pt x="10251" y="3855"/>
                  </a:cubicBezTo>
                  <a:cubicBezTo>
                    <a:pt x="10240" y="3938"/>
                    <a:pt x="10263" y="4010"/>
                    <a:pt x="10323" y="4034"/>
                  </a:cubicBezTo>
                  <a:cubicBezTo>
                    <a:pt x="10609" y="4212"/>
                    <a:pt x="10716" y="4724"/>
                    <a:pt x="10490" y="5105"/>
                  </a:cubicBezTo>
                  <a:cubicBezTo>
                    <a:pt x="10418" y="4950"/>
                    <a:pt x="10299" y="4748"/>
                    <a:pt x="10085" y="4557"/>
                  </a:cubicBezTo>
                  <a:cubicBezTo>
                    <a:pt x="10051" y="4529"/>
                    <a:pt x="10014" y="4514"/>
                    <a:pt x="9978" y="4514"/>
                  </a:cubicBezTo>
                  <a:cubicBezTo>
                    <a:pt x="9939" y="4514"/>
                    <a:pt x="9902" y="4532"/>
                    <a:pt x="9870" y="4569"/>
                  </a:cubicBezTo>
                  <a:cubicBezTo>
                    <a:pt x="9799" y="4653"/>
                    <a:pt x="9799" y="4736"/>
                    <a:pt x="9882" y="4796"/>
                  </a:cubicBezTo>
                  <a:cubicBezTo>
                    <a:pt x="10085" y="4974"/>
                    <a:pt x="10216" y="5200"/>
                    <a:pt x="10287" y="5462"/>
                  </a:cubicBezTo>
                  <a:lnTo>
                    <a:pt x="10287" y="5498"/>
                  </a:lnTo>
                  <a:cubicBezTo>
                    <a:pt x="10463" y="6016"/>
                    <a:pt x="10035" y="6624"/>
                    <a:pt x="9592" y="6624"/>
                  </a:cubicBezTo>
                  <a:cubicBezTo>
                    <a:pt x="9526" y="6624"/>
                    <a:pt x="9459" y="6611"/>
                    <a:pt x="9394" y="6581"/>
                  </a:cubicBezTo>
                  <a:lnTo>
                    <a:pt x="9359" y="6581"/>
                  </a:lnTo>
                  <a:cubicBezTo>
                    <a:pt x="9251" y="6510"/>
                    <a:pt x="9120" y="6462"/>
                    <a:pt x="8989" y="6462"/>
                  </a:cubicBezTo>
                  <a:lnTo>
                    <a:pt x="8180" y="6462"/>
                  </a:lnTo>
                  <a:cubicBezTo>
                    <a:pt x="8096" y="6462"/>
                    <a:pt x="8013" y="6534"/>
                    <a:pt x="8013" y="6629"/>
                  </a:cubicBezTo>
                  <a:cubicBezTo>
                    <a:pt x="8013" y="6712"/>
                    <a:pt x="8096" y="6796"/>
                    <a:pt x="8180" y="6796"/>
                  </a:cubicBezTo>
                  <a:lnTo>
                    <a:pt x="8989" y="6796"/>
                  </a:lnTo>
                  <a:cubicBezTo>
                    <a:pt x="9251" y="6796"/>
                    <a:pt x="9442" y="7046"/>
                    <a:pt x="9370" y="7296"/>
                  </a:cubicBezTo>
                  <a:cubicBezTo>
                    <a:pt x="9370" y="7308"/>
                    <a:pt x="9359" y="7367"/>
                    <a:pt x="9311" y="7605"/>
                  </a:cubicBezTo>
                  <a:cubicBezTo>
                    <a:pt x="9228" y="7927"/>
                    <a:pt x="8942" y="8141"/>
                    <a:pt x="8632" y="8141"/>
                  </a:cubicBezTo>
                  <a:lnTo>
                    <a:pt x="7596" y="8141"/>
                  </a:lnTo>
                  <a:cubicBezTo>
                    <a:pt x="7275" y="8141"/>
                    <a:pt x="6989" y="7927"/>
                    <a:pt x="6918" y="7605"/>
                  </a:cubicBezTo>
                  <a:cubicBezTo>
                    <a:pt x="6870" y="7355"/>
                    <a:pt x="6858" y="7296"/>
                    <a:pt x="6858" y="7296"/>
                  </a:cubicBezTo>
                  <a:cubicBezTo>
                    <a:pt x="6799" y="7046"/>
                    <a:pt x="6977" y="6796"/>
                    <a:pt x="7239" y="6796"/>
                  </a:cubicBezTo>
                  <a:lnTo>
                    <a:pt x="7501" y="6796"/>
                  </a:lnTo>
                  <a:cubicBezTo>
                    <a:pt x="7584" y="6796"/>
                    <a:pt x="7656" y="6712"/>
                    <a:pt x="7656" y="6629"/>
                  </a:cubicBezTo>
                  <a:cubicBezTo>
                    <a:pt x="7656" y="6534"/>
                    <a:pt x="7584" y="6462"/>
                    <a:pt x="7501" y="6462"/>
                  </a:cubicBezTo>
                  <a:lnTo>
                    <a:pt x="7239" y="6462"/>
                  </a:lnTo>
                  <a:cubicBezTo>
                    <a:pt x="6763" y="6462"/>
                    <a:pt x="6430" y="6915"/>
                    <a:pt x="6549" y="7355"/>
                  </a:cubicBezTo>
                  <a:cubicBezTo>
                    <a:pt x="6584" y="7593"/>
                    <a:pt x="6608" y="7665"/>
                    <a:pt x="6608" y="7665"/>
                  </a:cubicBezTo>
                  <a:cubicBezTo>
                    <a:pt x="6727" y="8129"/>
                    <a:pt x="7144" y="8439"/>
                    <a:pt x="7596" y="8439"/>
                  </a:cubicBezTo>
                  <a:lnTo>
                    <a:pt x="8525" y="8439"/>
                  </a:lnTo>
                  <a:lnTo>
                    <a:pt x="8942" y="10380"/>
                  </a:lnTo>
                  <a:cubicBezTo>
                    <a:pt x="8954" y="10463"/>
                    <a:pt x="8942" y="10558"/>
                    <a:pt x="8882" y="10630"/>
                  </a:cubicBezTo>
                  <a:cubicBezTo>
                    <a:pt x="8818" y="10703"/>
                    <a:pt x="8733" y="10737"/>
                    <a:pt x="8650" y="10737"/>
                  </a:cubicBezTo>
                  <a:cubicBezTo>
                    <a:pt x="8517" y="10737"/>
                    <a:pt x="8388" y="10648"/>
                    <a:pt x="8358" y="10487"/>
                  </a:cubicBezTo>
                  <a:cubicBezTo>
                    <a:pt x="8275" y="9903"/>
                    <a:pt x="7739" y="9368"/>
                    <a:pt x="6561" y="8677"/>
                  </a:cubicBezTo>
                  <a:cubicBezTo>
                    <a:pt x="5751" y="8225"/>
                    <a:pt x="5513" y="7570"/>
                    <a:pt x="5620" y="6998"/>
                  </a:cubicBezTo>
                  <a:lnTo>
                    <a:pt x="5620" y="6998"/>
                  </a:lnTo>
                  <a:cubicBezTo>
                    <a:pt x="5918" y="7129"/>
                    <a:pt x="5870" y="7272"/>
                    <a:pt x="6025" y="7272"/>
                  </a:cubicBezTo>
                  <a:cubicBezTo>
                    <a:pt x="6156" y="7272"/>
                    <a:pt x="6227" y="7117"/>
                    <a:pt x="6156" y="7010"/>
                  </a:cubicBezTo>
                  <a:cubicBezTo>
                    <a:pt x="6025" y="6820"/>
                    <a:pt x="5834" y="6712"/>
                    <a:pt x="5620" y="6653"/>
                  </a:cubicBezTo>
                  <a:lnTo>
                    <a:pt x="5584" y="6617"/>
                  </a:lnTo>
                  <a:cubicBezTo>
                    <a:pt x="5560" y="6605"/>
                    <a:pt x="5537" y="6599"/>
                    <a:pt x="5516" y="6599"/>
                  </a:cubicBezTo>
                  <a:cubicBezTo>
                    <a:pt x="5495" y="6599"/>
                    <a:pt x="5477" y="6605"/>
                    <a:pt x="5465" y="6617"/>
                  </a:cubicBezTo>
                  <a:cubicBezTo>
                    <a:pt x="5422" y="6610"/>
                    <a:pt x="5377" y="6607"/>
                    <a:pt x="5333" y="6607"/>
                  </a:cubicBezTo>
                  <a:cubicBezTo>
                    <a:pt x="5145" y="6607"/>
                    <a:pt x="4950" y="6666"/>
                    <a:pt x="4787" y="6772"/>
                  </a:cubicBezTo>
                  <a:cubicBezTo>
                    <a:pt x="4715" y="6831"/>
                    <a:pt x="4703" y="6927"/>
                    <a:pt x="4751" y="6998"/>
                  </a:cubicBezTo>
                  <a:cubicBezTo>
                    <a:pt x="4789" y="7044"/>
                    <a:pt x="4838" y="7071"/>
                    <a:pt x="4886" y="7071"/>
                  </a:cubicBezTo>
                  <a:cubicBezTo>
                    <a:pt x="4913" y="7071"/>
                    <a:pt x="4940" y="7063"/>
                    <a:pt x="4965" y="7046"/>
                  </a:cubicBezTo>
                  <a:cubicBezTo>
                    <a:pt x="5072" y="6974"/>
                    <a:pt x="5191" y="6939"/>
                    <a:pt x="5310" y="6939"/>
                  </a:cubicBezTo>
                  <a:cubicBezTo>
                    <a:pt x="5298" y="7058"/>
                    <a:pt x="5287" y="7224"/>
                    <a:pt x="5298" y="7403"/>
                  </a:cubicBezTo>
                  <a:cubicBezTo>
                    <a:pt x="5049" y="7450"/>
                    <a:pt x="4820" y="7475"/>
                    <a:pt x="4609" y="7475"/>
                  </a:cubicBezTo>
                  <a:cubicBezTo>
                    <a:pt x="3761" y="7475"/>
                    <a:pt x="3208" y="7082"/>
                    <a:pt x="2846" y="6224"/>
                  </a:cubicBezTo>
                  <a:cubicBezTo>
                    <a:pt x="2798" y="6058"/>
                    <a:pt x="2762" y="5796"/>
                    <a:pt x="2798" y="5688"/>
                  </a:cubicBezTo>
                  <a:cubicBezTo>
                    <a:pt x="2822" y="5605"/>
                    <a:pt x="2786" y="5510"/>
                    <a:pt x="2691" y="5486"/>
                  </a:cubicBezTo>
                  <a:cubicBezTo>
                    <a:pt x="2672" y="5478"/>
                    <a:pt x="2652" y="5474"/>
                    <a:pt x="2633" y="5474"/>
                  </a:cubicBezTo>
                  <a:cubicBezTo>
                    <a:pt x="2568" y="5474"/>
                    <a:pt x="2507" y="5517"/>
                    <a:pt x="2489" y="5581"/>
                  </a:cubicBezTo>
                  <a:cubicBezTo>
                    <a:pt x="2429" y="5748"/>
                    <a:pt x="2453" y="5974"/>
                    <a:pt x="2489" y="6141"/>
                  </a:cubicBezTo>
                  <a:cubicBezTo>
                    <a:pt x="2469" y="6142"/>
                    <a:pt x="2450" y="6143"/>
                    <a:pt x="2431" y="6143"/>
                  </a:cubicBezTo>
                  <a:cubicBezTo>
                    <a:pt x="2141" y="6143"/>
                    <a:pt x="1950" y="5980"/>
                    <a:pt x="1905" y="5879"/>
                  </a:cubicBezTo>
                  <a:cubicBezTo>
                    <a:pt x="1893" y="5843"/>
                    <a:pt x="1858" y="5808"/>
                    <a:pt x="1810" y="5796"/>
                  </a:cubicBezTo>
                  <a:cubicBezTo>
                    <a:pt x="1789" y="5787"/>
                    <a:pt x="1771" y="5783"/>
                    <a:pt x="1753" y="5783"/>
                  </a:cubicBezTo>
                  <a:cubicBezTo>
                    <a:pt x="1701" y="5783"/>
                    <a:pt x="1658" y="5816"/>
                    <a:pt x="1596" y="5843"/>
                  </a:cubicBezTo>
                  <a:cubicBezTo>
                    <a:pt x="1552" y="5855"/>
                    <a:pt x="1509" y="5861"/>
                    <a:pt x="1466" y="5861"/>
                  </a:cubicBezTo>
                  <a:cubicBezTo>
                    <a:pt x="1050" y="5861"/>
                    <a:pt x="679" y="5315"/>
                    <a:pt x="798" y="4807"/>
                  </a:cubicBezTo>
                  <a:cubicBezTo>
                    <a:pt x="846" y="4653"/>
                    <a:pt x="643" y="4653"/>
                    <a:pt x="536" y="4260"/>
                  </a:cubicBezTo>
                  <a:cubicBezTo>
                    <a:pt x="417" y="3855"/>
                    <a:pt x="584" y="3462"/>
                    <a:pt x="893" y="3367"/>
                  </a:cubicBezTo>
                  <a:cubicBezTo>
                    <a:pt x="977" y="3343"/>
                    <a:pt x="1036" y="3248"/>
                    <a:pt x="1000" y="3164"/>
                  </a:cubicBezTo>
                  <a:cubicBezTo>
                    <a:pt x="798" y="2664"/>
                    <a:pt x="1131" y="2045"/>
                    <a:pt x="1596" y="2009"/>
                  </a:cubicBezTo>
                  <a:cubicBezTo>
                    <a:pt x="1667" y="2009"/>
                    <a:pt x="1739" y="1950"/>
                    <a:pt x="1739" y="1867"/>
                  </a:cubicBezTo>
                  <a:cubicBezTo>
                    <a:pt x="1781" y="1436"/>
                    <a:pt x="2175" y="1060"/>
                    <a:pt x="2570" y="1060"/>
                  </a:cubicBezTo>
                  <a:cubicBezTo>
                    <a:pt x="2623" y="1060"/>
                    <a:pt x="2675" y="1067"/>
                    <a:pt x="2727" y="1081"/>
                  </a:cubicBezTo>
                  <a:cubicBezTo>
                    <a:pt x="2736" y="1082"/>
                    <a:pt x="2745" y="1083"/>
                    <a:pt x="2754" y="1083"/>
                  </a:cubicBezTo>
                  <a:cubicBezTo>
                    <a:pt x="2816" y="1083"/>
                    <a:pt x="2874" y="1049"/>
                    <a:pt x="2905" y="997"/>
                  </a:cubicBezTo>
                  <a:cubicBezTo>
                    <a:pt x="3065" y="744"/>
                    <a:pt x="3387" y="579"/>
                    <a:pt x="3692" y="579"/>
                  </a:cubicBezTo>
                  <a:cubicBezTo>
                    <a:pt x="3773" y="579"/>
                    <a:pt x="3854" y="591"/>
                    <a:pt x="3929" y="616"/>
                  </a:cubicBezTo>
                  <a:cubicBezTo>
                    <a:pt x="3870" y="700"/>
                    <a:pt x="3810" y="819"/>
                    <a:pt x="3810" y="962"/>
                  </a:cubicBezTo>
                  <a:cubicBezTo>
                    <a:pt x="3774" y="962"/>
                    <a:pt x="3739" y="974"/>
                    <a:pt x="3703" y="974"/>
                  </a:cubicBezTo>
                  <a:cubicBezTo>
                    <a:pt x="3465" y="1045"/>
                    <a:pt x="3298" y="1212"/>
                    <a:pt x="3298" y="1212"/>
                  </a:cubicBezTo>
                  <a:cubicBezTo>
                    <a:pt x="3239" y="1271"/>
                    <a:pt x="3239" y="1378"/>
                    <a:pt x="3298" y="1438"/>
                  </a:cubicBezTo>
                  <a:cubicBezTo>
                    <a:pt x="3328" y="1468"/>
                    <a:pt x="3370" y="1483"/>
                    <a:pt x="3411" y="1483"/>
                  </a:cubicBezTo>
                  <a:cubicBezTo>
                    <a:pt x="3453" y="1483"/>
                    <a:pt x="3495" y="1468"/>
                    <a:pt x="3524" y="1438"/>
                  </a:cubicBezTo>
                  <a:cubicBezTo>
                    <a:pt x="3532" y="1422"/>
                    <a:pt x="3715" y="1247"/>
                    <a:pt x="3964" y="1247"/>
                  </a:cubicBezTo>
                  <a:cubicBezTo>
                    <a:pt x="4094" y="1247"/>
                    <a:pt x="4243" y="1295"/>
                    <a:pt x="4394" y="1438"/>
                  </a:cubicBezTo>
                  <a:cubicBezTo>
                    <a:pt x="4417" y="1462"/>
                    <a:pt x="4465" y="1474"/>
                    <a:pt x="4513" y="1474"/>
                  </a:cubicBezTo>
                  <a:cubicBezTo>
                    <a:pt x="4656" y="1474"/>
                    <a:pt x="4715" y="1295"/>
                    <a:pt x="4632" y="1200"/>
                  </a:cubicBezTo>
                  <a:cubicBezTo>
                    <a:pt x="4465" y="1033"/>
                    <a:pt x="4286" y="962"/>
                    <a:pt x="4132" y="926"/>
                  </a:cubicBezTo>
                  <a:cubicBezTo>
                    <a:pt x="4155" y="819"/>
                    <a:pt x="4251" y="688"/>
                    <a:pt x="4298" y="664"/>
                  </a:cubicBezTo>
                  <a:lnTo>
                    <a:pt x="4298" y="640"/>
                  </a:lnTo>
                  <a:cubicBezTo>
                    <a:pt x="4502" y="424"/>
                    <a:pt x="4770" y="329"/>
                    <a:pt x="5016" y="329"/>
                  </a:cubicBezTo>
                  <a:cubicBezTo>
                    <a:pt x="5257" y="329"/>
                    <a:pt x="5478" y="421"/>
                    <a:pt x="5596" y="581"/>
                  </a:cubicBezTo>
                  <a:cubicBezTo>
                    <a:pt x="5620" y="628"/>
                    <a:pt x="5668" y="640"/>
                    <a:pt x="5715" y="664"/>
                  </a:cubicBezTo>
                  <a:cubicBezTo>
                    <a:pt x="5763" y="664"/>
                    <a:pt x="5799" y="640"/>
                    <a:pt x="5834" y="616"/>
                  </a:cubicBezTo>
                  <a:cubicBezTo>
                    <a:pt x="5984" y="476"/>
                    <a:pt x="6190" y="411"/>
                    <a:pt x="6397" y="411"/>
                  </a:cubicBezTo>
                  <a:cubicBezTo>
                    <a:pt x="6700" y="411"/>
                    <a:pt x="7005" y="552"/>
                    <a:pt x="7132" y="807"/>
                  </a:cubicBezTo>
                  <a:cubicBezTo>
                    <a:pt x="7153" y="869"/>
                    <a:pt x="7210" y="904"/>
                    <a:pt x="7287" y="904"/>
                  </a:cubicBezTo>
                  <a:cubicBezTo>
                    <a:pt x="7299" y="904"/>
                    <a:pt x="7310" y="904"/>
                    <a:pt x="7323" y="902"/>
                  </a:cubicBezTo>
                  <a:cubicBezTo>
                    <a:pt x="7391" y="883"/>
                    <a:pt x="7462" y="874"/>
                    <a:pt x="7533" y="874"/>
                  </a:cubicBezTo>
                  <a:cubicBezTo>
                    <a:pt x="7908" y="874"/>
                    <a:pt x="8292" y="1123"/>
                    <a:pt x="8382" y="1474"/>
                  </a:cubicBezTo>
                  <a:cubicBezTo>
                    <a:pt x="8392" y="1544"/>
                    <a:pt x="8445" y="1598"/>
                    <a:pt x="8519" y="1598"/>
                  </a:cubicBezTo>
                  <a:cubicBezTo>
                    <a:pt x="8533" y="1598"/>
                    <a:pt x="8546" y="1596"/>
                    <a:pt x="8561" y="1593"/>
                  </a:cubicBezTo>
                  <a:cubicBezTo>
                    <a:pt x="8578" y="1591"/>
                    <a:pt x="8595" y="1590"/>
                    <a:pt x="8612" y="1590"/>
                  </a:cubicBezTo>
                  <a:cubicBezTo>
                    <a:pt x="8726" y="1590"/>
                    <a:pt x="8843" y="1624"/>
                    <a:pt x="8978" y="1676"/>
                  </a:cubicBezTo>
                  <a:cubicBezTo>
                    <a:pt x="8994" y="1682"/>
                    <a:pt x="9013" y="1685"/>
                    <a:pt x="9033" y="1685"/>
                  </a:cubicBezTo>
                  <a:cubicBezTo>
                    <a:pt x="9095" y="1685"/>
                    <a:pt x="9162" y="1654"/>
                    <a:pt x="9180" y="1581"/>
                  </a:cubicBezTo>
                  <a:cubicBezTo>
                    <a:pt x="9216" y="1497"/>
                    <a:pt x="9180" y="1402"/>
                    <a:pt x="9097" y="1378"/>
                  </a:cubicBezTo>
                  <a:cubicBezTo>
                    <a:pt x="8942" y="1319"/>
                    <a:pt x="8799" y="1271"/>
                    <a:pt x="8644" y="1271"/>
                  </a:cubicBezTo>
                  <a:cubicBezTo>
                    <a:pt x="8472" y="841"/>
                    <a:pt x="7989" y="547"/>
                    <a:pt x="7502" y="547"/>
                  </a:cubicBezTo>
                  <a:cubicBezTo>
                    <a:pt x="7450" y="547"/>
                    <a:pt x="7398" y="550"/>
                    <a:pt x="7346" y="557"/>
                  </a:cubicBezTo>
                  <a:cubicBezTo>
                    <a:pt x="7145" y="251"/>
                    <a:pt x="6767" y="81"/>
                    <a:pt x="6386" y="81"/>
                  </a:cubicBezTo>
                  <a:cubicBezTo>
                    <a:pt x="6159" y="81"/>
                    <a:pt x="5931" y="142"/>
                    <a:pt x="5739" y="271"/>
                  </a:cubicBezTo>
                  <a:cubicBezTo>
                    <a:pt x="5542" y="91"/>
                    <a:pt x="5272" y="1"/>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4" name="Google Shape;9994;p63"/>
          <p:cNvGrpSpPr/>
          <p:nvPr/>
        </p:nvGrpSpPr>
        <p:grpSpPr>
          <a:xfrm>
            <a:off x="5829984" y="3169032"/>
            <a:ext cx="220755" cy="352348"/>
            <a:chOff x="5829984" y="3350032"/>
            <a:chExt cx="220755" cy="352348"/>
          </a:xfrm>
        </p:grpSpPr>
        <p:sp>
          <p:nvSpPr>
            <p:cNvPr id="9995" name="Google Shape;9995;p63"/>
            <p:cNvSpPr/>
            <p:nvPr/>
          </p:nvSpPr>
          <p:spPr>
            <a:xfrm>
              <a:off x="5829984" y="3350032"/>
              <a:ext cx="220755" cy="352348"/>
            </a:xfrm>
            <a:custGeom>
              <a:avLst/>
              <a:gdLst/>
              <a:ahLst/>
              <a:cxnLst/>
              <a:rect l="l" t="t" r="r" b="b"/>
              <a:pathLst>
                <a:path w="6930" h="11061" extrusionOk="0">
                  <a:moveTo>
                    <a:pt x="1989" y="333"/>
                  </a:moveTo>
                  <a:lnTo>
                    <a:pt x="1989" y="2060"/>
                  </a:lnTo>
                  <a:lnTo>
                    <a:pt x="1072" y="2060"/>
                  </a:lnTo>
                  <a:lnTo>
                    <a:pt x="1072" y="333"/>
                  </a:lnTo>
                  <a:close/>
                  <a:moveTo>
                    <a:pt x="3299" y="333"/>
                  </a:moveTo>
                  <a:lnTo>
                    <a:pt x="3299" y="2060"/>
                  </a:lnTo>
                  <a:lnTo>
                    <a:pt x="2322" y="2060"/>
                  </a:lnTo>
                  <a:lnTo>
                    <a:pt x="2322" y="333"/>
                  </a:lnTo>
                  <a:close/>
                  <a:moveTo>
                    <a:pt x="4608" y="333"/>
                  </a:moveTo>
                  <a:lnTo>
                    <a:pt x="4608" y="2060"/>
                  </a:lnTo>
                  <a:lnTo>
                    <a:pt x="3632" y="2060"/>
                  </a:lnTo>
                  <a:lnTo>
                    <a:pt x="3632" y="333"/>
                  </a:lnTo>
                  <a:close/>
                  <a:moveTo>
                    <a:pt x="5108" y="2381"/>
                  </a:moveTo>
                  <a:lnTo>
                    <a:pt x="5108" y="2774"/>
                  </a:lnTo>
                  <a:lnTo>
                    <a:pt x="1810" y="2774"/>
                  </a:lnTo>
                  <a:lnTo>
                    <a:pt x="1810" y="2381"/>
                  </a:lnTo>
                  <a:close/>
                  <a:moveTo>
                    <a:pt x="6085" y="3084"/>
                  </a:moveTo>
                  <a:cubicBezTo>
                    <a:pt x="6370" y="3084"/>
                    <a:pt x="6609" y="3322"/>
                    <a:pt x="6609" y="3608"/>
                  </a:cubicBezTo>
                  <a:lnTo>
                    <a:pt x="6609" y="10216"/>
                  </a:lnTo>
                  <a:cubicBezTo>
                    <a:pt x="6609" y="10489"/>
                    <a:pt x="6370" y="10728"/>
                    <a:pt x="6085" y="10728"/>
                  </a:cubicBezTo>
                  <a:lnTo>
                    <a:pt x="846" y="10728"/>
                  </a:lnTo>
                  <a:cubicBezTo>
                    <a:pt x="560" y="10728"/>
                    <a:pt x="322" y="10489"/>
                    <a:pt x="322" y="10216"/>
                  </a:cubicBezTo>
                  <a:lnTo>
                    <a:pt x="322" y="3608"/>
                  </a:lnTo>
                  <a:cubicBezTo>
                    <a:pt x="322" y="3322"/>
                    <a:pt x="560" y="3084"/>
                    <a:pt x="846" y="3084"/>
                  </a:cubicBezTo>
                  <a:close/>
                  <a:moveTo>
                    <a:pt x="905" y="0"/>
                  </a:moveTo>
                  <a:cubicBezTo>
                    <a:pt x="822" y="0"/>
                    <a:pt x="739" y="71"/>
                    <a:pt x="739" y="167"/>
                  </a:cubicBezTo>
                  <a:lnTo>
                    <a:pt x="739" y="2215"/>
                  </a:lnTo>
                  <a:cubicBezTo>
                    <a:pt x="739" y="2310"/>
                    <a:pt x="822" y="2381"/>
                    <a:pt x="905" y="2381"/>
                  </a:cubicBezTo>
                  <a:lnTo>
                    <a:pt x="1501" y="2381"/>
                  </a:lnTo>
                  <a:lnTo>
                    <a:pt x="1501" y="2762"/>
                  </a:lnTo>
                  <a:lnTo>
                    <a:pt x="846" y="2762"/>
                  </a:lnTo>
                  <a:cubicBezTo>
                    <a:pt x="382" y="2762"/>
                    <a:pt x="1" y="3143"/>
                    <a:pt x="1" y="3620"/>
                  </a:cubicBezTo>
                  <a:lnTo>
                    <a:pt x="1" y="10216"/>
                  </a:lnTo>
                  <a:cubicBezTo>
                    <a:pt x="1" y="10668"/>
                    <a:pt x="370" y="11061"/>
                    <a:pt x="846" y="11061"/>
                  </a:cubicBezTo>
                  <a:lnTo>
                    <a:pt x="6085" y="11061"/>
                  </a:lnTo>
                  <a:cubicBezTo>
                    <a:pt x="6549" y="11061"/>
                    <a:pt x="6930" y="10692"/>
                    <a:pt x="6930" y="10216"/>
                  </a:cubicBezTo>
                  <a:lnTo>
                    <a:pt x="6930" y="3608"/>
                  </a:lnTo>
                  <a:cubicBezTo>
                    <a:pt x="6930" y="3143"/>
                    <a:pt x="6549" y="2774"/>
                    <a:pt x="6085" y="2774"/>
                  </a:cubicBezTo>
                  <a:lnTo>
                    <a:pt x="5430" y="2774"/>
                  </a:lnTo>
                  <a:lnTo>
                    <a:pt x="5430" y="2381"/>
                  </a:lnTo>
                  <a:lnTo>
                    <a:pt x="6025" y="2381"/>
                  </a:lnTo>
                  <a:cubicBezTo>
                    <a:pt x="6108" y="2381"/>
                    <a:pt x="6192" y="2310"/>
                    <a:pt x="6192" y="2215"/>
                  </a:cubicBezTo>
                  <a:lnTo>
                    <a:pt x="6192" y="1191"/>
                  </a:lnTo>
                  <a:cubicBezTo>
                    <a:pt x="6192" y="1095"/>
                    <a:pt x="6108" y="1024"/>
                    <a:pt x="6025" y="1024"/>
                  </a:cubicBezTo>
                  <a:cubicBezTo>
                    <a:pt x="5942" y="1024"/>
                    <a:pt x="5858" y="1095"/>
                    <a:pt x="5858" y="1191"/>
                  </a:cubicBezTo>
                  <a:lnTo>
                    <a:pt x="5858" y="2048"/>
                  </a:lnTo>
                  <a:lnTo>
                    <a:pt x="4942" y="2048"/>
                  </a:lnTo>
                  <a:lnTo>
                    <a:pt x="4942" y="321"/>
                  </a:lnTo>
                  <a:lnTo>
                    <a:pt x="5858" y="321"/>
                  </a:lnTo>
                  <a:lnTo>
                    <a:pt x="5858" y="524"/>
                  </a:lnTo>
                  <a:cubicBezTo>
                    <a:pt x="5858" y="607"/>
                    <a:pt x="5942" y="679"/>
                    <a:pt x="6025" y="679"/>
                  </a:cubicBezTo>
                  <a:cubicBezTo>
                    <a:pt x="6108" y="679"/>
                    <a:pt x="6192" y="607"/>
                    <a:pt x="6192" y="524"/>
                  </a:cubicBezTo>
                  <a:lnTo>
                    <a:pt x="6192" y="167"/>
                  </a:lnTo>
                  <a:cubicBezTo>
                    <a:pt x="6192" y="71"/>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63"/>
            <p:cNvSpPr/>
            <p:nvPr/>
          </p:nvSpPr>
          <p:spPr>
            <a:xfrm>
              <a:off x="5912297" y="3541927"/>
              <a:ext cx="56160" cy="56160"/>
            </a:xfrm>
            <a:custGeom>
              <a:avLst/>
              <a:gdLst/>
              <a:ahLst/>
              <a:cxnLst/>
              <a:rect l="l" t="t" r="r" b="b"/>
              <a:pathLst>
                <a:path w="1763" h="1763" extrusionOk="0">
                  <a:moveTo>
                    <a:pt x="881" y="1"/>
                  </a:moveTo>
                  <a:cubicBezTo>
                    <a:pt x="798" y="1"/>
                    <a:pt x="715" y="72"/>
                    <a:pt x="715" y="167"/>
                  </a:cubicBezTo>
                  <a:lnTo>
                    <a:pt x="715" y="715"/>
                  </a:lnTo>
                  <a:lnTo>
                    <a:pt x="167" y="715"/>
                  </a:lnTo>
                  <a:cubicBezTo>
                    <a:pt x="84" y="715"/>
                    <a:pt x="0" y="798"/>
                    <a:pt x="0" y="882"/>
                  </a:cubicBezTo>
                  <a:cubicBezTo>
                    <a:pt x="0" y="977"/>
                    <a:pt x="84" y="1048"/>
                    <a:pt x="167" y="1048"/>
                  </a:cubicBezTo>
                  <a:lnTo>
                    <a:pt x="715" y="1048"/>
                  </a:lnTo>
                  <a:lnTo>
                    <a:pt x="715" y="1596"/>
                  </a:lnTo>
                  <a:cubicBezTo>
                    <a:pt x="715" y="1691"/>
                    <a:pt x="798" y="1763"/>
                    <a:pt x="881" y="1763"/>
                  </a:cubicBezTo>
                  <a:cubicBezTo>
                    <a:pt x="965" y="1763"/>
                    <a:pt x="1048" y="1691"/>
                    <a:pt x="1048" y="1596"/>
                  </a:cubicBezTo>
                  <a:lnTo>
                    <a:pt x="1048" y="1048"/>
                  </a:lnTo>
                  <a:lnTo>
                    <a:pt x="1596" y="1048"/>
                  </a:lnTo>
                  <a:cubicBezTo>
                    <a:pt x="1679" y="1048"/>
                    <a:pt x="1762" y="977"/>
                    <a:pt x="1762" y="882"/>
                  </a:cubicBezTo>
                  <a:cubicBezTo>
                    <a:pt x="1762" y="798"/>
                    <a:pt x="1679" y="715"/>
                    <a:pt x="1596" y="715"/>
                  </a:cubicBezTo>
                  <a:lnTo>
                    <a:pt x="1048" y="715"/>
                  </a:lnTo>
                  <a:lnTo>
                    <a:pt x="1048" y="167"/>
                  </a:lnTo>
                  <a:cubicBezTo>
                    <a:pt x="1048" y="72"/>
                    <a:pt x="96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63"/>
            <p:cNvSpPr/>
            <p:nvPr/>
          </p:nvSpPr>
          <p:spPr>
            <a:xfrm>
              <a:off x="5885730" y="3515391"/>
              <a:ext cx="109263" cy="109263"/>
            </a:xfrm>
            <a:custGeom>
              <a:avLst/>
              <a:gdLst/>
              <a:ahLst/>
              <a:cxnLst/>
              <a:rect l="l" t="t" r="r" b="b"/>
              <a:pathLst>
                <a:path w="3430" h="3430" extrusionOk="0">
                  <a:moveTo>
                    <a:pt x="1715" y="345"/>
                  </a:moveTo>
                  <a:cubicBezTo>
                    <a:pt x="2477" y="345"/>
                    <a:pt x="3096" y="976"/>
                    <a:pt x="3096" y="1727"/>
                  </a:cubicBezTo>
                  <a:cubicBezTo>
                    <a:pt x="3096" y="2489"/>
                    <a:pt x="2477" y="3120"/>
                    <a:pt x="1715" y="3120"/>
                  </a:cubicBezTo>
                  <a:cubicBezTo>
                    <a:pt x="953" y="3120"/>
                    <a:pt x="334" y="2489"/>
                    <a:pt x="334" y="1727"/>
                  </a:cubicBezTo>
                  <a:cubicBezTo>
                    <a:pt x="334" y="976"/>
                    <a:pt x="953" y="345"/>
                    <a:pt x="1715" y="345"/>
                  </a:cubicBezTo>
                  <a:close/>
                  <a:moveTo>
                    <a:pt x="1715" y="0"/>
                  </a:moveTo>
                  <a:cubicBezTo>
                    <a:pt x="775" y="0"/>
                    <a:pt x="1" y="762"/>
                    <a:pt x="1" y="1715"/>
                  </a:cubicBezTo>
                  <a:cubicBezTo>
                    <a:pt x="1" y="2667"/>
                    <a:pt x="775" y="3429"/>
                    <a:pt x="1715" y="3429"/>
                  </a:cubicBezTo>
                  <a:cubicBezTo>
                    <a:pt x="2656" y="3429"/>
                    <a:pt x="3430" y="2667"/>
                    <a:pt x="3430" y="1715"/>
                  </a:cubicBezTo>
                  <a:cubicBezTo>
                    <a:pt x="3430" y="774"/>
                    <a:pt x="266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63"/>
            <p:cNvSpPr/>
            <p:nvPr/>
          </p:nvSpPr>
          <p:spPr>
            <a:xfrm>
              <a:off x="5862986" y="3476305"/>
              <a:ext cx="154783" cy="188167"/>
            </a:xfrm>
            <a:custGeom>
              <a:avLst/>
              <a:gdLst/>
              <a:ahLst/>
              <a:cxnLst/>
              <a:rect l="l" t="t" r="r" b="b"/>
              <a:pathLst>
                <a:path w="4859" h="5907" extrusionOk="0">
                  <a:moveTo>
                    <a:pt x="167" y="1"/>
                  </a:moveTo>
                  <a:cubicBezTo>
                    <a:pt x="84" y="1"/>
                    <a:pt x="0" y="72"/>
                    <a:pt x="0" y="156"/>
                  </a:cubicBezTo>
                  <a:lnTo>
                    <a:pt x="0" y="5740"/>
                  </a:lnTo>
                  <a:cubicBezTo>
                    <a:pt x="0" y="5835"/>
                    <a:pt x="84" y="5906"/>
                    <a:pt x="167" y="5906"/>
                  </a:cubicBezTo>
                  <a:lnTo>
                    <a:pt x="4691" y="5906"/>
                  </a:lnTo>
                  <a:cubicBezTo>
                    <a:pt x="4787" y="5906"/>
                    <a:pt x="4858" y="5835"/>
                    <a:pt x="4858" y="5740"/>
                  </a:cubicBezTo>
                  <a:lnTo>
                    <a:pt x="4858" y="156"/>
                  </a:lnTo>
                  <a:cubicBezTo>
                    <a:pt x="4858" y="72"/>
                    <a:pt x="4775" y="1"/>
                    <a:pt x="4691" y="1"/>
                  </a:cubicBezTo>
                  <a:lnTo>
                    <a:pt x="1715" y="1"/>
                  </a:lnTo>
                  <a:cubicBezTo>
                    <a:pt x="1632" y="1"/>
                    <a:pt x="1548" y="72"/>
                    <a:pt x="1548" y="156"/>
                  </a:cubicBezTo>
                  <a:cubicBezTo>
                    <a:pt x="1548" y="251"/>
                    <a:pt x="1632" y="322"/>
                    <a:pt x="1715" y="322"/>
                  </a:cubicBezTo>
                  <a:lnTo>
                    <a:pt x="4525" y="322"/>
                  </a:lnTo>
                  <a:lnTo>
                    <a:pt x="4525" y="5597"/>
                  </a:lnTo>
                  <a:lnTo>
                    <a:pt x="334" y="5597"/>
                  </a:lnTo>
                  <a:lnTo>
                    <a:pt x="334" y="322"/>
                  </a:lnTo>
                  <a:lnTo>
                    <a:pt x="881" y="322"/>
                  </a:lnTo>
                  <a:cubicBezTo>
                    <a:pt x="977" y="322"/>
                    <a:pt x="1048" y="251"/>
                    <a:pt x="1048" y="156"/>
                  </a:cubicBezTo>
                  <a:cubicBezTo>
                    <a:pt x="1048"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9" name="Google Shape;9999;p63"/>
          <p:cNvGrpSpPr/>
          <p:nvPr/>
        </p:nvGrpSpPr>
        <p:grpSpPr>
          <a:xfrm>
            <a:off x="4882170" y="3168841"/>
            <a:ext cx="358464" cy="352316"/>
            <a:chOff x="4882170" y="3349841"/>
            <a:chExt cx="358464" cy="352316"/>
          </a:xfrm>
        </p:grpSpPr>
        <p:sp>
          <p:nvSpPr>
            <p:cNvPr id="10000" name="Google Shape;10000;p63"/>
            <p:cNvSpPr/>
            <p:nvPr/>
          </p:nvSpPr>
          <p:spPr>
            <a:xfrm>
              <a:off x="5024403" y="3395521"/>
              <a:ext cx="174119" cy="166156"/>
            </a:xfrm>
            <a:custGeom>
              <a:avLst/>
              <a:gdLst/>
              <a:ahLst/>
              <a:cxnLst/>
              <a:rect l="l" t="t" r="r" b="b"/>
              <a:pathLst>
                <a:path w="5466" h="5216" extrusionOk="0">
                  <a:moveTo>
                    <a:pt x="4647" y="1"/>
                  </a:moveTo>
                  <a:cubicBezTo>
                    <a:pt x="4489" y="1"/>
                    <a:pt x="4335" y="60"/>
                    <a:pt x="4215" y="179"/>
                  </a:cubicBezTo>
                  <a:lnTo>
                    <a:pt x="239" y="4156"/>
                  </a:lnTo>
                  <a:cubicBezTo>
                    <a:pt x="1" y="4394"/>
                    <a:pt x="1" y="4799"/>
                    <a:pt x="239" y="5037"/>
                  </a:cubicBezTo>
                  <a:cubicBezTo>
                    <a:pt x="358" y="5156"/>
                    <a:pt x="519" y="5216"/>
                    <a:pt x="679" y="5216"/>
                  </a:cubicBezTo>
                  <a:cubicBezTo>
                    <a:pt x="840" y="5216"/>
                    <a:pt x="1001" y="5156"/>
                    <a:pt x="1120" y="5037"/>
                  </a:cubicBezTo>
                  <a:lnTo>
                    <a:pt x="4501" y="1656"/>
                  </a:lnTo>
                  <a:cubicBezTo>
                    <a:pt x="4561" y="1596"/>
                    <a:pt x="4561" y="1489"/>
                    <a:pt x="4501" y="1430"/>
                  </a:cubicBezTo>
                  <a:cubicBezTo>
                    <a:pt x="4471" y="1400"/>
                    <a:pt x="4430" y="1385"/>
                    <a:pt x="4388" y="1385"/>
                  </a:cubicBezTo>
                  <a:cubicBezTo>
                    <a:pt x="4346" y="1385"/>
                    <a:pt x="4305" y="1400"/>
                    <a:pt x="4275" y="1430"/>
                  </a:cubicBezTo>
                  <a:lnTo>
                    <a:pt x="894" y="4811"/>
                  </a:lnTo>
                  <a:cubicBezTo>
                    <a:pt x="834" y="4870"/>
                    <a:pt x="757" y="4900"/>
                    <a:pt x="681" y="4900"/>
                  </a:cubicBezTo>
                  <a:cubicBezTo>
                    <a:pt x="605" y="4900"/>
                    <a:pt x="530" y="4870"/>
                    <a:pt x="477" y="4811"/>
                  </a:cubicBezTo>
                  <a:cubicBezTo>
                    <a:pt x="358" y="4692"/>
                    <a:pt x="358" y="4501"/>
                    <a:pt x="477" y="4394"/>
                  </a:cubicBezTo>
                  <a:lnTo>
                    <a:pt x="4454" y="417"/>
                  </a:lnTo>
                  <a:cubicBezTo>
                    <a:pt x="4512" y="359"/>
                    <a:pt x="4585" y="333"/>
                    <a:pt x="4657" y="333"/>
                  </a:cubicBezTo>
                  <a:cubicBezTo>
                    <a:pt x="4807" y="333"/>
                    <a:pt x="4954" y="447"/>
                    <a:pt x="4954" y="632"/>
                  </a:cubicBezTo>
                  <a:cubicBezTo>
                    <a:pt x="4954" y="703"/>
                    <a:pt x="4930" y="775"/>
                    <a:pt x="4870" y="834"/>
                  </a:cubicBezTo>
                  <a:cubicBezTo>
                    <a:pt x="4811" y="894"/>
                    <a:pt x="4811" y="1001"/>
                    <a:pt x="4870" y="1060"/>
                  </a:cubicBezTo>
                  <a:cubicBezTo>
                    <a:pt x="4903" y="1094"/>
                    <a:pt x="4940" y="1108"/>
                    <a:pt x="4977" y="1108"/>
                  </a:cubicBezTo>
                  <a:cubicBezTo>
                    <a:pt x="5208" y="1108"/>
                    <a:pt x="5465" y="538"/>
                    <a:pt x="5097" y="179"/>
                  </a:cubicBezTo>
                  <a:cubicBezTo>
                    <a:pt x="4966" y="60"/>
                    <a:pt x="4805" y="1"/>
                    <a:pt x="46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1" name="Google Shape;10001;p63"/>
            <p:cNvSpPr/>
            <p:nvPr/>
          </p:nvSpPr>
          <p:spPr>
            <a:xfrm>
              <a:off x="4882170" y="3349841"/>
              <a:ext cx="358464" cy="352316"/>
            </a:xfrm>
            <a:custGeom>
              <a:avLst/>
              <a:gdLst/>
              <a:ahLst/>
              <a:cxnLst/>
              <a:rect l="l" t="t" r="r" b="b"/>
              <a:pathLst>
                <a:path w="11253" h="11060" extrusionOk="0">
                  <a:moveTo>
                    <a:pt x="8809" y="364"/>
                  </a:moveTo>
                  <a:cubicBezTo>
                    <a:pt x="8973" y="364"/>
                    <a:pt x="9138" y="421"/>
                    <a:pt x="9276" y="530"/>
                  </a:cubicBezTo>
                  <a:lnTo>
                    <a:pt x="10585" y="1840"/>
                  </a:lnTo>
                  <a:cubicBezTo>
                    <a:pt x="10895" y="2078"/>
                    <a:pt x="10895" y="2518"/>
                    <a:pt x="10633" y="2804"/>
                  </a:cubicBezTo>
                  <a:cubicBezTo>
                    <a:pt x="7276" y="6150"/>
                    <a:pt x="7395" y="6054"/>
                    <a:pt x="7192" y="6233"/>
                  </a:cubicBezTo>
                  <a:cubicBezTo>
                    <a:pt x="6609" y="6745"/>
                    <a:pt x="6002" y="7102"/>
                    <a:pt x="5287" y="7376"/>
                  </a:cubicBezTo>
                  <a:cubicBezTo>
                    <a:pt x="5144" y="7432"/>
                    <a:pt x="5001" y="7458"/>
                    <a:pt x="4863" y="7458"/>
                  </a:cubicBezTo>
                  <a:cubicBezTo>
                    <a:pt x="4096" y="7458"/>
                    <a:pt x="3484" y="6663"/>
                    <a:pt x="3787" y="5876"/>
                  </a:cubicBezTo>
                  <a:cubicBezTo>
                    <a:pt x="3799" y="5828"/>
                    <a:pt x="4061" y="5042"/>
                    <a:pt x="4704" y="4233"/>
                  </a:cubicBezTo>
                  <a:lnTo>
                    <a:pt x="4978" y="4507"/>
                  </a:lnTo>
                  <a:cubicBezTo>
                    <a:pt x="5007" y="4536"/>
                    <a:pt x="5046" y="4551"/>
                    <a:pt x="5085" y="4551"/>
                  </a:cubicBezTo>
                  <a:cubicBezTo>
                    <a:pt x="5123" y="4551"/>
                    <a:pt x="5162" y="4536"/>
                    <a:pt x="5192" y="4507"/>
                  </a:cubicBezTo>
                  <a:cubicBezTo>
                    <a:pt x="5251" y="4447"/>
                    <a:pt x="5251" y="4340"/>
                    <a:pt x="5192" y="4280"/>
                  </a:cubicBezTo>
                  <a:lnTo>
                    <a:pt x="4918" y="3995"/>
                  </a:lnTo>
                  <a:cubicBezTo>
                    <a:pt x="5073" y="3816"/>
                    <a:pt x="5180" y="3709"/>
                    <a:pt x="5287" y="3614"/>
                  </a:cubicBezTo>
                  <a:lnTo>
                    <a:pt x="5573" y="3887"/>
                  </a:lnTo>
                  <a:cubicBezTo>
                    <a:pt x="5603" y="3917"/>
                    <a:pt x="5641" y="3932"/>
                    <a:pt x="5680" y="3932"/>
                  </a:cubicBezTo>
                  <a:cubicBezTo>
                    <a:pt x="5719" y="3932"/>
                    <a:pt x="5757" y="3917"/>
                    <a:pt x="5787" y="3887"/>
                  </a:cubicBezTo>
                  <a:cubicBezTo>
                    <a:pt x="5847" y="3828"/>
                    <a:pt x="5847" y="3733"/>
                    <a:pt x="5787" y="3673"/>
                  </a:cubicBezTo>
                  <a:lnTo>
                    <a:pt x="5513" y="3387"/>
                  </a:lnTo>
                  <a:lnTo>
                    <a:pt x="5894" y="2994"/>
                  </a:lnTo>
                  <a:lnTo>
                    <a:pt x="6180" y="3280"/>
                  </a:lnTo>
                  <a:cubicBezTo>
                    <a:pt x="6210" y="3310"/>
                    <a:pt x="6252" y="3325"/>
                    <a:pt x="6293" y="3325"/>
                  </a:cubicBezTo>
                  <a:cubicBezTo>
                    <a:pt x="6335" y="3325"/>
                    <a:pt x="6377" y="3310"/>
                    <a:pt x="6406" y="3280"/>
                  </a:cubicBezTo>
                  <a:cubicBezTo>
                    <a:pt x="6466" y="3221"/>
                    <a:pt x="6466" y="3114"/>
                    <a:pt x="6406" y="3054"/>
                  </a:cubicBezTo>
                  <a:lnTo>
                    <a:pt x="6121" y="2780"/>
                  </a:lnTo>
                  <a:lnTo>
                    <a:pt x="6502" y="2387"/>
                  </a:lnTo>
                  <a:lnTo>
                    <a:pt x="6787" y="2673"/>
                  </a:lnTo>
                  <a:cubicBezTo>
                    <a:pt x="6817" y="2703"/>
                    <a:pt x="6859" y="2718"/>
                    <a:pt x="6900" y="2718"/>
                  </a:cubicBezTo>
                  <a:cubicBezTo>
                    <a:pt x="6942" y="2718"/>
                    <a:pt x="6984" y="2703"/>
                    <a:pt x="7014" y="2673"/>
                  </a:cubicBezTo>
                  <a:cubicBezTo>
                    <a:pt x="7073" y="2613"/>
                    <a:pt x="7073" y="2506"/>
                    <a:pt x="7014" y="2447"/>
                  </a:cubicBezTo>
                  <a:lnTo>
                    <a:pt x="6728" y="2161"/>
                  </a:lnTo>
                  <a:lnTo>
                    <a:pt x="7109" y="1780"/>
                  </a:lnTo>
                  <a:lnTo>
                    <a:pt x="7395" y="2054"/>
                  </a:lnTo>
                  <a:cubicBezTo>
                    <a:pt x="7424" y="2084"/>
                    <a:pt x="7466" y="2099"/>
                    <a:pt x="7508" y="2099"/>
                  </a:cubicBezTo>
                  <a:cubicBezTo>
                    <a:pt x="7549" y="2099"/>
                    <a:pt x="7591" y="2084"/>
                    <a:pt x="7621" y="2054"/>
                  </a:cubicBezTo>
                  <a:cubicBezTo>
                    <a:pt x="7680" y="1994"/>
                    <a:pt x="7680" y="1899"/>
                    <a:pt x="7621" y="1840"/>
                  </a:cubicBezTo>
                  <a:lnTo>
                    <a:pt x="7335" y="1554"/>
                  </a:lnTo>
                  <a:lnTo>
                    <a:pt x="7728" y="1161"/>
                  </a:lnTo>
                  <a:lnTo>
                    <a:pt x="8002" y="1447"/>
                  </a:lnTo>
                  <a:cubicBezTo>
                    <a:pt x="8038" y="1476"/>
                    <a:pt x="8079" y="1491"/>
                    <a:pt x="8119" y="1491"/>
                  </a:cubicBezTo>
                  <a:cubicBezTo>
                    <a:pt x="8160" y="1491"/>
                    <a:pt x="8198" y="1476"/>
                    <a:pt x="8228" y="1447"/>
                  </a:cubicBezTo>
                  <a:cubicBezTo>
                    <a:pt x="8288" y="1387"/>
                    <a:pt x="8288" y="1280"/>
                    <a:pt x="8228" y="1220"/>
                  </a:cubicBezTo>
                  <a:lnTo>
                    <a:pt x="7942" y="947"/>
                  </a:lnTo>
                  <a:lnTo>
                    <a:pt x="8323" y="566"/>
                  </a:lnTo>
                  <a:cubicBezTo>
                    <a:pt x="8459" y="430"/>
                    <a:pt x="8633" y="364"/>
                    <a:pt x="8809" y="364"/>
                  </a:cubicBezTo>
                  <a:close/>
                  <a:moveTo>
                    <a:pt x="1180" y="9245"/>
                  </a:moveTo>
                  <a:lnTo>
                    <a:pt x="1918" y="9995"/>
                  </a:lnTo>
                  <a:lnTo>
                    <a:pt x="1322" y="10591"/>
                  </a:lnTo>
                  <a:cubicBezTo>
                    <a:pt x="1227" y="10698"/>
                    <a:pt x="1108" y="10734"/>
                    <a:pt x="953" y="10734"/>
                  </a:cubicBezTo>
                  <a:cubicBezTo>
                    <a:pt x="477" y="10734"/>
                    <a:pt x="251" y="10174"/>
                    <a:pt x="584" y="9841"/>
                  </a:cubicBezTo>
                  <a:lnTo>
                    <a:pt x="1180" y="9245"/>
                  </a:lnTo>
                  <a:close/>
                  <a:moveTo>
                    <a:pt x="8855" y="0"/>
                  </a:moveTo>
                  <a:cubicBezTo>
                    <a:pt x="8591" y="0"/>
                    <a:pt x="8329" y="101"/>
                    <a:pt x="8133" y="304"/>
                  </a:cubicBezTo>
                  <a:cubicBezTo>
                    <a:pt x="4716" y="3709"/>
                    <a:pt x="4882" y="3530"/>
                    <a:pt x="4692" y="3756"/>
                  </a:cubicBezTo>
                  <a:cubicBezTo>
                    <a:pt x="3394" y="5185"/>
                    <a:pt x="3692" y="5876"/>
                    <a:pt x="2656" y="7221"/>
                  </a:cubicBezTo>
                  <a:cubicBezTo>
                    <a:pt x="2596" y="7305"/>
                    <a:pt x="2608" y="7400"/>
                    <a:pt x="2680" y="7447"/>
                  </a:cubicBezTo>
                  <a:cubicBezTo>
                    <a:pt x="2711" y="7473"/>
                    <a:pt x="2748" y="7486"/>
                    <a:pt x="2785" y="7486"/>
                  </a:cubicBezTo>
                  <a:cubicBezTo>
                    <a:pt x="2833" y="7486"/>
                    <a:pt x="2879" y="7464"/>
                    <a:pt x="2906" y="7424"/>
                  </a:cubicBezTo>
                  <a:cubicBezTo>
                    <a:pt x="3096" y="7162"/>
                    <a:pt x="3263" y="6912"/>
                    <a:pt x="3406" y="6638"/>
                  </a:cubicBezTo>
                  <a:cubicBezTo>
                    <a:pt x="3549" y="7174"/>
                    <a:pt x="3966" y="7614"/>
                    <a:pt x="4501" y="7733"/>
                  </a:cubicBezTo>
                  <a:cubicBezTo>
                    <a:pt x="3382" y="8352"/>
                    <a:pt x="2894" y="9043"/>
                    <a:pt x="2120" y="9757"/>
                  </a:cubicBezTo>
                  <a:lnTo>
                    <a:pt x="1370" y="9007"/>
                  </a:lnTo>
                  <a:lnTo>
                    <a:pt x="2334" y="8043"/>
                  </a:lnTo>
                  <a:cubicBezTo>
                    <a:pt x="2394" y="7983"/>
                    <a:pt x="2394" y="7876"/>
                    <a:pt x="2334" y="7817"/>
                  </a:cubicBezTo>
                  <a:cubicBezTo>
                    <a:pt x="2305" y="7787"/>
                    <a:pt x="2266" y="7772"/>
                    <a:pt x="2227" y="7772"/>
                  </a:cubicBezTo>
                  <a:cubicBezTo>
                    <a:pt x="2189" y="7772"/>
                    <a:pt x="2150" y="7787"/>
                    <a:pt x="2120" y="7817"/>
                  </a:cubicBezTo>
                  <a:lnTo>
                    <a:pt x="334" y="9602"/>
                  </a:lnTo>
                  <a:cubicBezTo>
                    <a:pt x="1" y="9936"/>
                    <a:pt x="1" y="10472"/>
                    <a:pt x="334" y="10805"/>
                  </a:cubicBezTo>
                  <a:cubicBezTo>
                    <a:pt x="494" y="10976"/>
                    <a:pt x="705" y="11059"/>
                    <a:pt x="921" y="11059"/>
                  </a:cubicBezTo>
                  <a:cubicBezTo>
                    <a:pt x="1140" y="11059"/>
                    <a:pt x="1363" y="10973"/>
                    <a:pt x="1537" y="10805"/>
                  </a:cubicBezTo>
                  <a:lnTo>
                    <a:pt x="3323" y="9019"/>
                  </a:lnTo>
                  <a:cubicBezTo>
                    <a:pt x="4335" y="8019"/>
                    <a:pt x="5287" y="7745"/>
                    <a:pt x="5716" y="7531"/>
                  </a:cubicBezTo>
                  <a:cubicBezTo>
                    <a:pt x="6430" y="7221"/>
                    <a:pt x="7061" y="6793"/>
                    <a:pt x="7621" y="6233"/>
                  </a:cubicBezTo>
                  <a:lnTo>
                    <a:pt x="10824" y="3030"/>
                  </a:lnTo>
                  <a:cubicBezTo>
                    <a:pt x="11252" y="2625"/>
                    <a:pt x="11252" y="1971"/>
                    <a:pt x="10847" y="1566"/>
                  </a:cubicBezTo>
                  <a:lnTo>
                    <a:pt x="9585" y="304"/>
                  </a:lnTo>
                  <a:cubicBezTo>
                    <a:pt x="9383" y="101"/>
                    <a:pt x="9118" y="0"/>
                    <a:pt x="88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02" name="Google Shape;10002;p63"/>
          <p:cNvSpPr/>
          <p:nvPr/>
        </p:nvSpPr>
        <p:spPr>
          <a:xfrm>
            <a:off x="3955221" y="2712008"/>
            <a:ext cx="358464" cy="356808"/>
          </a:xfrm>
          <a:custGeom>
            <a:avLst/>
            <a:gdLst/>
            <a:ahLst/>
            <a:cxnLst/>
            <a:rect l="l" t="t" r="r" b="b"/>
            <a:pathLst>
              <a:path w="11253" h="11201" extrusionOk="0">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63"/>
          <p:cNvSpPr/>
          <p:nvPr/>
        </p:nvSpPr>
        <p:spPr>
          <a:xfrm>
            <a:off x="3499727" y="2261228"/>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04" name="Google Shape;10004;p63"/>
          <p:cNvGrpSpPr/>
          <p:nvPr/>
        </p:nvGrpSpPr>
        <p:grpSpPr>
          <a:xfrm>
            <a:off x="3044965" y="2254220"/>
            <a:ext cx="400194" cy="324316"/>
            <a:chOff x="3044965" y="2435220"/>
            <a:chExt cx="400194" cy="324316"/>
          </a:xfrm>
        </p:grpSpPr>
        <p:sp>
          <p:nvSpPr>
            <p:cNvPr id="10005" name="Google Shape;10005;p63"/>
            <p:cNvSpPr/>
            <p:nvPr/>
          </p:nvSpPr>
          <p:spPr>
            <a:xfrm>
              <a:off x="3105649" y="2649413"/>
              <a:ext cx="68329" cy="66864"/>
            </a:xfrm>
            <a:custGeom>
              <a:avLst/>
              <a:gdLst/>
              <a:ahLst/>
              <a:cxnLst/>
              <a:rect l="l" t="t" r="r" b="b"/>
              <a:pathLst>
                <a:path w="2145" h="2099" extrusionOk="0">
                  <a:moveTo>
                    <a:pt x="1924" y="0"/>
                  </a:moveTo>
                  <a:cubicBezTo>
                    <a:pt x="1867" y="0"/>
                    <a:pt x="1811" y="21"/>
                    <a:pt x="1775" y="63"/>
                  </a:cubicBezTo>
                  <a:lnTo>
                    <a:pt x="84" y="1753"/>
                  </a:lnTo>
                  <a:cubicBezTo>
                    <a:pt x="1" y="1825"/>
                    <a:pt x="1" y="1956"/>
                    <a:pt x="84" y="2039"/>
                  </a:cubicBezTo>
                  <a:cubicBezTo>
                    <a:pt x="120" y="2087"/>
                    <a:pt x="168" y="2099"/>
                    <a:pt x="227" y="2099"/>
                  </a:cubicBezTo>
                  <a:cubicBezTo>
                    <a:pt x="275" y="2099"/>
                    <a:pt x="334" y="2075"/>
                    <a:pt x="382" y="2039"/>
                  </a:cubicBezTo>
                  <a:lnTo>
                    <a:pt x="2073" y="337"/>
                  </a:lnTo>
                  <a:cubicBezTo>
                    <a:pt x="2144" y="265"/>
                    <a:pt x="2144" y="134"/>
                    <a:pt x="2073" y="63"/>
                  </a:cubicBezTo>
                  <a:cubicBezTo>
                    <a:pt x="2037" y="21"/>
                    <a:pt x="1980"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63"/>
            <p:cNvSpPr/>
            <p:nvPr/>
          </p:nvSpPr>
          <p:spPr>
            <a:xfrm>
              <a:off x="3297193" y="2649413"/>
              <a:ext cx="68297" cy="66864"/>
            </a:xfrm>
            <a:custGeom>
              <a:avLst/>
              <a:gdLst/>
              <a:ahLst/>
              <a:cxnLst/>
              <a:rect l="l" t="t" r="r" b="b"/>
              <a:pathLst>
                <a:path w="2144" h="2099" extrusionOk="0">
                  <a:moveTo>
                    <a:pt x="1919" y="0"/>
                  </a:moveTo>
                  <a:cubicBezTo>
                    <a:pt x="1864" y="0"/>
                    <a:pt x="1810" y="21"/>
                    <a:pt x="1775" y="63"/>
                  </a:cubicBezTo>
                  <a:lnTo>
                    <a:pt x="84" y="1753"/>
                  </a:lnTo>
                  <a:cubicBezTo>
                    <a:pt x="1" y="1825"/>
                    <a:pt x="1" y="1956"/>
                    <a:pt x="84" y="2039"/>
                  </a:cubicBezTo>
                  <a:cubicBezTo>
                    <a:pt x="120" y="2087"/>
                    <a:pt x="167" y="2099"/>
                    <a:pt x="227" y="2099"/>
                  </a:cubicBezTo>
                  <a:cubicBezTo>
                    <a:pt x="286" y="2099"/>
                    <a:pt x="334" y="2075"/>
                    <a:pt x="382" y="2039"/>
                  </a:cubicBezTo>
                  <a:lnTo>
                    <a:pt x="2072" y="337"/>
                  </a:lnTo>
                  <a:cubicBezTo>
                    <a:pt x="2144" y="265"/>
                    <a:pt x="2144" y="134"/>
                    <a:pt x="2072" y="63"/>
                  </a:cubicBezTo>
                  <a:cubicBezTo>
                    <a:pt x="2031" y="21"/>
                    <a:pt x="1974" y="0"/>
                    <a:pt x="19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63"/>
            <p:cNvSpPr/>
            <p:nvPr/>
          </p:nvSpPr>
          <p:spPr>
            <a:xfrm>
              <a:off x="3044965" y="2435220"/>
              <a:ext cx="400194" cy="324316"/>
            </a:xfrm>
            <a:custGeom>
              <a:avLst/>
              <a:gdLst/>
              <a:ahLst/>
              <a:cxnLst/>
              <a:rect l="l" t="t" r="r" b="b"/>
              <a:pathLst>
                <a:path w="12563" h="10181" extrusionOk="0">
                  <a:moveTo>
                    <a:pt x="822" y="7358"/>
                  </a:moveTo>
                  <a:cubicBezTo>
                    <a:pt x="787" y="7465"/>
                    <a:pt x="787" y="7573"/>
                    <a:pt x="787" y="7680"/>
                  </a:cubicBezTo>
                  <a:cubicBezTo>
                    <a:pt x="787" y="7751"/>
                    <a:pt x="787" y="7823"/>
                    <a:pt x="811" y="7918"/>
                  </a:cubicBezTo>
                  <a:lnTo>
                    <a:pt x="632" y="7918"/>
                  </a:lnTo>
                  <a:cubicBezTo>
                    <a:pt x="525" y="7918"/>
                    <a:pt x="418" y="7823"/>
                    <a:pt x="418" y="7704"/>
                  </a:cubicBezTo>
                  <a:lnTo>
                    <a:pt x="418" y="7573"/>
                  </a:lnTo>
                  <a:cubicBezTo>
                    <a:pt x="418" y="7465"/>
                    <a:pt x="513" y="7358"/>
                    <a:pt x="632" y="7358"/>
                  </a:cubicBezTo>
                  <a:close/>
                  <a:moveTo>
                    <a:pt x="11955" y="7358"/>
                  </a:moveTo>
                  <a:cubicBezTo>
                    <a:pt x="12062" y="7358"/>
                    <a:pt x="12157" y="7454"/>
                    <a:pt x="12157" y="7573"/>
                  </a:cubicBezTo>
                  <a:lnTo>
                    <a:pt x="12169" y="7704"/>
                  </a:lnTo>
                  <a:cubicBezTo>
                    <a:pt x="12169" y="7811"/>
                    <a:pt x="12074" y="7918"/>
                    <a:pt x="11955" y="7918"/>
                  </a:cubicBezTo>
                  <a:lnTo>
                    <a:pt x="11776" y="7918"/>
                  </a:lnTo>
                  <a:cubicBezTo>
                    <a:pt x="11776" y="7835"/>
                    <a:pt x="11788" y="7763"/>
                    <a:pt x="11788" y="7668"/>
                  </a:cubicBezTo>
                  <a:cubicBezTo>
                    <a:pt x="11788" y="7573"/>
                    <a:pt x="11776" y="7465"/>
                    <a:pt x="11764" y="7358"/>
                  </a:cubicBezTo>
                  <a:close/>
                  <a:moveTo>
                    <a:pt x="3299" y="6263"/>
                  </a:moveTo>
                  <a:cubicBezTo>
                    <a:pt x="3918" y="6263"/>
                    <a:pt x="4466" y="6441"/>
                    <a:pt x="4859" y="6739"/>
                  </a:cubicBezTo>
                  <a:lnTo>
                    <a:pt x="4442" y="7156"/>
                  </a:lnTo>
                  <a:cubicBezTo>
                    <a:pt x="4371" y="7227"/>
                    <a:pt x="4371" y="7358"/>
                    <a:pt x="4442" y="7442"/>
                  </a:cubicBezTo>
                  <a:cubicBezTo>
                    <a:pt x="4490" y="7477"/>
                    <a:pt x="4525" y="7501"/>
                    <a:pt x="4585" y="7501"/>
                  </a:cubicBezTo>
                  <a:cubicBezTo>
                    <a:pt x="4644" y="7501"/>
                    <a:pt x="4692" y="7477"/>
                    <a:pt x="4740" y="7442"/>
                  </a:cubicBezTo>
                  <a:lnTo>
                    <a:pt x="5156" y="7025"/>
                  </a:lnTo>
                  <a:cubicBezTo>
                    <a:pt x="5299" y="7215"/>
                    <a:pt x="5394" y="7442"/>
                    <a:pt x="5394" y="7692"/>
                  </a:cubicBezTo>
                  <a:cubicBezTo>
                    <a:pt x="5383" y="8835"/>
                    <a:pt x="4442" y="9775"/>
                    <a:pt x="3275" y="9775"/>
                  </a:cubicBezTo>
                  <a:cubicBezTo>
                    <a:pt x="3013" y="9775"/>
                    <a:pt x="2763" y="9728"/>
                    <a:pt x="2525" y="9620"/>
                  </a:cubicBezTo>
                  <a:lnTo>
                    <a:pt x="4156" y="7989"/>
                  </a:lnTo>
                  <a:cubicBezTo>
                    <a:pt x="4228" y="7918"/>
                    <a:pt x="4228" y="7775"/>
                    <a:pt x="4156" y="7704"/>
                  </a:cubicBezTo>
                  <a:cubicBezTo>
                    <a:pt x="4121" y="7668"/>
                    <a:pt x="4070" y="7650"/>
                    <a:pt x="4018" y="7650"/>
                  </a:cubicBezTo>
                  <a:cubicBezTo>
                    <a:pt x="3966" y="7650"/>
                    <a:pt x="3912" y="7668"/>
                    <a:pt x="3870" y="7704"/>
                  </a:cubicBezTo>
                  <a:lnTo>
                    <a:pt x="2144" y="9430"/>
                  </a:lnTo>
                  <a:cubicBezTo>
                    <a:pt x="1573" y="9061"/>
                    <a:pt x="1192" y="8406"/>
                    <a:pt x="1192" y="7680"/>
                  </a:cubicBezTo>
                  <a:cubicBezTo>
                    <a:pt x="1192" y="6882"/>
                    <a:pt x="2132" y="6263"/>
                    <a:pt x="3299" y="6263"/>
                  </a:cubicBezTo>
                  <a:close/>
                  <a:moveTo>
                    <a:pt x="9324" y="6275"/>
                  </a:moveTo>
                  <a:cubicBezTo>
                    <a:pt x="9943" y="6275"/>
                    <a:pt x="10502" y="6453"/>
                    <a:pt x="10883" y="6751"/>
                  </a:cubicBezTo>
                  <a:lnTo>
                    <a:pt x="10467" y="7168"/>
                  </a:lnTo>
                  <a:cubicBezTo>
                    <a:pt x="10395" y="7239"/>
                    <a:pt x="10395" y="7370"/>
                    <a:pt x="10467" y="7454"/>
                  </a:cubicBezTo>
                  <a:cubicBezTo>
                    <a:pt x="10514" y="7489"/>
                    <a:pt x="10562" y="7513"/>
                    <a:pt x="10621" y="7513"/>
                  </a:cubicBezTo>
                  <a:cubicBezTo>
                    <a:pt x="10657" y="7513"/>
                    <a:pt x="10717" y="7489"/>
                    <a:pt x="10764" y="7454"/>
                  </a:cubicBezTo>
                  <a:lnTo>
                    <a:pt x="11181" y="7037"/>
                  </a:lnTo>
                  <a:cubicBezTo>
                    <a:pt x="11336" y="7227"/>
                    <a:pt x="11419" y="7454"/>
                    <a:pt x="11419" y="7704"/>
                  </a:cubicBezTo>
                  <a:cubicBezTo>
                    <a:pt x="11407" y="8835"/>
                    <a:pt x="10467" y="9775"/>
                    <a:pt x="9312" y="9775"/>
                  </a:cubicBezTo>
                  <a:cubicBezTo>
                    <a:pt x="9038" y="9775"/>
                    <a:pt x="8788" y="9728"/>
                    <a:pt x="8550" y="9620"/>
                  </a:cubicBezTo>
                  <a:lnTo>
                    <a:pt x="10181" y="7989"/>
                  </a:lnTo>
                  <a:cubicBezTo>
                    <a:pt x="10264" y="7918"/>
                    <a:pt x="10264" y="7775"/>
                    <a:pt x="10181" y="7704"/>
                  </a:cubicBezTo>
                  <a:cubicBezTo>
                    <a:pt x="10145" y="7668"/>
                    <a:pt x="10094" y="7650"/>
                    <a:pt x="10044" y="7650"/>
                  </a:cubicBezTo>
                  <a:cubicBezTo>
                    <a:pt x="9993" y="7650"/>
                    <a:pt x="9943" y="7668"/>
                    <a:pt x="9907" y="7704"/>
                  </a:cubicBezTo>
                  <a:lnTo>
                    <a:pt x="8181" y="9442"/>
                  </a:lnTo>
                  <a:cubicBezTo>
                    <a:pt x="7597" y="9073"/>
                    <a:pt x="7228" y="8418"/>
                    <a:pt x="7228" y="7692"/>
                  </a:cubicBezTo>
                  <a:cubicBezTo>
                    <a:pt x="7228" y="6894"/>
                    <a:pt x="8157" y="6275"/>
                    <a:pt x="9324" y="6275"/>
                  </a:cubicBezTo>
                  <a:close/>
                  <a:moveTo>
                    <a:pt x="2751" y="0"/>
                  </a:moveTo>
                  <a:cubicBezTo>
                    <a:pt x="2239" y="0"/>
                    <a:pt x="1787" y="345"/>
                    <a:pt x="1656" y="857"/>
                  </a:cubicBezTo>
                  <a:lnTo>
                    <a:pt x="13" y="7418"/>
                  </a:lnTo>
                  <a:cubicBezTo>
                    <a:pt x="1" y="7465"/>
                    <a:pt x="1" y="7513"/>
                    <a:pt x="1" y="7573"/>
                  </a:cubicBezTo>
                  <a:lnTo>
                    <a:pt x="1" y="7704"/>
                  </a:lnTo>
                  <a:cubicBezTo>
                    <a:pt x="1" y="8037"/>
                    <a:pt x="275" y="8311"/>
                    <a:pt x="608" y="8311"/>
                  </a:cubicBezTo>
                  <a:lnTo>
                    <a:pt x="846" y="8311"/>
                  </a:lnTo>
                  <a:cubicBezTo>
                    <a:pt x="1037" y="8989"/>
                    <a:pt x="1465" y="9537"/>
                    <a:pt x="2037" y="9859"/>
                  </a:cubicBezTo>
                  <a:cubicBezTo>
                    <a:pt x="2061" y="9859"/>
                    <a:pt x="2061" y="9882"/>
                    <a:pt x="2073" y="9882"/>
                  </a:cubicBezTo>
                  <a:cubicBezTo>
                    <a:pt x="2430" y="10073"/>
                    <a:pt x="2835" y="10180"/>
                    <a:pt x="3263" y="10180"/>
                  </a:cubicBezTo>
                  <a:cubicBezTo>
                    <a:pt x="4609" y="10180"/>
                    <a:pt x="5704" y="9108"/>
                    <a:pt x="5764" y="7763"/>
                  </a:cubicBezTo>
                  <a:cubicBezTo>
                    <a:pt x="5918" y="7656"/>
                    <a:pt x="6097" y="7596"/>
                    <a:pt x="6287" y="7596"/>
                  </a:cubicBezTo>
                  <a:cubicBezTo>
                    <a:pt x="6478" y="7596"/>
                    <a:pt x="6657" y="7656"/>
                    <a:pt x="6811" y="7763"/>
                  </a:cubicBezTo>
                  <a:cubicBezTo>
                    <a:pt x="6835" y="8656"/>
                    <a:pt x="7347" y="9430"/>
                    <a:pt x="8085" y="9847"/>
                  </a:cubicBezTo>
                  <a:cubicBezTo>
                    <a:pt x="8097" y="9847"/>
                    <a:pt x="8097" y="9859"/>
                    <a:pt x="8121" y="9859"/>
                  </a:cubicBezTo>
                  <a:cubicBezTo>
                    <a:pt x="8478" y="10061"/>
                    <a:pt x="8871" y="10156"/>
                    <a:pt x="9312" y="10156"/>
                  </a:cubicBezTo>
                  <a:cubicBezTo>
                    <a:pt x="10467" y="10156"/>
                    <a:pt x="11455" y="9370"/>
                    <a:pt x="11717" y="8299"/>
                  </a:cubicBezTo>
                  <a:lnTo>
                    <a:pt x="11955" y="8299"/>
                  </a:lnTo>
                  <a:cubicBezTo>
                    <a:pt x="12288" y="8299"/>
                    <a:pt x="12562" y="8037"/>
                    <a:pt x="12562" y="7692"/>
                  </a:cubicBezTo>
                  <a:lnTo>
                    <a:pt x="12562" y="7561"/>
                  </a:lnTo>
                  <a:cubicBezTo>
                    <a:pt x="12562" y="7525"/>
                    <a:pt x="12562" y="7465"/>
                    <a:pt x="12550" y="7418"/>
                  </a:cubicBezTo>
                  <a:lnTo>
                    <a:pt x="10919" y="857"/>
                  </a:lnTo>
                  <a:cubicBezTo>
                    <a:pt x="10800" y="357"/>
                    <a:pt x="10336" y="0"/>
                    <a:pt x="9812" y="0"/>
                  </a:cubicBezTo>
                  <a:cubicBezTo>
                    <a:pt x="9705" y="0"/>
                    <a:pt x="9621" y="84"/>
                    <a:pt x="9621" y="191"/>
                  </a:cubicBezTo>
                  <a:cubicBezTo>
                    <a:pt x="9621" y="298"/>
                    <a:pt x="9705" y="381"/>
                    <a:pt x="9812" y="381"/>
                  </a:cubicBezTo>
                  <a:cubicBezTo>
                    <a:pt x="10157" y="381"/>
                    <a:pt x="10443" y="607"/>
                    <a:pt x="10526" y="929"/>
                  </a:cubicBezTo>
                  <a:lnTo>
                    <a:pt x="12014" y="6942"/>
                  </a:lnTo>
                  <a:lnTo>
                    <a:pt x="11598" y="6942"/>
                  </a:lnTo>
                  <a:cubicBezTo>
                    <a:pt x="11467" y="6727"/>
                    <a:pt x="11288" y="6525"/>
                    <a:pt x="11038" y="6346"/>
                  </a:cubicBezTo>
                  <a:cubicBezTo>
                    <a:pt x="10574" y="6025"/>
                    <a:pt x="9943" y="5846"/>
                    <a:pt x="9288" y="5846"/>
                  </a:cubicBezTo>
                  <a:cubicBezTo>
                    <a:pt x="8633" y="5846"/>
                    <a:pt x="8026" y="6025"/>
                    <a:pt x="7550" y="6346"/>
                  </a:cubicBezTo>
                  <a:cubicBezTo>
                    <a:pt x="7180" y="6620"/>
                    <a:pt x="6918" y="6942"/>
                    <a:pt x="6835" y="7299"/>
                  </a:cubicBezTo>
                  <a:cubicBezTo>
                    <a:pt x="6668" y="7215"/>
                    <a:pt x="6478" y="7168"/>
                    <a:pt x="6287" y="7168"/>
                  </a:cubicBezTo>
                  <a:cubicBezTo>
                    <a:pt x="6097" y="7168"/>
                    <a:pt x="5895" y="7215"/>
                    <a:pt x="5728" y="7299"/>
                  </a:cubicBezTo>
                  <a:cubicBezTo>
                    <a:pt x="5645" y="6942"/>
                    <a:pt x="5394" y="6596"/>
                    <a:pt x="5025" y="6346"/>
                  </a:cubicBezTo>
                  <a:cubicBezTo>
                    <a:pt x="4561" y="6025"/>
                    <a:pt x="3930" y="5846"/>
                    <a:pt x="3275" y="5846"/>
                  </a:cubicBezTo>
                  <a:cubicBezTo>
                    <a:pt x="2620" y="5846"/>
                    <a:pt x="2013" y="6025"/>
                    <a:pt x="1537" y="6346"/>
                  </a:cubicBezTo>
                  <a:cubicBezTo>
                    <a:pt x="1299" y="6525"/>
                    <a:pt x="1108" y="6727"/>
                    <a:pt x="965" y="6942"/>
                  </a:cubicBezTo>
                  <a:lnTo>
                    <a:pt x="549" y="6942"/>
                  </a:lnTo>
                  <a:lnTo>
                    <a:pt x="2037" y="929"/>
                  </a:lnTo>
                  <a:cubicBezTo>
                    <a:pt x="2120" y="607"/>
                    <a:pt x="2418" y="381"/>
                    <a:pt x="2751" y="381"/>
                  </a:cubicBezTo>
                  <a:cubicBezTo>
                    <a:pt x="2858" y="381"/>
                    <a:pt x="2954" y="298"/>
                    <a:pt x="2954" y="191"/>
                  </a:cubicBezTo>
                  <a:cubicBezTo>
                    <a:pt x="2954" y="84"/>
                    <a:pt x="2858"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8" name="Google Shape;10008;p63"/>
          <p:cNvGrpSpPr/>
          <p:nvPr/>
        </p:nvGrpSpPr>
        <p:grpSpPr>
          <a:xfrm>
            <a:off x="4878379" y="2292892"/>
            <a:ext cx="367161" cy="287523"/>
            <a:chOff x="4878379" y="2473892"/>
            <a:chExt cx="367161" cy="287523"/>
          </a:xfrm>
        </p:grpSpPr>
        <p:sp>
          <p:nvSpPr>
            <p:cNvPr id="10009" name="Google Shape;10009;p63"/>
            <p:cNvSpPr/>
            <p:nvPr/>
          </p:nvSpPr>
          <p:spPr>
            <a:xfrm>
              <a:off x="5110889" y="2554676"/>
              <a:ext cx="75496" cy="71355"/>
            </a:xfrm>
            <a:custGeom>
              <a:avLst/>
              <a:gdLst/>
              <a:ahLst/>
              <a:cxnLst/>
              <a:rect l="l" t="t" r="r" b="b"/>
              <a:pathLst>
                <a:path w="2370" h="2240" extrusionOk="0">
                  <a:moveTo>
                    <a:pt x="1250" y="322"/>
                  </a:moveTo>
                  <a:lnTo>
                    <a:pt x="2048" y="1263"/>
                  </a:lnTo>
                  <a:lnTo>
                    <a:pt x="2048" y="1918"/>
                  </a:lnTo>
                  <a:lnTo>
                    <a:pt x="322" y="1918"/>
                  </a:lnTo>
                  <a:lnTo>
                    <a:pt x="322" y="322"/>
                  </a:lnTo>
                  <a:close/>
                  <a:moveTo>
                    <a:pt x="155" y="1"/>
                  </a:moveTo>
                  <a:cubicBezTo>
                    <a:pt x="72" y="1"/>
                    <a:pt x="0" y="72"/>
                    <a:pt x="0" y="155"/>
                  </a:cubicBezTo>
                  <a:lnTo>
                    <a:pt x="0" y="2084"/>
                  </a:lnTo>
                  <a:cubicBezTo>
                    <a:pt x="0" y="2168"/>
                    <a:pt x="72" y="2239"/>
                    <a:pt x="155" y="2239"/>
                  </a:cubicBezTo>
                  <a:lnTo>
                    <a:pt x="2215" y="2239"/>
                  </a:lnTo>
                  <a:cubicBezTo>
                    <a:pt x="2298" y="2239"/>
                    <a:pt x="2370" y="2168"/>
                    <a:pt x="2370" y="2084"/>
                  </a:cubicBezTo>
                  <a:lnTo>
                    <a:pt x="2370" y="1191"/>
                  </a:lnTo>
                  <a:cubicBezTo>
                    <a:pt x="2370" y="1084"/>
                    <a:pt x="2358" y="1132"/>
                    <a:pt x="1441" y="36"/>
                  </a:cubicBezTo>
                  <a:cubicBezTo>
                    <a:pt x="1429" y="13"/>
                    <a:pt x="138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63"/>
            <p:cNvSpPr/>
            <p:nvPr/>
          </p:nvSpPr>
          <p:spPr>
            <a:xfrm>
              <a:off x="4958049" y="2691972"/>
              <a:ext cx="45521" cy="45553"/>
            </a:xfrm>
            <a:custGeom>
              <a:avLst/>
              <a:gdLst/>
              <a:ahLst/>
              <a:cxnLst/>
              <a:rect l="l" t="t" r="r" b="b"/>
              <a:pathLst>
                <a:path w="1429" h="1430" extrusionOk="0">
                  <a:moveTo>
                    <a:pt x="714" y="358"/>
                  </a:moveTo>
                  <a:cubicBezTo>
                    <a:pt x="929" y="358"/>
                    <a:pt x="1084" y="525"/>
                    <a:pt x="1084" y="727"/>
                  </a:cubicBezTo>
                  <a:cubicBezTo>
                    <a:pt x="1084" y="941"/>
                    <a:pt x="929" y="1108"/>
                    <a:pt x="714" y="1108"/>
                  </a:cubicBezTo>
                  <a:cubicBezTo>
                    <a:pt x="512" y="1108"/>
                    <a:pt x="345" y="941"/>
                    <a:pt x="345" y="727"/>
                  </a:cubicBezTo>
                  <a:cubicBezTo>
                    <a:pt x="345" y="525"/>
                    <a:pt x="512" y="358"/>
                    <a:pt x="714" y="358"/>
                  </a:cubicBezTo>
                  <a:close/>
                  <a:moveTo>
                    <a:pt x="714" y="1"/>
                  </a:moveTo>
                  <a:cubicBezTo>
                    <a:pt x="310" y="1"/>
                    <a:pt x="0" y="334"/>
                    <a:pt x="0" y="715"/>
                  </a:cubicBezTo>
                  <a:cubicBezTo>
                    <a:pt x="0" y="1108"/>
                    <a:pt x="333" y="1429"/>
                    <a:pt x="714" y="1429"/>
                  </a:cubicBezTo>
                  <a:cubicBezTo>
                    <a:pt x="1107" y="1429"/>
                    <a:pt x="1429" y="1108"/>
                    <a:pt x="1429" y="715"/>
                  </a:cubicBezTo>
                  <a:cubicBezTo>
                    <a:pt x="1429" y="334"/>
                    <a:pt x="111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63"/>
            <p:cNvSpPr/>
            <p:nvPr/>
          </p:nvSpPr>
          <p:spPr>
            <a:xfrm>
              <a:off x="5130225" y="2691972"/>
              <a:ext cx="45553" cy="45553"/>
            </a:xfrm>
            <a:custGeom>
              <a:avLst/>
              <a:gdLst/>
              <a:ahLst/>
              <a:cxnLst/>
              <a:rect l="l" t="t" r="r" b="b"/>
              <a:pathLst>
                <a:path w="1430" h="1430" extrusionOk="0">
                  <a:moveTo>
                    <a:pt x="715" y="358"/>
                  </a:moveTo>
                  <a:cubicBezTo>
                    <a:pt x="917" y="358"/>
                    <a:pt x="1084" y="525"/>
                    <a:pt x="1084" y="727"/>
                  </a:cubicBezTo>
                  <a:cubicBezTo>
                    <a:pt x="1084" y="929"/>
                    <a:pt x="917" y="1108"/>
                    <a:pt x="715" y="1108"/>
                  </a:cubicBezTo>
                  <a:cubicBezTo>
                    <a:pt x="501" y="1108"/>
                    <a:pt x="346" y="941"/>
                    <a:pt x="346" y="727"/>
                  </a:cubicBezTo>
                  <a:cubicBezTo>
                    <a:pt x="346" y="525"/>
                    <a:pt x="501" y="358"/>
                    <a:pt x="715" y="358"/>
                  </a:cubicBezTo>
                  <a:close/>
                  <a:moveTo>
                    <a:pt x="715" y="1"/>
                  </a:moveTo>
                  <a:cubicBezTo>
                    <a:pt x="310" y="1"/>
                    <a:pt x="1" y="334"/>
                    <a:pt x="1" y="715"/>
                  </a:cubicBezTo>
                  <a:cubicBezTo>
                    <a:pt x="1" y="1108"/>
                    <a:pt x="322" y="1429"/>
                    <a:pt x="715" y="1429"/>
                  </a:cubicBezTo>
                  <a:cubicBezTo>
                    <a:pt x="1096" y="1429"/>
                    <a:pt x="1429" y="1108"/>
                    <a:pt x="1429" y="715"/>
                  </a:cubicBezTo>
                  <a:cubicBezTo>
                    <a:pt x="1429" y="334"/>
                    <a:pt x="112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63"/>
            <p:cNvSpPr/>
            <p:nvPr/>
          </p:nvSpPr>
          <p:spPr>
            <a:xfrm>
              <a:off x="4930717" y="2523586"/>
              <a:ext cx="100917" cy="100534"/>
            </a:xfrm>
            <a:custGeom>
              <a:avLst/>
              <a:gdLst/>
              <a:ahLst/>
              <a:cxnLst/>
              <a:rect l="l" t="t" r="r" b="b"/>
              <a:pathLst>
                <a:path w="3168" h="3156" extrusionOk="0">
                  <a:moveTo>
                    <a:pt x="1763" y="346"/>
                  </a:moveTo>
                  <a:cubicBezTo>
                    <a:pt x="1811" y="346"/>
                    <a:pt x="1858" y="393"/>
                    <a:pt x="1858" y="441"/>
                  </a:cubicBezTo>
                  <a:lnTo>
                    <a:pt x="1858" y="1120"/>
                  </a:lnTo>
                  <a:cubicBezTo>
                    <a:pt x="1858" y="1215"/>
                    <a:pt x="1930" y="1286"/>
                    <a:pt x="2013" y="1286"/>
                  </a:cubicBezTo>
                  <a:lnTo>
                    <a:pt x="2704" y="1286"/>
                  </a:lnTo>
                  <a:cubicBezTo>
                    <a:pt x="2751" y="1286"/>
                    <a:pt x="2787" y="1334"/>
                    <a:pt x="2787" y="1370"/>
                  </a:cubicBezTo>
                  <a:lnTo>
                    <a:pt x="2787" y="1774"/>
                  </a:lnTo>
                  <a:cubicBezTo>
                    <a:pt x="2787" y="1822"/>
                    <a:pt x="2751" y="1870"/>
                    <a:pt x="2704" y="1870"/>
                  </a:cubicBezTo>
                  <a:lnTo>
                    <a:pt x="2013" y="1870"/>
                  </a:lnTo>
                  <a:cubicBezTo>
                    <a:pt x="1930" y="1870"/>
                    <a:pt x="1858" y="1941"/>
                    <a:pt x="1858" y="2024"/>
                  </a:cubicBezTo>
                  <a:lnTo>
                    <a:pt x="1858" y="2715"/>
                  </a:lnTo>
                  <a:cubicBezTo>
                    <a:pt x="1858" y="2763"/>
                    <a:pt x="1811" y="2798"/>
                    <a:pt x="1763" y="2798"/>
                  </a:cubicBezTo>
                  <a:lnTo>
                    <a:pt x="1358" y="2798"/>
                  </a:lnTo>
                  <a:cubicBezTo>
                    <a:pt x="1322" y="2798"/>
                    <a:pt x="1275" y="2763"/>
                    <a:pt x="1275" y="2715"/>
                  </a:cubicBezTo>
                  <a:lnTo>
                    <a:pt x="1275" y="2024"/>
                  </a:lnTo>
                  <a:cubicBezTo>
                    <a:pt x="1275" y="1941"/>
                    <a:pt x="1203" y="1870"/>
                    <a:pt x="1108" y="1870"/>
                  </a:cubicBezTo>
                  <a:lnTo>
                    <a:pt x="429" y="1870"/>
                  </a:lnTo>
                  <a:cubicBezTo>
                    <a:pt x="382" y="1870"/>
                    <a:pt x="334" y="1822"/>
                    <a:pt x="334" y="1774"/>
                  </a:cubicBezTo>
                  <a:lnTo>
                    <a:pt x="334" y="1370"/>
                  </a:lnTo>
                  <a:cubicBezTo>
                    <a:pt x="334" y="1334"/>
                    <a:pt x="382" y="1286"/>
                    <a:pt x="429" y="1286"/>
                  </a:cubicBezTo>
                  <a:lnTo>
                    <a:pt x="1108" y="1286"/>
                  </a:lnTo>
                  <a:cubicBezTo>
                    <a:pt x="1203" y="1286"/>
                    <a:pt x="1275" y="1215"/>
                    <a:pt x="1275" y="1120"/>
                  </a:cubicBezTo>
                  <a:lnTo>
                    <a:pt x="1275" y="441"/>
                  </a:lnTo>
                  <a:cubicBezTo>
                    <a:pt x="1275" y="393"/>
                    <a:pt x="1322" y="346"/>
                    <a:pt x="1358" y="346"/>
                  </a:cubicBezTo>
                  <a:close/>
                  <a:moveTo>
                    <a:pt x="1394" y="0"/>
                  </a:moveTo>
                  <a:cubicBezTo>
                    <a:pt x="1156" y="0"/>
                    <a:pt x="965" y="203"/>
                    <a:pt x="965" y="441"/>
                  </a:cubicBezTo>
                  <a:lnTo>
                    <a:pt x="965" y="953"/>
                  </a:lnTo>
                  <a:lnTo>
                    <a:pt x="441" y="953"/>
                  </a:lnTo>
                  <a:cubicBezTo>
                    <a:pt x="203" y="953"/>
                    <a:pt x="13" y="1155"/>
                    <a:pt x="13" y="1393"/>
                  </a:cubicBezTo>
                  <a:lnTo>
                    <a:pt x="13" y="1786"/>
                  </a:lnTo>
                  <a:cubicBezTo>
                    <a:pt x="1" y="2013"/>
                    <a:pt x="191" y="2203"/>
                    <a:pt x="429" y="2203"/>
                  </a:cubicBezTo>
                  <a:lnTo>
                    <a:pt x="953" y="2203"/>
                  </a:lnTo>
                  <a:lnTo>
                    <a:pt x="953" y="2727"/>
                  </a:lnTo>
                  <a:cubicBezTo>
                    <a:pt x="953" y="2965"/>
                    <a:pt x="1144" y="3156"/>
                    <a:pt x="1382" y="3156"/>
                  </a:cubicBezTo>
                  <a:lnTo>
                    <a:pt x="1787" y="3156"/>
                  </a:lnTo>
                  <a:cubicBezTo>
                    <a:pt x="2025" y="3156"/>
                    <a:pt x="2215" y="2965"/>
                    <a:pt x="2215" y="2727"/>
                  </a:cubicBezTo>
                  <a:lnTo>
                    <a:pt x="2215" y="2203"/>
                  </a:lnTo>
                  <a:lnTo>
                    <a:pt x="2739" y="2203"/>
                  </a:lnTo>
                  <a:cubicBezTo>
                    <a:pt x="2977" y="2203"/>
                    <a:pt x="3168" y="2013"/>
                    <a:pt x="3168" y="1774"/>
                  </a:cubicBezTo>
                  <a:lnTo>
                    <a:pt x="3168" y="1370"/>
                  </a:lnTo>
                  <a:cubicBezTo>
                    <a:pt x="3168" y="1131"/>
                    <a:pt x="2977" y="941"/>
                    <a:pt x="2739" y="941"/>
                  </a:cubicBezTo>
                  <a:lnTo>
                    <a:pt x="2227" y="941"/>
                  </a:lnTo>
                  <a:lnTo>
                    <a:pt x="2227" y="441"/>
                  </a:lnTo>
                  <a:cubicBezTo>
                    <a:pt x="2227" y="203"/>
                    <a:pt x="2037"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63"/>
            <p:cNvSpPr/>
            <p:nvPr/>
          </p:nvSpPr>
          <p:spPr>
            <a:xfrm>
              <a:off x="4878379" y="2473892"/>
              <a:ext cx="367161" cy="287523"/>
            </a:xfrm>
            <a:custGeom>
              <a:avLst/>
              <a:gdLst/>
              <a:ahLst/>
              <a:cxnLst/>
              <a:rect l="l" t="t" r="r" b="b"/>
              <a:pathLst>
                <a:path w="11526" h="9026" extrusionOk="0">
                  <a:moveTo>
                    <a:pt x="7966" y="346"/>
                  </a:moveTo>
                  <a:cubicBezTo>
                    <a:pt x="8228" y="346"/>
                    <a:pt x="8454" y="572"/>
                    <a:pt x="8454" y="834"/>
                  </a:cubicBezTo>
                  <a:lnTo>
                    <a:pt x="8454" y="1203"/>
                  </a:lnTo>
                  <a:lnTo>
                    <a:pt x="7478" y="1203"/>
                  </a:lnTo>
                  <a:lnTo>
                    <a:pt x="7478" y="834"/>
                  </a:lnTo>
                  <a:cubicBezTo>
                    <a:pt x="7478" y="572"/>
                    <a:pt x="7692" y="346"/>
                    <a:pt x="7966" y="346"/>
                  </a:cubicBezTo>
                  <a:close/>
                  <a:moveTo>
                    <a:pt x="8645" y="1548"/>
                  </a:moveTo>
                  <a:lnTo>
                    <a:pt x="8645" y="1703"/>
                  </a:lnTo>
                  <a:lnTo>
                    <a:pt x="7275" y="1703"/>
                  </a:lnTo>
                  <a:lnTo>
                    <a:pt x="7275" y="1548"/>
                  </a:lnTo>
                  <a:close/>
                  <a:moveTo>
                    <a:pt x="6132" y="5894"/>
                  </a:moveTo>
                  <a:lnTo>
                    <a:pt x="6132" y="7192"/>
                  </a:lnTo>
                  <a:lnTo>
                    <a:pt x="4644" y="7192"/>
                  </a:lnTo>
                  <a:cubicBezTo>
                    <a:pt x="4644" y="7180"/>
                    <a:pt x="4632" y="7156"/>
                    <a:pt x="4632" y="7144"/>
                  </a:cubicBezTo>
                  <a:cubicBezTo>
                    <a:pt x="4420" y="6454"/>
                    <a:pt x="3830" y="6114"/>
                    <a:pt x="3240" y="6114"/>
                  </a:cubicBezTo>
                  <a:cubicBezTo>
                    <a:pt x="2639" y="6114"/>
                    <a:pt x="2038" y="6466"/>
                    <a:pt x="1834" y="7156"/>
                  </a:cubicBezTo>
                  <a:cubicBezTo>
                    <a:pt x="1834" y="7180"/>
                    <a:pt x="1822" y="7192"/>
                    <a:pt x="1822" y="7204"/>
                  </a:cubicBezTo>
                  <a:lnTo>
                    <a:pt x="691" y="7204"/>
                  </a:lnTo>
                  <a:cubicBezTo>
                    <a:pt x="489" y="7204"/>
                    <a:pt x="334" y="7061"/>
                    <a:pt x="334" y="6847"/>
                  </a:cubicBezTo>
                  <a:lnTo>
                    <a:pt x="334" y="5894"/>
                  </a:lnTo>
                  <a:close/>
                  <a:moveTo>
                    <a:pt x="11181" y="5906"/>
                  </a:moveTo>
                  <a:lnTo>
                    <a:pt x="11181" y="6847"/>
                  </a:lnTo>
                  <a:cubicBezTo>
                    <a:pt x="11181" y="7037"/>
                    <a:pt x="11026" y="7204"/>
                    <a:pt x="10824" y="7204"/>
                  </a:cubicBezTo>
                  <a:lnTo>
                    <a:pt x="10038" y="7204"/>
                  </a:lnTo>
                  <a:cubicBezTo>
                    <a:pt x="10038" y="7192"/>
                    <a:pt x="10014" y="7180"/>
                    <a:pt x="10014" y="7156"/>
                  </a:cubicBezTo>
                  <a:cubicBezTo>
                    <a:pt x="9823" y="6525"/>
                    <a:pt x="9228" y="6109"/>
                    <a:pt x="8621" y="6109"/>
                  </a:cubicBezTo>
                  <a:cubicBezTo>
                    <a:pt x="8026" y="6109"/>
                    <a:pt x="7430" y="6490"/>
                    <a:pt x="7216" y="7156"/>
                  </a:cubicBezTo>
                  <a:cubicBezTo>
                    <a:pt x="7216" y="7180"/>
                    <a:pt x="7204" y="7192"/>
                    <a:pt x="7204" y="7204"/>
                  </a:cubicBezTo>
                  <a:lnTo>
                    <a:pt x="6466" y="7204"/>
                  </a:lnTo>
                  <a:lnTo>
                    <a:pt x="6466" y="5906"/>
                  </a:lnTo>
                  <a:close/>
                  <a:moveTo>
                    <a:pt x="3215" y="6466"/>
                  </a:moveTo>
                  <a:cubicBezTo>
                    <a:pt x="3823" y="6466"/>
                    <a:pt x="4335" y="6978"/>
                    <a:pt x="4335" y="7573"/>
                  </a:cubicBezTo>
                  <a:cubicBezTo>
                    <a:pt x="4335" y="8192"/>
                    <a:pt x="3835" y="8692"/>
                    <a:pt x="3215" y="8692"/>
                  </a:cubicBezTo>
                  <a:cubicBezTo>
                    <a:pt x="2596" y="8692"/>
                    <a:pt x="2096" y="8192"/>
                    <a:pt x="2096" y="7573"/>
                  </a:cubicBezTo>
                  <a:cubicBezTo>
                    <a:pt x="2096" y="6978"/>
                    <a:pt x="2608" y="6466"/>
                    <a:pt x="3215" y="6466"/>
                  </a:cubicBezTo>
                  <a:close/>
                  <a:moveTo>
                    <a:pt x="8621" y="6466"/>
                  </a:moveTo>
                  <a:cubicBezTo>
                    <a:pt x="9240" y="6466"/>
                    <a:pt x="9740" y="6978"/>
                    <a:pt x="9740" y="7573"/>
                  </a:cubicBezTo>
                  <a:cubicBezTo>
                    <a:pt x="9740" y="8192"/>
                    <a:pt x="9240" y="8692"/>
                    <a:pt x="8621" y="8692"/>
                  </a:cubicBezTo>
                  <a:cubicBezTo>
                    <a:pt x="7990" y="8692"/>
                    <a:pt x="7502" y="8192"/>
                    <a:pt x="7502" y="7573"/>
                  </a:cubicBezTo>
                  <a:cubicBezTo>
                    <a:pt x="7502" y="6966"/>
                    <a:pt x="8014" y="6466"/>
                    <a:pt x="8621" y="6466"/>
                  </a:cubicBezTo>
                  <a:close/>
                  <a:moveTo>
                    <a:pt x="7966" y="1"/>
                  </a:moveTo>
                  <a:cubicBezTo>
                    <a:pt x="7502" y="1"/>
                    <a:pt x="7133" y="370"/>
                    <a:pt x="7133" y="834"/>
                  </a:cubicBezTo>
                  <a:lnTo>
                    <a:pt x="7133" y="1203"/>
                  </a:lnTo>
                  <a:lnTo>
                    <a:pt x="7097" y="1203"/>
                  </a:lnTo>
                  <a:cubicBezTo>
                    <a:pt x="7014" y="1203"/>
                    <a:pt x="6942" y="1275"/>
                    <a:pt x="6942" y="1370"/>
                  </a:cubicBezTo>
                  <a:lnTo>
                    <a:pt x="6942" y="1679"/>
                  </a:lnTo>
                  <a:lnTo>
                    <a:pt x="6466" y="1679"/>
                  </a:lnTo>
                  <a:lnTo>
                    <a:pt x="6466" y="1072"/>
                  </a:lnTo>
                  <a:cubicBezTo>
                    <a:pt x="6466" y="703"/>
                    <a:pt x="6144" y="382"/>
                    <a:pt x="5775" y="382"/>
                  </a:cubicBezTo>
                  <a:lnTo>
                    <a:pt x="2311" y="382"/>
                  </a:lnTo>
                  <a:cubicBezTo>
                    <a:pt x="2215" y="382"/>
                    <a:pt x="2144" y="465"/>
                    <a:pt x="2144" y="548"/>
                  </a:cubicBezTo>
                  <a:cubicBezTo>
                    <a:pt x="2144" y="644"/>
                    <a:pt x="2215" y="715"/>
                    <a:pt x="2311" y="715"/>
                  </a:cubicBezTo>
                  <a:lnTo>
                    <a:pt x="5775" y="715"/>
                  </a:lnTo>
                  <a:cubicBezTo>
                    <a:pt x="5966" y="715"/>
                    <a:pt x="6132" y="870"/>
                    <a:pt x="6132" y="1072"/>
                  </a:cubicBezTo>
                  <a:lnTo>
                    <a:pt x="6132" y="5573"/>
                  </a:lnTo>
                  <a:lnTo>
                    <a:pt x="334" y="5573"/>
                  </a:lnTo>
                  <a:lnTo>
                    <a:pt x="334" y="1072"/>
                  </a:lnTo>
                  <a:cubicBezTo>
                    <a:pt x="334" y="882"/>
                    <a:pt x="477" y="715"/>
                    <a:pt x="691" y="715"/>
                  </a:cubicBezTo>
                  <a:lnTo>
                    <a:pt x="1477" y="715"/>
                  </a:lnTo>
                  <a:cubicBezTo>
                    <a:pt x="1560" y="715"/>
                    <a:pt x="1644" y="644"/>
                    <a:pt x="1644" y="548"/>
                  </a:cubicBezTo>
                  <a:cubicBezTo>
                    <a:pt x="1644" y="465"/>
                    <a:pt x="1560" y="394"/>
                    <a:pt x="1477" y="394"/>
                  </a:cubicBezTo>
                  <a:lnTo>
                    <a:pt x="691" y="394"/>
                  </a:lnTo>
                  <a:cubicBezTo>
                    <a:pt x="310" y="394"/>
                    <a:pt x="1" y="703"/>
                    <a:pt x="1" y="1072"/>
                  </a:cubicBezTo>
                  <a:lnTo>
                    <a:pt x="1" y="6847"/>
                  </a:lnTo>
                  <a:cubicBezTo>
                    <a:pt x="1" y="7216"/>
                    <a:pt x="310" y="7537"/>
                    <a:pt x="691" y="7537"/>
                  </a:cubicBezTo>
                  <a:lnTo>
                    <a:pt x="1775" y="7537"/>
                  </a:lnTo>
                  <a:cubicBezTo>
                    <a:pt x="1763" y="8371"/>
                    <a:pt x="2442" y="9026"/>
                    <a:pt x="3227" y="9026"/>
                  </a:cubicBezTo>
                  <a:cubicBezTo>
                    <a:pt x="4025" y="9026"/>
                    <a:pt x="4704" y="8383"/>
                    <a:pt x="4692" y="7537"/>
                  </a:cubicBezTo>
                  <a:lnTo>
                    <a:pt x="7180" y="7537"/>
                  </a:lnTo>
                  <a:cubicBezTo>
                    <a:pt x="7156" y="8371"/>
                    <a:pt x="7847" y="9026"/>
                    <a:pt x="8633" y="9026"/>
                  </a:cubicBezTo>
                  <a:cubicBezTo>
                    <a:pt x="9419" y="9026"/>
                    <a:pt x="10109" y="8383"/>
                    <a:pt x="10097" y="7537"/>
                  </a:cubicBezTo>
                  <a:lnTo>
                    <a:pt x="10835" y="7537"/>
                  </a:lnTo>
                  <a:cubicBezTo>
                    <a:pt x="11205" y="7537"/>
                    <a:pt x="11526" y="7216"/>
                    <a:pt x="11526" y="6847"/>
                  </a:cubicBezTo>
                  <a:lnTo>
                    <a:pt x="11502" y="4299"/>
                  </a:lnTo>
                  <a:cubicBezTo>
                    <a:pt x="11502" y="4084"/>
                    <a:pt x="11431" y="3870"/>
                    <a:pt x="11276" y="3692"/>
                  </a:cubicBezTo>
                  <a:lnTo>
                    <a:pt x="10657" y="2989"/>
                  </a:lnTo>
                  <a:cubicBezTo>
                    <a:pt x="10626" y="2952"/>
                    <a:pt x="10582" y="2934"/>
                    <a:pt x="10536" y="2934"/>
                  </a:cubicBezTo>
                  <a:cubicBezTo>
                    <a:pt x="10495" y="2934"/>
                    <a:pt x="10453" y="2949"/>
                    <a:pt x="10419" y="2977"/>
                  </a:cubicBezTo>
                  <a:cubicBezTo>
                    <a:pt x="10347" y="3037"/>
                    <a:pt x="10347" y="3144"/>
                    <a:pt x="10407" y="3215"/>
                  </a:cubicBezTo>
                  <a:lnTo>
                    <a:pt x="11026" y="3918"/>
                  </a:lnTo>
                  <a:cubicBezTo>
                    <a:pt x="11121" y="4025"/>
                    <a:pt x="11181" y="4156"/>
                    <a:pt x="11181" y="4287"/>
                  </a:cubicBezTo>
                  <a:lnTo>
                    <a:pt x="11181" y="5549"/>
                  </a:lnTo>
                  <a:lnTo>
                    <a:pt x="6466" y="5549"/>
                  </a:lnTo>
                  <a:lnTo>
                    <a:pt x="6466" y="2013"/>
                  </a:lnTo>
                  <a:lnTo>
                    <a:pt x="9097" y="2013"/>
                  </a:lnTo>
                  <a:cubicBezTo>
                    <a:pt x="9264" y="2013"/>
                    <a:pt x="9407" y="2084"/>
                    <a:pt x="9514" y="2203"/>
                  </a:cubicBezTo>
                  <a:lnTo>
                    <a:pt x="9812" y="2549"/>
                  </a:lnTo>
                  <a:cubicBezTo>
                    <a:pt x="9843" y="2586"/>
                    <a:pt x="9887" y="2604"/>
                    <a:pt x="9932" y="2604"/>
                  </a:cubicBezTo>
                  <a:cubicBezTo>
                    <a:pt x="9973" y="2604"/>
                    <a:pt x="10016" y="2589"/>
                    <a:pt x="10050" y="2560"/>
                  </a:cubicBezTo>
                  <a:cubicBezTo>
                    <a:pt x="10121" y="2501"/>
                    <a:pt x="10121" y="2394"/>
                    <a:pt x="10062" y="2322"/>
                  </a:cubicBezTo>
                  <a:lnTo>
                    <a:pt x="9764" y="1977"/>
                  </a:lnTo>
                  <a:cubicBezTo>
                    <a:pt x="9532" y="1709"/>
                    <a:pt x="9226" y="1676"/>
                    <a:pt x="9077" y="1676"/>
                  </a:cubicBezTo>
                  <a:cubicBezTo>
                    <a:pt x="9028" y="1676"/>
                    <a:pt x="8996" y="1679"/>
                    <a:pt x="8990" y="1679"/>
                  </a:cubicBezTo>
                  <a:lnTo>
                    <a:pt x="8990" y="1370"/>
                  </a:lnTo>
                  <a:cubicBezTo>
                    <a:pt x="8990" y="1275"/>
                    <a:pt x="8919" y="1203"/>
                    <a:pt x="8823" y="1203"/>
                  </a:cubicBezTo>
                  <a:lnTo>
                    <a:pt x="8799" y="1203"/>
                  </a:lnTo>
                  <a:lnTo>
                    <a:pt x="8799" y="834"/>
                  </a:lnTo>
                  <a:cubicBezTo>
                    <a:pt x="8799" y="370"/>
                    <a:pt x="8418" y="1"/>
                    <a:pt x="7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4" name="Google Shape;10014;p63"/>
          <p:cNvGrpSpPr/>
          <p:nvPr/>
        </p:nvGrpSpPr>
        <p:grpSpPr>
          <a:xfrm>
            <a:off x="1325719" y="2706689"/>
            <a:ext cx="290581" cy="372481"/>
            <a:chOff x="1325719" y="2887689"/>
            <a:chExt cx="290581" cy="372481"/>
          </a:xfrm>
        </p:grpSpPr>
        <p:sp>
          <p:nvSpPr>
            <p:cNvPr id="10015" name="Google Shape;10015;p63"/>
            <p:cNvSpPr/>
            <p:nvPr/>
          </p:nvSpPr>
          <p:spPr>
            <a:xfrm>
              <a:off x="1424724" y="3106533"/>
              <a:ext cx="37971" cy="37939"/>
            </a:xfrm>
            <a:custGeom>
              <a:avLst/>
              <a:gdLst/>
              <a:ahLst/>
              <a:cxnLst/>
              <a:rect l="l" t="t" r="r" b="b"/>
              <a:pathLst>
                <a:path w="1192" h="1191" extrusionOk="0">
                  <a:moveTo>
                    <a:pt x="596" y="334"/>
                  </a:moveTo>
                  <a:cubicBezTo>
                    <a:pt x="727" y="334"/>
                    <a:pt x="846" y="453"/>
                    <a:pt x="846" y="596"/>
                  </a:cubicBezTo>
                  <a:cubicBezTo>
                    <a:pt x="846" y="727"/>
                    <a:pt x="727" y="846"/>
                    <a:pt x="596" y="846"/>
                  </a:cubicBezTo>
                  <a:cubicBezTo>
                    <a:pt x="453" y="846"/>
                    <a:pt x="346" y="738"/>
                    <a:pt x="346" y="596"/>
                  </a:cubicBezTo>
                  <a:cubicBezTo>
                    <a:pt x="346" y="453"/>
                    <a:pt x="465" y="334"/>
                    <a:pt x="596" y="334"/>
                  </a:cubicBezTo>
                  <a:close/>
                  <a:moveTo>
                    <a:pt x="596" y="0"/>
                  </a:moveTo>
                  <a:cubicBezTo>
                    <a:pt x="262" y="0"/>
                    <a:pt x="0" y="262"/>
                    <a:pt x="0" y="596"/>
                  </a:cubicBezTo>
                  <a:cubicBezTo>
                    <a:pt x="0" y="917"/>
                    <a:pt x="262" y="1191"/>
                    <a:pt x="596" y="1191"/>
                  </a:cubicBezTo>
                  <a:cubicBezTo>
                    <a:pt x="917" y="1191"/>
                    <a:pt x="1191" y="917"/>
                    <a:pt x="1191" y="596"/>
                  </a:cubicBezTo>
                  <a:cubicBezTo>
                    <a:pt x="1191" y="262"/>
                    <a:pt x="91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63"/>
            <p:cNvSpPr/>
            <p:nvPr/>
          </p:nvSpPr>
          <p:spPr>
            <a:xfrm>
              <a:off x="1325719" y="2887689"/>
              <a:ext cx="290581" cy="372481"/>
            </a:xfrm>
            <a:custGeom>
              <a:avLst/>
              <a:gdLst/>
              <a:ahLst/>
              <a:cxnLst/>
              <a:rect l="l" t="t" r="r" b="b"/>
              <a:pathLst>
                <a:path w="9122" h="11693" extrusionOk="0">
                  <a:moveTo>
                    <a:pt x="5037" y="3620"/>
                  </a:moveTo>
                  <a:cubicBezTo>
                    <a:pt x="5847" y="3656"/>
                    <a:pt x="6502" y="4310"/>
                    <a:pt x="6502" y="5120"/>
                  </a:cubicBezTo>
                  <a:lnTo>
                    <a:pt x="6502" y="11299"/>
                  </a:lnTo>
                  <a:lnTo>
                    <a:pt x="5037" y="11299"/>
                  </a:lnTo>
                  <a:lnTo>
                    <a:pt x="5037" y="3620"/>
                  </a:lnTo>
                  <a:close/>
                  <a:moveTo>
                    <a:pt x="930" y="0"/>
                  </a:moveTo>
                  <a:cubicBezTo>
                    <a:pt x="418" y="0"/>
                    <a:pt x="1" y="417"/>
                    <a:pt x="1" y="941"/>
                  </a:cubicBezTo>
                  <a:lnTo>
                    <a:pt x="1" y="2703"/>
                  </a:lnTo>
                  <a:cubicBezTo>
                    <a:pt x="1" y="3084"/>
                    <a:pt x="180" y="3441"/>
                    <a:pt x="489" y="3667"/>
                  </a:cubicBezTo>
                  <a:cubicBezTo>
                    <a:pt x="953" y="3989"/>
                    <a:pt x="1275" y="4941"/>
                    <a:pt x="1275" y="5989"/>
                  </a:cubicBezTo>
                  <a:cubicBezTo>
                    <a:pt x="1275" y="7025"/>
                    <a:pt x="953" y="7978"/>
                    <a:pt x="489" y="8311"/>
                  </a:cubicBezTo>
                  <a:cubicBezTo>
                    <a:pt x="180" y="8537"/>
                    <a:pt x="1" y="8894"/>
                    <a:pt x="1" y="9275"/>
                  </a:cubicBezTo>
                  <a:lnTo>
                    <a:pt x="1" y="10752"/>
                  </a:lnTo>
                  <a:cubicBezTo>
                    <a:pt x="1" y="11276"/>
                    <a:pt x="418" y="11692"/>
                    <a:pt x="930" y="11692"/>
                  </a:cubicBezTo>
                  <a:lnTo>
                    <a:pt x="8181" y="11692"/>
                  </a:lnTo>
                  <a:cubicBezTo>
                    <a:pt x="8704" y="11692"/>
                    <a:pt x="9121" y="11276"/>
                    <a:pt x="9121" y="10752"/>
                  </a:cubicBezTo>
                  <a:lnTo>
                    <a:pt x="9121" y="9275"/>
                  </a:lnTo>
                  <a:cubicBezTo>
                    <a:pt x="9121" y="8894"/>
                    <a:pt x="8943" y="8537"/>
                    <a:pt x="8633" y="8311"/>
                  </a:cubicBezTo>
                  <a:cubicBezTo>
                    <a:pt x="8169" y="7978"/>
                    <a:pt x="7835" y="7025"/>
                    <a:pt x="7835" y="5989"/>
                  </a:cubicBezTo>
                  <a:cubicBezTo>
                    <a:pt x="7835" y="4941"/>
                    <a:pt x="8169" y="3989"/>
                    <a:pt x="8633" y="3667"/>
                  </a:cubicBezTo>
                  <a:cubicBezTo>
                    <a:pt x="8943" y="3441"/>
                    <a:pt x="9121" y="3084"/>
                    <a:pt x="9121" y="2703"/>
                  </a:cubicBezTo>
                  <a:lnTo>
                    <a:pt x="9121" y="1786"/>
                  </a:lnTo>
                  <a:cubicBezTo>
                    <a:pt x="9121" y="1703"/>
                    <a:pt x="9050" y="1620"/>
                    <a:pt x="8954" y="1620"/>
                  </a:cubicBezTo>
                  <a:cubicBezTo>
                    <a:pt x="8871" y="1620"/>
                    <a:pt x="8788" y="1703"/>
                    <a:pt x="8788" y="1786"/>
                  </a:cubicBezTo>
                  <a:lnTo>
                    <a:pt x="8788" y="2703"/>
                  </a:lnTo>
                  <a:cubicBezTo>
                    <a:pt x="8788" y="2965"/>
                    <a:pt x="8657" y="3215"/>
                    <a:pt x="8431" y="3382"/>
                  </a:cubicBezTo>
                  <a:cubicBezTo>
                    <a:pt x="7204" y="4263"/>
                    <a:pt x="7204" y="7680"/>
                    <a:pt x="8431" y="8573"/>
                  </a:cubicBezTo>
                  <a:cubicBezTo>
                    <a:pt x="8657" y="8740"/>
                    <a:pt x="8788" y="8990"/>
                    <a:pt x="8788" y="9263"/>
                  </a:cubicBezTo>
                  <a:lnTo>
                    <a:pt x="8788" y="10740"/>
                  </a:lnTo>
                  <a:cubicBezTo>
                    <a:pt x="8788" y="11061"/>
                    <a:pt x="8526" y="11335"/>
                    <a:pt x="8192" y="11335"/>
                  </a:cubicBezTo>
                  <a:lnTo>
                    <a:pt x="6859" y="11335"/>
                  </a:lnTo>
                  <a:lnTo>
                    <a:pt x="6859" y="5156"/>
                  </a:lnTo>
                  <a:cubicBezTo>
                    <a:pt x="6859" y="4144"/>
                    <a:pt x="6025" y="3310"/>
                    <a:pt x="5013" y="3310"/>
                  </a:cubicBezTo>
                  <a:lnTo>
                    <a:pt x="3001" y="3310"/>
                  </a:lnTo>
                  <a:cubicBezTo>
                    <a:pt x="2596" y="3310"/>
                    <a:pt x="2275" y="3632"/>
                    <a:pt x="2275" y="4037"/>
                  </a:cubicBezTo>
                  <a:lnTo>
                    <a:pt x="2275" y="9918"/>
                  </a:lnTo>
                  <a:cubicBezTo>
                    <a:pt x="2275" y="10002"/>
                    <a:pt x="2346" y="10085"/>
                    <a:pt x="2442" y="10085"/>
                  </a:cubicBezTo>
                  <a:cubicBezTo>
                    <a:pt x="2525" y="10085"/>
                    <a:pt x="2596" y="10002"/>
                    <a:pt x="2596" y="9918"/>
                  </a:cubicBezTo>
                  <a:lnTo>
                    <a:pt x="2596" y="4037"/>
                  </a:lnTo>
                  <a:cubicBezTo>
                    <a:pt x="2596" y="3834"/>
                    <a:pt x="2775" y="3656"/>
                    <a:pt x="2989" y="3656"/>
                  </a:cubicBezTo>
                  <a:lnTo>
                    <a:pt x="4704" y="3656"/>
                  </a:lnTo>
                  <a:lnTo>
                    <a:pt x="4704" y="11335"/>
                  </a:lnTo>
                  <a:lnTo>
                    <a:pt x="2620" y="11335"/>
                  </a:lnTo>
                  <a:lnTo>
                    <a:pt x="2620" y="10549"/>
                  </a:lnTo>
                  <a:cubicBezTo>
                    <a:pt x="2620" y="10466"/>
                    <a:pt x="2537" y="10394"/>
                    <a:pt x="2454" y="10394"/>
                  </a:cubicBezTo>
                  <a:cubicBezTo>
                    <a:pt x="2358" y="10394"/>
                    <a:pt x="2287" y="10466"/>
                    <a:pt x="2287" y="10549"/>
                  </a:cubicBezTo>
                  <a:lnTo>
                    <a:pt x="2287" y="11335"/>
                  </a:lnTo>
                  <a:lnTo>
                    <a:pt x="942" y="11335"/>
                  </a:lnTo>
                  <a:cubicBezTo>
                    <a:pt x="620" y="11335"/>
                    <a:pt x="346" y="11061"/>
                    <a:pt x="346" y="10740"/>
                  </a:cubicBezTo>
                  <a:lnTo>
                    <a:pt x="346" y="9263"/>
                  </a:lnTo>
                  <a:cubicBezTo>
                    <a:pt x="346" y="8990"/>
                    <a:pt x="489" y="8740"/>
                    <a:pt x="703" y="8573"/>
                  </a:cubicBezTo>
                  <a:cubicBezTo>
                    <a:pt x="1942" y="7704"/>
                    <a:pt x="1942" y="4275"/>
                    <a:pt x="703" y="3382"/>
                  </a:cubicBezTo>
                  <a:cubicBezTo>
                    <a:pt x="489" y="3215"/>
                    <a:pt x="346" y="2965"/>
                    <a:pt x="346" y="2703"/>
                  </a:cubicBezTo>
                  <a:lnTo>
                    <a:pt x="346" y="941"/>
                  </a:lnTo>
                  <a:cubicBezTo>
                    <a:pt x="346" y="619"/>
                    <a:pt x="620" y="346"/>
                    <a:pt x="942" y="346"/>
                  </a:cubicBezTo>
                  <a:lnTo>
                    <a:pt x="8192" y="346"/>
                  </a:lnTo>
                  <a:cubicBezTo>
                    <a:pt x="8526" y="346"/>
                    <a:pt x="8788" y="619"/>
                    <a:pt x="8788" y="941"/>
                  </a:cubicBezTo>
                  <a:lnTo>
                    <a:pt x="8788" y="1131"/>
                  </a:lnTo>
                  <a:cubicBezTo>
                    <a:pt x="8776" y="1227"/>
                    <a:pt x="8847" y="1298"/>
                    <a:pt x="8954" y="1298"/>
                  </a:cubicBezTo>
                  <a:cubicBezTo>
                    <a:pt x="9050" y="1298"/>
                    <a:pt x="9121" y="1227"/>
                    <a:pt x="9121" y="1131"/>
                  </a:cubicBezTo>
                  <a:lnTo>
                    <a:pt x="9121" y="941"/>
                  </a:lnTo>
                  <a:cubicBezTo>
                    <a:pt x="9121" y="417"/>
                    <a:pt x="8704" y="0"/>
                    <a:pt x="8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17" name="Google Shape;10017;p63"/>
          <p:cNvSpPr/>
          <p:nvPr/>
        </p:nvSpPr>
        <p:spPr>
          <a:xfrm>
            <a:off x="1819153" y="2701369"/>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18" name="Google Shape;10018;p63"/>
          <p:cNvGrpSpPr/>
          <p:nvPr/>
        </p:nvGrpSpPr>
        <p:grpSpPr>
          <a:xfrm>
            <a:off x="3510335" y="2711499"/>
            <a:ext cx="360726" cy="361204"/>
            <a:chOff x="3510335" y="2892499"/>
            <a:chExt cx="360726" cy="361204"/>
          </a:xfrm>
        </p:grpSpPr>
        <p:sp>
          <p:nvSpPr>
            <p:cNvPr id="10019" name="Google Shape;10019;p63"/>
            <p:cNvSpPr/>
            <p:nvPr/>
          </p:nvSpPr>
          <p:spPr>
            <a:xfrm>
              <a:off x="3511864" y="2892499"/>
              <a:ext cx="359197" cy="358751"/>
            </a:xfrm>
            <a:custGeom>
              <a:avLst/>
              <a:gdLst/>
              <a:ahLst/>
              <a:cxnLst/>
              <a:rect l="l" t="t" r="r" b="b"/>
              <a:pathLst>
                <a:path w="11276" h="11262" extrusionOk="0">
                  <a:moveTo>
                    <a:pt x="2035" y="8898"/>
                  </a:moveTo>
                  <a:cubicBezTo>
                    <a:pt x="2132" y="8898"/>
                    <a:pt x="2227" y="8934"/>
                    <a:pt x="2298" y="9005"/>
                  </a:cubicBezTo>
                  <a:cubicBezTo>
                    <a:pt x="2453" y="9160"/>
                    <a:pt x="2453" y="9398"/>
                    <a:pt x="2298" y="9541"/>
                  </a:cubicBezTo>
                  <a:cubicBezTo>
                    <a:pt x="2227" y="9618"/>
                    <a:pt x="2132" y="9657"/>
                    <a:pt x="2035" y="9657"/>
                  </a:cubicBezTo>
                  <a:cubicBezTo>
                    <a:pt x="1938" y="9657"/>
                    <a:pt x="1840" y="9618"/>
                    <a:pt x="1763" y="9541"/>
                  </a:cubicBezTo>
                  <a:cubicBezTo>
                    <a:pt x="1620" y="9398"/>
                    <a:pt x="1620" y="9160"/>
                    <a:pt x="1763" y="9005"/>
                  </a:cubicBezTo>
                  <a:cubicBezTo>
                    <a:pt x="1840" y="8934"/>
                    <a:pt x="1938" y="8898"/>
                    <a:pt x="2035" y="8898"/>
                  </a:cubicBezTo>
                  <a:close/>
                  <a:moveTo>
                    <a:pt x="10477" y="1"/>
                  </a:moveTo>
                  <a:cubicBezTo>
                    <a:pt x="10261" y="1"/>
                    <a:pt x="10042" y="82"/>
                    <a:pt x="9871" y="254"/>
                  </a:cubicBezTo>
                  <a:lnTo>
                    <a:pt x="6882" y="3243"/>
                  </a:lnTo>
                  <a:cubicBezTo>
                    <a:pt x="6716" y="3196"/>
                    <a:pt x="6544" y="3172"/>
                    <a:pt x="6368" y="3172"/>
                  </a:cubicBezTo>
                  <a:cubicBezTo>
                    <a:pt x="6053" y="3172"/>
                    <a:pt x="5727" y="3249"/>
                    <a:pt x="5406" y="3409"/>
                  </a:cubicBezTo>
                  <a:cubicBezTo>
                    <a:pt x="5204" y="3516"/>
                    <a:pt x="4668" y="3766"/>
                    <a:pt x="4013" y="4040"/>
                  </a:cubicBezTo>
                  <a:cubicBezTo>
                    <a:pt x="3906" y="4076"/>
                    <a:pt x="3858" y="4195"/>
                    <a:pt x="3906" y="4290"/>
                  </a:cubicBezTo>
                  <a:cubicBezTo>
                    <a:pt x="3942" y="4371"/>
                    <a:pt x="4017" y="4411"/>
                    <a:pt x="4088" y="4411"/>
                  </a:cubicBezTo>
                  <a:cubicBezTo>
                    <a:pt x="4112" y="4411"/>
                    <a:pt x="4135" y="4406"/>
                    <a:pt x="4156" y="4398"/>
                  </a:cubicBezTo>
                  <a:cubicBezTo>
                    <a:pt x="4834" y="4124"/>
                    <a:pt x="5382" y="3862"/>
                    <a:pt x="5585" y="3755"/>
                  </a:cubicBezTo>
                  <a:cubicBezTo>
                    <a:pt x="5849" y="3621"/>
                    <a:pt x="6112" y="3561"/>
                    <a:pt x="6358" y="3561"/>
                  </a:cubicBezTo>
                  <a:cubicBezTo>
                    <a:pt x="7385" y="3561"/>
                    <a:pt x="8130" y="4607"/>
                    <a:pt x="7573" y="5731"/>
                  </a:cubicBezTo>
                  <a:cubicBezTo>
                    <a:pt x="7418" y="6029"/>
                    <a:pt x="6930" y="7053"/>
                    <a:pt x="6573" y="8100"/>
                  </a:cubicBezTo>
                  <a:cubicBezTo>
                    <a:pt x="6454" y="8469"/>
                    <a:pt x="6358" y="8803"/>
                    <a:pt x="6299" y="9100"/>
                  </a:cubicBezTo>
                  <a:lnTo>
                    <a:pt x="2227" y="5017"/>
                  </a:lnTo>
                  <a:cubicBezTo>
                    <a:pt x="2572" y="4945"/>
                    <a:pt x="2965" y="4838"/>
                    <a:pt x="3418" y="4671"/>
                  </a:cubicBezTo>
                  <a:cubicBezTo>
                    <a:pt x="3525" y="4648"/>
                    <a:pt x="3584" y="4528"/>
                    <a:pt x="3537" y="4421"/>
                  </a:cubicBezTo>
                  <a:cubicBezTo>
                    <a:pt x="3509" y="4340"/>
                    <a:pt x="3434" y="4286"/>
                    <a:pt x="3352" y="4286"/>
                  </a:cubicBezTo>
                  <a:cubicBezTo>
                    <a:pt x="3326" y="4286"/>
                    <a:pt x="3300" y="4291"/>
                    <a:pt x="3275" y="4302"/>
                  </a:cubicBezTo>
                  <a:cubicBezTo>
                    <a:pt x="2656" y="4517"/>
                    <a:pt x="2203" y="4636"/>
                    <a:pt x="1870" y="4671"/>
                  </a:cubicBezTo>
                  <a:lnTo>
                    <a:pt x="1453" y="4255"/>
                  </a:lnTo>
                  <a:cubicBezTo>
                    <a:pt x="1298" y="4100"/>
                    <a:pt x="1090" y="4022"/>
                    <a:pt x="880" y="4022"/>
                  </a:cubicBezTo>
                  <a:cubicBezTo>
                    <a:pt x="670" y="4022"/>
                    <a:pt x="459" y="4100"/>
                    <a:pt x="298" y="4255"/>
                  </a:cubicBezTo>
                  <a:cubicBezTo>
                    <a:pt x="84" y="4481"/>
                    <a:pt x="1" y="4826"/>
                    <a:pt x="120" y="5136"/>
                  </a:cubicBezTo>
                  <a:cubicBezTo>
                    <a:pt x="157" y="5219"/>
                    <a:pt x="230" y="5266"/>
                    <a:pt x="311" y="5266"/>
                  </a:cubicBezTo>
                  <a:cubicBezTo>
                    <a:pt x="334" y="5266"/>
                    <a:pt x="358" y="5263"/>
                    <a:pt x="382" y="5255"/>
                  </a:cubicBezTo>
                  <a:cubicBezTo>
                    <a:pt x="489" y="5207"/>
                    <a:pt x="524" y="5112"/>
                    <a:pt x="501" y="5005"/>
                  </a:cubicBezTo>
                  <a:cubicBezTo>
                    <a:pt x="379" y="4700"/>
                    <a:pt x="626" y="4433"/>
                    <a:pt x="894" y="4433"/>
                  </a:cubicBezTo>
                  <a:cubicBezTo>
                    <a:pt x="992" y="4433"/>
                    <a:pt x="1093" y="4469"/>
                    <a:pt x="1179" y="4552"/>
                  </a:cubicBezTo>
                  <a:lnTo>
                    <a:pt x="6799" y="10172"/>
                  </a:lnTo>
                  <a:cubicBezTo>
                    <a:pt x="6954" y="10327"/>
                    <a:pt x="6954" y="10601"/>
                    <a:pt x="6799" y="10744"/>
                  </a:cubicBezTo>
                  <a:cubicBezTo>
                    <a:pt x="6716" y="10827"/>
                    <a:pt x="6606" y="10869"/>
                    <a:pt x="6498" y="10869"/>
                  </a:cubicBezTo>
                  <a:cubicBezTo>
                    <a:pt x="6391" y="10869"/>
                    <a:pt x="6287" y="10827"/>
                    <a:pt x="6216" y="10744"/>
                  </a:cubicBezTo>
                  <a:lnTo>
                    <a:pt x="989" y="5529"/>
                  </a:lnTo>
                  <a:cubicBezTo>
                    <a:pt x="953" y="5487"/>
                    <a:pt x="902" y="5466"/>
                    <a:pt x="850" y="5466"/>
                  </a:cubicBezTo>
                  <a:cubicBezTo>
                    <a:pt x="798" y="5466"/>
                    <a:pt x="745" y="5487"/>
                    <a:pt x="703" y="5529"/>
                  </a:cubicBezTo>
                  <a:cubicBezTo>
                    <a:pt x="632" y="5600"/>
                    <a:pt x="632" y="5731"/>
                    <a:pt x="703" y="5802"/>
                  </a:cubicBezTo>
                  <a:lnTo>
                    <a:pt x="2977" y="8088"/>
                  </a:lnTo>
                  <a:lnTo>
                    <a:pt x="2441" y="8624"/>
                  </a:lnTo>
                  <a:cubicBezTo>
                    <a:pt x="2319" y="8551"/>
                    <a:pt x="2182" y="8513"/>
                    <a:pt x="2046" y="8513"/>
                  </a:cubicBezTo>
                  <a:cubicBezTo>
                    <a:pt x="1852" y="8513"/>
                    <a:pt x="1660" y="8589"/>
                    <a:pt x="1513" y="8743"/>
                  </a:cubicBezTo>
                  <a:cubicBezTo>
                    <a:pt x="1215" y="9041"/>
                    <a:pt x="1215" y="9541"/>
                    <a:pt x="1513" y="9839"/>
                  </a:cubicBezTo>
                  <a:cubicBezTo>
                    <a:pt x="1661" y="9987"/>
                    <a:pt x="1861" y="10062"/>
                    <a:pt x="2060" y="10062"/>
                  </a:cubicBezTo>
                  <a:cubicBezTo>
                    <a:pt x="2260" y="10062"/>
                    <a:pt x="2459" y="9987"/>
                    <a:pt x="2608" y="9839"/>
                  </a:cubicBezTo>
                  <a:cubicBezTo>
                    <a:pt x="2870" y="9589"/>
                    <a:pt x="2906" y="9196"/>
                    <a:pt x="2727" y="8898"/>
                  </a:cubicBezTo>
                  <a:lnTo>
                    <a:pt x="3263" y="8362"/>
                  </a:lnTo>
                  <a:lnTo>
                    <a:pt x="5930" y="11029"/>
                  </a:lnTo>
                  <a:cubicBezTo>
                    <a:pt x="6085" y="11184"/>
                    <a:pt x="6293" y="11261"/>
                    <a:pt x="6501" y="11261"/>
                  </a:cubicBezTo>
                  <a:cubicBezTo>
                    <a:pt x="6710" y="11261"/>
                    <a:pt x="6918" y="11184"/>
                    <a:pt x="7073" y="11029"/>
                  </a:cubicBezTo>
                  <a:cubicBezTo>
                    <a:pt x="7359" y="10696"/>
                    <a:pt x="7359" y="10184"/>
                    <a:pt x="7049" y="9874"/>
                  </a:cubicBezTo>
                  <a:lnTo>
                    <a:pt x="6632" y="9458"/>
                  </a:lnTo>
                  <a:cubicBezTo>
                    <a:pt x="6751" y="8529"/>
                    <a:pt x="7299" y="7136"/>
                    <a:pt x="7906" y="5910"/>
                  </a:cubicBezTo>
                  <a:cubicBezTo>
                    <a:pt x="8168" y="5421"/>
                    <a:pt x="8204" y="4898"/>
                    <a:pt x="8073" y="4433"/>
                  </a:cubicBezTo>
                  <a:lnTo>
                    <a:pt x="11109" y="1397"/>
                  </a:lnTo>
                  <a:cubicBezTo>
                    <a:pt x="11181" y="1314"/>
                    <a:pt x="11169" y="1195"/>
                    <a:pt x="11097" y="1123"/>
                  </a:cubicBezTo>
                  <a:cubicBezTo>
                    <a:pt x="11055" y="1086"/>
                    <a:pt x="11008" y="1070"/>
                    <a:pt x="10963" y="1070"/>
                  </a:cubicBezTo>
                  <a:cubicBezTo>
                    <a:pt x="10906" y="1070"/>
                    <a:pt x="10851" y="1095"/>
                    <a:pt x="10811" y="1135"/>
                  </a:cubicBezTo>
                  <a:cubicBezTo>
                    <a:pt x="10800" y="1147"/>
                    <a:pt x="10990" y="969"/>
                    <a:pt x="7906" y="4040"/>
                  </a:cubicBezTo>
                  <a:cubicBezTo>
                    <a:pt x="7763" y="3778"/>
                    <a:pt x="7537" y="3564"/>
                    <a:pt x="7275" y="3409"/>
                  </a:cubicBezTo>
                  <a:lnTo>
                    <a:pt x="10157" y="528"/>
                  </a:lnTo>
                  <a:cubicBezTo>
                    <a:pt x="10248" y="437"/>
                    <a:pt x="10365" y="393"/>
                    <a:pt x="10480" y="393"/>
                  </a:cubicBezTo>
                  <a:cubicBezTo>
                    <a:pt x="10636" y="393"/>
                    <a:pt x="10789" y="473"/>
                    <a:pt x="10871" y="623"/>
                  </a:cubicBezTo>
                  <a:cubicBezTo>
                    <a:pt x="10912" y="690"/>
                    <a:pt x="10983" y="733"/>
                    <a:pt x="11054" y="733"/>
                  </a:cubicBezTo>
                  <a:cubicBezTo>
                    <a:pt x="11085" y="733"/>
                    <a:pt x="11116" y="725"/>
                    <a:pt x="11145" y="707"/>
                  </a:cubicBezTo>
                  <a:cubicBezTo>
                    <a:pt x="11228" y="647"/>
                    <a:pt x="11276" y="528"/>
                    <a:pt x="11216" y="433"/>
                  </a:cubicBezTo>
                  <a:cubicBezTo>
                    <a:pt x="11058" y="152"/>
                    <a:pt x="10770" y="1"/>
                    <a:pt x="10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63"/>
            <p:cNvSpPr/>
            <p:nvPr/>
          </p:nvSpPr>
          <p:spPr>
            <a:xfrm>
              <a:off x="3510335" y="2959936"/>
              <a:ext cx="176413" cy="43291"/>
            </a:xfrm>
            <a:custGeom>
              <a:avLst/>
              <a:gdLst/>
              <a:ahLst/>
              <a:cxnLst/>
              <a:rect l="l" t="t" r="r" b="b"/>
              <a:pathLst>
                <a:path w="5538" h="1359" extrusionOk="0">
                  <a:moveTo>
                    <a:pt x="3439" y="0"/>
                  </a:moveTo>
                  <a:cubicBezTo>
                    <a:pt x="2239" y="0"/>
                    <a:pt x="999" y="350"/>
                    <a:pt x="96" y="995"/>
                  </a:cubicBezTo>
                  <a:cubicBezTo>
                    <a:pt x="13" y="1054"/>
                    <a:pt x="1" y="1185"/>
                    <a:pt x="60" y="1280"/>
                  </a:cubicBezTo>
                  <a:cubicBezTo>
                    <a:pt x="96" y="1330"/>
                    <a:pt x="156" y="1358"/>
                    <a:pt x="217" y="1358"/>
                  </a:cubicBezTo>
                  <a:cubicBezTo>
                    <a:pt x="259" y="1358"/>
                    <a:pt x="300" y="1345"/>
                    <a:pt x="334" y="1316"/>
                  </a:cubicBezTo>
                  <a:cubicBezTo>
                    <a:pt x="965" y="876"/>
                    <a:pt x="1787" y="578"/>
                    <a:pt x="2656" y="459"/>
                  </a:cubicBezTo>
                  <a:cubicBezTo>
                    <a:pt x="2927" y="424"/>
                    <a:pt x="3196" y="407"/>
                    <a:pt x="3459" y="407"/>
                  </a:cubicBezTo>
                  <a:cubicBezTo>
                    <a:pt x="4099" y="407"/>
                    <a:pt x="4708" y="510"/>
                    <a:pt x="5240" y="721"/>
                  </a:cubicBezTo>
                  <a:cubicBezTo>
                    <a:pt x="5258" y="729"/>
                    <a:pt x="5279" y="733"/>
                    <a:pt x="5300" y="733"/>
                  </a:cubicBezTo>
                  <a:cubicBezTo>
                    <a:pt x="5373" y="733"/>
                    <a:pt x="5453" y="687"/>
                    <a:pt x="5490" y="614"/>
                  </a:cubicBezTo>
                  <a:cubicBezTo>
                    <a:pt x="5537" y="506"/>
                    <a:pt x="5478" y="387"/>
                    <a:pt x="5383" y="352"/>
                  </a:cubicBezTo>
                  <a:cubicBezTo>
                    <a:pt x="4795" y="114"/>
                    <a:pt x="4123" y="0"/>
                    <a:pt x="3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63"/>
            <p:cNvSpPr/>
            <p:nvPr/>
          </p:nvSpPr>
          <p:spPr>
            <a:xfrm>
              <a:off x="3530435" y="2920213"/>
              <a:ext cx="133918" cy="35072"/>
            </a:xfrm>
            <a:custGeom>
              <a:avLst/>
              <a:gdLst/>
              <a:ahLst/>
              <a:cxnLst/>
              <a:rect l="l" t="t" r="r" b="b"/>
              <a:pathLst>
                <a:path w="4204" h="1101" extrusionOk="0">
                  <a:moveTo>
                    <a:pt x="2585" y="0"/>
                  </a:moveTo>
                  <a:cubicBezTo>
                    <a:pt x="1695" y="0"/>
                    <a:pt x="780" y="258"/>
                    <a:pt x="108" y="741"/>
                  </a:cubicBezTo>
                  <a:cubicBezTo>
                    <a:pt x="13" y="801"/>
                    <a:pt x="1" y="932"/>
                    <a:pt x="60" y="1027"/>
                  </a:cubicBezTo>
                  <a:cubicBezTo>
                    <a:pt x="95" y="1076"/>
                    <a:pt x="158" y="1100"/>
                    <a:pt x="221" y="1100"/>
                  </a:cubicBezTo>
                  <a:cubicBezTo>
                    <a:pt x="266" y="1100"/>
                    <a:pt x="311" y="1088"/>
                    <a:pt x="346" y="1063"/>
                  </a:cubicBezTo>
                  <a:cubicBezTo>
                    <a:pt x="955" y="637"/>
                    <a:pt x="1801" y="405"/>
                    <a:pt x="2613" y="405"/>
                  </a:cubicBezTo>
                  <a:cubicBezTo>
                    <a:pt x="3071" y="405"/>
                    <a:pt x="3519" y="479"/>
                    <a:pt x="3906" y="634"/>
                  </a:cubicBezTo>
                  <a:cubicBezTo>
                    <a:pt x="3925" y="642"/>
                    <a:pt x="3945" y="646"/>
                    <a:pt x="3966" y="646"/>
                  </a:cubicBezTo>
                  <a:cubicBezTo>
                    <a:pt x="4039" y="646"/>
                    <a:pt x="4119" y="599"/>
                    <a:pt x="4156" y="515"/>
                  </a:cubicBezTo>
                  <a:cubicBezTo>
                    <a:pt x="4204" y="408"/>
                    <a:pt x="4144" y="289"/>
                    <a:pt x="4049" y="265"/>
                  </a:cubicBezTo>
                  <a:cubicBezTo>
                    <a:pt x="3604" y="86"/>
                    <a:pt x="3099" y="0"/>
                    <a:pt x="2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63"/>
            <p:cNvSpPr/>
            <p:nvPr/>
          </p:nvSpPr>
          <p:spPr>
            <a:xfrm>
              <a:off x="3761416" y="3078787"/>
              <a:ext cx="53134" cy="174916"/>
            </a:xfrm>
            <a:custGeom>
              <a:avLst/>
              <a:gdLst/>
              <a:ahLst/>
              <a:cxnLst/>
              <a:rect l="l" t="t" r="r" b="b"/>
              <a:pathLst>
                <a:path w="1668" h="5491" extrusionOk="0">
                  <a:moveTo>
                    <a:pt x="830" y="1"/>
                  </a:moveTo>
                  <a:cubicBezTo>
                    <a:pt x="807" y="1"/>
                    <a:pt x="784" y="5"/>
                    <a:pt x="763" y="14"/>
                  </a:cubicBezTo>
                  <a:cubicBezTo>
                    <a:pt x="656" y="62"/>
                    <a:pt x="608" y="181"/>
                    <a:pt x="656" y="276"/>
                  </a:cubicBezTo>
                  <a:cubicBezTo>
                    <a:pt x="953" y="1002"/>
                    <a:pt x="1061" y="1919"/>
                    <a:pt x="918" y="2848"/>
                  </a:cubicBezTo>
                  <a:cubicBezTo>
                    <a:pt x="799" y="3717"/>
                    <a:pt x="501" y="4550"/>
                    <a:pt x="60" y="5169"/>
                  </a:cubicBezTo>
                  <a:cubicBezTo>
                    <a:pt x="1" y="5253"/>
                    <a:pt x="13" y="5372"/>
                    <a:pt x="108" y="5443"/>
                  </a:cubicBezTo>
                  <a:cubicBezTo>
                    <a:pt x="136" y="5476"/>
                    <a:pt x="174" y="5491"/>
                    <a:pt x="213" y="5491"/>
                  </a:cubicBezTo>
                  <a:cubicBezTo>
                    <a:pt x="272" y="5491"/>
                    <a:pt x="334" y="5458"/>
                    <a:pt x="370" y="5407"/>
                  </a:cubicBezTo>
                  <a:cubicBezTo>
                    <a:pt x="1370" y="3991"/>
                    <a:pt x="1668" y="1740"/>
                    <a:pt x="1013" y="121"/>
                  </a:cubicBezTo>
                  <a:cubicBezTo>
                    <a:pt x="977" y="41"/>
                    <a:pt x="901"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63"/>
            <p:cNvSpPr/>
            <p:nvPr/>
          </p:nvSpPr>
          <p:spPr>
            <a:xfrm>
              <a:off x="3809230" y="3100990"/>
              <a:ext cx="42877" cy="132326"/>
            </a:xfrm>
            <a:custGeom>
              <a:avLst/>
              <a:gdLst/>
              <a:ahLst/>
              <a:cxnLst/>
              <a:rect l="l" t="t" r="r" b="b"/>
              <a:pathLst>
                <a:path w="1346" h="4154" extrusionOk="0">
                  <a:moveTo>
                    <a:pt x="674" y="1"/>
                  </a:moveTo>
                  <a:cubicBezTo>
                    <a:pt x="647" y="1"/>
                    <a:pt x="620" y="7"/>
                    <a:pt x="595" y="19"/>
                  </a:cubicBezTo>
                  <a:cubicBezTo>
                    <a:pt x="488" y="67"/>
                    <a:pt x="452" y="186"/>
                    <a:pt x="488" y="269"/>
                  </a:cubicBezTo>
                  <a:cubicBezTo>
                    <a:pt x="929" y="1365"/>
                    <a:pt x="750" y="2877"/>
                    <a:pt x="60" y="3829"/>
                  </a:cubicBezTo>
                  <a:cubicBezTo>
                    <a:pt x="0" y="3925"/>
                    <a:pt x="24" y="4044"/>
                    <a:pt x="107" y="4115"/>
                  </a:cubicBezTo>
                  <a:cubicBezTo>
                    <a:pt x="134" y="4142"/>
                    <a:pt x="170" y="4153"/>
                    <a:pt x="209" y="4153"/>
                  </a:cubicBezTo>
                  <a:cubicBezTo>
                    <a:pt x="273" y="4153"/>
                    <a:pt x="344" y="4120"/>
                    <a:pt x="381" y="4068"/>
                  </a:cubicBezTo>
                  <a:cubicBezTo>
                    <a:pt x="1119" y="3008"/>
                    <a:pt x="1345" y="1341"/>
                    <a:pt x="857" y="127"/>
                  </a:cubicBezTo>
                  <a:cubicBezTo>
                    <a:pt x="822" y="48"/>
                    <a:pt x="748" y="1"/>
                    <a:pt x="6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4" name="Google Shape;10024;p63"/>
          <p:cNvGrpSpPr/>
          <p:nvPr/>
        </p:nvGrpSpPr>
        <p:grpSpPr>
          <a:xfrm>
            <a:off x="3086313" y="2696049"/>
            <a:ext cx="320143" cy="392581"/>
            <a:chOff x="3086313" y="2877049"/>
            <a:chExt cx="320143" cy="392581"/>
          </a:xfrm>
        </p:grpSpPr>
        <p:sp>
          <p:nvSpPr>
            <p:cNvPr id="10025" name="Google Shape;10025;p63"/>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63"/>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63"/>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63"/>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63"/>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63"/>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63"/>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63"/>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63"/>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63"/>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63"/>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63"/>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37" name="Google Shape;10037;p63"/>
          <p:cNvSpPr/>
          <p:nvPr/>
        </p:nvSpPr>
        <p:spPr>
          <a:xfrm>
            <a:off x="2253814" y="2713123"/>
            <a:ext cx="210530" cy="357700"/>
          </a:xfrm>
          <a:custGeom>
            <a:avLst/>
            <a:gdLst/>
            <a:ahLst/>
            <a:cxnLst/>
            <a:rect l="l" t="t" r="r" b="b"/>
            <a:pathLst>
              <a:path w="6609" h="11229" extrusionOk="0">
                <a:moveTo>
                  <a:pt x="3310" y="1941"/>
                </a:moveTo>
                <a:cubicBezTo>
                  <a:pt x="3632" y="1941"/>
                  <a:pt x="3918" y="2227"/>
                  <a:pt x="3918" y="2572"/>
                </a:cubicBezTo>
                <a:lnTo>
                  <a:pt x="3918" y="2882"/>
                </a:lnTo>
                <a:cubicBezTo>
                  <a:pt x="3918" y="3037"/>
                  <a:pt x="3799" y="3156"/>
                  <a:pt x="3644" y="3156"/>
                </a:cubicBezTo>
                <a:lnTo>
                  <a:pt x="2953" y="3156"/>
                </a:lnTo>
                <a:cubicBezTo>
                  <a:pt x="2798" y="3156"/>
                  <a:pt x="2679" y="3037"/>
                  <a:pt x="2679" y="2882"/>
                </a:cubicBezTo>
                <a:lnTo>
                  <a:pt x="2679" y="2572"/>
                </a:lnTo>
                <a:cubicBezTo>
                  <a:pt x="2679" y="2227"/>
                  <a:pt x="2965" y="1941"/>
                  <a:pt x="3310" y="1941"/>
                </a:cubicBezTo>
                <a:close/>
                <a:moveTo>
                  <a:pt x="3918" y="10371"/>
                </a:moveTo>
                <a:lnTo>
                  <a:pt x="3918" y="10633"/>
                </a:lnTo>
                <a:lnTo>
                  <a:pt x="3906" y="10633"/>
                </a:lnTo>
                <a:cubicBezTo>
                  <a:pt x="3906" y="10788"/>
                  <a:pt x="3787" y="10907"/>
                  <a:pt x="3632" y="10907"/>
                </a:cubicBezTo>
                <a:lnTo>
                  <a:pt x="2929" y="10907"/>
                </a:lnTo>
                <a:cubicBezTo>
                  <a:pt x="2787" y="10907"/>
                  <a:pt x="2668" y="10788"/>
                  <a:pt x="2668" y="10633"/>
                </a:cubicBezTo>
                <a:lnTo>
                  <a:pt x="2668" y="10371"/>
                </a:lnTo>
                <a:close/>
                <a:moveTo>
                  <a:pt x="2572" y="1"/>
                </a:moveTo>
                <a:cubicBezTo>
                  <a:pt x="1144" y="1"/>
                  <a:pt x="1" y="1156"/>
                  <a:pt x="1" y="2572"/>
                </a:cubicBezTo>
                <a:lnTo>
                  <a:pt x="1" y="2751"/>
                </a:lnTo>
                <a:cubicBezTo>
                  <a:pt x="1" y="2834"/>
                  <a:pt x="72" y="2918"/>
                  <a:pt x="167" y="2918"/>
                </a:cubicBezTo>
                <a:cubicBezTo>
                  <a:pt x="251" y="2918"/>
                  <a:pt x="334" y="2834"/>
                  <a:pt x="334" y="2751"/>
                </a:cubicBezTo>
                <a:lnTo>
                  <a:pt x="334" y="2572"/>
                </a:lnTo>
                <a:cubicBezTo>
                  <a:pt x="334" y="1334"/>
                  <a:pt x="1346" y="322"/>
                  <a:pt x="2572" y="322"/>
                </a:cubicBezTo>
                <a:lnTo>
                  <a:pt x="3132" y="322"/>
                </a:lnTo>
                <a:lnTo>
                  <a:pt x="3132" y="1632"/>
                </a:lnTo>
                <a:cubicBezTo>
                  <a:pt x="2679" y="1703"/>
                  <a:pt x="2334" y="2096"/>
                  <a:pt x="2334" y="2572"/>
                </a:cubicBezTo>
                <a:lnTo>
                  <a:pt x="2334" y="2882"/>
                </a:lnTo>
                <a:cubicBezTo>
                  <a:pt x="2334" y="3204"/>
                  <a:pt x="2608" y="3489"/>
                  <a:pt x="2953" y="3489"/>
                </a:cubicBezTo>
                <a:lnTo>
                  <a:pt x="3644" y="3489"/>
                </a:lnTo>
                <a:cubicBezTo>
                  <a:pt x="3977" y="3489"/>
                  <a:pt x="4263" y="3227"/>
                  <a:pt x="4263" y="2882"/>
                </a:cubicBezTo>
                <a:lnTo>
                  <a:pt x="4263" y="2572"/>
                </a:lnTo>
                <a:cubicBezTo>
                  <a:pt x="4263" y="2108"/>
                  <a:pt x="3918" y="1703"/>
                  <a:pt x="3465" y="1632"/>
                </a:cubicBezTo>
                <a:lnTo>
                  <a:pt x="3465" y="322"/>
                </a:lnTo>
                <a:lnTo>
                  <a:pt x="4025" y="322"/>
                </a:lnTo>
                <a:cubicBezTo>
                  <a:pt x="5251" y="322"/>
                  <a:pt x="6263" y="1334"/>
                  <a:pt x="6263" y="2572"/>
                </a:cubicBezTo>
                <a:lnTo>
                  <a:pt x="6263" y="3632"/>
                </a:lnTo>
                <a:lnTo>
                  <a:pt x="5882" y="3632"/>
                </a:lnTo>
                <a:cubicBezTo>
                  <a:pt x="5549" y="3632"/>
                  <a:pt x="5275" y="3894"/>
                  <a:pt x="5275" y="4239"/>
                </a:cubicBezTo>
                <a:lnTo>
                  <a:pt x="5275" y="4430"/>
                </a:lnTo>
                <a:cubicBezTo>
                  <a:pt x="5275" y="4525"/>
                  <a:pt x="5346" y="4597"/>
                  <a:pt x="5430" y="4597"/>
                </a:cubicBezTo>
                <a:cubicBezTo>
                  <a:pt x="5525" y="4597"/>
                  <a:pt x="5596" y="4525"/>
                  <a:pt x="5596" y="4430"/>
                </a:cubicBezTo>
                <a:lnTo>
                  <a:pt x="5596" y="4239"/>
                </a:lnTo>
                <a:cubicBezTo>
                  <a:pt x="5596" y="4085"/>
                  <a:pt x="5716" y="3966"/>
                  <a:pt x="5870" y="3966"/>
                </a:cubicBezTo>
                <a:lnTo>
                  <a:pt x="6251" y="3966"/>
                </a:lnTo>
                <a:lnTo>
                  <a:pt x="6251" y="7264"/>
                </a:lnTo>
                <a:lnTo>
                  <a:pt x="5870" y="7264"/>
                </a:lnTo>
                <a:cubicBezTo>
                  <a:pt x="5716" y="7264"/>
                  <a:pt x="5596" y="7144"/>
                  <a:pt x="5596" y="6990"/>
                </a:cubicBezTo>
                <a:lnTo>
                  <a:pt x="5596" y="5216"/>
                </a:lnTo>
                <a:cubicBezTo>
                  <a:pt x="5596" y="5132"/>
                  <a:pt x="5525" y="5061"/>
                  <a:pt x="5430" y="5061"/>
                </a:cubicBezTo>
                <a:cubicBezTo>
                  <a:pt x="5346" y="5061"/>
                  <a:pt x="5275" y="5132"/>
                  <a:pt x="5275" y="5216"/>
                </a:cubicBezTo>
                <a:lnTo>
                  <a:pt x="5275" y="6990"/>
                </a:lnTo>
                <a:cubicBezTo>
                  <a:pt x="5275" y="7323"/>
                  <a:pt x="5537" y="7597"/>
                  <a:pt x="5882" y="7597"/>
                </a:cubicBezTo>
                <a:lnTo>
                  <a:pt x="6263" y="7597"/>
                </a:lnTo>
                <a:lnTo>
                  <a:pt x="6263" y="8228"/>
                </a:lnTo>
                <a:cubicBezTo>
                  <a:pt x="6263" y="9228"/>
                  <a:pt x="5454" y="10038"/>
                  <a:pt x="4453" y="10038"/>
                </a:cubicBezTo>
                <a:lnTo>
                  <a:pt x="2144" y="10038"/>
                </a:lnTo>
                <a:cubicBezTo>
                  <a:pt x="1144" y="10038"/>
                  <a:pt x="334" y="9228"/>
                  <a:pt x="334" y="8228"/>
                </a:cubicBezTo>
                <a:lnTo>
                  <a:pt x="334" y="7597"/>
                </a:lnTo>
                <a:lnTo>
                  <a:pt x="715" y="7597"/>
                </a:lnTo>
                <a:cubicBezTo>
                  <a:pt x="1048" y="7597"/>
                  <a:pt x="1322" y="7335"/>
                  <a:pt x="1322" y="6990"/>
                </a:cubicBezTo>
                <a:lnTo>
                  <a:pt x="1322" y="6811"/>
                </a:lnTo>
                <a:cubicBezTo>
                  <a:pt x="1322" y="6728"/>
                  <a:pt x="1251" y="6644"/>
                  <a:pt x="1167" y="6644"/>
                </a:cubicBezTo>
                <a:cubicBezTo>
                  <a:pt x="1072" y="6644"/>
                  <a:pt x="1001" y="6728"/>
                  <a:pt x="1001" y="6811"/>
                </a:cubicBezTo>
                <a:lnTo>
                  <a:pt x="1001" y="6990"/>
                </a:lnTo>
                <a:cubicBezTo>
                  <a:pt x="1001" y="7144"/>
                  <a:pt x="882" y="7264"/>
                  <a:pt x="727" y="7264"/>
                </a:cubicBezTo>
                <a:lnTo>
                  <a:pt x="346" y="7264"/>
                </a:lnTo>
                <a:lnTo>
                  <a:pt x="346" y="3966"/>
                </a:lnTo>
                <a:lnTo>
                  <a:pt x="727" y="3966"/>
                </a:lnTo>
                <a:cubicBezTo>
                  <a:pt x="882" y="3966"/>
                  <a:pt x="1001" y="4085"/>
                  <a:pt x="1001" y="4239"/>
                </a:cubicBezTo>
                <a:lnTo>
                  <a:pt x="1001" y="6037"/>
                </a:lnTo>
                <a:cubicBezTo>
                  <a:pt x="1001" y="6132"/>
                  <a:pt x="1072" y="6204"/>
                  <a:pt x="1167" y="6204"/>
                </a:cubicBezTo>
                <a:cubicBezTo>
                  <a:pt x="1251" y="6204"/>
                  <a:pt x="1322" y="6132"/>
                  <a:pt x="1322" y="6037"/>
                </a:cubicBezTo>
                <a:lnTo>
                  <a:pt x="1322" y="4239"/>
                </a:lnTo>
                <a:cubicBezTo>
                  <a:pt x="1322" y="3906"/>
                  <a:pt x="1060" y="3620"/>
                  <a:pt x="715" y="3620"/>
                </a:cubicBezTo>
                <a:lnTo>
                  <a:pt x="334" y="3620"/>
                </a:lnTo>
                <a:lnTo>
                  <a:pt x="334" y="3501"/>
                </a:lnTo>
                <a:cubicBezTo>
                  <a:pt x="334" y="3418"/>
                  <a:pt x="251" y="3346"/>
                  <a:pt x="167" y="3346"/>
                </a:cubicBezTo>
                <a:cubicBezTo>
                  <a:pt x="72" y="3346"/>
                  <a:pt x="1" y="3418"/>
                  <a:pt x="1" y="3501"/>
                </a:cubicBezTo>
                <a:lnTo>
                  <a:pt x="1" y="8216"/>
                </a:lnTo>
                <a:cubicBezTo>
                  <a:pt x="1" y="9383"/>
                  <a:pt x="953" y="10347"/>
                  <a:pt x="2144" y="10347"/>
                </a:cubicBezTo>
                <a:lnTo>
                  <a:pt x="2334" y="10347"/>
                </a:lnTo>
                <a:lnTo>
                  <a:pt x="2334" y="10621"/>
                </a:lnTo>
                <a:cubicBezTo>
                  <a:pt x="2334" y="10943"/>
                  <a:pt x="2608" y="11228"/>
                  <a:pt x="2953" y="11228"/>
                </a:cubicBezTo>
                <a:lnTo>
                  <a:pt x="3644" y="11228"/>
                </a:lnTo>
                <a:cubicBezTo>
                  <a:pt x="3977" y="11228"/>
                  <a:pt x="4263" y="10966"/>
                  <a:pt x="4263" y="10621"/>
                </a:cubicBezTo>
                <a:lnTo>
                  <a:pt x="4263" y="10347"/>
                </a:lnTo>
                <a:lnTo>
                  <a:pt x="4465" y="10347"/>
                </a:lnTo>
                <a:cubicBezTo>
                  <a:pt x="5644" y="10347"/>
                  <a:pt x="6608" y="9407"/>
                  <a:pt x="6608" y="8216"/>
                </a:cubicBezTo>
                <a:lnTo>
                  <a:pt x="6608" y="2572"/>
                </a:lnTo>
                <a:cubicBezTo>
                  <a:pt x="6585" y="1156"/>
                  <a:pt x="5418"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38" name="Google Shape;10038;p63"/>
          <p:cNvGrpSpPr/>
          <p:nvPr/>
        </p:nvGrpSpPr>
        <p:grpSpPr>
          <a:xfrm>
            <a:off x="861113" y="2704746"/>
            <a:ext cx="333809" cy="373277"/>
            <a:chOff x="861113" y="2885746"/>
            <a:chExt cx="333809" cy="373277"/>
          </a:xfrm>
        </p:grpSpPr>
        <p:sp>
          <p:nvSpPr>
            <p:cNvPr id="10039" name="Google Shape;10039;p63"/>
            <p:cNvSpPr/>
            <p:nvPr/>
          </p:nvSpPr>
          <p:spPr>
            <a:xfrm>
              <a:off x="861113" y="2981533"/>
              <a:ext cx="315970" cy="277489"/>
            </a:xfrm>
            <a:custGeom>
              <a:avLst/>
              <a:gdLst/>
              <a:ahLst/>
              <a:cxnLst/>
              <a:rect l="l" t="t" r="r" b="b"/>
              <a:pathLst>
                <a:path w="9919" h="8711" extrusionOk="0">
                  <a:moveTo>
                    <a:pt x="3015" y="0"/>
                  </a:moveTo>
                  <a:cubicBezTo>
                    <a:pt x="2777" y="0"/>
                    <a:pt x="2558" y="27"/>
                    <a:pt x="2358" y="79"/>
                  </a:cubicBezTo>
                  <a:cubicBezTo>
                    <a:pt x="1739" y="245"/>
                    <a:pt x="1156" y="638"/>
                    <a:pt x="739" y="1210"/>
                  </a:cubicBezTo>
                  <a:cubicBezTo>
                    <a:pt x="251" y="1864"/>
                    <a:pt x="1" y="2698"/>
                    <a:pt x="1" y="3615"/>
                  </a:cubicBezTo>
                  <a:cubicBezTo>
                    <a:pt x="1" y="4567"/>
                    <a:pt x="429" y="5841"/>
                    <a:pt x="1132" y="6889"/>
                  </a:cubicBezTo>
                  <a:cubicBezTo>
                    <a:pt x="1882" y="8056"/>
                    <a:pt x="2763" y="8711"/>
                    <a:pt x="3549" y="8711"/>
                  </a:cubicBezTo>
                  <a:cubicBezTo>
                    <a:pt x="3870" y="8711"/>
                    <a:pt x="4180" y="8663"/>
                    <a:pt x="4478" y="8580"/>
                  </a:cubicBezTo>
                  <a:cubicBezTo>
                    <a:pt x="4632" y="8532"/>
                    <a:pt x="4796" y="8508"/>
                    <a:pt x="4960" y="8508"/>
                  </a:cubicBezTo>
                  <a:cubicBezTo>
                    <a:pt x="5123" y="8508"/>
                    <a:pt x="5287" y="8532"/>
                    <a:pt x="5442" y="8580"/>
                  </a:cubicBezTo>
                  <a:cubicBezTo>
                    <a:pt x="5740" y="8663"/>
                    <a:pt x="6049" y="8711"/>
                    <a:pt x="6371" y="8711"/>
                  </a:cubicBezTo>
                  <a:cubicBezTo>
                    <a:pt x="7156" y="8711"/>
                    <a:pt x="8026" y="8044"/>
                    <a:pt x="8788" y="6889"/>
                  </a:cubicBezTo>
                  <a:cubicBezTo>
                    <a:pt x="9490" y="5841"/>
                    <a:pt x="9919" y="4567"/>
                    <a:pt x="9919" y="3615"/>
                  </a:cubicBezTo>
                  <a:cubicBezTo>
                    <a:pt x="9847" y="2948"/>
                    <a:pt x="9716" y="2317"/>
                    <a:pt x="9431" y="1757"/>
                  </a:cubicBezTo>
                  <a:cubicBezTo>
                    <a:pt x="9398" y="1685"/>
                    <a:pt x="9334" y="1651"/>
                    <a:pt x="9266" y="1651"/>
                  </a:cubicBezTo>
                  <a:cubicBezTo>
                    <a:pt x="9233" y="1651"/>
                    <a:pt x="9199" y="1658"/>
                    <a:pt x="9169" y="1674"/>
                  </a:cubicBezTo>
                  <a:cubicBezTo>
                    <a:pt x="9061" y="1710"/>
                    <a:pt x="9026" y="1841"/>
                    <a:pt x="9073" y="1936"/>
                  </a:cubicBezTo>
                  <a:cubicBezTo>
                    <a:pt x="9323" y="2448"/>
                    <a:pt x="9442" y="3007"/>
                    <a:pt x="9442" y="3638"/>
                  </a:cubicBezTo>
                  <a:cubicBezTo>
                    <a:pt x="9442" y="4508"/>
                    <a:pt x="9050" y="5686"/>
                    <a:pt x="8395" y="6698"/>
                  </a:cubicBezTo>
                  <a:cubicBezTo>
                    <a:pt x="7716" y="7722"/>
                    <a:pt x="6942" y="8341"/>
                    <a:pt x="6311" y="8341"/>
                  </a:cubicBezTo>
                  <a:cubicBezTo>
                    <a:pt x="6037" y="8341"/>
                    <a:pt x="5751" y="8294"/>
                    <a:pt x="5501" y="8222"/>
                  </a:cubicBezTo>
                  <a:cubicBezTo>
                    <a:pt x="5311" y="8163"/>
                    <a:pt x="5112" y="8133"/>
                    <a:pt x="4911" y="8133"/>
                  </a:cubicBezTo>
                  <a:cubicBezTo>
                    <a:pt x="4710" y="8133"/>
                    <a:pt x="4507" y="8163"/>
                    <a:pt x="4311" y="8222"/>
                  </a:cubicBezTo>
                  <a:cubicBezTo>
                    <a:pt x="4061" y="8294"/>
                    <a:pt x="3775" y="8341"/>
                    <a:pt x="3513" y="8341"/>
                  </a:cubicBezTo>
                  <a:cubicBezTo>
                    <a:pt x="2870" y="8341"/>
                    <a:pt x="2096" y="7722"/>
                    <a:pt x="1430" y="6698"/>
                  </a:cubicBezTo>
                  <a:cubicBezTo>
                    <a:pt x="775" y="5698"/>
                    <a:pt x="370" y="4531"/>
                    <a:pt x="370" y="3638"/>
                  </a:cubicBezTo>
                  <a:cubicBezTo>
                    <a:pt x="370" y="2805"/>
                    <a:pt x="608" y="2043"/>
                    <a:pt x="1037" y="1460"/>
                  </a:cubicBezTo>
                  <a:cubicBezTo>
                    <a:pt x="1406" y="971"/>
                    <a:pt x="1918" y="614"/>
                    <a:pt x="2453" y="460"/>
                  </a:cubicBezTo>
                  <a:cubicBezTo>
                    <a:pt x="2603" y="422"/>
                    <a:pt x="2774" y="403"/>
                    <a:pt x="2963" y="403"/>
                  </a:cubicBezTo>
                  <a:cubicBezTo>
                    <a:pt x="3256" y="403"/>
                    <a:pt x="3592" y="449"/>
                    <a:pt x="3954" y="543"/>
                  </a:cubicBezTo>
                  <a:cubicBezTo>
                    <a:pt x="4013" y="555"/>
                    <a:pt x="4085" y="567"/>
                    <a:pt x="4144" y="579"/>
                  </a:cubicBezTo>
                  <a:cubicBezTo>
                    <a:pt x="4160" y="582"/>
                    <a:pt x="4176" y="584"/>
                    <a:pt x="4191" y="584"/>
                  </a:cubicBezTo>
                  <a:cubicBezTo>
                    <a:pt x="4281" y="584"/>
                    <a:pt x="4362" y="527"/>
                    <a:pt x="4382" y="436"/>
                  </a:cubicBezTo>
                  <a:cubicBezTo>
                    <a:pt x="4406" y="329"/>
                    <a:pt x="4347" y="221"/>
                    <a:pt x="4239" y="198"/>
                  </a:cubicBezTo>
                  <a:lnTo>
                    <a:pt x="4061" y="150"/>
                  </a:lnTo>
                  <a:cubicBezTo>
                    <a:pt x="3680" y="48"/>
                    <a:pt x="3331" y="0"/>
                    <a:pt x="30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63"/>
            <p:cNvSpPr/>
            <p:nvPr/>
          </p:nvSpPr>
          <p:spPr>
            <a:xfrm>
              <a:off x="1024976" y="2981756"/>
              <a:ext cx="125572" cy="45903"/>
            </a:xfrm>
            <a:custGeom>
              <a:avLst/>
              <a:gdLst/>
              <a:ahLst/>
              <a:cxnLst/>
              <a:rect l="l" t="t" r="r" b="b"/>
              <a:pathLst>
                <a:path w="3942" h="1441" extrusionOk="0">
                  <a:moveTo>
                    <a:pt x="1709" y="1"/>
                  </a:moveTo>
                  <a:cubicBezTo>
                    <a:pt x="1383" y="1"/>
                    <a:pt x="1022" y="51"/>
                    <a:pt x="631" y="143"/>
                  </a:cubicBezTo>
                  <a:cubicBezTo>
                    <a:pt x="477" y="191"/>
                    <a:pt x="334" y="202"/>
                    <a:pt x="191" y="238"/>
                  </a:cubicBezTo>
                  <a:cubicBezTo>
                    <a:pt x="96" y="250"/>
                    <a:pt x="0" y="357"/>
                    <a:pt x="12" y="464"/>
                  </a:cubicBezTo>
                  <a:cubicBezTo>
                    <a:pt x="35" y="554"/>
                    <a:pt x="121" y="644"/>
                    <a:pt x="220" y="644"/>
                  </a:cubicBezTo>
                  <a:cubicBezTo>
                    <a:pt x="226" y="644"/>
                    <a:pt x="232" y="644"/>
                    <a:pt x="238" y="643"/>
                  </a:cubicBezTo>
                  <a:cubicBezTo>
                    <a:pt x="405" y="619"/>
                    <a:pt x="572" y="583"/>
                    <a:pt x="727" y="548"/>
                  </a:cubicBezTo>
                  <a:cubicBezTo>
                    <a:pt x="1087" y="461"/>
                    <a:pt x="1417" y="414"/>
                    <a:pt x="1711" y="414"/>
                  </a:cubicBezTo>
                  <a:cubicBezTo>
                    <a:pt x="1903" y="414"/>
                    <a:pt x="2079" y="434"/>
                    <a:pt x="2239" y="476"/>
                  </a:cubicBezTo>
                  <a:cubicBezTo>
                    <a:pt x="2727" y="607"/>
                    <a:pt x="3203" y="917"/>
                    <a:pt x="3572" y="1369"/>
                  </a:cubicBezTo>
                  <a:cubicBezTo>
                    <a:pt x="3620" y="1417"/>
                    <a:pt x="3679" y="1441"/>
                    <a:pt x="3727" y="1441"/>
                  </a:cubicBezTo>
                  <a:cubicBezTo>
                    <a:pt x="3763" y="1441"/>
                    <a:pt x="3810" y="1429"/>
                    <a:pt x="3846" y="1393"/>
                  </a:cubicBezTo>
                  <a:cubicBezTo>
                    <a:pt x="3929" y="1322"/>
                    <a:pt x="3941" y="1191"/>
                    <a:pt x="3870" y="1095"/>
                  </a:cubicBezTo>
                  <a:cubicBezTo>
                    <a:pt x="3453" y="595"/>
                    <a:pt x="2905" y="226"/>
                    <a:pt x="2322" y="72"/>
                  </a:cubicBezTo>
                  <a:cubicBezTo>
                    <a:pt x="2135" y="23"/>
                    <a:pt x="1930" y="1"/>
                    <a:pt x="1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63"/>
            <p:cNvSpPr/>
            <p:nvPr/>
          </p:nvSpPr>
          <p:spPr>
            <a:xfrm>
              <a:off x="979455" y="2885746"/>
              <a:ext cx="215467" cy="145705"/>
            </a:xfrm>
            <a:custGeom>
              <a:avLst/>
              <a:gdLst/>
              <a:ahLst/>
              <a:cxnLst/>
              <a:rect l="l" t="t" r="r" b="b"/>
              <a:pathLst>
                <a:path w="6764" h="4574" extrusionOk="0">
                  <a:moveTo>
                    <a:pt x="4097" y="0"/>
                  </a:moveTo>
                  <a:cubicBezTo>
                    <a:pt x="3959" y="0"/>
                    <a:pt x="3824" y="9"/>
                    <a:pt x="3691" y="26"/>
                  </a:cubicBezTo>
                  <a:cubicBezTo>
                    <a:pt x="3049" y="61"/>
                    <a:pt x="2489" y="419"/>
                    <a:pt x="2060" y="1014"/>
                  </a:cubicBezTo>
                  <a:cubicBezTo>
                    <a:pt x="1775" y="1407"/>
                    <a:pt x="1620" y="1776"/>
                    <a:pt x="1596" y="1883"/>
                  </a:cubicBezTo>
                  <a:lnTo>
                    <a:pt x="1072" y="2681"/>
                  </a:lnTo>
                  <a:cubicBezTo>
                    <a:pt x="929" y="2240"/>
                    <a:pt x="774" y="1954"/>
                    <a:pt x="763" y="1943"/>
                  </a:cubicBezTo>
                  <a:cubicBezTo>
                    <a:pt x="728" y="1866"/>
                    <a:pt x="652" y="1832"/>
                    <a:pt x="576" y="1832"/>
                  </a:cubicBezTo>
                  <a:cubicBezTo>
                    <a:pt x="546" y="1832"/>
                    <a:pt x="516" y="1837"/>
                    <a:pt x="489" y="1847"/>
                  </a:cubicBezTo>
                  <a:cubicBezTo>
                    <a:pt x="405" y="1895"/>
                    <a:pt x="358" y="2026"/>
                    <a:pt x="405" y="2121"/>
                  </a:cubicBezTo>
                  <a:cubicBezTo>
                    <a:pt x="405" y="2133"/>
                    <a:pt x="870" y="3014"/>
                    <a:pt x="965" y="4157"/>
                  </a:cubicBezTo>
                  <a:cubicBezTo>
                    <a:pt x="822" y="4145"/>
                    <a:pt x="667" y="4098"/>
                    <a:pt x="572" y="4050"/>
                  </a:cubicBezTo>
                  <a:cubicBezTo>
                    <a:pt x="429" y="3990"/>
                    <a:pt x="393" y="3931"/>
                    <a:pt x="393" y="3919"/>
                  </a:cubicBezTo>
                  <a:cubicBezTo>
                    <a:pt x="393" y="3812"/>
                    <a:pt x="298" y="3728"/>
                    <a:pt x="191" y="3728"/>
                  </a:cubicBezTo>
                  <a:cubicBezTo>
                    <a:pt x="96" y="3728"/>
                    <a:pt x="1" y="3812"/>
                    <a:pt x="1" y="3919"/>
                  </a:cubicBezTo>
                  <a:cubicBezTo>
                    <a:pt x="1" y="4038"/>
                    <a:pt x="60" y="4264"/>
                    <a:pt x="405" y="4419"/>
                  </a:cubicBezTo>
                  <a:cubicBezTo>
                    <a:pt x="608" y="4514"/>
                    <a:pt x="893" y="4574"/>
                    <a:pt x="1191" y="4574"/>
                  </a:cubicBezTo>
                  <a:cubicBezTo>
                    <a:pt x="1489" y="4574"/>
                    <a:pt x="1763" y="4514"/>
                    <a:pt x="1977" y="4419"/>
                  </a:cubicBezTo>
                  <a:cubicBezTo>
                    <a:pt x="2334" y="4264"/>
                    <a:pt x="2382" y="4038"/>
                    <a:pt x="2382" y="3919"/>
                  </a:cubicBezTo>
                  <a:cubicBezTo>
                    <a:pt x="2382" y="3812"/>
                    <a:pt x="2298" y="3728"/>
                    <a:pt x="2191" y="3728"/>
                  </a:cubicBezTo>
                  <a:cubicBezTo>
                    <a:pt x="2084" y="3728"/>
                    <a:pt x="2001" y="3812"/>
                    <a:pt x="2001" y="3919"/>
                  </a:cubicBezTo>
                  <a:cubicBezTo>
                    <a:pt x="2001" y="3931"/>
                    <a:pt x="1953" y="3990"/>
                    <a:pt x="1822" y="4050"/>
                  </a:cubicBezTo>
                  <a:cubicBezTo>
                    <a:pt x="1703" y="4109"/>
                    <a:pt x="1548" y="4145"/>
                    <a:pt x="1382" y="4157"/>
                  </a:cubicBezTo>
                  <a:cubicBezTo>
                    <a:pt x="1358" y="3800"/>
                    <a:pt x="1298" y="3467"/>
                    <a:pt x="1239" y="3169"/>
                  </a:cubicBezTo>
                  <a:lnTo>
                    <a:pt x="1917" y="2133"/>
                  </a:lnTo>
                  <a:cubicBezTo>
                    <a:pt x="1953" y="2133"/>
                    <a:pt x="1977" y="2145"/>
                    <a:pt x="2060" y="2169"/>
                  </a:cubicBezTo>
                  <a:cubicBezTo>
                    <a:pt x="2179" y="2204"/>
                    <a:pt x="2334" y="2300"/>
                    <a:pt x="2513" y="2407"/>
                  </a:cubicBezTo>
                  <a:cubicBezTo>
                    <a:pt x="2989" y="2669"/>
                    <a:pt x="3584" y="3014"/>
                    <a:pt x="4263" y="3014"/>
                  </a:cubicBezTo>
                  <a:cubicBezTo>
                    <a:pt x="4477" y="3014"/>
                    <a:pt x="4715" y="2966"/>
                    <a:pt x="4954" y="2883"/>
                  </a:cubicBezTo>
                  <a:cubicBezTo>
                    <a:pt x="6466" y="2300"/>
                    <a:pt x="6739" y="407"/>
                    <a:pt x="6763" y="323"/>
                  </a:cubicBezTo>
                  <a:cubicBezTo>
                    <a:pt x="6763" y="288"/>
                    <a:pt x="6716" y="216"/>
                    <a:pt x="6656" y="168"/>
                  </a:cubicBezTo>
                  <a:cubicBezTo>
                    <a:pt x="6626" y="145"/>
                    <a:pt x="6588" y="133"/>
                    <a:pt x="6547" y="133"/>
                  </a:cubicBezTo>
                  <a:cubicBezTo>
                    <a:pt x="6507" y="133"/>
                    <a:pt x="6466" y="145"/>
                    <a:pt x="6430" y="168"/>
                  </a:cubicBezTo>
                  <a:cubicBezTo>
                    <a:pt x="6301" y="255"/>
                    <a:pt x="6164" y="287"/>
                    <a:pt x="6009" y="287"/>
                  </a:cubicBezTo>
                  <a:cubicBezTo>
                    <a:pt x="5820" y="287"/>
                    <a:pt x="5602" y="239"/>
                    <a:pt x="5335" y="180"/>
                  </a:cubicBezTo>
                  <a:cubicBezTo>
                    <a:pt x="5287" y="168"/>
                    <a:pt x="5239" y="168"/>
                    <a:pt x="5192" y="157"/>
                  </a:cubicBezTo>
                  <a:cubicBezTo>
                    <a:pt x="5175" y="150"/>
                    <a:pt x="5158" y="147"/>
                    <a:pt x="5140" y="147"/>
                  </a:cubicBezTo>
                  <a:cubicBezTo>
                    <a:pt x="5061" y="147"/>
                    <a:pt x="4983" y="211"/>
                    <a:pt x="4954" y="299"/>
                  </a:cubicBezTo>
                  <a:cubicBezTo>
                    <a:pt x="4930" y="407"/>
                    <a:pt x="5001" y="514"/>
                    <a:pt x="5108" y="538"/>
                  </a:cubicBezTo>
                  <a:cubicBezTo>
                    <a:pt x="5156" y="561"/>
                    <a:pt x="5192" y="561"/>
                    <a:pt x="5239" y="573"/>
                  </a:cubicBezTo>
                  <a:cubicBezTo>
                    <a:pt x="5512" y="626"/>
                    <a:pt x="5765" y="679"/>
                    <a:pt x="6003" y="679"/>
                  </a:cubicBezTo>
                  <a:cubicBezTo>
                    <a:pt x="6088" y="679"/>
                    <a:pt x="6170" y="672"/>
                    <a:pt x="6251" y="657"/>
                  </a:cubicBezTo>
                  <a:lnTo>
                    <a:pt x="6251" y="657"/>
                  </a:lnTo>
                  <a:cubicBezTo>
                    <a:pt x="6108" y="1192"/>
                    <a:pt x="5704" y="2193"/>
                    <a:pt x="4799" y="2550"/>
                  </a:cubicBezTo>
                  <a:cubicBezTo>
                    <a:pt x="4613" y="2621"/>
                    <a:pt x="4429" y="2651"/>
                    <a:pt x="4249" y="2651"/>
                  </a:cubicBezTo>
                  <a:cubicBezTo>
                    <a:pt x="3679" y="2651"/>
                    <a:pt x="3144" y="2348"/>
                    <a:pt x="2691" y="2085"/>
                  </a:cubicBezTo>
                  <a:cubicBezTo>
                    <a:pt x="2453" y="1954"/>
                    <a:pt x="2251" y="1835"/>
                    <a:pt x="2072" y="1776"/>
                  </a:cubicBezTo>
                  <a:cubicBezTo>
                    <a:pt x="2275" y="1335"/>
                    <a:pt x="2798" y="502"/>
                    <a:pt x="3727" y="419"/>
                  </a:cubicBezTo>
                  <a:cubicBezTo>
                    <a:pt x="3823" y="414"/>
                    <a:pt x="3921" y="411"/>
                    <a:pt x="4019" y="411"/>
                  </a:cubicBezTo>
                  <a:cubicBezTo>
                    <a:pt x="4190" y="411"/>
                    <a:pt x="4363" y="420"/>
                    <a:pt x="4537" y="442"/>
                  </a:cubicBezTo>
                  <a:cubicBezTo>
                    <a:pt x="4545" y="443"/>
                    <a:pt x="4552" y="444"/>
                    <a:pt x="4560" y="444"/>
                  </a:cubicBezTo>
                  <a:cubicBezTo>
                    <a:pt x="4659" y="444"/>
                    <a:pt x="4752" y="374"/>
                    <a:pt x="4763" y="264"/>
                  </a:cubicBezTo>
                  <a:cubicBezTo>
                    <a:pt x="4775" y="157"/>
                    <a:pt x="4703" y="49"/>
                    <a:pt x="4584" y="38"/>
                  </a:cubicBezTo>
                  <a:cubicBezTo>
                    <a:pt x="4419" y="12"/>
                    <a:pt x="4256" y="0"/>
                    <a:pt x="4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42" name="Google Shape;10042;p63"/>
          <p:cNvSpPr/>
          <p:nvPr/>
        </p:nvSpPr>
        <p:spPr>
          <a:xfrm>
            <a:off x="2616005" y="2705542"/>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63"/>
          <p:cNvSpPr/>
          <p:nvPr/>
        </p:nvSpPr>
        <p:spPr>
          <a:xfrm>
            <a:off x="2160129" y="1335235"/>
            <a:ext cx="399780" cy="341740"/>
          </a:xfrm>
          <a:custGeom>
            <a:avLst/>
            <a:gdLst/>
            <a:ahLst/>
            <a:cxnLst/>
            <a:rect l="l" t="t" r="r" b="b"/>
            <a:pathLst>
              <a:path w="12550" h="10728" extrusionOk="0">
                <a:moveTo>
                  <a:pt x="6298" y="369"/>
                </a:moveTo>
                <a:cubicBezTo>
                  <a:pt x="6306" y="369"/>
                  <a:pt x="6315" y="369"/>
                  <a:pt x="6323" y="370"/>
                </a:cubicBezTo>
                <a:cubicBezTo>
                  <a:pt x="6442" y="393"/>
                  <a:pt x="6525" y="477"/>
                  <a:pt x="6525" y="596"/>
                </a:cubicBezTo>
                <a:cubicBezTo>
                  <a:pt x="6525" y="727"/>
                  <a:pt x="6430" y="834"/>
                  <a:pt x="6287" y="834"/>
                </a:cubicBezTo>
                <a:cubicBezTo>
                  <a:pt x="6156" y="834"/>
                  <a:pt x="6049" y="727"/>
                  <a:pt x="6049" y="596"/>
                </a:cubicBezTo>
                <a:cubicBezTo>
                  <a:pt x="6049" y="482"/>
                  <a:pt x="6136" y="369"/>
                  <a:pt x="6298" y="369"/>
                </a:cubicBezTo>
                <a:close/>
                <a:moveTo>
                  <a:pt x="6871" y="727"/>
                </a:moveTo>
                <a:lnTo>
                  <a:pt x="8668" y="2513"/>
                </a:lnTo>
                <a:lnTo>
                  <a:pt x="3906" y="2513"/>
                </a:lnTo>
                <a:lnTo>
                  <a:pt x="5716" y="727"/>
                </a:lnTo>
                <a:cubicBezTo>
                  <a:pt x="5775" y="1001"/>
                  <a:pt x="6013" y="1191"/>
                  <a:pt x="6287" y="1191"/>
                </a:cubicBezTo>
                <a:cubicBezTo>
                  <a:pt x="6573" y="1191"/>
                  <a:pt x="6811" y="1001"/>
                  <a:pt x="6871" y="727"/>
                </a:cubicBezTo>
                <a:close/>
                <a:moveTo>
                  <a:pt x="3573" y="8787"/>
                </a:moveTo>
                <a:cubicBezTo>
                  <a:pt x="5216" y="8787"/>
                  <a:pt x="5097" y="8787"/>
                  <a:pt x="5156" y="8799"/>
                </a:cubicBezTo>
                <a:cubicBezTo>
                  <a:pt x="5275" y="8823"/>
                  <a:pt x="5370" y="8942"/>
                  <a:pt x="5370" y="9061"/>
                </a:cubicBezTo>
                <a:lnTo>
                  <a:pt x="5370" y="9513"/>
                </a:lnTo>
                <a:lnTo>
                  <a:pt x="3287" y="9513"/>
                </a:lnTo>
                <a:cubicBezTo>
                  <a:pt x="3275" y="9049"/>
                  <a:pt x="3275" y="9049"/>
                  <a:pt x="3287" y="9002"/>
                </a:cubicBezTo>
                <a:cubicBezTo>
                  <a:pt x="3334" y="8859"/>
                  <a:pt x="3430" y="8787"/>
                  <a:pt x="3573" y="8787"/>
                </a:cubicBezTo>
                <a:close/>
                <a:moveTo>
                  <a:pt x="10651" y="2885"/>
                </a:moveTo>
                <a:cubicBezTo>
                  <a:pt x="11916" y="2885"/>
                  <a:pt x="11740" y="2894"/>
                  <a:pt x="11740" y="2929"/>
                </a:cubicBezTo>
                <a:cubicBezTo>
                  <a:pt x="11729" y="9255"/>
                  <a:pt x="11779" y="9516"/>
                  <a:pt x="11713" y="9516"/>
                </a:cubicBezTo>
                <a:cubicBezTo>
                  <a:pt x="11707" y="9516"/>
                  <a:pt x="11700" y="9513"/>
                  <a:pt x="11693" y="9513"/>
                </a:cubicBezTo>
                <a:lnTo>
                  <a:pt x="5739" y="9513"/>
                </a:lnTo>
                <a:lnTo>
                  <a:pt x="5739" y="9144"/>
                </a:lnTo>
                <a:lnTo>
                  <a:pt x="11193" y="9144"/>
                </a:lnTo>
                <a:cubicBezTo>
                  <a:pt x="11288" y="9144"/>
                  <a:pt x="11371" y="9049"/>
                  <a:pt x="11371" y="8966"/>
                </a:cubicBezTo>
                <a:lnTo>
                  <a:pt x="11371" y="3441"/>
                </a:lnTo>
                <a:cubicBezTo>
                  <a:pt x="11371" y="3334"/>
                  <a:pt x="11276" y="3263"/>
                  <a:pt x="11193" y="3263"/>
                </a:cubicBezTo>
                <a:lnTo>
                  <a:pt x="3346" y="3263"/>
                </a:lnTo>
                <a:cubicBezTo>
                  <a:pt x="3239" y="3263"/>
                  <a:pt x="3168" y="3346"/>
                  <a:pt x="3168" y="3441"/>
                </a:cubicBezTo>
                <a:cubicBezTo>
                  <a:pt x="3168" y="3537"/>
                  <a:pt x="3251" y="3620"/>
                  <a:pt x="3346" y="3620"/>
                </a:cubicBezTo>
                <a:lnTo>
                  <a:pt x="10990" y="3620"/>
                </a:lnTo>
                <a:lnTo>
                  <a:pt x="10990" y="8775"/>
                </a:lnTo>
                <a:lnTo>
                  <a:pt x="5656" y="8775"/>
                </a:lnTo>
                <a:cubicBezTo>
                  <a:pt x="5561" y="8585"/>
                  <a:pt x="5370" y="8454"/>
                  <a:pt x="5156" y="8430"/>
                </a:cubicBezTo>
                <a:cubicBezTo>
                  <a:pt x="5128" y="8422"/>
                  <a:pt x="4938" y="8419"/>
                  <a:pt x="4696" y="8419"/>
                </a:cubicBezTo>
                <a:cubicBezTo>
                  <a:pt x="4212" y="8419"/>
                  <a:pt x="3521" y="8430"/>
                  <a:pt x="3513" y="8430"/>
                </a:cubicBezTo>
                <a:cubicBezTo>
                  <a:pt x="3287" y="8442"/>
                  <a:pt x="3072" y="8573"/>
                  <a:pt x="2977" y="8775"/>
                </a:cubicBezTo>
                <a:lnTo>
                  <a:pt x="1608" y="8775"/>
                </a:lnTo>
                <a:lnTo>
                  <a:pt x="1608" y="3620"/>
                </a:lnTo>
                <a:lnTo>
                  <a:pt x="2656" y="3620"/>
                </a:lnTo>
                <a:cubicBezTo>
                  <a:pt x="2763" y="3620"/>
                  <a:pt x="2834" y="3525"/>
                  <a:pt x="2834" y="3441"/>
                </a:cubicBezTo>
                <a:cubicBezTo>
                  <a:pt x="2834" y="3334"/>
                  <a:pt x="2751" y="3263"/>
                  <a:pt x="2656" y="3263"/>
                </a:cubicBezTo>
                <a:lnTo>
                  <a:pt x="1429" y="3263"/>
                </a:lnTo>
                <a:cubicBezTo>
                  <a:pt x="1322" y="3263"/>
                  <a:pt x="1251" y="3346"/>
                  <a:pt x="1251" y="3441"/>
                </a:cubicBezTo>
                <a:lnTo>
                  <a:pt x="1251" y="8966"/>
                </a:lnTo>
                <a:cubicBezTo>
                  <a:pt x="1251" y="9061"/>
                  <a:pt x="1334" y="9144"/>
                  <a:pt x="1429" y="9144"/>
                </a:cubicBezTo>
                <a:lnTo>
                  <a:pt x="2918" y="9144"/>
                </a:lnTo>
                <a:lnTo>
                  <a:pt x="2918" y="9513"/>
                </a:lnTo>
                <a:lnTo>
                  <a:pt x="917" y="9513"/>
                </a:lnTo>
                <a:cubicBezTo>
                  <a:pt x="894" y="9513"/>
                  <a:pt x="870" y="9490"/>
                  <a:pt x="870" y="9466"/>
                </a:cubicBezTo>
                <a:cubicBezTo>
                  <a:pt x="892" y="3144"/>
                  <a:pt x="843" y="2892"/>
                  <a:pt x="900" y="2892"/>
                </a:cubicBezTo>
                <a:cubicBezTo>
                  <a:pt x="905" y="2892"/>
                  <a:pt x="911" y="2894"/>
                  <a:pt x="917" y="2894"/>
                </a:cubicBezTo>
                <a:cubicBezTo>
                  <a:pt x="6680" y="2894"/>
                  <a:pt x="9386" y="2885"/>
                  <a:pt x="10651" y="2885"/>
                </a:cubicBezTo>
                <a:close/>
                <a:moveTo>
                  <a:pt x="6277" y="0"/>
                </a:moveTo>
                <a:cubicBezTo>
                  <a:pt x="6049" y="0"/>
                  <a:pt x="5823" y="84"/>
                  <a:pt x="5656" y="250"/>
                </a:cubicBezTo>
                <a:lnTo>
                  <a:pt x="3370" y="2513"/>
                </a:lnTo>
                <a:lnTo>
                  <a:pt x="894" y="2513"/>
                </a:lnTo>
                <a:cubicBezTo>
                  <a:pt x="667" y="2513"/>
                  <a:pt x="477" y="2691"/>
                  <a:pt x="477" y="2929"/>
                </a:cubicBezTo>
                <a:lnTo>
                  <a:pt x="477" y="9513"/>
                </a:lnTo>
                <a:lnTo>
                  <a:pt x="417" y="9513"/>
                </a:lnTo>
                <a:cubicBezTo>
                  <a:pt x="191" y="9513"/>
                  <a:pt x="1" y="9692"/>
                  <a:pt x="1" y="9930"/>
                </a:cubicBezTo>
                <a:lnTo>
                  <a:pt x="1" y="10311"/>
                </a:lnTo>
                <a:cubicBezTo>
                  <a:pt x="1" y="10537"/>
                  <a:pt x="179" y="10728"/>
                  <a:pt x="417" y="10728"/>
                </a:cubicBezTo>
                <a:lnTo>
                  <a:pt x="7811" y="10728"/>
                </a:lnTo>
                <a:cubicBezTo>
                  <a:pt x="7918" y="10728"/>
                  <a:pt x="7990" y="10645"/>
                  <a:pt x="7990" y="10549"/>
                </a:cubicBezTo>
                <a:cubicBezTo>
                  <a:pt x="7990" y="10454"/>
                  <a:pt x="7895" y="10371"/>
                  <a:pt x="7811" y="10371"/>
                </a:cubicBezTo>
                <a:cubicBezTo>
                  <a:pt x="7049" y="10370"/>
                  <a:pt x="6364" y="10369"/>
                  <a:pt x="5749" y="10369"/>
                </a:cubicBezTo>
                <a:cubicBezTo>
                  <a:pt x="2782" y="10369"/>
                  <a:pt x="1447" y="10380"/>
                  <a:pt x="848" y="10380"/>
                </a:cubicBezTo>
                <a:cubicBezTo>
                  <a:pt x="301" y="10380"/>
                  <a:pt x="370" y="10371"/>
                  <a:pt x="370" y="10335"/>
                </a:cubicBezTo>
                <a:lnTo>
                  <a:pt x="370" y="9942"/>
                </a:lnTo>
                <a:cubicBezTo>
                  <a:pt x="370" y="9904"/>
                  <a:pt x="221" y="9896"/>
                  <a:pt x="1247" y="9896"/>
                </a:cubicBezTo>
                <a:cubicBezTo>
                  <a:pt x="2032" y="9896"/>
                  <a:pt x="3502" y="9901"/>
                  <a:pt x="6250" y="9901"/>
                </a:cubicBezTo>
                <a:cubicBezTo>
                  <a:pt x="7776" y="9901"/>
                  <a:pt x="9695" y="9899"/>
                  <a:pt x="12109" y="9894"/>
                </a:cubicBezTo>
                <a:cubicBezTo>
                  <a:pt x="12145" y="9894"/>
                  <a:pt x="12157" y="9918"/>
                  <a:pt x="12157" y="9942"/>
                </a:cubicBezTo>
                <a:lnTo>
                  <a:pt x="12157" y="10335"/>
                </a:lnTo>
                <a:cubicBezTo>
                  <a:pt x="12157" y="10359"/>
                  <a:pt x="12145" y="10371"/>
                  <a:pt x="12109" y="10371"/>
                </a:cubicBezTo>
                <a:lnTo>
                  <a:pt x="8478" y="10371"/>
                </a:lnTo>
                <a:cubicBezTo>
                  <a:pt x="8371" y="10371"/>
                  <a:pt x="8299" y="10466"/>
                  <a:pt x="8299" y="10549"/>
                </a:cubicBezTo>
                <a:cubicBezTo>
                  <a:pt x="8299" y="10656"/>
                  <a:pt x="8395" y="10728"/>
                  <a:pt x="8478" y="10728"/>
                </a:cubicBezTo>
                <a:lnTo>
                  <a:pt x="12145" y="10728"/>
                </a:lnTo>
                <a:cubicBezTo>
                  <a:pt x="12359" y="10728"/>
                  <a:pt x="12550" y="10549"/>
                  <a:pt x="12550" y="10311"/>
                </a:cubicBezTo>
                <a:lnTo>
                  <a:pt x="12550" y="9930"/>
                </a:lnTo>
                <a:cubicBezTo>
                  <a:pt x="12550" y="9704"/>
                  <a:pt x="12383" y="9513"/>
                  <a:pt x="12145" y="9513"/>
                </a:cubicBezTo>
                <a:lnTo>
                  <a:pt x="12086" y="9513"/>
                </a:lnTo>
                <a:lnTo>
                  <a:pt x="12086" y="2929"/>
                </a:lnTo>
                <a:cubicBezTo>
                  <a:pt x="12086" y="2715"/>
                  <a:pt x="11907" y="2513"/>
                  <a:pt x="11669" y="2513"/>
                </a:cubicBezTo>
                <a:lnTo>
                  <a:pt x="9180" y="2513"/>
                </a:lnTo>
                <a:lnTo>
                  <a:pt x="6906" y="250"/>
                </a:lnTo>
                <a:cubicBezTo>
                  <a:pt x="6734" y="84"/>
                  <a:pt x="6504" y="0"/>
                  <a:pt x="6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44" name="Google Shape;10044;p63"/>
          <p:cNvGrpSpPr/>
          <p:nvPr/>
        </p:nvGrpSpPr>
        <p:grpSpPr>
          <a:xfrm>
            <a:off x="1297654" y="1323481"/>
            <a:ext cx="349354" cy="362223"/>
            <a:chOff x="1297654" y="1504481"/>
            <a:chExt cx="349354" cy="362223"/>
          </a:xfrm>
        </p:grpSpPr>
        <p:sp>
          <p:nvSpPr>
            <p:cNvPr id="10045" name="Google Shape;10045;p63"/>
            <p:cNvSpPr/>
            <p:nvPr/>
          </p:nvSpPr>
          <p:spPr>
            <a:xfrm>
              <a:off x="1297654" y="1504481"/>
              <a:ext cx="349354" cy="362223"/>
            </a:xfrm>
            <a:custGeom>
              <a:avLst/>
              <a:gdLst/>
              <a:ahLst/>
              <a:cxnLst/>
              <a:rect l="l" t="t" r="r" b="b"/>
              <a:pathLst>
                <a:path w="10967" h="11371" extrusionOk="0">
                  <a:moveTo>
                    <a:pt x="6252" y="381"/>
                  </a:moveTo>
                  <a:cubicBezTo>
                    <a:pt x="6799" y="381"/>
                    <a:pt x="7335" y="679"/>
                    <a:pt x="7621" y="1155"/>
                  </a:cubicBezTo>
                  <a:cubicBezTo>
                    <a:pt x="7704" y="1274"/>
                    <a:pt x="7811" y="1655"/>
                    <a:pt x="8240" y="1786"/>
                  </a:cubicBezTo>
                  <a:cubicBezTo>
                    <a:pt x="8157" y="1858"/>
                    <a:pt x="7978" y="2036"/>
                    <a:pt x="7919" y="2108"/>
                  </a:cubicBezTo>
                  <a:cubicBezTo>
                    <a:pt x="7454" y="1870"/>
                    <a:pt x="7335" y="1501"/>
                    <a:pt x="7252" y="1381"/>
                  </a:cubicBezTo>
                  <a:cubicBezTo>
                    <a:pt x="7037" y="1036"/>
                    <a:pt x="6656" y="822"/>
                    <a:pt x="6252" y="822"/>
                  </a:cubicBezTo>
                  <a:lnTo>
                    <a:pt x="4644" y="822"/>
                  </a:lnTo>
                  <a:cubicBezTo>
                    <a:pt x="4239" y="822"/>
                    <a:pt x="3847" y="1036"/>
                    <a:pt x="3644" y="1381"/>
                  </a:cubicBezTo>
                  <a:cubicBezTo>
                    <a:pt x="3537" y="1512"/>
                    <a:pt x="3442" y="1846"/>
                    <a:pt x="3049" y="2072"/>
                  </a:cubicBezTo>
                  <a:lnTo>
                    <a:pt x="3025" y="2036"/>
                  </a:lnTo>
                  <a:lnTo>
                    <a:pt x="2870" y="1893"/>
                  </a:lnTo>
                  <a:cubicBezTo>
                    <a:pt x="2823" y="1846"/>
                    <a:pt x="2763" y="1798"/>
                    <a:pt x="2704" y="1751"/>
                  </a:cubicBezTo>
                  <a:cubicBezTo>
                    <a:pt x="3085" y="1608"/>
                    <a:pt x="3168" y="1310"/>
                    <a:pt x="3275" y="1155"/>
                  </a:cubicBezTo>
                  <a:cubicBezTo>
                    <a:pt x="3549" y="679"/>
                    <a:pt x="4073" y="381"/>
                    <a:pt x="4644" y="381"/>
                  </a:cubicBezTo>
                  <a:close/>
                  <a:moveTo>
                    <a:pt x="2620" y="3703"/>
                  </a:moveTo>
                  <a:lnTo>
                    <a:pt x="2823" y="3894"/>
                  </a:lnTo>
                  <a:cubicBezTo>
                    <a:pt x="2727" y="3989"/>
                    <a:pt x="2632" y="4096"/>
                    <a:pt x="2549" y="4191"/>
                  </a:cubicBezTo>
                  <a:lnTo>
                    <a:pt x="2334" y="3989"/>
                  </a:lnTo>
                  <a:lnTo>
                    <a:pt x="2620" y="3703"/>
                  </a:lnTo>
                  <a:close/>
                  <a:moveTo>
                    <a:pt x="8383" y="3703"/>
                  </a:moveTo>
                  <a:lnTo>
                    <a:pt x="8657" y="3989"/>
                  </a:lnTo>
                  <a:lnTo>
                    <a:pt x="8454" y="4191"/>
                  </a:lnTo>
                  <a:cubicBezTo>
                    <a:pt x="8383" y="4120"/>
                    <a:pt x="8276" y="4001"/>
                    <a:pt x="8169" y="3894"/>
                  </a:cubicBezTo>
                  <a:lnTo>
                    <a:pt x="8383" y="3703"/>
                  </a:lnTo>
                  <a:close/>
                  <a:moveTo>
                    <a:pt x="1727" y="1774"/>
                  </a:moveTo>
                  <a:cubicBezTo>
                    <a:pt x="2394" y="1774"/>
                    <a:pt x="2704" y="2251"/>
                    <a:pt x="2763" y="2286"/>
                  </a:cubicBezTo>
                  <a:cubicBezTo>
                    <a:pt x="2930" y="2453"/>
                    <a:pt x="2977" y="2691"/>
                    <a:pt x="2882" y="2905"/>
                  </a:cubicBezTo>
                  <a:cubicBezTo>
                    <a:pt x="2846" y="3013"/>
                    <a:pt x="2882" y="2965"/>
                    <a:pt x="1763" y="4072"/>
                  </a:cubicBezTo>
                  <a:cubicBezTo>
                    <a:pt x="1656" y="4185"/>
                    <a:pt x="1516" y="4242"/>
                    <a:pt x="1375" y="4242"/>
                  </a:cubicBezTo>
                  <a:cubicBezTo>
                    <a:pt x="1233" y="4242"/>
                    <a:pt x="1090" y="4185"/>
                    <a:pt x="977" y="4072"/>
                  </a:cubicBezTo>
                  <a:lnTo>
                    <a:pt x="834" y="3929"/>
                  </a:lnTo>
                  <a:cubicBezTo>
                    <a:pt x="37" y="3144"/>
                    <a:pt x="572" y="1774"/>
                    <a:pt x="1727" y="1774"/>
                  </a:cubicBezTo>
                  <a:close/>
                  <a:moveTo>
                    <a:pt x="6228" y="1155"/>
                  </a:moveTo>
                  <a:cubicBezTo>
                    <a:pt x="6514" y="1155"/>
                    <a:pt x="6799" y="1310"/>
                    <a:pt x="6930" y="1560"/>
                  </a:cubicBezTo>
                  <a:cubicBezTo>
                    <a:pt x="7026" y="1679"/>
                    <a:pt x="7180" y="2143"/>
                    <a:pt x="7740" y="2429"/>
                  </a:cubicBezTo>
                  <a:cubicBezTo>
                    <a:pt x="7645" y="2727"/>
                    <a:pt x="7716" y="3060"/>
                    <a:pt x="7954" y="3298"/>
                  </a:cubicBezTo>
                  <a:lnTo>
                    <a:pt x="8109" y="3453"/>
                  </a:lnTo>
                  <a:lnTo>
                    <a:pt x="7883" y="3679"/>
                  </a:lnTo>
                  <a:cubicBezTo>
                    <a:pt x="7190" y="3137"/>
                    <a:pt x="6339" y="2857"/>
                    <a:pt x="5480" y="2857"/>
                  </a:cubicBezTo>
                  <a:cubicBezTo>
                    <a:pt x="4980" y="2857"/>
                    <a:pt x="4478" y="2951"/>
                    <a:pt x="4001" y="3144"/>
                  </a:cubicBezTo>
                  <a:cubicBezTo>
                    <a:pt x="3906" y="3167"/>
                    <a:pt x="3870" y="3275"/>
                    <a:pt x="3906" y="3358"/>
                  </a:cubicBezTo>
                  <a:cubicBezTo>
                    <a:pt x="3933" y="3429"/>
                    <a:pt x="3999" y="3467"/>
                    <a:pt x="4065" y="3467"/>
                  </a:cubicBezTo>
                  <a:cubicBezTo>
                    <a:pt x="4088" y="3467"/>
                    <a:pt x="4111" y="3462"/>
                    <a:pt x="4132" y="3453"/>
                  </a:cubicBezTo>
                  <a:cubicBezTo>
                    <a:pt x="4579" y="3277"/>
                    <a:pt x="5034" y="3195"/>
                    <a:pt x="5479" y="3195"/>
                  </a:cubicBezTo>
                  <a:cubicBezTo>
                    <a:pt x="7404" y="3195"/>
                    <a:pt x="9133" y="4736"/>
                    <a:pt x="9133" y="6835"/>
                  </a:cubicBezTo>
                  <a:cubicBezTo>
                    <a:pt x="9133" y="8925"/>
                    <a:pt x="7411" y="10462"/>
                    <a:pt x="5498" y="10462"/>
                  </a:cubicBezTo>
                  <a:cubicBezTo>
                    <a:pt x="5047" y="10462"/>
                    <a:pt x="4585" y="10376"/>
                    <a:pt x="4132" y="10192"/>
                  </a:cubicBezTo>
                  <a:cubicBezTo>
                    <a:pt x="1442" y="9097"/>
                    <a:pt x="1049" y="5346"/>
                    <a:pt x="3585" y="3763"/>
                  </a:cubicBezTo>
                  <a:cubicBezTo>
                    <a:pt x="3656" y="3715"/>
                    <a:pt x="3692" y="3620"/>
                    <a:pt x="3644" y="3525"/>
                  </a:cubicBezTo>
                  <a:cubicBezTo>
                    <a:pt x="3611" y="3476"/>
                    <a:pt x="3551" y="3443"/>
                    <a:pt x="3489" y="3443"/>
                  </a:cubicBezTo>
                  <a:cubicBezTo>
                    <a:pt x="3461" y="3443"/>
                    <a:pt x="3432" y="3450"/>
                    <a:pt x="3406" y="3465"/>
                  </a:cubicBezTo>
                  <a:cubicBezTo>
                    <a:pt x="3299" y="3536"/>
                    <a:pt x="3192" y="3596"/>
                    <a:pt x="3096" y="3691"/>
                  </a:cubicBezTo>
                  <a:lnTo>
                    <a:pt x="2870" y="3465"/>
                  </a:lnTo>
                  <a:cubicBezTo>
                    <a:pt x="2942" y="3382"/>
                    <a:pt x="3287" y="3167"/>
                    <a:pt x="3287" y="2679"/>
                  </a:cubicBezTo>
                  <a:cubicBezTo>
                    <a:pt x="3287" y="2572"/>
                    <a:pt x="3275" y="2465"/>
                    <a:pt x="3227" y="2370"/>
                  </a:cubicBezTo>
                  <a:cubicBezTo>
                    <a:pt x="3704" y="2084"/>
                    <a:pt x="3835" y="1691"/>
                    <a:pt x="3930" y="1560"/>
                  </a:cubicBezTo>
                  <a:cubicBezTo>
                    <a:pt x="4073" y="1310"/>
                    <a:pt x="4347" y="1155"/>
                    <a:pt x="4620" y="1155"/>
                  </a:cubicBezTo>
                  <a:close/>
                  <a:moveTo>
                    <a:pt x="2811" y="9752"/>
                  </a:moveTo>
                  <a:cubicBezTo>
                    <a:pt x="3037" y="9954"/>
                    <a:pt x="3287" y="10133"/>
                    <a:pt x="3549" y="10287"/>
                  </a:cubicBezTo>
                  <a:lnTo>
                    <a:pt x="2906" y="10942"/>
                  </a:lnTo>
                  <a:cubicBezTo>
                    <a:pt x="2817" y="11031"/>
                    <a:pt x="2701" y="11076"/>
                    <a:pt x="2585" y="11076"/>
                  </a:cubicBezTo>
                  <a:cubicBezTo>
                    <a:pt x="2468" y="11076"/>
                    <a:pt x="2352" y="11031"/>
                    <a:pt x="2263" y="10942"/>
                  </a:cubicBezTo>
                  <a:cubicBezTo>
                    <a:pt x="2084" y="10764"/>
                    <a:pt x="2084" y="10478"/>
                    <a:pt x="2263" y="10299"/>
                  </a:cubicBezTo>
                  <a:lnTo>
                    <a:pt x="2811" y="9752"/>
                  </a:lnTo>
                  <a:close/>
                  <a:moveTo>
                    <a:pt x="8204" y="9752"/>
                  </a:moveTo>
                  <a:lnTo>
                    <a:pt x="8752" y="10299"/>
                  </a:lnTo>
                  <a:cubicBezTo>
                    <a:pt x="8931" y="10478"/>
                    <a:pt x="8931" y="10764"/>
                    <a:pt x="8752" y="10942"/>
                  </a:cubicBezTo>
                  <a:cubicBezTo>
                    <a:pt x="8663" y="11031"/>
                    <a:pt x="8547" y="11076"/>
                    <a:pt x="8430" y="11076"/>
                  </a:cubicBezTo>
                  <a:cubicBezTo>
                    <a:pt x="8314" y="11076"/>
                    <a:pt x="8198" y="11031"/>
                    <a:pt x="8109" y="10942"/>
                  </a:cubicBezTo>
                  <a:lnTo>
                    <a:pt x="7454" y="10287"/>
                  </a:lnTo>
                  <a:cubicBezTo>
                    <a:pt x="7740" y="10121"/>
                    <a:pt x="7978" y="9954"/>
                    <a:pt x="8204" y="9752"/>
                  </a:cubicBezTo>
                  <a:close/>
                  <a:moveTo>
                    <a:pt x="4644" y="0"/>
                  </a:moveTo>
                  <a:cubicBezTo>
                    <a:pt x="3978" y="0"/>
                    <a:pt x="3335" y="358"/>
                    <a:pt x="2989" y="929"/>
                  </a:cubicBezTo>
                  <a:lnTo>
                    <a:pt x="2858" y="1167"/>
                  </a:lnTo>
                  <a:cubicBezTo>
                    <a:pt x="2693" y="1433"/>
                    <a:pt x="2436" y="1452"/>
                    <a:pt x="2316" y="1452"/>
                  </a:cubicBezTo>
                  <a:cubicBezTo>
                    <a:pt x="2296" y="1452"/>
                    <a:pt x="2280" y="1451"/>
                    <a:pt x="2269" y="1451"/>
                  </a:cubicBezTo>
                  <a:cubicBezTo>
                    <a:pt x="2260" y="1451"/>
                    <a:pt x="2254" y="1452"/>
                    <a:pt x="2251" y="1453"/>
                  </a:cubicBezTo>
                  <a:cubicBezTo>
                    <a:pt x="2091" y="1402"/>
                    <a:pt x="1925" y="1376"/>
                    <a:pt x="1760" y="1376"/>
                  </a:cubicBezTo>
                  <a:cubicBezTo>
                    <a:pt x="1350" y="1376"/>
                    <a:pt x="943" y="1535"/>
                    <a:pt x="620" y="1858"/>
                  </a:cubicBezTo>
                  <a:cubicBezTo>
                    <a:pt x="1" y="2477"/>
                    <a:pt x="1" y="3489"/>
                    <a:pt x="620" y="4132"/>
                  </a:cubicBezTo>
                  <a:cubicBezTo>
                    <a:pt x="715" y="4191"/>
                    <a:pt x="918" y="4537"/>
                    <a:pt x="1394" y="4537"/>
                  </a:cubicBezTo>
                  <a:cubicBezTo>
                    <a:pt x="1846" y="4537"/>
                    <a:pt x="2073" y="4227"/>
                    <a:pt x="2108" y="4191"/>
                  </a:cubicBezTo>
                  <a:lnTo>
                    <a:pt x="2334" y="4418"/>
                  </a:lnTo>
                  <a:cubicBezTo>
                    <a:pt x="1144" y="6025"/>
                    <a:pt x="1370" y="8192"/>
                    <a:pt x="2585" y="9466"/>
                  </a:cubicBezTo>
                  <a:lnTo>
                    <a:pt x="2037" y="10013"/>
                  </a:lnTo>
                  <a:cubicBezTo>
                    <a:pt x="1549" y="10502"/>
                    <a:pt x="1894" y="11371"/>
                    <a:pt x="2608" y="11371"/>
                  </a:cubicBezTo>
                  <a:cubicBezTo>
                    <a:pt x="2811" y="11371"/>
                    <a:pt x="3001" y="11287"/>
                    <a:pt x="3168" y="11133"/>
                  </a:cubicBezTo>
                  <a:lnTo>
                    <a:pt x="3894" y="10394"/>
                  </a:lnTo>
                  <a:cubicBezTo>
                    <a:pt x="4403" y="10628"/>
                    <a:pt x="4958" y="10747"/>
                    <a:pt x="5518" y="10747"/>
                  </a:cubicBezTo>
                  <a:cubicBezTo>
                    <a:pt x="6071" y="10747"/>
                    <a:pt x="6630" y="10631"/>
                    <a:pt x="7157" y="10394"/>
                  </a:cubicBezTo>
                  <a:lnTo>
                    <a:pt x="7883" y="11133"/>
                  </a:lnTo>
                  <a:cubicBezTo>
                    <a:pt x="8038" y="11276"/>
                    <a:pt x="8240" y="11371"/>
                    <a:pt x="8454" y="11371"/>
                  </a:cubicBezTo>
                  <a:cubicBezTo>
                    <a:pt x="9157" y="11371"/>
                    <a:pt x="9514" y="10514"/>
                    <a:pt x="9014" y="10013"/>
                  </a:cubicBezTo>
                  <a:lnTo>
                    <a:pt x="8466" y="9466"/>
                  </a:lnTo>
                  <a:cubicBezTo>
                    <a:pt x="9752" y="8061"/>
                    <a:pt x="9871" y="5953"/>
                    <a:pt x="8716" y="4418"/>
                  </a:cubicBezTo>
                  <a:lnTo>
                    <a:pt x="8942" y="4191"/>
                  </a:lnTo>
                  <a:cubicBezTo>
                    <a:pt x="8990" y="4239"/>
                    <a:pt x="9192" y="4537"/>
                    <a:pt x="9657" y="4537"/>
                  </a:cubicBezTo>
                  <a:cubicBezTo>
                    <a:pt x="9895" y="4537"/>
                    <a:pt x="10121" y="4441"/>
                    <a:pt x="10288" y="4287"/>
                  </a:cubicBezTo>
                  <a:cubicBezTo>
                    <a:pt x="10300" y="4251"/>
                    <a:pt x="10967" y="3775"/>
                    <a:pt x="10859" y="2858"/>
                  </a:cubicBezTo>
                  <a:cubicBezTo>
                    <a:pt x="10848" y="2770"/>
                    <a:pt x="10786" y="2702"/>
                    <a:pt x="10701" y="2702"/>
                  </a:cubicBezTo>
                  <a:cubicBezTo>
                    <a:pt x="10695" y="2702"/>
                    <a:pt x="10688" y="2702"/>
                    <a:pt x="10681" y="2703"/>
                  </a:cubicBezTo>
                  <a:cubicBezTo>
                    <a:pt x="10597" y="2727"/>
                    <a:pt x="10526" y="2798"/>
                    <a:pt x="10538" y="2882"/>
                  </a:cubicBezTo>
                  <a:cubicBezTo>
                    <a:pt x="10609" y="3632"/>
                    <a:pt x="10074" y="4001"/>
                    <a:pt x="10026" y="4060"/>
                  </a:cubicBezTo>
                  <a:cubicBezTo>
                    <a:pt x="9922" y="4164"/>
                    <a:pt x="9777" y="4221"/>
                    <a:pt x="9630" y="4221"/>
                  </a:cubicBezTo>
                  <a:cubicBezTo>
                    <a:pt x="9491" y="4221"/>
                    <a:pt x="9350" y="4170"/>
                    <a:pt x="9240" y="4060"/>
                  </a:cubicBezTo>
                  <a:lnTo>
                    <a:pt x="8228" y="3048"/>
                  </a:lnTo>
                  <a:cubicBezTo>
                    <a:pt x="8002" y="2822"/>
                    <a:pt x="8026" y="2477"/>
                    <a:pt x="8228" y="2263"/>
                  </a:cubicBezTo>
                  <a:cubicBezTo>
                    <a:pt x="8300" y="2203"/>
                    <a:pt x="8621" y="1739"/>
                    <a:pt x="9276" y="1739"/>
                  </a:cubicBezTo>
                  <a:cubicBezTo>
                    <a:pt x="9716" y="1739"/>
                    <a:pt x="10109" y="1965"/>
                    <a:pt x="10324" y="2298"/>
                  </a:cubicBezTo>
                  <a:cubicBezTo>
                    <a:pt x="10353" y="2350"/>
                    <a:pt x="10406" y="2379"/>
                    <a:pt x="10462" y="2379"/>
                  </a:cubicBezTo>
                  <a:cubicBezTo>
                    <a:pt x="10495" y="2379"/>
                    <a:pt x="10530" y="2368"/>
                    <a:pt x="10562" y="2346"/>
                  </a:cubicBezTo>
                  <a:cubicBezTo>
                    <a:pt x="10645" y="2298"/>
                    <a:pt x="10669" y="2203"/>
                    <a:pt x="10609" y="2108"/>
                  </a:cubicBezTo>
                  <a:cubicBezTo>
                    <a:pt x="10297" y="1640"/>
                    <a:pt x="9787" y="1384"/>
                    <a:pt x="9254" y="1384"/>
                  </a:cubicBezTo>
                  <a:cubicBezTo>
                    <a:pt x="9095" y="1384"/>
                    <a:pt x="8934" y="1406"/>
                    <a:pt x="8776" y="1453"/>
                  </a:cubicBezTo>
                  <a:lnTo>
                    <a:pt x="8526" y="1453"/>
                  </a:lnTo>
                  <a:cubicBezTo>
                    <a:pt x="8335" y="1453"/>
                    <a:pt x="8145" y="1358"/>
                    <a:pt x="8038" y="1167"/>
                  </a:cubicBezTo>
                  <a:lnTo>
                    <a:pt x="7907" y="929"/>
                  </a:lnTo>
                  <a:cubicBezTo>
                    <a:pt x="7561" y="358"/>
                    <a:pt x="6918" y="0"/>
                    <a:pt x="6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63"/>
            <p:cNvSpPr/>
            <p:nvPr/>
          </p:nvSpPr>
          <p:spPr>
            <a:xfrm>
              <a:off x="1354930" y="1618713"/>
              <a:ext cx="224960" cy="206516"/>
            </a:xfrm>
            <a:custGeom>
              <a:avLst/>
              <a:gdLst/>
              <a:ahLst/>
              <a:cxnLst/>
              <a:rect l="l" t="t" r="r" b="b"/>
              <a:pathLst>
                <a:path w="7062" h="6483" extrusionOk="0">
                  <a:moveTo>
                    <a:pt x="3753" y="1"/>
                  </a:moveTo>
                  <a:cubicBezTo>
                    <a:pt x="2094" y="1"/>
                    <a:pt x="465" y="1260"/>
                    <a:pt x="465" y="3249"/>
                  </a:cubicBezTo>
                  <a:cubicBezTo>
                    <a:pt x="465" y="5198"/>
                    <a:pt x="2076" y="6483"/>
                    <a:pt x="3742" y="6483"/>
                  </a:cubicBezTo>
                  <a:cubicBezTo>
                    <a:pt x="4589" y="6483"/>
                    <a:pt x="5450" y="6150"/>
                    <a:pt x="6121" y="5404"/>
                  </a:cubicBezTo>
                  <a:cubicBezTo>
                    <a:pt x="6347" y="5165"/>
                    <a:pt x="6513" y="4880"/>
                    <a:pt x="6656" y="4582"/>
                  </a:cubicBezTo>
                  <a:cubicBezTo>
                    <a:pt x="6704" y="4487"/>
                    <a:pt x="6656" y="4403"/>
                    <a:pt x="6561" y="4356"/>
                  </a:cubicBezTo>
                  <a:cubicBezTo>
                    <a:pt x="6540" y="4347"/>
                    <a:pt x="6518" y="4342"/>
                    <a:pt x="6496" y="4342"/>
                  </a:cubicBezTo>
                  <a:cubicBezTo>
                    <a:pt x="6433" y="4342"/>
                    <a:pt x="6373" y="4380"/>
                    <a:pt x="6347" y="4451"/>
                  </a:cubicBezTo>
                  <a:cubicBezTo>
                    <a:pt x="5882" y="5463"/>
                    <a:pt x="4858" y="6142"/>
                    <a:pt x="3704" y="6142"/>
                  </a:cubicBezTo>
                  <a:cubicBezTo>
                    <a:pt x="1358" y="6142"/>
                    <a:pt x="1" y="3499"/>
                    <a:pt x="1322" y="1594"/>
                  </a:cubicBezTo>
                  <a:cubicBezTo>
                    <a:pt x="1903" y="762"/>
                    <a:pt x="2811" y="339"/>
                    <a:pt x="3721" y="339"/>
                  </a:cubicBezTo>
                  <a:cubicBezTo>
                    <a:pt x="4621" y="339"/>
                    <a:pt x="5522" y="753"/>
                    <a:pt x="6109" y="1594"/>
                  </a:cubicBezTo>
                  <a:cubicBezTo>
                    <a:pt x="6561" y="2260"/>
                    <a:pt x="6716" y="3082"/>
                    <a:pt x="6549" y="3844"/>
                  </a:cubicBezTo>
                  <a:cubicBezTo>
                    <a:pt x="6537" y="3927"/>
                    <a:pt x="6597" y="4022"/>
                    <a:pt x="6680" y="4034"/>
                  </a:cubicBezTo>
                  <a:cubicBezTo>
                    <a:pt x="6688" y="4035"/>
                    <a:pt x="6696" y="4036"/>
                    <a:pt x="6704" y="4036"/>
                  </a:cubicBezTo>
                  <a:cubicBezTo>
                    <a:pt x="6789" y="4036"/>
                    <a:pt x="6861" y="3980"/>
                    <a:pt x="6883" y="3903"/>
                  </a:cubicBezTo>
                  <a:cubicBezTo>
                    <a:pt x="7061" y="3046"/>
                    <a:pt x="6894" y="2141"/>
                    <a:pt x="6359" y="1379"/>
                  </a:cubicBezTo>
                  <a:cubicBezTo>
                    <a:pt x="5689" y="426"/>
                    <a:pt x="4716" y="1"/>
                    <a:pt x="37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63"/>
            <p:cNvSpPr/>
            <p:nvPr/>
          </p:nvSpPr>
          <p:spPr>
            <a:xfrm>
              <a:off x="1453553" y="1643305"/>
              <a:ext cx="73235" cy="141436"/>
            </a:xfrm>
            <a:custGeom>
              <a:avLst/>
              <a:gdLst/>
              <a:ahLst/>
              <a:cxnLst/>
              <a:rect l="l" t="t" r="r" b="b"/>
              <a:pathLst>
                <a:path w="2299" h="4440" extrusionOk="0">
                  <a:moveTo>
                    <a:pt x="572" y="345"/>
                  </a:moveTo>
                  <a:cubicBezTo>
                    <a:pt x="703" y="345"/>
                    <a:pt x="810" y="441"/>
                    <a:pt x="810" y="583"/>
                  </a:cubicBezTo>
                  <a:lnTo>
                    <a:pt x="810" y="2191"/>
                  </a:lnTo>
                  <a:cubicBezTo>
                    <a:pt x="727" y="2155"/>
                    <a:pt x="640" y="2137"/>
                    <a:pt x="555" y="2137"/>
                  </a:cubicBezTo>
                  <a:cubicBezTo>
                    <a:pt x="471" y="2137"/>
                    <a:pt x="387" y="2155"/>
                    <a:pt x="310" y="2191"/>
                  </a:cubicBezTo>
                  <a:lnTo>
                    <a:pt x="310" y="583"/>
                  </a:lnTo>
                  <a:lnTo>
                    <a:pt x="334" y="583"/>
                  </a:lnTo>
                  <a:cubicBezTo>
                    <a:pt x="334" y="452"/>
                    <a:pt x="429" y="345"/>
                    <a:pt x="572" y="345"/>
                  </a:cubicBezTo>
                  <a:close/>
                  <a:moveTo>
                    <a:pt x="610" y="2488"/>
                  </a:moveTo>
                  <a:cubicBezTo>
                    <a:pt x="726" y="2488"/>
                    <a:pt x="736" y="2510"/>
                    <a:pt x="1905" y="3703"/>
                  </a:cubicBezTo>
                  <a:cubicBezTo>
                    <a:pt x="1977" y="3798"/>
                    <a:pt x="1977" y="3941"/>
                    <a:pt x="1893" y="4036"/>
                  </a:cubicBezTo>
                  <a:cubicBezTo>
                    <a:pt x="1846" y="4078"/>
                    <a:pt x="1783" y="4099"/>
                    <a:pt x="1721" y="4099"/>
                  </a:cubicBezTo>
                  <a:cubicBezTo>
                    <a:pt x="1658" y="4099"/>
                    <a:pt x="1596" y="4078"/>
                    <a:pt x="1548" y="4036"/>
                  </a:cubicBezTo>
                  <a:lnTo>
                    <a:pt x="417" y="2905"/>
                  </a:lnTo>
                  <a:cubicBezTo>
                    <a:pt x="274" y="2750"/>
                    <a:pt x="369" y="2488"/>
                    <a:pt x="596" y="2488"/>
                  </a:cubicBezTo>
                  <a:cubicBezTo>
                    <a:pt x="600" y="2488"/>
                    <a:pt x="605" y="2488"/>
                    <a:pt x="610" y="2488"/>
                  </a:cubicBezTo>
                  <a:close/>
                  <a:moveTo>
                    <a:pt x="584" y="0"/>
                  </a:moveTo>
                  <a:cubicBezTo>
                    <a:pt x="250" y="0"/>
                    <a:pt x="0" y="274"/>
                    <a:pt x="0" y="583"/>
                  </a:cubicBezTo>
                  <a:lnTo>
                    <a:pt x="0" y="2715"/>
                  </a:lnTo>
                  <a:cubicBezTo>
                    <a:pt x="0" y="2858"/>
                    <a:pt x="60" y="3024"/>
                    <a:pt x="167" y="3131"/>
                  </a:cubicBezTo>
                  <a:cubicBezTo>
                    <a:pt x="1322" y="4262"/>
                    <a:pt x="1310" y="4334"/>
                    <a:pt x="1524" y="4405"/>
                  </a:cubicBezTo>
                  <a:cubicBezTo>
                    <a:pt x="1589" y="4428"/>
                    <a:pt x="1655" y="4439"/>
                    <a:pt x="1720" y="4439"/>
                  </a:cubicBezTo>
                  <a:cubicBezTo>
                    <a:pt x="2023" y="4439"/>
                    <a:pt x="2298" y="4201"/>
                    <a:pt x="2298" y="3858"/>
                  </a:cubicBezTo>
                  <a:cubicBezTo>
                    <a:pt x="2298" y="3703"/>
                    <a:pt x="2227" y="3572"/>
                    <a:pt x="2132" y="3453"/>
                  </a:cubicBezTo>
                  <a:lnTo>
                    <a:pt x="1167" y="2488"/>
                  </a:lnTo>
                  <a:lnTo>
                    <a:pt x="1167" y="583"/>
                  </a:lnTo>
                  <a:cubicBezTo>
                    <a:pt x="1167" y="250"/>
                    <a:pt x="893"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48" name="Google Shape;10048;p63"/>
          <p:cNvSpPr/>
          <p:nvPr/>
        </p:nvSpPr>
        <p:spPr>
          <a:xfrm>
            <a:off x="3945378" y="1349729"/>
            <a:ext cx="381209" cy="312466"/>
          </a:xfrm>
          <a:custGeom>
            <a:avLst/>
            <a:gdLst/>
            <a:ahLst/>
            <a:cxnLst/>
            <a:rect l="l" t="t" r="r" b="b"/>
            <a:pathLst>
              <a:path w="11967" h="9809" extrusionOk="0">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49" name="Google Shape;10049;p63"/>
          <p:cNvGrpSpPr/>
          <p:nvPr/>
        </p:nvGrpSpPr>
        <p:grpSpPr>
          <a:xfrm>
            <a:off x="852385" y="1329916"/>
            <a:ext cx="353145" cy="351998"/>
            <a:chOff x="852385" y="1510916"/>
            <a:chExt cx="353145" cy="351998"/>
          </a:xfrm>
        </p:grpSpPr>
        <p:sp>
          <p:nvSpPr>
            <p:cNvPr id="10050" name="Google Shape;10050;p63"/>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63"/>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63"/>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3" name="Google Shape;10053;p63"/>
          <p:cNvGrpSpPr/>
          <p:nvPr/>
        </p:nvGrpSpPr>
        <p:grpSpPr>
          <a:xfrm>
            <a:off x="1745217" y="1334471"/>
            <a:ext cx="343269" cy="342505"/>
            <a:chOff x="1745217" y="1515471"/>
            <a:chExt cx="343269" cy="342505"/>
          </a:xfrm>
        </p:grpSpPr>
        <p:sp>
          <p:nvSpPr>
            <p:cNvPr id="10054" name="Google Shape;10054;p63"/>
            <p:cNvSpPr/>
            <p:nvPr/>
          </p:nvSpPr>
          <p:spPr>
            <a:xfrm>
              <a:off x="1854448" y="1647096"/>
              <a:ext cx="22012" cy="21630"/>
            </a:xfrm>
            <a:custGeom>
              <a:avLst/>
              <a:gdLst/>
              <a:ahLst/>
              <a:cxnLst/>
              <a:rect l="l" t="t" r="r" b="b"/>
              <a:pathLst>
                <a:path w="691" h="679" extrusionOk="0">
                  <a:moveTo>
                    <a:pt x="346" y="0"/>
                  </a:moveTo>
                  <a:cubicBezTo>
                    <a:pt x="155" y="0"/>
                    <a:pt x="0" y="155"/>
                    <a:pt x="0" y="345"/>
                  </a:cubicBezTo>
                  <a:cubicBezTo>
                    <a:pt x="0" y="536"/>
                    <a:pt x="155" y="679"/>
                    <a:pt x="346" y="679"/>
                  </a:cubicBezTo>
                  <a:cubicBezTo>
                    <a:pt x="536" y="679"/>
                    <a:pt x="691" y="536"/>
                    <a:pt x="691" y="345"/>
                  </a:cubicBezTo>
                  <a:cubicBezTo>
                    <a:pt x="691" y="155"/>
                    <a:pt x="536"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63"/>
            <p:cNvSpPr/>
            <p:nvPr/>
          </p:nvSpPr>
          <p:spPr>
            <a:xfrm>
              <a:off x="1906021" y="1647096"/>
              <a:ext cx="21661" cy="21630"/>
            </a:xfrm>
            <a:custGeom>
              <a:avLst/>
              <a:gdLst/>
              <a:ahLst/>
              <a:cxnLst/>
              <a:rect l="l" t="t" r="r" b="b"/>
              <a:pathLst>
                <a:path w="680" h="679" extrusionOk="0">
                  <a:moveTo>
                    <a:pt x="334" y="0"/>
                  </a:moveTo>
                  <a:cubicBezTo>
                    <a:pt x="143" y="0"/>
                    <a:pt x="0" y="155"/>
                    <a:pt x="0" y="345"/>
                  </a:cubicBezTo>
                  <a:cubicBezTo>
                    <a:pt x="0" y="536"/>
                    <a:pt x="143" y="679"/>
                    <a:pt x="334" y="679"/>
                  </a:cubicBezTo>
                  <a:cubicBezTo>
                    <a:pt x="524" y="679"/>
                    <a:pt x="679" y="536"/>
                    <a:pt x="679" y="345"/>
                  </a:cubicBezTo>
                  <a:cubicBezTo>
                    <a:pt x="679" y="155"/>
                    <a:pt x="524"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63"/>
            <p:cNvSpPr/>
            <p:nvPr/>
          </p:nvSpPr>
          <p:spPr>
            <a:xfrm>
              <a:off x="1956830" y="1647096"/>
              <a:ext cx="22044" cy="21630"/>
            </a:xfrm>
            <a:custGeom>
              <a:avLst/>
              <a:gdLst/>
              <a:ahLst/>
              <a:cxnLst/>
              <a:rect l="l" t="t" r="r" b="b"/>
              <a:pathLst>
                <a:path w="692" h="679" extrusionOk="0">
                  <a:moveTo>
                    <a:pt x="346" y="0"/>
                  </a:moveTo>
                  <a:cubicBezTo>
                    <a:pt x="156" y="0"/>
                    <a:pt x="1" y="155"/>
                    <a:pt x="1" y="345"/>
                  </a:cubicBezTo>
                  <a:cubicBezTo>
                    <a:pt x="1" y="536"/>
                    <a:pt x="156" y="679"/>
                    <a:pt x="346" y="679"/>
                  </a:cubicBezTo>
                  <a:cubicBezTo>
                    <a:pt x="537" y="679"/>
                    <a:pt x="691" y="536"/>
                    <a:pt x="691" y="345"/>
                  </a:cubicBezTo>
                  <a:cubicBezTo>
                    <a:pt x="691" y="155"/>
                    <a:pt x="537"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63"/>
            <p:cNvSpPr/>
            <p:nvPr/>
          </p:nvSpPr>
          <p:spPr>
            <a:xfrm>
              <a:off x="1745217" y="1515471"/>
              <a:ext cx="343269" cy="342505"/>
            </a:xfrm>
            <a:custGeom>
              <a:avLst/>
              <a:gdLst/>
              <a:ahLst/>
              <a:cxnLst/>
              <a:rect l="l" t="t" r="r" b="b"/>
              <a:pathLst>
                <a:path w="10776" h="10752" extrusionOk="0">
                  <a:moveTo>
                    <a:pt x="5382" y="1"/>
                  </a:moveTo>
                  <a:cubicBezTo>
                    <a:pt x="3953" y="1"/>
                    <a:pt x="2608" y="453"/>
                    <a:pt x="1596" y="1286"/>
                  </a:cubicBezTo>
                  <a:cubicBezTo>
                    <a:pt x="560" y="2144"/>
                    <a:pt x="0" y="3251"/>
                    <a:pt x="0" y="4465"/>
                  </a:cubicBezTo>
                  <a:cubicBezTo>
                    <a:pt x="0" y="5513"/>
                    <a:pt x="465" y="6561"/>
                    <a:pt x="1274" y="7359"/>
                  </a:cubicBezTo>
                  <a:cubicBezTo>
                    <a:pt x="2072" y="8121"/>
                    <a:pt x="3120" y="8645"/>
                    <a:pt x="4298" y="8835"/>
                  </a:cubicBezTo>
                  <a:cubicBezTo>
                    <a:pt x="4310" y="9442"/>
                    <a:pt x="4108" y="10014"/>
                    <a:pt x="3703" y="10478"/>
                  </a:cubicBezTo>
                  <a:cubicBezTo>
                    <a:pt x="3655" y="10514"/>
                    <a:pt x="3644" y="10597"/>
                    <a:pt x="3679" y="10657"/>
                  </a:cubicBezTo>
                  <a:cubicBezTo>
                    <a:pt x="3703" y="10704"/>
                    <a:pt x="3763" y="10752"/>
                    <a:pt x="3834" y="10752"/>
                  </a:cubicBezTo>
                  <a:cubicBezTo>
                    <a:pt x="5025" y="10752"/>
                    <a:pt x="6084" y="9966"/>
                    <a:pt x="6442" y="8835"/>
                  </a:cubicBezTo>
                  <a:cubicBezTo>
                    <a:pt x="7406" y="8668"/>
                    <a:pt x="8287" y="8299"/>
                    <a:pt x="9013" y="7752"/>
                  </a:cubicBezTo>
                  <a:cubicBezTo>
                    <a:pt x="9097" y="7692"/>
                    <a:pt x="9109" y="7585"/>
                    <a:pt x="9049" y="7513"/>
                  </a:cubicBezTo>
                  <a:cubicBezTo>
                    <a:pt x="9014" y="7465"/>
                    <a:pt x="8963" y="7441"/>
                    <a:pt x="8913" y="7441"/>
                  </a:cubicBezTo>
                  <a:cubicBezTo>
                    <a:pt x="8877" y="7441"/>
                    <a:pt x="8841" y="7453"/>
                    <a:pt x="8811" y="7478"/>
                  </a:cubicBezTo>
                  <a:cubicBezTo>
                    <a:pt x="8096" y="8014"/>
                    <a:pt x="7215" y="8371"/>
                    <a:pt x="6275" y="8502"/>
                  </a:cubicBezTo>
                  <a:cubicBezTo>
                    <a:pt x="6203" y="8525"/>
                    <a:pt x="6156" y="8561"/>
                    <a:pt x="6132" y="8621"/>
                  </a:cubicBezTo>
                  <a:cubicBezTo>
                    <a:pt x="5894" y="9549"/>
                    <a:pt x="5120" y="10216"/>
                    <a:pt x="4215" y="10371"/>
                  </a:cubicBezTo>
                  <a:cubicBezTo>
                    <a:pt x="4537" y="9859"/>
                    <a:pt x="4703" y="9264"/>
                    <a:pt x="4644" y="8656"/>
                  </a:cubicBezTo>
                  <a:cubicBezTo>
                    <a:pt x="4644" y="8585"/>
                    <a:pt x="4572" y="8502"/>
                    <a:pt x="4489" y="8490"/>
                  </a:cubicBezTo>
                  <a:cubicBezTo>
                    <a:pt x="2084" y="8144"/>
                    <a:pt x="346" y="6442"/>
                    <a:pt x="346" y="4430"/>
                  </a:cubicBezTo>
                  <a:cubicBezTo>
                    <a:pt x="346" y="2156"/>
                    <a:pt x="2608" y="310"/>
                    <a:pt x="5382" y="310"/>
                  </a:cubicBezTo>
                  <a:cubicBezTo>
                    <a:pt x="8168" y="310"/>
                    <a:pt x="10430" y="2156"/>
                    <a:pt x="10430" y="4430"/>
                  </a:cubicBezTo>
                  <a:cubicBezTo>
                    <a:pt x="10430" y="5370"/>
                    <a:pt x="10025" y="6287"/>
                    <a:pt x="9311" y="7013"/>
                  </a:cubicBezTo>
                  <a:cubicBezTo>
                    <a:pt x="9251" y="7097"/>
                    <a:pt x="9251" y="7192"/>
                    <a:pt x="9311" y="7252"/>
                  </a:cubicBezTo>
                  <a:cubicBezTo>
                    <a:pt x="9353" y="7281"/>
                    <a:pt x="9397" y="7296"/>
                    <a:pt x="9439" y="7296"/>
                  </a:cubicBezTo>
                  <a:cubicBezTo>
                    <a:pt x="9481" y="7296"/>
                    <a:pt x="9519" y="7281"/>
                    <a:pt x="9549" y="7252"/>
                  </a:cubicBezTo>
                  <a:cubicBezTo>
                    <a:pt x="10347" y="6466"/>
                    <a:pt x="10775" y="5454"/>
                    <a:pt x="10775" y="4430"/>
                  </a:cubicBezTo>
                  <a:cubicBezTo>
                    <a:pt x="10775" y="3263"/>
                    <a:pt x="10204" y="2144"/>
                    <a:pt x="9180" y="1286"/>
                  </a:cubicBezTo>
                  <a:cubicBezTo>
                    <a:pt x="8168" y="453"/>
                    <a:pt x="6811" y="1"/>
                    <a:pt x="5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58" name="Google Shape;10058;p63"/>
          <p:cNvSpPr/>
          <p:nvPr/>
        </p:nvSpPr>
        <p:spPr>
          <a:xfrm>
            <a:off x="3509220" y="1324437"/>
            <a:ext cx="365632" cy="363561"/>
          </a:xfrm>
          <a:custGeom>
            <a:avLst/>
            <a:gdLst/>
            <a:ahLst/>
            <a:cxnLst/>
            <a:rect l="l" t="t" r="r" b="b"/>
            <a:pathLst>
              <a:path w="11478" h="11413" extrusionOk="0">
                <a:moveTo>
                  <a:pt x="1401" y="515"/>
                </a:moveTo>
                <a:cubicBezTo>
                  <a:pt x="1616" y="515"/>
                  <a:pt x="1834" y="595"/>
                  <a:pt x="2000" y="756"/>
                </a:cubicBezTo>
                <a:lnTo>
                  <a:pt x="2548" y="1304"/>
                </a:lnTo>
                <a:lnTo>
                  <a:pt x="1358" y="2494"/>
                </a:lnTo>
                <a:lnTo>
                  <a:pt x="810" y="1947"/>
                </a:lnTo>
                <a:cubicBezTo>
                  <a:pt x="476" y="1625"/>
                  <a:pt x="476" y="1078"/>
                  <a:pt x="810" y="756"/>
                </a:cubicBezTo>
                <a:cubicBezTo>
                  <a:pt x="971" y="595"/>
                  <a:pt x="1185" y="515"/>
                  <a:pt x="1401" y="515"/>
                </a:cubicBezTo>
                <a:close/>
                <a:moveTo>
                  <a:pt x="2798" y="1566"/>
                </a:moveTo>
                <a:lnTo>
                  <a:pt x="3251" y="2006"/>
                </a:lnTo>
                <a:lnTo>
                  <a:pt x="2655" y="2602"/>
                </a:lnTo>
                <a:lnTo>
                  <a:pt x="2060" y="3197"/>
                </a:lnTo>
                <a:lnTo>
                  <a:pt x="1608" y="2756"/>
                </a:lnTo>
                <a:lnTo>
                  <a:pt x="2798" y="1566"/>
                </a:lnTo>
                <a:close/>
                <a:moveTo>
                  <a:pt x="10132" y="9031"/>
                </a:moveTo>
                <a:lnTo>
                  <a:pt x="10811" y="10757"/>
                </a:lnTo>
                <a:lnTo>
                  <a:pt x="9085" y="10091"/>
                </a:lnTo>
                <a:lnTo>
                  <a:pt x="10132" y="9031"/>
                </a:lnTo>
                <a:close/>
                <a:moveTo>
                  <a:pt x="4036" y="5685"/>
                </a:moveTo>
                <a:lnTo>
                  <a:pt x="5763" y="7412"/>
                </a:lnTo>
                <a:lnTo>
                  <a:pt x="5418" y="7757"/>
                </a:lnTo>
                <a:lnTo>
                  <a:pt x="5001" y="7340"/>
                </a:lnTo>
                <a:cubicBezTo>
                  <a:pt x="4965" y="7299"/>
                  <a:pt x="4920" y="7278"/>
                  <a:pt x="4876" y="7278"/>
                </a:cubicBezTo>
                <a:cubicBezTo>
                  <a:pt x="4831" y="7278"/>
                  <a:pt x="4787" y="7299"/>
                  <a:pt x="4751" y="7340"/>
                </a:cubicBezTo>
                <a:cubicBezTo>
                  <a:pt x="4679" y="7412"/>
                  <a:pt x="4679" y="7519"/>
                  <a:pt x="4751" y="7590"/>
                </a:cubicBezTo>
                <a:lnTo>
                  <a:pt x="5168" y="8007"/>
                </a:lnTo>
                <a:lnTo>
                  <a:pt x="4763" y="8412"/>
                </a:lnTo>
                <a:lnTo>
                  <a:pt x="3822" y="7471"/>
                </a:lnTo>
                <a:cubicBezTo>
                  <a:pt x="3786" y="7436"/>
                  <a:pt x="3742" y="7418"/>
                  <a:pt x="3697" y="7418"/>
                </a:cubicBezTo>
                <a:cubicBezTo>
                  <a:pt x="3652" y="7418"/>
                  <a:pt x="3608" y="7436"/>
                  <a:pt x="3572" y="7471"/>
                </a:cubicBezTo>
                <a:cubicBezTo>
                  <a:pt x="3501" y="7543"/>
                  <a:pt x="3501" y="7650"/>
                  <a:pt x="3572" y="7721"/>
                </a:cubicBezTo>
                <a:lnTo>
                  <a:pt x="4513" y="8662"/>
                </a:lnTo>
                <a:lnTo>
                  <a:pt x="4108" y="9067"/>
                </a:lnTo>
                <a:lnTo>
                  <a:pt x="3691" y="8638"/>
                </a:lnTo>
                <a:cubicBezTo>
                  <a:pt x="3655" y="8602"/>
                  <a:pt x="3611" y="8584"/>
                  <a:pt x="3566" y="8584"/>
                </a:cubicBezTo>
                <a:cubicBezTo>
                  <a:pt x="3521" y="8584"/>
                  <a:pt x="3477" y="8602"/>
                  <a:pt x="3441" y="8638"/>
                </a:cubicBezTo>
                <a:cubicBezTo>
                  <a:pt x="3358" y="8721"/>
                  <a:pt x="3358" y="8817"/>
                  <a:pt x="3441" y="8900"/>
                </a:cubicBezTo>
                <a:lnTo>
                  <a:pt x="3858" y="9317"/>
                </a:lnTo>
                <a:lnTo>
                  <a:pt x="3453" y="9710"/>
                </a:lnTo>
                <a:lnTo>
                  <a:pt x="3036" y="9293"/>
                </a:lnTo>
                <a:cubicBezTo>
                  <a:pt x="3001" y="9257"/>
                  <a:pt x="2956" y="9239"/>
                  <a:pt x="2911" y="9239"/>
                </a:cubicBezTo>
                <a:cubicBezTo>
                  <a:pt x="2867" y="9239"/>
                  <a:pt x="2822" y="9257"/>
                  <a:pt x="2786" y="9293"/>
                </a:cubicBezTo>
                <a:cubicBezTo>
                  <a:pt x="2703" y="9376"/>
                  <a:pt x="2703" y="9471"/>
                  <a:pt x="2786" y="9555"/>
                </a:cubicBezTo>
                <a:lnTo>
                  <a:pt x="3203" y="9972"/>
                </a:lnTo>
                <a:lnTo>
                  <a:pt x="2798" y="10364"/>
                </a:lnTo>
                <a:lnTo>
                  <a:pt x="1858" y="9436"/>
                </a:lnTo>
                <a:cubicBezTo>
                  <a:pt x="1822" y="9394"/>
                  <a:pt x="1777" y="9373"/>
                  <a:pt x="1733" y="9373"/>
                </a:cubicBezTo>
                <a:cubicBezTo>
                  <a:pt x="1688" y="9373"/>
                  <a:pt x="1643" y="9394"/>
                  <a:pt x="1608" y="9436"/>
                </a:cubicBezTo>
                <a:cubicBezTo>
                  <a:pt x="1536" y="9507"/>
                  <a:pt x="1536" y="9614"/>
                  <a:pt x="1608" y="9686"/>
                </a:cubicBezTo>
                <a:lnTo>
                  <a:pt x="2548" y="10626"/>
                </a:lnTo>
                <a:lnTo>
                  <a:pt x="2191" y="10984"/>
                </a:lnTo>
                <a:cubicBezTo>
                  <a:pt x="2155" y="11007"/>
                  <a:pt x="2096" y="11043"/>
                  <a:pt x="2048" y="11043"/>
                </a:cubicBezTo>
                <a:cubicBezTo>
                  <a:pt x="2012" y="11043"/>
                  <a:pt x="1953" y="11019"/>
                  <a:pt x="1917" y="10984"/>
                </a:cubicBezTo>
                <a:lnTo>
                  <a:pt x="465" y="9519"/>
                </a:lnTo>
                <a:cubicBezTo>
                  <a:pt x="381" y="9448"/>
                  <a:pt x="381" y="9329"/>
                  <a:pt x="465" y="9257"/>
                </a:cubicBezTo>
                <a:lnTo>
                  <a:pt x="4036" y="5685"/>
                </a:lnTo>
                <a:close/>
                <a:moveTo>
                  <a:pt x="9428" y="0"/>
                </a:moveTo>
                <a:cubicBezTo>
                  <a:pt x="9290" y="0"/>
                  <a:pt x="9150" y="54"/>
                  <a:pt x="9037" y="161"/>
                </a:cubicBezTo>
                <a:lnTo>
                  <a:pt x="6299" y="2899"/>
                </a:lnTo>
                <a:cubicBezTo>
                  <a:pt x="6227" y="2971"/>
                  <a:pt x="6227" y="3078"/>
                  <a:pt x="6299" y="3149"/>
                </a:cubicBezTo>
                <a:cubicBezTo>
                  <a:pt x="6334" y="3185"/>
                  <a:pt x="6379" y="3203"/>
                  <a:pt x="6424" y="3203"/>
                </a:cubicBezTo>
                <a:cubicBezTo>
                  <a:pt x="6468" y="3203"/>
                  <a:pt x="6513" y="3185"/>
                  <a:pt x="6549" y="3149"/>
                </a:cubicBezTo>
                <a:lnTo>
                  <a:pt x="9287" y="411"/>
                </a:lnTo>
                <a:cubicBezTo>
                  <a:pt x="9323" y="387"/>
                  <a:pt x="9382" y="351"/>
                  <a:pt x="9418" y="351"/>
                </a:cubicBezTo>
                <a:cubicBezTo>
                  <a:pt x="9466" y="351"/>
                  <a:pt x="9525" y="363"/>
                  <a:pt x="9561" y="411"/>
                </a:cubicBezTo>
                <a:lnTo>
                  <a:pt x="11013" y="1875"/>
                </a:lnTo>
                <a:cubicBezTo>
                  <a:pt x="11049" y="1899"/>
                  <a:pt x="11073" y="1959"/>
                  <a:pt x="11073" y="2006"/>
                </a:cubicBezTo>
                <a:cubicBezTo>
                  <a:pt x="11073" y="2054"/>
                  <a:pt x="11061" y="2113"/>
                  <a:pt x="11013" y="2137"/>
                </a:cubicBezTo>
                <a:lnTo>
                  <a:pt x="10656" y="2494"/>
                </a:lnTo>
                <a:lnTo>
                  <a:pt x="9716" y="1554"/>
                </a:lnTo>
                <a:cubicBezTo>
                  <a:pt x="9680" y="1518"/>
                  <a:pt x="9635" y="1500"/>
                  <a:pt x="9591" y="1500"/>
                </a:cubicBezTo>
                <a:cubicBezTo>
                  <a:pt x="9546" y="1500"/>
                  <a:pt x="9501" y="1518"/>
                  <a:pt x="9466" y="1554"/>
                </a:cubicBezTo>
                <a:cubicBezTo>
                  <a:pt x="9394" y="1637"/>
                  <a:pt x="9394" y="1732"/>
                  <a:pt x="9466" y="1816"/>
                </a:cubicBezTo>
                <a:lnTo>
                  <a:pt x="10406" y="2744"/>
                </a:lnTo>
                <a:lnTo>
                  <a:pt x="10001" y="3149"/>
                </a:lnTo>
                <a:lnTo>
                  <a:pt x="9585" y="2733"/>
                </a:lnTo>
                <a:cubicBezTo>
                  <a:pt x="9549" y="2697"/>
                  <a:pt x="9504" y="2679"/>
                  <a:pt x="9460" y="2679"/>
                </a:cubicBezTo>
                <a:cubicBezTo>
                  <a:pt x="9415" y="2679"/>
                  <a:pt x="9370" y="2697"/>
                  <a:pt x="9335" y="2733"/>
                </a:cubicBezTo>
                <a:cubicBezTo>
                  <a:pt x="9263" y="2804"/>
                  <a:pt x="9263" y="2911"/>
                  <a:pt x="9335" y="2983"/>
                </a:cubicBezTo>
                <a:lnTo>
                  <a:pt x="9751" y="3399"/>
                </a:lnTo>
                <a:lnTo>
                  <a:pt x="9347" y="3804"/>
                </a:lnTo>
                <a:lnTo>
                  <a:pt x="8930" y="3387"/>
                </a:lnTo>
                <a:cubicBezTo>
                  <a:pt x="8894" y="3352"/>
                  <a:pt x="8850" y="3334"/>
                  <a:pt x="8805" y="3334"/>
                </a:cubicBezTo>
                <a:cubicBezTo>
                  <a:pt x="8760" y="3334"/>
                  <a:pt x="8716" y="3352"/>
                  <a:pt x="8680" y="3387"/>
                </a:cubicBezTo>
                <a:cubicBezTo>
                  <a:pt x="8597" y="3459"/>
                  <a:pt x="8597" y="3566"/>
                  <a:pt x="8680" y="3637"/>
                </a:cubicBezTo>
                <a:lnTo>
                  <a:pt x="9097" y="4054"/>
                </a:lnTo>
                <a:lnTo>
                  <a:pt x="8692" y="4459"/>
                </a:lnTo>
                <a:lnTo>
                  <a:pt x="7751" y="3518"/>
                </a:lnTo>
                <a:cubicBezTo>
                  <a:pt x="7715" y="3483"/>
                  <a:pt x="7671" y="3465"/>
                  <a:pt x="7626" y="3465"/>
                </a:cubicBezTo>
                <a:cubicBezTo>
                  <a:pt x="7581" y="3465"/>
                  <a:pt x="7537" y="3483"/>
                  <a:pt x="7501" y="3518"/>
                </a:cubicBezTo>
                <a:cubicBezTo>
                  <a:pt x="7430" y="3602"/>
                  <a:pt x="7430" y="3697"/>
                  <a:pt x="7501" y="3780"/>
                </a:cubicBezTo>
                <a:lnTo>
                  <a:pt x="8442" y="4709"/>
                </a:lnTo>
                <a:lnTo>
                  <a:pt x="8037" y="5114"/>
                </a:lnTo>
                <a:lnTo>
                  <a:pt x="7620" y="4697"/>
                </a:lnTo>
                <a:cubicBezTo>
                  <a:pt x="7584" y="4661"/>
                  <a:pt x="7540" y="4644"/>
                  <a:pt x="7495" y="4644"/>
                </a:cubicBezTo>
                <a:cubicBezTo>
                  <a:pt x="7451" y="4644"/>
                  <a:pt x="7406" y="4661"/>
                  <a:pt x="7370" y="4697"/>
                </a:cubicBezTo>
                <a:cubicBezTo>
                  <a:pt x="7287" y="4769"/>
                  <a:pt x="7287" y="4876"/>
                  <a:pt x="7370" y="4947"/>
                </a:cubicBezTo>
                <a:lnTo>
                  <a:pt x="7787" y="5364"/>
                </a:lnTo>
                <a:lnTo>
                  <a:pt x="7442" y="5709"/>
                </a:lnTo>
                <a:lnTo>
                  <a:pt x="5715" y="3983"/>
                </a:lnTo>
                <a:lnTo>
                  <a:pt x="6037" y="3661"/>
                </a:lnTo>
                <a:cubicBezTo>
                  <a:pt x="6120" y="3578"/>
                  <a:pt x="6120" y="3483"/>
                  <a:pt x="6037" y="3399"/>
                </a:cubicBezTo>
                <a:cubicBezTo>
                  <a:pt x="6001" y="3364"/>
                  <a:pt x="5956" y="3346"/>
                  <a:pt x="5912" y="3346"/>
                </a:cubicBezTo>
                <a:cubicBezTo>
                  <a:pt x="5867" y="3346"/>
                  <a:pt x="5822" y="3364"/>
                  <a:pt x="5787" y="3399"/>
                </a:cubicBezTo>
                <a:lnTo>
                  <a:pt x="5465" y="3733"/>
                </a:lnTo>
                <a:lnTo>
                  <a:pt x="2239" y="506"/>
                </a:lnTo>
                <a:cubicBezTo>
                  <a:pt x="2012" y="280"/>
                  <a:pt x="1715" y="161"/>
                  <a:pt x="1381" y="161"/>
                </a:cubicBezTo>
                <a:cubicBezTo>
                  <a:pt x="1072" y="161"/>
                  <a:pt x="762" y="280"/>
                  <a:pt x="536" y="506"/>
                </a:cubicBezTo>
                <a:cubicBezTo>
                  <a:pt x="310" y="732"/>
                  <a:pt x="191" y="1030"/>
                  <a:pt x="191" y="1351"/>
                </a:cubicBezTo>
                <a:cubicBezTo>
                  <a:pt x="191" y="1661"/>
                  <a:pt x="310" y="1971"/>
                  <a:pt x="536" y="2197"/>
                </a:cubicBezTo>
                <a:lnTo>
                  <a:pt x="3774" y="5447"/>
                </a:lnTo>
                <a:lnTo>
                  <a:pt x="203" y="9019"/>
                </a:lnTo>
                <a:cubicBezTo>
                  <a:pt x="0" y="9221"/>
                  <a:pt x="0" y="9567"/>
                  <a:pt x="203" y="9793"/>
                </a:cubicBezTo>
                <a:lnTo>
                  <a:pt x="1667" y="11246"/>
                </a:lnTo>
                <a:cubicBezTo>
                  <a:pt x="1774" y="11353"/>
                  <a:pt x="1905" y="11412"/>
                  <a:pt x="2048" y="11412"/>
                </a:cubicBezTo>
                <a:cubicBezTo>
                  <a:pt x="2203" y="11412"/>
                  <a:pt x="2334" y="11353"/>
                  <a:pt x="2441" y="11246"/>
                </a:cubicBezTo>
                <a:lnTo>
                  <a:pt x="6013" y="7674"/>
                </a:lnTo>
                <a:lnTo>
                  <a:pt x="6263" y="7924"/>
                </a:lnTo>
                <a:cubicBezTo>
                  <a:pt x="6299" y="7965"/>
                  <a:pt x="6343" y="7986"/>
                  <a:pt x="6389" y="7986"/>
                </a:cubicBezTo>
                <a:cubicBezTo>
                  <a:pt x="6436" y="7986"/>
                  <a:pt x="6483" y="7965"/>
                  <a:pt x="6525" y="7924"/>
                </a:cubicBezTo>
                <a:cubicBezTo>
                  <a:pt x="6596" y="7852"/>
                  <a:pt x="6596" y="7745"/>
                  <a:pt x="6525" y="7674"/>
                </a:cubicBezTo>
                <a:lnTo>
                  <a:pt x="6168" y="7316"/>
                </a:lnTo>
                <a:cubicBezTo>
                  <a:pt x="6168" y="7305"/>
                  <a:pt x="6144" y="7305"/>
                  <a:pt x="6132" y="7293"/>
                </a:cubicBezTo>
                <a:lnTo>
                  <a:pt x="6096" y="7257"/>
                </a:lnTo>
                <a:lnTo>
                  <a:pt x="2310" y="3471"/>
                </a:lnTo>
                <a:lnTo>
                  <a:pt x="2786" y="2995"/>
                </a:lnTo>
                <a:lnTo>
                  <a:pt x="3084" y="3292"/>
                </a:lnTo>
                <a:cubicBezTo>
                  <a:pt x="3108" y="3316"/>
                  <a:pt x="3155" y="3328"/>
                  <a:pt x="3203" y="3328"/>
                </a:cubicBezTo>
                <a:cubicBezTo>
                  <a:pt x="3239" y="3328"/>
                  <a:pt x="3286" y="3316"/>
                  <a:pt x="3322" y="3292"/>
                </a:cubicBezTo>
                <a:cubicBezTo>
                  <a:pt x="3393" y="3209"/>
                  <a:pt x="3393" y="3114"/>
                  <a:pt x="3322" y="3030"/>
                </a:cubicBezTo>
                <a:lnTo>
                  <a:pt x="3024" y="2733"/>
                </a:lnTo>
                <a:lnTo>
                  <a:pt x="3501" y="2256"/>
                </a:lnTo>
                <a:lnTo>
                  <a:pt x="5358" y="4126"/>
                </a:lnTo>
                <a:lnTo>
                  <a:pt x="7311" y="6066"/>
                </a:lnTo>
                <a:lnTo>
                  <a:pt x="7323" y="6090"/>
                </a:lnTo>
                <a:lnTo>
                  <a:pt x="7334" y="6102"/>
                </a:lnTo>
                <a:lnTo>
                  <a:pt x="9942" y="8710"/>
                </a:lnTo>
                <a:lnTo>
                  <a:pt x="9466" y="9186"/>
                </a:lnTo>
                <a:lnTo>
                  <a:pt x="6846" y="6554"/>
                </a:lnTo>
                <a:lnTo>
                  <a:pt x="5810" y="5519"/>
                </a:lnTo>
                <a:lnTo>
                  <a:pt x="3965" y="3673"/>
                </a:lnTo>
                <a:cubicBezTo>
                  <a:pt x="3923" y="3637"/>
                  <a:pt x="3879" y="3620"/>
                  <a:pt x="3834" y="3620"/>
                </a:cubicBezTo>
                <a:cubicBezTo>
                  <a:pt x="3789" y="3620"/>
                  <a:pt x="3745" y="3637"/>
                  <a:pt x="3703" y="3673"/>
                </a:cubicBezTo>
                <a:cubicBezTo>
                  <a:pt x="3632" y="3745"/>
                  <a:pt x="3632" y="3852"/>
                  <a:pt x="3703" y="3923"/>
                </a:cubicBezTo>
                <a:lnTo>
                  <a:pt x="9239" y="9460"/>
                </a:lnTo>
                <a:lnTo>
                  <a:pt x="8763" y="9936"/>
                </a:lnTo>
                <a:lnTo>
                  <a:pt x="7096" y="8269"/>
                </a:lnTo>
                <a:cubicBezTo>
                  <a:pt x="7061" y="8233"/>
                  <a:pt x="7016" y="8215"/>
                  <a:pt x="6971" y="8215"/>
                </a:cubicBezTo>
                <a:cubicBezTo>
                  <a:pt x="6927" y="8215"/>
                  <a:pt x="6882" y="8233"/>
                  <a:pt x="6846" y="8269"/>
                </a:cubicBezTo>
                <a:cubicBezTo>
                  <a:pt x="6775" y="8340"/>
                  <a:pt x="6775" y="8448"/>
                  <a:pt x="6846" y="8519"/>
                </a:cubicBezTo>
                <a:lnTo>
                  <a:pt x="8632" y="10305"/>
                </a:lnTo>
                <a:cubicBezTo>
                  <a:pt x="8644" y="10329"/>
                  <a:pt x="8680" y="10341"/>
                  <a:pt x="8692" y="10353"/>
                </a:cubicBezTo>
                <a:lnTo>
                  <a:pt x="10799" y="11174"/>
                </a:lnTo>
                <a:cubicBezTo>
                  <a:pt x="10835" y="11186"/>
                  <a:pt x="10883" y="11186"/>
                  <a:pt x="10906" y="11186"/>
                </a:cubicBezTo>
                <a:cubicBezTo>
                  <a:pt x="10990" y="11186"/>
                  <a:pt x="11061" y="11162"/>
                  <a:pt x="11121" y="11103"/>
                </a:cubicBezTo>
                <a:cubicBezTo>
                  <a:pt x="11192" y="11019"/>
                  <a:pt x="11228" y="10900"/>
                  <a:pt x="11180" y="10805"/>
                </a:cubicBezTo>
                <a:lnTo>
                  <a:pt x="10359" y="8686"/>
                </a:lnTo>
                <a:cubicBezTo>
                  <a:pt x="10347" y="8662"/>
                  <a:pt x="10323" y="8638"/>
                  <a:pt x="10311" y="8626"/>
                </a:cubicBezTo>
                <a:lnTo>
                  <a:pt x="7692" y="6007"/>
                </a:lnTo>
                <a:lnTo>
                  <a:pt x="11264" y="2435"/>
                </a:lnTo>
                <a:cubicBezTo>
                  <a:pt x="11478" y="2185"/>
                  <a:pt x="11478" y="1840"/>
                  <a:pt x="11264" y="1625"/>
                </a:cubicBezTo>
                <a:lnTo>
                  <a:pt x="9811" y="161"/>
                </a:lnTo>
                <a:cubicBezTo>
                  <a:pt x="9704" y="54"/>
                  <a:pt x="9567" y="0"/>
                  <a:pt x="9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59" name="Google Shape;10059;p63"/>
          <p:cNvGrpSpPr/>
          <p:nvPr/>
        </p:nvGrpSpPr>
        <p:grpSpPr>
          <a:xfrm>
            <a:off x="3042703" y="1348137"/>
            <a:ext cx="411535" cy="315587"/>
            <a:chOff x="3042703" y="1529137"/>
            <a:chExt cx="411535" cy="315587"/>
          </a:xfrm>
        </p:grpSpPr>
        <p:sp>
          <p:nvSpPr>
            <p:cNvPr id="10060" name="Google Shape;10060;p63"/>
            <p:cNvSpPr/>
            <p:nvPr/>
          </p:nvSpPr>
          <p:spPr>
            <a:xfrm>
              <a:off x="3042703" y="1529137"/>
              <a:ext cx="411535" cy="315587"/>
            </a:xfrm>
            <a:custGeom>
              <a:avLst/>
              <a:gdLst/>
              <a:ahLst/>
              <a:cxnLst/>
              <a:rect l="l" t="t" r="r" b="b"/>
              <a:pathLst>
                <a:path w="12919" h="9907" extrusionOk="0">
                  <a:moveTo>
                    <a:pt x="191" y="0"/>
                  </a:moveTo>
                  <a:cubicBezTo>
                    <a:pt x="84" y="0"/>
                    <a:pt x="1" y="84"/>
                    <a:pt x="1" y="191"/>
                  </a:cubicBezTo>
                  <a:lnTo>
                    <a:pt x="1" y="9716"/>
                  </a:lnTo>
                  <a:cubicBezTo>
                    <a:pt x="1" y="9823"/>
                    <a:pt x="96" y="9906"/>
                    <a:pt x="191" y="9906"/>
                  </a:cubicBezTo>
                  <a:lnTo>
                    <a:pt x="2394" y="9906"/>
                  </a:lnTo>
                  <a:cubicBezTo>
                    <a:pt x="2501" y="9906"/>
                    <a:pt x="2584" y="9823"/>
                    <a:pt x="2584" y="9716"/>
                  </a:cubicBezTo>
                  <a:cubicBezTo>
                    <a:pt x="2584" y="9609"/>
                    <a:pt x="2501" y="9525"/>
                    <a:pt x="2394" y="9525"/>
                  </a:cubicBezTo>
                  <a:lnTo>
                    <a:pt x="382" y="9525"/>
                  </a:lnTo>
                  <a:lnTo>
                    <a:pt x="382" y="7989"/>
                  </a:lnTo>
                  <a:lnTo>
                    <a:pt x="8287" y="7989"/>
                  </a:lnTo>
                  <a:cubicBezTo>
                    <a:pt x="8394" y="7989"/>
                    <a:pt x="8478" y="7894"/>
                    <a:pt x="8478" y="7799"/>
                  </a:cubicBezTo>
                  <a:cubicBezTo>
                    <a:pt x="8478" y="7692"/>
                    <a:pt x="8394" y="7596"/>
                    <a:pt x="8287" y="7596"/>
                  </a:cubicBezTo>
                  <a:lnTo>
                    <a:pt x="382" y="7596"/>
                  </a:lnTo>
                  <a:lnTo>
                    <a:pt x="382" y="2167"/>
                  </a:lnTo>
                  <a:lnTo>
                    <a:pt x="12550" y="2167"/>
                  </a:lnTo>
                  <a:lnTo>
                    <a:pt x="12550" y="7596"/>
                  </a:lnTo>
                  <a:lnTo>
                    <a:pt x="9287" y="7596"/>
                  </a:lnTo>
                  <a:cubicBezTo>
                    <a:pt x="9180" y="7596"/>
                    <a:pt x="9097" y="7692"/>
                    <a:pt x="9097" y="7799"/>
                  </a:cubicBezTo>
                  <a:cubicBezTo>
                    <a:pt x="9097" y="7894"/>
                    <a:pt x="9180" y="7989"/>
                    <a:pt x="9287" y="7989"/>
                  </a:cubicBezTo>
                  <a:lnTo>
                    <a:pt x="12538" y="7989"/>
                  </a:lnTo>
                  <a:lnTo>
                    <a:pt x="12538" y="9525"/>
                  </a:lnTo>
                  <a:lnTo>
                    <a:pt x="3251" y="9525"/>
                  </a:lnTo>
                  <a:cubicBezTo>
                    <a:pt x="3144" y="9525"/>
                    <a:pt x="3049" y="9609"/>
                    <a:pt x="3049" y="9716"/>
                  </a:cubicBezTo>
                  <a:cubicBezTo>
                    <a:pt x="3049" y="9823"/>
                    <a:pt x="3144" y="9906"/>
                    <a:pt x="3251" y="9906"/>
                  </a:cubicBezTo>
                  <a:lnTo>
                    <a:pt x="12728" y="9906"/>
                  </a:lnTo>
                  <a:cubicBezTo>
                    <a:pt x="12835" y="9906"/>
                    <a:pt x="12919" y="9823"/>
                    <a:pt x="12919" y="9716"/>
                  </a:cubicBezTo>
                  <a:lnTo>
                    <a:pt x="12919" y="191"/>
                  </a:lnTo>
                  <a:cubicBezTo>
                    <a:pt x="12907" y="84"/>
                    <a:pt x="12835" y="0"/>
                    <a:pt x="12728" y="0"/>
                  </a:cubicBezTo>
                  <a:lnTo>
                    <a:pt x="6859" y="0"/>
                  </a:lnTo>
                  <a:cubicBezTo>
                    <a:pt x="6763" y="0"/>
                    <a:pt x="6668" y="84"/>
                    <a:pt x="6668" y="191"/>
                  </a:cubicBezTo>
                  <a:cubicBezTo>
                    <a:pt x="6668" y="298"/>
                    <a:pt x="6763" y="381"/>
                    <a:pt x="6859" y="381"/>
                  </a:cubicBezTo>
                  <a:lnTo>
                    <a:pt x="12538" y="381"/>
                  </a:lnTo>
                  <a:lnTo>
                    <a:pt x="12538" y="1810"/>
                  </a:lnTo>
                  <a:lnTo>
                    <a:pt x="370" y="1810"/>
                  </a:lnTo>
                  <a:lnTo>
                    <a:pt x="370" y="381"/>
                  </a:lnTo>
                  <a:lnTo>
                    <a:pt x="6001" y="381"/>
                  </a:lnTo>
                  <a:cubicBezTo>
                    <a:pt x="6108" y="381"/>
                    <a:pt x="6192" y="298"/>
                    <a:pt x="6192" y="191"/>
                  </a:cubicBezTo>
                  <a:cubicBezTo>
                    <a:pt x="6192" y="84"/>
                    <a:pt x="6097"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63"/>
            <p:cNvSpPr/>
            <p:nvPr/>
          </p:nvSpPr>
          <p:spPr>
            <a:xfrm>
              <a:off x="3077967" y="1557965"/>
              <a:ext cx="12169" cy="12551"/>
            </a:xfrm>
            <a:custGeom>
              <a:avLst/>
              <a:gdLst/>
              <a:ahLst/>
              <a:cxnLst/>
              <a:rect l="l" t="t" r="r" b="b"/>
              <a:pathLst>
                <a:path w="382" h="394" extrusionOk="0">
                  <a:moveTo>
                    <a:pt x="191" y="0"/>
                  </a:moveTo>
                  <a:cubicBezTo>
                    <a:pt x="84" y="0"/>
                    <a:pt x="1" y="95"/>
                    <a:pt x="1" y="191"/>
                  </a:cubicBezTo>
                  <a:cubicBezTo>
                    <a:pt x="1" y="298"/>
                    <a:pt x="84" y="393"/>
                    <a:pt x="191" y="393"/>
                  </a:cubicBezTo>
                  <a:cubicBezTo>
                    <a:pt x="298" y="393"/>
                    <a:pt x="382" y="298"/>
                    <a:pt x="382" y="191"/>
                  </a:cubicBezTo>
                  <a:cubicBezTo>
                    <a:pt x="382"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63"/>
            <p:cNvSpPr/>
            <p:nvPr/>
          </p:nvSpPr>
          <p:spPr>
            <a:xfrm>
              <a:off x="3099978" y="1557965"/>
              <a:ext cx="12551" cy="12551"/>
            </a:xfrm>
            <a:custGeom>
              <a:avLst/>
              <a:gdLst/>
              <a:ahLst/>
              <a:cxnLst/>
              <a:rect l="l" t="t" r="r" b="b"/>
              <a:pathLst>
                <a:path w="394" h="394" extrusionOk="0">
                  <a:moveTo>
                    <a:pt x="203" y="0"/>
                  </a:moveTo>
                  <a:cubicBezTo>
                    <a:pt x="96" y="0"/>
                    <a:pt x="0" y="95"/>
                    <a:pt x="0" y="191"/>
                  </a:cubicBezTo>
                  <a:cubicBezTo>
                    <a:pt x="0" y="298"/>
                    <a:pt x="96" y="393"/>
                    <a:pt x="203" y="393"/>
                  </a:cubicBezTo>
                  <a:cubicBezTo>
                    <a:pt x="298" y="393"/>
                    <a:pt x="393" y="298"/>
                    <a:pt x="393" y="191"/>
                  </a:cubicBezTo>
                  <a:cubicBezTo>
                    <a:pt x="393" y="95"/>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3" name="Google Shape;10063;p63"/>
            <p:cNvSpPr/>
            <p:nvPr/>
          </p:nvSpPr>
          <p:spPr>
            <a:xfrm>
              <a:off x="3122341" y="1557965"/>
              <a:ext cx="12551" cy="12551"/>
            </a:xfrm>
            <a:custGeom>
              <a:avLst/>
              <a:gdLst/>
              <a:ahLst/>
              <a:cxnLst/>
              <a:rect l="l" t="t" r="r" b="b"/>
              <a:pathLst>
                <a:path w="394" h="394" extrusionOk="0">
                  <a:moveTo>
                    <a:pt x="191" y="0"/>
                  </a:moveTo>
                  <a:cubicBezTo>
                    <a:pt x="96" y="0"/>
                    <a:pt x="1" y="95"/>
                    <a:pt x="1" y="191"/>
                  </a:cubicBezTo>
                  <a:cubicBezTo>
                    <a:pt x="1" y="298"/>
                    <a:pt x="96" y="393"/>
                    <a:pt x="191" y="393"/>
                  </a:cubicBezTo>
                  <a:cubicBezTo>
                    <a:pt x="298" y="393"/>
                    <a:pt x="394" y="298"/>
                    <a:pt x="394" y="191"/>
                  </a:cubicBez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4" name="Google Shape;10064;p63"/>
            <p:cNvSpPr/>
            <p:nvPr/>
          </p:nvSpPr>
          <p:spPr>
            <a:xfrm>
              <a:off x="3342331" y="1557965"/>
              <a:ext cx="79669" cy="12551"/>
            </a:xfrm>
            <a:custGeom>
              <a:avLst/>
              <a:gdLst/>
              <a:ahLst/>
              <a:cxnLst/>
              <a:rect l="l" t="t" r="r" b="b"/>
              <a:pathLst>
                <a:path w="2501" h="394" extrusionOk="0">
                  <a:moveTo>
                    <a:pt x="191" y="0"/>
                  </a:moveTo>
                  <a:cubicBezTo>
                    <a:pt x="84" y="0"/>
                    <a:pt x="0" y="95"/>
                    <a:pt x="0" y="191"/>
                  </a:cubicBezTo>
                  <a:cubicBezTo>
                    <a:pt x="0" y="298"/>
                    <a:pt x="96" y="393"/>
                    <a:pt x="191" y="393"/>
                  </a:cubicBezTo>
                  <a:lnTo>
                    <a:pt x="2310" y="393"/>
                  </a:lnTo>
                  <a:cubicBezTo>
                    <a:pt x="2417" y="393"/>
                    <a:pt x="2501" y="298"/>
                    <a:pt x="2501" y="191"/>
                  </a:cubicBezTo>
                  <a:cubicBezTo>
                    <a:pt x="2501" y="95"/>
                    <a:pt x="2417"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63"/>
            <p:cNvSpPr/>
            <p:nvPr/>
          </p:nvSpPr>
          <p:spPr>
            <a:xfrm>
              <a:off x="3306303" y="1557965"/>
              <a:ext cx="26949" cy="12551"/>
            </a:xfrm>
            <a:custGeom>
              <a:avLst/>
              <a:gdLst/>
              <a:ahLst/>
              <a:cxnLst/>
              <a:rect l="l" t="t" r="r" b="b"/>
              <a:pathLst>
                <a:path w="846" h="394" extrusionOk="0">
                  <a:moveTo>
                    <a:pt x="191" y="0"/>
                  </a:moveTo>
                  <a:cubicBezTo>
                    <a:pt x="96" y="0"/>
                    <a:pt x="0" y="95"/>
                    <a:pt x="0" y="191"/>
                  </a:cubicBezTo>
                  <a:cubicBezTo>
                    <a:pt x="0" y="298"/>
                    <a:pt x="96" y="393"/>
                    <a:pt x="191" y="393"/>
                  </a:cubicBezTo>
                  <a:lnTo>
                    <a:pt x="655" y="393"/>
                  </a:lnTo>
                  <a:cubicBezTo>
                    <a:pt x="762" y="393"/>
                    <a:pt x="846" y="298"/>
                    <a:pt x="846" y="191"/>
                  </a:cubicBezTo>
                  <a:cubicBezTo>
                    <a:pt x="846" y="95"/>
                    <a:pt x="76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63"/>
            <p:cNvSpPr/>
            <p:nvPr/>
          </p:nvSpPr>
          <p:spPr>
            <a:xfrm>
              <a:off x="3165217" y="1622822"/>
              <a:ext cx="166888" cy="121750"/>
            </a:xfrm>
            <a:custGeom>
              <a:avLst/>
              <a:gdLst/>
              <a:ahLst/>
              <a:cxnLst/>
              <a:rect l="l" t="t" r="r" b="b"/>
              <a:pathLst>
                <a:path w="5239" h="3822" extrusionOk="0">
                  <a:moveTo>
                    <a:pt x="4048" y="381"/>
                  </a:moveTo>
                  <a:cubicBezTo>
                    <a:pt x="4489" y="381"/>
                    <a:pt x="4846" y="738"/>
                    <a:pt x="4846" y="1179"/>
                  </a:cubicBezTo>
                  <a:lnTo>
                    <a:pt x="4846" y="2655"/>
                  </a:lnTo>
                  <a:cubicBezTo>
                    <a:pt x="4846" y="3096"/>
                    <a:pt x="4489" y="3453"/>
                    <a:pt x="4048" y="3453"/>
                  </a:cubicBezTo>
                  <a:lnTo>
                    <a:pt x="1155" y="3453"/>
                  </a:lnTo>
                  <a:cubicBezTo>
                    <a:pt x="715" y="3453"/>
                    <a:pt x="357" y="3096"/>
                    <a:pt x="357" y="2655"/>
                  </a:cubicBezTo>
                  <a:lnTo>
                    <a:pt x="357" y="1179"/>
                  </a:lnTo>
                  <a:cubicBezTo>
                    <a:pt x="357" y="738"/>
                    <a:pt x="715" y="381"/>
                    <a:pt x="1155" y="381"/>
                  </a:cubicBezTo>
                  <a:close/>
                  <a:moveTo>
                    <a:pt x="1167" y="0"/>
                  </a:moveTo>
                  <a:cubicBezTo>
                    <a:pt x="512" y="0"/>
                    <a:pt x="0" y="536"/>
                    <a:pt x="0" y="1179"/>
                  </a:cubicBezTo>
                  <a:lnTo>
                    <a:pt x="0" y="2655"/>
                  </a:lnTo>
                  <a:cubicBezTo>
                    <a:pt x="0" y="3310"/>
                    <a:pt x="536" y="3822"/>
                    <a:pt x="1167" y="3822"/>
                  </a:cubicBezTo>
                  <a:lnTo>
                    <a:pt x="4060" y="3822"/>
                  </a:lnTo>
                  <a:cubicBezTo>
                    <a:pt x="4715" y="3822"/>
                    <a:pt x="5239" y="3286"/>
                    <a:pt x="5239" y="2655"/>
                  </a:cubicBezTo>
                  <a:lnTo>
                    <a:pt x="5239" y="1179"/>
                  </a:lnTo>
                  <a:cubicBezTo>
                    <a:pt x="5239" y="524"/>
                    <a:pt x="4703" y="0"/>
                    <a:pt x="4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63"/>
            <p:cNvSpPr/>
            <p:nvPr/>
          </p:nvSpPr>
          <p:spPr>
            <a:xfrm>
              <a:off x="3222843" y="1657226"/>
              <a:ext cx="54281" cy="53612"/>
            </a:xfrm>
            <a:custGeom>
              <a:avLst/>
              <a:gdLst/>
              <a:ahLst/>
              <a:cxnLst/>
              <a:rect l="l" t="t" r="r" b="b"/>
              <a:pathLst>
                <a:path w="1704" h="1683" extrusionOk="0">
                  <a:moveTo>
                    <a:pt x="394" y="396"/>
                  </a:moveTo>
                  <a:lnTo>
                    <a:pt x="1287" y="849"/>
                  </a:lnTo>
                  <a:lnTo>
                    <a:pt x="394" y="1278"/>
                  </a:lnTo>
                  <a:lnTo>
                    <a:pt x="394" y="396"/>
                  </a:lnTo>
                  <a:close/>
                  <a:moveTo>
                    <a:pt x="358" y="0"/>
                  </a:moveTo>
                  <a:cubicBezTo>
                    <a:pt x="293" y="0"/>
                    <a:pt x="227" y="18"/>
                    <a:pt x="168" y="51"/>
                  </a:cubicBezTo>
                  <a:cubicBezTo>
                    <a:pt x="61" y="111"/>
                    <a:pt x="1" y="230"/>
                    <a:pt x="1" y="349"/>
                  </a:cubicBezTo>
                  <a:lnTo>
                    <a:pt x="1" y="1325"/>
                  </a:lnTo>
                  <a:cubicBezTo>
                    <a:pt x="1" y="1444"/>
                    <a:pt x="61" y="1563"/>
                    <a:pt x="168" y="1623"/>
                  </a:cubicBezTo>
                  <a:cubicBezTo>
                    <a:pt x="227" y="1647"/>
                    <a:pt x="287" y="1682"/>
                    <a:pt x="358" y="1682"/>
                  </a:cubicBezTo>
                  <a:cubicBezTo>
                    <a:pt x="418" y="1682"/>
                    <a:pt x="465" y="1659"/>
                    <a:pt x="513" y="1647"/>
                  </a:cubicBezTo>
                  <a:lnTo>
                    <a:pt x="1489" y="1170"/>
                  </a:lnTo>
                  <a:cubicBezTo>
                    <a:pt x="1608" y="1111"/>
                    <a:pt x="1680" y="992"/>
                    <a:pt x="1680" y="861"/>
                  </a:cubicBezTo>
                  <a:cubicBezTo>
                    <a:pt x="1704" y="706"/>
                    <a:pt x="1620" y="575"/>
                    <a:pt x="1489" y="516"/>
                  </a:cubicBezTo>
                  <a:lnTo>
                    <a:pt x="513" y="39"/>
                  </a:lnTo>
                  <a:cubicBezTo>
                    <a:pt x="465" y="12"/>
                    <a:pt x="412"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63"/>
            <p:cNvSpPr/>
            <p:nvPr/>
          </p:nvSpPr>
          <p:spPr>
            <a:xfrm>
              <a:off x="3087459" y="1800700"/>
              <a:ext cx="160454" cy="12519"/>
            </a:xfrm>
            <a:custGeom>
              <a:avLst/>
              <a:gdLst/>
              <a:ahLst/>
              <a:cxnLst/>
              <a:rect l="l" t="t" r="r" b="b"/>
              <a:pathLst>
                <a:path w="5037" h="393" extrusionOk="0">
                  <a:moveTo>
                    <a:pt x="191" y="0"/>
                  </a:moveTo>
                  <a:cubicBezTo>
                    <a:pt x="84" y="0"/>
                    <a:pt x="0" y="95"/>
                    <a:pt x="0" y="191"/>
                  </a:cubicBezTo>
                  <a:cubicBezTo>
                    <a:pt x="0" y="298"/>
                    <a:pt x="84" y="393"/>
                    <a:pt x="191" y="393"/>
                  </a:cubicBezTo>
                  <a:lnTo>
                    <a:pt x="4846" y="393"/>
                  </a:lnTo>
                  <a:cubicBezTo>
                    <a:pt x="4953" y="393"/>
                    <a:pt x="5037" y="298"/>
                    <a:pt x="5037" y="191"/>
                  </a:cubicBezTo>
                  <a:cubicBezTo>
                    <a:pt x="5037" y="95"/>
                    <a:pt x="4953" y="0"/>
                    <a:pt x="4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63"/>
            <p:cNvSpPr/>
            <p:nvPr/>
          </p:nvSpPr>
          <p:spPr>
            <a:xfrm>
              <a:off x="3368866" y="1800318"/>
              <a:ext cx="43673" cy="12169"/>
            </a:xfrm>
            <a:custGeom>
              <a:avLst/>
              <a:gdLst/>
              <a:ahLst/>
              <a:cxnLst/>
              <a:rect l="l" t="t" r="r" b="b"/>
              <a:pathLst>
                <a:path w="1371" h="382" extrusionOk="0">
                  <a:moveTo>
                    <a:pt x="191" y="0"/>
                  </a:moveTo>
                  <a:cubicBezTo>
                    <a:pt x="84" y="0"/>
                    <a:pt x="1" y="84"/>
                    <a:pt x="1" y="191"/>
                  </a:cubicBezTo>
                  <a:cubicBezTo>
                    <a:pt x="1" y="298"/>
                    <a:pt x="96" y="381"/>
                    <a:pt x="191" y="381"/>
                  </a:cubicBezTo>
                  <a:lnTo>
                    <a:pt x="1180" y="381"/>
                  </a:lnTo>
                  <a:cubicBezTo>
                    <a:pt x="1287" y="381"/>
                    <a:pt x="1370" y="298"/>
                    <a:pt x="1370" y="191"/>
                  </a:cubicBezTo>
                  <a:cubicBezTo>
                    <a:pt x="1370" y="84"/>
                    <a:pt x="1287" y="0"/>
                    <a:pt x="1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0" name="Google Shape;10070;p63"/>
          <p:cNvGrpSpPr/>
          <p:nvPr/>
        </p:nvGrpSpPr>
        <p:grpSpPr>
          <a:xfrm>
            <a:off x="2629289" y="1363682"/>
            <a:ext cx="350501" cy="284497"/>
            <a:chOff x="2629289" y="1544682"/>
            <a:chExt cx="350501" cy="284497"/>
          </a:xfrm>
        </p:grpSpPr>
        <p:sp>
          <p:nvSpPr>
            <p:cNvPr id="10071" name="Google Shape;10071;p63"/>
            <p:cNvSpPr/>
            <p:nvPr/>
          </p:nvSpPr>
          <p:spPr>
            <a:xfrm>
              <a:off x="2835614" y="1818507"/>
              <a:ext cx="10289" cy="10671"/>
            </a:xfrm>
            <a:custGeom>
              <a:avLst/>
              <a:gdLst/>
              <a:ahLst/>
              <a:cxnLst/>
              <a:rect l="l" t="t" r="r" b="b"/>
              <a:pathLst>
                <a:path w="323" h="335" extrusionOk="0">
                  <a:moveTo>
                    <a:pt x="167" y="1"/>
                  </a:moveTo>
                  <a:cubicBezTo>
                    <a:pt x="72" y="1"/>
                    <a:pt x="1" y="84"/>
                    <a:pt x="1" y="167"/>
                  </a:cubicBezTo>
                  <a:cubicBezTo>
                    <a:pt x="1" y="263"/>
                    <a:pt x="72" y="334"/>
                    <a:pt x="167" y="334"/>
                  </a:cubicBezTo>
                  <a:cubicBezTo>
                    <a:pt x="251" y="334"/>
                    <a:pt x="322" y="263"/>
                    <a:pt x="322" y="167"/>
                  </a:cubicBezTo>
                  <a:cubicBezTo>
                    <a:pt x="322"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63"/>
            <p:cNvSpPr/>
            <p:nvPr/>
          </p:nvSpPr>
          <p:spPr>
            <a:xfrm>
              <a:off x="2629289" y="1544682"/>
              <a:ext cx="318614" cy="284497"/>
            </a:xfrm>
            <a:custGeom>
              <a:avLst/>
              <a:gdLst/>
              <a:ahLst/>
              <a:cxnLst/>
              <a:rect l="l" t="t" r="r" b="b"/>
              <a:pathLst>
                <a:path w="10002" h="8931" extrusionOk="0">
                  <a:moveTo>
                    <a:pt x="6978" y="334"/>
                  </a:moveTo>
                  <a:cubicBezTo>
                    <a:pt x="7049" y="334"/>
                    <a:pt x="7109" y="358"/>
                    <a:pt x="7168" y="405"/>
                  </a:cubicBezTo>
                  <a:cubicBezTo>
                    <a:pt x="7228" y="453"/>
                    <a:pt x="8085" y="1310"/>
                    <a:pt x="8764" y="2001"/>
                  </a:cubicBezTo>
                  <a:cubicBezTo>
                    <a:pt x="9216" y="2441"/>
                    <a:pt x="9597" y="2810"/>
                    <a:pt x="9621" y="2846"/>
                  </a:cubicBezTo>
                  <a:cubicBezTo>
                    <a:pt x="9657" y="2894"/>
                    <a:pt x="9692" y="2965"/>
                    <a:pt x="9692" y="3036"/>
                  </a:cubicBezTo>
                  <a:cubicBezTo>
                    <a:pt x="9692" y="3108"/>
                    <a:pt x="9657" y="3167"/>
                    <a:pt x="9621" y="3227"/>
                  </a:cubicBezTo>
                  <a:lnTo>
                    <a:pt x="6549" y="6299"/>
                  </a:lnTo>
                  <a:lnTo>
                    <a:pt x="3727" y="3489"/>
                  </a:lnTo>
                  <a:lnTo>
                    <a:pt x="6787" y="405"/>
                  </a:lnTo>
                  <a:cubicBezTo>
                    <a:pt x="6835" y="358"/>
                    <a:pt x="6906" y="334"/>
                    <a:pt x="6978" y="334"/>
                  </a:cubicBezTo>
                  <a:close/>
                  <a:moveTo>
                    <a:pt x="6978" y="0"/>
                  </a:moveTo>
                  <a:cubicBezTo>
                    <a:pt x="6906" y="0"/>
                    <a:pt x="6835" y="12"/>
                    <a:pt x="6752" y="48"/>
                  </a:cubicBezTo>
                  <a:cubicBezTo>
                    <a:pt x="6680" y="72"/>
                    <a:pt x="6621" y="119"/>
                    <a:pt x="6561" y="179"/>
                  </a:cubicBezTo>
                  <a:lnTo>
                    <a:pt x="3382" y="3358"/>
                  </a:lnTo>
                  <a:lnTo>
                    <a:pt x="179" y="6561"/>
                  </a:lnTo>
                  <a:cubicBezTo>
                    <a:pt x="120" y="6620"/>
                    <a:pt x="72" y="6680"/>
                    <a:pt x="48" y="6751"/>
                  </a:cubicBezTo>
                  <a:cubicBezTo>
                    <a:pt x="13" y="6835"/>
                    <a:pt x="1" y="6906"/>
                    <a:pt x="1" y="6977"/>
                  </a:cubicBezTo>
                  <a:cubicBezTo>
                    <a:pt x="1" y="7049"/>
                    <a:pt x="13" y="7132"/>
                    <a:pt x="48" y="7204"/>
                  </a:cubicBezTo>
                  <a:cubicBezTo>
                    <a:pt x="72" y="7275"/>
                    <a:pt x="120" y="7335"/>
                    <a:pt x="179" y="7394"/>
                  </a:cubicBezTo>
                  <a:lnTo>
                    <a:pt x="1477" y="8692"/>
                  </a:lnTo>
                  <a:cubicBezTo>
                    <a:pt x="1549" y="8763"/>
                    <a:pt x="1644" y="8823"/>
                    <a:pt x="1739" y="8871"/>
                  </a:cubicBezTo>
                  <a:cubicBezTo>
                    <a:pt x="1846" y="8918"/>
                    <a:pt x="1953" y="8930"/>
                    <a:pt x="2049" y="8930"/>
                  </a:cubicBezTo>
                  <a:lnTo>
                    <a:pt x="6013" y="8930"/>
                  </a:lnTo>
                  <a:cubicBezTo>
                    <a:pt x="6109" y="8930"/>
                    <a:pt x="6180" y="8859"/>
                    <a:pt x="6180" y="8763"/>
                  </a:cubicBezTo>
                  <a:cubicBezTo>
                    <a:pt x="6180" y="8680"/>
                    <a:pt x="6073" y="8597"/>
                    <a:pt x="6001" y="8597"/>
                  </a:cubicBezTo>
                  <a:lnTo>
                    <a:pt x="2025" y="8597"/>
                  </a:lnTo>
                  <a:cubicBezTo>
                    <a:pt x="1894" y="8597"/>
                    <a:pt x="1775" y="8561"/>
                    <a:pt x="1679" y="8454"/>
                  </a:cubicBezTo>
                  <a:lnTo>
                    <a:pt x="394" y="7156"/>
                  </a:lnTo>
                  <a:cubicBezTo>
                    <a:pt x="346" y="7108"/>
                    <a:pt x="310" y="7037"/>
                    <a:pt x="310" y="6966"/>
                  </a:cubicBezTo>
                  <a:cubicBezTo>
                    <a:pt x="310" y="6894"/>
                    <a:pt x="346" y="6835"/>
                    <a:pt x="394" y="6775"/>
                  </a:cubicBezTo>
                  <a:lnTo>
                    <a:pt x="3477" y="3679"/>
                  </a:lnTo>
                  <a:lnTo>
                    <a:pt x="6299" y="6489"/>
                  </a:lnTo>
                  <a:lnTo>
                    <a:pt x="4787" y="7989"/>
                  </a:lnTo>
                  <a:cubicBezTo>
                    <a:pt x="4763" y="8025"/>
                    <a:pt x="4751" y="8061"/>
                    <a:pt x="4751" y="8109"/>
                  </a:cubicBezTo>
                  <a:cubicBezTo>
                    <a:pt x="4751" y="8156"/>
                    <a:pt x="4763" y="8204"/>
                    <a:pt x="4787" y="8228"/>
                  </a:cubicBezTo>
                  <a:cubicBezTo>
                    <a:pt x="4823" y="8263"/>
                    <a:pt x="4870" y="8275"/>
                    <a:pt x="4906" y="8275"/>
                  </a:cubicBezTo>
                  <a:cubicBezTo>
                    <a:pt x="4954" y="8275"/>
                    <a:pt x="5001" y="8263"/>
                    <a:pt x="5025" y="8228"/>
                  </a:cubicBezTo>
                  <a:lnTo>
                    <a:pt x="9823" y="3441"/>
                  </a:lnTo>
                  <a:cubicBezTo>
                    <a:pt x="9883" y="3382"/>
                    <a:pt x="9931" y="3322"/>
                    <a:pt x="9954" y="3239"/>
                  </a:cubicBezTo>
                  <a:cubicBezTo>
                    <a:pt x="9990" y="3167"/>
                    <a:pt x="10002" y="3096"/>
                    <a:pt x="10002" y="3025"/>
                  </a:cubicBezTo>
                  <a:cubicBezTo>
                    <a:pt x="10002" y="2941"/>
                    <a:pt x="9990" y="2870"/>
                    <a:pt x="9954" y="2798"/>
                  </a:cubicBezTo>
                  <a:cubicBezTo>
                    <a:pt x="9931" y="2727"/>
                    <a:pt x="9883" y="2667"/>
                    <a:pt x="9823" y="2608"/>
                  </a:cubicBezTo>
                  <a:lnTo>
                    <a:pt x="8156" y="941"/>
                  </a:lnTo>
                  <a:lnTo>
                    <a:pt x="7394" y="179"/>
                  </a:lnTo>
                  <a:cubicBezTo>
                    <a:pt x="7335" y="119"/>
                    <a:pt x="7275" y="72"/>
                    <a:pt x="7204" y="48"/>
                  </a:cubicBezTo>
                  <a:cubicBezTo>
                    <a:pt x="7133" y="12"/>
                    <a:pt x="7049" y="0"/>
                    <a:pt x="6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63"/>
            <p:cNvSpPr/>
            <p:nvPr/>
          </p:nvSpPr>
          <p:spPr>
            <a:xfrm>
              <a:off x="2876962" y="1818507"/>
              <a:ext cx="30740" cy="10671"/>
            </a:xfrm>
            <a:custGeom>
              <a:avLst/>
              <a:gdLst/>
              <a:ahLst/>
              <a:cxnLst/>
              <a:rect l="l" t="t" r="r" b="b"/>
              <a:pathLst>
                <a:path w="965" h="335" extrusionOk="0">
                  <a:moveTo>
                    <a:pt x="155" y="1"/>
                  </a:moveTo>
                  <a:cubicBezTo>
                    <a:pt x="72" y="1"/>
                    <a:pt x="0" y="84"/>
                    <a:pt x="0" y="167"/>
                  </a:cubicBezTo>
                  <a:cubicBezTo>
                    <a:pt x="0" y="263"/>
                    <a:pt x="72" y="334"/>
                    <a:pt x="155" y="334"/>
                  </a:cubicBezTo>
                  <a:lnTo>
                    <a:pt x="798" y="334"/>
                  </a:lnTo>
                  <a:cubicBezTo>
                    <a:pt x="893" y="334"/>
                    <a:pt x="965" y="263"/>
                    <a:pt x="965" y="167"/>
                  </a:cubicBezTo>
                  <a:cubicBezTo>
                    <a:pt x="965" y="84"/>
                    <a:pt x="893"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63"/>
            <p:cNvSpPr/>
            <p:nvPr/>
          </p:nvSpPr>
          <p:spPr>
            <a:xfrm>
              <a:off x="2969118" y="1818507"/>
              <a:ext cx="10671" cy="10671"/>
            </a:xfrm>
            <a:custGeom>
              <a:avLst/>
              <a:gdLst/>
              <a:ahLst/>
              <a:cxnLst/>
              <a:rect l="l" t="t" r="r" b="b"/>
              <a:pathLst>
                <a:path w="335" h="335" extrusionOk="0">
                  <a:moveTo>
                    <a:pt x="167" y="1"/>
                  </a:moveTo>
                  <a:cubicBezTo>
                    <a:pt x="72" y="1"/>
                    <a:pt x="1" y="84"/>
                    <a:pt x="1" y="167"/>
                  </a:cubicBezTo>
                  <a:cubicBezTo>
                    <a:pt x="1" y="263"/>
                    <a:pt x="72" y="334"/>
                    <a:pt x="167" y="334"/>
                  </a:cubicBezTo>
                  <a:cubicBezTo>
                    <a:pt x="251" y="334"/>
                    <a:pt x="334" y="263"/>
                    <a:pt x="334" y="167"/>
                  </a:cubicBez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63"/>
            <p:cNvSpPr/>
            <p:nvPr/>
          </p:nvSpPr>
          <p:spPr>
            <a:xfrm>
              <a:off x="2916780" y="1818507"/>
              <a:ext cx="34563" cy="10671"/>
            </a:xfrm>
            <a:custGeom>
              <a:avLst/>
              <a:gdLst/>
              <a:ahLst/>
              <a:cxnLst/>
              <a:rect l="l" t="t" r="r" b="b"/>
              <a:pathLst>
                <a:path w="1085" h="335" extrusionOk="0">
                  <a:moveTo>
                    <a:pt x="155" y="1"/>
                  </a:moveTo>
                  <a:cubicBezTo>
                    <a:pt x="72" y="1"/>
                    <a:pt x="1" y="84"/>
                    <a:pt x="1" y="167"/>
                  </a:cubicBezTo>
                  <a:cubicBezTo>
                    <a:pt x="1" y="263"/>
                    <a:pt x="72" y="334"/>
                    <a:pt x="155" y="334"/>
                  </a:cubicBezTo>
                  <a:lnTo>
                    <a:pt x="917" y="334"/>
                  </a:lnTo>
                  <a:cubicBezTo>
                    <a:pt x="1013" y="334"/>
                    <a:pt x="1084" y="263"/>
                    <a:pt x="1084" y="167"/>
                  </a:cubicBezTo>
                  <a:cubicBezTo>
                    <a:pt x="1084" y="84"/>
                    <a:pt x="1001"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6" name="Google Shape;10076;p63"/>
          <p:cNvGrpSpPr/>
          <p:nvPr/>
        </p:nvGrpSpPr>
        <p:grpSpPr>
          <a:xfrm>
            <a:off x="5305077" y="1321633"/>
            <a:ext cx="367893" cy="365218"/>
            <a:chOff x="5305077" y="1502633"/>
            <a:chExt cx="367893" cy="365218"/>
          </a:xfrm>
        </p:grpSpPr>
        <p:sp>
          <p:nvSpPr>
            <p:cNvPr id="10077" name="Google Shape;10077;p63"/>
            <p:cNvSpPr/>
            <p:nvPr/>
          </p:nvSpPr>
          <p:spPr>
            <a:xfrm>
              <a:off x="5305077" y="1502633"/>
              <a:ext cx="261338" cy="365218"/>
            </a:xfrm>
            <a:custGeom>
              <a:avLst/>
              <a:gdLst/>
              <a:ahLst/>
              <a:cxnLst/>
              <a:rect l="l" t="t" r="r" b="b"/>
              <a:pathLst>
                <a:path w="8204" h="11465" extrusionOk="0">
                  <a:moveTo>
                    <a:pt x="8028" y="0"/>
                  </a:moveTo>
                  <a:cubicBezTo>
                    <a:pt x="8011" y="0"/>
                    <a:pt x="7994" y="4"/>
                    <a:pt x="7977" y="11"/>
                  </a:cubicBezTo>
                  <a:cubicBezTo>
                    <a:pt x="7096" y="213"/>
                    <a:pt x="6596" y="1106"/>
                    <a:pt x="6858" y="1975"/>
                  </a:cubicBezTo>
                  <a:cubicBezTo>
                    <a:pt x="6930" y="2201"/>
                    <a:pt x="6870" y="2451"/>
                    <a:pt x="6704" y="2630"/>
                  </a:cubicBezTo>
                  <a:lnTo>
                    <a:pt x="2667" y="6666"/>
                  </a:lnTo>
                  <a:cubicBezTo>
                    <a:pt x="2542" y="6791"/>
                    <a:pt x="2382" y="6858"/>
                    <a:pt x="2219" y="6858"/>
                  </a:cubicBezTo>
                  <a:cubicBezTo>
                    <a:pt x="2150" y="6858"/>
                    <a:pt x="2080" y="6846"/>
                    <a:pt x="2012" y="6821"/>
                  </a:cubicBezTo>
                  <a:cubicBezTo>
                    <a:pt x="1858" y="6772"/>
                    <a:pt x="1703" y="6748"/>
                    <a:pt x="1551" y="6748"/>
                  </a:cubicBezTo>
                  <a:cubicBezTo>
                    <a:pt x="750" y="6748"/>
                    <a:pt x="32" y="7393"/>
                    <a:pt x="12" y="8274"/>
                  </a:cubicBezTo>
                  <a:cubicBezTo>
                    <a:pt x="1" y="9165"/>
                    <a:pt x="724" y="9837"/>
                    <a:pt x="1551" y="9837"/>
                  </a:cubicBezTo>
                  <a:cubicBezTo>
                    <a:pt x="1585" y="9837"/>
                    <a:pt x="1620" y="9836"/>
                    <a:pt x="1655" y="9833"/>
                  </a:cubicBezTo>
                  <a:lnTo>
                    <a:pt x="1655" y="9833"/>
                  </a:lnTo>
                  <a:cubicBezTo>
                    <a:pt x="1596" y="10691"/>
                    <a:pt x="2262" y="11464"/>
                    <a:pt x="3179" y="11464"/>
                  </a:cubicBezTo>
                  <a:cubicBezTo>
                    <a:pt x="4251" y="11464"/>
                    <a:pt x="4965" y="10441"/>
                    <a:pt x="4656" y="9476"/>
                  </a:cubicBezTo>
                  <a:cubicBezTo>
                    <a:pt x="4584" y="9250"/>
                    <a:pt x="4644" y="9000"/>
                    <a:pt x="4822" y="8821"/>
                  </a:cubicBezTo>
                  <a:lnTo>
                    <a:pt x="5703" y="7940"/>
                  </a:lnTo>
                  <a:cubicBezTo>
                    <a:pt x="5763" y="7881"/>
                    <a:pt x="5763" y="7762"/>
                    <a:pt x="5703" y="7702"/>
                  </a:cubicBezTo>
                  <a:cubicBezTo>
                    <a:pt x="5671" y="7637"/>
                    <a:pt x="5624" y="7608"/>
                    <a:pt x="5577" y="7608"/>
                  </a:cubicBezTo>
                  <a:cubicBezTo>
                    <a:pt x="5538" y="7608"/>
                    <a:pt x="5498" y="7628"/>
                    <a:pt x="5465" y="7666"/>
                  </a:cubicBezTo>
                  <a:lnTo>
                    <a:pt x="4584" y="8536"/>
                  </a:lnTo>
                  <a:cubicBezTo>
                    <a:pt x="4322" y="8809"/>
                    <a:pt x="4227" y="9178"/>
                    <a:pt x="4346" y="9536"/>
                  </a:cubicBezTo>
                  <a:cubicBezTo>
                    <a:pt x="4584" y="10298"/>
                    <a:pt x="4048" y="11083"/>
                    <a:pt x="3215" y="11095"/>
                  </a:cubicBezTo>
                  <a:cubicBezTo>
                    <a:pt x="3209" y="11095"/>
                    <a:pt x="3202" y="11096"/>
                    <a:pt x="3196" y="11096"/>
                  </a:cubicBezTo>
                  <a:cubicBezTo>
                    <a:pt x="2408" y="11096"/>
                    <a:pt x="1859" y="10363"/>
                    <a:pt x="2024" y="9643"/>
                  </a:cubicBezTo>
                  <a:cubicBezTo>
                    <a:pt x="2057" y="9535"/>
                    <a:pt x="1972" y="9437"/>
                    <a:pt x="1867" y="9437"/>
                  </a:cubicBezTo>
                  <a:cubicBezTo>
                    <a:pt x="1856" y="9437"/>
                    <a:pt x="1845" y="9438"/>
                    <a:pt x="1834" y="9440"/>
                  </a:cubicBezTo>
                  <a:cubicBezTo>
                    <a:pt x="1743" y="9461"/>
                    <a:pt x="1652" y="9470"/>
                    <a:pt x="1563" y="9470"/>
                  </a:cubicBezTo>
                  <a:cubicBezTo>
                    <a:pt x="918" y="9470"/>
                    <a:pt x="357" y="8961"/>
                    <a:pt x="357" y="8250"/>
                  </a:cubicBezTo>
                  <a:cubicBezTo>
                    <a:pt x="367" y="7551"/>
                    <a:pt x="929" y="7062"/>
                    <a:pt x="1553" y="7062"/>
                  </a:cubicBezTo>
                  <a:cubicBezTo>
                    <a:pt x="1673" y="7062"/>
                    <a:pt x="1796" y="7080"/>
                    <a:pt x="1917" y="7119"/>
                  </a:cubicBezTo>
                  <a:cubicBezTo>
                    <a:pt x="2019" y="7149"/>
                    <a:pt x="2122" y="7164"/>
                    <a:pt x="2224" y="7164"/>
                  </a:cubicBezTo>
                  <a:cubicBezTo>
                    <a:pt x="2481" y="7164"/>
                    <a:pt x="2730" y="7068"/>
                    <a:pt x="2917" y="6881"/>
                  </a:cubicBezTo>
                  <a:lnTo>
                    <a:pt x="6954" y="2856"/>
                  </a:lnTo>
                  <a:cubicBezTo>
                    <a:pt x="7215" y="2582"/>
                    <a:pt x="7311" y="2213"/>
                    <a:pt x="7192" y="1856"/>
                  </a:cubicBezTo>
                  <a:cubicBezTo>
                    <a:pt x="6977" y="1201"/>
                    <a:pt x="7370" y="487"/>
                    <a:pt x="8049" y="320"/>
                  </a:cubicBezTo>
                  <a:cubicBezTo>
                    <a:pt x="8144" y="308"/>
                    <a:pt x="8204" y="213"/>
                    <a:pt x="8168" y="130"/>
                  </a:cubicBezTo>
                  <a:cubicBezTo>
                    <a:pt x="8158" y="54"/>
                    <a:pt x="8096" y="0"/>
                    <a:pt x="80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63"/>
            <p:cNvSpPr/>
            <p:nvPr/>
          </p:nvSpPr>
          <p:spPr>
            <a:xfrm>
              <a:off x="5495092" y="1503111"/>
              <a:ext cx="177878" cy="233147"/>
            </a:xfrm>
            <a:custGeom>
              <a:avLst/>
              <a:gdLst/>
              <a:ahLst/>
              <a:cxnLst/>
              <a:rect l="l" t="t" r="r" b="b"/>
              <a:pathLst>
                <a:path w="5584" h="7319" extrusionOk="0">
                  <a:moveTo>
                    <a:pt x="2913" y="0"/>
                  </a:moveTo>
                  <a:cubicBezTo>
                    <a:pt x="2845" y="0"/>
                    <a:pt x="2777" y="37"/>
                    <a:pt x="2739" y="103"/>
                  </a:cubicBezTo>
                  <a:cubicBezTo>
                    <a:pt x="2715" y="186"/>
                    <a:pt x="2751" y="281"/>
                    <a:pt x="2834" y="317"/>
                  </a:cubicBezTo>
                  <a:cubicBezTo>
                    <a:pt x="3370" y="531"/>
                    <a:pt x="3691" y="1115"/>
                    <a:pt x="3560" y="1710"/>
                  </a:cubicBezTo>
                  <a:cubicBezTo>
                    <a:pt x="3528" y="1817"/>
                    <a:pt x="3611" y="1904"/>
                    <a:pt x="3714" y="1904"/>
                  </a:cubicBezTo>
                  <a:cubicBezTo>
                    <a:pt x="3726" y="1904"/>
                    <a:pt x="3738" y="1903"/>
                    <a:pt x="3751" y="1901"/>
                  </a:cubicBezTo>
                  <a:cubicBezTo>
                    <a:pt x="3842" y="1879"/>
                    <a:pt x="3935" y="1869"/>
                    <a:pt x="4028" y="1869"/>
                  </a:cubicBezTo>
                  <a:cubicBezTo>
                    <a:pt x="4342" y="1869"/>
                    <a:pt x="4649" y="1992"/>
                    <a:pt x="4870" y="2222"/>
                  </a:cubicBezTo>
                  <a:cubicBezTo>
                    <a:pt x="5346" y="2698"/>
                    <a:pt x="5334" y="3496"/>
                    <a:pt x="4858" y="3949"/>
                  </a:cubicBezTo>
                  <a:cubicBezTo>
                    <a:pt x="4632" y="4166"/>
                    <a:pt x="4323" y="4282"/>
                    <a:pt x="4010" y="4282"/>
                  </a:cubicBezTo>
                  <a:cubicBezTo>
                    <a:pt x="3895" y="4282"/>
                    <a:pt x="3779" y="4266"/>
                    <a:pt x="3667" y="4234"/>
                  </a:cubicBezTo>
                  <a:cubicBezTo>
                    <a:pt x="3570" y="4205"/>
                    <a:pt x="3470" y="4191"/>
                    <a:pt x="3372" y="4191"/>
                  </a:cubicBezTo>
                  <a:cubicBezTo>
                    <a:pt x="3111" y="4191"/>
                    <a:pt x="2858" y="4291"/>
                    <a:pt x="2667" y="4472"/>
                  </a:cubicBezTo>
                  <a:lnTo>
                    <a:pt x="107" y="7032"/>
                  </a:lnTo>
                  <a:cubicBezTo>
                    <a:pt x="0" y="7139"/>
                    <a:pt x="72" y="7318"/>
                    <a:pt x="227" y="7318"/>
                  </a:cubicBezTo>
                  <a:cubicBezTo>
                    <a:pt x="229" y="7318"/>
                    <a:pt x="231" y="7318"/>
                    <a:pt x="233" y="7318"/>
                  </a:cubicBezTo>
                  <a:cubicBezTo>
                    <a:pt x="354" y="7318"/>
                    <a:pt x="274" y="7295"/>
                    <a:pt x="2905" y="4711"/>
                  </a:cubicBezTo>
                  <a:cubicBezTo>
                    <a:pt x="3035" y="4581"/>
                    <a:pt x="3201" y="4514"/>
                    <a:pt x="3369" y="4514"/>
                  </a:cubicBezTo>
                  <a:cubicBezTo>
                    <a:pt x="3434" y="4514"/>
                    <a:pt x="3498" y="4524"/>
                    <a:pt x="3560" y="4544"/>
                  </a:cubicBezTo>
                  <a:cubicBezTo>
                    <a:pt x="3719" y="4597"/>
                    <a:pt x="3879" y="4622"/>
                    <a:pt x="4035" y="4622"/>
                  </a:cubicBezTo>
                  <a:cubicBezTo>
                    <a:pt x="4831" y="4622"/>
                    <a:pt x="5541" y="3979"/>
                    <a:pt x="5561" y="3103"/>
                  </a:cubicBezTo>
                  <a:cubicBezTo>
                    <a:pt x="5583" y="2207"/>
                    <a:pt x="4872" y="1538"/>
                    <a:pt x="4053" y="1538"/>
                  </a:cubicBezTo>
                  <a:cubicBezTo>
                    <a:pt x="4012" y="1538"/>
                    <a:pt x="3971" y="1540"/>
                    <a:pt x="3929" y="1544"/>
                  </a:cubicBezTo>
                  <a:cubicBezTo>
                    <a:pt x="3977" y="877"/>
                    <a:pt x="3572" y="246"/>
                    <a:pt x="2965" y="8"/>
                  </a:cubicBezTo>
                  <a:cubicBezTo>
                    <a:pt x="2948" y="3"/>
                    <a:pt x="2930" y="0"/>
                    <a:pt x="29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9" name="Google Shape;10079;p63"/>
          <p:cNvGrpSpPr/>
          <p:nvPr/>
        </p:nvGrpSpPr>
        <p:grpSpPr>
          <a:xfrm>
            <a:off x="7100170" y="1319117"/>
            <a:ext cx="368308" cy="367033"/>
            <a:chOff x="7100170" y="1500117"/>
            <a:chExt cx="368308" cy="367033"/>
          </a:xfrm>
        </p:grpSpPr>
        <p:sp>
          <p:nvSpPr>
            <p:cNvPr id="10080" name="Google Shape;10080;p63"/>
            <p:cNvSpPr/>
            <p:nvPr/>
          </p:nvSpPr>
          <p:spPr>
            <a:xfrm>
              <a:off x="7328698" y="1501041"/>
              <a:ext cx="139780" cy="97126"/>
            </a:xfrm>
            <a:custGeom>
              <a:avLst/>
              <a:gdLst/>
              <a:ahLst/>
              <a:cxnLst/>
              <a:rect l="l" t="t" r="r" b="b"/>
              <a:pathLst>
                <a:path w="4388" h="3049" extrusionOk="0">
                  <a:moveTo>
                    <a:pt x="1894" y="0"/>
                  </a:moveTo>
                  <a:cubicBezTo>
                    <a:pt x="1861" y="0"/>
                    <a:pt x="1826" y="8"/>
                    <a:pt x="1792" y="25"/>
                  </a:cubicBezTo>
                  <a:cubicBezTo>
                    <a:pt x="1066" y="501"/>
                    <a:pt x="208" y="1728"/>
                    <a:pt x="30" y="2871"/>
                  </a:cubicBezTo>
                  <a:cubicBezTo>
                    <a:pt x="0" y="2960"/>
                    <a:pt x="86" y="3049"/>
                    <a:pt x="184" y="3049"/>
                  </a:cubicBezTo>
                  <a:cubicBezTo>
                    <a:pt x="204" y="3049"/>
                    <a:pt x="224" y="3045"/>
                    <a:pt x="244" y="3037"/>
                  </a:cubicBezTo>
                  <a:cubicBezTo>
                    <a:pt x="1459" y="2549"/>
                    <a:pt x="2768" y="2216"/>
                    <a:pt x="4114" y="2097"/>
                  </a:cubicBezTo>
                  <a:lnTo>
                    <a:pt x="4221" y="2097"/>
                  </a:lnTo>
                  <a:cubicBezTo>
                    <a:pt x="4316" y="2097"/>
                    <a:pt x="4388" y="2025"/>
                    <a:pt x="4388" y="1930"/>
                  </a:cubicBezTo>
                  <a:cubicBezTo>
                    <a:pt x="4388" y="1847"/>
                    <a:pt x="4316" y="1775"/>
                    <a:pt x="4221" y="1775"/>
                  </a:cubicBezTo>
                  <a:cubicBezTo>
                    <a:pt x="3506" y="1787"/>
                    <a:pt x="1875" y="2085"/>
                    <a:pt x="423" y="2632"/>
                  </a:cubicBezTo>
                  <a:cubicBezTo>
                    <a:pt x="709" y="1573"/>
                    <a:pt x="1494" y="656"/>
                    <a:pt x="1994" y="311"/>
                  </a:cubicBezTo>
                  <a:cubicBezTo>
                    <a:pt x="2066" y="263"/>
                    <a:pt x="2090" y="168"/>
                    <a:pt x="2030" y="73"/>
                  </a:cubicBezTo>
                  <a:cubicBezTo>
                    <a:pt x="2007" y="26"/>
                    <a:pt x="1954" y="0"/>
                    <a:pt x="1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63"/>
            <p:cNvSpPr/>
            <p:nvPr/>
          </p:nvSpPr>
          <p:spPr>
            <a:xfrm>
              <a:off x="7100170" y="1500117"/>
              <a:ext cx="192691" cy="307942"/>
            </a:xfrm>
            <a:custGeom>
              <a:avLst/>
              <a:gdLst/>
              <a:ahLst/>
              <a:cxnLst/>
              <a:rect l="l" t="t" r="r" b="b"/>
              <a:pathLst>
                <a:path w="6049" h="9667" extrusionOk="0">
                  <a:moveTo>
                    <a:pt x="4144" y="5007"/>
                  </a:moveTo>
                  <a:lnTo>
                    <a:pt x="4144" y="5007"/>
                  </a:lnTo>
                  <a:cubicBezTo>
                    <a:pt x="4025" y="5221"/>
                    <a:pt x="4001" y="5317"/>
                    <a:pt x="4013" y="5674"/>
                  </a:cubicBezTo>
                  <a:cubicBezTo>
                    <a:pt x="4025" y="5995"/>
                    <a:pt x="4013" y="6043"/>
                    <a:pt x="3727" y="6281"/>
                  </a:cubicBezTo>
                  <a:cubicBezTo>
                    <a:pt x="3513" y="6460"/>
                    <a:pt x="3453" y="6531"/>
                    <a:pt x="3299" y="6852"/>
                  </a:cubicBezTo>
                  <a:cubicBezTo>
                    <a:pt x="3168" y="7162"/>
                    <a:pt x="3132" y="7186"/>
                    <a:pt x="2763" y="7281"/>
                  </a:cubicBezTo>
                  <a:cubicBezTo>
                    <a:pt x="2477" y="7341"/>
                    <a:pt x="2382" y="7388"/>
                    <a:pt x="2096" y="7626"/>
                  </a:cubicBezTo>
                  <a:cubicBezTo>
                    <a:pt x="2001" y="7698"/>
                    <a:pt x="1917" y="7781"/>
                    <a:pt x="1846" y="7805"/>
                  </a:cubicBezTo>
                  <a:cubicBezTo>
                    <a:pt x="1757" y="7831"/>
                    <a:pt x="1702" y="7841"/>
                    <a:pt x="1660" y="7841"/>
                  </a:cubicBezTo>
                  <a:cubicBezTo>
                    <a:pt x="1607" y="7841"/>
                    <a:pt x="1573" y="7825"/>
                    <a:pt x="1513" y="7805"/>
                  </a:cubicBezTo>
                  <a:cubicBezTo>
                    <a:pt x="1751" y="7483"/>
                    <a:pt x="1977" y="7162"/>
                    <a:pt x="2227" y="6864"/>
                  </a:cubicBezTo>
                  <a:cubicBezTo>
                    <a:pt x="2822" y="6174"/>
                    <a:pt x="3465" y="5555"/>
                    <a:pt x="4144" y="5007"/>
                  </a:cubicBezTo>
                  <a:close/>
                  <a:moveTo>
                    <a:pt x="5864" y="0"/>
                  </a:moveTo>
                  <a:cubicBezTo>
                    <a:pt x="5808" y="0"/>
                    <a:pt x="5754" y="31"/>
                    <a:pt x="5716" y="78"/>
                  </a:cubicBezTo>
                  <a:cubicBezTo>
                    <a:pt x="4858" y="1257"/>
                    <a:pt x="4549" y="2697"/>
                    <a:pt x="4668" y="4174"/>
                  </a:cubicBezTo>
                  <a:cubicBezTo>
                    <a:pt x="2715" y="5543"/>
                    <a:pt x="1144" y="7400"/>
                    <a:pt x="36" y="9424"/>
                  </a:cubicBezTo>
                  <a:cubicBezTo>
                    <a:pt x="1" y="9496"/>
                    <a:pt x="24" y="9603"/>
                    <a:pt x="96" y="9650"/>
                  </a:cubicBezTo>
                  <a:cubicBezTo>
                    <a:pt x="122" y="9661"/>
                    <a:pt x="149" y="9667"/>
                    <a:pt x="175" y="9667"/>
                  </a:cubicBezTo>
                  <a:cubicBezTo>
                    <a:pt x="234" y="9667"/>
                    <a:pt x="289" y="9640"/>
                    <a:pt x="322" y="9591"/>
                  </a:cubicBezTo>
                  <a:cubicBezTo>
                    <a:pt x="608" y="9067"/>
                    <a:pt x="917" y="8579"/>
                    <a:pt x="1251" y="8103"/>
                  </a:cubicBezTo>
                  <a:cubicBezTo>
                    <a:pt x="1424" y="8111"/>
                    <a:pt x="1483" y="8176"/>
                    <a:pt x="1641" y="8176"/>
                  </a:cubicBezTo>
                  <a:cubicBezTo>
                    <a:pt x="1711" y="8176"/>
                    <a:pt x="1801" y="8163"/>
                    <a:pt x="1929" y="8126"/>
                  </a:cubicBezTo>
                  <a:cubicBezTo>
                    <a:pt x="2179" y="8055"/>
                    <a:pt x="2358" y="7805"/>
                    <a:pt x="2584" y="7686"/>
                  </a:cubicBezTo>
                  <a:cubicBezTo>
                    <a:pt x="2644" y="7650"/>
                    <a:pt x="2739" y="7626"/>
                    <a:pt x="2834" y="7603"/>
                  </a:cubicBezTo>
                  <a:cubicBezTo>
                    <a:pt x="3311" y="7507"/>
                    <a:pt x="3430" y="7388"/>
                    <a:pt x="3608" y="6983"/>
                  </a:cubicBezTo>
                  <a:cubicBezTo>
                    <a:pt x="3727" y="6710"/>
                    <a:pt x="3763" y="6698"/>
                    <a:pt x="3942" y="6531"/>
                  </a:cubicBezTo>
                  <a:cubicBezTo>
                    <a:pt x="4323" y="6221"/>
                    <a:pt x="4370" y="6079"/>
                    <a:pt x="4358" y="5662"/>
                  </a:cubicBezTo>
                  <a:cubicBezTo>
                    <a:pt x="4346" y="5364"/>
                    <a:pt x="4358" y="5317"/>
                    <a:pt x="4477" y="5090"/>
                  </a:cubicBezTo>
                  <a:cubicBezTo>
                    <a:pt x="4549" y="4959"/>
                    <a:pt x="4620" y="4793"/>
                    <a:pt x="4644" y="4614"/>
                  </a:cubicBezTo>
                  <a:lnTo>
                    <a:pt x="4954" y="4388"/>
                  </a:lnTo>
                  <a:cubicBezTo>
                    <a:pt x="5001" y="4364"/>
                    <a:pt x="5025" y="4305"/>
                    <a:pt x="5025" y="4245"/>
                  </a:cubicBezTo>
                  <a:cubicBezTo>
                    <a:pt x="4894" y="2840"/>
                    <a:pt x="5180" y="1435"/>
                    <a:pt x="5989" y="268"/>
                  </a:cubicBezTo>
                  <a:cubicBezTo>
                    <a:pt x="6049" y="197"/>
                    <a:pt x="6025" y="90"/>
                    <a:pt x="5954" y="30"/>
                  </a:cubicBezTo>
                  <a:cubicBezTo>
                    <a:pt x="5924" y="9"/>
                    <a:pt x="5894"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63"/>
            <p:cNvSpPr/>
            <p:nvPr/>
          </p:nvSpPr>
          <p:spPr>
            <a:xfrm>
              <a:off x="7160089" y="1766170"/>
              <a:ext cx="19017" cy="18986"/>
            </a:xfrm>
            <a:custGeom>
              <a:avLst/>
              <a:gdLst/>
              <a:ahLst/>
              <a:cxnLst/>
              <a:rect l="l" t="t" r="r" b="b"/>
              <a:pathLst>
                <a:path w="597" h="596" extrusionOk="0">
                  <a:moveTo>
                    <a:pt x="298" y="1"/>
                  </a:moveTo>
                  <a:cubicBezTo>
                    <a:pt x="144" y="1"/>
                    <a:pt x="1" y="132"/>
                    <a:pt x="1" y="298"/>
                  </a:cubicBezTo>
                  <a:cubicBezTo>
                    <a:pt x="1" y="465"/>
                    <a:pt x="144" y="596"/>
                    <a:pt x="298" y="596"/>
                  </a:cubicBezTo>
                  <a:cubicBezTo>
                    <a:pt x="465" y="596"/>
                    <a:pt x="596" y="465"/>
                    <a:pt x="596" y="298"/>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63"/>
            <p:cNvSpPr/>
            <p:nvPr/>
          </p:nvSpPr>
          <p:spPr>
            <a:xfrm>
              <a:off x="7295505" y="1540031"/>
              <a:ext cx="18986" cy="19081"/>
            </a:xfrm>
            <a:custGeom>
              <a:avLst/>
              <a:gdLst/>
              <a:ahLst/>
              <a:cxnLst/>
              <a:rect l="l" t="t" r="r" b="b"/>
              <a:pathLst>
                <a:path w="596" h="599" extrusionOk="0">
                  <a:moveTo>
                    <a:pt x="332" y="1"/>
                  </a:moveTo>
                  <a:cubicBezTo>
                    <a:pt x="321" y="1"/>
                    <a:pt x="309" y="2"/>
                    <a:pt x="298" y="4"/>
                  </a:cubicBezTo>
                  <a:cubicBezTo>
                    <a:pt x="131" y="4"/>
                    <a:pt x="0" y="134"/>
                    <a:pt x="0" y="301"/>
                  </a:cubicBezTo>
                  <a:cubicBezTo>
                    <a:pt x="0" y="456"/>
                    <a:pt x="131" y="599"/>
                    <a:pt x="298" y="599"/>
                  </a:cubicBezTo>
                  <a:cubicBezTo>
                    <a:pt x="453" y="599"/>
                    <a:pt x="596" y="456"/>
                    <a:pt x="596" y="301"/>
                  </a:cubicBezTo>
                  <a:cubicBezTo>
                    <a:pt x="596" y="136"/>
                    <a:pt x="473" y="1"/>
                    <a:pt x="3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63"/>
            <p:cNvSpPr/>
            <p:nvPr/>
          </p:nvSpPr>
          <p:spPr>
            <a:xfrm>
              <a:off x="7337968" y="1631519"/>
              <a:ext cx="19017" cy="19017"/>
            </a:xfrm>
            <a:custGeom>
              <a:avLst/>
              <a:gdLst/>
              <a:ahLst/>
              <a:cxnLst/>
              <a:rect l="l" t="t" r="r" b="b"/>
              <a:pathLst>
                <a:path w="597" h="597" extrusionOk="0">
                  <a:moveTo>
                    <a:pt x="298" y="1"/>
                  </a:moveTo>
                  <a:cubicBezTo>
                    <a:pt x="132" y="1"/>
                    <a:pt x="1" y="132"/>
                    <a:pt x="1" y="299"/>
                  </a:cubicBezTo>
                  <a:cubicBezTo>
                    <a:pt x="1" y="465"/>
                    <a:pt x="132" y="596"/>
                    <a:pt x="298" y="596"/>
                  </a:cubicBezTo>
                  <a:cubicBezTo>
                    <a:pt x="465" y="596"/>
                    <a:pt x="596" y="465"/>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63"/>
            <p:cNvSpPr/>
            <p:nvPr/>
          </p:nvSpPr>
          <p:spPr>
            <a:xfrm>
              <a:off x="7275404" y="1612947"/>
              <a:ext cx="18986" cy="18986"/>
            </a:xfrm>
            <a:custGeom>
              <a:avLst/>
              <a:gdLst/>
              <a:ahLst/>
              <a:cxnLst/>
              <a:rect l="l" t="t" r="r" b="b"/>
              <a:pathLst>
                <a:path w="596" h="596" extrusionOk="0">
                  <a:moveTo>
                    <a:pt x="298" y="1"/>
                  </a:moveTo>
                  <a:cubicBezTo>
                    <a:pt x="131" y="1"/>
                    <a:pt x="0" y="131"/>
                    <a:pt x="0" y="298"/>
                  </a:cubicBezTo>
                  <a:cubicBezTo>
                    <a:pt x="0" y="465"/>
                    <a:pt x="131" y="596"/>
                    <a:pt x="298" y="596"/>
                  </a:cubicBezTo>
                  <a:cubicBezTo>
                    <a:pt x="465" y="596"/>
                    <a:pt x="596" y="465"/>
                    <a:pt x="596" y="298"/>
                  </a:cubicBezTo>
                  <a:cubicBezTo>
                    <a:pt x="596" y="131"/>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63"/>
            <p:cNvSpPr/>
            <p:nvPr/>
          </p:nvSpPr>
          <p:spPr>
            <a:xfrm>
              <a:off x="7248837" y="1688029"/>
              <a:ext cx="19017" cy="19017"/>
            </a:xfrm>
            <a:custGeom>
              <a:avLst/>
              <a:gdLst/>
              <a:ahLst/>
              <a:cxnLst/>
              <a:rect l="l" t="t" r="r" b="b"/>
              <a:pathLst>
                <a:path w="597" h="597" extrusionOk="0">
                  <a:moveTo>
                    <a:pt x="298" y="1"/>
                  </a:moveTo>
                  <a:cubicBezTo>
                    <a:pt x="132" y="1"/>
                    <a:pt x="1" y="132"/>
                    <a:pt x="1" y="299"/>
                  </a:cubicBezTo>
                  <a:cubicBezTo>
                    <a:pt x="1" y="453"/>
                    <a:pt x="132" y="596"/>
                    <a:pt x="298" y="596"/>
                  </a:cubicBezTo>
                  <a:cubicBezTo>
                    <a:pt x="465" y="596"/>
                    <a:pt x="596" y="453"/>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7" name="Google Shape;10087;p63"/>
            <p:cNvSpPr/>
            <p:nvPr/>
          </p:nvSpPr>
          <p:spPr>
            <a:xfrm>
              <a:off x="7413464" y="1587527"/>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4" y="596"/>
                    <a:pt x="595" y="453"/>
                    <a:pt x="595" y="298"/>
                  </a:cubicBezTo>
                  <a:cubicBezTo>
                    <a:pt x="595" y="132"/>
                    <a:pt x="464"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63"/>
            <p:cNvSpPr/>
            <p:nvPr/>
          </p:nvSpPr>
          <p:spPr>
            <a:xfrm>
              <a:off x="7114218" y="1832906"/>
              <a:ext cx="18986" cy="19017"/>
            </a:xfrm>
            <a:custGeom>
              <a:avLst/>
              <a:gdLst/>
              <a:ahLst/>
              <a:cxnLst/>
              <a:rect l="l" t="t" r="r" b="b"/>
              <a:pathLst>
                <a:path w="596" h="597" extrusionOk="0">
                  <a:moveTo>
                    <a:pt x="317" y="0"/>
                  </a:moveTo>
                  <a:cubicBezTo>
                    <a:pt x="311" y="0"/>
                    <a:pt x="304" y="1"/>
                    <a:pt x="298" y="1"/>
                  </a:cubicBezTo>
                  <a:cubicBezTo>
                    <a:pt x="131" y="1"/>
                    <a:pt x="0" y="132"/>
                    <a:pt x="0" y="299"/>
                  </a:cubicBezTo>
                  <a:cubicBezTo>
                    <a:pt x="0" y="465"/>
                    <a:pt x="131" y="596"/>
                    <a:pt x="298" y="596"/>
                  </a:cubicBezTo>
                  <a:cubicBezTo>
                    <a:pt x="464" y="596"/>
                    <a:pt x="595" y="465"/>
                    <a:pt x="595" y="299"/>
                  </a:cubicBezTo>
                  <a:cubicBezTo>
                    <a:pt x="595" y="139"/>
                    <a:pt x="474"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63"/>
            <p:cNvSpPr/>
            <p:nvPr/>
          </p:nvSpPr>
          <p:spPr>
            <a:xfrm>
              <a:off x="7128999" y="1785506"/>
              <a:ext cx="18986" cy="19017"/>
            </a:xfrm>
            <a:custGeom>
              <a:avLst/>
              <a:gdLst/>
              <a:ahLst/>
              <a:cxnLst/>
              <a:rect l="l" t="t" r="r" b="b"/>
              <a:pathLst>
                <a:path w="596" h="597" extrusionOk="0">
                  <a:moveTo>
                    <a:pt x="319" y="0"/>
                  </a:moveTo>
                  <a:cubicBezTo>
                    <a:pt x="312" y="0"/>
                    <a:pt x="305" y="0"/>
                    <a:pt x="298" y="1"/>
                  </a:cubicBezTo>
                  <a:cubicBezTo>
                    <a:pt x="131" y="1"/>
                    <a:pt x="0" y="132"/>
                    <a:pt x="0" y="298"/>
                  </a:cubicBezTo>
                  <a:cubicBezTo>
                    <a:pt x="0" y="465"/>
                    <a:pt x="131" y="596"/>
                    <a:pt x="298" y="596"/>
                  </a:cubicBezTo>
                  <a:cubicBezTo>
                    <a:pt x="465" y="596"/>
                    <a:pt x="596" y="465"/>
                    <a:pt x="596" y="298"/>
                  </a:cubicBezTo>
                  <a:cubicBezTo>
                    <a:pt x="596" y="127"/>
                    <a:pt x="476" y="0"/>
                    <a:pt x="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63"/>
            <p:cNvSpPr/>
            <p:nvPr/>
          </p:nvSpPr>
          <p:spPr>
            <a:xfrm>
              <a:off x="7148335" y="1815481"/>
              <a:ext cx="18986" cy="18986"/>
            </a:xfrm>
            <a:custGeom>
              <a:avLst/>
              <a:gdLst/>
              <a:ahLst/>
              <a:cxnLst/>
              <a:rect l="l" t="t" r="r" b="b"/>
              <a:pathLst>
                <a:path w="596" h="596" extrusionOk="0">
                  <a:moveTo>
                    <a:pt x="298" y="0"/>
                  </a:moveTo>
                  <a:cubicBezTo>
                    <a:pt x="132" y="0"/>
                    <a:pt x="1" y="131"/>
                    <a:pt x="1" y="298"/>
                  </a:cubicBezTo>
                  <a:cubicBezTo>
                    <a:pt x="1" y="465"/>
                    <a:pt x="132" y="596"/>
                    <a:pt x="298" y="596"/>
                  </a:cubicBezTo>
                  <a:cubicBezTo>
                    <a:pt x="465" y="596"/>
                    <a:pt x="596" y="465"/>
                    <a:pt x="596" y="298"/>
                  </a:cubicBezTo>
                  <a:cubicBezTo>
                    <a:pt x="596" y="131"/>
                    <a:pt x="465"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63"/>
            <p:cNvSpPr/>
            <p:nvPr/>
          </p:nvSpPr>
          <p:spPr>
            <a:xfrm>
              <a:off x="7158592" y="1661494"/>
              <a:ext cx="208236" cy="205656"/>
            </a:xfrm>
            <a:custGeom>
              <a:avLst/>
              <a:gdLst/>
              <a:ahLst/>
              <a:cxnLst/>
              <a:rect l="l" t="t" r="r" b="b"/>
              <a:pathLst>
                <a:path w="6537" h="6456" extrusionOk="0">
                  <a:moveTo>
                    <a:pt x="2893" y="2275"/>
                  </a:moveTo>
                  <a:cubicBezTo>
                    <a:pt x="2131" y="3001"/>
                    <a:pt x="1512" y="3763"/>
                    <a:pt x="917" y="4703"/>
                  </a:cubicBezTo>
                  <a:cubicBezTo>
                    <a:pt x="905" y="4656"/>
                    <a:pt x="905" y="4596"/>
                    <a:pt x="929" y="4442"/>
                  </a:cubicBezTo>
                  <a:cubicBezTo>
                    <a:pt x="941" y="4370"/>
                    <a:pt x="1036" y="4287"/>
                    <a:pt x="1107" y="4191"/>
                  </a:cubicBezTo>
                  <a:cubicBezTo>
                    <a:pt x="1357" y="3906"/>
                    <a:pt x="1393" y="3822"/>
                    <a:pt x="1453" y="3525"/>
                  </a:cubicBezTo>
                  <a:cubicBezTo>
                    <a:pt x="1524" y="3168"/>
                    <a:pt x="1572" y="3120"/>
                    <a:pt x="1881" y="2989"/>
                  </a:cubicBezTo>
                  <a:cubicBezTo>
                    <a:pt x="2191" y="2858"/>
                    <a:pt x="2274" y="2775"/>
                    <a:pt x="2453" y="2560"/>
                  </a:cubicBezTo>
                  <a:cubicBezTo>
                    <a:pt x="2643" y="2322"/>
                    <a:pt x="2703" y="2275"/>
                    <a:pt x="2893" y="2275"/>
                  </a:cubicBezTo>
                  <a:close/>
                  <a:moveTo>
                    <a:pt x="6351" y="0"/>
                  </a:moveTo>
                  <a:cubicBezTo>
                    <a:pt x="6331" y="0"/>
                    <a:pt x="6309" y="4"/>
                    <a:pt x="6287" y="12"/>
                  </a:cubicBezTo>
                  <a:cubicBezTo>
                    <a:pt x="5144" y="453"/>
                    <a:pt x="4191" y="1072"/>
                    <a:pt x="3251" y="1917"/>
                  </a:cubicBezTo>
                  <a:cubicBezTo>
                    <a:pt x="3154" y="1917"/>
                    <a:pt x="3059" y="1911"/>
                    <a:pt x="2965" y="1911"/>
                  </a:cubicBezTo>
                  <a:cubicBezTo>
                    <a:pt x="2841" y="1911"/>
                    <a:pt x="2718" y="1923"/>
                    <a:pt x="2596" y="1977"/>
                  </a:cubicBezTo>
                  <a:cubicBezTo>
                    <a:pt x="2310" y="2108"/>
                    <a:pt x="2179" y="2406"/>
                    <a:pt x="2012" y="2525"/>
                  </a:cubicBezTo>
                  <a:cubicBezTo>
                    <a:pt x="1941" y="2584"/>
                    <a:pt x="1846" y="2620"/>
                    <a:pt x="1750" y="2656"/>
                  </a:cubicBezTo>
                  <a:cubicBezTo>
                    <a:pt x="1346" y="2834"/>
                    <a:pt x="1238" y="2941"/>
                    <a:pt x="1119" y="3430"/>
                  </a:cubicBezTo>
                  <a:cubicBezTo>
                    <a:pt x="1072" y="3668"/>
                    <a:pt x="1060" y="3715"/>
                    <a:pt x="857" y="3953"/>
                  </a:cubicBezTo>
                  <a:cubicBezTo>
                    <a:pt x="750" y="4072"/>
                    <a:pt x="643" y="4191"/>
                    <a:pt x="595" y="4334"/>
                  </a:cubicBezTo>
                  <a:cubicBezTo>
                    <a:pt x="464" y="4799"/>
                    <a:pt x="643" y="4775"/>
                    <a:pt x="631" y="5073"/>
                  </a:cubicBezTo>
                  <a:cubicBezTo>
                    <a:pt x="631" y="5084"/>
                    <a:pt x="643" y="5084"/>
                    <a:pt x="643" y="5096"/>
                  </a:cubicBezTo>
                  <a:cubicBezTo>
                    <a:pt x="381" y="5549"/>
                    <a:pt x="179" y="5942"/>
                    <a:pt x="48" y="6216"/>
                  </a:cubicBezTo>
                  <a:cubicBezTo>
                    <a:pt x="0" y="6299"/>
                    <a:pt x="48" y="6394"/>
                    <a:pt x="143" y="6442"/>
                  </a:cubicBezTo>
                  <a:cubicBezTo>
                    <a:pt x="164" y="6451"/>
                    <a:pt x="186" y="6455"/>
                    <a:pt x="208" y="6455"/>
                  </a:cubicBezTo>
                  <a:cubicBezTo>
                    <a:pt x="271" y="6455"/>
                    <a:pt x="331" y="6417"/>
                    <a:pt x="357" y="6347"/>
                  </a:cubicBezTo>
                  <a:cubicBezTo>
                    <a:pt x="643" y="5739"/>
                    <a:pt x="1274" y="4549"/>
                    <a:pt x="2322" y="3322"/>
                  </a:cubicBezTo>
                  <a:cubicBezTo>
                    <a:pt x="3620" y="1834"/>
                    <a:pt x="4846" y="929"/>
                    <a:pt x="6406" y="322"/>
                  </a:cubicBezTo>
                  <a:cubicBezTo>
                    <a:pt x="6489" y="286"/>
                    <a:pt x="6537" y="191"/>
                    <a:pt x="6489" y="96"/>
                  </a:cubicBezTo>
                  <a:cubicBezTo>
                    <a:pt x="6471" y="41"/>
                    <a:pt x="6418" y="0"/>
                    <a:pt x="63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63"/>
            <p:cNvSpPr/>
            <p:nvPr/>
          </p:nvSpPr>
          <p:spPr>
            <a:xfrm>
              <a:off x="7374696" y="1635660"/>
              <a:ext cx="93781" cy="28478"/>
            </a:xfrm>
            <a:custGeom>
              <a:avLst/>
              <a:gdLst/>
              <a:ahLst/>
              <a:cxnLst/>
              <a:rect l="l" t="t" r="r" b="b"/>
              <a:pathLst>
                <a:path w="2944" h="894" extrusionOk="0">
                  <a:moveTo>
                    <a:pt x="2772" y="1"/>
                  </a:moveTo>
                  <a:cubicBezTo>
                    <a:pt x="2765" y="1"/>
                    <a:pt x="2759" y="1"/>
                    <a:pt x="2753" y="2"/>
                  </a:cubicBezTo>
                  <a:cubicBezTo>
                    <a:pt x="1860" y="97"/>
                    <a:pt x="991" y="288"/>
                    <a:pt x="193" y="573"/>
                  </a:cubicBezTo>
                  <a:cubicBezTo>
                    <a:pt x="1" y="638"/>
                    <a:pt x="67" y="894"/>
                    <a:pt x="230" y="894"/>
                  </a:cubicBezTo>
                  <a:cubicBezTo>
                    <a:pt x="248" y="894"/>
                    <a:pt x="268" y="890"/>
                    <a:pt x="288" y="883"/>
                  </a:cubicBezTo>
                  <a:cubicBezTo>
                    <a:pt x="1086" y="609"/>
                    <a:pt x="1920" y="419"/>
                    <a:pt x="2777" y="335"/>
                  </a:cubicBezTo>
                  <a:cubicBezTo>
                    <a:pt x="2872" y="311"/>
                    <a:pt x="2944" y="240"/>
                    <a:pt x="2932" y="157"/>
                  </a:cubicBezTo>
                  <a:cubicBezTo>
                    <a:pt x="2932" y="68"/>
                    <a:pt x="2850" y="1"/>
                    <a:pt x="2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93" name="Google Shape;10093;p63"/>
          <p:cNvSpPr/>
          <p:nvPr/>
        </p:nvSpPr>
        <p:spPr>
          <a:xfrm>
            <a:off x="7539642" y="1319180"/>
            <a:ext cx="372958" cy="366747"/>
          </a:xfrm>
          <a:custGeom>
            <a:avLst/>
            <a:gdLst/>
            <a:ahLst/>
            <a:cxnLst/>
            <a:rect l="l" t="t" r="r" b="b"/>
            <a:pathLst>
              <a:path w="11708" h="11513" extrusionOk="0">
                <a:moveTo>
                  <a:pt x="5700" y="3058"/>
                </a:moveTo>
                <a:cubicBezTo>
                  <a:pt x="5722" y="3058"/>
                  <a:pt x="5743" y="3064"/>
                  <a:pt x="5755" y="3076"/>
                </a:cubicBezTo>
                <a:lnTo>
                  <a:pt x="8565" y="5898"/>
                </a:lnTo>
                <a:cubicBezTo>
                  <a:pt x="8612" y="5910"/>
                  <a:pt x="8612" y="5969"/>
                  <a:pt x="8588" y="6017"/>
                </a:cubicBezTo>
                <a:cubicBezTo>
                  <a:pt x="8207" y="6374"/>
                  <a:pt x="8231" y="6398"/>
                  <a:pt x="8172" y="6398"/>
                </a:cubicBezTo>
                <a:cubicBezTo>
                  <a:pt x="8112" y="6398"/>
                  <a:pt x="8112" y="6350"/>
                  <a:pt x="7850" y="6136"/>
                </a:cubicBezTo>
                <a:cubicBezTo>
                  <a:pt x="5112" y="3398"/>
                  <a:pt x="5255" y="3552"/>
                  <a:pt x="5255" y="3493"/>
                </a:cubicBezTo>
                <a:cubicBezTo>
                  <a:pt x="5255" y="3433"/>
                  <a:pt x="5278" y="3433"/>
                  <a:pt x="5636" y="3076"/>
                </a:cubicBezTo>
                <a:cubicBezTo>
                  <a:pt x="5653" y="3064"/>
                  <a:pt x="5677" y="3058"/>
                  <a:pt x="5700" y="3058"/>
                </a:cubicBezTo>
                <a:close/>
                <a:moveTo>
                  <a:pt x="10869" y="1"/>
                </a:moveTo>
                <a:cubicBezTo>
                  <a:pt x="10688" y="1"/>
                  <a:pt x="10504" y="64"/>
                  <a:pt x="10350" y="195"/>
                </a:cubicBezTo>
                <a:lnTo>
                  <a:pt x="9184" y="1219"/>
                </a:lnTo>
                <a:cubicBezTo>
                  <a:pt x="9100" y="1278"/>
                  <a:pt x="9100" y="1385"/>
                  <a:pt x="9160" y="1457"/>
                </a:cubicBezTo>
                <a:cubicBezTo>
                  <a:pt x="9191" y="1494"/>
                  <a:pt x="9235" y="1512"/>
                  <a:pt x="9280" y="1512"/>
                </a:cubicBezTo>
                <a:cubicBezTo>
                  <a:pt x="9322" y="1512"/>
                  <a:pt x="9364" y="1497"/>
                  <a:pt x="9398" y="1469"/>
                </a:cubicBezTo>
                <a:lnTo>
                  <a:pt x="10577" y="445"/>
                </a:lnTo>
                <a:cubicBezTo>
                  <a:pt x="10664" y="375"/>
                  <a:pt x="10769" y="339"/>
                  <a:pt x="10872" y="339"/>
                </a:cubicBezTo>
                <a:cubicBezTo>
                  <a:pt x="10980" y="339"/>
                  <a:pt x="11087" y="378"/>
                  <a:pt x="11172" y="457"/>
                </a:cubicBezTo>
                <a:cubicBezTo>
                  <a:pt x="11339" y="623"/>
                  <a:pt x="11339" y="874"/>
                  <a:pt x="11184" y="1052"/>
                </a:cubicBezTo>
                <a:lnTo>
                  <a:pt x="7933" y="4767"/>
                </a:lnTo>
                <a:lnTo>
                  <a:pt x="6874" y="3707"/>
                </a:lnTo>
                <a:lnTo>
                  <a:pt x="8767" y="2040"/>
                </a:lnTo>
                <a:cubicBezTo>
                  <a:pt x="8838" y="1981"/>
                  <a:pt x="8838" y="1874"/>
                  <a:pt x="8779" y="1802"/>
                </a:cubicBezTo>
                <a:cubicBezTo>
                  <a:pt x="8747" y="1757"/>
                  <a:pt x="8700" y="1736"/>
                  <a:pt x="8653" y="1736"/>
                </a:cubicBezTo>
                <a:cubicBezTo>
                  <a:pt x="8614" y="1736"/>
                  <a:pt x="8573" y="1751"/>
                  <a:pt x="8541" y="1778"/>
                </a:cubicBezTo>
                <a:lnTo>
                  <a:pt x="6636" y="3469"/>
                </a:lnTo>
                <a:lnTo>
                  <a:pt x="5993" y="2826"/>
                </a:lnTo>
                <a:cubicBezTo>
                  <a:pt x="5909" y="2743"/>
                  <a:pt x="5802" y="2701"/>
                  <a:pt x="5695" y="2701"/>
                </a:cubicBezTo>
                <a:cubicBezTo>
                  <a:pt x="5588" y="2701"/>
                  <a:pt x="5481" y="2743"/>
                  <a:pt x="5397" y="2826"/>
                </a:cubicBezTo>
                <a:lnTo>
                  <a:pt x="5040" y="3183"/>
                </a:lnTo>
                <a:cubicBezTo>
                  <a:pt x="4921" y="3302"/>
                  <a:pt x="4874" y="3481"/>
                  <a:pt x="4957" y="3660"/>
                </a:cubicBezTo>
                <a:cubicBezTo>
                  <a:pt x="4800" y="3641"/>
                  <a:pt x="4644" y="3631"/>
                  <a:pt x="4488" y="3631"/>
                </a:cubicBezTo>
                <a:cubicBezTo>
                  <a:pt x="2121" y="3631"/>
                  <a:pt x="1" y="5783"/>
                  <a:pt x="135" y="8208"/>
                </a:cubicBezTo>
                <a:cubicBezTo>
                  <a:pt x="147" y="8672"/>
                  <a:pt x="337" y="9101"/>
                  <a:pt x="671" y="9422"/>
                </a:cubicBezTo>
                <a:lnTo>
                  <a:pt x="2218" y="10970"/>
                </a:lnTo>
                <a:cubicBezTo>
                  <a:pt x="2620" y="11372"/>
                  <a:pt x="3076" y="11512"/>
                  <a:pt x="3595" y="11512"/>
                </a:cubicBezTo>
                <a:cubicBezTo>
                  <a:pt x="3768" y="11512"/>
                  <a:pt x="3948" y="11497"/>
                  <a:pt x="4135" y="11470"/>
                </a:cubicBezTo>
                <a:cubicBezTo>
                  <a:pt x="4219" y="11458"/>
                  <a:pt x="4278" y="11387"/>
                  <a:pt x="4278" y="11280"/>
                </a:cubicBezTo>
                <a:cubicBezTo>
                  <a:pt x="4266" y="11184"/>
                  <a:pt x="4195" y="11125"/>
                  <a:pt x="4088" y="11125"/>
                </a:cubicBezTo>
                <a:cubicBezTo>
                  <a:pt x="3923" y="11149"/>
                  <a:pt x="3764" y="11164"/>
                  <a:pt x="3613" y="11164"/>
                </a:cubicBezTo>
                <a:cubicBezTo>
                  <a:pt x="3175" y="11164"/>
                  <a:pt x="2793" y="11044"/>
                  <a:pt x="2457" y="10708"/>
                </a:cubicBezTo>
                <a:lnTo>
                  <a:pt x="909" y="9160"/>
                </a:lnTo>
                <a:cubicBezTo>
                  <a:pt x="635" y="8898"/>
                  <a:pt x="468" y="8541"/>
                  <a:pt x="456" y="8184"/>
                </a:cubicBezTo>
                <a:cubicBezTo>
                  <a:pt x="351" y="5941"/>
                  <a:pt x="2322" y="3959"/>
                  <a:pt x="4468" y="3959"/>
                </a:cubicBezTo>
                <a:cubicBezTo>
                  <a:pt x="4749" y="3959"/>
                  <a:pt x="5032" y="3993"/>
                  <a:pt x="5314" y="4064"/>
                </a:cubicBezTo>
                <a:lnTo>
                  <a:pt x="7576" y="6327"/>
                </a:lnTo>
                <a:cubicBezTo>
                  <a:pt x="8029" y="8196"/>
                  <a:pt x="6838" y="10220"/>
                  <a:pt x="4969" y="10934"/>
                </a:cubicBezTo>
                <a:cubicBezTo>
                  <a:pt x="4874" y="10970"/>
                  <a:pt x="4838" y="11065"/>
                  <a:pt x="4862" y="11160"/>
                </a:cubicBezTo>
                <a:cubicBezTo>
                  <a:pt x="4891" y="11229"/>
                  <a:pt x="4961" y="11274"/>
                  <a:pt x="5038" y="11274"/>
                </a:cubicBezTo>
                <a:cubicBezTo>
                  <a:pt x="5055" y="11274"/>
                  <a:pt x="5071" y="11272"/>
                  <a:pt x="5088" y="11268"/>
                </a:cubicBezTo>
                <a:cubicBezTo>
                  <a:pt x="6945" y="10553"/>
                  <a:pt x="8195" y="8624"/>
                  <a:pt x="7969" y="6696"/>
                </a:cubicBezTo>
                <a:lnTo>
                  <a:pt x="7969" y="6696"/>
                </a:lnTo>
                <a:cubicBezTo>
                  <a:pt x="8027" y="6722"/>
                  <a:pt x="8084" y="6735"/>
                  <a:pt x="8140" y="6735"/>
                </a:cubicBezTo>
                <a:cubicBezTo>
                  <a:pt x="8257" y="6735"/>
                  <a:pt x="8365" y="6681"/>
                  <a:pt x="8445" y="6600"/>
                </a:cubicBezTo>
                <a:lnTo>
                  <a:pt x="8803" y="6243"/>
                </a:lnTo>
                <a:cubicBezTo>
                  <a:pt x="8969" y="6088"/>
                  <a:pt x="8969" y="5815"/>
                  <a:pt x="8803" y="5648"/>
                </a:cubicBezTo>
                <a:lnTo>
                  <a:pt x="8172" y="5017"/>
                </a:lnTo>
                <a:lnTo>
                  <a:pt x="11446" y="1290"/>
                </a:lnTo>
                <a:cubicBezTo>
                  <a:pt x="11708" y="981"/>
                  <a:pt x="11696" y="516"/>
                  <a:pt x="11410" y="219"/>
                </a:cubicBezTo>
                <a:cubicBezTo>
                  <a:pt x="11261" y="76"/>
                  <a:pt x="11067" y="1"/>
                  <a:pt x="10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94" name="Google Shape;10094;p63"/>
          <p:cNvGrpSpPr/>
          <p:nvPr/>
        </p:nvGrpSpPr>
        <p:grpSpPr>
          <a:xfrm>
            <a:off x="6649231" y="1319021"/>
            <a:ext cx="390287" cy="367065"/>
            <a:chOff x="6649231" y="1500021"/>
            <a:chExt cx="390287" cy="367065"/>
          </a:xfrm>
        </p:grpSpPr>
        <p:sp>
          <p:nvSpPr>
            <p:cNvPr id="10095" name="Google Shape;10095;p63"/>
            <p:cNvSpPr/>
            <p:nvPr/>
          </p:nvSpPr>
          <p:spPr>
            <a:xfrm>
              <a:off x="6649231" y="1500021"/>
              <a:ext cx="390287" cy="367065"/>
            </a:xfrm>
            <a:custGeom>
              <a:avLst/>
              <a:gdLst/>
              <a:ahLst/>
              <a:cxnLst/>
              <a:rect l="l" t="t" r="r" b="b"/>
              <a:pathLst>
                <a:path w="12252" h="11523" extrusionOk="0">
                  <a:moveTo>
                    <a:pt x="2393" y="6022"/>
                  </a:moveTo>
                  <a:lnTo>
                    <a:pt x="5775" y="9391"/>
                  </a:lnTo>
                  <a:lnTo>
                    <a:pt x="4691" y="10487"/>
                  </a:lnTo>
                  <a:cubicBezTo>
                    <a:pt x="4221" y="10951"/>
                    <a:pt x="3611" y="11183"/>
                    <a:pt x="3000" y="11183"/>
                  </a:cubicBezTo>
                  <a:cubicBezTo>
                    <a:pt x="2390" y="11183"/>
                    <a:pt x="1780" y="10951"/>
                    <a:pt x="1310" y="10487"/>
                  </a:cubicBezTo>
                  <a:cubicBezTo>
                    <a:pt x="369" y="9546"/>
                    <a:pt x="369" y="8046"/>
                    <a:pt x="1310" y="7105"/>
                  </a:cubicBezTo>
                  <a:lnTo>
                    <a:pt x="2393" y="6022"/>
                  </a:lnTo>
                  <a:close/>
                  <a:moveTo>
                    <a:pt x="3000" y="331"/>
                  </a:moveTo>
                  <a:cubicBezTo>
                    <a:pt x="3608" y="331"/>
                    <a:pt x="4203" y="557"/>
                    <a:pt x="4667" y="1021"/>
                  </a:cubicBezTo>
                  <a:lnTo>
                    <a:pt x="10763" y="7105"/>
                  </a:lnTo>
                  <a:cubicBezTo>
                    <a:pt x="11680" y="8046"/>
                    <a:pt x="11680" y="9546"/>
                    <a:pt x="10763" y="10463"/>
                  </a:cubicBezTo>
                  <a:lnTo>
                    <a:pt x="10728" y="10499"/>
                  </a:lnTo>
                  <a:cubicBezTo>
                    <a:pt x="10263" y="10957"/>
                    <a:pt x="9656" y="11186"/>
                    <a:pt x="9050" y="11186"/>
                  </a:cubicBezTo>
                  <a:cubicBezTo>
                    <a:pt x="8445" y="11186"/>
                    <a:pt x="7840" y="10957"/>
                    <a:pt x="7382" y="10499"/>
                  </a:cubicBezTo>
                  <a:lnTo>
                    <a:pt x="1286" y="4415"/>
                  </a:lnTo>
                  <a:cubicBezTo>
                    <a:pt x="369" y="3486"/>
                    <a:pt x="369" y="1986"/>
                    <a:pt x="1286" y="1057"/>
                  </a:cubicBezTo>
                  <a:cubicBezTo>
                    <a:pt x="1310" y="1045"/>
                    <a:pt x="1929" y="331"/>
                    <a:pt x="3000" y="331"/>
                  </a:cubicBezTo>
                  <a:close/>
                  <a:moveTo>
                    <a:pt x="2999" y="0"/>
                  </a:moveTo>
                  <a:cubicBezTo>
                    <a:pt x="2307" y="0"/>
                    <a:pt x="1613" y="265"/>
                    <a:pt x="1084" y="795"/>
                  </a:cubicBezTo>
                  <a:lnTo>
                    <a:pt x="1060" y="819"/>
                  </a:lnTo>
                  <a:cubicBezTo>
                    <a:pt x="0" y="1879"/>
                    <a:pt x="0" y="3593"/>
                    <a:pt x="1060" y="4641"/>
                  </a:cubicBezTo>
                  <a:lnTo>
                    <a:pt x="2167" y="5760"/>
                  </a:lnTo>
                  <a:lnTo>
                    <a:pt x="1084" y="6855"/>
                  </a:lnTo>
                  <a:cubicBezTo>
                    <a:pt x="24" y="7903"/>
                    <a:pt x="24" y="9653"/>
                    <a:pt x="1084" y="10701"/>
                  </a:cubicBezTo>
                  <a:cubicBezTo>
                    <a:pt x="1613" y="11231"/>
                    <a:pt x="2313" y="11496"/>
                    <a:pt x="3012" y="11496"/>
                  </a:cubicBezTo>
                  <a:cubicBezTo>
                    <a:pt x="3712" y="11496"/>
                    <a:pt x="4411" y="11231"/>
                    <a:pt x="4941" y="10701"/>
                  </a:cubicBezTo>
                  <a:lnTo>
                    <a:pt x="6025" y="9618"/>
                  </a:lnTo>
                  <a:lnTo>
                    <a:pt x="7144" y="10737"/>
                  </a:lnTo>
                  <a:cubicBezTo>
                    <a:pt x="7674" y="11261"/>
                    <a:pt x="8364" y="11523"/>
                    <a:pt x="9055" y="11523"/>
                  </a:cubicBezTo>
                  <a:cubicBezTo>
                    <a:pt x="9745" y="11523"/>
                    <a:pt x="10436" y="11261"/>
                    <a:pt x="10966" y="10737"/>
                  </a:cubicBezTo>
                  <a:lnTo>
                    <a:pt x="11001" y="10701"/>
                  </a:lnTo>
                  <a:cubicBezTo>
                    <a:pt x="12037" y="9653"/>
                    <a:pt x="12037" y="7939"/>
                    <a:pt x="11001" y="6879"/>
                  </a:cubicBezTo>
                  <a:lnTo>
                    <a:pt x="6263" y="2141"/>
                  </a:lnTo>
                  <a:lnTo>
                    <a:pt x="7370" y="1045"/>
                  </a:lnTo>
                  <a:cubicBezTo>
                    <a:pt x="7811" y="593"/>
                    <a:pt x="8418" y="343"/>
                    <a:pt x="9049" y="343"/>
                  </a:cubicBezTo>
                  <a:cubicBezTo>
                    <a:pt x="11156" y="343"/>
                    <a:pt x="12252" y="2914"/>
                    <a:pt x="10728" y="4427"/>
                  </a:cubicBezTo>
                  <a:lnTo>
                    <a:pt x="9989" y="5165"/>
                  </a:lnTo>
                  <a:cubicBezTo>
                    <a:pt x="9882" y="5272"/>
                    <a:pt x="9954" y="5451"/>
                    <a:pt x="10108" y="5451"/>
                  </a:cubicBezTo>
                  <a:cubicBezTo>
                    <a:pt x="10228" y="5451"/>
                    <a:pt x="10204" y="5391"/>
                    <a:pt x="10966" y="4641"/>
                  </a:cubicBezTo>
                  <a:cubicBezTo>
                    <a:pt x="11490" y="4129"/>
                    <a:pt x="11775" y="3450"/>
                    <a:pt x="11775" y="2724"/>
                  </a:cubicBezTo>
                  <a:cubicBezTo>
                    <a:pt x="11775" y="1224"/>
                    <a:pt x="10549" y="9"/>
                    <a:pt x="9049" y="9"/>
                  </a:cubicBezTo>
                  <a:cubicBezTo>
                    <a:pt x="8323" y="9"/>
                    <a:pt x="7632" y="283"/>
                    <a:pt x="7132" y="807"/>
                  </a:cubicBezTo>
                  <a:lnTo>
                    <a:pt x="6025" y="1914"/>
                  </a:lnTo>
                  <a:lnTo>
                    <a:pt x="4905" y="795"/>
                  </a:lnTo>
                  <a:cubicBezTo>
                    <a:pt x="4382" y="265"/>
                    <a:pt x="3691" y="0"/>
                    <a:pt x="2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6" name="Google Shape;10096;p63"/>
            <p:cNvSpPr/>
            <p:nvPr/>
          </p:nvSpPr>
          <p:spPr>
            <a:xfrm>
              <a:off x="6759194" y="1602435"/>
              <a:ext cx="161983" cy="161409"/>
            </a:xfrm>
            <a:custGeom>
              <a:avLst/>
              <a:gdLst/>
              <a:ahLst/>
              <a:cxnLst/>
              <a:rect l="l" t="t" r="r" b="b"/>
              <a:pathLst>
                <a:path w="5085" h="5067" extrusionOk="0">
                  <a:moveTo>
                    <a:pt x="2192" y="0"/>
                  </a:moveTo>
                  <a:cubicBezTo>
                    <a:pt x="2147" y="0"/>
                    <a:pt x="2102" y="15"/>
                    <a:pt x="2073" y="45"/>
                  </a:cubicBezTo>
                  <a:lnTo>
                    <a:pt x="60" y="2057"/>
                  </a:lnTo>
                  <a:cubicBezTo>
                    <a:pt x="1" y="2116"/>
                    <a:pt x="1" y="2236"/>
                    <a:pt x="60" y="2295"/>
                  </a:cubicBezTo>
                  <a:lnTo>
                    <a:pt x="501" y="2747"/>
                  </a:lnTo>
                  <a:cubicBezTo>
                    <a:pt x="531" y="2771"/>
                    <a:pt x="575" y="2783"/>
                    <a:pt x="620" y="2783"/>
                  </a:cubicBezTo>
                  <a:cubicBezTo>
                    <a:pt x="665" y="2783"/>
                    <a:pt x="709" y="2771"/>
                    <a:pt x="739" y="2747"/>
                  </a:cubicBezTo>
                  <a:cubicBezTo>
                    <a:pt x="799" y="2688"/>
                    <a:pt x="799" y="2569"/>
                    <a:pt x="739" y="2497"/>
                  </a:cubicBezTo>
                  <a:lnTo>
                    <a:pt x="418" y="2176"/>
                  </a:lnTo>
                  <a:lnTo>
                    <a:pt x="2192" y="402"/>
                  </a:lnTo>
                  <a:lnTo>
                    <a:pt x="4668" y="2890"/>
                  </a:lnTo>
                  <a:lnTo>
                    <a:pt x="2906" y="4664"/>
                  </a:lnTo>
                  <a:lnTo>
                    <a:pt x="1322" y="3081"/>
                  </a:lnTo>
                  <a:cubicBezTo>
                    <a:pt x="1293" y="3051"/>
                    <a:pt x="1248" y="3036"/>
                    <a:pt x="1203" y="3036"/>
                  </a:cubicBezTo>
                  <a:cubicBezTo>
                    <a:pt x="1159" y="3036"/>
                    <a:pt x="1114" y="3051"/>
                    <a:pt x="1084" y="3081"/>
                  </a:cubicBezTo>
                  <a:cubicBezTo>
                    <a:pt x="1025" y="3140"/>
                    <a:pt x="1025" y="3259"/>
                    <a:pt x="1084" y="3319"/>
                  </a:cubicBezTo>
                  <a:lnTo>
                    <a:pt x="2787" y="5022"/>
                  </a:lnTo>
                  <a:cubicBezTo>
                    <a:pt x="2817" y="5051"/>
                    <a:pt x="2861" y="5066"/>
                    <a:pt x="2906" y="5066"/>
                  </a:cubicBezTo>
                  <a:cubicBezTo>
                    <a:pt x="2951" y="5066"/>
                    <a:pt x="2995" y="5051"/>
                    <a:pt x="3025" y="5022"/>
                  </a:cubicBezTo>
                  <a:lnTo>
                    <a:pt x="5025" y="3009"/>
                  </a:lnTo>
                  <a:cubicBezTo>
                    <a:pt x="5085" y="2938"/>
                    <a:pt x="5085" y="2831"/>
                    <a:pt x="5025" y="2771"/>
                  </a:cubicBezTo>
                  <a:lnTo>
                    <a:pt x="2311" y="45"/>
                  </a:lnTo>
                  <a:cubicBezTo>
                    <a:pt x="2281" y="15"/>
                    <a:pt x="2236" y="0"/>
                    <a:pt x="2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63"/>
            <p:cNvSpPr/>
            <p:nvPr/>
          </p:nvSpPr>
          <p:spPr>
            <a:xfrm>
              <a:off x="6718229" y="1625179"/>
              <a:ext cx="15227" cy="14239"/>
            </a:xfrm>
            <a:custGeom>
              <a:avLst/>
              <a:gdLst/>
              <a:ahLst/>
              <a:cxnLst/>
              <a:rect l="l" t="t" r="r" b="b"/>
              <a:pathLst>
                <a:path w="478" h="447" extrusionOk="0">
                  <a:moveTo>
                    <a:pt x="180" y="0"/>
                  </a:moveTo>
                  <a:cubicBezTo>
                    <a:pt x="135" y="0"/>
                    <a:pt x="90" y="15"/>
                    <a:pt x="61" y="45"/>
                  </a:cubicBezTo>
                  <a:cubicBezTo>
                    <a:pt x="1" y="105"/>
                    <a:pt x="1" y="224"/>
                    <a:pt x="61" y="283"/>
                  </a:cubicBezTo>
                  <a:lnTo>
                    <a:pt x="180" y="402"/>
                  </a:lnTo>
                  <a:cubicBezTo>
                    <a:pt x="209" y="432"/>
                    <a:pt x="254" y="447"/>
                    <a:pt x="299" y="447"/>
                  </a:cubicBezTo>
                  <a:cubicBezTo>
                    <a:pt x="343" y="447"/>
                    <a:pt x="388" y="432"/>
                    <a:pt x="418" y="402"/>
                  </a:cubicBezTo>
                  <a:cubicBezTo>
                    <a:pt x="477" y="343"/>
                    <a:pt x="477" y="224"/>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63"/>
            <p:cNvSpPr/>
            <p:nvPr/>
          </p:nvSpPr>
          <p:spPr>
            <a:xfrm>
              <a:off x="6712176" y="1588005"/>
              <a:ext cx="16533" cy="14048"/>
            </a:xfrm>
            <a:custGeom>
              <a:avLst/>
              <a:gdLst/>
              <a:ahLst/>
              <a:cxnLst/>
              <a:rect l="l" t="t" r="r" b="b"/>
              <a:pathLst>
                <a:path w="519" h="441" extrusionOk="0">
                  <a:moveTo>
                    <a:pt x="179" y="1"/>
                  </a:moveTo>
                  <a:cubicBezTo>
                    <a:pt x="134" y="1"/>
                    <a:pt x="90" y="16"/>
                    <a:pt x="60" y="45"/>
                  </a:cubicBezTo>
                  <a:cubicBezTo>
                    <a:pt x="0" y="93"/>
                    <a:pt x="0" y="224"/>
                    <a:pt x="60" y="283"/>
                  </a:cubicBezTo>
                  <a:cubicBezTo>
                    <a:pt x="155" y="355"/>
                    <a:pt x="191" y="438"/>
                    <a:pt x="298" y="438"/>
                  </a:cubicBezTo>
                  <a:cubicBezTo>
                    <a:pt x="307" y="440"/>
                    <a:pt x="315" y="440"/>
                    <a:pt x="323" y="440"/>
                  </a:cubicBezTo>
                  <a:cubicBezTo>
                    <a:pt x="460" y="440"/>
                    <a:pt x="518" y="254"/>
                    <a:pt x="417" y="164"/>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63"/>
            <p:cNvSpPr/>
            <p:nvPr/>
          </p:nvSpPr>
          <p:spPr>
            <a:xfrm>
              <a:off x="6744796" y="1555003"/>
              <a:ext cx="16628" cy="14367"/>
            </a:xfrm>
            <a:custGeom>
              <a:avLst/>
              <a:gdLst/>
              <a:ahLst/>
              <a:cxnLst/>
              <a:rect l="l" t="t" r="r" b="b"/>
              <a:pathLst>
                <a:path w="522" h="451" extrusionOk="0">
                  <a:moveTo>
                    <a:pt x="179" y="1"/>
                  </a:moveTo>
                  <a:cubicBezTo>
                    <a:pt x="134" y="1"/>
                    <a:pt x="90" y="16"/>
                    <a:pt x="60" y="45"/>
                  </a:cubicBezTo>
                  <a:cubicBezTo>
                    <a:pt x="0" y="105"/>
                    <a:pt x="0" y="224"/>
                    <a:pt x="60" y="284"/>
                  </a:cubicBezTo>
                  <a:cubicBezTo>
                    <a:pt x="155" y="367"/>
                    <a:pt x="203" y="450"/>
                    <a:pt x="298" y="450"/>
                  </a:cubicBezTo>
                  <a:cubicBezTo>
                    <a:pt x="303" y="451"/>
                    <a:pt x="307" y="451"/>
                    <a:pt x="312" y="451"/>
                  </a:cubicBezTo>
                  <a:cubicBezTo>
                    <a:pt x="457" y="451"/>
                    <a:pt x="521" y="268"/>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63"/>
            <p:cNvSpPr/>
            <p:nvPr/>
          </p:nvSpPr>
          <p:spPr>
            <a:xfrm>
              <a:off x="6750115" y="1593707"/>
              <a:ext cx="15577" cy="13952"/>
            </a:xfrm>
            <a:custGeom>
              <a:avLst/>
              <a:gdLst/>
              <a:ahLst/>
              <a:cxnLst/>
              <a:rect l="l" t="t" r="r" b="b"/>
              <a:pathLst>
                <a:path w="489" h="438" extrusionOk="0">
                  <a:moveTo>
                    <a:pt x="179" y="0"/>
                  </a:moveTo>
                  <a:cubicBezTo>
                    <a:pt x="134" y="0"/>
                    <a:pt x="89" y="15"/>
                    <a:pt x="60" y="45"/>
                  </a:cubicBezTo>
                  <a:cubicBezTo>
                    <a:pt x="0" y="93"/>
                    <a:pt x="0" y="212"/>
                    <a:pt x="60" y="283"/>
                  </a:cubicBezTo>
                  <a:cubicBezTo>
                    <a:pt x="155" y="354"/>
                    <a:pt x="191" y="438"/>
                    <a:pt x="298" y="438"/>
                  </a:cubicBezTo>
                  <a:cubicBezTo>
                    <a:pt x="345" y="438"/>
                    <a:pt x="393" y="426"/>
                    <a:pt x="417" y="402"/>
                  </a:cubicBezTo>
                  <a:cubicBezTo>
                    <a:pt x="488" y="319"/>
                    <a:pt x="488" y="212"/>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63"/>
            <p:cNvSpPr/>
            <p:nvPr/>
          </p:nvSpPr>
          <p:spPr>
            <a:xfrm>
              <a:off x="6782353" y="1561852"/>
              <a:ext cx="16692" cy="14335"/>
            </a:xfrm>
            <a:custGeom>
              <a:avLst/>
              <a:gdLst/>
              <a:ahLst/>
              <a:cxnLst/>
              <a:rect l="l" t="t" r="r" b="b"/>
              <a:pathLst>
                <a:path w="524" h="450" extrusionOk="0">
                  <a:moveTo>
                    <a:pt x="179" y="0"/>
                  </a:moveTo>
                  <a:cubicBezTo>
                    <a:pt x="134" y="0"/>
                    <a:pt x="89" y="15"/>
                    <a:pt x="60" y="45"/>
                  </a:cubicBezTo>
                  <a:cubicBezTo>
                    <a:pt x="0" y="104"/>
                    <a:pt x="0" y="223"/>
                    <a:pt x="60" y="283"/>
                  </a:cubicBezTo>
                  <a:cubicBezTo>
                    <a:pt x="155" y="354"/>
                    <a:pt x="179" y="450"/>
                    <a:pt x="298" y="450"/>
                  </a:cubicBezTo>
                  <a:cubicBezTo>
                    <a:pt x="453" y="450"/>
                    <a:pt x="524" y="271"/>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63"/>
            <p:cNvSpPr/>
            <p:nvPr/>
          </p:nvSpPr>
          <p:spPr>
            <a:xfrm>
              <a:off x="6884735" y="1791686"/>
              <a:ext cx="15227" cy="14239"/>
            </a:xfrm>
            <a:custGeom>
              <a:avLst/>
              <a:gdLst/>
              <a:ahLst/>
              <a:cxnLst/>
              <a:rect l="l" t="t" r="r" b="b"/>
              <a:pathLst>
                <a:path w="478" h="447" extrusionOk="0">
                  <a:moveTo>
                    <a:pt x="179" y="0"/>
                  </a:moveTo>
                  <a:cubicBezTo>
                    <a:pt x="135" y="0"/>
                    <a:pt x="90" y="15"/>
                    <a:pt x="60" y="45"/>
                  </a:cubicBezTo>
                  <a:cubicBezTo>
                    <a:pt x="1" y="104"/>
                    <a:pt x="1" y="224"/>
                    <a:pt x="60" y="283"/>
                  </a:cubicBezTo>
                  <a:lnTo>
                    <a:pt x="179" y="402"/>
                  </a:lnTo>
                  <a:cubicBezTo>
                    <a:pt x="209" y="432"/>
                    <a:pt x="254" y="447"/>
                    <a:pt x="298" y="447"/>
                  </a:cubicBezTo>
                  <a:cubicBezTo>
                    <a:pt x="343" y="447"/>
                    <a:pt x="388" y="432"/>
                    <a:pt x="418" y="402"/>
                  </a:cubicBezTo>
                  <a:cubicBezTo>
                    <a:pt x="477" y="343"/>
                    <a:pt x="477" y="224"/>
                    <a:pt x="418" y="164"/>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63"/>
            <p:cNvSpPr/>
            <p:nvPr/>
          </p:nvSpPr>
          <p:spPr>
            <a:xfrm>
              <a:off x="6922292" y="1797738"/>
              <a:ext cx="15195" cy="14271"/>
            </a:xfrm>
            <a:custGeom>
              <a:avLst/>
              <a:gdLst/>
              <a:ahLst/>
              <a:cxnLst/>
              <a:rect l="l" t="t" r="r" b="b"/>
              <a:pathLst>
                <a:path w="477" h="448" extrusionOk="0">
                  <a:moveTo>
                    <a:pt x="179" y="1"/>
                  </a:moveTo>
                  <a:cubicBezTo>
                    <a:pt x="134" y="1"/>
                    <a:pt x="90" y="16"/>
                    <a:pt x="60" y="45"/>
                  </a:cubicBezTo>
                  <a:cubicBezTo>
                    <a:pt x="1" y="105"/>
                    <a:pt x="1" y="224"/>
                    <a:pt x="60" y="284"/>
                  </a:cubicBezTo>
                  <a:lnTo>
                    <a:pt x="179" y="403"/>
                  </a:lnTo>
                  <a:cubicBezTo>
                    <a:pt x="209" y="432"/>
                    <a:pt x="254" y="447"/>
                    <a:pt x="298" y="447"/>
                  </a:cubicBezTo>
                  <a:cubicBezTo>
                    <a:pt x="343" y="447"/>
                    <a:pt x="387" y="432"/>
                    <a:pt x="417" y="403"/>
                  </a:cubicBezTo>
                  <a:cubicBezTo>
                    <a:pt x="477" y="343"/>
                    <a:pt x="477" y="224"/>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63"/>
            <p:cNvSpPr/>
            <p:nvPr/>
          </p:nvSpPr>
          <p:spPr>
            <a:xfrm>
              <a:off x="6954911" y="1765118"/>
              <a:ext cx="15195" cy="14271"/>
            </a:xfrm>
            <a:custGeom>
              <a:avLst/>
              <a:gdLst/>
              <a:ahLst/>
              <a:cxnLst/>
              <a:rect l="l" t="t" r="r" b="b"/>
              <a:pathLst>
                <a:path w="477" h="448" extrusionOk="0">
                  <a:moveTo>
                    <a:pt x="179" y="1"/>
                  </a:moveTo>
                  <a:cubicBezTo>
                    <a:pt x="134" y="1"/>
                    <a:pt x="90" y="16"/>
                    <a:pt x="60" y="46"/>
                  </a:cubicBezTo>
                  <a:cubicBezTo>
                    <a:pt x="0" y="105"/>
                    <a:pt x="0" y="224"/>
                    <a:pt x="60" y="284"/>
                  </a:cubicBezTo>
                  <a:lnTo>
                    <a:pt x="179" y="403"/>
                  </a:lnTo>
                  <a:cubicBezTo>
                    <a:pt x="209" y="432"/>
                    <a:pt x="253" y="447"/>
                    <a:pt x="298" y="447"/>
                  </a:cubicBezTo>
                  <a:cubicBezTo>
                    <a:pt x="343" y="447"/>
                    <a:pt x="387" y="432"/>
                    <a:pt x="417" y="403"/>
                  </a:cubicBezTo>
                  <a:cubicBezTo>
                    <a:pt x="477" y="343"/>
                    <a:pt x="477" y="224"/>
                    <a:pt x="417" y="165"/>
                  </a:cubicBezTo>
                  <a:lnTo>
                    <a:pt x="298" y="46"/>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63"/>
            <p:cNvSpPr/>
            <p:nvPr/>
          </p:nvSpPr>
          <p:spPr>
            <a:xfrm>
              <a:off x="6916590" y="1759831"/>
              <a:ext cx="16724" cy="14335"/>
            </a:xfrm>
            <a:custGeom>
              <a:avLst/>
              <a:gdLst/>
              <a:ahLst/>
              <a:cxnLst/>
              <a:rect l="l" t="t" r="r" b="b"/>
              <a:pathLst>
                <a:path w="525" h="450" extrusionOk="0">
                  <a:moveTo>
                    <a:pt x="180" y="0"/>
                  </a:moveTo>
                  <a:cubicBezTo>
                    <a:pt x="135" y="0"/>
                    <a:pt x="90" y="15"/>
                    <a:pt x="60" y="45"/>
                  </a:cubicBezTo>
                  <a:cubicBezTo>
                    <a:pt x="1" y="104"/>
                    <a:pt x="1" y="223"/>
                    <a:pt x="60" y="283"/>
                  </a:cubicBezTo>
                  <a:cubicBezTo>
                    <a:pt x="144" y="366"/>
                    <a:pt x="191" y="450"/>
                    <a:pt x="299" y="450"/>
                  </a:cubicBezTo>
                  <a:cubicBezTo>
                    <a:pt x="441" y="450"/>
                    <a:pt x="525" y="271"/>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63"/>
            <p:cNvSpPr/>
            <p:nvPr/>
          </p:nvSpPr>
          <p:spPr>
            <a:xfrm>
              <a:off x="6948477" y="1727593"/>
              <a:ext cx="16979" cy="14367"/>
            </a:xfrm>
            <a:custGeom>
              <a:avLst/>
              <a:gdLst/>
              <a:ahLst/>
              <a:cxnLst/>
              <a:rect l="l" t="t" r="r" b="b"/>
              <a:pathLst>
                <a:path w="533" h="451" extrusionOk="0">
                  <a:moveTo>
                    <a:pt x="179" y="0"/>
                  </a:moveTo>
                  <a:cubicBezTo>
                    <a:pt x="134" y="0"/>
                    <a:pt x="89" y="15"/>
                    <a:pt x="60" y="45"/>
                  </a:cubicBezTo>
                  <a:cubicBezTo>
                    <a:pt x="0" y="104"/>
                    <a:pt x="0" y="223"/>
                    <a:pt x="60" y="283"/>
                  </a:cubicBezTo>
                  <a:cubicBezTo>
                    <a:pt x="143" y="366"/>
                    <a:pt x="191" y="450"/>
                    <a:pt x="298" y="450"/>
                  </a:cubicBezTo>
                  <a:cubicBezTo>
                    <a:pt x="302" y="450"/>
                    <a:pt x="306" y="450"/>
                    <a:pt x="310" y="450"/>
                  </a:cubicBezTo>
                  <a:cubicBezTo>
                    <a:pt x="446" y="450"/>
                    <a:pt x="532" y="268"/>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7" name="Google Shape;10107;p63"/>
          <p:cNvGrpSpPr/>
          <p:nvPr/>
        </p:nvGrpSpPr>
        <p:grpSpPr>
          <a:xfrm>
            <a:off x="5746938" y="1362503"/>
            <a:ext cx="387261" cy="280356"/>
            <a:chOff x="5746938" y="1543503"/>
            <a:chExt cx="387261" cy="280356"/>
          </a:xfrm>
        </p:grpSpPr>
        <p:sp>
          <p:nvSpPr>
            <p:cNvPr id="10108" name="Google Shape;10108;p63"/>
            <p:cNvSpPr/>
            <p:nvPr/>
          </p:nvSpPr>
          <p:spPr>
            <a:xfrm>
              <a:off x="5746938" y="1543503"/>
              <a:ext cx="186256" cy="279591"/>
            </a:xfrm>
            <a:custGeom>
              <a:avLst/>
              <a:gdLst/>
              <a:ahLst/>
              <a:cxnLst/>
              <a:rect l="l" t="t" r="r" b="b"/>
              <a:pathLst>
                <a:path w="5847" h="8777" extrusionOk="0">
                  <a:moveTo>
                    <a:pt x="2712" y="1"/>
                  </a:moveTo>
                  <a:cubicBezTo>
                    <a:pt x="2459" y="1"/>
                    <a:pt x="2198" y="57"/>
                    <a:pt x="1941" y="180"/>
                  </a:cubicBezTo>
                  <a:cubicBezTo>
                    <a:pt x="1846" y="228"/>
                    <a:pt x="1822" y="335"/>
                    <a:pt x="1857" y="406"/>
                  </a:cubicBezTo>
                  <a:cubicBezTo>
                    <a:pt x="1889" y="470"/>
                    <a:pt x="1947" y="502"/>
                    <a:pt x="2004" y="502"/>
                  </a:cubicBezTo>
                  <a:cubicBezTo>
                    <a:pt x="2032" y="502"/>
                    <a:pt x="2060" y="494"/>
                    <a:pt x="2084" y="478"/>
                  </a:cubicBezTo>
                  <a:cubicBezTo>
                    <a:pt x="2292" y="377"/>
                    <a:pt x="2506" y="331"/>
                    <a:pt x="2712" y="331"/>
                  </a:cubicBezTo>
                  <a:cubicBezTo>
                    <a:pt x="3746" y="331"/>
                    <a:pt x="4616" y="1478"/>
                    <a:pt x="3882" y="2609"/>
                  </a:cubicBezTo>
                  <a:cubicBezTo>
                    <a:pt x="3751" y="2823"/>
                    <a:pt x="3751" y="3085"/>
                    <a:pt x="3882" y="3312"/>
                  </a:cubicBezTo>
                  <a:cubicBezTo>
                    <a:pt x="3989" y="3490"/>
                    <a:pt x="3989" y="3728"/>
                    <a:pt x="3882" y="3907"/>
                  </a:cubicBezTo>
                  <a:cubicBezTo>
                    <a:pt x="3751" y="4109"/>
                    <a:pt x="3739" y="4383"/>
                    <a:pt x="3905" y="4633"/>
                  </a:cubicBezTo>
                  <a:cubicBezTo>
                    <a:pt x="4108" y="4967"/>
                    <a:pt x="4203" y="5359"/>
                    <a:pt x="4108" y="5752"/>
                  </a:cubicBezTo>
                  <a:cubicBezTo>
                    <a:pt x="3962" y="6482"/>
                    <a:pt x="3341" y="6887"/>
                    <a:pt x="2712" y="6887"/>
                  </a:cubicBezTo>
                  <a:cubicBezTo>
                    <a:pt x="2264" y="6887"/>
                    <a:pt x="1811" y="6682"/>
                    <a:pt x="1524" y="6241"/>
                  </a:cubicBezTo>
                  <a:cubicBezTo>
                    <a:pt x="393" y="4562"/>
                    <a:pt x="357" y="2704"/>
                    <a:pt x="1524" y="954"/>
                  </a:cubicBezTo>
                  <a:cubicBezTo>
                    <a:pt x="1560" y="883"/>
                    <a:pt x="1548" y="776"/>
                    <a:pt x="1476" y="716"/>
                  </a:cubicBezTo>
                  <a:cubicBezTo>
                    <a:pt x="1451" y="703"/>
                    <a:pt x="1421" y="697"/>
                    <a:pt x="1390" y="697"/>
                  </a:cubicBezTo>
                  <a:cubicBezTo>
                    <a:pt x="1334" y="697"/>
                    <a:pt x="1276" y="718"/>
                    <a:pt x="1238" y="764"/>
                  </a:cubicBezTo>
                  <a:cubicBezTo>
                    <a:pt x="48" y="2562"/>
                    <a:pt x="0" y="4562"/>
                    <a:pt x="1238" y="6419"/>
                  </a:cubicBezTo>
                  <a:cubicBezTo>
                    <a:pt x="1594" y="6958"/>
                    <a:pt x="2149" y="7209"/>
                    <a:pt x="2700" y="7209"/>
                  </a:cubicBezTo>
                  <a:cubicBezTo>
                    <a:pt x="3477" y="7209"/>
                    <a:pt x="4246" y="6710"/>
                    <a:pt x="4441" y="5812"/>
                  </a:cubicBezTo>
                  <a:cubicBezTo>
                    <a:pt x="4524" y="5348"/>
                    <a:pt x="4453" y="4871"/>
                    <a:pt x="4167" y="4407"/>
                  </a:cubicBezTo>
                  <a:cubicBezTo>
                    <a:pt x="4108" y="4312"/>
                    <a:pt x="4108" y="4169"/>
                    <a:pt x="4167" y="4074"/>
                  </a:cubicBezTo>
                  <a:cubicBezTo>
                    <a:pt x="4215" y="3990"/>
                    <a:pt x="4239" y="3919"/>
                    <a:pt x="4274" y="3847"/>
                  </a:cubicBezTo>
                  <a:lnTo>
                    <a:pt x="4477" y="3847"/>
                  </a:lnTo>
                  <a:cubicBezTo>
                    <a:pt x="5060" y="3847"/>
                    <a:pt x="5525" y="4312"/>
                    <a:pt x="5525" y="4883"/>
                  </a:cubicBezTo>
                  <a:lnTo>
                    <a:pt x="5525" y="8610"/>
                  </a:lnTo>
                  <a:cubicBezTo>
                    <a:pt x="5525" y="8693"/>
                    <a:pt x="5596" y="8777"/>
                    <a:pt x="5691" y="8777"/>
                  </a:cubicBezTo>
                  <a:cubicBezTo>
                    <a:pt x="5775" y="8777"/>
                    <a:pt x="5846" y="8693"/>
                    <a:pt x="5846" y="8610"/>
                  </a:cubicBezTo>
                  <a:lnTo>
                    <a:pt x="5846" y="4883"/>
                  </a:lnTo>
                  <a:cubicBezTo>
                    <a:pt x="5834" y="4240"/>
                    <a:pt x="5346" y="3681"/>
                    <a:pt x="4703" y="3550"/>
                  </a:cubicBezTo>
                  <a:cubicBezTo>
                    <a:pt x="5120" y="3419"/>
                    <a:pt x="5429" y="2966"/>
                    <a:pt x="5429" y="2454"/>
                  </a:cubicBezTo>
                  <a:lnTo>
                    <a:pt x="5429" y="2228"/>
                  </a:lnTo>
                  <a:cubicBezTo>
                    <a:pt x="5429" y="2133"/>
                    <a:pt x="5358" y="2061"/>
                    <a:pt x="5275" y="2061"/>
                  </a:cubicBezTo>
                  <a:cubicBezTo>
                    <a:pt x="5179" y="2061"/>
                    <a:pt x="5108" y="2133"/>
                    <a:pt x="5108" y="2228"/>
                  </a:cubicBezTo>
                  <a:lnTo>
                    <a:pt x="5108" y="2454"/>
                  </a:lnTo>
                  <a:cubicBezTo>
                    <a:pt x="5108" y="2895"/>
                    <a:pt x="4810" y="3264"/>
                    <a:pt x="4453" y="3264"/>
                  </a:cubicBezTo>
                  <a:lnTo>
                    <a:pt x="4215" y="3264"/>
                  </a:lnTo>
                  <a:cubicBezTo>
                    <a:pt x="4203" y="3228"/>
                    <a:pt x="4179" y="3181"/>
                    <a:pt x="4167" y="3145"/>
                  </a:cubicBezTo>
                  <a:cubicBezTo>
                    <a:pt x="4108" y="3050"/>
                    <a:pt x="4096" y="2907"/>
                    <a:pt x="4167" y="2812"/>
                  </a:cubicBezTo>
                  <a:cubicBezTo>
                    <a:pt x="5052" y="1439"/>
                    <a:pt x="3994" y="1"/>
                    <a:pt x="27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63"/>
            <p:cNvSpPr/>
            <p:nvPr/>
          </p:nvSpPr>
          <p:spPr>
            <a:xfrm>
              <a:off x="5949090" y="1543949"/>
              <a:ext cx="185109" cy="279910"/>
            </a:xfrm>
            <a:custGeom>
              <a:avLst/>
              <a:gdLst/>
              <a:ahLst/>
              <a:cxnLst/>
              <a:rect l="l" t="t" r="r" b="b"/>
              <a:pathLst>
                <a:path w="5811" h="8787" extrusionOk="0">
                  <a:moveTo>
                    <a:pt x="3104" y="0"/>
                  </a:moveTo>
                  <a:cubicBezTo>
                    <a:pt x="1830" y="0"/>
                    <a:pt x="786" y="1434"/>
                    <a:pt x="1667" y="2809"/>
                  </a:cubicBezTo>
                  <a:cubicBezTo>
                    <a:pt x="1727" y="2917"/>
                    <a:pt x="1727" y="3048"/>
                    <a:pt x="1667" y="3155"/>
                  </a:cubicBezTo>
                  <a:cubicBezTo>
                    <a:pt x="1643" y="3179"/>
                    <a:pt x="1631" y="3226"/>
                    <a:pt x="1619" y="3274"/>
                  </a:cubicBezTo>
                  <a:lnTo>
                    <a:pt x="1381" y="3274"/>
                  </a:lnTo>
                  <a:cubicBezTo>
                    <a:pt x="1024" y="3274"/>
                    <a:pt x="726" y="2893"/>
                    <a:pt x="726" y="2452"/>
                  </a:cubicBezTo>
                  <a:lnTo>
                    <a:pt x="726" y="2226"/>
                  </a:lnTo>
                  <a:cubicBezTo>
                    <a:pt x="726" y="2143"/>
                    <a:pt x="655" y="2059"/>
                    <a:pt x="560" y="2059"/>
                  </a:cubicBezTo>
                  <a:cubicBezTo>
                    <a:pt x="476" y="2059"/>
                    <a:pt x="393" y="2143"/>
                    <a:pt x="393" y="2226"/>
                  </a:cubicBezTo>
                  <a:lnTo>
                    <a:pt x="393" y="2452"/>
                  </a:lnTo>
                  <a:cubicBezTo>
                    <a:pt x="393" y="2976"/>
                    <a:pt x="714" y="3417"/>
                    <a:pt x="1131" y="3548"/>
                  </a:cubicBezTo>
                  <a:cubicBezTo>
                    <a:pt x="488" y="3667"/>
                    <a:pt x="0" y="4238"/>
                    <a:pt x="0" y="4905"/>
                  </a:cubicBezTo>
                  <a:lnTo>
                    <a:pt x="0" y="8632"/>
                  </a:lnTo>
                  <a:cubicBezTo>
                    <a:pt x="0" y="8715"/>
                    <a:pt x="72" y="8786"/>
                    <a:pt x="155" y="8786"/>
                  </a:cubicBezTo>
                  <a:cubicBezTo>
                    <a:pt x="250" y="8786"/>
                    <a:pt x="322" y="8715"/>
                    <a:pt x="322" y="8632"/>
                  </a:cubicBezTo>
                  <a:lnTo>
                    <a:pt x="322" y="4905"/>
                  </a:lnTo>
                  <a:cubicBezTo>
                    <a:pt x="322" y="4322"/>
                    <a:pt x="786" y="3869"/>
                    <a:pt x="1369" y="3869"/>
                  </a:cubicBezTo>
                  <a:lnTo>
                    <a:pt x="1572" y="3869"/>
                  </a:lnTo>
                  <a:cubicBezTo>
                    <a:pt x="1584" y="3941"/>
                    <a:pt x="1631" y="4024"/>
                    <a:pt x="1679" y="4083"/>
                  </a:cubicBezTo>
                  <a:cubicBezTo>
                    <a:pt x="1738" y="4191"/>
                    <a:pt x="1750" y="4322"/>
                    <a:pt x="1667" y="4464"/>
                  </a:cubicBezTo>
                  <a:cubicBezTo>
                    <a:pt x="893" y="5631"/>
                    <a:pt x="1679" y="7227"/>
                    <a:pt x="3120" y="7227"/>
                  </a:cubicBezTo>
                  <a:cubicBezTo>
                    <a:pt x="3715" y="7227"/>
                    <a:pt x="4263" y="6929"/>
                    <a:pt x="4596" y="6441"/>
                  </a:cubicBezTo>
                  <a:cubicBezTo>
                    <a:pt x="5787" y="4643"/>
                    <a:pt x="5810" y="2643"/>
                    <a:pt x="4584" y="785"/>
                  </a:cubicBezTo>
                  <a:cubicBezTo>
                    <a:pt x="4553" y="739"/>
                    <a:pt x="4497" y="708"/>
                    <a:pt x="4439" y="708"/>
                  </a:cubicBezTo>
                  <a:cubicBezTo>
                    <a:pt x="4407" y="708"/>
                    <a:pt x="4375" y="717"/>
                    <a:pt x="4346" y="738"/>
                  </a:cubicBezTo>
                  <a:cubicBezTo>
                    <a:pt x="4263" y="785"/>
                    <a:pt x="4239" y="881"/>
                    <a:pt x="4298" y="976"/>
                  </a:cubicBezTo>
                  <a:cubicBezTo>
                    <a:pt x="5429" y="2667"/>
                    <a:pt x="5441" y="4524"/>
                    <a:pt x="4298" y="6262"/>
                  </a:cubicBezTo>
                  <a:cubicBezTo>
                    <a:pt x="4024" y="6667"/>
                    <a:pt x="3584" y="6905"/>
                    <a:pt x="3108" y="6905"/>
                  </a:cubicBezTo>
                  <a:cubicBezTo>
                    <a:pt x="1988" y="6905"/>
                    <a:pt x="1274" y="5667"/>
                    <a:pt x="1941" y="4619"/>
                  </a:cubicBezTo>
                  <a:cubicBezTo>
                    <a:pt x="2084" y="4417"/>
                    <a:pt x="2084" y="4131"/>
                    <a:pt x="1941" y="3905"/>
                  </a:cubicBezTo>
                  <a:cubicBezTo>
                    <a:pt x="1846" y="3726"/>
                    <a:pt x="1846" y="3488"/>
                    <a:pt x="1941" y="3310"/>
                  </a:cubicBezTo>
                  <a:cubicBezTo>
                    <a:pt x="2084" y="3095"/>
                    <a:pt x="2084" y="2821"/>
                    <a:pt x="1941" y="2619"/>
                  </a:cubicBezTo>
                  <a:cubicBezTo>
                    <a:pt x="1229" y="1492"/>
                    <a:pt x="2069" y="332"/>
                    <a:pt x="3103" y="332"/>
                  </a:cubicBezTo>
                  <a:cubicBezTo>
                    <a:pt x="3315" y="332"/>
                    <a:pt x="3534" y="381"/>
                    <a:pt x="3751" y="488"/>
                  </a:cubicBezTo>
                  <a:cubicBezTo>
                    <a:pt x="3774" y="501"/>
                    <a:pt x="3798" y="507"/>
                    <a:pt x="3822" y="507"/>
                  </a:cubicBezTo>
                  <a:cubicBezTo>
                    <a:pt x="3882" y="507"/>
                    <a:pt x="3939" y="468"/>
                    <a:pt x="3965" y="416"/>
                  </a:cubicBezTo>
                  <a:cubicBezTo>
                    <a:pt x="4013" y="321"/>
                    <a:pt x="3965" y="238"/>
                    <a:pt x="3893" y="190"/>
                  </a:cubicBezTo>
                  <a:cubicBezTo>
                    <a:pt x="3630" y="59"/>
                    <a:pt x="3362" y="0"/>
                    <a:pt x="31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0" name="Google Shape;10110;p63"/>
          <p:cNvGrpSpPr/>
          <p:nvPr/>
        </p:nvGrpSpPr>
        <p:grpSpPr>
          <a:xfrm>
            <a:off x="6196730" y="1344346"/>
            <a:ext cx="369072" cy="317467"/>
            <a:chOff x="6196730" y="1525346"/>
            <a:chExt cx="369072" cy="317467"/>
          </a:xfrm>
        </p:grpSpPr>
        <p:sp>
          <p:nvSpPr>
            <p:cNvPr id="10111" name="Google Shape;10111;p63"/>
            <p:cNvSpPr/>
            <p:nvPr/>
          </p:nvSpPr>
          <p:spPr>
            <a:xfrm>
              <a:off x="6285478" y="1697140"/>
              <a:ext cx="193870" cy="145673"/>
            </a:xfrm>
            <a:custGeom>
              <a:avLst/>
              <a:gdLst/>
              <a:ahLst/>
              <a:cxnLst/>
              <a:rect l="l" t="t" r="r" b="b"/>
              <a:pathLst>
                <a:path w="6086" h="4573" extrusionOk="0">
                  <a:moveTo>
                    <a:pt x="2972" y="1"/>
                  </a:moveTo>
                  <a:cubicBezTo>
                    <a:pt x="2790" y="1"/>
                    <a:pt x="2608" y="72"/>
                    <a:pt x="2477" y="215"/>
                  </a:cubicBezTo>
                  <a:cubicBezTo>
                    <a:pt x="1580" y="1144"/>
                    <a:pt x="674" y="1192"/>
                    <a:pt x="471" y="1192"/>
                  </a:cubicBezTo>
                  <a:cubicBezTo>
                    <a:pt x="447" y="1192"/>
                    <a:pt x="433" y="1191"/>
                    <a:pt x="430" y="1191"/>
                  </a:cubicBezTo>
                  <a:cubicBezTo>
                    <a:pt x="346" y="1191"/>
                    <a:pt x="275" y="1275"/>
                    <a:pt x="275" y="1358"/>
                  </a:cubicBezTo>
                  <a:cubicBezTo>
                    <a:pt x="275" y="1453"/>
                    <a:pt x="346" y="1525"/>
                    <a:pt x="430" y="1525"/>
                  </a:cubicBezTo>
                  <a:cubicBezTo>
                    <a:pt x="430" y="1525"/>
                    <a:pt x="608" y="1525"/>
                    <a:pt x="846" y="1501"/>
                  </a:cubicBezTo>
                  <a:lnTo>
                    <a:pt x="846" y="1501"/>
                  </a:lnTo>
                  <a:cubicBezTo>
                    <a:pt x="822" y="1691"/>
                    <a:pt x="751" y="1953"/>
                    <a:pt x="465" y="2037"/>
                  </a:cubicBezTo>
                  <a:cubicBezTo>
                    <a:pt x="268" y="2070"/>
                    <a:pt x="303" y="2365"/>
                    <a:pt x="486" y="2365"/>
                  </a:cubicBezTo>
                  <a:cubicBezTo>
                    <a:pt x="502" y="2365"/>
                    <a:pt x="519" y="2363"/>
                    <a:pt x="537" y="2358"/>
                  </a:cubicBezTo>
                  <a:cubicBezTo>
                    <a:pt x="1025" y="2239"/>
                    <a:pt x="1180" y="1751"/>
                    <a:pt x="1203" y="1418"/>
                  </a:cubicBezTo>
                  <a:cubicBezTo>
                    <a:pt x="1346" y="1382"/>
                    <a:pt x="1489" y="1334"/>
                    <a:pt x="1620" y="1275"/>
                  </a:cubicBezTo>
                  <a:cubicBezTo>
                    <a:pt x="1620" y="1275"/>
                    <a:pt x="1906" y="1120"/>
                    <a:pt x="1954" y="1096"/>
                  </a:cubicBezTo>
                  <a:cubicBezTo>
                    <a:pt x="2044" y="2566"/>
                    <a:pt x="2059" y="2743"/>
                    <a:pt x="2061" y="2760"/>
                  </a:cubicBezTo>
                  <a:lnTo>
                    <a:pt x="2061" y="2760"/>
                  </a:lnTo>
                  <a:cubicBezTo>
                    <a:pt x="2061" y="2760"/>
                    <a:pt x="2061" y="2761"/>
                    <a:pt x="2061" y="2763"/>
                  </a:cubicBezTo>
                  <a:cubicBezTo>
                    <a:pt x="2120" y="3549"/>
                    <a:pt x="1501" y="4239"/>
                    <a:pt x="703" y="4239"/>
                  </a:cubicBezTo>
                  <a:lnTo>
                    <a:pt x="168" y="4239"/>
                  </a:lnTo>
                  <a:cubicBezTo>
                    <a:pt x="72" y="4239"/>
                    <a:pt x="1" y="4311"/>
                    <a:pt x="1" y="4394"/>
                  </a:cubicBezTo>
                  <a:cubicBezTo>
                    <a:pt x="1" y="4489"/>
                    <a:pt x="72" y="4561"/>
                    <a:pt x="168" y="4561"/>
                  </a:cubicBezTo>
                  <a:lnTo>
                    <a:pt x="703" y="4561"/>
                  </a:lnTo>
                  <a:cubicBezTo>
                    <a:pt x="1680" y="4561"/>
                    <a:pt x="2477" y="3715"/>
                    <a:pt x="2394" y="2727"/>
                  </a:cubicBezTo>
                  <a:lnTo>
                    <a:pt x="2275" y="858"/>
                  </a:lnTo>
                  <a:cubicBezTo>
                    <a:pt x="2442" y="739"/>
                    <a:pt x="2597" y="608"/>
                    <a:pt x="2739" y="441"/>
                  </a:cubicBezTo>
                  <a:cubicBezTo>
                    <a:pt x="2799" y="370"/>
                    <a:pt x="2906" y="334"/>
                    <a:pt x="2989" y="334"/>
                  </a:cubicBezTo>
                  <a:cubicBezTo>
                    <a:pt x="3228" y="334"/>
                    <a:pt x="3216" y="489"/>
                    <a:pt x="3740" y="882"/>
                  </a:cubicBezTo>
                  <a:lnTo>
                    <a:pt x="3620" y="2751"/>
                  </a:lnTo>
                  <a:cubicBezTo>
                    <a:pt x="3573" y="3215"/>
                    <a:pt x="3740" y="3680"/>
                    <a:pt x="4061" y="4025"/>
                  </a:cubicBezTo>
                  <a:cubicBezTo>
                    <a:pt x="4382" y="4370"/>
                    <a:pt x="4835" y="4573"/>
                    <a:pt x="5311" y="4573"/>
                  </a:cubicBezTo>
                  <a:lnTo>
                    <a:pt x="5930" y="4573"/>
                  </a:lnTo>
                  <a:cubicBezTo>
                    <a:pt x="6014" y="4573"/>
                    <a:pt x="6085" y="4501"/>
                    <a:pt x="6085" y="4406"/>
                  </a:cubicBezTo>
                  <a:cubicBezTo>
                    <a:pt x="6049" y="4311"/>
                    <a:pt x="5966" y="4239"/>
                    <a:pt x="5883" y="4239"/>
                  </a:cubicBezTo>
                  <a:lnTo>
                    <a:pt x="5275" y="4239"/>
                  </a:lnTo>
                  <a:cubicBezTo>
                    <a:pt x="4883" y="4239"/>
                    <a:pt x="4525" y="4085"/>
                    <a:pt x="4275" y="3799"/>
                  </a:cubicBezTo>
                  <a:cubicBezTo>
                    <a:pt x="4025" y="3537"/>
                    <a:pt x="3906" y="3192"/>
                    <a:pt x="3918" y="2763"/>
                  </a:cubicBezTo>
                  <a:lnTo>
                    <a:pt x="4025" y="1108"/>
                  </a:lnTo>
                  <a:lnTo>
                    <a:pt x="4204" y="1203"/>
                  </a:lnTo>
                  <a:cubicBezTo>
                    <a:pt x="4335" y="1275"/>
                    <a:pt x="4478" y="1346"/>
                    <a:pt x="4716" y="1406"/>
                  </a:cubicBezTo>
                  <a:cubicBezTo>
                    <a:pt x="4740" y="1727"/>
                    <a:pt x="4883" y="2239"/>
                    <a:pt x="5394" y="2346"/>
                  </a:cubicBezTo>
                  <a:cubicBezTo>
                    <a:pt x="5409" y="2349"/>
                    <a:pt x="5422" y="2351"/>
                    <a:pt x="5435" y="2351"/>
                  </a:cubicBezTo>
                  <a:cubicBezTo>
                    <a:pt x="5616" y="2351"/>
                    <a:pt x="5655" y="2057"/>
                    <a:pt x="5466" y="2013"/>
                  </a:cubicBezTo>
                  <a:cubicBezTo>
                    <a:pt x="5180" y="1953"/>
                    <a:pt x="5097" y="1679"/>
                    <a:pt x="5073" y="1477"/>
                  </a:cubicBezTo>
                  <a:lnTo>
                    <a:pt x="5073" y="1477"/>
                  </a:lnTo>
                  <a:cubicBezTo>
                    <a:pt x="5311" y="1525"/>
                    <a:pt x="5514" y="1525"/>
                    <a:pt x="5514" y="1525"/>
                  </a:cubicBezTo>
                  <a:cubicBezTo>
                    <a:pt x="5597" y="1525"/>
                    <a:pt x="5668" y="1453"/>
                    <a:pt x="5668" y="1358"/>
                  </a:cubicBezTo>
                  <a:cubicBezTo>
                    <a:pt x="5668" y="1275"/>
                    <a:pt x="5597" y="1191"/>
                    <a:pt x="5514" y="1191"/>
                  </a:cubicBezTo>
                  <a:cubicBezTo>
                    <a:pt x="4752" y="1179"/>
                    <a:pt x="4025" y="798"/>
                    <a:pt x="3466" y="215"/>
                  </a:cubicBezTo>
                  <a:cubicBezTo>
                    <a:pt x="3335" y="72"/>
                    <a:pt x="3153" y="1"/>
                    <a:pt x="2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63"/>
            <p:cNvSpPr/>
            <p:nvPr/>
          </p:nvSpPr>
          <p:spPr>
            <a:xfrm>
              <a:off x="6391301" y="1525346"/>
              <a:ext cx="174502" cy="317467"/>
            </a:xfrm>
            <a:custGeom>
              <a:avLst/>
              <a:gdLst/>
              <a:ahLst/>
              <a:cxnLst/>
              <a:rect l="l" t="t" r="r" b="b"/>
              <a:pathLst>
                <a:path w="5478" h="9966" extrusionOk="0">
                  <a:moveTo>
                    <a:pt x="156" y="0"/>
                  </a:moveTo>
                  <a:cubicBezTo>
                    <a:pt x="72" y="0"/>
                    <a:pt x="1" y="72"/>
                    <a:pt x="1" y="167"/>
                  </a:cubicBezTo>
                  <a:lnTo>
                    <a:pt x="1" y="3941"/>
                  </a:lnTo>
                  <a:cubicBezTo>
                    <a:pt x="1" y="4120"/>
                    <a:pt x="37" y="4310"/>
                    <a:pt x="144" y="4465"/>
                  </a:cubicBezTo>
                  <a:cubicBezTo>
                    <a:pt x="263" y="4656"/>
                    <a:pt x="441" y="4894"/>
                    <a:pt x="560" y="5025"/>
                  </a:cubicBezTo>
                  <a:cubicBezTo>
                    <a:pt x="822" y="5322"/>
                    <a:pt x="1072" y="5501"/>
                    <a:pt x="1322" y="5656"/>
                  </a:cubicBezTo>
                  <a:cubicBezTo>
                    <a:pt x="1334" y="5656"/>
                    <a:pt x="1334" y="5668"/>
                    <a:pt x="1346" y="5668"/>
                  </a:cubicBezTo>
                  <a:cubicBezTo>
                    <a:pt x="1346" y="5668"/>
                    <a:pt x="1394" y="5679"/>
                    <a:pt x="1418" y="5703"/>
                  </a:cubicBezTo>
                  <a:cubicBezTo>
                    <a:pt x="1644" y="5822"/>
                    <a:pt x="1965" y="5906"/>
                    <a:pt x="2227" y="5906"/>
                  </a:cubicBezTo>
                  <a:cubicBezTo>
                    <a:pt x="2263" y="5906"/>
                    <a:pt x="2275" y="5894"/>
                    <a:pt x="2287" y="5882"/>
                  </a:cubicBezTo>
                  <a:cubicBezTo>
                    <a:pt x="2311" y="5882"/>
                    <a:pt x="2334" y="5882"/>
                    <a:pt x="2346" y="5858"/>
                  </a:cubicBezTo>
                  <a:cubicBezTo>
                    <a:pt x="2453" y="5763"/>
                    <a:pt x="2382" y="5584"/>
                    <a:pt x="2227" y="5584"/>
                  </a:cubicBezTo>
                  <a:cubicBezTo>
                    <a:pt x="2156" y="5584"/>
                    <a:pt x="2072" y="5560"/>
                    <a:pt x="1989" y="5548"/>
                  </a:cubicBezTo>
                  <a:cubicBezTo>
                    <a:pt x="2144" y="5441"/>
                    <a:pt x="2311" y="5263"/>
                    <a:pt x="2382" y="4989"/>
                  </a:cubicBezTo>
                  <a:cubicBezTo>
                    <a:pt x="2406" y="4894"/>
                    <a:pt x="2346" y="4810"/>
                    <a:pt x="2263" y="4775"/>
                  </a:cubicBezTo>
                  <a:cubicBezTo>
                    <a:pt x="2249" y="4771"/>
                    <a:pt x="2234" y="4769"/>
                    <a:pt x="2221" y="4769"/>
                  </a:cubicBezTo>
                  <a:cubicBezTo>
                    <a:pt x="2144" y="4769"/>
                    <a:pt x="2079" y="4823"/>
                    <a:pt x="2049" y="4894"/>
                  </a:cubicBezTo>
                  <a:cubicBezTo>
                    <a:pt x="1953" y="5310"/>
                    <a:pt x="1608" y="5370"/>
                    <a:pt x="1513" y="5382"/>
                  </a:cubicBezTo>
                  <a:cubicBezTo>
                    <a:pt x="1275" y="5251"/>
                    <a:pt x="1060" y="5072"/>
                    <a:pt x="882" y="4882"/>
                  </a:cubicBezTo>
                  <a:lnTo>
                    <a:pt x="941" y="4072"/>
                  </a:lnTo>
                  <a:cubicBezTo>
                    <a:pt x="977" y="3584"/>
                    <a:pt x="1846" y="3167"/>
                    <a:pt x="2382" y="3167"/>
                  </a:cubicBezTo>
                  <a:cubicBezTo>
                    <a:pt x="2573" y="3167"/>
                    <a:pt x="2763" y="3227"/>
                    <a:pt x="2930" y="3334"/>
                  </a:cubicBezTo>
                  <a:cubicBezTo>
                    <a:pt x="4430" y="4334"/>
                    <a:pt x="4763" y="6739"/>
                    <a:pt x="5109" y="9299"/>
                  </a:cubicBezTo>
                  <a:lnTo>
                    <a:pt x="5109" y="9347"/>
                  </a:lnTo>
                  <a:cubicBezTo>
                    <a:pt x="5120" y="9418"/>
                    <a:pt x="5085" y="9489"/>
                    <a:pt x="5049" y="9549"/>
                  </a:cubicBezTo>
                  <a:cubicBezTo>
                    <a:pt x="5001" y="9608"/>
                    <a:pt x="4930" y="9644"/>
                    <a:pt x="4847" y="9644"/>
                  </a:cubicBezTo>
                  <a:lnTo>
                    <a:pt x="3346" y="9644"/>
                  </a:lnTo>
                  <a:cubicBezTo>
                    <a:pt x="3263" y="9644"/>
                    <a:pt x="3180" y="9716"/>
                    <a:pt x="3180" y="9811"/>
                  </a:cubicBezTo>
                  <a:cubicBezTo>
                    <a:pt x="3180" y="9894"/>
                    <a:pt x="3263" y="9966"/>
                    <a:pt x="3346" y="9966"/>
                  </a:cubicBezTo>
                  <a:lnTo>
                    <a:pt x="4847" y="9966"/>
                  </a:lnTo>
                  <a:cubicBezTo>
                    <a:pt x="5025" y="9966"/>
                    <a:pt x="5192" y="9894"/>
                    <a:pt x="5311" y="9763"/>
                  </a:cubicBezTo>
                  <a:cubicBezTo>
                    <a:pt x="5430" y="9632"/>
                    <a:pt x="5478" y="9454"/>
                    <a:pt x="5466" y="9287"/>
                  </a:cubicBezTo>
                  <a:lnTo>
                    <a:pt x="5382" y="9239"/>
                  </a:lnTo>
                  <a:cubicBezTo>
                    <a:pt x="5025" y="6608"/>
                    <a:pt x="4704" y="4120"/>
                    <a:pt x="3061" y="3036"/>
                  </a:cubicBezTo>
                  <a:cubicBezTo>
                    <a:pt x="2846" y="2881"/>
                    <a:pt x="2584" y="2810"/>
                    <a:pt x="2334" y="2810"/>
                  </a:cubicBezTo>
                  <a:cubicBezTo>
                    <a:pt x="1668" y="2810"/>
                    <a:pt x="620" y="3322"/>
                    <a:pt x="560" y="4036"/>
                  </a:cubicBezTo>
                  <a:lnTo>
                    <a:pt x="537" y="4477"/>
                  </a:lnTo>
                  <a:cubicBezTo>
                    <a:pt x="418" y="4298"/>
                    <a:pt x="322" y="4167"/>
                    <a:pt x="322" y="3953"/>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63"/>
            <p:cNvSpPr/>
            <p:nvPr/>
          </p:nvSpPr>
          <p:spPr>
            <a:xfrm>
              <a:off x="6196730" y="1525346"/>
              <a:ext cx="172622" cy="317467"/>
            </a:xfrm>
            <a:custGeom>
              <a:avLst/>
              <a:gdLst/>
              <a:ahLst/>
              <a:cxnLst/>
              <a:rect l="l" t="t" r="r" b="b"/>
              <a:pathLst>
                <a:path w="5419" h="9966" extrusionOk="0">
                  <a:moveTo>
                    <a:pt x="5252" y="0"/>
                  </a:moveTo>
                  <a:cubicBezTo>
                    <a:pt x="5168" y="0"/>
                    <a:pt x="5097" y="72"/>
                    <a:pt x="5097" y="155"/>
                  </a:cubicBezTo>
                  <a:lnTo>
                    <a:pt x="5097" y="3953"/>
                  </a:lnTo>
                  <a:cubicBezTo>
                    <a:pt x="5097" y="4227"/>
                    <a:pt x="4942" y="4370"/>
                    <a:pt x="4906" y="4429"/>
                  </a:cubicBezTo>
                  <a:lnTo>
                    <a:pt x="4871" y="4024"/>
                  </a:lnTo>
                  <a:cubicBezTo>
                    <a:pt x="4811" y="3310"/>
                    <a:pt x="3763" y="2810"/>
                    <a:pt x="3097" y="2810"/>
                  </a:cubicBezTo>
                  <a:cubicBezTo>
                    <a:pt x="2835" y="2810"/>
                    <a:pt x="2573" y="2881"/>
                    <a:pt x="2370" y="3036"/>
                  </a:cubicBezTo>
                  <a:cubicBezTo>
                    <a:pt x="632" y="4179"/>
                    <a:pt x="346" y="7037"/>
                    <a:pt x="49" y="9287"/>
                  </a:cubicBezTo>
                  <a:cubicBezTo>
                    <a:pt x="1" y="9644"/>
                    <a:pt x="287" y="9966"/>
                    <a:pt x="644" y="9966"/>
                  </a:cubicBezTo>
                  <a:lnTo>
                    <a:pt x="1977" y="9966"/>
                  </a:lnTo>
                  <a:cubicBezTo>
                    <a:pt x="2073" y="9966"/>
                    <a:pt x="2144" y="9894"/>
                    <a:pt x="2144" y="9799"/>
                  </a:cubicBezTo>
                  <a:cubicBezTo>
                    <a:pt x="2144" y="9716"/>
                    <a:pt x="2073" y="9644"/>
                    <a:pt x="1977" y="9644"/>
                  </a:cubicBezTo>
                  <a:lnTo>
                    <a:pt x="644" y="9644"/>
                  </a:lnTo>
                  <a:cubicBezTo>
                    <a:pt x="572" y="9644"/>
                    <a:pt x="489" y="9608"/>
                    <a:pt x="453" y="9549"/>
                  </a:cubicBezTo>
                  <a:cubicBezTo>
                    <a:pt x="346" y="9442"/>
                    <a:pt x="394" y="9311"/>
                    <a:pt x="394" y="9299"/>
                  </a:cubicBezTo>
                  <a:cubicBezTo>
                    <a:pt x="691" y="6727"/>
                    <a:pt x="1013" y="4310"/>
                    <a:pt x="2525" y="3322"/>
                  </a:cubicBezTo>
                  <a:cubicBezTo>
                    <a:pt x="2680" y="3215"/>
                    <a:pt x="2858" y="3155"/>
                    <a:pt x="3073" y="3155"/>
                  </a:cubicBezTo>
                  <a:cubicBezTo>
                    <a:pt x="3597" y="3155"/>
                    <a:pt x="4466" y="3572"/>
                    <a:pt x="4513" y="4060"/>
                  </a:cubicBezTo>
                  <a:lnTo>
                    <a:pt x="4573" y="4846"/>
                  </a:lnTo>
                  <a:lnTo>
                    <a:pt x="4394" y="5025"/>
                  </a:lnTo>
                  <a:cubicBezTo>
                    <a:pt x="4251" y="5167"/>
                    <a:pt x="4323" y="5132"/>
                    <a:pt x="4049" y="5310"/>
                  </a:cubicBezTo>
                  <a:lnTo>
                    <a:pt x="3918" y="5406"/>
                  </a:lnTo>
                  <a:cubicBezTo>
                    <a:pt x="3859" y="5406"/>
                    <a:pt x="3489" y="5346"/>
                    <a:pt x="3370" y="4906"/>
                  </a:cubicBezTo>
                  <a:cubicBezTo>
                    <a:pt x="3340" y="4835"/>
                    <a:pt x="3275" y="4781"/>
                    <a:pt x="3198" y="4781"/>
                  </a:cubicBezTo>
                  <a:cubicBezTo>
                    <a:pt x="3185" y="4781"/>
                    <a:pt x="3170" y="4783"/>
                    <a:pt x="3156" y="4786"/>
                  </a:cubicBezTo>
                  <a:cubicBezTo>
                    <a:pt x="3073" y="4822"/>
                    <a:pt x="3013" y="4906"/>
                    <a:pt x="3037" y="5001"/>
                  </a:cubicBezTo>
                  <a:cubicBezTo>
                    <a:pt x="3120" y="5275"/>
                    <a:pt x="3275" y="5465"/>
                    <a:pt x="3430" y="5560"/>
                  </a:cubicBezTo>
                  <a:cubicBezTo>
                    <a:pt x="3358" y="5584"/>
                    <a:pt x="3275" y="5596"/>
                    <a:pt x="3204" y="5596"/>
                  </a:cubicBezTo>
                  <a:cubicBezTo>
                    <a:pt x="3061" y="5596"/>
                    <a:pt x="2977" y="5775"/>
                    <a:pt x="3085" y="5870"/>
                  </a:cubicBezTo>
                  <a:cubicBezTo>
                    <a:pt x="3097" y="5894"/>
                    <a:pt x="3120" y="5894"/>
                    <a:pt x="3132" y="5894"/>
                  </a:cubicBezTo>
                  <a:cubicBezTo>
                    <a:pt x="3156" y="5906"/>
                    <a:pt x="3168" y="5918"/>
                    <a:pt x="3204" y="5918"/>
                  </a:cubicBezTo>
                  <a:cubicBezTo>
                    <a:pt x="3454" y="5918"/>
                    <a:pt x="3859" y="5799"/>
                    <a:pt x="4061" y="5691"/>
                  </a:cubicBezTo>
                  <a:cubicBezTo>
                    <a:pt x="4573" y="5429"/>
                    <a:pt x="5002" y="4917"/>
                    <a:pt x="5275" y="4477"/>
                  </a:cubicBezTo>
                  <a:cubicBezTo>
                    <a:pt x="5359" y="4322"/>
                    <a:pt x="5418" y="4132"/>
                    <a:pt x="5418" y="3953"/>
                  </a:cubicBezTo>
                  <a:lnTo>
                    <a:pt x="5418" y="155"/>
                  </a:lnTo>
                  <a:cubicBezTo>
                    <a:pt x="5418" y="72"/>
                    <a:pt x="5347" y="0"/>
                    <a:pt x="5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4" name="Google Shape;10114;p63"/>
          <p:cNvGrpSpPr/>
          <p:nvPr/>
        </p:nvGrpSpPr>
        <p:grpSpPr>
          <a:xfrm>
            <a:off x="4940592" y="1319690"/>
            <a:ext cx="246558" cy="367161"/>
            <a:chOff x="4940592" y="1500690"/>
            <a:chExt cx="246558" cy="367161"/>
          </a:xfrm>
        </p:grpSpPr>
        <p:sp>
          <p:nvSpPr>
            <p:cNvPr id="10115" name="Google Shape;10115;p63"/>
            <p:cNvSpPr/>
            <p:nvPr/>
          </p:nvSpPr>
          <p:spPr>
            <a:xfrm>
              <a:off x="4961075" y="1766934"/>
              <a:ext cx="44024" cy="74732"/>
            </a:xfrm>
            <a:custGeom>
              <a:avLst/>
              <a:gdLst/>
              <a:ahLst/>
              <a:cxnLst/>
              <a:rect l="l" t="t" r="r" b="b"/>
              <a:pathLst>
                <a:path w="1382" h="2346" extrusionOk="0">
                  <a:moveTo>
                    <a:pt x="679" y="334"/>
                  </a:moveTo>
                  <a:cubicBezTo>
                    <a:pt x="869" y="334"/>
                    <a:pt x="1036" y="501"/>
                    <a:pt x="1036" y="691"/>
                  </a:cubicBezTo>
                  <a:lnTo>
                    <a:pt x="1036" y="1655"/>
                  </a:lnTo>
                  <a:cubicBezTo>
                    <a:pt x="1036" y="1846"/>
                    <a:pt x="869" y="2013"/>
                    <a:pt x="679" y="2013"/>
                  </a:cubicBezTo>
                  <a:cubicBezTo>
                    <a:pt x="488" y="2013"/>
                    <a:pt x="322" y="1846"/>
                    <a:pt x="322" y="1655"/>
                  </a:cubicBezTo>
                  <a:lnTo>
                    <a:pt x="322" y="691"/>
                  </a:lnTo>
                  <a:cubicBezTo>
                    <a:pt x="322" y="501"/>
                    <a:pt x="488" y="334"/>
                    <a:pt x="679" y="334"/>
                  </a:cubicBezTo>
                  <a:close/>
                  <a:moveTo>
                    <a:pt x="679" y="0"/>
                  </a:moveTo>
                  <a:cubicBezTo>
                    <a:pt x="298" y="0"/>
                    <a:pt x="0" y="322"/>
                    <a:pt x="0" y="691"/>
                  </a:cubicBezTo>
                  <a:lnTo>
                    <a:pt x="0" y="1655"/>
                  </a:lnTo>
                  <a:cubicBezTo>
                    <a:pt x="0" y="2048"/>
                    <a:pt x="310" y="2346"/>
                    <a:pt x="679" y="2346"/>
                  </a:cubicBezTo>
                  <a:cubicBezTo>
                    <a:pt x="1048" y="2346"/>
                    <a:pt x="1358" y="2024"/>
                    <a:pt x="1358" y="1655"/>
                  </a:cubicBezTo>
                  <a:lnTo>
                    <a:pt x="1358" y="691"/>
                  </a:lnTo>
                  <a:cubicBezTo>
                    <a:pt x="1381" y="322"/>
                    <a:pt x="1072"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63"/>
            <p:cNvSpPr/>
            <p:nvPr/>
          </p:nvSpPr>
          <p:spPr>
            <a:xfrm>
              <a:off x="5009240" y="1623937"/>
              <a:ext cx="37207" cy="36824"/>
            </a:xfrm>
            <a:custGeom>
              <a:avLst/>
              <a:gdLst/>
              <a:ahLst/>
              <a:cxnLst/>
              <a:rect l="l" t="t" r="r" b="b"/>
              <a:pathLst>
                <a:path w="1168" h="1156" extrusionOk="0">
                  <a:moveTo>
                    <a:pt x="584" y="334"/>
                  </a:moveTo>
                  <a:cubicBezTo>
                    <a:pt x="715" y="334"/>
                    <a:pt x="822" y="441"/>
                    <a:pt x="822" y="584"/>
                  </a:cubicBezTo>
                  <a:cubicBezTo>
                    <a:pt x="822" y="715"/>
                    <a:pt x="715" y="822"/>
                    <a:pt x="584" y="822"/>
                  </a:cubicBezTo>
                  <a:cubicBezTo>
                    <a:pt x="441" y="822"/>
                    <a:pt x="346" y="715"/>
                    <a:pt x="346" y="584"/>
                  </a:cubicBezTo>
                  <a:cubicBezTo>
                    <a:pt x="346" y="441"/>
                    <a:pt x="453" y="334"/>
                    <a:pt x="584" y="334"/>
                  </a:cubicBezTo>
                  <a:close/>
                  <a:moveTo>
                    <a:pt x="584" y="1"/>
                  </a:moveTo>
                  <a:cubicBezTo>
                    <a:pt x="274" y="1"/>
                    <a:pt x="0" y="251"/>
                    <a:pt x="0" y="584"/>
                  </a:cubicBezTo>
                  <a:cubicBezTo>
                    <a:pt x="0" y="906"/>
                    <a:pt x="250" y="1156"/>
                    <a:pt x="584" y="1156"/>
                  </a:cubicBezTo>
                  <a:cubicBezTo>
                    <a:pt x="893" y="1156"/>
                    <a:pt x="1167" y="906"/>
                    <a:pt x="1167" y="584"/>
                  </a:cubicBezTo>
                  <a:cubicBezTo>
                    <a:pt x="1167" y="251"/>
                    <a:pt x="893"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63"/>
            <p:cNvSpPr/>
            <p:nvPr/>
          </p:nvSpPr>
          <p:spPr>
            <a:xfrm>
              <a:off x="5110125" y="1785123"/>
              <a:ext cx="50458" cy="50108"/>
            </a:xfrm>
            <a:custGeom>
              <a:avLst/>
              <a:gdLst/>
              <a:ahLst/>
              <a:cxnLst/>
              <a:rect l="l" t="t" r="r" b="b"/>
              <a:pathLst>
                <a:path w="1584" h="1573" extrusionOk="0">
                  <a:moveTo>
                    <a:pt x="798" y="322"/>
                  </a:moveTo>
                  <a:cubicBezTo>
                    <a:pt x="1048" y="322"/>
                    <a:pt x="1239" y="537"/>
                    <a:pt x="1239" y="775"/>
                  </a:cubicBezTo>
                  <a:cubicBezTo>
                    <a:pt x="1239" y="1025"/>
                    <a:pt x="1024" y="1215"/>
                    <a:pt x="798" y="1215"/>
                  </a:cubicBezTo>
                  <a:cubicBezTo>
                    <a:pt x="560" y="1215"/>
                    <a:pt x="346" y="1013"/>
                    <a:pt x="346" y="775"/>
                  </a:cubicBezTo>
                  <a:cubicBezTo>
                    <a:pt x="346" y="537"/>
                    <a:pt x="536" y="322"/>
                    <a:pt x="798" y="322"/>
                  </a:cubicBezTo>
                  <a:close/>
                  <a:moveTo>
                    <a:pt x="798" y="1"/>
                  </a:moveTo>
                  <a:cubicBezTo>
                    <a:pt x="358" y="1"/>
                    <a:pt x="0" y="358"/>
                    <a:pt x="0" y="787"/>
                  </a:cubicBezTo>
                  <a:cubicBezTo>
                    <a:pt x="0" y="1215"/>
                    <a:pt x="358" y="1573"/>
                    <a:pt x="798" y="1573"/>
                  </a:cubicBezTo>
                  <a:cubicBezTo>
                    <a:pt x="1227" y="1573"/>
                    <a:pt x="1584" y="1215"/>
                    <a:pt x="1584" y="787"/>
                  </a:cubicBezTo>
                  <a:cubicBezTo>
                    <a:pt x="1584" y="358"/>
                    <a:pt x="1227"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63"/>
            <p:cNvSpPr/>
            <p:nvPr/>
          </p:nvSpPr>
          <p:spPr>
            <a:xfrm>
              <a:off x="4940592" y="1500690"/>
              <a:ext cx="246558" cy="367161"/>
            </a:xfrm>
            <a:custGeom>
              <a:avLst/>
              <a:gdLst/>
              <a:ahLst/>
              <a:cxnLst/>
              <a:rect l="l" t="t" r="r" b="b"/>
              <a:pathLst>
                <a:path w="7740" h="11526" extrusionOk="0">
                  <a:moveTo>
                    <a:pt x="2441" y="322"/>
                  </a:moveTo>
                  <a:cubicBezTo>
                    <a:pt x="2703" y="322"/>
                    <a:pt x="2929" y="548"/>
                    <a:pt x="2929" y="822"/>
                  </a:cubicBezTo>
                  <a:lnTo>
                    <a:pt x="2929" y="3167"/>
                  </a:lnTo>
                  <a:cubicBezTo>
                    <a:pt x="2865" y="3156"/>
                    <a:pt x="2800" y="3151"/>
                    <a:pt x="2735" y="3151"/>
                  </a:cubicBezTo>
                  <a:cubicBezTo>
                    <a:pt x="2454" y="3151"/>
                    <a:pt x="2180" y="3251"/>
                    <a:pt x="1977" y="3405"/>
                  </a:cubicBezTo>
                  <a:cubicBezTo>
                    <a:pt x="1977" y="3405"/>
                    <a:pt x="1965" y="3405"/>
                    <a:pt x="1941" y="3417"/>
                  </a:cubicBezTo>
                  <a:lnTo>
                    <a:pt x="1941" y="822"/>
                  </a:lnTo>
                  <a:lnTo>
                    <a:pt x="1953" y="822"/>
                  </a:lnTo>
                  <a:cubicBezTo>
                    <a:pt x="1953" y="548"/>
                    <a:pt x="2167" y="322"/>
                    <a:pt x="2441" y="322"/>
                  </a:cubicBezTo>
                  <a:close/>
                  <a:moveTo>
                    <a:pt x="2477" y="0"/>
                  </a:moveTo>
                  <a:cubicBezTo>
                    <a:pt x="2024" y="0"/>
                    <a:pt x="1643" y="369"/>
                    <a:pt x="1643" y="834"/>
                  </a:cubicBezTo>
                  <a:lnTo>
                    <a:pt x="1643" y="3822"/>
                  </a:lnTo>
                  <a:cubicBezTo>
                    <a:pt x="1382" y="4287"/>
                    <a:pt x="1441" y="4822"/>
                    <a:pt x="1727" y="5203"/>
                  </a:cubicBezTo>
                  <a:lnTo>
                    <a:pt x="1727" y="7620"/>
                  </a:lnTo>
                  <a:cubicBezTo>
                    <a:pt x="1608" y="7585"/>
                    <a:pt x="1489" y="7573"/>
                    <a:pt x="1370" y="7573"/>
                  </a:cubicBezTo>
                  <a:cubicBezTo>
                    <a:pt x="608" y="7573"/>
                    <a:pt x="0" y="8180"/>
                    <a:pt x="0" y="8942"/>
                  </a:cubicBezTo>
                  <a:lnTo>
                    <a:pt x="0" y="10156"/>
                  </a:lnTo>
                  <a:cubicBezTo>
                    <a:pt x="0" y="10918"/>
                    <a:pt x="608" y="11525"/>
                    <a:pt x="1370" y="11525"/>
                  </a:cubicBezTo>
                  <a:cubicBezTo>
                    <a:pt x="2120" y="11525"/>
                    <a:pt x="2739" y="10918"/>
                    <a:pt x="2739" y="10156"/>
                  </a:cubicBezTo>
                  <a:lnTo>
                    <a:pt x="2739" y="5739"/>
                  </a:lnTo>
                  <a:cubicBezTo>
                    <a:pt x="2834" y="5739"/>
                    <a:pt x="2858" y="5727"/>
                    <a:pt x="2941" y="5715"/>
                  </a:cubicBezTo>
                  <a:lnTo>
                    <a:pt x="3572" y="7227"/>
                  </a:lnTo>
                  <a:cubicBezTo>
                    <a:pt x="3590" y="7298"/>
                    <a:pt x="3654" y="7336"/>
                    <a:pt x="3720" y="7336"/>
                  </a:cubicBezTo>
                  <a:cubicBezTo>
                    <a:pt x="3742" y="7336"/>
                    <a:pt x="3765" y="7332"/>
                    <a:pt x="3787" y="7323"/>
                  </a:cubicBezTo>
                  <a:cubicBezTo>
                    <a:pt x="3882" y="7287"/>
                    <a:pt x="3929" y="7180"/>
                    <a:pt x="3882" y="7096"/>
                  </a:cubicBezTo>
                  <a:lnTo>
                    <a:pt x="3287" y="5632"/>
                  </a:lnTo>
                  <a:cubicBezTo>
                    <a:pt x="3346" y="5608"/>
                    <a:pt x="3406" y="5560"/>
                    <a:pt x="3465" y="5537"/>
                  </a:cubicBezTo>
                  <a:cubicBezTo>
                    <a:pt x="3465" y="5537"/>
                    <a:pt x="3572" y="5477"/>
                    <a:pt x="3584" y="5477"/>
                  </a:cubicBezTo>
                  <a:lnTo>
                    <a:pt x="5001" y="8918"/>
                  </a:lnTo>
                  <a:cubicBezTo>
                    <a:pt x="5021" y="8984"/>
                    <a:pt x="5077" y="9017"/>
                    <a:pt x="5138" y="9017"/>
                  </a:cubicBezTo>
                  <a:cubicBezTo>
                    <a:pt x="5187" y="9017"/>
                    <a:pt x="5238" y="8996"/>
                    <a:pt x="5275" y="8954"/>
                  </a:cubicBezTo>
                  <a:cubicBezTo>
                    <a:pt x="5497" y="8710"/>
                    <a:pt x="5812" y="8558"/>
                    <a:pt x="6143" y="8558"/>
                  </a:cubicBezTo>
                  <a:cubicBezTo>
                    <a:pt x="6167" y="8558"/>
                    <a:pt x="6191" y="8559"/>
                    <a:pt x="6215" y="8561"/>
                  </a:cubicBezTo>
                  <a:cubicBezTo>
                    <a:pt x="7239" y="8585"/>
                    <a:pt x="7739" y="9835"/>
                    <a:pt x="7025" y="10561"/>
                  </a:cubicBezTo>
                  <a:cubicBezTo>
                    <a:pt x="6788" y="10803"/>
                    <a:pt x="6485" y="10915"/>
                    <a:pt x="6187" y="10915"/>
                  </a:cubicBezTo>
                  <a:cubicBezTo>
                    <a:pt x="5679" y="10915"/>
                    <a:pt x="5184" y="10588"/>
                    <a:pt x="5049" y="10025"/>
                  </a:cubicBezTo>
                  <a:cubicBezTo>
                    <a:pt x="4858" y="9359"/>
                    <a:pt x="4632" y="8859"/>
                    <a:pt x="4239" y="7930"/>
                  </a:cubicBezTo>
                  <a:cubicBezTo>
                    <a:pt x="4212" y="7859"/>
                    <a:pt x="4153" y="7821"/>
                    <a:pt x="4085" y="7821"/>
                  </a:cubicBezTo>
                  <a:cubicBezTo>
                    <a:pt x="4061" y="7821"/>
                    <a:pt x="4037" y="7825"/>
                    <a:pt x="4013" y="7835"/>
                  </a:cubicBezTo>
                  <a:cubicBezTo>
                    <a:pt x="3929" y="7870"/>
                    <a:pt x="3882" y="7977"/>
                    <a:pt x="3929" y="8061"/>
                  </a:cubicBezTo>
                  <a:cubicBezTo>
                    <a:pt x="4299" y="9001"/>
                    <a:pt x="4549" y="9490"/>
                    <a:pt x="4715" y="10121"/>
                  </a:cubicBezTo>
                  <a:cubicBezTo>
                    <a:pt x="4894" y="10787"/>
                    <a:pt x="5489" y="11252"/>
                    <a:pt x="6192" y="11252"/>
                  </a:cubicBezTo>
                  <a:cubicBezTo>
                    <a:pt x="7037" y="11252"/>
                    <a:pt x="7728" y="10549"/>
                    <a:pt x="7704" y="9704"/>
                  </a:cubicBezTo>
                  <a:cubicBezTo>
                    <a:pt x="7645" y="8808"/>
                    <a:pt x="6884" y="8194"/>
                    <a:pt x="6094" y="8194"/>
                  </a:cubicBezTo>
                  <a:cubicBezTo>
                    <a:pt x="5771" y="8194"/>
                    <a:pt x="5443" y="8297"/>
                    <a:pt x="5156" y="8525"/>
                  </a:cubicBezTo>
                  <a:lnTo>
                    <a:pt x="3787" y="5179"/>
                  </a:lnTo>
                  <a:cubicBezTo>
                    <a:pt x="3870" y="5072"/>
                    <a:pt x="3929" y="4953"/>
                    <a:pt x="3965" y="4822"/>
                  </a:cubicBezTo>
                  <a:lnTo>
                    <a:pt x="4834" y="3953"/>
                  </a:lnTo>
                  <a:cubicBezTo>
                    <a:pt x="4894" y="3894"/>
                    <a:pt x="4894" y="3775"/>
                    <a:pt x="4834" y="3715"/>
                  </a:cubicBezTo>
                  <a:cubicBezTo>
                    <a:pt x="4805" y="3685"/>
                    <a:pt x="4760" y="3670"/>
                    <a:pt x="4715" y="3670"/>
                  </a:cubicBezTo>
                  <a:cubicBezTo>
                    <a:pt x="4671" y="3670"/>
                    <a:pt x="4626" y="3685"/>
                    <a:pt x="4596" y="3715"/>
                  </a:cubicBezTo>
                  <a:cubicBezTo>
                    <a:pt x="3644" y="4668"/>
                    <a:pt x="3668" y="4608"/>
                    <a:pt x="3656" y="4703"/>
                  </a:cubicBezTo>
                  <a:cubicBezTo>
                    <a:pt x="3620" y="4882"/>
                    <a:pt x="3513" y="5013"/>
                    <a:pt x="3394" y="5132"/>
                  </a:cubicBezTo>
                  <a:cubicBezTo>
                    <a:pt x="3298" y="5227"/>
                    <a:pt x="3287" y="5239"/>
                    <a:pt x="3144" y="5310"/>
                  </a:cubicBezTo>
                  <a:cubicBezTo>
                    <a:pt x="3096" y="5322"/>
                    <a:pt x="3060" y="5358"/>
                    <a:pt x="3025" y="5370"/>
                  </a:cubicBezTo>
                  <a:cubicBezTo>
                    <a:pt x="2931" y="5399"/>
                    <a:pt x="2846" y="5415"/>
                    <a:pt x="2756" y="5415"/>
                  </a:cubicBezTo>
                  <a:cubicBezTo>
                    <a:pt x="2698" y="5415"/>
                    <a:pt x="2638" y="5408"/>
                    <a:pt x="2572" y="5394"/>
                  </a:cubicBezTo>
                  <a:cubicBezTo>
                    <a:pt x="2564" y="5393"/>
                    <a:pt x="2557" y="5392"/>
                    <a:pt x="2549" y="5392"/>
                  </a:cubicBezTo>
                  <a:cubicBezTo>
                    <a:pt x="2453" y="5392"/>
                    <a:pt x="2382" y="5461"/>
                    <a:pt x="2382" y="5560"/>
                  </a:cubicBezTo>
                  <a:lnTo>
                    <a:pt x="2382" y="10156"/>
                  </a:lnTo>
                  <a:cubicBezTo>
                    <a:pt x="2382" y="10728"/>
                    <a:pt x="1917" y="11192"/>
                    <a:pt x="1358" y="11192"/>
                  </a:cubicBezTo>
                  <a:cubicBezTo>
                    <a:pt x="786" y="11192"/>
                    <a:pt x="322" y="10728"/>
                    <a:pt x="322" y="10156"/>
                  </a:cubicBezTo>
                  <a:lnTo>
                    <a:pt x="322" y="8942"/>
                  </a:lnTo>
                  <a:cubicBezTo>
                    <a:pt x="322" y="8340"/>
                    <a:pt x="826" y="7902"/>
                    <a:pt x="1372" y="7902"/>
                  </a:cubicBezTo>
                  <a:cubicBezTo>
                    <a:pt x="1518" y="7902"/>
                    <a:pt x="1667" y="7933"/>
                    <a:pt x="1810" y="8001"/>
                  </a:cubicBezTo>
                  <a:cubicBezTo>
                    <a:pt x="1835" y="8015"/>
                    <a:pt x="1860" y="8021"/>
                    <a:pt x="1885" y="8021"/>
                  </a:cubicBezTo>
                  <a:cubicBezTo>
                    <a:pt x="1970" y="8021"/>
                    <a:pt x="2048" y="7950"/>
                    <a:pt x="2048" y="7858"/>
                  </a:cubicBezTo>
                  <a:cubicBezTo>
                    <a:pt x="2036" y="5049"/>
                    <a:pt x="2084" y="5132"/>
                    <a:pt x="2024" y="5049"/>
                  </a:cubicBezTo>
                  <a:cubicBezTo>
                    <a:pt x="1504" y="4390"/>
                    <a:pt x="2016" y="3495"/>
                    <a:pt x="2766" y="3495"/>
                  </a:cubicBezTo>
                  <a:cubicBezTo>
                    <a:pt x="2857" y="3495"/>
                    <a:pt x="2952" y="3508"/>
                    <a:pt x="3048" y="3536"/>
                  </a:cubicBezTo>
                  <a:cubicBezTo>
                    <a:pt x="3096" y="3560"/>
                    <a:pt x="3156" y="3572"/>
                    <a:pt x="3191" y="3596"/>
                  </a:cubicBezTo>
                  <a:cubicBezTo>
                    <a:pt x="3216" y="3608"/>
                    <a:pt x="3243" y="3614"/>
                    <a:pt x="3268" y="3614"/>
                  </a:cubicBezTo>
                  <a:cubicBezTo>
                    <a:pt x="3316" y="3614"/>
                    <a:pt x="3363" y="3595"/>
                    <a:pt x="3394" y="3572"/>
                  </a:cubicBezTo>
                  <a:lnTo>
                    <a:pt x="5370" y="1584"/>
                  </a:lnTo>
                  <a:cubicBezTo>
                    <a:pt x="5465" y="1489"/>
                    <a:pt x="5590" y="1441"/>
                    <a:pt x="5717" y="1441"/>
                  </a:cubicBezTo>
                  <a:cubicBezTo>
                    <a:pt x="5843" y="1441"/>
                    <a:pt x="5971" y="1489"/>
                    <a:pt x="6073" y="1584"/>
                  </a:cubicBezTo>
                  <a:cubicBezTo>
                    <a:pt x="6263" y="1786"/>
                    <a:pt x="6263" y="2096"/>
                    <a:pt x="6073" y="2286"/>
                  </a:cubicBezTo>
                  <a:lnTo>
                    <a:pt x="5156" y="3191"/>
                  </a:lnTo>
                  <a:cubicBezTo>
                    <a:pt x="5096" y="3251"/>
                    <a:pt x="5096" y="3370"/>
                    <a:pt x="5156" y="3429"/>
                  </a:cubicBezTo>
                  <a:cubicBezTo>
                    <a:pt x="5192" y="3459"/>
                    <a:pt x="5239" y="3474"/>
                    <a:pt x="5284" y="3474"/>
                  </a:cubicBezTo>
                  <a:cubicBezTo>
                    <a:pt x="5328" y="3474"/>
                    <a:pt x="5370" y="3459"/>
                    <a:pt x="5394" y="3429"/>
                  </a:cubicBezTo>
                  <a:lnTo>
                    <a:pt x="6311" y="2524"/>
                  </a:lnTo>
                  <a:cubicBezTo>
                    <a:pt x="6823" y="2001"/>
                    <a:pt x="6454" y="1108"/>
                    <a:pt x="5727" y="1108"/>
                  </a:cubicBezTo>
                  <a:cubicBezTo>
                    <a:pt x="5501" y="1108"/>
                    <a:pt x="5299" y="1203"/>
                    <a:pt x="5144" y="1346"/>
                  </a:cubicBezTo>
                  <a:lnTo>
                    <a:pt x="3310" y="3179"/>
                  </a:lnTo>
                  <a:lnTo>
                    <a:pt x="3310" y="834"/>
                  </a:lnTo>
                  <a:cubicBezTo>
                    <a:pt x="3310" y="369"/>
                    <a:pt x="2941"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9" name="Google Shape;10119;p63"/>
          <p:cNvGrpSpPr/>
          <p:nvPr/>
        </p:nvGrpSpPr>
        <p:grpSpPr>
          <a:xfrm>
            <a:off x="7964906" y="1318894"/>
            <a:ext cx="380858" cy="367575"/>
            <a:chOff x="7964906" y="1499894"/>
            <a:chExt cx="380858" cy="367575"/>
          </a:xfrm>
        </p:grpSpPr>
        <p:sp>
          <p:nvSpPr>
            <p:cNvPr id="10120" name="Google Shape;10120;p63"/>
            <p:cNvSpPr/>
            <p:nvPr/>
          </p:nvSpPr>
          <p:spPr>
            <a:xfrm>
              <a:off x="7964906" y="1501359"/>
              <a:ext cx="377099" cy="365600"/>
            </a:xfrm>
            <a:custGeom>
              <a:avLst/>
              <a:gdLst/>
              <a:ahLst/>
              <a:cxnLst/>
              <a:rect l="l" t="t" r="r" b="b"/>
              <a:pathLst>
                <a:path w="11838" h="11477" extrusionOk="0">
                  <a:moveTo>
                    <a:pt x="6668" y="4170"/>
                  </a:moveTo>
                  <a:cubicBezTo>
                    <a:pt x="6859" y="4468"/>
                    <a:pt x="7085" y="4694"/>
                    <a:pt x="7359" y="4873"/>
                  </a:cubicBezTo>
                  <a:cubicBezTo>
                    <a:pt x="7383" y="4873"/>
                    <a:pt x="7383" y="4885"/>
                    <a:pt x="7395" y="4885"/>
                  </a:cubicBezTo>
                  <a:cubicBezTo>
                    <a:pt x="6978" y="5289"/>
                    <a:pt x="6990" y="5325"/>
                    <a:pt x="6930" y="5325"/>
                  </a:cubicBezTo>
                  <a:cubicBezTo>
                    <a:pt x="6871" y="5325"/>
                    <a:pt x="6906" y="5301"/>
                    <a:pt x="6252" y="4670"/>
                  </a:cubicBezTo>
                  <a:cubicBezTo>
                    <a:pt x="6228" y="4647"/>
                    <a:pt x="6228" y="4635"/>
                    <a:pt x="6228" y="4623"/>
                  </a:cubicBezTo>
                  <a:cubicBezTo>
                    <a:pt x="6228" y="4575"/>
                    <a:pt x="6264" y="4575"/>
                    <a:pt x="6668" y="4170"/>
                  </a:cubicBezTo>
                  <a:close/>
                  <a:moveTo>
                    <a:pt x="6144" y="5039"/>
                  </a:moveTo>
                  <a:lnTo>
                    <a:pt x="6514" y="5409"/>
                  </a:lnTo>
                  <a:cubicBezTo>
                    <a:pt x="6287" y="5611"/>
                    <a:pt x="5918" y="6075"/>
                    <a:pt x="5609" y="6968"/>
                  </a:cubicBezTo>
                  <a:cubicBezTo>
                    <a:pt x="5171" y="8200"/>
                    <a:pt x="4345" y="8864"/>
                    <a:pt x="3268" y="8864"/>
                  </a:cubicBezTo>
                  <a:cubicBezTo>
                    <a:pt x="3231" y="8864"/>
                    <a:pt x="3194" y="8863"/>
                    <a:pt x="3156" y="8861"/>
                  </a:cubicBezTo>
                  <a:cubicBezTo>
                    <a:pt x="3133" y="8860"/>
                    <a:pt x="3110" y="8860"/>
                    <a:pt x="3087" y="8860"/>
                  </a:cubicBezTo>
                  <a:cubicBezTo>
                    <a:pt x="1839" y="8860"/>
                    <a:pt x="1004" y="10112"/>
                    <a:pt x="549" y="10778"/>
                  </a:cubicBezTo>
                  <a:cubicBezTo>
                    <a:pt x="501" y="10850"/>
                    <a:pt x="453" y="10933"/>
                    <a:pt x="418" y="10993"/>
                  </a:cubicBezTo>
                  <a:cubicBezTo>
                    <a:pt x="489" y="10612"/>
                    <a:pt x="739" y="9814"/>
                    <a:pt x="1287" y="9171"/>
                  </a:cubicBezTo>
                  <a:cubicBezTo>
                    <a:pt x="1727" y="8671"/>
                    <a:pt x="2275" y="8349"/>
                    <a:pt x="2942" y="8349"/>
                  </a:cubicBezTo>
                  <a:cubicBezTo>
                    <a:pt x="4049" y="8349"/>
                    <a:pt x="4728" y="7861"/>
                    <a:pt x="5109" y="6790"/>
                  </a:cubicBezTo>
                  <a:cubicBezTo>
                    <a:pt x="5454" y="5825"/>
                    <a:pt x="5871" y="5301"/>
                    <a:pt x="6144" y="5039"/>
                  </a:cubicBezTo>
                  <a:close/>
                  <a:moveTo>
                    <a:pt x="10008" y="0"/>
                  </a:moveTo>
                  <a:cubicBezTo>
                    <a:pt x="9561" y="0"/>
                    <a:pt x="9041" y="122"/>
                    <a:pt x="8478" y="372"/>
                  </a:cubicBezTo>
                  <a:cubicBezTo>
                    <a:pt x="8395" y="420"/>
                    <a:pt x="8359" y="515"/>
                    <a:pt x="8395" y="598"/>
                  </a:cubicBezTo>
                  <a:cubicBezTo>
                    <a:pt x="8422" y="671"/>
                    <a:pt x="8484" y="702"/>
                    <a:pt x="8549" y="702"/>
                  </a:cubicBezTo>
                  <a:cubicBezTo>
                    <a:pt x="8569" y="702"/>
                    <a:pt x="8589" y="699"/>
                    <a:pt x="8609" y="694"/>
                  </a:cubicBezTo>
                  <a:cubicBezTo>
                    <a:pt x="9121" y="466"/>
                    <a:pt x="9607" y="352"/>
                    <a:pt x="10014" y="352"/>
                  </a:cubicBezTo>
                  <a:cubicBezTo>
                    <a:pt x="10394" y="352"/>
                    <a:pt x="10706" y="451"/>
                    <a:pt x="10907" y="646"/>
                  </a:cubicBezTo>
                  <a:cubicBezTo>
                    <a:pt x="11645" y="1384"/>
                    <a:pt x="10907" y="3325"/>
                    <a:pt x="10014" y="4206"/>
                  </a:cubicBezTo>
                  <a:cubicBezTo>
                    <a:pt x="9543" y="4677"/>
                    <a:pt x="9023" y="4874"/>
                    <a:pt x="8537" y="4874"/>
                  </a:cubicBezTo>
                  <a:cubicBezTo>
                    <a:pt x="6872" y="4874"/>
                    <a:pt x="5593" y="2566"/>
                    <a:pt x="7942" y="1027"/>
                  </a:cubicBezTo>
                  <a:cubicBezTo>
                    <a:pt x="8014" y="991"/>
                    <a:pt x="8049" y="884"/>
                    <a:pt x="7990" y="789"/>
                  </a:cubicBezTo>
                  <a:cubicBezTo>
                    <a:pt x="7961" y="745"/>
                    <a:pt x="7910" y="719"/>
                    <a:pt x="7855" y="719"/>
                  </a:cubicBezTo>
                  <a:cubicBezTo>
                    <a:pt x="7820" y="719"/>
                    <a:pt x="7784" y="730"/>
                    <a:pt x="7752" y="753"/>
                  </a:cubicBezTo>
                  <a:cubicBezTo>
                    <a:pt x="6335" y="1670"/>
                    <a:pt x="6073" y="2872"/>
                    <a:pt x="6490" y="3849"/>
                  </a:cubicBezTo>
                  <a:lnTo>
                    <a:pt x="5990" y="4337"/>
                  </a:lnTo>
                  <a:cubicBezTo>
                    <a:pt x="5894" y="4444"/>
                    <a:pt x="5847" y="4623"/>
                    <a:pt x="5918" y="4777"/>
                  </a:cubicBezTo>
                  <a:cubicBezTo>
                    <a:pt x="5621" y="5063"/>
                    <a:pt x="5156" y="5635"/>
                    <a:pt x="4787" y="6671"/>
                  </a:cubicBezTo>
                  <a:cubicBezTo>
                    <a:pt x="4430" y="7635"/>
                    <a:pt x="3847" y="7992"/>
                    <a:pt x="2930" y="8016"/>
                  </a:cubicBezTo>
                  <a:cubicBezTo>
                    <a:pt x="1370" y="8016"/>
                    <a:pt x="572" y="9504"/>
                    <a:pt x="310" y="10135"/>
                  </a:cubicBezTo>
                  <a:cubicBezTo>
                    <a:pt x="203" y="10397"/>
                    <a:pt x="132" y="10647"/>
                    <a:pt x="72" y="10873"/>
                  </a:cubicBezTo>
                  <a:cubicBezTo>
                    <a:pt x="1" y="11231"/>
                    <a:pt x="13" y="11326"/>
                    <a:pt x="215" y="11445"/>
                  </a:cubicBezTo>
                  <a:cubicBezTo>
                    <a:pt x="253" y="11467"/>
                    <a:pt x="289" y="11476"/>
                    <a:pt x="323" y="11476"/>
                  </a:cubicBezTo>
                  <a:cubicBezTo>
                    <a:pt x="419" y="11476"/>
                    <a:pt x="502" y="11402"/>
                    <a:pt x="572" y="11314"/>
                  </a:cubicBezTo>
                  <a:cubicBezTo>
                    <a:pt x="912" y="10893"/>
                    <a:pt x="1769" y="9205"/>
                    <a:pt x="3065" y="9205"/>
                  </a:cubicBezTo>
                  <a:cubicBezTo>
                    <a:pt x="3087" y="9205"/>
                    <a:pt x="3110" y="9206"/>
                    <a:pt x="3132" y="9207"/>
                  </a:cubicBezTo>
                  <a:cubicBezTo>
                    <a:pt x="3160" y="9207"/>
                    <a:pt x="3187" y="9208"/>
                    <a:pt x="3215" y="9208"/>
                  </a:cubicBezTo>
                  <a:cubicBezTo>
                    <a:pt x="4529" y="9208"/>
                    <a:pt x="5463" y="8371"/>
                    <a:pt x="5918" y="7099"/>
                  </a:cubicBezTo>
                  <a:cubicBezTo>
                    <a:pt x="6252" y="6194"/>
                    <a:pt x="6621" y="5778"/>
                    <a:pt x="6787" y="5635"/>
                  </a:cubicBezTo>
                  <a:cubicBezTo>
                    <a:pt x="6833" y="5652"/>
                    <a:pt x="6879" y="5661"/>
                    <a:pt x="6924" y="5661"/>
                  </a:cubicBezTo>
                  <a:cubicBezTo>
                    <a:pt x="7030" y="5661"/>
                    <a:pt x="7129" y="5615"/>
                    <a:pt x="7204" y="5539"/>
                  </a:cubicBezTo>
                  <a:lnTo>
                    <a:pt x="7692" y="5051"/>
                  </a:lnTo>
                  <a:cubicBezTo>
                    <a:pt x="7967" y="5171"/>
                    <a:pt x="8246" y="5226"/>
                    <a:pt x="8521" y="5226"/>
                  </a:cubicBezTo>
                  <a:cubicBezTo>
                    <a:pt x="9152" y="5226"/>
                    <a:pt x="9763" y="4933"/>
                    <a:pt x="10252" y="4444"/>
                  </a:cubicBezTo>
                  <a:cubicBezTo>
                    <a:pt x="10752" y="3932"/>
                    <a:pt x="11205" y="3146"/>
                    <a:pt x="11407" y="2396"/>
                  </a:cubicBezTo>
                  <a:cubicBezTo>
                    <a:pt x="11838" y="837"/>
                    <a:pt x="11177" y="0"/>
                    <a:pt x="10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63"/>
            <p:cNvSpPr/>
            <p:nvPr/>
          </p:nvSpPr>
          <p:spPr>
            <a:xfrm>
              <a:off x="7965288" y="1499894"/>
              <a:ext cx="202948" cy="193870"/>
            </a:xfrm>
            <a:custGeom>
              <a:avLst/>
              <a:gdLst/>
              <a:ahLst/>
              <a:cxnLst/>
              <a:rect l="l" t="t" r="r" b="b"/>
              <a:pathLst>
                <a:path w="6371" h="6086" extrusionOk="0">
                  <a:moveTo>
                    <a:pt x="5278" y="341"/>
                  </a:moveTo>
                  <a:cubicBezTo>
                    <a:pt x="5440" y="341"/>
                    <a:pt x="5578" y="379"/>
                    <a:pt x="5668" y="466"/>
                  </a:cubicBezTo>
                  <a:cubicBezTo>
                    <a:pt x="6073" y="871"/>
                    <a:pt x="5442" y="2514"/>
                    <a:pt x="4513" y="2526"/>
                  </a:cubicBezTo>
                  <a:cubicBezTo>
                    <a:pt x="4509" y="2526"/>
                    <a:pt x="4504" y="2526"/>
                    <a:pt x="4500" y="2526"/>
                  </a:cubicBezTo>
                  <a:cubicBezTo>
                    <a:pt x="3826" y="2526"/>
                    <a:pt x="3220" y="1652"/>
                    <a:pt x="3942" y="930"/>
                  </a:cubicBezTo>
                  <a:cubicBezTo>
                    <a:pt x="4276" y="595"/>
                    <a:pt x="4858" y="341"/>
                    <a:pt x="5278" y="341"/>
                  </a:cubicBezTo>
                  <a:close/>
                  <a:moveTo>
                    <a:pt x="3525" y="2359"/>
                  </a:moveTo>
                  <a:cubicBezTo>
                    <a:pt x="3596" y="2466"/>
                    <a:pt x="3692" y="2549"/>
                    <a:pt x="3775" y="2609"/>
                  </a:cubicBezTo>
                  <a:lnTo>
                    <a:pt x="3680" y="2716"/>
                  </a:lnTo>
                  <a:lnTo>
                    <a:pt x="3418" y="2466"/>
                  </a:lnTo>
                  <a:lnTo>
                    <a:pt x="3525" y="2359"/>
                  </a:lnTo>
                  <a:close/>
                  <a:moveTo>
                    <a:pt x="5223" y="1"/>
                  </a:moveTo>
                  <a:cubicBezTo>
                    <a:pt x="4679" y="1"/>
                    <a:pt x="4024" y="324"/>
                    <a:pt x="3656" y="692"/>
                  </a:cubicBezTo>
                  <a:cubicBezTo>
                    <a:pt x="3287" y="1061"/>
                    <a:pt x="3120" y="1561"/>
                    <a:pt x="3311" y="2049"/>
                  </a:cubicBezTo>
                  <a:cubicBezTo>
                    <a:pt x="3132" y="2240"/>
                    <a:pt x="2977" y="2299"/>
                    <a:pt x="3037" y="2537"/>
                  </a:cubicBezTo>
                  <a:cubicBezTo>
                    <a:pt x="2299" y="3288"/>
                    <a:pt x="2620" y="4133"/>
                    <a:pt x="1572" y="4145"/>
                  </a:cubicBezTo>
                  <a:cubicBezTo>
                    <a:pt x="715" y="4145"/>
                    <a:pt x="298" y="4954"/>
                    <a:pt x="144" y="5288"/>
                  </a:cubicBezTo>
                  <a:cubicBezTo>
                    <a:pt x="84" y="5431"/>
                    <a:pt x="36" y="5562"/>
                    <a:pt x="25" y="5681"/>
                  </a:cubicBezTo>
                  <a:cubicBezTo>
                    <a:pt x="1" y="5824"/>
                    <a:pt x="1" y="5931"/>
                    <a:pt x="60" y="6002"/>
                  </a:cubicBezTo>
                  <a:cubicBezTo>
                    <a:pt x="144" y="6050"/>
                    <a:pt x="203" y="6086"/>
                    <a:pt x="263" y="6086"/>
                  </a:cubicBezTo>
                  <a:cubicBezTo>
                    <a:pt x="406" y="6086"/>
                    <a:pt x="501" y="5919"/>
                    <a:pt x="584" y="5788"/>
                  </a:cubicBezTo>
                  <a:cubicBezTo>
                    <a:pt x="781" y="5476"/>
                    <a:pt x="1168" y="4905"/>
                    <a:pt x="1670" y="4905"/>
                  </a:cubicBezTo>
                  <a:cubicBezTo>
                    <a:pt x="1685" y="4905"/>
                    <a:pt x="1700" y="4906"/>
                    <a:pt x="1715" y="4907"/>
                  </a:cubicBezTo>
                  <a:cubicBezTo>
                    <a:pt x="1735" y="4908"/>
                    <a:pt x="1755" y="4908"/>
                    <a:pt x="1775" y="4908"/>
                  </a:cubicBezTo>
                  <a:cubicBezTo>
                    <a:pt x="2074" y="4908"/>
                    <a:pt x="2350" y="4824"/>
                    <a:pt x="2584" y="4657"/>
                  </a:cubicBezTo>
                  <a:cubicBezTo>
                    <a:pt x="2668" y="4597"/>
                    <a:pt x="2680" y="4490"/>
                    <a:pt x="2632" y="4419"/>
                  </a:cubicBezTo>
                  <a:cubicBezTo>
                    <a:pt x="2603" y="4367"/>
                    <a:pt x="2546" y="4343"/>
                    <a:pt x="2491" y="4343"/>
                  </a:cubicBezTo>
                  <a:cubicBezTo>
                    <a:pt x="2456" y="4343"/>
                    <a:pt x="2421" y="4353"/>
                    <a:pt x="2394" y="4371"/>
                  </a:cubicBezTo>
                  <a:cubicBezTo>
                    <a:pt x="2203" y="4502"/>
                    <a:pt x="1977" y="4562"/>
                    <a:pt x="1727" y="4562"/>
                  </a:cubicBezTo>
                  <a:cubicBezTo>
                    <a:pt x="1718" y="4561"/>
                    <a:pt x="1710" y="4561"/>
                    <a:pt x="1701" y="4561"/>
                  </a:cubicBezTo>
                  <a:cubicBezTo>
                    <a:pt x="1225" y="4561"/>
                    <a:pt x="853" y="4877"/>
                    <a:pt x="596" y="5204"/>
                  </a:cubicBezTo>
                  <a:cubicBezTo>
                    <a:pt x="792" y="4813"/>
                    <a:pt x="1132" y="4477"/>
                    <a:pt x="1564" y="4477"/>
                  </a:cubicBezTo>
                  <a:cubicBezTo>
                    <a:pt x="1579" y="4477"/>
                    <a:pt x="1593" y="4477"/>
                    <a:pt x="1608" y="4478"/>
                  </a:cubicBezTo>
                  <a:cubicBezTo>
                    <a:pt x="2203" y="4478"/>
                    <a:pt x="2584" y="4192"/>
                    <a:pt x="2799" y="3609"/>
                  </a:cubicBezTo>
                  <a:cubicBezTo>
                    <a:pt x="2942" y="3192"/>
                    <a:pt x="3120" y="2942"/>
                    <a:pt x="3263" y="2788"/>
                  </a:cubicBezTo>
                  <a:lnTo>
                    <a:pt x="3334" y="2871"/>
                  </a:lnTo>
                  <a:cubicBezTo>
                    <a:pt x="3001" y="3228"/>
                    <a:pt x="2930" y="3645"/>
                    <a:pt x="2787" y="3907"/>
                  </a:cubicBezTo>
                  <a:cubicBezTo>
                    <a:pt x="2739" y="3978"/>
                    <a:pt x="2763" y="4085"/>
                    <a:pt x="2846" y="4133"/>
                  </a:cubicBezTo>
                  <a:cubicBezTo>
                    <a:pt x="2869" y="4148"/>
                    <a:pt x="2895" y="4155"/>
                    <a:pt x="2921" y="4155"/>
                  </a:cubicBezTo>
                  <a:cubicBezTo>
                    <a:pt x="2978" y="4155"/>
                    <a:pt x="3036" y="4122"/>
                    <a:pt x="3061" y="4073"/>
                  </a:cubicBezTo>
                  <a:cubicBezTo>
                    <a:pt x="3227" y="3764"/>
                    <a:pt x="3299" y="3359"/>
                    <a:pt x="3596" y="3061"/>
                  </a:cubicBezTo>
                  <a:cubicBezTo>
                    <a:pt x="3608" y="3061"/>
                    <a:pt x="3608" y="3073"/>
                    <a:pt x="3632" y="3073"/>
                  </a:cubicBezTo>
                  <a:cubicBezTo>
                    <a:pt x="3811" y="3073"/>
                    <a:pt x="3870" y="2930"/>
                    <a:pt x="4049" y="2776"/>
                  </a:cubicBezTo>
                  <a:cubicBezTo>
                    <a:pt x="4183" y="2825"/>
                    <a:pt x="4318" y="2848"/>
                    <a:pt x="4450" y="2848"/>
                  </a:cubicBezTo>
                  <a:cubicBezTo>
                    <a:pt x="4797" y="2848"/>
                    <a:pt x="5127" y="2689"/>
                    <a:pt x="5394" y="2430"/>
                  </a:cubicBezTo>
                  <a:cubicBezTo>
                    <a:pt x="5930" y="1895"/>
                    <a:pt x="6371" y="752"/>
                    <a:pt x="5859" y="228"/>
                  </a:cubicBezTo>
                  <a:cubicBezTo>
                    <a:pt x="5695" y="68"/>
                    <a:pt x="5470" y="1"/>
                    <a:pt x="52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63"/>
            <p:cNvSpPr/>
            <p:nvPr/>
          </p:nvSpPr>
          <p:spPr>
            <a:xfrm>
              <a:off x="8137879" y="1673440"/>
              <a:ext cx="207886" cy="194029"/>
            </a:xfrm>
            <a:custGeom>
              <a:avLst/>
              <a:gdLst/>
              <a:ahLst/>
              <a:cxnLst/>
              <a:rect l="l" t="t" r="r" b="b"/>
              <a:pathLst>
                <a:path w="6526" h="6091" extrusionOk="0">
                  <a:moveTo>
                    <a:pt x="5242" y="346"/>
                  </a:moveTo>
                  <a:cubicBezTo>
                    <a:pt x="5404" y="346"/>
                    <a:pt x="5542" y="384"/>
                    <a:pt x="5632" y="471"/>
                  </a:cubicBezTo>
                  <a:cubicBezTo>
                    <a:pt x="5953" y="792"/>
                    <a:pt x="5656" y="1733"/>
                    <a:pt x="5179" y="2197"/>
                  </a:cubicBezTo>
                  <a:cubicBezTo>
                    <a:pt x="4947" y="2429"/>
                    <a:pt x="4696" y="2526"/>
                    <a:pt x="4464" y="2526"/>
                  </a:cubicBezTo>
                  <a:cubicBezTo>
                    <a:pt x="3754" y="2526"/>
                    <a:pt x="3218" y="1626"/>
                    <a:pt x="3917" y="935"/>
                  </a:cubicBezTo>
                  <a:cubicBezTo>
                    <a:pt x="4243" y="601"/>
                    <a:pt x="4823" y="346"/>
                    <a:pt x="5242" y="346"/>
                  </a:cubicBezTo>
                  <a:close/>
                  <a:moveTo>
                    <a:pt x="3512" y="2364"/>
                  </a:moveTo>
                  <a:cubicBezTo>
                    <a:pt x="3572" y="2447"/>
                    <a:pt x="3655" y="2543"/>
                    <a:pt x="3762" y="2614"/>
                  </a:cubicBezTo>
                  <a:lnTo>
                    <a:pt x="3655" y="2721"/>
                  </a:lnTo>
                  <a:lnTo>
                    <a:pt x="3405" y="2459"/>
                  </a:lnTo>
                  <a:lnTo>
                    <a:pt x="3512" y="2364"/>
                  </a:lnTo>
                  <a:close/>
                  <a:moveTo>
                    <a:pt x="5245" y="0"/>
                  </a:moveTo>
                  <a:cubicBezTo>
                    <a:pt x="4702" y="0"/>
                    <a:pt x="4047" y="329"/>
                    <a:pt x="3679" y="697"/>
                  </a:cubicBezTo>
                  <a:cubicBezTo>
                    <a:pt x="3298" y="1066"/>
                    <a:pt x="3143" y="1554"/>
                    <a:pt x="3334" y="2042"/>
                  </a:cubicBezTo>
                  <a:cubicBezTo>
                    <a:pt x="3155" y="2245"/>
                    <a:pt x="2989" y="2304"/>
                    <a:pt x="3048" y="2543"/>
                  </a:cubicBezTo>
                  <a:cubicBezTo>
                    <a:pt x="2322" y="3281"/>
                    <a:pt x="2631" y="4126"/>
                    <a:pt x="1596" y="4150"/>
                  </a:cubicBezTo>
                  <a:cubicBezTo>
                    <a:pt x="726" y="4150"/>
                    <a:pt x="310" y="4948"/>
                    <a:pt x="167" y="5293"/>
                  </a:cubicBezTo>
                  <a:cubicBezTo>
                    <a:pt x="107" y="5424"/>
                    <a:pt x="60" y="5555"/>
                    <a:pt x="48" y="5674"/>
                  </a:cubicBezTo>
                  <a:cubicBezTo>
                    <a:pt x="0" y="5852"/>
                    <a:pt x="0" y="5972"/>
                    <a:pt x="167" y="6067"/>
                  </a:cubicBezTo>
                  <a:cubicBezTo>
                    <a:pt x="193" y="6083"/>
                    <a:pt x="220" y="6091"/>
                    <a:pt x="248" y="6091"/>
                  </a:cubicBezTo>
                  <a:cubicBezTo>
                    <a:pt x="319" y="6091"/>
                    <a:pt x="389" y="6040"/>
                    <a:pt x="441" y="5972"/>
                  </a:cubicBezTo>
                  <a:cubicBezTo>
                    <a:pt x="616" y="5762"/>
                    <a:pt x="1054" y="4923"/>
                    <a:pt x="1654" y="4923"/>
                  </a:cubicBezTo>
                  <a:cubicBezTo>
                    <a:pt x="1666" y="4923"/>
                    <a:pt x="1678" y="4923"/>
                    <a:pt x="1691" y="4924"/>
                  </a:cubicBezTo>
                  <a:cubicBezTo>
                    <a:pt x="1709" y="4924"/>
                    <a:pt x="1728" y="4925"/>
                    <a:pt x="1746" y="4925"/>
                  </a:cubicBezTo>
                  <a:cubicBezTo>
                    <a:pt x="2059" y="4925"/>
                    <a:pt x="2348" y="4830"/>
                    <a:pt x="2584" y="4662"/>
                  </a:cubicBezTo>
                  <a:cubicBezTo>
                    <a:pt x="2667" y="4602"/>
                    <a:pt x="2679" y="4507"/>
                    <a:pt x="2631" y="4424"/>
                  </a:cubicBezTo>
                  <a:cubicBezTo>
                    <a:pt x="2596" y="4381"/>
                    <a:pt x="2543" y="4359"/>
                    <a:pt x="2491" y="4359"/>
                  </a:cubicBezTo>
                  <a:cubicBezTo>
                    <a:pt x="2456" y="4359"/>
                    <a:pt x="2422" y="4369"/>
                    <a:pt x="2393" y="4388"/>
                  </a:cubicBezTo>
                  <a:cubicBezTo>
                    <a:pt x="2216" y="4510"/>
                    <a:pt x="1999" y="4580"/>
                    <a:pt x="1769" y="4580"/>
                  </a:cubicBezTo>
                  <a:cubicBezTo>
                    <a:pt x="1751" y="4580"/>
                    <a:pt x="1733" y="4579"/>
                    <a:pt x="1715" y="4578"/>
                  </a:cubicBezTo>
                  <a:cubicBezTo>
                    <a:pt x="1706" y="4578"/>
                    <a:pt x="1697" y="4578"/>
                    <a:pt x="1688" y="4578"/>
                  </a:cubicBezTo>
                  <a:cubicBezTo>
                    <a:pt x="1201" y="4578"/>
                    <a:pt x="841" y="4894"/>
                    <a:pt x="583" y="5221"/>
                  </a:cubicBezTo>
                  <a:cubicBezTo>
                    <a:pt x="782" y="4823"/>
                    <a:pt x="1131" y="4483"/>
                    <a:pt x="1573" y="4483"/>
                  </a:cubicBezTo>
                  <a:cubicBezTo>
                    <a:pt x="1580" y="4483"/>
                    <a:pt x="1588" y="4483"/>
                    <a:pt x="1596" y="4483"/>
                  </a:cubicBezTo>
                  <a:cubicBezTo>
                    <a:pt x="2191" y="4483"/>
                    <a:pt x="2572" y="4209"/>
                    <a:pt x="2786" y="3626"/>
                  </a:cubicBezTo>
                  <a:cubicBezTo>
                    <a:pt x="2929" y="3209"/>
                    <a:pt x="3108" y="2959"/>
                    <a:pt x="3239" y="2804"/>
                  </a:cubicBezTo>
                  <a:lnTo>
                    <a:pt x="3322" y="2876"/>
                  </a:lnTo>
                  <a:cubicBezTo>
                    <a:pt x="2989" y="3257"/>
                    <a:pt x="2917" y="3650"/>
                    <a:pt x="2750" y="3947"/>
                  </a:cubicBezTo>
                  <a:cubicBezTo>
                    <a:pt x="2703" y="4031"/>
                    <a:pt x="2739" y="4126"/>
                    <a:pt x="2810" y="4174"/>
                  </a:cubicBezTo>
                  <a:cubicBezTo>
                    <a:pt x="2832" y="4189"/>
                    <a:pt x="2858" y="4195"/>
                    <a:pt x="2885" y="4195"/>
                  </a:cubicBezTo>
                  <a:cubicBezTo>
                    <a:pt x="2943" y="4195"/>
                    <a:pt x="3003" y="4163"/>
                    <a:pt x="3036" y="4114"/>
                  </a:cubicBezTo>
                  <a:cubicBezTo>
                    <a:pt x="3215" y="3793"/>
                    <a:pt x="3286" y="3376"/>
                    <a:pt x="3584" y="3078"/>
                  </a:cubicBezTo>
                  <a:cubicBezTo>
                    <a:pt x="3596" y="3078"/>
                    <a:pt x="3596" y="3090"/>
                    <a:pt x="3620" y="3090"/>
                  </a:cubicBezTo>
                  <a:cubicBezTo>
                    <a:pt x="3798" y="3090"/>
                    <a:pt x="3858" y="2935"/>
                    <a:pt x="4036" y="2793"/>
                  </a:cubicBezTo>
                  <a:cubicBezTo>
                    <a:pt x="4179" y="2844"/>
                    <a:pt x="4319" y="2868"/>
                    <a:pt x="4454" y="2868"/>
                  </a:cubicBezTo>
                  <a:cubicBezTo>
                    <a:pt x="5689" y="2868"/>
                    <a:pt x="6526" y="887"/>
                    <a:pt x="5882" y="233"/>
                  </a:cubicBezTo>
                  <a:cubicBezTo>
                    <a:pt x="5718" y="69"/>
                    <a:pt x="5493" y="0"/>
                    <a:pt x="5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23" name="Google Shape;10123;p63"/>
          <p:cNvSpPr/>
          <p:nvPr/>
        </p:nvSpPr>
        <p:spPr>
          <a:xfrm>
            <a:off x="5779557" y="2721087"/>
            <a:ext cx="322787" cy="355788"/>
          </a:xfrm>
          <a:custGeom>
            <a:avLst/>
            <a:gdLst/>
            <a:ahLst/>
            <a:cxnLst/>
            <a:rect l="l" t="t" r="r" b="b"/>
            <a:pathLst>
              <a:path w="10133" h="11169" extrusionOk="0">
                <a:moveTo>
                  <a:pt x="5513" y="358"/>
                </a:moveTo>
                <a:cubicBezTo>
                  <a:pt x="5632" y="358"/>
                  <a:pt x="5751" y="394"/>
                  <a:pt x="5822" y="489"/>
                </a:cubicBezTo>
                <a:cubicBezTo>
                  <a:pt x="5894" y="572"/>
                  <a:pt x="5941" y="691"/>
                  <a:pt x="5929" y="810"/>
                </a:cubicBezTo>
                <a:lnTo>
                  <a:pt x="5882" y="1215"/>
                </a:lnTo>
                <a:lnTo>
                  <a:pt x="2417" y="1215"/>
                </a:lnTo>
                <a:cubicBezTo>
                  <a:pt x="2322" y="1215"/>
                  <a:pt x="2250" y="1287"/>
                  <a:pt x="2250" y="1382"/>
                </a:cubicBezTo>
                <a:cubicBezTo>
                  <a:pt x="2250" y="1465"/>
                  <a:pt x="2322" y="1549"/>
                  <a:pt x="2417" y="1549"/>
                </a:cubicBezTo>
                <a:lnTo>
                  <a:pt x="5846" y="1549"/>
                </a:lnTo>
                <a:lnTo>
                  <a:pt x="5810" y="1989"/>
                </a:lnTo>
                <a:lnTo>
                  <a:pt x="5227" y="1989"/>
                </a:lnTo>
                <a:cubicBezTo>
                  <a:pt x="5132" y="1989"/>
                  <a:pt x="5060" y="2061"/>
                  <a:pt x="5060" y="2156"/>
                </a:cubicBezTo>
                <a:cubicBezTo>
                  <a:pt x="5060" y="2251"/>
                  <a:pt x="5132" y="2322"/>
                  <a:pt x="5227" y="2322"/>
                </a:cubicBezTo>
                <a:lnTo>
                  <a:pt x="5763" y="2322"/>
                </a:lnTo>
                <a:lnTo>
                  <a:pt x="5715" y="2763"/>
                </a:lnTo>
                <a:lnTo>
                  <a:pt x="4572" y="2763"/>
                </a:lnTo>
                <a:cubicBezTo>
                  <a:pt x="4477" y="2763"/>
                  <a:pt x="4405" y="2846"/>
                  <a:pt x="4405" y="2930"/>
                </a:cubicBezTo>
                <a:cubicBezTo>
                  <a:pt x="4405" y="3025"/>
                  <a:pt x="4477" y="3096"/>
                  <a:pt x="4572" y="3096"/>
                </a:cubicBezTo>
                <a:lnTo>
                  <a:pt x="5691" y="3096"/>
                </a:lnTo>
                <a:lnTo>
                  <a:pt x="5644" y="3537"/>
                </a:lnTo>
                <a:lnTo>
                  <a:pt x="5239" y="3537"/>
                </a:lnTo>
                <a:cubicBezTo>
                  <a:pt x="5155" y="3537"/>
                  <a:pt x="5072" y="3620"/>
                  <a:pt x="5072" y="3704"/>
                </a:cubicBezTo>
                <a:cubicBezTo>
                  <a:pt x="5072" y="3799"/>
                  <a:pt x="5155" y="3870"/>
                  <a:pt x="5239" y="3870"/>
                </a:cubicBezTo>
                <a:lnTo>
                  <a:pt x="5608" y="3870"/>
                </a:lnTo>
                <a:lnTo>
                  <a:pt x="5572" y="4311"/>
                </a:lnTo>
                <a:lnTo>
                  <a:pt x="4572" y="4311"/>
                </a:lnTo>
                <a:cubicBezTo>
                  <a:pt x="4477" y="4311"/>
                  <a:pt x="4405" y="4394"/>
                  <a:pt x="4405" y="4478"/>
                </a:cubicBezTo>
                <a:cubicBezTo>
                  <a:pt x="4405" y="4573"/>
                  <a:pt x="4477" y="4644"/>
                  <a:pt x="4572" y="4644"/>
                </a:cubicBezTo>
                <a:lnTo>
                  <a:pt x="5525" y="4644"/>
                </a:lnTo>
                <a:lnTo>
                  <a:pt x="5465" y="5311"/>
                </a:lnTo>
                <a:cubicBezTo>
                  <a:pt x="5429" y="5585"/>
                  <a:pt x="5298" y="5954"/>
                  <a:pt x="4441" y="5954"/>
                </a:cubicBezTo>
                <a:lnTo>
                  <a:pt x="1738" y="5954"/>
                </a:lnTo>
                <a:cubicBezTo>
                  <a:pt x="929" y="5930"/>
                  <a:pt x="798" y="5585"/>
                  <a:pt x="762" y="5299"/>
                </a:cubicBezTo>
                <a:lnTo>
                  <a:pt x="393" y="1549"/>
                </a:lnTo>
                <a:lnTo>
                  <a:pt x="1512" y="1549"/>
                </a:lnTo>
                <a:cubicBezTo>
                  <a:pt x="1595" y="1549"/>
                  <a:pt x="1667" y="1465"/>
                  <a:pt x="1667" y="1382"/>
                </a:cubicBezTo>
                <a:cubicBezTo>
                  <a:pt x="1667" y="1287"/>
                  <a:pt x="1595" y="1215"/>
                  <a:pt x="1512" y="1215"/>
                </a:cubicBezTo>
                <a:lnTo>
                  <a:pt x="357" y="1215"/>
                </a:lnTo>
                <a:lnTo>
                  <a:pt x="321" y="810"/>
                </a:lnTo>
                <a:cubicBezTo>
                  <a:pt x="298" y="691"/>
                  <a:pt x="345" y="572"/>
                  <a:pt x="417" y="489"/>
                </a:cubicBezTo>
                <a:cubicBezTo>
                  <a:pt x="500" y="394"/>
                  <a:pt x="619" y="358"/>
                  <a:pt x="738" y="358"/>
                </a:cubicBezTo>
                <a:close/>
                <a:moveTo>
                  <a:pt x="4370" y="6263"/>
                </a:moveTo>
                <a:lnTo>
                  <a:pt x="4370" y="6549"/>
                </a:lnTo>
                <a:cubicBezTo>
                  <a:pt x="4370" y="6716"/>
                  <a:pt x="4227" y="6859"/>
                  <a:pt x="4048" y="6859"/>
                </a:cubicBezTo>
                <a:lnTo>
                  <a:pt x="2203" y="6859"/>
                </a:lnTo>
                <a:cubicBezTo>
                  <a:pt x="2060" y="6859"/>
                  <a:pt x="1905" y="6716"/>
                  <a:pt x="1905" y="6549"/>
                </a:cubicBezTo>
                <a:lnTo>
                  <a:pt x="1905" y="6263"/>
                </a:lnTo>
                <a:close/>
                <a:moveTo>
                  <a:pt x="762" y="1"/>
                </a:moveTo>
                <a:cubicBezTo>
                  <a:pt x="548" y="1"/>
                  <a:pt x="345" y="84"/>
                  <a:pt x="214" y="251"/>
                </a:cubicBezTo>
                <a:cubicBezTo>
                  <a:pt x="60" y="417"/>
                  <a:pt x="0" y="620"/>
                  <a:pt x="24" y="834"/>
                </a:cubicBezTo>
                <a:lnTo>
                  <a:pt x="464" y="5311"/>
                </a:lnTo>
                <a:cubicBezTo>
                  <a:pt x="512" y="5716"/>
                  <a:pt x="738" y="6168"/>
                  <a:pt x="1607" y="6252"/>
                </a:cubicBezTo>
                <a:lnTo>
                  <a:pt x="1607" y="6525"/>
                </a:lnTo>
                <a:cubicBezTo>
                  <a:pt x="1607" y="6871"/>
                  <a:pt x="1893" y="7168"/>
                  <a:pt x="2250" y="7168"/>
                </a:cubicBezTo>
                <a:lnTo>
                  <a:pt x="3012" y="7168"/>
                </a:lnTo>
                <a:lnTo>
                  <a:pt x="3012" y="8966"/>
                </a:lnTo>
                <a:cubicBezTo>
                  <a:pt x="3012" y="10181"/>
                  <a:pt x="3989" y="11169"/>
                  <a:pt x="5215" y="11169"/>
                </a:cubicBezTo>
                <a:lnTo>
                  <a:pt x="7203" y="11169"/>
                </a:lnTo>
                <a:cubicBezTo>
                  <a:pt x="8406" y="11169"/>
                  <a:pt x="9406" y="10192"/>
                  <a:pt x="9406" y="8966"/>
                </a:cubicBezTo>
                <a:lnTo>
                  <a:pt x="9406" y="5668"/>
                </a:lnTo>
                <a:lnTo>
                  <a:pt x="9680" y="5668"/>
                </a:lnTo>
                <a:cubicBezTo>
                  <a:pt x="9930" y="5668"/>
                  <a:pt x="10132" y="5454"/>
                  <a:pt x="10132" y="5204"/>
                </a:cubicBezTo>
                <a:lnTo>
                  <a:pt x="10132" y="2894"/>
                </a:lnTo>
                <a:cubicBezTo>
                  <a:pt x="10073" y="2656"/>
                  <a:pt x="9882" y="2453"/>
                  <a:pt x="9632" y="2453"/>
                </a:cubicBezTo>
                <a:lnTo>
                  <a:pt x="9406" y="2453"/>
                </a:lnTo>
                <a:lnTo>
                  <a:pt x="9406" y="1763"/>
                </a:lnTo>
                <a:cubicBezTo>
                  <a:pt x="9406" y="1680"/>
                  <a:pt x="9335" y="1608"/>
                  <a:pt x="9251" y="1608"/>
                </a:cubicBezTo>
                <a:cubicBezTo>
                  <a:pt x="9156" y="1608"/>
                  <a:pt x="9084" y="1680"/>
                  <a:pt x="9084" y="1763"/>
                </a:cubicBezTo>
                <a:lnTo>
                  <a:pt x="9084" y="2453"/>
                </a:lnTo>
                <a:lnTo>
                  <a:pt x="8858" y="2453"/>
                </a:lnTo>
                <a:cubicBezTo>
                  <a:pt x="8608" y="2453"/>
                  <a:pt x="8394" y="2656"/>
                  <a:pt x="8394" y="2918"/>
                </a:cubicBezTo>
                <a:lnTo>
                  <a:pt x="8394" y="3549"/>
                </a:lnTo>
                <a:cubicBezTo>
                  <a:pt x="8394" y="3644"/>
                  <a:pt x="8477" y="3716"/>
                  <a:pt x="8561" y="3716"/>
                </a:cubicBezTo>
                <a:cubicBezTo>
                  <a:pt x="8656" y="3716"/>
                  <a:pt x="8727" y="3644"/>
                  <a:pt x="8727" y="3549"/>
                </a:cubicBezTo>
                <a:lnTo>
                  <a:pt x="8727" y="2918"/>
                </a:lnTo>
                <a:cubicBezTo>
                  <a:pt x="8727" y="2846"/>
                  <a:pt x="8787" y="2787"/>
                  <a:pt x="8858" y="2787"/>
                </a:cubicBezTo>
                <a:lnTo>
                  <a:pt x="9632" y="2787"/>
                </a:lnTo>
                <a:cubicBezTo>
                  <a:pt x="9704" y="2787"/>
                  <a:pt x="9763" y="2846"/>
                  <a:pt x="9763" y="2918"/>
                </a:cubicBezTo>
                <a:lnTo>
                  <a:pt x="9763" y="5228"/>
                </a:lnTo>
                <a:cubicBezTo>
                  <a:pt x="9763" y="5299"/>
                  <a:pt x="9704" y="5359"/>
                  <a:pt x="9632" y="5359"/>
                </a:cubicBezTo>
                <a:lnTo>
                  <a:pt x="8858" y="5359"/>
                </a:lnTo>
                <a:cubicBezTo>
                  <a:pt x="8787" y="5359"/>
                  <a:pt x="8727" y="5299"/>
                  <a:pt x="8727" y="5228"/>
                </a:cubicBezTo>
                <a:lnTo>
                  <a:pt x="8727" y="4251"/>
                </a:lnTo>
                <a:cubicBezTo>
                  <a:pt x="8727" y="4168"/>
                  <a:pt x="8656" y="4097"/>
                  <a:pt x="8561" y="4097"/>
                </a:cubicBezTo>
                <a:cubicBezTo>
                  <a:pt x="8477" y="4097"/>
                  <a:pt x="8394" y="4168"/>
                  <a:pt x="8394" y="4251"/>
                </a:cubicBezTo>
                <a:lnTo>
                  <a:pt x="8394" y="5228"/>
                </a:lnTo>
                <a:cubicBezTo>
                  <a:pt x="8394" y="5478"/>
                  <a:pt x="8608" y="5680"/>
                  <a:pt x="8858" y="5680"/>
                </a:cubicBezTo>
                <a:lnTo>
                  <a:pt x="9049" y="5680"/>
                </a:lnTo>
                <a:lnTo>
                  <a:pt x="9049" y="8990"/>
                </a:lnTo>
                <a:cubicBezTo>
                  <a:pt x="9049" y="10014"/>
                  <a:pt x="8215" y="10859"/>
                  <a:pt x="7179" y="10859"/>
                </a:cubicBezTo>
                <a:lnTo>
                  <a:pt x="5179" y="10859"/>
                </a:lnTo>
                <a:cubicBezTo>
                  <a:pt x="4155" y="10859"/>
                  <a:pt x="3310" y="10026"/>
                  <a:pt x="3310" y="8990"/>
                </a:cubicBezTo>
                <a:lnTo>
                  <a:pt x="3310" y="7192"/>
                </a:lnTo>
                <a:lnTo>
                  <a:pt x="4072" y="7192"/>
                </a:lnTo>
                <a:cubicBezTo>
                  <a:pt x="4405" y="7192"/>
                  <a:pt x="4703" y="6906"/>
                  <a:pt x="4703" y="6549"/>
                </a:cubicBezTo>
                <a:lnTo>
                  <a:pt x="4703" y="6263"/>
                </a:lnTo>
                <a:cubicBezTo>
                  <a:pt x="5572" y="6204"/>
                  <a:pt x="5810" y="5728"/>
                  <a:pt x="5858" y="5323"/>
                </a:cubicBezTo>
                <a:lnTo>
                  <a:pt x="5941" y="4478"/>
                </a:lnTo>
                <a:lnTo>
                  <a:pt x="6013" y="3704"/>
                </a:lnTo>
                <a:lnTo>
                  <a:pt x="6096" y="2930"/>
                </a:lnTo>
                <a:lnTo>
                  <a:pt x="6239" y="1382"/>
                </a:lnTo>
                <a:lnTo>
                  <a:pt x="6298" y="834"/>
                </a:lnTo>
                <a:cubicBezTo>
                  <a:pt x="6310" y="620"/>
                  <a:pt x="6251" y="417"/>
                  <a:pt x="6108" y="251"/>
                </a:cubicBezTo>
                <a:cubicBezTo>
                  <a:pt x="5953" y="84"/>
                  <a:pt x="5763"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24" name="Google Shape;10124;p63"/>
          <p:cNvGrpSpPr/>
          <p:nvPr/>
        </p:nvGrpSpPr>
        <p:grpSpPr>
          <a:xfrm>
            <a:off x="8007400" y="2721278"/>
            <a:ext cx="285230" cy="355597"/>
            <a:chOff x="8007400" y="2902278"/>
            <a:chExt cx="285230" cy="355597"/>
          </a:xfrm>
        </p:grpSpPr>
        <p:sp>
          <p:nvSpPr>
            <p:cNvPr id="10125" name="Google Shape;10125;p63"/>
            <p:cNvSpPr/>
            <p:nvPr/>
          </p:nvSpPr>
          <p:spPr>
            <a:xfrm>
              <a:off x="8134820" y="3165305"/>
              <a:ext cx="39851" cy="39851"/>
            </a:xfrm>
            <a:custGeom>
              <a:avLst/>
              <a:gdLst/>
              <a:ahLst/>
              <a:cxnLst/>
              <a:rect l="l" t="t" r="r" b="b"/>
              <a:pathLst>
                <a:path w="1251" h="1251" extrusionOk="0">
                  <a:moveTo>
                    <a:pt x="632" y="310"/>
                  </a:moveTo>
                  <a:cubicBezTo>
                    <a:pt x="799" y="310"/>
                    <a:pt x="930" y="441"/>
                    <a:pt x="930" y="608"/>
                  </a:cubicBezTo>
                  <a:cubicBezTo>
                    <a:pt x="930" y="775"/>
                    <a:pt x="799" y="906"/>
                    <a:pt x="632" y="906"/>
                  </a:cubicBezTo>
                  <a:cubicBezTo>
                    <a:pt x="465" y="906"/>
                    <a:pt x="334" y="775"/>
                    <a:pt x="334" y="608"/>
                  </a:cubicBezTo>
                  <a:cubicBezTo>
                    <a:pt x="334" y="441"/>
                    <a:pt x="465" y="310"/>
                    <a:pt x="632" y="310"/>
                  </a:cubicBezTo>
                  <a:close/>
                  <a:moveTo>
                    <a:pt x="632" y="1"/>
                  </a:moveTo>
                  <a:cubicBezTo>
                    <a:pt x="287" y="1"/>
                    <a:pt x="1" y="275"/>
                    <a:pt x="1" y="620"/>
                  </a:cubicBezTo>
                  <a:cubicBezTo>
                    <a:pt x="1" y="965"/>
                    <a:pt x="287" y="1251"/>
                    <a:pt x="632" y="1251"/>
                  </a:cubicBezTo>
                  <a:cubicBezTo>
                    <a:pt x="977" y="1251"/>
                    <a:pt x="1251" y="965"/>
                    <a:pt x="1251" y="620"/>
                  </a:cubicBezTo>
                  <a:cubicBezTo>
                    <a:pt x="1251" y="275"/>
                    <a:pt x="977"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63"/>
            <p:cNvSpPr/>
            <p:nvPr/>
          </p:nvSpPr>
          <p:spPr>
            <a:xfrm>
              <a:off x="8007400" y="2902278"/>
              <a:ext cx="285230" cy="355597"/>
            </a:xfrm>
            <a:custGeom>
              <a:avLst/>
              <a:gdLst/>
              <a:ahLst/>
              <a:cxnLst/>
              <a:rect l="l" t="t" r="r" b="b"/>
              <a:pathLst>
                <a:path w="8954" h="11163" extrusionOk="0">
                  <a:moveTo>
                    <a:pt x="6528" y="337"/>
                  </a:moveTo>
                  <a:cubicBezTo>
                    <a:pt x="6549" y="337"/>
                    <a:pt x="6573" y="346"/>
                    <a:pt x="6596" y="364"/>
                  </a:cubicBezTo>
                  <a:lnTo>
                    <a:pt x="7632" y="1412"/>
                  </a:lnTo>
                  <a:cubicBezTo>
                    <a:pt x="7668" y="1435"/>
                    <a:pt x="7668" y="1483"/>
                    <a:pt x="7632" y="1519"/>
                  </a:cubicBezTo>
                  <a:lnTo>
                    <a:pt x="7489" y="1674"/>
                  </a:lnTo>
                  <a:cubicBezTo>
                    <a:pt x="7472" y="1691"/>
                    <a:pt x="7454" y="1700"/>
                    <a:pt x="7434" y="1700"/>
                  </a:cubicBezTo>
                  <a:cubicBezTo>
                    <a:pt x="7415" y="1700"/>
                    <a:pt x="7394" y="1691"/>
                    <a:pt x="7370" y="1674"/>
                  </a:cubicBezTo>
                  <a:lnTo>
                    <a:pt x="6323" y="626"/>
                  </a:lnTo>
                  <a:cubicBezTo>
                    <a:pt x="6299" y="590"/>
                    <a:pt x="6299" y="542"/>
                    <a:pt x="6323" y="519"/>
                  </a:cubicBezTo>
                  <a:lnTo>
                    <a:pt x="6477" y="364"/>
                  </a:lnTo>
                  <a:cubicBezTo>
                    <a:pt x="6489" y="346"/>
                    <a:pt x="6507" y="337"/>
                    <a:pt x="6528" y="337"/>
                  </a:cubicBezTo>
                  <a:close/>
                  <a:moveTo>
                    <a:pt x="6299" y="1066"/>
                  </a:moveTo>
                  <a:lnTo>
                    <a:pt x="7001" y="1769"/>
                  </a:lnTo>
                  <a:lnTo>
                    <a:pt x="6346" y="2424"/>
                  </a:lnTo>
                  <a:lnTo>
                    <a:pt x="5644" y="1721"/>
                  </a:lnTo>
                  <a:lnTo>
                    <a:pt x="6299" y="1066"/>
                  </a:lnTo>
                  <a:close/>
                  <a:moveTo>
                    <a:pt x="2155" y="4698"/>
                  </a:moveTo>
                  <a:lnTo>
                    <a:pt x="2453" y="4995"/>
                  </a:lnTo>
                  <a:lnTo>
                    <a:pt x="2215" y="5198"/>
                  </a:lnTo>
                  <a:cubicBezTo>
                    <a:pt x="2203" y="5216"/>
                    <a:pt x="2182" y="5225"/>
                    <a:pt x="2160" y="5225"/>
                  </a:cubicBezTo>
                  <a:cubicBezTo>
                    <a:pt x="2137" y="5225"/>
                    <a:pt x="2114" y="5216"/>
                    <a:pt x="2096" y="5198"/>
                  </a:cubicBezTo>
                  <a:lnTo>
                    <a:pt x="1941" y="5031"/>
                  </a:lnTo>
                  <a:cubicBezTo>
                    <a:pt x="1905" y="5007"/>
                    <a:pt x="1905" y="4948"/>
                    <a:pt x="1941" y="4924"/>
                  </a:cubicBezTo>
                  <a:lnTo>
                    <a:pt x="2155" y="4698"/>
                  </a:lnTo>
                  <a:close/>
                  <a:moveTo>
                    <a:pt x="2408" y="3865"/>
                  </a:moveTo>
                  <a:cubicBezTo>
                    <a:pt x="2416" y="3865"/>
                    <a:pt x="2422" y="3869"/>
                    <a:pt x="2429" y="3876"/>
                  </a:cubicBezTo>
                  <a:lnTo>
                    <a:pt x="2572" y="4031"/>
                  </a:lnTo>
                  <a:cubicBezTo>
                    <a:pt x="4203" y="5662"/>
                    <a:pt x="4144" y="5579"/>
                    <a:pt x="4108" y="5603"/>
                  </a:cubicBezTo>
                  <a:lnTo>
                    <a:pt x="3846" y="5876"/>
                  </a:lnTo>
                  <a:cubicBezTo>
                    <a:pt x="3842" y="5879"/>
                    <a:pt x="3839" y="5883"/>
                    <a:pt x="3835" y="5883"/>
                  </a:cubicBezTo>
                  <a:cubicBezTo>
                    <a:pt x="3804" y="5883"/>
                    <a:pt x="3678" y="5722"/>
                    <a:pt x="2120" y="4174"/>
                  </a:cubicBezTo>
                  <a:cubicBezTo>
                    <a:pt x="2096" y="4162"/>
                    <a:pt x="2096" y="4138"/>
                    <a:pt x="2120" y="4138"/>
                  </a:cubicBezTo>
                  <a:cubicBezTo>
                    <a:pt x="2328" y="3930"/>
                    <a:pt x="2378" y="3865"/>
                    <a:pt x="2408" y="3865"/>
                  </a:cubicBezTo>
                  <a:close/>
                  <a:moveTo>
                    <a:pt x="3025" y="5579"/>
                  </a:moveTo>
                  <a:lnTo>
                    <a:pt x="3322" y="5876"/>
                  </a:lnTo>
                  <a:lnTo>
                    <a:pt x="3084" y="6079"/>
                  </a:lnTo>
                  <a:cubicBezTo>
                    <a:pt x="3066" y="6097"/>
                    <a:pt x="3042" y="6106"/>
                    <a:pt x="3020" y="6106"/>
                  </a:cubicBezTo>
                  <a:cubicBezTo>
                    <a:pt x="2998" y="6106"/>
                    <a:pt x="2977" y="6097"/>
                    <a:pt x="2965" y="6079"/>
                  </a:cubicBezTo>
                  <a:lnTo>
                    <a:pt x="2798" y="5912"/>
                  </a:lnTo>
                  <a:cubicBezTo>
                    <a:pt x="2774" y="5888"/>
                    <a:pt x="2774" y="5829"/>
                    <a:pt x="2798" y="5793"/>
                  </a:cubicBezTo>
                  <a:lnTo>
                    <a:pt x="3025" y="5579"/>
                  </a:lnTo>
                  <a:close/>
                  <a:moveTo>
                    <a:pt x="3025" y="6936"/>
                  </a:moveTo>
                  <a:cubicBezTo>
                    <a:pt x="3072" y="6936"/>
                    <a:pt x="3096" y="6972"/>
                    <a:pt x="3096" y="7019"/>
                  </a:cubicBezTo>
                  <a:lnTo>
                    <a:pt x="3096" y="7269"/>
                  </a:lnTo>
                  <a:cubicBezTo>
                    <a:pt x="3096" y="7317"/>
                    <a:pt x="3072" y="7341"/>
                    <a:pt x="3025" y="7341"/>
                  </a:cubicBezTo>
                  <a:lnTo>
                    <a:pt x="405" y="7341"/>
                  </a:lnTo>
                  <a:cubicBezTo>
                    <a:pt x="369" y="7341"/>
                    <a:pt x="334" y="7305"/>
                    <a:pt x="334" y="7269"/>
                  </a:cubicBezTo>
                  <a:lnTo>
                    <a:pt x="334" y="7019"/>
                  </a:lnTo>
                  <a:cubicBezTo>
                    <a:pt x="334" y="6972"/>
                    <a:pt x="358" y="6936"/>
                    <a:pt x="405" y="6936"/>
                  </a:cubicBezTo>
                  <a:close/>
                  <a:moveTo>
                    <a:pt x="1834" y="7674"/>
                  </a:moveTo>
                  <a:cubicBezTo>
                    <a:pt x="2060" y="7960"/>
                    <a:pt x="2322" y="8210"/>
                    <a:pt x="2632" y="8401"/>
                  </a:cubicBezTo>
                  <a:cubicBezTo>
                    <a:pt x="2608" y="8448"/>
                    <a:pt x="2572" y="8496"/>
                    <a:pt x="2548" y="8520"/>
                  </a:cubicBezTo>
                  <a:cubicBezTo>
                    <a:pt x="2489" y="8591"/>
                    <a:pt x="2441" y="8663"/>
                    <a:pt x="2393" y="8746"/>
                  </a:cubicBezTo>
                  <a:cubicBezTo>
                    <a:pt x="2382" y="8770"/>
                    <a:pt x="2334" y="8805"/>
                    <a:pt x="2322" y="8853"/>
                  </a:cubicBezTo>
                  <a:cubicBezTo>
                    <a:pt x="1846" y="8555"/>
                    <a:pt x="1465" y="8151"/>
                    <a:pt x="1167" y="7674"/>
                  </a:cubicBezTo>
                  <a:close/>
                  <a:moveTo>
                    <a:pt x="4632" y="7793"/>
                  </a:moveTo>
                  <a:cubicBezTo>
                    <a:pt x="5870" y="7793"/>
                    <a:pt x="6846" y="8793"/>
                    <a:pt x="6918" y="9936"/>
                  </a:cubicBezTo>
                  <a:lnTo>
                    <a:pt x="2334" y="9936"/>
                  </a:lnTo>
                  <a:cubicBezTo>
                    <a:pt x="2417" y="8770"/>
                    <a:pt x="3406" y="7793"/>
                    <a:pt x="4632" y="7793"/>
                  </a:cubicBezTo>
                  <a:close/>
                  <a:moveTo>
                    <a:pt x="6525" y="1"/>
                  </a:moveTo>
                  <a:cubicBezTo>
                    <a:pt x="6421" y="1"/>
                    <a:pt x="6317" y="42"/>
                    <a:pt x="6239" y="126"/>
                  </a:cubicBezTo>
                  <a:lnTo>
                    <a:pt x="6084" y="269"/>
                  </a:lnTo>
                  <a:cubicBezTo>
                    <a:pt x="5942" y="423"/>
                    <a:pt x="5942" y="662"/>
                    <a:pt x="6073" y="804"/>
                  </a:cubicBezTo>
                  <a:lnTo>
                    <a:pt x="5406" y="1483"/>
                  </a:lnTo>
                  <a:lnTo>
                    <a:pt x="5251" y="1328"/>
                  </a:lnTo>
                  <a:cubicBezTo>
                    <a:pt x="5221" y="1299"/>
                    <a:pt x="5180" y="1284"/>
                    <a:pt x="5136" y="1284"/>
                  </a:cubicBezTo>
                  <a:cubicBezTo>
                    <a:pt x="5093" y="1284"/>
                    <a:pt x="5049" y="1299"/>
                    <a:pt x="5013" y="1328"/>
                  </a:cubicBezTo>
                  <a:lnTo>
                    <a:pt x="3977" y="2376"/>
                  </a:lnTo>
                  <a:cubicBezTo>
                    <a:pt x="3917" y="2436"/>
                    <a:pt x="3917" y="2531"/>
                    <a:pt x="3977" y="2614"/>
                  </a:cubicBezTo>
                  <a:cubicBezTo>
                    <a:pt x="4007" y="2644"/>
                    <a:pt x="4045" y="2659"/>
                    <a:pt x="4087" y="2659"/>
                  </a:cubicBezTo>
                  <a:cubicBezTo>
                    <a:pt x="4129" y="2659"/>
                    <a:pt x="4173" y="2644"/>
                    <a:pt x="4215" y="2614"/>
                  </a:cubicBezTo>
                  <a:lnTo>
                    <a:pt x="5132" y="1685"/>
                  </a:lnTo>
                  <a:lnTo>
                    <a:pt x="6299" y="2852"/>
                  </a:lnTo>
                  <a:lnTo>
                    <a:pt x="4060" y="5079"/>
                  </a:lnTo>
                  <a:lnTo>
                    <a:pt x="2905" y="3924"/>
                  </a:lnTo>
                  <a:lnTo>
                    <a:pt x="3739" y="3090"/>
                  </a:lnTo>
                  <a:cubicBezTo>
                    <a:pt x="3798" y="3031"/>
                    <a:pt x="3798" y="2924"/>
                    <a:pt x="3739" y="2864"/>
                  </a:cubicBezTo>
                  <a:cubicBezTo>
                    <a:pt x="3709" y="2834"/>
                    <a:pt x="3667" y="2820"/>
                    <a:pt x="3624" y="2820"/>
                  </a:cubicBezTo>
                  <a:cubicBezTo>
                    <a:pt x="3581" y="2820"/>
                    <a:pt x="3536" y="2834"/>
                    <a:pt x="3501" y="2864"/>
                  </a:cubicBezTo>
                  <a:lnTo>
                    <a:pt x="2667" y="3698"/>
                  </a:lnTo>
                  <a:lnTo>
                    <a:pt x="2632" y="3662"/>
                  </a:lnTo>
                  <a:cubicBezTo>
                    <a:pt x="2566" y="3596"/>
                    <a:pt x="2477" y="3564"/>
                    <a:pt x="2388" y="3564"/>
                  </a:cubicBezTo>
                  <a:cubicBezTo>
                    <a:pt x="2298" y="3564"/>
                    <a:pt x="2209" y="3596"/>
                    <a:pt x="2143" y="3662"/>
                  </a:cubicBezTo>
                  <a:lnTo>
                    <a:pt x="1870" y="3936"/>
                  </a:lnTo>
                  <a:cubicBezTo>
                    <a:pt x="1739" y="4067"/>
                    <a:pt x="1739" y="4293"/>
                    <a:pt x="1870" y="4424"/>
                  </a:cubicBezTo>
                  <a:lnTo>
                    <a:pt x="1905" y="4460"/>
                  </a:lnTo>
                  <a:cubicBezTo>
                    <a:pt x="1751" y="4638"/>
                    <a:pt x="1548" y="4722"/>
                    <a:pt x="1548" y="4972"/>
                  </a:cubicBezTo>
                  <a:cubicBezTo>
                    <a:pt x="1548" y="5079"/>
                    <a:pt x="1596" y="5186"/>
                    <a:pt x="1667" y="5269"/>
                  </a:cubicBezTo>
                  <a:cubicBezTo>
                    <a:pt x="1786" y="5376"/>
                    <a:pt x="1870" y="5555"/>
                    <a:pt x="2132" y="5555"/>
                  </a:cubicBezTo>
                  <a:cubicBezTo>
                    <a:pt x="2382" y="5555"/>
                    <a:pt x="2465" y="5353"/>
                    <a:pt x="2644" y="5198"/>
                  </a:cubicBezTo>
                  <a:lnTo>
                    <a:pt x="2763" y="5317"/>
                  </a:lnTo>
                  <a:cubicBezTo>
                    <a:pt x="2620" y="5495"/>
                    <a:pt x="2405" y="5591"/>
                    <a:pt x="2405" y="5841"/>
                  </a:cubicBezTo>
                  <a:cubicBezTo>
                    <a:pt x="2405" y="6079"/>
                    <a:pt x="2608" y="6186"/>
                    <a:pt x="2691" y="6305"/>
                  </a:cubicBezTo>
                  <a:cubicBezTo>
                    <a:pt x="2763" y="6377"/>
                    <a:pt x="2870" y="6424"/>
                    <a:pt x="2989" y="6424"/>
                  </a:cubicBezTo>
                  <a:cubicBezTo>
                    <a:pt x="3239" y="6424"/>
                    <a:pt x="3334" y="6210"/>
                    <a:pt x="3513" y="6067"/>
                  </a:cubicBezTo>
                  <a:cubicBezTo>
                    <a:pt x="3525" y="6079"/>
                    <a:pt x="3620" y="6198"/>
                    <a:pt x="3798" y="6198"/>
                  </a:cubicBezTo>
                  <a:cubicBezTo>
                    <a:pt x="3882" y="6198"/>
                    <a:pt x="3977" y="6162"/>
                    <a:pt x="4048" y="6091"/>
                  </a:cubicBezTo>
                  <a:lnTo>
                    <a:pt x="4310" y="5829"/>
                  </a:lnTo>
                  <a:cubicBezTo>
                    <a:pt x="4453" y="5686"/>
                    <a:pt x="4453" y="5472"/>
                    <a:pt x="4310" y="5329"/>
                  </a:cubicBezTo>
                  <a:lnTo>
                    <a:pt x="4287" y="5305"/>
                  </a:lnTo>
                  <a:lnTo>
                    <a:pt x="6239" y="3352"/>
                  </a:lnTo>
                  <a:cubicBezTo>
                    <a:pt x="6930" y="3924"/>
                    <a:pt x="7335" y="4733"/>
                    <a:pt x="7335" y="5626"/>
                  </a:cubicBezTo>
                  <a:cubicBezTo>
                    <a:pt x="7335" y="6555"/>
                    <a:pt x="6906" y="7412"/>
                    <a:pt x="6156" y="7984"/>
                  </a:cubicBezTo>
                  <a:cubicBezTo>
                    <a:pt x="5690" y="7638"/>
                    <a:pt x="5153" y="7470"/>
                    <a:pt x="4619" y="7470"/>
                  </a:cubicBezTo>
                  <a:cubicBezTo>
                    <a:pt x="3993" y="7470"/>
                    <a:pt x="3371" y="7701"/>
                    <a:pt x="2870" y="8151"/>
                  </a:cubicBezTo>
                  <a:cubicBezTo>
                    <a:pt x="2644" y="8008"/>
                    <a:pt x="2453" y="7853"/>
                    <a:pt x="2274" y="7650"/>
                  </a:cubicBezTo>
                  <a:lnTo>
                    <a:pt x="3025" y="7650"/>
                  </a:lnTo>
                  <a:cubicBezTo>
                    <a:pt x="3239" y="7650"/>
                    <a:pt x="3417" y="7472"/>
                    <a:pt x="3417" y="7258"/>
                  </a:cubicBezTo>
                  <a:lnTo>
                    <a:pt x="3417" y="6996"/>
                  </a:lnTo>
                  <a:cubicBezTo>
                    <a:pt x="3417" y="6781"/>
                    <a:pt x="3239" y="6603"/>
                    <a:pt x="3025" y="6603"/>
                  </a:cubicBezTo>
                  <a:lnTo>
                    <a:pt x="405" y="6603"/>
                  </a:lnTo>
                  <a:cubicBezTo>
                    <a:pt x="179" y="6603"/>
                    <a:pt x="0" y="6781"/>
                    <a:pt x="0" y="6996"/>
                  </a:cubicBezTo>
                  <a:lnTo>
                    <a:pt x="0" y="7258"/>
                  </a:lnTo>
                  <a:cubicBezTo>
                    <a:pt x="0" y="7472"/>
                    <a:pt x="179" y="7650"/>
                    <a:pt x="405" y="7650"/>
                  </a:cubicBezTo>
                  <a:lnTo>
                    <a:pt x="774" y="7650"/>
                  </a:lnTo>
                  <a:cubicBezTo>
                    <a:pt x="1036" y="8162"/>
                    <a:pt x="1548" y="8722"/>
                    <a:pt x="2191" y="9127"/>
                  </a:cubicBezTo>
                  <a:cubicBezTo>
                    <a:pt x="2084" y="9377"/>
                    <a:pt x="2036" y="9651"/>
                    <a:pt x="2012" y="9936"/>
                  </a:cubicBezTo>
                  <a:lnTo>
                    <a:pt x="846" y="9936"/>
                  </a:lnTo>
                  <a:cubicBezTo>
                    <a:pt x="774" y="9936"/>
                    <a:pt x="715" y="9972"/>
                    <a:pt x="703" y="10032"/>
                  </a:cubicBezTo>
                  <a:lnTo>
                    <a:pt x="346" y="10948"/>
                  </a:lnTo>
                  <a:cubicBezTo>
                    <a:pt x="298" y="11044"/>
                    <a:pt x="381" y="11163"/>
                    <a:pt x="488" y="11163"/>
                  </a:cubicBezTo>
                  <a:lnTo>
                    <a:pt x="1393" y="11163"/>
                  </a:lnTo>
                  <a:cubicBezTo>
                    <a:pt x="1489" y="11163"/>
                    <a:pt x="1560" y="11091"/>
                    <a:pt x="1560" y="11008"/>
                  </a:cubicBezTo>
                  <a:cubicBezTo>
                    <a:pt x="1560" y="10913"/>
                    <a:pt x="1489" y="10841"/>
                    <a:pt x="1393" y="10841"/>
                  </a:cubicBezTo>
                  <a:lnTo>
                    <a:pt x="739" y="10841"/>
                  </a:lnTo>
                  <a:lnTo>
                    <a:pt x="965" y="10258"/>
                  </a:lnTo>
                  <a:lnTo>
                    <a:pt x="8299" y="10258"/>
                  </a:lnTo>
                  <a:lnTo>
                    <a:pt x="8525" y="10841"/>
                  </a:lnTo>
                  <a:lnTo>
                    <a:pt x="2167" y="10841"/>
                  </a:lnTo>
                  <a:cubicBezTo>
                    <a:pt x="2084" y="10841"/>
                    <a:pt x="2012" y="10913"/>
                    <a:pt x="2012" y="11008"/>
                  </a:cubicBezTo>
                  <a:cubicBezTo>
                    <a:pt x="2012" y="11091"/>
                    <a:pt x="2084" y="11163"/>
                    <a:pt x="2167" y="11163"/>
                  </a:cubicBezTo>
                  <a:lnTo>
                    <a:pt x="8763" y="11163"/>
                  </a:lnTo>
                  <a:cubicBezTo>
                    <a:pt x="8882" y="11163"/>
                    <a:pt x="8954" y="11044"/>
                    <a:pt x="8918" y="10948"/>
                  </a:cubicBezTo>
                  <a:lnTo>
                    <a:pt x="8561" y="10044"/>
                  </a:lnTo>
                  <a:cubicBezTo>
                    <a:pt x="8525" y="9984"/>
                    <a:pt x="8466" y="9936"/>
                    <a:pt x="8406" y="9936"/>
                  </a:cubicBezTo>
                  <a:lnTo>
                    <a:pt x="7251" y="9936"/>
                  </a:lnTo>
                  <a:cubicBezTo>
                    <a:pt x="7216" y="9555"/>
                    <a:pt x="7132" y="9198"/>
                    <a:pt x="6965" y="8889"/>
                  </a:cubicBezTo>
                  <a:cubicBezTo>
                    <a:pt x="7847" y="8210"/>
                    <a:pt x="8430" y="7174"/>
                    <a:pt x="8525" y="6067"/>
                  </a:cubicBezTo>
                  <a:cubicBezTo>
                    <a:pt x="8537" y="5972"/>
                    <a:pt x="8466" y="5900"/>
                    <a:pt x="8382" y="5888"/>
                  </a:cubicBezTo>
                  <a:cubicBezTo>
                    <a:pt x="8371" y="5886"/>
                    <a:pt x="8360" y="5884"/>
                    <a:pt x="8350" y="5884"/>
                  </a:cubicBezTo>
                  <a:cubicBezTo>
                    <a:pt x="8271" y="5884"/>
                    <a:pt x="8214" y="5958"/>
                    <a:pt x="8204" y="6031"/>
                  </a:cubicBezTo>
                  <a:cubicBezTo>
                    <a:pt x="8097" y="7043"/>
                    <a:pt x="7597" y="7972"/>
                    <a:pt x="6799" y="8603"/>
                  </a:cubicBezTo>
                  <a:cubicBezTo>
                    <a:pt x="6751" y="8543"/>
                    <a:pt x="6715" y="8508"/>
                    <a:pt x="6668" y="8460"/>
                  </a:cubicBezTo>
                  <a:cubicBezTo>
                    <a:pt x="6608" y="8389"/>
                    <a:pt x="6537" y="8293"/>
                    <a:pt x="6454" y="8222"/>
                  </a:cubicBezTo>
                  <a:lnTo>
                    <a:pt x="6430" y="8186"/>
                  </a:lnTo>
                  <a:cubicBezTo>
                    <a:pt x="8037" y="6912"/>
                    <a:pt x="8097" y="4460"/>
                    <a:pt x="6477" y="3114"/>
                  </a:cubicBezTo>
                  <a:lnTo>
                    <a:pt x="6632" y="2948"/>
                  </a:lnTo>
                  <a:cubicBezTo>
                    <a:pt x="6692" y="2888"/>
                    <a:pt x="6692" y="2793"/>
                    <a:pt x="6632" y="2733"/>
                  </a:cubicBezTo>
                  <a:lnTo>
                    <a:pt x="6561" y="2650"/>
                  </a:lnTo>
                  <a:lnTo>
                    <a:pt x="6656" y="2567"/>
                  </a:lnTo>
                  <a:cubicBezTo>
                    <a:pt x="7013" y="2793"/>
                    <a:pt x="7489" y="3305"/>
                    <a:pt x="7799" y="3900"/>
                  </a:cubicBezTo>
                  <a:cubicBezTo>
                    <a:pt x="8037" y="4352"/>
                    <a:pt x="8168" y="4876"/>
                    <a:pt x="8216" y="5376"/>
                  </a:cubicBezTo>
                  <a:cubicBezTo>
                    <a:pt x="8216" y="5465"/>
                    <a:pt x="8287" y="5532"/>
                    <a:pt x="8373" y="5532"/>
                  </a:cubicBezTo>
                  <a:cubicBezTo>
                    <a:pt x="8380" y="5532"/>
                    <a:pt x="8387" y="5532"/>
                    <a:pt x="8394" y="5531"/>
                  </a:cubicBezTo>
                  <a:cubicBezTo>
                    <a:pt x="8478" y="5531"/>
                    <a:pt x="8561" y="5436"/>
                    <a:pt x="8537" y="5353"/>
                  </a:cubicBezTo>
                  <a:cubicBezTo>
                    <a:pt x="8454" y="4138"/>
                    <a:pt x="7858" y="3055"/>
                    <a:pt x="6894" y="2328"/>
                  </a:cubicBezTo>
                  <a:lnTo>
                    <a:pt x="7251" y="1971"/>
                  </a:lnTo>
                  <a:cubicBezTo>
                    <a:pt x="7317" y="2002"/>
                    <a:pt x="7384" y="2017"/>
                    <a:pt x="7446" y="2017"/>
                  </a:cubicBezTo>
                  <a:cubicBezTo>
                    <a:pt x="7551" y="2017"/>
                    <a:pt x="7644" y="1975"/>
                    <a:pt x="7704" y="1900"/>
                  </a:cubicBezTo>
                  <a:lnTo>
                    <a:pt x="7858" y="1745"/>
                  </a:lnTo>
                  <a:cubicBezTo>
                    <a:pt x="8025" y="1578"/>
                    <a:pt x="8025" y="1328"/>
                    <a:pt x="7858" y="1162"/>
                  </a:cubicBezTo>
                  <a:lnTo>
                    <a:pt x="6811" y="126"/>
                  </a:lnTo>
                  <a:cubicBezTo>
                    <a:pt x="6733" y="42"/>
                    <a:pt x="6629" y="1"/>
                    <a:pt x="6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7" name="Google Shape;10127;p63"/>
          <p:cNvGrpSpPr/>
          <p:nvPr/>
        </p:nvGrpSpPr>
        <p:grpSpPr>
          <a:xfrm>
            <a:off x="6219124" y="2721788"/>
            <a:ext cx="318231" cy="355470"/>
            <a:chOff x="6219124" y="2902788"/>
            <a:chExt cx="318231" cy="355470"/>
          </a:xfrm>
        </p:grpSpPr>
        <p:sp>
          <p:nvSpPr>
            <p:cNvPr id="10128" name="Google Shape;10128;p63"/>
            <p:cNvSpPr/>
            <p:nvPr/>
          </p:nvSpPr>
          <p:spPr>
            <a:xfrm>
              <a:off x="6219124" y="2990994"/>
              <a:ext cx="140353" cy="267263"/>
            </a:xfrm>
            <a:custGeom>
              <a:avLst/>
              <a:gdLst/>
              <a:ahLst/>
              <a:cxnLst/>
              <a:rect l="l" t="t" r="r" b="b"/>
              <a:pathLst>
                <a:path w="4406" h="8390" extrusionOk="0">
                  <a:moveTo>
                    <a:pt x="1303" y="0"/>
                  </a:moveTo>
                  <a:cubicBezTo>
                    <a:pt x="1243" y="0"/>
                    <a:pt x="1178" y="40"/>
                    <a:pt x="1143" y="91"/>
                  </a:cubicBezTo>
                  <a:cubicBezTo>
                    <a:pt x="858" y="686"/>
                    <a:pt x="715" y="1329"/>
                    <a:pt x="715" y="1984"/>
                  </a:cubicBezTo>
                  <a:cubicBezTo>
                    <a:pt x="715" y="2222"/>
                    <a:pt x="774" y="2627"/>
                    <a:pt x="786" y="2758"/>
                  </a:cubicBezTo>
                  <a:lnTo>
                    <a:pt x="191" y="3806"/>
                  </a:lnTo>
                  <a:cubicBezTo>
                    <a:pt x="0" y="4127"/>
                    <a:pt x="143" y="4544"/>
                    <a:pt x="500" y="4699"/>
                  </a:cubicBezTo>
                  <a:lnTo>
                    <a:pt x="1143" y="4961"/>
                  </a:lnTo>
                  <a:lnTo>
                    <a:pt x="1143" y="6104"/>
                  </a:lnTo>
                  <a:cubicBezTo>
                    <a:pt x="1143" y="6628"/>
                    <a:pt x="1572" y="7056"/>
                    <a:pt x="2096" y="7056"/>
                  </a:cubicBezTo>
                  <a:lnTo>
                    <a:pt x="2965" y="7056"/>
                  </a:lnTo>
                  <a:lnTo>
                    <a:pt x="2965" y="8223"/>
                  </a:lnTo>
                  <a:cubicBezTo>
                    <a:pt x="2965" y="8306"/>
                    <a:pt x="3036" y="8390"/>
                    <a:pt x="3120" y="8390"/>
                  </a:cubicBezTo>
                  <a:cubicBezTo>
                    <a:pt x="3215" y="8390"/>
                    <a:pt x="3286" y="8306"/>
                    <a:pt x="3286" y="8223"/>
                  </a:cubicBezTo>
                  <a:lnTo>
                    <a:pt x="3286" y="7044"/>
                  </a:lnTo>
                  <a:cubicBezTo>
                    <a:pt x="3525" y="7032"/>
                    <a:pt x="4001" y="6937"/>
                    <a:pt x="4334" y="6663"/>
                  </a:cubicBezTo>
                  <a:cubicBezTo>
                    <a:pt x="4406" y="6604"/>
                    <a:pt x="4406" y="6497"/>
                    <a:pt x="4346" y="6437"/>
                  </a:cubicBezTo>
                  <a:cubicBezTo>
                    <a:pt x="4320" y="6398"/>
                    <a:pt x="4279" y="6380"/>
                    <a:pt x="4234" y="6380"/>
                  </a:cubicBezTo>
                  <a:cubicBezTo>
                    <a:pt x="4197" y="6380"/>
                    <a:pt x="4157" y="6392"/>
                    <a:pt x="4120" y="6413"/>
                  </a:cubicBezTo>
                  <a:cubicBezTo>
                    <a:pt x="3763" y="6735"/>
                    <a:pt x="3144" y="6735"/>
                    <a:pt x="3132" y="6735"/>
                  </a:cubicBezTo>
                  <a:lnTo>
                    <a:pt x="2096" y="6735"/>
                  </a:lnTo>
                  <a:cubicBezTo>
                    <a:pt x="1762" y="6735"/>
                    <a:pt x="1477" y="6449"/>
                    <a:pt x="1477" y="6104"/>
                  </a:cubicBezTo>
                  <a:lnTo>
                    <a:pt x="1477" y="4854"/>
                  </a:lnTo>
                  <a:cubicBezTo>
                    <a:pt x="1477" y="4782"/>
                    <a:pt x="1429" y="4723"/>
                    <a:pt x="1370" y="4711"/>
                  </a:cubicBezTo>
                  <a:lnTo>
                    <a:pt x="619" y="4389"/>
                  </a:lnTo>
                  <a:cubicBezTo>
                    <a:pt x="465" y="4318"/>
                    <a:pt x="381" y="4127"/>
                    <a:pt x="477" y="3961"/>
                  </a:cubicBezTo>
                  <a:cubicBezTo>
                    <a:pt x="1120" y="2818"/>
                    <a:pt x="1131" y="2865"/>
                    <a:pt x="1120" y="2770"/>
                  </a:cubicBezTo>
                  <a:cubicBezTo>
                    <a:pt x="1120" y="2770"/>
                    <a:pt x="1036" y="2246"/>
                    <a:pt x="1036" y="1984"/>
                  </a:cubicBezTo>
                  <a:cubicBezTo>
                    <a:pt x="1036" y="1377"/>
                    <a:pt x="1179" y="782"/>
                    <a:pt x="1441" y="246"/>
                  </a:cubicBezTo>
                  <a:cubicBezTo>
                    <a:pt x="1489" y="163"/>
                    <a:pt x="1441" y="67"/>
                    <a:pt x="1370" y="20"/>
                  </a:cubicBezTo>
                  <a:cubicBezTo>
                    <a:pt x="1350" y="6"/>
                    <a:pt x="1327"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63"/>
            <p:cNvSpPr/>
            <p:nvPr/>
          </p:nvSpPr>
          <p:spPr>
            <a:xfrm>
              <a:off x="6268054" y="2902788"/>
              <a:ext cx="269302" cy="354705"/>
            </a:xfrm>
            <a:custGeom>
              <a:avLst/>
              <a:gdLst/>
              <a:ahLst/>
              <a:cxnLst/>
              <a:rect l="l" t="t" r="r" b="b"/>
              <a:pathLst>
                <a:path w="8454" h="11135" extrusionOk="0">
                  <a:moveTo>
                    <a:pt x="8246" y="1"/>
                  </a:moveTo>
                  <a:cubicBezTo>
                    <a:pt x="8218" y="1"/>
                    <a:pt x="8187" y="9"/>
                    <a:pt x="8156" y="26"/>
                  </a:cubicBezTo>
                  <a:lnTo>
                    <a:pt x="5930" y="1098"/>
                  </a:lnTo>
                  <a:cubicBezTo>
                    <a:pt x="5192" y="610"/>
                    <a:pt x="4366" y="377"/>
                    <a:pt x="3549" y="377"/>
                  </a:cubicBezTo>
                  <a:cubicBezTo>
                    <a:pt x="2216" y="377"/>
                    <a:pt x="909" y="997"/>
                    <a:pt x="60" y="2134"/>
                  </a:cubicBezTo>
                  <a:cubicBezTo>
                    <a:pt x="0" y="2205"/>
                    <a:pt x="12" y="2312"/>
                    <a:pt x="84" y="2360"/>
                  </a:cubicBezTo>
                  <a:cubicBezTo>
                    <a:pt x="113" y="2385"/>
                    <a:pt x="149" y="2397"/>
                    <a:pt x="185" y="2397"/>
                  </a:cubicBezTo>
                  <a:cubicBezTo>
                    <a:pt x="234" y="2397"/>
                    <a:pt x="282" y="2373"/>
                    <a:pt x="310" y="2324"/>
                  </a:cubicBezTo>
                  <a:cubicBezTo>
                    <a:pt x="1125" y="1233"/>
                    <a:pt x="2334" y="704"/>
                    <a:pt x="3540" y="704"/>
                  </a:cubicBezTo>
                  <a:cubicBezTo>
                    <a:pt x="4255" y="704"/>
                    <a:pt x="4967" y="890"/>
                    <a:pt x="5596" y="1253"/>
                  </a:cubicBezTo>
                  <a:lnTo>
                    <a:pt x="5596" y="1277"/>
                  </a:lnTo>
                  <a:cubicBezTo>
                    <a:pt x="5513" y="1336"/>
                    <a:pt x="5513" y="1396"/>
                    <a:pt x="5513" y="1396"/>
                  </a:cubicBezTo>
                  <a:cubicBezTo>
                    <a:pt x="5513" y="1396"/>
                    <a:pt x="5501" y="1479"/>
                    <a:pt x="5596" y="1538"/>
                  </a:cubicBezTo>
                  <a:lnTo>
                    <a:pt x="6370" y="2050"/>
                  </a:lnTo>
                  <a:lnTo>
                    <a:pt x="4989" y="3253"/>
                  </a:lnTo>
                  <a:cubicBezTo>
                    <a:pt x="4906" y="3324"/>
                    <a:pt x="4906" y="3455"/>
                    <a:pt x="5025" y="3515"/>
                  </a:cubicBezTo>
                  <a:cubicBezTo>
                    <a:pt x="5046" y="3524"/>
                    <a:pt x="5059" y="3531"/>
                    <a:pt x="5082" y="3531"/>
                  </a:cubicBezTo>
                  <a:cubicBezTo>
                    <a:pt x="5175" y="3531"/>
                    <a:pt x="5438" y="3414"/>
                    <a:pt x="7120" y="2860"/>
                  </a:cubicBezTo>
                  <a:lnTo>
                    <a:pt x="7120" y="2860"/>
                  </a:lnTo>
                  <a:cubicBezTo>
                    <a:pt x="7989" y="4515"/>
                    <a:pt x="7632" y="6611"/>
                    <a:pt x="6108" y="7849"/>
                  </a:cubicBezTo>
                  <a:cubicBezTo>
                    <a:pt x="5775" y="8135"/>
                    <a:pt x="5584" y="8551"/>
                    <a:pt x="5584" y="8992"/>
                  </a:cubicBezTo>
                  <a:lnTo>
                    <a:pt x="5584" y="10980"/>
                  </a:lnTo>
                  <a:cubicBezTo>
                    <a:pt x="5584" y="11063"/>
                    <a:pt x="5656" y="11135"/>
                    <a:pt x="5739" y="11135"/>
                  </a:cubicBezTo>
                  <a:cubicBezTo>
                    <a:pt x="5834" y="11135"/>
                    <a:pt x="5906" y="11063"/>
                    <a:pt x="5906" y="10980"/>
                  </a:cubicBezTo>
                  <a:lnTo>
                    <a:pt x="5906" y="8992"/>
                  </a:lnTo>
                  <a:cubicBezTo>
                    <a:pt x="5906" y="8635"/>
                    <a:pt x="6049" y="8313"/>
                    <a:pt x="6322" y="8099"/>
                  </a:cubicBezTo>
                  <a:cubicBezTo>
                    <a:pt x="7870" y="6825"/>
                    <a:pt x="8394" y="4634"/>
                    <a:pt x="7442" y="2765"/>
                  </a:cubicBezTo>
                  <a:lnTo>
                    <a:pt x="8347" y="2467"/>
                  </a:lnTo>
                  <a:cubicBezTo>
                    <a:pt x="8406" y="2443"/>
                    <a:pt x="8454" y="2384"/>
                    <a:pt x="8454" y="2324"/>
                  </a:cubicBezTo>
                  <a:cubicBezTo>
                    <a:pt x="8454" y="2265"/>
                    <a:pt x="8418" y="2205"/>
                    <a:pt x="8382" y="2181"/>
                  </a:cubicBezTo>
                  <a:lnTo>
                    <a:pt x="8085" y="1955"/>
                  </a:lnTo>
                  <a:cubicBezTo>
                    <a:pt x="8050" y="1930"/>
                    <a:pt x="8013" y="1918"/>
                    <a:pt x="7979" y="1918"/>
                  </a:cubicBezTo>
                  <a:cubicBezTo>
                    <a:pt x="7930" y="1918"/>
                    <a:pt x="7886" y="1942"/>
                    <a:pt x="7858" y="1991"/>
                  </a:cubicBezTo>
                  <a:cubicBezTo>
                    <a:pt x="7799" y="2062"/>
                    <a:pt x="7811" y="2170"/>
                    <a:pt x="7882" y="2205"/>
                  </a:cubicBezTo>
                  <a:lnTo>
                    <a:pt x="7930" y="2241"/>
                  </a:lnTo>
                  <a:lnTo>
                    <a:pt x="7144" y="2503"/>
                  </a:lnTo>
                  <a:lnTo>
                    <a:pt x="5822" y="2955"/>
                  </a:lnTo>
                  <a:lnTo>
                    <a:pt x="5822" y="2955"/>
                  </a:lnTo>
                  <a:lnTo>
                    <a:pt x="6751" y="2134"/>
                  </a:lnTo>
                  <a:cubicBezTo>
                    <a:pt x="6834" y="2062"/>
                    <a:pt x="6834" y="1931"/>
                    <a:pt x="6739" y="1872"/>
                  </a:cubicBezTo>
                  <a:lnTo>
                    <a:pt x="6025" y="1408"/>
                  </a:lnTo>
                  <a:lnTo>
                    <a:pt x="7692" y="598"/>
                  </a:lnTo>
                  <a:lnTo>
                    <a:pt x="7692" y="598"/>
                  </a:lnTo>
                  <a:cubicBezTo>
                    <a:pt x="7096" y="1419"/>
                    <a:pt x="7037" y="1408"/>
                    <a:pt x="7049" y="1527"/>
                  </a:cubicBezTo>
                  <a:cubicBezTo>
                    <a:pt x="7073" y="1634"/>
                    <a:pt x="7156" y="1658"/>
                    <a:pt x="7323" y="1777"/>
                  </a:cubicBezTo>
                  <a:cubicBezTo>
                    <a:pt x="7353" y="1802"/>
                    <a:pt x="7391" y="1815"/>
                    <a:pt x="7428" y="1815"/>
                  </a:cubicBezTo>
                  <a:cubicBezTo>
                    <a:pt x="7476" y="1815"/>
                    <a:pt x="7522" y="1793"/>
                    <a:pt x="7549" y="1753"/>
                  </a:cubicBezTo>
                  <a:cubicBezTo>
                    <a:pt x="7608" y="1669"/>
                    <a:pt x="7585" y="1574"/>
                    <a:pt x="7513" y="1527"/>
                  </a:cubicBezTo>
                  <a:lnTo>
                    <a:pt x="7454" y="1479"/>
                  </a:lnTo>
                  <a:lnTo>
                    <a:pt x="8358" y="265"/>
                  </a:lnTo>
                  <a:cubicBezTo>
                    <a:pt x="8446" y="148"/>
                    <a:pt x="8367" y="1"/>
                    <a:pt x="8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63"/>
            <p:cNvSpPr/>
            <p:nvPr/>
          </p:nvSpPr>
          <p:spPr>
            <a:xfrm>
              <a:off x="6407993" y="2995773"/>
              <a:ext cx="31505" cy="37207"/>
            </a:xfrm>
            <a:custGeom>
              <a:avLst/>
              <a:gdLst/>
              <a:ahLst/>
              <a:cxnLst/>
              <a:rect l="l" t="t" r="r" b="b"/>
              <a:pathLst>
                <a:path w="989" h="1168" extrusionOk="0">
                  <a:moveTo>
                    <a:pt x="179" y="1"/>
                  </a:moveTo>
                  <a:cubicBezTo>
                    <a:pt x="84" y="1"/>
                    <a:pt x="13" y="84"/>
                    <a:pt x="13" y="167"/>
                  </a:cubicBezTo>
                  <a:cubicBezTo>
                    <a:pt x="1" y="763"/>
                    <a:pt x="263" y="1120"/>
                    <a:pt x="798" y="1167"/>
                  </a:cubicBezTo>
                  <a:cubicBezTo>
                    <a:pt x="894" y="1167"/>
                    <a:pt x="965" y="1108"/>
                    <a:pt x="977" y="1013"/>
                  </a:cubicBezTo>
                  <a:cubicBezTo>
                    <a:pt x="989" y="905"/>
                    <a:pt x="917" y="822"/>
                    <a:pt x="834" y="822"/>
                  </a:cubicBezTo>
                  <a:cubicBezTo>
                    <a:pt x="596" y="810"/>
                    <a:pt x="322" y="703"/>
                    <a:pt x="334" y="167"/>
                  </a:cubicBezTo>
                  <a:cubicBezTo>
                    <a:pt x="334" y="84"/>
                    <a:pt x="26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1" name="Google Shape;10131;p63"/>
          <p:cNvGrpSpPr/>
          <p:nvPr/>
        </p:nvGrpSpPr>
        <p:grpSpPr>
          <a:xfrm>
            <a:off x="4969421" y="2721852"/>
            <a:ext cx="185109" cy="355406"/>
            <a:chOff x="4969421" y="2902852"/>
            <a:chExt cx="185109" cy="355406"/>
          </a:xfrm>
        </p:grpSpPr>
        <p:sp>
          <p:nvSpPr>
            <p:cNvPr id="10132" name="Google Shape;10132;p63"/>
            <p:cNvSpPr/>
            <p:nvPr/>
          </p:nvSpPr>
          <p:spPr>
            <a:xfrm>
              <a:off x="5022906" y="3084138"/>
              <a:ext cx="16310" cy="15959"/>
            </a:xfrm>
            <a:custGeom>
              <a:avLst/>
              <a:gdLst/>
              <a:ahLst/>
              <a:cxnLst/>
              <a:rect l="l" t="t" r="r" b="b"/>
              <a:pathLst>
                <a:path w="512" h="501" extrusionOk="0">
                  <a:moveTo>
                    <a:pt x="262" y="1"/>
                  </a:moveTo>
                  <a:cubicBezTo>
                    <a:pt x="119" y="1"/>
                    <a:pt x="0" y="120"/>
                    <a:pt x="0" y="251"/>
                  </a:cubicBezTo>
                  <a:cubicBezTo>
                    <a:pt x="0" y="406"/>
                    <a:pt x="119" y="501"/>
                    <a:pt x="262" y="501"/>
                  </a:cubicBezTo>
                  <a:cubicBezTo>
                    <a:pt x="393" y="501"/>
                    <a:pt x="512" y="382"/>
                    <a:pt x="512" y="251"/>
                  </a:cubicBezTo>
                  <a:cubicBezTo>
                    <a:pt x="512" y="120"/>
                    <a:pt x="405" y="13"/>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63"/>
            <p:cNvSpPr/>
            <p:nvPr/>
          </p:nvSpPr>
          <p:spPr>
            <a:xfrm>
              <a:off x="5086998" y="3107265"/>
              <a:ext cx="13284" cy="13315"/>
            </a:xfrm>
            <a:custGeom>
              <a:avLst/>
              <a:gdLst/>
              <a:ahLst/>
              <a:cxnLst/>
              <a:rect l="l" t="t" r="r" b="b"/>
              <a:pathLst>
                <a:path w="417" h="418" extrusionOk="0">
                  <a:moveTo>
                    <a:pt x="221" y="0"/>
                  </a:moveTo>
                  <a:cubicBezTo>
                    <a:pt x="215" y="0"/>
                    <a:pt x="209" y="0"/>
                    <a:pt x="203" y="1"/>
                  </a:cubicBezTo>
                  <a:cubicBezTo>
                    <a:pt x="84" y="1"/>
                    <a:pt x="0" y="96"/>
                    <a:pt x="0" y="215"/>
                  </a:cubicBezTo>
                  <a:cubicBezTo>
                    <a:pt x="0" y="334"/>
                    <a:pt x="84" y="418"/>
                    <a:pt x="203" y="418"/>
                  </a:cubicBezTo>
                  <a:cubicBezTo>
                    <a:pt x="334" y="418"/>
                    <a:pt x="417" y="334"/>
                    <a:pt x="417" y="215"/>
                  </a:cubicBezTo>
                  <a:cubicBezTo>
                    <a:pt x="417" y="92"/>
                    <a:pt x="322"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63"/>
            <p:cNvSpPr/>
            <p:nvPr/>
          </p:nvSpPr>
          <p:spPr>
            <a:xfrm>
              <a:off x="5039566" y="3205092"/>
              <a:ext cx="13315" cy="13347"/>
            </a:xfrm>
            <a:custGeom>
              <a:avLst/>
              <a:gdLst/>
              <a:ahLst/>
              <a:cxnLst/>
              <a:rect l="l" t="t" r="r" b="b"/>
              <a:pathLst>
                <a:path w="418" h="419" extrusionOk="0">
                  <a:moveTo>
                    <a:pt x="225" y="1"/>
                  </a:moveTo>
                  <a:cubicBezTo>
                    <a:pt x="218" y="1"/>
                    <a:pt x="211" y="1"/>
                    <a:pt x="203" y="2"/>
                  </a:cubicBezTo>
                  <a:cubicBezTo>
                    <a:pt x="84" y="2"/>
                    <a:pt x="1" y="85"/>
                    <a:pt x="1" y="204"/>
                  </a:cubicBezTo>
                  <a:cubicBezTo>
                    <a:pt x="1" y="323"/>
                    <a:pt x="84" y="419"/>
                    <a:pt x="203" y="419"/>
                  </a:cubicBezTo>
                  <a:cubicBezTo>
                    <a:pt x="334" y="419"/>
                    <a:pt x="418" y="323"/>
                    <a:pt x="418" y="204"/>
                  </a:cubicBezTo>
                  <a:cubicBezTo>
                    <a:pt x="418" y="92"/>
                    <a:pt x="343" y="1"/>
                    <a:pt x="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63"/>
            <p:cNvSpPr/>
            <p:nvPr/>
          </p:nvSpPr>
          <p:spPr>
            <a:xfrm>
              <a:off x="5086998" y="3175530"/>
              <a:ext cx="13284" cy="13315"/>
            </a:xfrm>
            <a:custGeom>
              <a:avLst/>
              <a:gdLst/>
              <a:ahLst/>
              <a:cxnLst/>
              <a:rect l="l" t="t" r="r" b="b"/>
              <a:pathLst>
                <a:path w="417" h="418" extrusionOk="0">
                  <a:moveTo>
                    <a:pt x="219" y="0"/>
                  </a:moveTo>
                  <a:cubicBezTo>
                    <a:pt x="214" y="0"/>
                    <a:pt x="208" y="1"/>
                    <a:pt x="203" y="1"/>
                  </a:cubicBezTo>
                  <a:cubicBezTo>
                    <a:pt x="84" y="1"/>
                    <a:pt x="0" y="96"/>
                    <a:pt x="0" y="215"/>
                  </a:cubicBezTo>
                  <a:cubicBezTo>
                    <a:pt x="0" y="323"/>
                    <a:pt x="84" y="418"/>
                    <a:pt x="203" y="418"/>
                  </a:cubicBezTo>
                  <a:cubicBezTo>
                    <a:pt x="334" y="418"/>
                    <a:pt x="417" y="323"/>
                    <a:pt x="417" y="215"/>
                  </a:cubicBezTo>
                  <a:cubicBezTo>
                    <a:pt x="417" y="103"/>
                    <a:pt x="320"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63"/>
            <p:cNvSpPr/>
            <p:nvPr/>
          </p:nvSpPr>
          <p:spPr>
            <a:xfrm>
              <a:off x="5033131" y="3137623"/>
              <a:ext cx="17106" cy="17106"/>
            </a:xfrm>
            <a:custGeom>
              <a:avLst/>
              <a:gdLst/>
              <a:ahLst/>
              <a:cxnLst/>
              <a:rect l="l" t="t" r="r" b="b"/>
              <a:pathLst>
                <a:path w="537" h="537" extrusionOk="0">
                  <a:moveTo>
                    <a:pt x="262" y="1"/>
                  </a:moveTo>
                  <a:cubicBezTo>
                    <a:pt x="120" y="1"/>
                    <a:pt x="1" y="120"/>
                    <a:pt x="1" y="274"/>
                  </a:cubicBezTo>
                  <a:cubicBezTo>
                    <a:pt x="1" y="417"/>
                    <a:pt x="120" y="536"/>
                    <a:pt x="262" y="536"/>
                  </a:cubicBezTo>
                  <a:cubicBezTo>
                    <a:pt x="417" y="536"/>
                    <a:pt x="536" y="417"/>
                    <a:pt x="536" y="274"/>
                  </a:cubicBezTo>
                  <a:cubicBezTo>
                    <a:pt x="536" y="120"/>
                    <a:pt x="417"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63"/>
            <p:cNvSpPr/>
            <p:nvPr/>
          </p:nvSpPr>
          <p:spPr>
            <a:xfrm>
              <a:off x="4969421" y="2902852"/>
              <a:ext cx="185109" cy="355406"/>
            </a:xfrm>
            <a:custGeom>
              <a:avLst/>
              <a:gdLst/>
              <a:ahLst/>
              <a:cxnLst/>
              <a:rect l="l" t="t" r="r" b="b"/>
              <a:pathLst>
                <a:path w="5811" h="11157" extrusionOk="0">
                  <a:moveTo>
                    <a:pt x="1916" y="4904"/>
                  </a:moveTo>
                  <a:cubicBezTo>
                    <a:pt x="2183" y="4904"/>
                    <a:pt x="2490" y="4967"/>
                    <a:pt x="2810" y="5156"/>
                  </a:cubicBezTo>
                  <a:cubicBezTo>
                    <a:pt x="3108" y="5335"/>
                    <a:pt x="3426" y="5421"/>
                    <a:pt x="3748" y="5421"/>
                  </a:cubicBezTo>
                  <a:cubicBezTo>
                    <a:pt x="4069" y="5421"/>
                    <a:pt x="4394" y="5335"/>
                    <a:pt x="4703" y="5168"/>
                  </a:cubicBezTo>
                  <a:lnTo>
                    <a:pt x="4703" y="9025"/>
                  </a:lnTo>
                  <a:cubicBezTo>
                    <a:pt x="4703" y="10026"/>
                    <a:pt x="3906" y="10823"/>
                    <a:pt x="2905" y="10823"/>
                  </a:cubicBezTo>
                  <a:cubicBezTo>
                    <a:pt x="1905" y="10823"/>
                    <a:pt x="1108" y="10026"/>
                    <a:pt x="1108" y="9025"/>
                  </a:cubicBezTo>
                  <a:lnTo>
                    <a:pt x="1108" y="5108"/>
                  </a:lnTo>
                  <a:cubicBezTo>
                    <a:pt x="1228" y="5038"/>
                    <a:pt x="1528" y="4904"/>
                    <a:pt x="1916" y="4904"/>
                  </a:cubicBezTo>
                  <a:close/>
                  <a:moveTo>
                    <a:pt x="512" y="1"/>
                  </a:moveTo>
                  <a:cubicBezTo>
                    <a:pt x="226" y="1"/>
                    <a:pt x="0" y="227"/>
                    <a:pt x="0" y="513"/>
                  </a:cubicBezTo>
                  <a:lnTo>
                    <a:pt x="0" y="834"/>
                  </a:lnTo>
                  <a:cubicBezTo>
                    <a:pt x="0" y="1120"/>
                    <a:pt x="226" y="1346"/>
                    <a:pt x="512" y="1346"/>
                  </a:cubicBezTo>
                  <a:lnTo>
                    <a:pt x="774" y="1346"/>
                  </a:lnTo>
                  <a:lnTo>
                    <a:pt x="774" y="9025"/>
                  </a:lnTo>
                  <a:cubicBezTo>
                    <a:pt x="774" y="10204"/>
                    <a:pt x="1727" y="11157"/>
                    <a:pt x="2905" y="11157"/>
                  </a:cubicBezTo>
                  <a:cubicBezTo>
                    <a:pt x="4084" y="11157"/>
                    <a:pt x="5037" y="10204"/>
                    <a:pt x="5037" y="9025"/>
                  </a:cubicBezTo>
                  <a:lnTo>
                    <a:pt x="5037" y="3441"/>
                  </a:lnTo>
                  <a:cubicBezTo>
                    <a:pt x="5037" y="3358"/>
                    <a:pt x="4953" y="3275"/>
                    <a:pt x="4870" y="3275"/>
                  </a:cubicBezTo>
                  <a:cubicBezTo>
                    <a:pt x="4775" y="3275"/>
                    <a:pt x="4703" y="3358"/>
                    <a:pt x="4703" y="3441"/>
                  </a:cubicBezTo>
                  <a:lnTo>
                    <a:pt x="4703" y="4787"/>
                  </a:lnTo>
                  <a:cubicBezTo>
                    <a:pt x="4571" y="4873"/>
                    <a:pt x="4209" y="5081"/>
                    <a:pt x="3757" y="5081"/>
                  </a:cubicBezTo>
                  <a:cubicBezTo>
                    <a:pt x="3519" y="5081"/>
                    <a:pt x="3256" y="5023"/>
                    <a:pt x="2989" y="4858"/>
                  </a:cubicBezTo>
                  <a:cubicBezTo>
                    <a:pt x="2617" y="4633"/>
                    <a:pt x="2259" y="4557"/>
                    <a:pt x="1945" y="4557"/>
                  </a:cubicBezTo>
                  <a:cubicBezTo>
                    <a:pt x="1596" y="4557"/>
                    <a:pt x="1302" y="4651"/>
                    <a:pt x="1108" y="4739"/>
                  </a:cubicBezTo>
                  <a:lnTo>
                    <a:pt x="1108" y="1334"/>
                  </a:lnTo>
                  <a:lnTo>
                    <a:pt x="4703" y="1334"/>
                  </a:lnTo>
                  <a:lnTo>
                    <a:pt x="4703" y="2560"/>
                  </a:lnTo>
                  <a:cubicBezTo>
                    <a:pt x="4703" y="2656"/>
                    <a:pt x="4775" y="2727"/>
                    <a:pt x="4870" y="2727"/>
                  </a:cubicBezTo>
                  <a:cubicBezTo>
                    <a:pt x="4953" y="2727"/>
                    <a:pt x="5037" y="2656"/>
                    <a:pt x="5037" y="2560"/>
                  </a:cubicBezTo>
                  <a:lnTo>
                    <a:pt x="5037" y="1334"/>
                  </a:lnTo>
                  <a:lnTo>
                    <a:pt x="5299" y="1334"/>
                  </a:lnTo>
                  <a:cubicBezTo>
                    <a:pt x="5584" y="1334"/>
                    <a:pt x="5811" y="1108"/>
                    <a:pt x="5811" y="822"/>
                  </a:cubicBezTo>
                  <a:lnTo>
                    <a:pt x="5811" y="501"/>
                  </a:lnTo>
                  <a:cubicBezTo>
                    <a:pt x="5787" y="227"/>
                    <a:pt x="5549" y="1"/>
                    <a:pt x="5287" y="1"/>
                  </a:cubicBezTo>
                  <a:lnTo>
                    <a:pt x="1822" y="1"/>
                  </a:lnTo>
                  <a:cubicBezTo>
                    <a:pt x="1727" y="1"/>
                    <a:pt x="1655" y="84"/>
                    <a:pt x="1655" y="167"/>
                  </a:cubicBezTo>
                  <a:cubicBezTo>
                    <a:pt x="1655" y="263"/>
                    <a:pt x="1727" y="334"/>
                    <a:pt x="1822" y="334"/>
                  </a:cubicBezTo>
                  <a:lnTo>
                    <a:pt x="5287" y="334"/>
                  </a:lnTo>
                  <a:cubicBezTo>
                    <a:pt x="5394" y="334"/>
                    <a:pt x="5465" y="405"/>
                    <a:pt x="5465" y="513"/>
                  </a:cubicBezTo>
                  <a:lnTo>
                    <a:pt x="5465" y="834"/>
                  </a:lnTo>
                  <a:cubicBezTo>
                    <a:pt x="5465" y="941"/>
                    <a:pt x="5394" y="1013"/>
                    <a:pt x="5287" y="1013"/>
                  </a:cubicBezTo>
                  <a:lnTo>
                    <a:pt x="512" y="1013"/>
                  </a:lnTo>
                  <a:cubicBezTo>
                    <a:pt x="405" y="1013"/>
                    <a:pt x="334" y="941"/>
                    <a:pt x="334" y="834"/>
                  </a:cubicBezTo>
                  <a:lnTo>
                    <a:pt x="334" y="513"/>
                  </a:lnTo>
                  <a:cubicBezTo>
                    <a:pt x="334" y="405"/>
                    <a:pt x="405" y="334"/>
                    <a:pt x="512" y="334"/>
                  </a:cubicBezTo>
                  <a:lnTo>
                    <a:pt x="941" y="334"/>
                  </a:lnTo>
                  <a:cubicBezTo>
                    <a:pt x="1024" y="334"/>
                    <a:pt x="1108" y="263"/>
                    <a:pt x="1108" y="167"/>
                  </a:cubicBezTo>
                  <a:cubicBezTo>
                    <a:pt x="1108" y="84"/>
                    <a:pt x="102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38" name="Google Shape;10138;p63"/>
          <p:cNvSpPr/>
          <p:nvPr/>
        </p:nvSpPr>
        <p:spPr>
          <a:xfrm>
            <a:off x="7574555" y="2722043"/>
            <a:ext cx="303387" cy="355597"/>
          </a:xfrm>
          <a:custGeom>
            <a:avLst/>
            <a:gdLst/>
            <a:ahLst/>
            <a:cxnLst/>
            <a:rect l="l" t="t" r="r" b="b"/>
            <a:pathLst>
              <a:path w="9524" h="11163" extrusionOk="0">
                <a:moveTo>
                  <a:pt x="4791" y="3888"/>
                </a:moveTo>
                <a:cubicBezTo>
                  <a:pt x="5165" y="3888"/>
                  <a:pt x="5540" y="3936"/>
                  <a:pt x="5909" y="4031"/>
                </a:cubicBezTo>
                <a:lnTo>
                  <a:pt x="5909" y="4543"/>
                </a:lnTo>
                <a:cubicBezTo>
                  <a:pt x="5540" y="4442"/>
                  <a:pt x="5168" y="4391"/>
                  <a:pt x="4796" y="4391"/>
                </a:cubicBezTo>
                <a:cubicBezTo>
                  <a:pt x="4423" y="4391"/>
                  <a:pt x="4051" y="4442"/>
                  <a:pt x="3682" y="4543"/>
                </a:cubicBezTo>
                <a:lnTo>
                  <a:pt x="3682" y="4031"/>
                </a:lnTo>
                <a:cubicBezTo>
                  <a:pt x="4045" y="3936"/>
                  <a:pt x="4418" y="3888"/>
                  <a:pt x="4791" y="3888"/>
                </a:cubicBezTo>
                <a:close/>
                <a:moveTo>
                  <a:pt x="4778" y="4724"/>
                </a:moveTo>
                <a:cubicBezTo>
                  <a:pt x="5150" y="4724"/>
                  <a:pt x="5522" y="4775"/>
                  <a:pt x="5897" y="4876"/>
                </a:cubicBezTo>
                <a:lnTo>
                  <a:pt x="5897" y="5305"/>
                </a:lnTo>
                <a:cubicBezTo>
                  <a:pt x="5522" y="5210"/>
                  <a:pt x="5150" y="5162"/>
                  <a:pt x="4778" y="5162"/>
                </a:cubicBezTo>
                <a:cubicBezTo>
                  <a:pt x="4406" y="5162"/>
                  <a:pt x="4034" y="5210"/>
                  <a:pt x="3659" y="5305"/>
                </a:cubicBezTo>
                <a:lnTo>
                  <a:pt x="3659" y="4876"/>
                </a:lnTo>
                <a:cubicBezTo>
                  <a:pt x="4034" y="4775"/>
                  <a:pt x="4406" y="4724"/>
                  <a:pt x="4778" y="4724"/>
                </a:cubicBezTo>
                <a:close/>
                <a:moveTo>
                  <a:pt x="4778" y="5492"/>
                </a:moveTo>
                <a:cubicBezTo>
                  <a:pt x="5132" y="5492"/>
                  <a:pt x="5486" y="5537"/>
                  <a:pt x="5837" y="5626"/>
                </a:cubicBezTo>
                <a:cubicBezTo>
                  <a:pt x="5778" y="5698"/>
                  <a:pt x="5706" y="5769"/>
                  <a:pt x="5611" y="5852"/>
                </a:cubicBezTo>
                <a:cubicBezTo>
                  <a:pt x="5325" y="6091"/>
                  <a:pt x="5052" y="6186"/>
                  <a:pt x="4778" y="6186"/>
                </a:cubicBezTo>
                <a:cubicBezTo>
                  <a:pt x="4516" y="6186"/>
                  <a:pt x="4230" y="6067"/>
                  <a:pt x="3944" y="5852"/>
                </a:cubicBezTo>
                <a:lnTo>
                  <a:pt x="3932" y="5829"/>
                </a:lnTo>
                <a:cubicBezTo>
                  <a:pt x="3861" y="5769"/>
                  <a:pt x="3801" y="5698"/>
                  <a:pt x="3718" y="5626"/>
                </a:cubicBezTo>
                <a:cubicBezTo>
                  <a:pt x="4069" y="5537"/>
                  <a:pt x="4423" y="5492"/>
                  <a:pt x="4778" y="5492"/>
                </a:cubicBezTo>
                <a:close/>
                <a:moveTo>
                  <a:pt x="4803" y="9277"/>
                </a:moveTo>
                <a:cubicBezTo>
                  <a:pt x="5172" y="9277"/>
                  <a:pt x="5538" y="9411"/>
                  <a:pt x="5909" y="9674"/>
                </a:cubicBezTo>
                <a:lnTo>
                  <a:pt x="5909" y="9901"/>
                </a:lnTo>
                <a:cubicBezTo>
                  <a:pt x="5540" y="9799"/>
                  <a:pt x="5168" y="9749"/>
                  <a:pt x="4796" y="9749"/>
                </a:cubicBezTo>
                <a:cubicBezTo>
                  <a:pt x="4423" y="9749"/>
                  <a:pt x="4051" y="9799"/>
                  <a:pt x="3682" y="9901"/>
                </a:cubicBezTo>
                <a:lnTo>
                  <a:pt x="3682" y="9674"/>
                </a:lnTo>
                <a:cubicBezTo>
                  <a:pt x="4067" y="9408"/>
                  <a:pt x="4437" y="9277"/>
                  <a:pt x="4803" y="9277"/>
                </a:cubicBezTo>
                <a:close/>
                <a:moveTo>
                  <a:pt x="4778" y="10070"/>
                </a:moveTo>
                <a:cubicBezTo>
                  <a:pt x="5150" y="10070"/>
                  <a:pt x="5522" y="10121"/>
                  <a:pt x="5897" y="10222"/>
                </a:cubicBezTo>
                <a:lnTo>
                  <a:pt x="5897" y="10329"/>
                </a:lnTo>
                <a:cubicBezTo>
                  <a:pt x="5909" y="10591"/>
                  <a:pt x="5683" y="10817"/>
                  <a:pt x="5409" y="10817"/>
                </a:cubicBezTo>
                <a:lnTo>
                  <a:pt x="4159" y="10817"/>
                </a:lnTo>
                <a:cubicBezTo>
                  <a:pt x="3885" y="10817"/>
                  <a:pt x="3659" y="10591"/>
                  <a:pt x="3659" y="10329"/>
                </a:cubicBezTo>
                <a:lnTo>
                  <a:pt x="3659" y="10222"/>
                </a:lnTo>
                <a:cubicBezTo>
                  <a:pt x="4034" y="10121"/>
                  <a:pt x="4406" y="10070"/>
                  <a:pt x="4778" y="10070"/>
                </a:cubicBezTo>
                <a:close/>
                <a:moveTo>
                  <a:pt x="6668" y="0"/>
                </a:moveTo>
                <a:cubicBezTo>
                  <a:pt x="6280" y="0"/>
                  <a:pt x="6026" y="240"/>
                  <a:pt x="5956" y="280"/>
                </a:cubicBezTo>
                <a:cubicBezTo>
                  <a:pt x="5599" y="513"/>
                  <a:pt x="5188" y="629"/>
                  <a:pt x="4778" y="629"/>
                </a:cubicBezTo>
                <a:cubicBezTo>
                  <a:pt x="4367" y="629"/>
                  <a:pt x="3956" y="513"/>
                  <a:pt x="3599" y="280"/>
                </a:cubicBezTo>
                <a:lnTo>
                  <a:pt x="3408" y="161"/>
                </a:lnTo>
                <a:cubicBezTo>
                  <a:pt x="3245" y="55"/>
                  <a:pt x="3064" y="5"/>
                  <a:pt x="2885" y="5"/>
                </a:cubicBezTo>
                <a:cubicBezTo>
                  <a:pt x="2545" y="5"/>
                  <a:pt x="2215" y="186"/>
                  <a:pt x="2027" y="507"/>
                </a:cubicBezTo>
                <a:lnTo>
                  <a:pt x="1599" y="1292"/>
                </a:lnTo>
                <a:cubicBezTo>
                  <a:pt x="1337" y="1769"/>
                  <a:pt x="1503" y="2352"/>
                  <a:pt x="1980" y="2602"/>
                </a:cubicBezTo>
                <a:lnTo>
                  <a:pt x="2944" y="3138"/>
                </a:lnTo>
                <a:cubicBezTo>
                  <a:pt x="3182" y="3269"/>
                  <a:pt x="3325" y="3507"/>
                  <a:pt x="3325" y="3781"/>
                </a:cubicBezTo>
                <a:lnTo>
                  <a:pt x="3325" y="5162"/>
                </a:lnTo>
                <a:cubicBezTo>
                  <a:pt x="3063" y="4805"/>
                  <a:pt x="2813" y="4376"/>
                  <a:pt x="2551" y="3840"/>
                </a:cubicBezTo>
                <a:cubicBezTo>
                  <a:pt x="2299" y="3327"/>
                  <a:pt x="1836" y="3098"/>
                  <a:pt x="1377" y="3098"/>
                </a:cubicBezTo>
                <a:cubicBezTo>
                  <a:pt x="685" y="3098"/>
                  <a:pt x="1" y="3616"/>
                  <a:pt x="51" y="4459"/>
                </a:cubicBezTo>
                <a:cubicBezTo>
                  <a:pt x="51" y="4507"/>
                  <a:pt x="51" y="4543"/>
                  <a:pt x="63" y="4578"/>
                </a:cubicBezTo>
                <a:cubicBezTo>
                  <a:pt x="134" y="5198"/>
                  <a:pt x="218" y="5817"/>
                  <a:pt x="325" y="6388"/>
                </a:cubicBezTo>
                <a:cubicBezTo>
                  <a:pt x="336" y="6464"/>
                  <a:pt x="416" y="6521"/>
                  <a:pt x="494" y="6521"/>
                </a:cubicBezTo>
                <a:cubicBezTo>
                  <a:pt x="501" y="6521"/>
                  <a:pt x="508" y="6520"/>
                  <a:pt x="515" y="6519"/>
                </a:cubicBezTo>
                <a:cubicBezTo>
                  <a:pt x="611" y="6495"/>
                  <a:pt x="670" y="6412"/>
                  <a:pt x="658" y="6329"/>
                </a:cubicBezTo>
                <a:cubicBezTo>
                  <a:pt x="551" y="5769"/>
                  <a:pt x="468" y="5150"/>
                  <a:pt x="384" y="4543"/>
                </a:cubicBezTo>
                <a:lnTo>
                  <a:pt x="384" y="4448"/>
                </a:lnTo>
                <a:cubicBezTo>
                  <a:pt x="349" y="3807"/>
                  <a:pt x="862" y="3421"/>
                  <a:pt x="1380" y="3421"/>
                </a:cubicBezTo>
                <a:cubicBezTo>
                  <a:pt x="1729" y="3421"/>
                  <a:pt x="2079" y="3595"/>
                  <a:pt x="2265" y="3983"/>
                </a:cubicBezTo>
                <a:cubicBezTo>
                  <a:pt x="3081" y="5674"/>
                  <a:pt x="3926" y="6519"/>
                  <a:pt x="4772" y="6519"/>
                </a:cubicBezTo>
                <a:cubicBezTo>
                  <a:pt x="5617" y="6519"/>
                  <a:pt x="6462" y="5674"/>
                  <a:pt x="7278" y="3983"/>
                </a:cubicBezTo>
                <a:cubicBezTo>
                  <a:pt x="7466" y="3603"/>
                  <a:pt x="7818" y="3428"/>
                  <a:pt x="8167" y="3428"/>
                </a:cubicBezTo>
                <a:cubicBezTo>
                  <a:pt x="8703" y="3428"/>
                  <a:pt x="9229" y="3841"/>
                  <a:pt x="9135" y="4555"/>
                </a:cubicBezTo>
                <a:cubicBezTo>
                  <a:pt x="9004" y="5757"/>
                  <a:pt x="8623" y="8198"/>
                  <a:pt x="8052" y="9258"/>
                </a:cubicBezTo>
                <a:cubicBezTo>
                  <a:pt x="7840" y="9638"/>
                  <a:pt x="7443" y="9848"/>
                  <a:pt x="7039" y="9848"/>
                </a:cubicBezTo>
                <a:cubicBezTo>
                  <a:pt x="6786" y="9848"/>
                  <a:pt x="6529" y="9765"/>
                  <a:pt x="6314" y="9591"/>
                </a:cubicBezTo>
                <a:cubicBezTo>
                  <a:pt x="6254" y="9555"/>
                  <a:pt x="5921" y="9329"/>
                  <a:pt x="5861" y="9281"/>
                </a:cubicBezTo>
                <a:cubicBezTo>
                  <a:pt x="5493" y="9072"/>
                  <a:pt x="5125" y="8962"/>
                  <a:pt x="4752" y="8962"/>
                </a:cubicBezTo>
                <a:cubicBezTo>
                  <a:pt x="4340" y="8962"/>
                  <a:pt x="3923" y="9096"/>
                  <a:pt x="3492" y="9377"/>
                </a:cubicBezTo>
                <a:cubicBezTo>
                  <a:pt x="3480" y="9389"/>
                  <a:pt x="3230" y="9567"/>
                  <a:pt x="3218" y="9579"/>
                </a:cubicBezTo>
                <a:cubicBezTo>
                  <a:pt x="2982" y="9768"/>
                  <a:pt x="2715" y="9875"/>
                  <a:pt x="2442" y="9875"/>
                </a:cubicBezTo>
                <a:cubicBezTo>
                  <a:pt x="2372" y="9875"/>
                  <a:pt x="2301" y="9868"/>
                  <a:pt x="2230" y="9853"/>
                </a:cubicBezTo>
                <a:cubicBezTo>
                  <a:pt x="1908" y="9793"/>
                  <a:pt x="1634" y="9579"/>
                  <a:pt x="1456" y="9258"/>
                </a:cubicBezTo>
                <a:cubicBezTo>
                  <a:pt x="1444" y="9222"/>
                  <a:pt x="1432" y="9198"/>
                  <a:pt x="1408" y="9174"/>
                </a:cubicBezTo>
                <a:cubicBezTo>
                  <a:pt x="1194" y="8686"/>
                  <a:pt x="980" y="8007"/>
                  <a:pt x="789" y="7174"/>
                </a:cubicBezTo>
                <a:cubicBezTo>
                  <a:pt x="780" y="7098"/>
                  <a:pt x="717" y="7044"/>
                  <a:pt x="649" y="7044"/>
                </a:cubicBezTo>
                <a:cubicBezTo>
                  <a:pt x="632" y="7044"/>
                  <a:pt x="615" y="7048"/>
                  <a:pt x="599" y="7055"/>
                </a:cubicBezTo>
                <a:cubicBezTo>
                  <a:pt x="503" y="7067"/>
                  <a:pt x="444" y="7150"/>
                  <a:pt x="480" y="7245"/>
                </a:cubicBezTo>
                <a:cubicBezTo>
                  <a:pt x="670" y="8127"/>
                  <a:pt x="884" y="8817"/>
                  <a:pt x="1134" y="9329"/>
                </a:cubicBezTo>
                <a:lnTo>
                  <a:pt x="1182" y="9412"/>
                </a:lnTo>
                <a:cubicBezTo>
                  <a:pt x="1396" y="9817"/>
                  <a:pt x="1742" y="10091"/>
                  <a:pt x="2170" y="10174"/>
                </a:cubicBezTo>
                <a:cubicBezTo>
                  <a:pt x="2265" y="10186"/>
                  <a:pt x="2349" y="10210"/>
                  <a:pt x="2444" y="10210"/>
                </a:cubicBezTo>
                <a:cubicBezTo>
                  <a:pt x="2742" y="10210"/>
                  <a:pt x="3039" y="10103"/>
                  <a:pt x="3301" y="9924"/>
                </a:cubicBezTo>
                <a:lnTo>
                  <a:pt x="3301" y="10341"/>
                </a:lnTo>
                <a:cubicBezTo>
                  <a:pt x="3301" y="10805"/>
                  <a:pt x="3670" y="11163"/>
                  <a:pt x="4123" y="11163"/>
                </a:cubicBezTo>
                <a:lnTo>
                  <a:pt x="5373" y="11163"/>
                </a:lnTo>
                <a:cubicBezTo>
                  <a:pt x="5837" y="11163"/>
                  <a:pt x="6195" y="10782"/>
                  <a:pt x="6195" y="10341"/>
                </a:cubicBezTo>
                <a:lnTo>
                  <a:pt x="6195" y="9924"/>
                </a:lnTo>
                <a:cubicBezTo>
                  <a:pt x="6454" y="10105"/>
                  <a:pt x="6745" y="10191"/>
                  <a:pt x="7032" y="10191"/>
                </a:cubicBezTo>
                <a:cubicBezTo>
                  <a:pt x="7576" y="10191"/>
                  <a:pt x="8104" y="9883"/>
                  <a:pt x="8361" y="9329"/>
                </a:cubicBezTo>
                <a:cubicBezTo>
                  <a:pt x="9016" y="7912"/>
                  <a:pt x="9421" y="5067"/>
                  <a:pt x="9445" y="4495"/>
                </a:cubicBezTo>
                <a:cubicBezTo>
                  <a:pt x="9524" y="3627"/>
                  <a:pt x="8846" y="3100"/>
                  <a:pt x="8157" y="3100"/>
                </a:cubicBezTo>
                <a:cubicBezTo>
                  <a:pt x="7702" y="3100"/>
                  <a:pt x="7243" y="3329"/>
                  <a:pt x="6992" y="3840"/>
                </a:cubicBezTo>
                <a:cubicBezTo>
                  <a:pt x="6742" y="4376"/>
                  <a:pt x="6480" y="4805"/>
                  <a:pt x="6218" y="5162"/>
                </a:cubicBezTo>
                <a:lnTo>
                  <a:pt x="6218" y="3781"/>
                </a:lnTo>
                <a:cubicBezTo>
                  <a:pt x="6218" y="3507"/>
                  <a:pt x="6373" y="3269"/>
                  <a:pt x="6599" y="3138"/>
                </a:cubicBezTo>
                <a:lnTo>
                  <a:pt x="7564" y="2602"/>
                </a:lnTo>
                <a:cubicBezTo>
                  <a:pt x="8040" y="2352"/>
                  <a:pt x="8207" y="1757"/>
                  <a:pt x="7945" y="1292"/>
                </a:cubicBezTo>
                <a:lnTo>
                  <a:pt x="7885" y="1173"/>
                </a:lnTo>
                <a:cubicBezTo>
                  <a:pt x="7853" y="1124"/>
                  <a:pt x="7797" y="1092"/>
                  <a:pt x="7739" y="1092"/>
                </a:cubicBezTo>
                <a:cubicBezTo>
                  <a:pt x="7712" y="1092"/>
                  <a:pt x="7685" y="1099"/>
                  <a:pt x="7659" y="1114"/>
                </a:cubicBezTo>
                <a:cubicBezTo>
                  <a:pt x="7588" y="1161"/>
                  <a:pt x="7564" y="1269"/>
                  <a:pt x="7599" y="1340"/>
                </a:cubicBezTo>
                <a:lnTo>
                  <a:pt x="7659" y="1459"/>
                </a:lnTo>
                <a:cubicBezTo>
                  <a:pt x="7826" y="1769"/>
                  <a:pt x="7730" y="2162"/>
                  <a:pt x="7409" y="2340"/>
                </a:cubicBezTo>
                <a:lnTo>
                  <a:pt x="6445" y="2876"/>
                </a:lnTo>
                <a:cubicBezTo>
                  <a:pt x="6135" y="3054"/>
                  <a:pt x="5933" y="3364"/>
                  <a:pt x="5909" y="3721"/>
                </a:cubicBezTo>
                <a:cubicBezTo>
                  <a:pt x="5534" y="3626"/>
                  <a:pt x="5159" y="3578"/>
                  <a:pt x="4782" y="3578"/>
                </a:cubicBezTo>
                <a:cubicBezTo>
                  <a:pt x="4406" y="3578"/>
                  <a:pt x="4028" y="3626"/>
                  <a:pt x="3647" y="3721"/>
                </a:cubicBezTo>
                <a:cubicBezTo>
                  <a:pt x="3611" y="3364"/>
                  <a:pt x="3420" y="3031"/>
                  <a:pt x="3111" y="2876"/>
                </a:cubicBezTo>
                <a:lnTo>
                  <a:pt x="2146" y="2340"/>
                </a:lnTo>
                <a:cubicBezTo>
                  <a:pt x="1837" y="2173"/>
                  <a:pt x="1706" y="1769"/>
                  <a:pt x="1884" y="1459"/>
                </a:cubicBezTo>
                <a:lnTo>
                  <a:pt x="2325" y="673"/>
                </a:lnTo>
                <a:cubicBezTo>
                  <a:pt x="2441" y="457"/>
                  <a:pt x="2657" y="336"/>
                  <a:pt x="2879" y="336"/>
                </a:cubicBezTo>
                <a:cubicBezTo>
                  <a:pt x="2999" y="336"/>
                  <a:pt x="3121" y="372"/>
                  <a:pt x="3230" y="447"/>
                </a:cubicBezTo>
                <a:cubicBezTo>
                  <a:pt x="3337" y="495"/>
                  <a:pt x="3873" y="971"/>
                  <a:pt x="4778" y="971"/>
                </a:cubicBezTo>
                <a:cubicBezTo>
                  <a:pt x="5683" y="971"/>
                  <a:pt x="6218" y="495"/>
                  <a:pt x="6326" y="447"/>
                </a:cubicBezTo>
                <a:cubicBezTo>
                  <a:pt x="6434" y="372"/>
                  <a:pt x="6556" y="336"/>
                  <a:pt x="6677" y="336"/>
                </a:cubicBezTo>
                <a:cubicBezTo>
                  <a:pt x="6899" y="336"/>
                  <a:pt x="7115" y="457"/>
                  <a:pt x="7230" y="673"/>
                </a:cubicBezTo>
                <a:cubicBezTo>
                  <a:pt x="7263" y="723"/>
                  <a:pt x="7325" y="749"/>
                  <a:pt x="7383" y="749"/>
                </a:cubicBezTo>
                <a:cubicBezTo>
                  <a:pt x="7409" y="749"/>
                  <a:pt x="7434" y="744"/>
                  <a:pt x="7457" y="733"/>
                </a:cubicBezTo>
                <a:cubicBezTo>
                  <a:pt x="7528" y="685"/>
                  <a:pt x="7564" y="578"/>
                  <a:pt x="7516" y="507"/>
                </a:cubicBezTo>
                <a:cubicBezTo>
                  <a:pt x="7385" y="268"/>
                  <a:pt x="7159" y="102"/>
                  <a:pt x="6909" y="30"/>
                </a:cubicBezTo>
                <a:cubicBezTo>
                  <a:pt x="6824" y="9"/>
                  <a:pt x="6744" y="0"/>
                  <a:pt x="6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63"/>
          <p:cNvSpPr/>
          <p:nvPr/>
        </p:nvSpPr>
        <p:spPr>
          <a:xfrm>
            <a:off x="7121800" y="2721852"/>
            <a:ext cx="318231" cy="354642"/>
          </a:xfrm>
          <a:custGeom>
            <a:avLst/>
            <a:gdLst/>
            <a:ahLst/>
            <a:cxnLst/>
            <a:rect l="l" t="t" r="r" b="b"/>
            <a:pathLst>
              <a:path w="9990" h="11133" extrusionOk="0">
                <a:moveTo>
                  <a:pt x="3096" y="1"/>
                </a:moveTo>
                <a:cubicBezTo>
                  <a:pt x="1358" y="36"/>
                  <a:pt x="0" y="1656"/>
                  <a:pt x="346" y="3418"/>
                </a:cubicBezTo>
                <a:cubicBezTo>
                  <a:pt x="356" y="3494"/>
                  <a:pt x="437" y="3550"/>
                  <a:pt x="514" y="3550"/>
                </a:cubicBezTo>
                <a:cubicBezTo>
                  <a:pt x="522" y="3550"/>
                  <a:pt x="529" y="3550"/>
                  <a:pt x="536" y="3549"/>
                </a:cubicBezTo>
                <a:cubicBezTo>
                  <a:pt x="631" y="3525"/>
                  <a:pt x="691" y="3441"/>
                  <a:pt x="667" y="3358"/>
                </a:cubicBezTo>
                <a:cubicBezTo>
                  <a:pt x="369" y="1810"/>
                  <a:pt x="1560" y="358"/>
                  <a:pt x="3108" y="334"/>
                </a:cubicBezTo>
                <a:cubicBezTo>
                  <a:pt x="3128" y="333"/>
                  <a:pt x="3148" y="333"/>
                  <a:pt x="3168" y="333"/>
                </a:cubicBezTo>
                <a:cubicBezTo>
                  <a:pt x="3671" y="333"/>
                  <a:pt x="4160" y="476"/>
                  <a:pt x="4572" y="763"/>
                </a:cubicBezTo>
                <a:cubicBezTo>
                  <a:pt x="4745" y="876"/>
                  <a:pt x="4935" y="932"/>
                  <a:pt x="5124" y="932"/>
                </a:cubicBezTo>
                <a:cubicBezTo>
                  <a:pt x="5313" y="932"/>
                  <a:pt x="5501" y="876"/>
                  <a:pt x="5668" y="763"/>
                </a:cubicBezTo>
                <a:cubicBezTo>
                  <a:pt x="6113" y="465"/>
                  <a:pt x="6597" y="331"/>
                  <a:pt x="7070" y="331"/>
                </a:cubicBezTo>
                <a:cubicBezTo>
                  <a:pt x="8393" y="331"/>
                  <a:pt x="9624" y="1384"/>
                  <a:pt x="9632" y="2858"/>
                </a:cubicBezTo>
                <a:cubicBezTo>
                  <a:pt x="9632" y="3477"/>
                  <a:pt x="9406" y="4073"/>
                  <a:pt x="9025" y="4525"/>
                </a:cubicBezTo>
                <a:cubicBezTo>
                  <a:pt x="8370" y="5287"/>
                  <a:pt x="8013" y="6228"/>
                  <a:pt x="8013" y="7192"/>
                </a:cubicBezTo>
                <a:lnTo>
                  <a:pt x="8013" y="8966"/>
                </a:lnTo>
                <a:cubicBezTo>
                  <a:pt x="8013" y="9930"/>
                  <a:pt x="7263" y="10716"/>
                  <a:pt x="6322" y="10811"/>
                </a:cubicBezTo>
                <a:lnTo>
                  <a:pt x="6322" y="8573"/>
                </a:lnTo>
                <a:cubicBezTo>
                  <a:pt x="6322" y="7918"/>
                  <a:pt x="5787" y="7382"/>
                  <a:pt x="5132" y="7382"/>
                </a:cubicBezTo>
                <a:cubicBezTo>
                  <a:pt x="4477" y="7382"/>
                  <a:pt x="3941" y="7918"/>
                  <a:pt x="3941" y="8573"/>
                </a:cubicBezTo>
                <a:lnTo>
                  <a:pt x="3941" y="10811"/>
                </a:lnTo>
                <a:cubicBezTo>
                  <a:pt x="3013" y="10716"/>
                  <a:pt x="2262" y="9930"/>
                  <a:pt x="2262" y="8966"/>
                </a:cubicBezTo>
                <a:lnTo>
                  <a:pt x="2262" y="7192"/>
                </a:lnTo>
                <a:cubicBezTo>
                  <a:pt x="2262" y="6228"/>
                  <a:pt x="1905" y="5275"/>
                  <a:pt x="1250" y="4525"/>
                </a:cubicBezTo>
                <a:cubicBezTo>
                  <a:pt x="1131" y="4394"/>
                  <a:pt x="1048" y="4263"/>
                  <a:pt x="953" y="4096"/>
                </a:cubicBezTo>
                <a:cubicBezTo>
                  <a:pt x="920" y="4047"/>
                  <a:pt x="865" y="4015"/>
                  <a:pt x="807" y="4015"/>
                </a:cubicBezTo>
                <a:cubicBezTo>
                  <a:pt x="780" y="4015"/>
                  <a:pt x="753" y="4022"/>
                  <a:pt x="727" y="4037"/>
                </a:cubicBezTo>
                <a:cubicBezTo>
                  <a:pt x="655" y="4084"/>
                  <a:pt x="631" y="4192"/>
                  <a:pt x="667" y="4263"/>
                </a:cubicBezTo>
                <a:cubicBezTo>
                  <a:pt x="762" y="4430"/>
                  <a:pt x="881" y="4584"/>
                  <a:pt x="1012" y="4739"/>
                </a:cubicBezTo>
                <a:cubicBezTo>
                  <a:pt x="1608" y="5442"/>
                  <a:pt x="1953" y="6299"/>
                  <a:pt x="1953" y="7192"/>
                </a:cubicBezTo>
                <a:lnTo>
                  <a:pt x="1953" y="8966"/>
                </a:lnTo>
                <a:cubicBezTo>
                  <a:pt x="1953" y="10168"/>
                  <a:pt x="2929" y="11133"/>
                  <a:pt x="4120" y="11133"/>
                </a:cubicBezTo>
                <a:cubicBezTo>
                  <a:pt x="4215" y="11133"/>
                  <a:pt x="4286" y="11061"/>
                  <a:pt x="4286" y="10978"/>
                </a:cubicBezTo>
                <a:lnTo>
                  <a:pt x="4286" y="8561"/>
                </a:lnTo>
                <a:cubicBezTo>
                  <a:pt x="4286" y="8085"/>
                  <a:pt x="4679" y="7704"/>
                  <a:pt x="5156" y="7704"/>
                </a:cubicBezTo>
                <a:cubicBezTo>
                  <a:pt x="5632" y="7704"/>
                  <a:pt x="6013" y="8085"/>
                  <a:pt x="6013" y="8561"/>
                </a:cubicBezTo>
                <a:lnTo>
                  <a:pt x="6013" y="10978"/>
                </a:lnTo>
                <a:cubicBezTo>
                  <a:pt x="6013" y="11061"/>
                  <a:pt x="6084" y="11133"/>
                  <a:pt x="6180" y="11133"/>
                </a:cubicBezTo>
                <a:cubicBezTo>
                  <a:pt x="7382" y="11133"/>
                  <a:pt x="8347" y="10157"/>
                  <a:pt x="8347" y="8966"/>
                </a:cubicBezTo>
                <a:lnTo>
                  <a:pt x="8347" y="7192"/>
                </a:lnTo>
                <a:cubicBezTo>
                  <a:pt x="8347" y="6299"/>
                  <a:pt x="8680" y="5442"/>
                  <a:pt x="9287" y="4739"/>
                </a:cubicBezTo>
                <a:cubicBezTo>
                  <a:pt x="9740" y="4215"/>
                  <a:pt x="9990" y="3549"/>
                  <a:pt x="9990" y="2858"/>
                </a:cubicBezTo>
                <a:cubicBezTo>
                  <a:pt x="9955" y="1194"/>
                  <a:pt x="8560" y="7"/>
                  <a:pt x="7072" y="7"/>
                </a:cubicBezTo>
                <a:cubicBezTo>
                  <a:pt x="6537" y="7"/>
                  <a:pt x="5990" y="161"/>
                  <a:pt x="5489" y="501"/>
                </a:cubicBezTo>
                <a:cubicBezTo>
                  <a:pt x="5382" y="572"/>
                  <a:pt x="5257" y="608"/>
                  <a:pt x="5129" y="608"/>
                </a:cubicBezTo>
                <a:cubicBezTo>
                  <a:pt x="5001" y="608"/>
                  <a:pt x="4870" y="572"/>
                  <a:pt x="4751" y="501"/>
                </a:cubicBezTo>
                <a:cubicBezTo>
                  <a:pt x="4263" y="167"/>
                  <a:pt x="3691"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40" name="Google Shape;10140;p63"/>
          <p:cNvGrpSpPr/>
          <p:nvPr/>
        </p:nvGrpSpPr>
        <p:grpSpPr>
          <a:xfrm>
            <a:off x="6685259" y="2721852"/>
            <a:ext cx="311414" cy="355406"/>
            <a:chOff x="6685259" y="2902852"/>
            <a:chExt cx="311414" cy="355406"/>
          </a:xfrm>
        </p:grpSpPr>
        <p:sp>
          <p:nvSpPr>
            <p:cNvPr id="10141" name="Google Shape;10141;p63"/>
            <p:cNvSpPr/>
            <p:nvPr/>
          </p:nvSpPr>
          <p:spPr>
            <a:xfrm>
              <a:off x="6835805" y="3045466"/>
              <a:ext cx="10671" cy="155134"/>
            </a:xfrm>
            <a:custGeom>
              <a:avLst/>
              <a:gdLst/>
              <a:ahLst/>
              <a:cxnLst/>
              <a:rect l="l" t="t" r="r" b="b"/>
              <a:pathLst>
                <a:path w="335" h="4870" extrusionOk="0">
                  <a:moveTo>
                    <a:pt x="168" y="0"/>
                  </a:moveTo>
                  <a:cubicBezTo>
                    <a:pt x="84" y="0"/>
                    <a:pt x="1" y="84"/>
                    <a:pt x="1" y="167"/>
                  </a:cubicBezTo>
                  <a:lnTo>
                    <a:pt x="1" y="4703"/>
                  </a:lnTo>
                  <a:cubicBezTo>
                    <a:pt x="1" y="4799"/>
                    <a:pt x="84" y="4870"/>
                    <a:pt x="168" y="4870"/>
                  </a:cubicBezTo>
                  <a:cubicBezTo>
                    <a:pt x="263" y="4870"/>
                    <a:pt x="334" y="4799"/>
                    <a:pt x="334" y="4703"/>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63"/>
            <p:cNvSpPr/>
            <p:nvPr/>
          </p:nvSpPr>
          <p:spPr>
            <a:xfrm>
              <a:off x="6765661" y="2938497"/>
              <a:ext cx="149846" cy="63774"/>
            </a:xfrm>
            <a:custGeom>
              <a:avLst/>
              <a:gdLst/>
              <a:ahLst/>
              <a:cxnLst/>
              <a:rect l="l" t="t" r="r" b="b"/>
              <a:pathLst>
                <a:path w="4704" h="2002" extrusionOk="0">
                  <a:moveTo>
                    <a:pt x="572" y="1"/>
                  </a:moveTo>
                  <a:cubicBezTo>
                    <a:pt x="262" y="1"/>
                    <a:pt x="0" y="251"/>
                    <a:pt x="0" y="572"/>
                  </a:cubicBezTo>
                  <a:lnTo>
                    <a:pt x="0" y="1430"/>
                  </a:lnTo>
                  <a:cubicBezTo>
                    <a:pt x="0" y="1739"/>
                    <a:pt x="262" y="2001"/>
                    <a:pt x="572" y="2001"/>
                  </a:cubicBezTo>
                  <a:lnTo>
                    <a:pt x="2679" y="2001"/>
                  </a:lnTo>
                  <a:cubicBezTo>
                    <a:pt x="2774" y="2001"/>
                    <a:pt x="2846" y="1918"/>
                    <a:pt x="2846" y="1834"/>
                  </a:cubicBezTo>
                  <a:cubicBezTo>
                    <a:pt x="2846" y="1739"/>
                    <a:pt x="2774" y="1668"/>
                    <a:pt x="2679" y="1668"/>
                  </a:cubicBezTo>
                  <a:lnTo>
                    <a:pt x="572" y="1668"/>
                  </a:lnTo>
                  <a:cubicBezTo>
                    <a:pt x="441" y="1668"/>
                    <a:pt x="334" y="1560"/>
                    <a:pt x="334" y="1430"/>
                  </a:cubicBezTo>
                  <a:lnTo>
                    <a:pt x="334" y="572"/>
                  </a:lnTo>
                  <a:cubicBezTo>
                    <a:pt x="334" y="429"/>
                    <a:pt x="441" y="322"/>
                    <a:pt x="572" y="322"/>
                  </a:cubicBezTo>
                  <a:lnTo>
                    <a:pt x="4144" y="322"/>
                  </a:lnTo>
                  <a:cubicBezTo>
                    <a:pt x="4275" y="322"/>
                    <a:pt x="4382" y="429"/>
                    <a:pt x="4382" y="572"/>
                  </a:cubicBezTo>
                  <a:lnTo>
                    <a:pt x="4382" y="1430"/>
                  </a:lnTo>
                  <a:cubicBezTo>
                    <a:pt x="4394" y="1549"/>
                    <a:pt x="4275" y="1668"/>
                    <a:pt x="4144" y="1668"/>
                  </a:cubicBezTo>
                  <a:lnTo>
                    <a:pt x="3513" y="1668"/>
                  </a:lnTo>
                  <a:cubicBezTo>
                    <a:pt x="3429" y="1668"/>
                    <a:pt x="3358" y="1739"/>
                    <a:pt x="3358" y="1834"/>
                  </a:cubicBezTo>
                  <a:cubicBezTo>
                    <a:pt x="3358" y="1918"/>
                    <a:pt x="3429" y="2001"/>
                    <a:pt x="3513" y="2001"/>
                  </a:cubicBezTo>
                  <a:lnTo>
                    <a:pt x="4144" y="2001"/>
                  </a:lnTo>
                  <a:cubicBezTo>
                    <a:pt x="4453" y="2001"/>
                    <a:pt x="4703" y="1739"/>
                    <a:pt x="4703" y="1430"/>
                  </a:cubicBezTo>
                  <a:lnTo>
                    <a:pt x="4703" y="572"/>
                  </a:lnTo>
                  <a:cubicBezTo>
                    <a:pt x="4703" y="251"/>
                    <a:pt x="4453" y="1"/>
                    <a:pt x="4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63"/>
            <p:cNvSpPr/>
            <p:nvPr/>
          </p:nvSpPr>
          <p:spPr>
            <a:xfrm>
              <a:off x="6685259" y="2902852"/>
              <a:ext cx="311414" cy="355406"/>
            </a:xfrm>
            <a:custGeom>
              <a:avLst/>
              <a:gdLst/>
              <a:ahLst/>
              <a:cxnLst/>
              <a:rect l="l" t="t" r="r" b="b"/>
              <a:pathLst>
                <a:path w="9776" h="11157" extrusionOk="0">
                  <a:moveTo>
                    <a:pt x="3227" y="1"/>
                  </a:moveTo>
                  <a:cubicBezTo>
                    <a:pt x="2227" y="1"/>
                    <a:pt x="1810" y="774"/>
                    <a:pt x="1667" y="894"/>
                  </a:cubicBezTo>
                  <a:lnTo>
                    <a:pt x="822" y="894"/>
                  </a:lnTo>
                  <a:cubicBezTo>
                    <a:pt x="369" y="894"/>
                    <a:pt x="0" y="1275"/>
                    <a:pt x="0" y="1715"/>
                  </a:cubicBezTo>
                  <a:lnTo>
                    <a:pt x="0" y="4287"/>
                  </a:lnTo>
                  <a:cubicBezTo>
                    <a:pt x="0" y="4382"/>
                    <a:pt x="72" y="4454"/>
                    <a:pt x="155" y="4454"/>
                  </a:cubicBezTo>
                  <a:cubicBezTo>
                    <a:pt x="250" y="4454"/>
                    <a:pt x="322" y="4382"/>
                    <a:pt x="322" y="4287"/>
                  </a:cubicBezTo>
                  <a:lnTo>
                    <a:pt x="322" y="1715"/>
                  </a:lnTo>
                  <a:cubicBezTo>
                    <a:pt x="322" y="1453"/>
                    <a:pt x="548" y="1227"/>
                    <a:pt x="810" y="1227"/>
                  </a:cubicBezTo>
                  <a:lnTo>
                    <a:pt x="1738" y="1227"/>
                  </a:lnTo>
                  <a:cubicBezTo>
                    <a:pt x="1786" y="1227"/>
                    <a:pt x="1822" y="1215"/>
                    <a:pt x="1858" y="1167"/>
                  </a:cubicBezTo>
                  <a:lnTo>
                    <a:pt x="2167" y="810"/>
                  </a:lnTo>
                  <a:cubicBezTo>
                    <a:pt x="2441" y="513"/>
                    <a:pt x="2822" y="334"/>
                    <a:pt x="3227" y="334"/>
                  </a:cubicBezTo>
                  <a:lnTo>
                    <a:pt x="6525" y="334"/>
                  </a:lnTo>
                  <a:cubicBezTo>
                    <a:pt x="6930" y="334"/>
                    <a:pt x="7322" y="513"/>
                    <a:pt x="7584" y="810"/>
                  </a:cubicBezTo>
                  <a:lnTo>
                    <a:pt x="7894" y="1167"/>
                  </a:lnTo>
                  <a:cubicBezTo>
                    <a:pt x="7930" y="1191"/>
                    <a:pt x="7977" y="1227"/>
                    <a:pt x="8013" y="1227"/>
                  </a:cubicBezTo>
                  <a:lnTo>
                    <a:pt x="8942" y="1227"/>
                  </a:lnTo>
                  <a:cubicBezTo>
                    <a:pt x="9204" y="1227"/>
                    <a:pt x="9430" y="1453"/>
                    <a:pt x="9430" y="1715"/>
                  </a:cubicBezTo>
                  <a:lnTo>
                    <a:pt x="9430" y="10335"/>
                  </a:lnTo>
                  <a:cubicBezTo>
                    <a:pt x="9430" y="10597"/>
                    <a:pt x="9204" y="10823"/>
                    <a:pt x="8942" y="10823"/>
                  </a:cubicBezTo>
                  <a:lnTo>
                    <a:pt x="7632" y="10823"/>
                  </a:lnTo>
                  <a:lnTo>
                    <a:pt x="7632" y="9823"/>
                  </a:lnTo>
                  <a:cubicBezTo>
                    <a:pt x="7632" y="9740"/>
                    <a:pt x="7561" y="9657"/>
                    <a:pt x="7465" y="9657"/>
                  </a:cubicBezTo>
                  <a:cubicBezTo>
                    <a:pt x="7382" y="9657"/>
                    <a:pt x="7299" y="9740"/>
                    <a:pt x="7299" y="9823"/>
                  </a:cubicBezTo>
                  <a:lnTo>
                    <a:pt x="7299" y="10823"/>
                  </a:lnTo>
                  <a:lnTo>
                    <a:pt x="2453" y="10823"/>
                  </a:lnTo>
                  <a:lnTo>
                    <a:pt x="2453" y="9823"/>
                  </a:lnTo>
                  <a:cubicBezTo>
                    <a:pt x="2453" y="9740"/>
                    <a:pt x="2381" y="9657"/>
                    <a:pt x="2286" y="9657"/>
                  </a:cubicBezTo>
                  <a:cubicBezTo>
                    <a:pt x="2203" y="9657"/>
                    <a:pt x="2119" y="9740"/>
                    <a:pt x="2119" y="9823"/>
                  </a:cubicBezTo>
                  <a:lnTo>
                    <a:pt x="2119" y="10823"/>
                  </a:lnTo>
                  <a:lnTo>
                    <a:pt x="822" y="10823"/>
                  </a:lnTo>
                  <a:cubicBezTo>
                    <a:pt x="548" y="10823"/>
                    <a:pt x="322" y="10597"/>
                    <a:pt x="322" y="10335"/>
                  </a:cubicBezTo>
                  <a:lnTo>
                    <a:pt x="322" y="5227"/>
                  </a:lnTo>
                  <a:cubicBezTo>
                    <a:pt x="322" y="5144"/>
                    <a:pt x="250" y="5061"/>
                    <a:pt x="167" y="5061"/>
                  </a:cubicBezTo>
                  <a:cubicBezTo>
                    <a:pt x="72" y="5061"/>
                    <a:pt x="0" y="5144"/>
                    <a:pt x="0" y="5227"/>
                  </a:cubicBezTo>
                  <a:lnTo>
                    <a:pt x="0" y="10335"/>
                  </a:lnTo>
                  <a:cubicBezTo>
                    <a:pt x="0" y="10776"/>
                    <a:pt x="369" y="11157"/>
                    <a:pt x="822" y="11157"/>
                  </a:cubicBezTo>
                  <a:lnTo>
                    <a:pt x="8942" y="11157"/>
                  </a:lnTo>
                  <a:cubicBezTo>
                    <a:pt x="9394" y="11157"/>
                    <a:pt x="9763" y="10776"/>
                    <a:pt x="9763" y="10335"/>
                  </a:cubicBezTo>
                  <a:lnTo>
                    <a:pt x="9763" y="1715"/>
                  </a:lnTo>
                  <a:cubicBezTo>
                    <a:pt x="9775" y="1275"/>
                    <a:pt x="9406" y="894"/>
                    <a:pt x="8942" y="894"/>
                  </a:cubicBezTo>
                  <a:lnTo>
                    <a:pt x="8096" y="894"/>
                  </a:lnTo>
                  <a:cubicBezTo>
                    <a:pt x="7965" y="774"/>
                    <a:pt x="7525" y="1"/>
                    <a:pt x="6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4" name="Google Shape;10144;p63"/>
          <p:cNvGrpSpPr/>
          <p:nvPr/>
        </p:nvGrpSpPr>
        <p:grpSpPr>
          <a:xfrm>
            <a:off x="5309250" y="2722170"/>
            <a:ext cx="359579" cy="355852"/>
            <a:chOff x="5309250" y="2903170"/>
            <a:chExt cx="359579" cy="355852"/>
          </a:xfrm>
        </p:grpSpPr>
        <p:sp>
          <p:nvSpPr>
            <p:cNvPr id="10145" name="Google Shape;10145;p63"/>
            <p:cNvSpPr/>
            <p:nvPr/>
          </p:nvSpPr>
          <p:spPr>
            <a:xfrm>
              <a:off x="5410517" y="3006317"/>
              <a:ext cx="77854" cy="76452"/>
            </a:xfrm>
            <a:custGeom>
              <a:avLst/>
              <a:gdLst/>
              <a:ahLst/>
              <a:cxnLst/>
              <a:rect l="l" t="t" r="r" b="b"/>
              <a:pathLst>
                <a:path w="2444" h="2400" extrusionOk="0">
                  <a:moveTo>
                    <a:pt x="1345" y="315"/>
                  </a:moveTo>
                  <a:cubicBezTo>
                    <a:pt x="1450" y="315"/>
                    <a:pt x="1549" y="346"/>
                    <a:pt x="1631" y="420"/>
                  </a:cubicBezTo>
                  <a:cubicBezTo>
                    <a:pt x="1905" y="634"/>
                    <a:pt x="2060" y="1206"/>
                    <a:pt x="2096" y="1622"/>
                  </a:cubicBezTo>
                  <a:cubicBezTo>
                    <a:pt x="2104" y="1923"/>
                    <a:pt x="1755" y="2071"/>
                    <a:pt x="1406" y="2071"/>
                  </a:cubicBezTo>
                  <a:cubicBezTo>
                    <a:pt x="1257" y="2071"/>
                    <a:pt x="1109" y="2045"/>
                    <a:pt x="988" y="1991"/>
                  </a:cubicBezTo>
                  <a:cubicBezTo>
                    <a:pt x="560" y="1801"/>
                    <a:pt x="381" y="1313"/>
                    <a:pt x="560" y="872"/>
                  </a:cubicBezTo>
                  <a:cubicBezTo>
                    <a:pt x="693" y="580"/>
                    <a:pt x="1042" y="315"/>
                    <a:pt x="1345" y="315"/>
                  </a:cubicBezTo>
                  <a:close/>
                  <a:moveTo>
                    <a:pt x="1344" y="1"/>
                  </a:moveTo>
                  <a:cubicBezTo>
                    <a:pt x="906" y="1"/>
                    <a:pt x="447" y="320"/>
                    <a:pt x="262" y="741"/>
                  </a:cubicBezTo>
                  <a:cubicBezTo>
                    <a:pt x="0" y="1336"/>
                    <a:pt x="262" y="2027"/>
                    <a:pt x="857" y="2289"/>
                  </a:cubicBezTo>
                  <a:cubicBezTo>
                    <a:pt x="1022" y="2363"/>
                    <a:pt x="1214" y="2400"/>
                    <a:pt x="1407" y="2400"/>
                  </a:cubicBezTo>
                  <a:cubicBezTo>
                    <a:pt x="1925" y="2400"/>
                    <a:pt x="2443" y="2134"/>
                    <a:pt x="2417" y="1622"/>
                  </a:cubicBezTo>
                  <a:cubicBezTo>
                    <a:pt x="2405" y="1134"/>
                    <a:pt x="2203" y="479"/>
                    <a:pt x="1858" y="182"/>
                  </a:cubicBezTo>
                  <a:cubicBezTo>
                    <a:pt x="1704" y="56"/>
                    <a:pt x="1526" y="1"/>
                    <a:pt x="1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63"/>
            <p:cNvSpPr/>
            <p:nvPr/>
          </p:nvSpPr>
          <p:spPr>
            <a:xfrm>
              <a:off x="5309250" y="2903170"/>
              <a:ext cx="359579" cy="355852"/>
            </a:xfrm>
            <a:custGeom>
              <a:avLst/>
              <a:gdLst/>
              <a:ahLst/>
              <a:cxnLst/>
              <a:rect l="l" t="t" r="r" b="b"/>
              <a:pathLst>
                <a:path w="11288" h="11171" extrusionOk="0">
                  <a:moveTo>
                    <a:pt x="3691" y="336"/>
                  </a:moveTo>
                  <a:cubicBezTo>
                    <a:pt x="3775" y="336"/>
                    <a:pt x="3846" y="383"/>
                    <a:pt x="3870" y="455"/>
                  </a:cubicBezTo>
                  <a:lnTo>
                    <a:pt x="4084" y="991"/>
                  </a:lnTo>
                  <a:cubicBezTo>
                    <a:pt x="3953" y="1003"/>
                    <a:pt x="3846" y="1050"/>
                    <a:pt x="3739" y="1122"/>
                  </a:cubicBezTo>
                  <a:lnTo>
                    <a:pt x="3536" y="586"/>
                  </a:lnTo>
                  <a:cubicBezTo>
                    <a:pt x="3489" y="455"/>
                    <a:pt x="3572" y="336"/>
                    <a:pt x="3691" y="336"/>
                  </a:cubicBezTo>
                  <a:close/>
                  <a:moveTo>
                    <a:pt x="7834" y="436"/>
                  </a:moveTo>
                  <a:cubicBezTo>
                    <a:pt x="7859" y="436"/>
                    <a:pt x="7883" y="442"/>
                    <a:pt x="7906" y="455"/>
                  </a:cubicBezTo>
                  <a:cubicBezTo>
                    <a:pt x="7989" y="503"/>
                    <a:pt x="8037" y="598"/>
                    <a:pt x="7989" y="693"/>
                  </a:cubicBezTo>
                  <a:lnTo>
                    <a:pt x="7763" y="1217"/>
                  </a:lnTo>
                  <a:cubicBezTo>
                    <a:pt x="7668" y="1134"/>
                    <a:pt x="7561" y="1086"/>
                    <a:pt x="7418" y="1062"/>
                  </a:cubicBezTo>
                  <a:lnTo>
                    <a:pt x="7668" y="538"/>
                  </a:lnTo>
                  <a:cubicBezTo>
                    <a:pt x="7702" y="478"/>
                    <a:pt x="7769" y="436"/>
                    <a:pt x="7834" y="436"/>
                  </a:cubicBezTo>
                  <a:close/>
                  <a:moveTo>
                    <a:pt x="698" y="3177"/>
                  </a:moveTo>
                  <a:cubicBezTo>
                    <a:pt x="775" y="3177"/>
                    <a:pt x="883" y="3247"/>
                    <a:pt x="1298" y="3431"/>
                  </a:cubicBezTo>
                  <a:cubicBezTo>
                    <a:pt x="1250" y="3479"/>
                    <a:pt x="1227" y="3539"/>
                    <a:pt x="1191" y="3586"/>
                  </a:cubicBezTo>
                  <a:cubicBezTo>
                    <a:pt x="1191" y="3586"/>
                    <a:pt x="1167" y="3658"/>
                    <a:pt x="1155" y="3765"/>
                  </a:cubicBezTo>
                  <a:lnTo>
                    <a:pt x="631" y="3527"/>
                  </a:lnTo>
                  <a:cubicBezTo>
                    <a:pt x="477" y="3479"/>
                    <a:pt x="477" y="3253"/>
                    <a:pt x="631" y="3193"/>
                  </a:cubicBezTo>
                  <a:cubicBezTo>
                    <a:pt x="655" y="3183"/>
                    <a:pt x="675" y="3177"/>
                    <a:pt x="698" y="3177"/>
                  </a:cubicBezTo>
                  <a:close/>
                  <a:moveTo>
                    <a:pt x="10679" y="3437"/>
                  </a:moveTo>
                  <a:cubicBezTo>
                    <a:pt x="10755" y="3437"/>
                    <a:pt x="10841" y="3482"/>
                    <a:pt x="10871" y="3551"/>
                  </a:cubicBezTo>
                  <a:cubicBezTo>
                    <a:pt x="10906" y="3646"/>
                    <a:pt x="10847" y="3765"/>
                    <a:pt x="10764" y="3789"/>
                  </a:cubicBezTo>
                  <a:lnTo>
                    <a:pt x="10228" y="4003"/>
                  </a:lnTo>
                  <a:cubicBezTo>
                    <a:pt x="10216" y="3848"/>
                    <a:pt x="10168" y="3741"/>
                    <a:pt x="10097" y="3658"/>
                  </a:cubicBezTo>
                  <a:lnTo>
                    <a:pt x="10633" y="3443"/>
                  </a:lnTo>
                  <a:cubicBezTo>
                    <a:pt x="10647" y="3439"/>
                    <a:pt x="10663" y="3437"/>
                    <a:pt x="10679" y="3437"/>
                  </a:cubicBezTo>
                  <a:close/>
                  <a:moveTo>
                    <a:pt x="1060" y="7134"/>
                  </a:moveTo>
                  <a:cubicBezTo>
                    <a:pt x="1072" y="7265"/>
                    <a:pt x="1119" y="7372"/>
                    <a:pt x="1191" y="7480"/>
                  </a:cubicBezTo>
                  <a:lnTo>
                    <a:pt x="655" y="7682"/>
                  </a:lnTo>
                  <a:cubicBezTo>
                    <a:pt x="635" y="7694"/>
                    <a:pt x="612" y="7699"/>
                    <a:pt x="589" y="7699"/>
                  </a:cubicBezTo>
                  <a:cubicBezTo>
                    <a:pt x="518" y="7699"/>
                    <a:pt x="444" y="7650"/>
                    <a:pt x="417" y="7587"/>
                  </a:cubicBezTo>
                  <a:cubicBezTo>
                    <a:pt x="381" y="7492"/>
                    <a:pt x="429" y="7372"/>
                    <a:pt x="524" y="7349"/>
                  </a:cubicBezTo>
                  <a:lnTo>
                    <a:pt x="1060" y="7134"/>
                  </a:lnTo>
                  <a:close/>
                  <a:moveTo>
                    <a:pt x="10144" y="7361"/>
                  </a:moveTo>
                  <a:lnTo>
                    <a:pt x="10656" y="7599"/>
                  </a:lnTo>
                  <a:cubicBezTo>
                    <a:pt x="10811" y="7658"/>
                    <a:pt x="10811" y="7884"/>
                    <a:pt x="10656" y="7944"/>
                  </a:cubicBezTo>
                  <a:cubicBezTo>
                    <a:pt x="10637" y="7950"/>
                    <a:pt x="10619" y="7953"/>
                    <a:pt x="10601" y="7953"/>
                  </a:cubicBezTo>
                  <a:cubicBezTo>
                    <a:pt x="10506" y="7953"/>
                    <a:pt x="10398" y="7875"/>
                    <a:pt x="9990" y="7706"/>
                  </a:cubicBezTo>
                  <a:cubicBezTo>
                    <a:pt x="10061" y="7611"/>
                    <a:pt x="10121" y="7515"/>
                    <a:pt x="10144" y="7361"/>
                  </a:cubicBezTo>
                  <a:close/>
                  <a:moveTo>
                    <a:pt x="3536" y="9920"/>
                  </a:moveTo>
                  <a:cubicBezTo>
                    <a:pt x="3620" y="9992"/>
                    <a:pt x="3727" y="10051"/>
                    <a:pt x="3870" y="10063"/>
                  </a:cubicBezTo>
                  <a:lnTo>
                    <a:pt x="3620" y="10587"/>
                  </a:lnTo>
                  <a:cubicBezTo>
                    <a:pt x="3584" y="10658"/>
                    <a:pt x="3522" y="10696"/>
                    <a:pt x="3454" y="10696"/>
                  </a:cubicBezTo>
                  <a:cubicBezTo>
                    <a:pt x="3430" y="10696"/>
                    <a:pt x="3406" y="10691"/>
                    <a:pt x="3382" y="10682"/>
                  </a:cubicBezTo>
                  <a:cubicBezTo>
                    <a:pt x="3298" y="10635"/>
                    <a:pt x="3251" y="10528"/>
                    <a:pt x="3298" y="10444"/>
                  </a:cubicBezTo>
                  <a:lnTo>
                    <a:pt x="3536" y="9920"/>
                  </a:lnTo>
                  <a:close/>
                  <a:moveTo>
                    <a:pt x="7549" y="10016"/>
                  </a:moveTo>
                  <a:cubicBezTo>
                    <a:pt x="7727" y="10528"/>
                    <a:pt x="7799" y="10575"/>
                    <a:pt x="7763" y="10694"/>
                  </a:cubicBezTo>
                  <a:cubicBezTo>
                    <a:pt x="7728" y="10770"/>
                    <a:pt x="7659" y="10809"/>
                    <a:pt x="7590" y="10809"/>
                  </a:cubicBezTo>
                  <a:cubicBezTo>
                    <a:pt x="7519" y="10809"/>
                    <a:pt x="7448" y="10767"/>
                    <a:pt x="7418" y="10682"/>
                  </a:cubicBezTo>
                  <a:lnTo>
                    <a:pt x="7204" y="10147"/>
                  </a:lnTo>
                  <a:cubicBezTo>
                    <a:pt x="7346" y="10123"/>
                    <a:pt x="7442" y="10087"/>
                    <a:pt x="7549" y="10016"/>
                  </a:cubicBezTo>
                  <a:close/>
                  <a:moveTo>
                    <a:pt x="3696" y="1"/>
                  </a:moveTo>
                  <a:cubicBezTo>
                    <a:pt x="3631" y="1"/>
                    <a:pt x="3565" y="13"/>
                    <a:pt x="3501" y="38"/>
                  </a:cubicBezTo>
                  <a:cubicBezTo>
                    <a:pt x="3239" y="145"/>
                    <a:pt x="3096" y="443"/>
                    <a:pt x="3203" y="705"/>
                  </a:cubicBezTo>
                  <a:lnTo>
                    <a:pt x="3477" y="1407"/>
                  </a:lnTo>
                  <a:cubicBezTo>
                    <a:pt x="3239" y="1753"/>
                    <a:pt x="3203" y="1765"/>
                    <a:pt x="2846" y="1824"/>
                  </a:cubicBezTo>
                  <a:cubicBezTo>
                    <a:pt x="2655" y="1848"/>
                    <a:pt x="2429" y="1896"/>
                    <a:pt x="2286" y="2050"/>
                  </a:cubicBezTo>
                  <a:cubicBezTo>
                    <a:pt x="2012" y="2300"/>
                    <a:pt x="2060" y="2741"/>
                    <a:pt x="1929" y="2955"/>
                  </a:cubicBezTo>
                  <a:cubicBezTo>
                    <a:pt x="1870" y="3027"/>
                    <a:pt x="1762" y="3098"/>
                    <a:pt x="1643" y="3181"/>
                  </a:cubicBezTo>
                  <a:cubicBezTo>
                    <a:pt x="1631" y="3193"/>
                    <a:pt x="1608" y="3205"/>
                    <a:pt x="1584" y="3217"/>
                  </a:cubicBezTo>
                  <a:lnTo>
                    <a:pt x="893" y="2920"/>
                  </a:lnTo>
                  <a:cubicBezTo>
                    <a:pt x="830" y="2888"/>
                    <a:pt x="761" y="2873"/>
                    <a:pt x="692" y="2873"/>
                  </a:cubicBezTo>
                  <a:cubicBezTo>
                    <a:pt x="630" y="2873"/>
                    <a:pt x="568" y="2885"/>
                    <a:pt x="512" y="2908"/>
                  </a:cubicBezTo>
                  <a:cubicBezTo>
                    <a:pt x="84" y="3074"/>
                    <a:pt x="60" y="3670"/>
                    <a:pt x="477" y="3860"/>
                  </a:cubicBezTo>
                  <a:lnTo>
                    <a:pt x="1167" y="4158"/>
                  </a:lnTo>
                  <a:cubicBezTo>
                    <a:pt x="1239" y="4563"/>
                    <a:pt x="1239" y="4586"/>
                    <a:pt x="1012" y="4920"/>
                  </a:cubicBezTo>
                  <a:cubicBezTo>
                    <a:pt x="893" y="5086"/>
                    <a:pt x="774" y="5265"/>
                    <a:pt x="774" y="5467"/>
                  </a:cubicBezTo>
                  <a:cubicBezTo>
                    <a:pt x="762" y="5825"/>
                    <a:pt x="1119" y="6122"/>
                    <a:pt x="1167" y="6360"/>
                  </a:cubicBezTo>
                  <a:cubicBezTo>
                    <a:pt x="1179" y="6479"/>
                    <a:pt x="1155" y="6646"/>
                    <a:pt x="1108" y="6777"/>
                  </a:cubicBezTo>
                  <a:lnTo>
                    <a:pt x="405" y="7051"/>
                  </a:lnTo>
                  <a:cubicBezTo>
                    <a:pt x="143" y="7146"/>
                    <a:pt x="0" y="7444"/>
                    <a:pt x="107" y="7718"/>
                  </a:cubicBezTo>
                  <a:cubicBezTo>
                    <a:pt x="190" y="7920"/>
                    <a:pt x="386" y="8051"/>
                    <a:pt x="592" y="8051"/>
                  </a:cubicBezTo>
                  <a:cubicBezTo>
                    <a:pt x="653" y="8051"/>
                    <a:pt x="714" y="8040"/>
                    <a:pt x="774" y="8015"/>
                  </a:cubicBezTo>
                  <a:lnTo>
                    <a:pt x="1477" y="7742"/>
                  </a:lnTo>
                  <a:cubicBezTo>
                    <a:pt x="1822" y="7980"/>
                    <a:pt x="1834" y="8015"/>
                    <a:pt x="1893" y="8373"/>
                  </a:cubicBezTo>
                  <a:cubicBezTo>
                    <a:pt x="1989" y="8932"/>
                    <a:pt x="2131" y="9075"/>
                    <a:pt x="2667" y="9194"/>
                  </a:cubicBezTo>
                  <a:cubicBezTo>
                    <a:pt x="3036" y="9277"/>
                    <a:pt x="3060" y="9289"/>
                    <a:pt x="3274" y="9647"/>
                  </a:cubicBezTo>
                  <a:lnTo>
                    <a:pt x="2977" y="10337"/>
                  </a:lnTo>
                  <a:cubicBezTo>
                    <a:pt x="2815" y="10691"/>
                    <a:pt x="3091" y="11053"/>
                    <a:pt x="3439" y="11053"/>
                  </a:cubicBezTo>
                  <a:cubicBezTo>
                    <a:pt x="3502" y="11053"/>
                    <a:pt x="3567" y="11041"/>
                    <a:pt x="3632" y="11016"/>
                  </a:cubicBezTo>
                  <a:cubicBezTo>
                    <a:pt x="3775" y="10980"/>
                    <a:pt x="3858" y="10873"/>
                    <a:pt x="3917" y="10754"/>
                  </a:cubicBezTo>
                  <a:lnTo>
                    <a:pt x="4215" y="10063"/>
                  </a:lnTo>
                  <a:cubicBezTo>
                    <a:pt x="4361" y="10038"/>
                    <a:pt x="4457" y="10021"/>
                    <a:pt x="4536" y="10021"/>
                  </a:cubicBezTo>
                  <a:cubicBezTo>
                    <a:pt x="4677" y="10021"/>
                    <a:pt x="4764" y="10073"/>
                    <a:pt x="4977" y="10218"/>
                  </a:cubicBezTo>
                  <a:cubicBezTo>
                    <a:pt x="5204" y="10377"/>
                    <a:pt x="5367" y="10458"/>
                    <a:pt x="5538" y="10458"/>
                  </a:cubicBezTo>
                  <a:cubicBezTo>
                    <a:pt x="5699" y="10458"/>
                    <a:pt x="5865" y="10386"/>
                    <a:pt x="6096" y="10242"/>
                  </a:cubicBezTo>
                  <a:cubicBezTo>
                    <a:pt x="6280" y="10126"/>
                    <a:pt x="6363" y="10080"/>
                    <a:pt x="6476" y="10080"/>
                  </a:cubicBezTo>
                  <a:cubicBezTo>
                    <a:pt x="6560" y="10080"/>
                    <a:pt x="6661" y="10106"/>
                    <a:pt x="6834" y="10147"/>
                  </a:cubicBezTo>
                  <a:lnTo>
                    <a:pt x="7108" y="10837"/>
                  </a:lnTo>
                  <a:cubicBezTo>
                    <a:pt x="7180" y="11051"/>
                    <a:pt x="7370" y="11171"/>
                    <a:pt x="7585" y="11171"/>
                  </a:cubicBezTo>
                  <a:cubicBezTo>
                    <a:pt x="7942" y="11171"/>
                    <a:pt x="8192" y="10813"/>
                    <a:pt x="8061" y="10468"/>
                  </a:cubicBezTo>
                  <a:lnTo>
                    <a:pt x="7787" y="9766"/>
                  </a:lnTo>
                  <a:cubicBezTo>
                    <a:pt x="8025" y="9432"/>
                    <a:pt x="8061" y="9408"/>
                    <a:pt x="8418" y="9349"/>
                  </a:cubicBezTo>
                  <a:cubicBezTo>
                    <a:pt x="8978" y="9266"/>
                    <a:pt x="9109" y="9111"/>
                    <a:pt x="9228" y="8575"/>
                  </a:cubicBezTo>
                  <a:cubicBezTo>
                    <a:pt x="9323" y="8206"/>
                    <a:pt x="9335" y="8194"/>
                    <a:pt x="9692" y="7968"/>
                  </a:cubicBezTo>
                  <a:cubicBezTo>
                    <a:pt x="10198" y="8180"/>
                    <a:pt x="10406" y="8313"/>
                    <a:pt x="10595" y="8313"/>
                  </a:cubicBezTo>
                  <a:cubicBezTo>
                    <a:pt x="10650" y="8313"/>
                    <a:pt x="10704" y="8302"/>
                    <a:pt x="10764" y="8277"/>
                  </a:cubicBezTo>
                  <a:cubicBezTo>
                    <a:pt x="11192" y="8075"/>
                    <a:pt x="11216" y="7480"/>
                    <a:pt x="10799" y="7301"/>
                  </a:cubicBezTo>
                  <a:lnTo>
                    <a:pt x="10109" y="7003"/>
                  </a:lnTo>
                  <a:cubicBezTo>
                    <a:pt x="10037" y="6599"/>
                    <a:pt x="10037" y="6575"/>
                    <a:pt x="10263" y="6241"/>
                  </a:cubicBezTo>
                  <a:cubicBezTo>
                    <a:pt x="10573" y="5801"/>
                    <a:pt x="10597" y="5622"/>
                    <a:pt x="10287" y="5134"/>
                  </a:cubicBezTo>
                  <a:cubicBezTo>
                    <a:pt x="10085" y="4801"/>
                    <a:pt x="10097" y="4789"/>
                    <a:pt x="10180" y="4384"/>
                  </a:cubicBezTo>
                  <a:lnTo>
                    <a:pt x="10883" y="4122"/>
                  </a:lnTo>
                  <a:cubicBezTo>
                    <a:pt x="11156" y="4015"/>
                    <a:pt x="11287" y="3717"/>
                    <a:pt x="11180" y="3443"/>
                  </a:cubicBezTo>
                  <a:cubicBezTo>
                    <a:pt x="11097" y="3239"/>
                    <a:pt x="10898" y="3115"/>
                    <a:pt x="10690" y="3115"/>
                  </a:cubicBezTo>
                  <a:cubicBezTo>
                    <a:pt x="10631" y="3115"/>
                    <a:pt x="10571" y="3125"/>
                    <a:pt x="10513" y="3146"/>
                  </a:cubicBezTo>
                  <a:lnTo>
                    <a:pt x="9811" y="3420"/>
                  </a:lnTo>
                  <a:cubicBezTo>
                    <a:pt x="9466" y="3181"/>
                    <a:pt x="9454" y="3146"/>
                    <a:pt x="9394" y="2789"/>
                  </a:cubicBezTo>
                  <a:cubicBezTo>
                    <a:pt x="9311" y="2229"/>
                    <a:pt x="9156" y="2086"/>
                    <a:pt x="8620" y="1979"/>
                  </a:cubicBezTo>
                  <a:cubicBezTo>
                    <a:pt x="8251" y="1884"/>
                    <a:pt x="8239" y="1872"/>
                    <a:pt x="8013" y="1515"/>
                  </a:cubicBezTo>
                  <a:lnTo>
                    <a:pt x="8311" y="824"/>
                  </a:lnTo>
                  <a:cubicBezTo>
                    <a:pt x="8430" y="574"/>
                    <a:pt x="8311" y="264"/>
                    <a:pt x="8037" y="157"/>
                  </a:cubicBezTo>
                  <a:cubicBezTo>
                    <a:pt x="7971" y="126"/>
                    <a:pt x="7901" y="111"/>
                    <a:pt x="7831" y="111"/>
                  </a:cubicBezTo>
                  <a:cubicBezTo>
                    <a:pt x="7638" y="111"/>
                    <a:pt x="7449" y="226"/>
                    <a:pt x="7370" y="419"/>
                  </a:cubicBezTo>
                  <a:lnTo>
                    <a:pt x="7073" y="1110"/>
                  </a:lnTo>
                  <a:cubicBezTo>
                    <a:pt x="6927" y="1135"/>
                    <a:pt x="6831" y="1152"/>
                    <a:pt x="6751" y="1152"/>
                  </a:cubicBezTo>
                  <a:cubicBezTo>
                    <a:pt x="6611" y="1152"/>
                    <a:pt x="6524" y="1100"/>
                    <a:pt x="6311" y="955"/>
                  </a:cubicBezTo>
                  <a:lnTo>
                    <a:pt x="6180" y="872"/>
                  </a:lnTo>
                  <a:cubicBezTo>
                    <a:pt x="6152" y="853"/>
                    <a:pt x="6119" y="844"/>
                    <a:pt x="6087" y="844"/>
                  </a:cubicBezTo>
                  <a:cubicBezTo>
                    <a:pt x="6034" y="844"/>
                    <a:pt x="5983" y="868"/>
                    <a:pt x="5953" y="919"/>
                  </a:cubicBezTo>
                  <a:cubicBezTo>
                    <a:pt x="5918" y="991"/>
                    <a:pt x="5930" y="1098"/>
                    <a:pt x="6001" y="1134"/>
                  </a:cubicBezTo>
                  <a:lnTo>
                    <a:pt x="6132" y="1229"/>
                  </a:lnTo>
                  <a:cubicBezTo>
                    <a:pt x="6389" y="1406"/>
                    <a:pt x="6533" y="1474"/>
                    <a:pt x="6731" y="1474"/>
                  </a:cubicBezTo>
                  <a:cubicBezTo>
                    <a:pt x="6826" y="1474"/>
                    <a:pt x="6933" y="1458"/>
                    <a:pt x="7073" y="1431"/>
                  </a:cubicBezTo>
                  <a:cubicBezTo>
                    <a:pt x="7189" y="1411"/>
                    <a:pt x="7278" y="1397"/>
                    <a:pt x="7350" y="1397"/>
                  </a:cubicBezTo>
                  <a:cubicBezTo>
                    <a:pt x="7531" y="1397"/>
                    <a:pt x="7614" y="1481"/>
                    <a:pt x="7775" y="1753"/>
                  </a:cubicBezTo>
                  <a:cubicBezTo>
                    <a:pt x="8013" y="2122"/>
                    <a:pt x="8120" y="2193"/>
                    <a:pt x="8561" y="2300"/>
                  </a:cubicBezTo>
                  <a:cubicBezTo>
                    <a:pt x="8966" y="2384"/>
                    <a:pt x="9013" y="2419"/>
                    <a:pt x="9085" y="2848"/>
                  </a:cubicBezTo>
                  <a:cubicBezTo>
                    <a:pt x="9109" y="3015"/>
                    <a:pt x="9144" y="3181"/>
                    <a:pt x="9228" y="3324"/>
                  </a:cubicBezTo>
                  <a:cubicBezTo>
                    <a:pt x="9370" y="3551"/>
                    <a:pt x="9621" y="3658"/>
                    <a:pt x="9799" y="3812"/>
                  </a:cubicBezTo>
                  <a:cubicBezTo>
                    <a:pt x="9882" y="3908"/>
                    <a:pt x="9906" y="3932"/>
                    <a:pt x="9906" y="3955"/>
                  </a:cubicBezTo>
                  <a:cubicBezTo>
                    <a:pt x="9906" y="3955"/>
                    <a:pt x="9930" y="4015"/>
                    <a:pt x="9906" y="4193"/>
                  </a:cubicBezTo>
                  <a:cubicBezTo>
                    <a:pt x="9859" y="4444"/>
                    <a:pt x="9787" y="4634"/>
                    <a:pt x="9823" y="4860"/>
                  </a:cubicBezTo>
                  <a:cubicBezTo>
                    <a:pt x="9882" y="5194"/>
                    <a:pt x="10216" y="5467"/>
                    <a:pt x="10204" y="5694"/>
                  </a:cubicBezTo>
                  <a:cubicBezTo>
                    <a:pt x="10204" y="5920"/>
                    <a:pt x="9859" y="6170"/>
                    <a:pt x="9787" y="6515"/>
                  </a:cubicBezTo>
                  <a:cubicBezTo>
                    <a:pt x="9704" y="6813"/>
                    <a:pt x="9906" y="7241"/>
                    <a:pt x="9811" y="7420"/>
                  </a:cubicBezTo>
                  <a:cubicBezTo>
                    <a:pt x="9728" y="7611"/>
                    <a:pt x="9275" y="7777"/>
                    <a:pt x="9109" y="8015"/>
                  </a:cubicBezTo>
                  <a:cubicBezTo>
                    <a:pt x="8918" y="8277"/>
                    <a:pt x="8954" y="8718"/>
                    <a:pt x="8787" y="8873"/>
                  </a:cubicBezTo>
                  <a:cubicBezTo>
                    <a:pt x="8620" y="9027"/>
                    <a:pt x="8192" y="8980"/>
                    <a:pt x="7906" y="9158"/>
                  </a:cubicBezTo>
                  <a:cubicBezTo>
                    <a:pt x="7644" y="9325"/>
                    <a:pt x="7477" y="9754"/>
                    <a:pt x="7287" y="9825"/>
                  </a:cubicBezTo>
                  <a:cubicBezTo>
                    <a:pt x="7254" y="9840"/>
                    <a:pt x="7210" y="9846"/>
                    <a:pt x="7163" y="9846"/>
                  </a:cubicBezTo>
                  <a:cubicBezTo>
                    <a:pt x="7058" y="9846"/>
                    <a:pt x="6936" y="9818"/>
                    <a:pt x="6870" y="9801"/>
                  </a:cubicBezTo>
                  <a:cubicBezTo>
                    <a:pt x="6712" y="9764"/>
                    <a:pt x="6595" y="9744"/>
                    <a:pt x="6493" y="9744"/>
                  </a:cubicBezTo>
                  <a:cubicBezTo>
                    <a:pt x="6304" y="9744"/>
                    <a:pt x="6170" y="9813"/>
                    <a:pt x="5930" y="9968"/>
                  </a:cubicBezTo>
                  <a:cubicBezTo>
                    <a:pt x="5756" y="10072"/>
                    <a:pt x="5655" y="10126"/>
                    <a:pt x="5557" y="10126"/>
                  </a:cubicBezTo>
                  <a:cubicBezTo>
                    <a:pt x="5453" y="10126"/>
                    <a:pt x="5351" y="10066"/>
                    <a:pt x="5168" y="9944"/>
                  </a:cubicBezTo>
                  <a:cubicBezTo>
                    <a:pt x="4918" y="9767"/>
                    <a:pt x="4777" y="9704"/>
                    <a:pt x="4576" y="9704"/>
                  </a:cubicBezTo>
                  <a:cubicBezTo>
                    <a:pt x="4480" y="9704"/>
                    <a:pt x="4370" y="9719"/>
                    <a:pt x="4227" y="9742"/>
                  </a:cubicBezTo>
                  <a:cubicBezTo>
                    <a:pt x="4095" y="9764"/>
                    <a:pt x="4008" y="9771"/>
                    <a:pt x="3947" y="9771"/>
                  </a:cubicBezTo>
                  <a:cubicBezTo>
                    <a:pt x="3843" y="9771"/>
                    <a:pt x="3821" y="9749"/>
                    <a:pt x="3798" y="9742"/>
                  </a:cubicBezTo>
                  <a:cubicBezTo>
                    <a:pt x="3608" y="9647"/>
                    <a:pt x="3453" y="9218"/>
                    <a:pt x="3203" y="9039"/>
                  </a:cubicBezTo>
                  <a:cubicBezTo>
                    <a:pt x="2941" y="8849"/>
                    <a:pt x="2501" y="8873"/>
                    <a:pt x="2346" y="8718"/>
                  </a:cubicBezTo>
                  <a:cubicBezTo>
                    <a:pt x="2191" y="8551"/>
                    <a:pt x="2239" y="8123"/>
                    <a:pt x="2060" y="7837"/>
                  </a:cubicBezTo>
                  <a:cubicBezTo>
                    <a:pt x="1941" y="7646"/>
                    <a:pt x="1750" y="7551"/>
                    <a:pt x="1548" y="7384"/>
                  </a:cubicBezTo>
                  <a:cubicBezTo>
                    <a:pt x="1417" y="7265"/>
                    <a:pt x="1393" y="7206"/>
                    <a:pt x="1393" y="7206"/>
                  </a:cubicBezTo>
                  <a:cubicBezTo>
                    <a:pt x="1310" y="7015"/>
                    <a:pt x="1524" y="6599"/>
                    <a:pt x="1465" y="6301"/>
                  </a:cubicBezTo>
                  <a:cubicBezTo>
                    <a:pt x="1405" y="5979"/>
                    <a:pt x="1072" y="5694"/>
                    <a:pt x="1096" y="5467"/>
                  </a:cubicBezTo>
                  <a:cubicBezTo>
                    <a:pt x="1096" y="5241"/>
                    <a:pt x="1429" y="4991"/>
                    <a:pt x="1512" y="4646"/>
                  </a:cubicBezTo>
                  <a:cubicBezTo>
                    <a:pt x="1584" y="4336"/>
                    <a:pt x="1393" y="3932"/>
                    <a:pt x="1477" y="3741"/>
                  </a:cubicBezTo>
                  <a:cubicBezTo>
                    <a:pt x="1572" y="3551"/>
                    <a:pt x="2001" y="3396"/>
                    <a:pt x="2179" y="3146"/>
                  </a:cubicBezTo>
                  <a:cubicBezTo>
                    <a:pt x="2370" y="2884"/>
                    <a:pt x="2346" y="2443"/>
                    <a:pt x="2501" y="2288"/>
                  </a:cubicBezTo>
                  <a:cubicBezTo>
                    <a:pt x="2667" y="2134"/>
                    <a:pt x="3096" y="2181"/>
                    <a:pt x="3382" y="2003"/>
                  </a:cubicBezTo>
                  <a:cubicBezTo>
                    <a:pt x="3608" y="1872"/>
                    <a:pt x="3715" y="1610"/>
                    <a:pt x="3870" y="1431"/>
                  </a:cubicBezTo>
                  <a:cubicBezTo>
                    <a:pt x="3944" y="1357"/>
                    <a:pt x="3995" y="1320"/>
                    <a:pt x="4116" y="1320"/>
                  </a:cubicBezTo>
                  <a:cubicBezTo>
                    <a:pt x="4189" y="1320"/>
                    <a:pt x="4287" y="1333"/>
                    <a:pt x="4429" y="1360"/>
                  </a:cubicBezTo>
                  <a:cubicBezTo>
                    <a:pt x="4543" y="1395"/>
                    <a:pt x="4662" y="1417"/>
                    <a:pt x="4784" y="1417"/>
                  </a:cubicBezTo>
                  <a:cubicBezTo>
                    <a:pt x="4828" y="1417"/>
                    <a:pt x="4873" y="1414"/>
                    <a:pt x="4918" y="1407"/>
                  </a:cubicBezTo>
                  <a:cubicBezTo>
                    <a:pt x="5144" y="1360"/>
                    <a:pt x="5322" y="1217"/>
                    <a:pt x="5513" y="1110"/>
                  </a:cubicBezTo>
                  <a:cubicBezTo>
                    <a:pt x="5584" y="1062"/>
                    <a:pt x="5620" y="955"/>
                    <a:pt x="5572" y="884"/>
                  </a:cubicBezTo>
                  <a:cubicBezTo>
                    <a:pt x="5540" y="835"/>
                    <a:pt x="5479" y="802"/>
                    <a:pt x="5421" y="802"/>
                  </a:cubicBezTo>
                  <a:cubicBezTo>
                    <a:pt x="5395" y="802"/>
                    <a:pt x="5369" y="809"/>
                    <a:pt x="5346" y="824"/>
                  </a:cubicBezTo>
                  <a:cubicBezTo>
                    <a:pt x="5023" y="1010"/>
                    <a:pt x="4963" y="1086"/>
                    <a:pt x="4794" y="1086"/>
                  </a:cubicBezTo>
                  <a:cubicBezTo>
                    <a:pt x="4714" y="1086"/>
                    <a:pt x="4610" y="1069"/>
                    <a:pt x="4441" y="1038"/>
                  </a:cubicBezTo>
                  <a:lnTo>
                    <a:pt x="4167" y="336"/>
                  </a:lnTo>
                  <a:cubicBezTo>
                    <a:pt x="4095" y="127"/>
                    <a:pt x="3904"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63"/>
            <p:cNvSpPr/>
            <p:nvPr/>
          </p:nvSpPr>
          <p:spPr>
            <a:xfrm>
              <a:off x="5466263" y="3032979"/>
              <a:ext cx="127101" cy="146214"/>
            </a:xfrm>
            <a:custGeom>
              <a:avLst/>
              <a:gdLst/>
              <a:ahLst/>
              <a:cxnLst/>
              <a:rect l="l" t="t" r="r" b="b"/>
              <a:pathLst>
                <a:path w="3990" h="4590" extrusionOk="0">
                  <a:moveTo>
                    <a:pt x="2681" y="1"/>
                  </a:moveTo>
                  <a:cubicBezTo>
                    <a:pt x="2422" y="1"/>
                    <a:pt x="2181" y="137"/>
                    <a:pt x="2120" y="428"/>
                  </a:cubicBezTo>
                  <a:cubicBezTo>
                    <a:pt x="2036" y="773"/>
                    <a:pt x="1941" y="1095"/>
                    <a:pt x="1786" y="1392"/>
                  </a:cubicBezTo>
                  <a:cubicBezTo>
                    <a:pt x="1739" y="1476"/>
                    <a:pt x="1786" y="1571"/>
                    <a:pt x="1858" y="1619"/>
                  </a:cubicBezTo>
                  <a:cubicBezTo>
                    <a:pt x="1881" y="1632"/>
                    <a:pt x="1905" y="1638"/>
                    <a:pt x="1929" y="1638"/>
                  </a:cubicBezTo>
                  <a:cubicBezTo>
                    <a:pt x="1991" y="1638"/>
                    <a:pt x="2050" y="1599"/>
                    <a:pt x="2084" y="1547"/>
                  </a:cubicBezTo>
                  <a:cubicBezTo>
                    <a:pt x="2251" y="1214"/>
                    <a:pt x="2358" y="880"/>
                    <a:pt x="2441" y="499"/>
                  </a:cubicBezTo>
                  <a:cubicBezTo>
                    <a:pt x="2466" y="387"/>
                    <a:pt x="2563" y="336"/>
                    <a:pt x="2676" y="336"/>
                  </a:cubicBezTo>
                  <a:cubicBezTo>
                    <a:pt x="2836" y="336"/>
                    <a:pt x="3028" y="439"/>
                    <a:pt x="3084" y="607"/>
                  </a:cubicBezTo>
                  <a:cubicBezTo>
                    <a:pt x="3287" y="1214"/>
                    <a:pt x="3632" y="2214"/>
                    <a:pt x="3072" y="3095"/>
                  </a:cubicBezTo>
                  <a:cubicBezTo>
                    <a:pt x="2512" y="3947"/>
                    <a:pt x="1615" y="4265"/>
                    <a:pt x="1007" y="4265"/>
                  </a:cubicBezTo>
                  <a:cubicBezTo>
                    <a:pt x="672" y="4265"/>
                    <a:pt x="425" y="4168"/>
                    <a:pt x="370" y="4012"/>
                  </a:cubicBezTo>
                  <a:cubicBezTo>
                    <a:pt x="334" y="3881"/>
                    <a:pt x="417" y="3678"/>
                    <a:pt x="643" y="3440"/>
                  </a:cubicBezTo>
                  <a:cubicBezTo>
                    <a:pt x="1060" y="2964"/>
                    <a:pt x="1405" y="2583"/>
                    <a:pt x="1679" y="2190"/>
                  </a:cubicBezTo>
                  <a:cubicBezTo>
                    <a:pt x="1739" y="2107"/>
                    <a:pt x="1715" y="2012"/>
                    <a:pt x="1644" y="1964"/>
                  </a:cubicBezTo>
                  <a:cubicBezTo>
                    <a:pt x="1611" y="1946"/>
                    <a:pt x="1576" y="1936"/>
                    <a:pt x="1542" y="1936"/>
                  </a:cubicBezTo>
                  <a:cubicBezTo>
                    <a:pt x="1488" y="1936"/>
                    <a:pt x="1439" y="1960"/>
                    <a:pt x="1417" y="2012"/>
                  </a:cubicBezTo>
                  <a:cubicBezTo>
                    <a:pt x="1143" y="2393"/>
                    <a:pt x="810" y="2762"/>
                    <a:pt x="405" y="3202"/>
                  </a:cubicBezTo>
                  <a:cubicBezTo>
                    <a:pt x="0" y="3607"/>
                    <a:pt x="0" y="3928"/>
                    <a:pt x="60" y="4119"/>
                  </a:cubicBezTo>
                  <a:cubicBezTo>
                    <a:pt x="171" y="4424"/>
                    <a:pt x="546" y="4589"/>
                    <a:pt x="1019" y="4589"/>
                  </a:cubicBezTo>
                  <a:cubicBezTo>
                    <a:pt x="1763" y="4589"/>
                    <a:pt x="2752" y="4179"/>
                    <a:pt x="3334" y="3262"/>
                  </a:cubicBezTo>
                  <a:cubicBezTo>
                    <a:pt x="3989" y="2250"/>
                    <a:pt x="3608" y="1095"/>
                    <a:pt x="3394" y="488"/>
                  </a:cubicBezTo>
                  <a:cubicBezTo>
                    <a:pt x="3287" y="172"/>
                    <a:pt x="2973" y="1"/>
                    <a:pt x="2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8" name="Google Shape;10148;p63"/>
          <p:cNvGrpSpPr/>
          <p:nvPr/>
        </p:nvGrpSpPr>
        <p:grpSpPr>
          <a:xfrm>
            <a:off x="2199565" y="2240172"/>
            <a:ext cx="312179" cy="353431"/>
            <a:chOff x="2199565" y="2421172"/>
            <a:chExt cx="312179" cy="353431"/>
          </a:xfrm>
        </p:grpSpPr>
        <p:sp>
          <p:nvSpPr>
            <p:cNvPr id="10149" name="Google Shape;10149;p63"/>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63"/>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1" name="Google Shape;10151;p63"/>
          <p:cNvGrpSpPr/>
          <p:nvPr/>
        </p:nvGrpSpPr>
        <p:grpSpPr>
          <a:xfrm>
            <a:off x="1750887" y="2244727"/>
            <a:ext cx="320143" cy="343269"/>
            <a:chOff x="1750887" y="2425727"/>
            <a:chExt cx="320143" cy="343269"/>
          </a:xfrm>
        </p:grpSpPr>
        <p:sp>
          <p:nvSpPr>
            <p:cNvPr id="10152" name="Google Shape;10152;p63"/>
            <p:cNvSpPr/>
            <p:nvPr/>
          </p:nvSpPr>
          <p:spPr>
            <a:xfrm>
              <a:off x="1750887" y="2425727"/>
              <a:ext cx="320143" cy="289052"/>
            </a:xfrm>
            <a:custGeom>
              <a:avLst/>
              <a:gdLst/>
              <a:ahLst/>
              <a:cxnLst/>
              <a:rect l="l" t="t" r="r" b="b"/>
              <a:pathLst>
                <a:path w="10050" h="9074" extrusionOk="0">
                  <a:moveTo>
                    <a:pt x="1668" y="322"/>
                  </a:moveTo>
                  <a:cubicBezTo>
                    <a:pt x="1834" y="322"/>
                    <a:pt x="1953" y="453"/>
                    <a:pt x="1953" y="608"/>
                  </a:cubicBezTo>
                  <a:lnTo>
                    <a:pt x="1953" y="1275"/>
                  </a:lnTo>
                  <a:cubicBezTo>
                    <a:pt x="1953" y="1441"/>
                    <a:pt x="1811" y="1560"/>
                    <a:pt x="1668" y="1560"/>
                  </a:cubicBezTo>
                  <a:cubicBezTo>
                    <a:pt x="1513" y="1560"/>
                    <a:pt x="1382" y="1429"/>
                    <a:pt x="1382" y="1275"/>
                  </a:cubicBezTo>
                  <a:lnTo>
                    <a:pt x="1382" y="929"/>
                  </a:lnTo>
                  <a:lnTo>
                    <a:pt x="1382" y="608"/>
                  </a:lnTo>
                  <a:cubicBezTo>
                    <a:pt x="1370" y="453"/>
                    <a:pt x="1501" y="322"/>
                    <a:pt x="1668" y="322"/>
                  </a:cubicBezTo>
                  <a:close/>
                  <a:moveTo>
                    <a:pt x="3918" y="322"/>
                  </a:moveTo>
                  <a:cubicBezTo>
                    <a:pt x="4061" y="322"/>
                    <a:pt x="4192" y="453"/>
                    <a:pt x="4192" y="608"/>
                  </a:cubicBezTo>
                  <a:lnTo>
                    <a:pt x="4192" y="1275"/>
                  </a:lnTo>
                  <a:cubicBezTo>
                    <a:pt x="4192" y="1441"/>
                    <a:pt x="4061" y="1560"/>
                    <a:pt x="3918" y="1560"/>
                  </a:cubicBezTo>
                  <a:cubicBezTo>
                    <a:pt x="3763" y="1560"/>
                    <a:pt x="3632" y="1429"/>
                    <a:pt x="3632" y="1275"/>
                  </a:cubicBezTo>
                  <a:lnTo>
                    <a:pt x="3632" y="608"/>
                  </a:lnTo>
                  <a:cubicBezTo>
                    <a:pt x="3632" y="441"/>
                    <a:pt x="3763" y="322"/>
                    <a:pt x="3918" y="322"/>
                  </a:cubicBezTo>
                  <a:close/>
                  <a:moveTo>
                    <a:pt x="6180" y="322"/>
                  </a:moveTo>
                  <a:cubicBezTo>
                    <a:pt x="6323" y="322"/>
                    <a:pt x="6454" y="453"/>
                    <a:pt x="6454" y="608"/>
                  </a:cubicBezTo>
                  <a:lnTo>
                    <a:pt x="6454" y="1275"/>
                  </a:lnTo>
                  <a:cubicBezTo>
                    <a:pt x="6454" y="1441"/>
                    <a:pt x="6323" y="1560"/>
                    <a:pt x="6180" y="1560"/>
                  </a:cubicBezTo>
                  <a:cubicBezTo>
                    <a:pt x="6025" y="1560"/>
                    <a:pt x="5894" y="1429"/>
                    <a:pt x="5894" y="1275"/>
                  </a:cubicBezTo>
                  <a:lnTo>
                    <a:pt x="5894" y="608"/>
                  </a:lnTo>
                  <a:cubicBezTo>
                    <a:pt x="5894" y="441"/>
                    <a:pt x="6025" y="322"/>
                    <a:pt x="6180" y="322"/>
                  </a:cubicBezTo>
                  <a:close/>
                  <a:moveTo>
                    <a:pt x="8419" y="322"/>
                  </a:moveTo>
                  <a:cubicBezTo>
                    <a:pt x="8573" y="322"/>
                    <a:pt x="8704" y="453"/>
                    <a:pt x="8704" y="608"/>
                  </a:cubicBezTo>
                  <a:lnTo>
                    <a:pt x="8704" y="929"/>
                  </a:lnTo>
                  <a:lnTo>
                    <a:pt x="8704" y="1275"/>
                  </a:lnTo>
                  <a:cubicBezTo>
                    <a:pt x="8704" y="1441"/>
                    <a:pt x="8573" y="1560"/>
                    <a:pt x="8419" y="1560"/>
                  </a:cubicBezTo>
                  <a:cubicBezTo>
                    <a:pt x="8276" y="1560"/>
                    <a:pt x="8145" y="1429"/>
                    <a:pt x="8145" y="1275"/>
                  </a:cubicBezTo>
                  <a:lnTo>
                    <a:pt x="8145" y="608"/>
                  </a:lnTo>
                  <a:cubicBezTo>
                    <a:pt x="8145" y="441"/>
                    <a:pt x="8276" y="322"/>
                    <a:pt x="8419" y="322"/>
                  </a:cubicBezTo>
                  <a:close/>
                  <a:moveTo>
                    <a:pt x="9526" y="1096"/>
                  </a:moveTo>
                  <a:cubicBezTo>
                    <a:pt x="9669" y="1096"/>
                    <a:pt x="9788" y="1215"/>
                    <a:pt x="9788" y="1370"/>
                  </a:cubicBezTo>
                  <a:lnTo>
                    <a:pt x="9788" y="2525"/>
                  </a:lnTo>
                  <a:lnTo>
                    <a:pt x="370" y="2525"/>
                  </a:lnTo>
                  <a:lnTo>
                    <a:pt x="370" y="1370"/>
                  </a:lnTo>
                  <a:cubicBezTo>
                    <a:pt x="370" y="1215"/>
                    <a:pt x="489" y="1096"/>
                    <a:pt x="644" y="1096"/>
                  </a:cubicBezTo>
                  <a:lnTo>
                    <a:pt x="1060" y="1096"/>
                  </a:lnTo>
                  <a:lnTo>
                    <a:pt x="1060" y="1275"/>
                  </a:lnTo>
                  <a:cubicBezTo>
                    <a:pt x="1060" y="1596"/>
                    <a:pt x="1322" y="1882"/>
                    <a:pt x="1668" y="1882"/>
                  </a:cubicBezTo>
                  <a:cubicBezTo>
                    <a:pt x="1989" y="1882"/>
                    <a:pt x="2275" y="1620"/>
                    <a:pt x="2275" y="1275"/>
                  </a:cubicBezTo>
                  <a:lnTo>
                    <a:pt x="2275" y="1096"/>
                  </a:lnTo>
                  <a:lnTo>
                    <a:pt x="3335" y="1096"/>
                  </a:lnTo>
                  <a:lnTo>
                    <a:pt x="3335" y="1275"/>
                  </a:lnTo>
                  <a:cubicBezTo>
                    <a:pt x="3335" y="1596"/>
                    <a:pt x="3597" y="1882"/>
                    <a:pt x="3942" y="1882"/>
                  </a:cubicBezTo>
                  <a:cubicBezTo>
                    <a:pt x="4287" y="1882"/>
                    <a:pt x="4549" y="1620"/>
                    <a:pt x="4549" y="1275"/>
                  </a:cubicBezTo>
                  <a:lnTo>
                    <a:pt x="4549" y="1096"/>
                  </a:lnTo>
                  <a:lnTo>
                    <a:pt x="5609" y="1096"/>
                  </a:lnTo>
                  <a:lnTo>
                    <a:pt x="5609" y="1275"/>
                  </a:lnTo>
                  <a:cubicBezTo>
                    <a:pt x="5609" y="1596"/>
                    <a:pt x="5883" y="1882"/>
                    <a:pt x="6216" y="1882"/>
                  </a:cubicBezTo>
                  <a:cubicBezTo>
                    <a:pt x="6561" y="1882"/>
                    <a:pt x="6835" y="1620"/>
                    <a:pt x="6835" y="1275"/>
                  </a:cubicBezTo>
                  <a:lnTo>
                    <a:pt x="6835" y="1096"/>
                  </a:lnTo>
                  <a:lnTo>
                    <a:pt x="7883" y="1096"/>
                  </a:lnTo>
                  <a:lnTo>
                    <a:pt x="7883" y="1275"/>
                  </a:lnTo>
                  <a:cubicBezTo>
                    <a:pt x="7883" y="1596"/>
                    <a:pt x="8157" y="1882"/>
                    <a:pt x="8502" y="1882"/>
                  </a:cubicBezTo>
                  <a:cubicBezTo>
                    <a:pt x="8823" y="1882"/>
                    <a:pt x="9109" y="1620"/>
                    <a:pt x="9109" y="1275"/>
                  </a:cubicBezTo>
                  <a:lnTo>
                    <a:pt x="9109" y="1096"/>
                  </a:lnTo>
                  <a:close/>
                  <a:moveTo>
                    <a:pt x="1608" y="1"/>
                  </a:moveTo>
                  <a:cubicBezTo>
                    <a:pt x="1275" y="1"/>
                    <a:pt x="989" y="262"/>
                    <a:pt x="989" y="608"/>
                  </a:cubicBezTo>
                  <a:lnTo>
                    <a:pt x="989" y="786"/>
                  </a:lnTo>
                  <a:lnTo>
                    <a:pt x="572" y="786"/>
                  </a:lnTo>
                  <a:cubicBezTo>
                    <a:pt x="251" y="786"/>
                    <a:pt x="1" y="1048"/>
                    <a:pt x="1" y="1370"/>
                  </a:cubicBezTo>
                  <a:lnTo>
                    <a:pt x="1" y="3584"/>
                  </a:lnTo>
                  <a:cubicBezTo>
                    <a:pt x="1" y="3668"/>
                    <a:pt x="72" y="3751"/>
                    <a:pt x="156" y="3751"/>
                  </a:cubicBezTo>
                  <a:cubicBezTo>
                    <a:pt x="251" y="3751"/>
                    <a:pt x="322" y="3668"/>
                    <a:pt x="322" y="3584"/>
                  </a:cubicBezTo>
                  <a:lnTo>
                    <a:pt x="322" y="2834"/>
                  </a:lnTo>
                  <a:lnTo>
                    <a:pt x="9681" y="2834"/>
                  </a:lnTo>
                  <a:lnTo>
                    <a:pt x="9681" y="8906"/>
                  </a:lnTo>
                  <a:cubicBezTo>
                    <a:pt x="9681" y="9002"/>
                    <a:pt x="9764" y="9073"/>
                    <a:pt x="9847" y="9073"/>
                  </a:cubicBezTo>
                  <a:cubicBezTo>
                    <a:pt x="9943" y="9073"/>
                    <a:pt x="10014" y="9002"/>
                    <a:pt x="10014" y="8906"/>
                  </a:cubicBezTo>
                  <a:lnTo>
                    <a:pt x="10014" y="1346"/>
                  </a:lnTo>
                  <a:cubicBezTo>
                    <a:pt x="10050" y="1036"/>
                    <a:pt x="9776" y="786"/>
                    <a:pt x="9466" y="786"/>
                  </a:cubicBezTo>
                  <a:lnTo>
                    <a:pt x="9050" y="786"/>
                  </a:lnTo>
                  <a:lnTo>
                    <a:pt x="9050" y="608"/>
                  </a:lnTo>
                  <a:cubicBezTo>
                    <a:pt x="9050" y="274"/>
                    <a:pt x="8776" y="1"/>
                    <a:pt x="8430" y="1"/>
                  </a:cubicBezTo>
                  <a:cubicBezTo>
                    <a:pt x="8109" y="1"/>
                    <a:pt x="7823" y="262"/>
                    <a:pt x="7823" y="608"/>
                  </a:cubicBezTo>
                  <a:lnTo>
                    <a:pt x="7823" y="786"/>
                  </a:lnTo>
                  <a:lnTo>
                    <a:pt x="6764" y="786"/>
                  </a:lnTo>
                  <a:lnTo>
                    <a:pt x="6764" y="608"/>
                  </a:lnTo>
                  <a:cubicBezTo>
                    <a:pt x="6764" y="274"/>
                    <a:pt x="6502" y="1"/>
                    <a:pt x="6156" y="1"/>
                  </a:cubicBezTo>
                  <a:cubicBezTo>
                    <a:pt x="5811" y="1"/>
                    <a:pt x="5549" y="262"/>
                    <a:pt x="5549" y="608"/>
                  </a:cubicBezTo>
                  <a:lnTo>
                    <a:pt x="5549" y="786"/>
                  </a:lnTo>
                  <a:lnTo>
                    <a:pt x="4489" y="786"/>
                  </a:lnTo>
                  <a:lnTo>
                    <a:pt x="4489" y="608"/>
                  </a:lnTo>
                  <a:cubicBezTo>
                    <a:pt x="4489" y="274"/>
                    <a:pt x="4228" y="1"/>
                    <a:pt x="3882" y="1"/>
                  </a:cubicBezTo>
                  <a:cubicBezTo>
                    <a:pt x="3549" y="1"/>
                    <a:pt x="3275" y="262"/>
                    <a:pt x="3275" y="608"/>
                  </a:cubicBezTo>
                  <a:lnTo>
                    <a:pt x="3275" y="786"/>
                  </a:lnTo>
                  <a:lnTo>
                    <a:pt x="2215" y="786"/>
                  </a:lnTo>
                  <a:lnTo>
                    <a:pt x="2215" y="608"/>
                  </a:lnTo>
                  <a:cubicBezTo>
                    <a:pt x="2215" y="274"/>
                    <a:pt x="1942"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63"/>
            <p:cNvSpPr/>
            <p:nvPr/>
          </p:nvSpPr>
          <p:spPr>
            <a:xfrm>
              <a:off x="1751652" y="2558467"/>
              <a:ext cx="319378" cy="210530"/>
            </a:xfrm>
            <a:custGeom>
              <a:avLst/>
              <a:gdLst/>
              <a:ahLst/>
              <a:cxnLst/>
              <a:rect l="l" t="t" r="r" b="b"/>
              <a:pathLst>
                <a:path w="10026" h="6609" extrusionOk="0">
                  <a:moveTo>
                    <a:pt x="167" y="1"/>
                  </a:moveTo>
                  <a:cubicBezTo>
                    <a:pt x="72" y="1"/>
                    <a:pt x="1" y="72"/>
                    <a:pt x="1" y="156"/>
                  </a:cubicBezTo>
                  <a:lnTo>
                    <a:pt x="1" y="6025"/>
                  </a:lnTo>
                  <a:cubicBezTo>
                    <a:pt x="1" y="6347"/>
                    <a:pt x="274" y="6609"/>
                    <a:pt x="584" y="6609"/>
                  </a:cubicBezTo>
                  <a:lnTo>
                    <a:pt x="9407" y="6609"/>
                  </a:lnTo>
                  <a:cubicBezTo>
                    <a:pt x="9740" y="6609"/>
                    <a:pt x="9990" y="6335"/>
                    <a:pt x="9990" y="6025"/>
                  </a:cubicBezTo>
                  <a:lnTo>
                    <a:pt x="9990" y="5501"/>
                  </a:lnTo>
                  <a:cubicBezTo>
                    <a:pt x="10026" y="5418"/>
                    <a:pt x="9942" y="5335"/>
                    <a:pt x="9859" y="5335"/>
                  </a:cubicBezTo>
                  <a:cubicBezTo>
                    <a:pt x="9764" y="5335"/>
                    <a:pt x="9692" y="5418"/>
                    <a:pt x="9692" y="5501"/>
                  </a:cubicBezTo>
                  <a:lnTo>
                    <a:pt x="9692" y="6025"/>
                  </a:lnTo>
                  <a:cubicBezTo>
                    <a:pt x="9692" y="6168"/>
                    <a:pt x="9573" y="6287"/>
                    <a:pt x="9430" y="6287"/>
                  </a:cubicBezTo>
                  <a:lnTo>
                    <a:pt x="596" y="6287"/>
                  </a:lnTo>
                  <a:cubicBezTo>
                    <a:pt x="453" y="6287"/>
                    <a:pt x="334" y="6168"/>
                    <a:pt x="334" y="6025"/>
                  </a:cubicBezTo>
                  <a:lnTo>
                    <a:pt x="334" y="156"/>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4" name="Google Shape;10154;p63"/>
          <p:cNvGrpSpPr/>
          <p:nvPr/>
        </p:nvGrpSpPr>
        <p:grpSpPr>
          <a:xfrm>
            <a:off x="1298037" y="2244727"/>
            <a:ext cx="338364" cy="342887"/>
            <a:chOff x="1298037" y="2425727"/>
            <a:chExt cx="338364" cy="342887"/>
          </a:xfrm>
        </p:grpSpPr>
        <p:sp>
          <p:nvSpPr>
            <p:cNvPr id="10155" name="Google Shape;10155;p63"/>
            <p:cNvSpPr/>
            <p:nvPr/>
          </p:nvSpPr>
          <p:spPr>
            <a:xfrm>
              <a:off x="1339384" y="2471631"/>
              <a:ext cx="256050" cy="136180"/>
            </a:xfrm>
            <a:custGeom>
              <a:avLst/>
              <a:gdLst/>
              <a:ahLst/>
              <a:cxnLst/>
              <a:rect l="l" t="t" r="r" b="b"/>
              <a:pathLst>
                <a:path w="8038" h="4275" extrusionOk="0">
                  <a:moveTo>
                    <a:pt x="7704" y="1477"/>
                  </a:moveTo>
                  <a:lnTo>
                    <a:pt x="7704" y="3501"/>
                  </a:lnTo>
                  <a:cubicBezTo>
                    <a:pt x="7704" y="3751"/>
                    <a:pt x="7513" y="3941"/>
                    <a:pt x="7263" y="3941"/>
                  </a:cubicBezTo>
                  <a:lnTo>
                    <a:pt x="774" y="3941"/>
                  </a:lnTo>
                  <a:cubicBezTo>
                    <a:pt x="524" y="3941"/>
                    <a:pt x="322" y="3751"/>
                    <a:pt x="322" y="3501"/>
                  </a:cubicBezTo>
                  <a:lnTo>
                    <a:pt x="322" y="1477"/>
                  </a:lnTo>
                  <a:close/>
                  <a:moveTo>
                    <a:pt x="774" y="0"/>
                  </a:moveTo>
                  <a:cubicBezTo>
                    <a:pt x="346" y="0"/>
                    <a:pt x="1" y="345"/>
                    <a:pt x="1" y="774"/>
                  </a:cubicBezTo>
                  <a:lnTo>
                    <a:pt x="1" y="3501"/>
                  </a:lnTo>
                  <a:cubicBezTo>
                    <a:pt x="1" y="3929"/>
                    <a:pt x="346" y="4275"/>
                    <a:pt x="774" y="4275"/>
                  </a:cubicBezTo>
                  <a:lnTo>
                    <a:pt x="7263" y="4275"/>
                  </a:lnTo>
                  <a:cubicBezTo>
                    <a:pt x="7692" y="4275"/>
                    <a:pt x="8037" y="3929"/>
                    <a:pt x="8037" y="3501"/>
                  </a:cubicBezTo>
                  <a:lnTo>
                    <a:pt x="8037" y="774"/>
                  </a:lnTo>
                  <a:cubicBezTo>
                    <a:pt x="8025" y="345"/>
                    <a:pt x="7680" y="0"/>
                    <a:pt x="7263" y="0"/>
                  </a:cubicBezTo>
                  <a:lnTo>
                    <a:pt x="5787" y="0"/>
                  </a:lnTo>
                  <a:cubicBezTo>
                    <a:pt x="5704" y="0"/>
                    <a:pt x="5620" y="72"/>
                    <a:pt x="5620" y="167"/>
                  </a:cubicBezTo>
                  <a:cubicBezTo>
                    <a:pt x="5620" y="250"/>
                    <a:pt x="5704" y="322"/>
                    <a:pt x="5787" y="322"/>
                  </a:cubicBezTo>
                  <a:lnTo>
                    <a:pt x="7263" y="322"/>
                  </a:lnTo>
                  <a:cubicBezTo>
                    <a:pt x="7513" y="322"/>
                    <a:pt x="7704" y="524"/>
                    <a:pt x="7704" y="774"/>
                  </a:cubicBezTo>
                  <a:lnTo>
                    <a:pt x="7704" y="1155"/>
                  </a:lnTo>
                  <a:lnTo>
                    <a:pt x="322" y="1155"/>
                  </a:lnTo>
                  <a:lnTo>
                    <a:pt x="322" y="774"/>
                  </a:lnTo>
                  <a:cubicBezTo>
                    <a:pt x="322" y="524"/>
                    <a:pt x="524" y="322"/>
                    <a:pt x="774" y="322"/>
                  </a:cubicBezTo>
                  <a:lnTo>
                    <a:pt x="5049" y="322"/>
                  </a:lnTo>
                  <a:cubicBezTo>
                    <a:pt x="5132" y="322"/>
                    <a:pt x="5204" y="250"/>
                    <a:pt x="5204" y="167"/>
                  </a:cubicBezTo>
                  <a:cubicBezTo>
                    <a:pt x="5204" y="72"/>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63"/>
            <p:cNvSpPr/>
            <p:nvPr/>
          </p:nvSpPr>
          <p:spPr>
            <a:xfrm>
              <a:off x="1341646" y="2618036"/>
              <a:ext cx="50490" cy="50458"/>
            </a:xfrm>
            <a:custGeom>
              <a:avLst/>
              <a:gdLst/>
              <a:ahLst/>
              <a:cxnLst/>
              <a:rect l="l" t="t" r="r" b="b"/>
              <a:pathLst>
                <a:path w="1585" h="1584" extrusionOk="0">
                  <a:moveTo>
                    <a:pt x="787" y="321"/>
                  </a:moveTo>
                  <a:cubicBezTo>
                    <a:pt x="1049" y="321"/>
                    <a:pt x="1251" y="536"/>
                    <a:pt x="1251" y="786"/>
                  </a:cubicBezTo>
                  <a:cubicBezTo>
                    <a:pt x="1251" y="1048"/>
                    <a:pt x="1049" y="1250"/>
                    <a:pt x="787" y="1250"/>
                  </a:cubicBezTo>
                  <a:cubicBezTo>
                    <a:pt x="537" y="1250"/>
                    <a:pt x="334" y="1048"/>
                    <a:pt x="334" y="786"/>
                  </a:cubicBezTo>
                  <a:cubicBezTo>
                    <a:pt x="334" y="536"/>
                    <a:pt x="537" y="321"/>
                    <a:pt x="787" y="321"/>
                  </a:cubicBezTo>
                  <a:close/>
                  <a:moveTo>
                    <a:pt x="787" y="0"/>
                  </a:moveTo>
                  <a:cubicBezTo>
                    <a:pt x="358" y="0"/>
                    <a:pt x="1" y="357"/>
                    <a:pt x="1" y="786"/>
                  </a:cubicBezTo>
                  <a:cubicBezTo>
                    <a:pt x="1" y="1226"/>
                    <a:pt x="358" y="1584"/>
                    <a:pt x="787" y="1584"/>
                  </a:cubicBezTo>
                  <a:cubicBezTo>
                    <a:pt x="1227" y="1584"/>
                    <a:pt x="1585" y="1226"/>
                    <a:pt x="1585" y="786"/>
                  </a:cubicBezTo>
                  <a:cubicBezTo>
                    <a:pt x="1585" y="357"/>
                    <a:pt x="1227"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63"/>
            <p:cNvSpPr/>
            <p:nvPr/>
          </p:nvSpPr>
          <p:spPr>
            <a:xfrm>
              <a:off x="1542301" y="2618036"/>
              <a:ext cx="50076" cy="50458"/>
            </a:xfrm>
            <a:custGeom>
              <a:avLst/>
              <a:gdLst/>
              <a:ahLst/>
              <a:cxnLst/>
              <a:rect l="l" t="t" r="r" b="b"/>
              <a:pathLst>
                <a:path w="1572" h="1584" extrusionOk="0">
                  <a:moveTo>
                    <a:pt x="786" y="321"/>
                  </a:moveTo>
                  <a:cubicBezTo>
                    <a:pt x="1036" y="321"/>
                    <a:pt x="1251" y="536"/>
                    <a:pt x="1251" y="786"/>
                  </a:cubicBezTo>
                  <a:cubicBezTo>
                    <a:pt x="1251" y="1048"/>
                    <a:pt x="1036" y="1250"/>
                    <a:pt x="786" y="1250"/>
                  </a:cubicBezTo>
                  <a:cubicBezTo>
                    <a:pt x="536" y="1250"/>
                    <a:pt x="322" y="1048"/>
                    <a:pt x="322" y="786"/>
                  </a:cubicBezTo>
                  <a:cubicBezTo>
                    <a:pt x="322" y="536"/>
                    <a:pt x="536" y="321"/>
                    <a:pt x="786" y="321"/>
                  </a:cubicBezTo>
                  <a:close/>
                  <a:moveTo>
                    <a:pt x="786" y="0"/>
                  </a:moveTo>
                  <a:cubicBezTo>
                    <a:pt x="358" y="0"/>
                    <a:pt x="0" y="357"/>
                    <a:pt x="0" y="786"/>
                  </a:cubicBezTo>
                  <a:cubicBezTo>
                    <a:pt x="0" y="1226"/>
                    <a:pt x="358" y="1584"/>
                    <a:pt x="786" y="1584"/>
                  </a:cubicBezTo>
                  <a:cubicBezTo>
                    <a:pt x="1215" y="1584"/>
                    <a:pt x="1572" y="1226"/>
                    <a:pt x="1572" y="786"/>
                  </a:cubicBezTo>
                  <a:cubicBezTo>
                    <a:pt x="1572" y="357"/>
                    <a:pt x="1215"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63"/>
            <p:cNvSpPr/>
            <p:nvPr/>
          </p:nvSpPr>
          <p:spPr>
            <a:xfrm>
              <a:off x="1298037" y="2425727"/>
              <a:ext cx="338364" cy="342887"/>
            </a:xfrm>
            <a:custGeom>
              <a:avLst/>
              <a:gdLst/>
              <a:ahLst/>
              <a:cxnLst/>
              <a:rect l="l" t="t" r="r" b="b"/>
              <a:pathLst>
                <a:path w="10622" h="10764" extrusionOk="0">
                  <a:moveTo>
                    <a:pt x="715" y="2525"/>
                  </a:moveTo>
                  <a:lnTo>
                    <a:pt x="715" y="4644"/>
                  </a:lnTo>
                  <a:lnTo>
                    <a:pt x="560" y="4644"/>
                  </a:lnTo>
                  <a:lnTo>
                    <a:pt x="560" y="4656"/>
                  </a:lnTo>
                  <a:cubicBezTo>
                    <a:pt x="429" y="4656"/>
                    <a:pt x="322" y="4549"/>
                    <a:pt x="322" y="4418"/>
                  </a:cubicBezTo>
                  <a:lnTo>
                    <a:pt x="322" y="2763"/>
                  </a:lnTo>
                  <a:cubicBezTo>
                    <a:pt x="322" y="2632"/>
                    <a:pt x="429" y="2525"/>
                    <a:pt x="560" y="2525"/>
                  </a:cubicBezTo>
                  <a:close/>
                  <a:moveTo>
                    <a:pt x="10050" y="2537"/>
                  </a:moveTo>
                  <a:cubicBezTo>
                    <a:pt x="10181" y="2537"/>
                    <a:pt x="10288" y="2644"/>
                    <a:pt x="10288" y="2775"/>
                  </a:cubicBezTo>
                  <a:lnTo>
                    <a:pt x="10288" y="4418"/>
                  </a:lnTo>
                  <a:cubicBezTo>
                    <a:pt x="10288" y="4549"/>
                    <a:pt x="10181" y="4656"/>
                    <a:pt x="10050" y="4656"/>
                  </a:cubicBezTo>
                  <a:lnTo>
                    <a:pt x="9895" y="4656"/>
                  </a:lnTo>
                  <a:lnTo>
                    <a:pt x="9895" y="2537"/>
                  </a:lnTo>
                  <a:close/>
                  <a:moveTo>
                    <a:pt x="6418" y="6263"/>
                  </a:moveTo>
                  <a:cubicBezTo>
                    <a:pt x="6680" y="6263"/>
                    <a:pt x="6906" y="6489"/>
                    <a:pt x="6906" y="6751"/>
                  </a:cubicBezTo>
                  <a:lnTo>
                    <a:pt x="6906" y="7930"/>
                  </a:lnTo>
                  <a:lnTo>
                    <a:pt x="3727" y="7930"/>
                  </a:lnTo>
                  <a:lnTo>
                    <a:pt x="3727" y="6751"/>
                  </a:lnTo>
                  <a:cubicBezTo>
                    <a:pt x="3727" y="6489"/>
                    <a:pt x="3942" y="6263"/>
                    <a:pt x="4216" y="6263"/>
                  </a:cubicBezTo>
                  <a:close/>
                  <a:moveTo>
                    <a:pt x="8347" y="334"/>
                  </a:moveTo>
                  <a:cubicBezTo>
                    <a:pt x="9026" y="334"/>
                    <a:pt x="9561" y="870"/>
                    <a:pt x="9561" y="1536"/>
                  </a:cubicBezTo>
                  <a:lnTo>
                    <a:pt x="9561" y="2382"/>
                  </a:lnTo>
                  <a:lnTo>
                    <a:pt x="9561" y="4811"/>
                  </a:lnTo>
                  <a:lnTo>
                    <a:pt x="9561" y="7930"/>
                  </a:lnTo>
                  <a:lnTo>
                    <a:pt x="7204" y="7930"/>
                  </a:lnTo>
                  <a:lnTo>
                    <a:pt x="7204" y="6751"/>
                  </a:lnTo>
                  <a:cubicBezTo>
                    <a:pt x="7204" y="6299"/>
                    <a:pt x="6847" y="5930"/>
                    <a:pt x="6383" y="5930"/>
                  </a:cubicBezTo>
                  <a:lnTo>
                    <a:pt x="4180" y="5930"/>
                  </a:lnTo>
                  <a:cubicBezTo>
                    <a:pt x="3739" y="5930"/>
                    <a:pt x="3370" y="6287"/>
                    <a:pt x="3370" y="6751"/>
                  </a:cubicBezTo>
                  <a:lnTo>
                    <a:pt x="3370" y="7930"/>
                  </a:lnTo>
                  <a:lnTo>
                    <a:pt x="3215" y="7930"/>
                  </a:lnTo>
                  <a:cubicBezTo>
                    <a:pt x="3120" y="7930"/>
                    <a:pt x="3049" y="8002"/>
                    <a:pt x="3049" y="8085"/>
                  </a:cubicBezTo>
                  <a:cubicBezTo>
                    <a:pt x="3049" y="8180"/>
                    <a:pt x="3120" y="8252"/>
                    <a:pt x="3215" y="8252"/>
                  </a:cubicBezTo>
                  <a:lnTo>
                    <a:pt x="9931" y="8252"/>
                  </a:lnTo>
                  <a:cubicBezTo>
                    <a:pt x="9990" y="8252"/>
                    <a:pt x="10050" y="8299"/>
                    <a:pt x="10050" y="8371"/>
                  </a:cubicBezTo>
                  <a:lnTo>
                    <a:pt x="10050" y="9323"/>
                  </a:lnTo>
                  <a:cubicBezTo>
                    <a:pt x="10050" y="9383"/>
                    <a:pt x="10002" y="9442"/>
                    <a:pt x="9931" y="9442"/>
                  </a:cubicBezTo>
                  <a:lnTo>
                    <a:pt x="763" y="9442"/>
                  </a:lnTo>
                  <a:cubicBezTo>
                    <a:pt x="703" y="9442"/>
                    <a:pt x="644" y="9406"/>
                    <a:pt x="644" y="9323"/>
                  </a:cubicBezTo>
                  <a:lnTo>
                    <a:pt x="644" y="8371"/>
                  </a:lnTo>
                  <a:cubicBezTo>
                    <a:pt x="644" y="8311"/>
                    <a:pt x="691" y="8252"/>
                    <a:pt x="763" y="8252"/>
                  </a:cubicBezTo>
                  <a:lnTo>
                    <a:pt x="2477" y="8252"/>
                  </a:lnTo>
                  <a:cubicBezTo>
                    <a:pt x="2561" y="8252"/>
                    <a:pt x="2632" y="8180"/>
                    <a:pt x="2632" y="8085"/>
                  </a:cubicBezTo>
                  <a:cubicBezTo>
                    <a:pt x="2632" y="8002"/>
                    <a:pt x="2561" y="7930"/>
                    <a:pt x="2477" y="7930"/>
                  </a:cubicBezTo>
                  <a:lnTo>
                    <a:pt x="1013" y="7930"/>
                  </a:lnTo>
                  <a:lnTo>
                    <a:pt x="1013" y="4811"/>
                  </a:lnTo>
                  <a:lnTo>
                    <a:pt x="1013" y="2382"/>
                  </a:lnTo>
                  <a:lnTo>
                    <a:pt x="1013" y="1536"/>
                  </a:lnTo>
                  <a:cubicBezTo>
                    <a:pt x="1013" y="870"/>
                    <a:pt x="1549" y="334"/>
                    <a:pt x="2215" y="334"/>
                  </a:cubicBezTo>
                  <a:close/>
                  <a:moveTo>
                    <a:pt x="6906" y="9740"/>
                  </a:moveTo>
                  <a:cubicBezTo>
                    <a:pt x="6859" y="9835"/>
                    <a:pt x="6775" y="9883"/>
                    <a:pt x="6668" y="9883"/>
                  </a:cubicBezTo>
                  <a:lnTo>
                    <a:pt x="3930" y="9883"/>
                  </a:lnTo>
                  <a:cubicBezTo>
                    <a:pt x="3823" y="9883"/>
                    <a:pt x="3739" y="9835"/>
                    <a:pt x="3692" y="9740"/>
                  </a:cubicBezTo>
                  <a:close/>
                  <a:moveTo>
                    <a:pt x="2751" y="9764"/>
                  </a:moveTo>
                  <a:lnTo>
                    <a:pt x="2751" y="10311"/>
                  </a:lnTo>
                  <a:cubicBezTo>
                    <a:pt x="2751" y="10383"/>
                    <a:pt x="2692" y="10454"/>
                    <a:pt x="2608" y="10454"/>
                  </a:cubicBezTo>
                  <a:lnTo>
                    <a:pt x="1430" y="10454"/>
                  </a:lnTo>
                  <a:cubicBezTo>
                    <a:pt x="1346" y="10454"/>
                    <a:pt x="1287" y="10383"/>
                    <a:pt x="1287" y="10311"/>
                  </a:cubicBezTo>
                  <a:lnTo>
                    <a:pt x="1287" y="9764"/>
                  </a:lnTo>
                  <a:close/>
                  <a:moveTo>
                    <a:pt x="9442" y="9764"/>
                  </a:moveTo>
                  <a:lnTo>
                    <a:pt x="9442" y="10311"/>
                  </a:lnTo>
                  <a:cubicBezTo>
                    <a:pt x="9442" y="10395"/>
                    <a:pt x="9359" y="10454"/>
                    <a:pt x="9288" y="10454"/>
                  </a:cubicBezTo>
                  <a:lnTo>
                    <a:pt x="8109" y="10454"/>
                  </a:lnTo>
                  <a:cubicBezTo>
                    <a:pt x="8026" y="10454"/>
                    <a:pt x="7966" y="10383"/>
                    <a:pt x="7966" y="10311"/>
                  </a:cubicBezTo>
                  <a:lnTo>
                    <a:pt x="7966" y="9764"/>
                  </a:lnTo>
                  <a:close/>
                  <a:moveTo>
                    <a:pt x="2239" y="1"/>
                  </a:moveTo>
                  <a:cubicBezTo>
                    <a:pt x="1382" y="1"/>
                    <a:pt x="703" y="679"/>
                    <a:pt x="703" y="1525"/>
                  </a:cubicBezTo>
                  <a:lnTo>
                    <a:pt x="703" y="2215"/>
                  </a:lnTo>
                  <a:lnTo>
                    <a:pt x="548" y="2215"/>
                  </a:lnTo>
                  <a:cubicBezTo>
                    <a:pt x="239" y="2215"/>
                    <a:pt x="1" y="2465"/>
                    <a:pt x="1" y="2763"/>
                  </a:cubicBezTo>
                  <a:lnTo>
                    <a:pt x="1" y="4418"/>
                  </a:lnTo>
                  <a:cubicBezTo>
                    <a:pt x="1" y="4727"/>
                    <a:pt x="251" y="4965"/>
                    <a:pt x="548" y="4965"/>
                  </a:cubicBezTo>
                  <a:lnTo>
                    <a:pt x="703" y="4965"/>
                  </a:lnTo>
                  <a:lnTo>
                    <a:pt x="703" y="7930"/>
                  </a:lnTo>
                  <a:cubicBezTo>
                    <a:pt x="489" y="7954"/>
                    <a:pt x="346" y="8133"/>
                    <a:pt x="346" y="8359"/>
                  </a:cubicBezTo>
                  <a:lnTo>
                    <a:pt x="346" y="9311"/>
                  </a:lnTo>
                  <a:cubicBezTo>
                    <a:pt x="346" y="9549"/>
                    <a:pt x="537" y="9740"/>
                    <a:pt x="775" y="9740"/>
                  </a:cubicBezTo>
                  <a:lnTo>
                    <a:pt x="953" y="9740"/>
                  </a:lnTo>
                  <a:lnTo>
                    <a:pt x="953" y="10288"/>
                  </a:lnTo>
                  <a:cubicBezTo>
                    <a:pt x="953" y="10549"/>
                    <a:pt x="1156" y="10764"/>
                    <a:pt x="1430" y="10764"/>
                  </a:cubicBezTo>
                  <a:lnTo>
                    <a:pt x="2608" y="10764"/>
                  </a:lnTo>
                  <a:cubicBezTo>
                    <a:pt x="2858" y="10764"/>
                    <a:pt x="3084" y="10561"/>
                    <a:pt x="3084" y="10299"/>
                  </a:cubicBezTo>
                  <a:lnTo>
                    <a:pt x="3084" y="9740"/>
                  </a:lnTo>
                  <a:lnTo>
                    <a:pt x="3346" y="9740"/>
                  </a:lnTo>
                  <a:cubicBezTo>
                    <a:pt x="3418" y="10002"/>
                    <a:pt x="3668" y="10192"/>
                    <a:pt x="3942" y="10192"/>
                  </a:cubicBezTo>
                  <a:lnTo>
                    <a:pt x="6680" y="10192"/>
                  </a:lnTo>
                  <a:cubicBezTo>
                    <a:pt x="6966" y="10192"/>
                    <a:pt x="7204" y="10002"/>
                    <a:pt x="7275" y="9740"/>
                  </a:cubicBezTo>
                  <a:lnTo>
                    <a:pt x="7645" y="9740"/>
                  </a:lnTo>
                  <a:lnTo>
                    <a:pt x="7645" y="10299"/>
                  </a:lnTo>
                  <a:cubicBezTo>
                    <a:pt x="7645" y="10549"/>
                    <a:pt x="7859" y="10764"/>
                    <a:pt x="8121" y="10764"/>
                  </a:cubicBezTo>
                  <a:lnTo>
                    <a:pt x="9300" y="10764"/>
                  </a:lnTo>
                  <a:cubicBezTo>
                    <a:pt x="9550" y="10764"/>
                    <a:pt x="9776" y="10561"/>
                    <a:pt x="9776" y="10299"/>
                  </a:cubicBezTo>
                  <a:lnTo>
                    <a:pt x="9776" y="9740"/>
                  </a:lnTo>
                  <a:lnTo>
                    <a:pt x="9954" y="9740"/>
                  </a:lnTo>
                  <a:cubicBezTo>
                    <a:pt x="10193" y="9740"/>
                    <a:pt x="10383" y="9549"/>
                    <a:pt x="10383" y="9311"/>
                  </a:cubicBezTo>
                  <a:lnTo>
                    <a:pt x="10383" y="8359"/>
                  </a:lnTo>
                  <a:cubicBezTo>
                    <a:pt x="10383" y="8121"/>
                    <a:pt x="10193" y="7930"/>
                    <a:pt x="9954" y="7930"/>
                  </a:cubicBezTo>
                  <a:lnTo>
                    <a:pt x="9931" y="7930"/>
                  </a:lnTo>
                  <a:lnTo>
                    <a:pt x="9931" y="4965"/>
                  </a:lnTo>
                  <a:lnTo>
                    <a:pt x="10073" y="4965"/>
                  </a:lnTo>
                  <a:cubicBezTo>
                    <a:pt x="10383" y="4965"/>
                    <a:pt x="10621" y="4715"/>
                    <a:pt x="10621" y="4418"/>
                  </a:cubicBezTo>
                  <a:lnTo>
                    <a:pt x="10621" y="2763"/>
                  </a:lnTo>
                  <a:cubicBezTo>
                    <a:pt x="10609" y="2465"/>
                    <a:pt x="10359" y="2215"/>
                    <a:pt x="10050" y="2215"/>
                  </a:cubicBezTo>
                  <a:lnTo>
                    <a:pt x="9895" y="2215"/>
                  </a:lnTo>
                  <a:lnTo>
                    <a:pt x="9895" y="1525"/>
                  </a:lnTo>
                  <a:cubicBezTo>
                    <a:pt x="9895" y="679"/>
                    <a:pt x="9216" y="1"/>
                    <a:pt x="8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59" name="Google Shape;10159;p63"/>
          <p:cNvSpPr/>
          <p:nvPr/>
        </p:nvSpPr>
        <p:spPr>
          <a:xfrm>
            <a:off x="848977" y="2237528"/>
            <a:ext cx="347060" cy="357286"/>
          </a:xfrm>
          <a:custGeom>
            <a:avLst/>
            <a:gdLst/>
            <a:ahLst/>
            <a:cxnLst/>
            <a:rect l="l" t="t" r="r" b="b"/>
            <a:pathLst>
              <a:path w="10895" h="11216" extrusionOk="0">
                <a:moveTo>
                  <a:pt x="5454" y="322"/>
                </a:moveTo>
                <a:cubicBezTo>
                  <a:pt x="5740" y="322"/>
                  <a:pt x="5954" y="548"/>
                  <a:pt x="5954" y="834"/>
                </a:cubicBezTo>
                <a:cubicBezTo>
                  <a:pt x="5954" y="1012"/>
                  <a:pt x="5871" y="1155"/>
                  <a:pt x="5716" y="1250"/>
                </a:cubicBezTo>
                <a:lnTo>
                  <a:pt x="5704" y="1262"/>
                </a:lnTo>
                <a:lnTo>
                  <a:pt x="5692" y="1262"/>
                </a:lnTo>
                <a:cubicBezTo>
                  <a:pt x="5680" y="1262"/>
                  <a:pt x="5680" y="1274"/>
                  <a:pt x="5656" y="1274"/>
                </a:cubicBezTo>
                <a:lnTo>
                  <a:pt x="5644" y="1274"/>
                </a:lnTo>
                <a:cubicBezTo>
                  <a:pt x="5644" y="1274"/>
                  <a:pt x="5632" y="1274"/>
                  <a:pt x="5632" y="1298"/>
                </a:cubicBezTo>
                <a:lnTo>
                  <a:pt x="5621" y="1298"/>
                </a:lnTo>
                <a:cubicBezTo>
                  <a:pt x="5597" y="1298"/>
                  <a:pt x="5597" y="1298"/>
                  <a:pt x="5585" y="1310"/>
                </a:cubicBezTo>
                <a:lnTo>
                  <a:pt x="5263" y="1310"/>
                </a:lnTo>
                <a:cubicBezTo>
                  <a:pt x="5240" y="1310"/>
                  <a:pt x="5240" y="1310"/>
                  <a:pt x="5228" y="1298"/>
                </a:cubicBezTo>
                <a:lnTo>
                  <a:pt x="5216" y="1298"/>
                </a:lnTo>
                <a:cubicBezTo>
                  <a:pt x="5216" y="1298"/>
                  <a:pt x="5204" y="1298"/>
                  <a:pt x="5204" y="1274"/>
                </a:cubicBezTo>
                <a:lnTo>
                  <a:pt x="5180" y="1274"/>
                </a:lnTo>
                <a:cubicBezTo>
                  <a:pt x="5168" y="1274"/>
                  <a:pt x="5168" y="1262"/>
                  <a:pt x="5156" y="1262"/>
                </a:cubicBezTo>
                <a:lnTo>
                  <a:pt x="5144" y="1262"/>
                </a:lnTo>
                <a:cubicBezTo>
                  <a:pt x="5144" y="1262"/>
                  <a:pt x="5120" y="1262"/>
                  <a:pt x="5120" y="1250"/>
                </a:cubicBezTo>
                <a:cubicBezTo>
                  <a:pt x="4989" y="1155"/>
                  <a:pt x="4882" y="1012"/>
                  <a:pt x="4882" y="834"/>
                </a:cubicBezTo>
                <a:cubicBezTo>
                  <a:pt x="4942" y="548"/>
                  <a:pt x="5168" y="322"/>
                  <a:pt x="5454" y="322"/>
                </a:cubicBezTo>
                <a:close/>
                <a:moveTo>
                  <a:pt x="5644" y="1631"/>
                </a:moveTo>
                <a:lnTo>
                  <a:pt x="5644" y="1834"/>
                </a:lnTo>
                <a:lnTo>
                  <a:pt x="5240" y="1834"/>
                </a:lnTo>
                <a:lnTo>
                  <a:pt x="5240" y="1631"/>
                </a:lnTo>
                <a:lnTo>
                  <a:pt x="5263" y="1631"/>
                </a:lnTo>
                <a:cubicBezTo>
                  <a:pt x="5275" y="1631"/>
                  <a:pt x="5287" y="1631"/>
                  <a:pt x="5287" y="1655"/>
                </a:cubicBezTo>
                <a:lnTo>
                  <a:pt x="5632" y="1655"/>
                </a:lnTo>
                <a:cubicBezTo>
                  <a:pt x="5621" y="1631"/>
                  <a:pt x="5632" y="1631"/>
                  <a:pt x="5644" y="1631"/>
                </a:cubicBezTo>
                <a:close/>
                <a:moveTo>
                  <a:pt x="7002" y="2143"/>
                </a:moveTo>
                <a:cubicBezTo>
                  <a:pt x="7418" y="2143"/>
                  <a:pt x="7799" y="2310"/>
                  <a:pt x="8085" y="2584"/>
                </a:cubicBezTo>
                <a:cubicBezTo>
                  <a:pt x="8335" y="2858"/>
                  <a:pt x="8680" y="3001"/>
                  <a:pt x="9050" y="3001"/>
                </a:cubicBezTo>
                <a:lnTo>
                  <a:pt x="10514" y="3001"/>
                </a:lnTo>
                <a:lnTo>
                  <a:pt x="10514" y="3334"/>
                </a:lnTo>
                <a:lnTo>
                  <a:pt x="9050" y="3334"/>
                </a:lnTo>
                <a:lnTo>
                  <a:pt x="9050" y="3346"/>
                </a:lnTo>
                <a:cubicBezTo>
                  <a:pt x="8597" y="3346"/>
                  <a:pt x="8180" y="3167"/>
                  <a:pt x="7859" y="2846"/>
                </a:cubicBezTo>
                <a:cubicBezTo>
                  <a:pt x="7645" y="2608"/>
                  <a:pt x="7323" y="2465"/>
                  <a:pt x="7002" y="2465"/>
                </a:cubicBezTo>
                <a:lnTo>
                  <a:pt x="3942" y="2465"/>
                </a:lnTo>
                <a:cubicBezTo>
                  <a:pt x="3573" y="2465"/>
                  <a:pt x="3227" y="2620"/>
                  <a:pt x="2977" y="2882"/>
                </a:cubicBezTo>
                <a:cubicBezTo>
                  <a:pt x="2715" y="3167"/>
                  <a:pt x="2311" y="3334"/>
                  <a:pt x="1894" y="3334"/>
                </a:cubicBezTo>
                <a:lnTo>
                  <a:pt x="370" y="3334"/>
                </a:lnTo>
                <a:lnTo>
                  <a:pt x="370" y="3001"/>
                </a:lnTo>
                <a:lnTo>
                  <a:pt x="1834" y="3001"/>
                </a:lnTo>
                <a:cubicBezTo>
                  <a:pt x="2203" y="3001"/>
                  <a:pt x="2549" y="2858"/>
                  <a:pt x="2799" y="2584"/>
                </a:cubicBezTo>
                <a:cubicBezTo>
                  <a:pt x="3073" y="2310"/>
                  <a:pt x="3477" y="2143"/>
                  <a:pt x="3894" y="2143"/>
                </a:cubicBezTo>
                <a:close/>
                <a:moveTo>
                  <a:pt x="1525" y="3894"/>
                </a:moveTo>
                <a:lnTo>
                  <a:pt x="2644" y="6382"/>
                </a:lnTo>
                <a:lnTo>
                  <a:pt x="406" y="6382"/>
                </a:lnTo>
                <a:lnTo>
                  <a:pt x="1525" y="3894"/>
                </a:lnTo>
                <a:close/>
                <a:moveTo>
                  <a:pt x="9371" y="3894"/>
                </a:moveTo>
                <a:lnTo>
                  <a:pt x="10478" y="6382"/>
                </a:lnTo>
                <a:lnTo>
                  <a:pt x="8252" y="6382"/>
                </a:lnTo>
                <a:lnTo>
                  <a:pt x="9371" y="3894"/>
                </a:lnTo>
                <a:close/>
                <a:moveTo>
                  <a:pt x="2739" y="6692"/>
                </a:moveTo>
                <a:cubicBezTo>
                  <a:pt x="2727" y="7335"/>
                  <a:pt x="2227" y="7847"/>
                  <a:pt x="1596" y="7847"/>
                </a:cubicBezTo>
                <a:lnTo>
                  <a:pt x="1477" y="7847"/>
                </a:lnTo>
                <a:cubicBezTo>
                  <a:pt x="858" y="7847"/>
                  <a:pt x="334" y="7335"/>
                  <a:pt x="334" y="6692"/>
                </a:cubicBezTo>
                <a:close/>
                <a:moveTo>
                  <a:pt x="10574" y="6692"/>
                </a:moveTo>
                <a:cubicBezTo>
                  <a:pt x="10574" y="7335"/>
                  <a:pt x="10050" y="7847"/>
                  <a:pt x="9431" y="7847"/>
                </a:cubicBezTo>
                <a:lnTo>
                  <a:pt x="9300" y="7847"/>
                </a:lnTo>
                <a:cubicBezTo>
                  <a:pt x="8680" y="7847"/>
                  <a:pt x="8157" y="7335"/>
                  <a:pt x="8157" y="6692"/>
                </a:cubicBezTo>
                <a:close/>
                <a:moveTo>
                  <a:pt x="7645" y="9585"/>
                </a:moveTo>
                <a:cubicBezTo>
                  <a:pt x="7728" y="9585"/>
                  <a:pt x="7811" y="9656"/>
                  <a:pt x="7811" y="9763"/>
                </a:cubicBezTo>
                <a:lnTo>
                  <a:pt x="7811" y="10049"/>
                </a:lnTo>
                <a:lnTo>
                  <a:pt x="4418" y="10049"/>
                </a:lnTo>
                <a:cubicBezTo>
                  <a:pt x="4335" y="10049"/>
                  <a:pt x="4263" y="10121"/>
                  <a:pt x="4263" y="10204"/>
                </a:cubicBezTo>
                <a:cubicBezTo>
                  <a:pt x="4263" y="10299"/>
                  <a:pt x="4335" y="10371"/>
                  <a:pt x="4418" y="10371"/>
                </a:cubicBezTo>
                <a:lnTo>
                  <a:pt x="8407" y="10371"/>
                </a:lnTo>
                <a:cubicBezTo>
                  <a:pt x="8514" y="10371"/>
                  <a:pt x="8585" y="10442"/>
                  <a:pt x="8585" y="10549"/>
                </a:cubicBezTo>
                <a:lnTo>
                  <a:pt x="8585" y="10906"/>
                </a:lnTo>
                <a:lnTo>
                  <a:pt x="2275" y="10906"/>
                </a:lnTo>
                <a:lnTo>
                  <a:pt x="2275" y="10549"/>
                </a:lnTo>
                <a:cubicBezTo>
                  <a:pt x="2275" y="10442"/>
                  <a:pt x="2358" y="10371"/>
                  <a:pt x="2453" y="10371"/>
                </a:cubicBezTo>
                <a:lnTo>
                  <a:pt x="3382" y="10371"/>
                </a:lnTo>
                <a:cubicBezTo>
                  <a:pt x="3465" y="10371"/>
                  <a:pt x="3549" y="10299"/>
                  <a:pt x="3549" y="10204"/>
                </a:cubicBezTo>
                <a:cubicBezTo>
                  <a:pt x="3549" y="10121"/>
                  <a:pt x="3465" y="10049"/>
                  <a:pt x="3382" y="10049"/>
                </a:cubicBezTo>
                <a:lnTo>
                  <a:pt x="3073" y="10049"/>
                </a:lnTo>
                <a:lnTo>
                  <a:pt x="3073" y="9763"/>
                </a:lnTo>
                <a:cubicBezTo>
                  <a:pt x="3073" y="9668"/>
                  <a:pt x="3144" y="9585"/>
                  <a:pt x="3251" y="9585"/>
                </a:cubicBezTo>
                <a:close/>
                <a:moveTo>
                  <a:pt x="5454" y="0"/>
                </a:moveTo>
                <a:cubicBezTo>
                  <a:pt x="4989" y="0"/>
                  <a:pt x="4632" y="369"/>
                  <a:pt x="4632" y="822"/>
                </a:cubicBezTo>
                <a:cubicBezTo>
                  <a:pt x="4632" y="1072"/>
                  <a:pt x="4751" y="1298"/>
                  <a:pt x="4930" y="1453"/>
                </a:cubicBezTo>
                <a:lnTo>
                  <a:pt x="4930" y="1810"/>
                </a:lnTo>
                <a:lnTo>
                  <a:pt x="3894" y="1810"/>
                </a:lnTo>
                <a:cubicBezTo>
                  <a:pt x="3382" y="1810"/>
                  <a:pt x="2906" y="2024"/>
                  <a:pt x="2584" y="2370"/>
                </a:cubicBezTo>
                <a:cubicBezTo>
                  <a:pt x="2382" y="2572"/>
                  <a:pt x="2120" y="2691"/>
                  <a:pt x="1834" y="2691"/>
                </a:cubicBezTo>
                <a:lnTo>
                  <a:pt x="346" y="2691"/>
                </a:lnTo>
                <a:cubicBezTo>
                  <a:pt x="179" y="2691"/>
                  <a:pt x="48" y="2822"/>
                  <a:pt x="48" y="2989"/>
                </a:cubicBezTo>
                <a:lnTo>
                  <a:pt x="48" y="3382"/>
                </a:lnTo>
                <a:cubicBezTo>
                  <a:pt x="48" y="3536"/>
                  <a:pt x="179" y="3679"/>
                  <a:pt x="346" y="3679"/>
                </a:cubicBezTo>
                <a:lnTo>
                  <a:pt x="1263" y="3679"/>
                </a:lnTo>
                <a:lnTo>
                  <a:pt x="1" y="6477"/>
                </a:lnTo>
                <a:lnTo>
                  <a:pt x="1" y="6489"/>
                </a:lnTo>
                <a:lnTo>
                  <a:pt x="1" y="6501"/>
                </a:lnTo>
                <a:lnTo>
                  <a:pt x="1" y="6513"/>
                </a:lnTo>
                <a:lnTo>
                  <a:pt x="1" y="6537"/>
                </a:lnTo>
                <a:lnTo>
                  <a:pt x="1" y="6692"/>
                </a:lnTo>
                <a:cubicBezTo>
                  <a:pt x="1" y="7501"/>
                  <a:pt x="656" y="8168"/>
                  <a:pt x="1477" y="8168"/>
                </a:cubicBezTo>
                <a:lnTo>
                  <a:pt x="1596" y="8168"/>
                </a:lnTo>
                <a:cubicBezTo>
                  <a:pt x="2406" y="8168"/>
                  <a:pt x="3073" y="7513"/>
                  <a:pt x="3073" y="6692"/>
                </a:cubicBezTo>
                <a:lnTo>
                  <a:pt x="3073" y="6537"/>
                </a:lnTo>
                <a:lnTo>
                  <a:pt x="3073" y="6513"/>
                </a:lnTo>
                <a:lnTo>
                  <a:pt x="3073" y="6501"/>
                </a:lnTo>
                <a:lnTo>
                  <a:pt x="3073" y="6489"/>
                </a:lnTo>
                <a:lnTo>
                  <a:pt x="3073" y="6477"/>
                </a:lnTo>
                <a:lnTo>
                  <a:pt x="1811" y="3679"/>
                </a:lnTo>
                <a:lnTo>
                  <a:pt x="1930" y="3679"/>
                </a:lnTo>
                <a:cubicBezTo>
                  <a:pt x="2430" y="3679"/>
                  <a:pt x="2906" y="3465"/>
                  <a:pt x="3239" y="3120"/>
                </a:cubicBezTo>
                <a:cubicBezTo>
                  <a:pt x="3430" y="2917"/>
                  <a:pt x="3692" y="2798"/>
                  <a:pt x="3977" y="2798"/>
                </a:cubicBezTo>
                <a:lnTo>
                  <a:pt x="4942" y="2798"/>
                </a:lnTo>
                <a:lnTo>
                  <a:pt x="4942" y="9251"/>
                </a:lnTo>
                <a:lnTo>
                  <a:pt x="3275" y="9251"/>
                </a:lnTo>
                <a:cubicBezTo>
                  <a:pt x="3013" y="9251"/>
                  <a:pt x="2787" y="9478"/>
                  <a:pt x="2787" y="9752"/>
                </a:cubicBezTo>
                <a:lnTo>
                  <a:pt x="2787" y="10025"/>
                </a:lnTo>
                <a:lnTo>
                  <a:pt x="2501" y="10025"/>
                </a:lnTo>
                <a:cubicBezTo>
                  <a:pt x="2227" y="10025"/>
                  <a:pt x="2001" y="10252"/>
                  <a:pt x="2001" y="10537"/>
                </a:cubicBezTo>
                <a:lnTo>
                  <a:pt x="2001" y="11061"/>
                </a:lnTo>
                <a:cubicBezTo>
                  <a:pt x="2001" y="11145"/>
                  <a:pt x="2072" y="11216"/>
                  <a:pt x="2168" y="11216"/>
                </a:cubicBezTo>
                <a:lnTo>
                  <a:pt x="8799" y="11216"/>
                </a:lnTo>
                <a:cubicBezTo>
                  <a:pt x="8895" y="11216"/>
                  <a:pt x="8966" y="11145"/>
                  <a:pt x="8966" y="11061"/>
                </a:cubicBezTo>
                <a:lnTo>
                  <a:pt x="8966" y="10537"/>
                </a:lnTo>
                <a:cubicBezTo>
                  <a:pt x="8966" y="10252"/>
                  <a:pt x="8740" y="10025"/>
                  <a:pt x="8454" y="10025"/>
                </a:cubicBezTo>
                <a:lnTo>
                  <a:pt x="8180" y="10025"/>
                </a:lnTo>
                <a:lnTo>
                  <a:pt x="8180" y="9752"/>
                </a:lnTo>
                <a:cubicBezTo>
                  <a:pt x="8180" y="9478"/>
                  <a:pt x="7954" y="9251"/>
                  <a:pt x="7680" y="9251"/>
                </a:cubicBezTo>
                <a:lnTo>
                  <a:pt x="5978" y="9251"/>
                </a:lnTo>
                <a:lnTo>
                  <a:pt x="5978" y="4572"/>
                </a:lnTo>
                <a:cubicBezTo>
                  <a:pt x="5978" y="4477"/>
                  <a:pt x="5894" y="4406"/>
                  <a:pt x="5811" y="4406"/>
                </a:cubicBezTo>
                <a:cubicBezTo>
                  <a:pt x="5716" y="4406"/>
                  <a:pt x="5644" y="4477"/>
                  <a:pt x="5644" y="4572"/>
                </a:cubicBezTo>
                <a:lnTo>
                  <a:pt x="5644" y="9251"/>
                </a:lnTo>
                <a:lnTo>
                  <a:pt x="5240" y="9251"/>
                </a:lnTo>
                <a:lnTo>
                  <a:pt x="5240" y="2798"/>
                </a:lnTo>
                <a:lnTo>
                  <a:pt x="5644" y="2798"/>
                </a:lnTo>
                <a:lnTo>
                  <a:pt x="5644" y="3536"/>
                </a:lnTo>
                <a:cubicBezTo>
                  <a:pt x="5644" y="3632"/>
                  <a:pt x="5716" y="3703"/>
                  <a:pt x="5811" y="3703"/>
                </a:cubicBezTo>
                <a:cubicBezTo>
                  <a:pt x="5894" y="3703"/>
                  <a:pt x="5978" y="3632"/>
                  <a:pt x="5978" y="3536"/>
                </a:cubicBezTo>
                <a:lnTo>
                  <a:pt x="5978" y="2798"/>
                </a:lnTo>
                <a:lnTo>
                  <a:pt x="7002" y="2798"/>
                </a:lnTo>
                <a:cubicBezTo>
                  <a:pt x="7240" y="2798"/>
                  <a:pt x="7466" y="2905"/>
                  <a:pt x="7621" y="3060"/>
                </a:cubicBezTo>
                <a:cubicBezTo>
                  <a:pt x="8002" y="3453"/>
                  <a:pt x="8502" y="3679"/>
                  <a:pt x="9050" y="3679"/>
                </a:cubicBezTo>
                <a:lnTo>
                  <a:pt x="9097" y="3679"/>
                </a:lnTo>
                <a:lnTo>
                  <a:pt x="7835" y="6477"/>
                </a:lnTo>
                <a:lnTo>
                  <a:pt x="7835" y="6489"/>
                </a:lnTo>
                <a:lnTo>
                  <a:pt x="7835" y="6501"/>
                </a:lnTo>
                <a:lnTo>
                  <a:pt x="7835" y="6513"/>
                </a:lnTo>
                <a:lnTo>
                  <a:pt x="7835" y="6537"/>
                </a:lnTo>
                <a:lnTo>
                  <a:pt x="7835" y="6692"/>
                </a:lnTo>
                <a:cubicBezTo>
                  <a:pt x="7835" y="7501"/>
                  <a:pt x="8490" y="8168"/>
                  <a:pt x="9311" y="8168"/>
                </a:cubicBezTo>
                <a:lnTo>
                  <a:pt x="9431" y="8168"/>
                </a:lnTo>
                <a:cubicBezTo>
                  <a:pt x="10228" y="8168"/>
                  <a:pt x="10895" y="7513"/>
                  <a:pt x="10895" y="6692"/>
                </a:cubicBezTo>
                <a:lnTo>
                  <a:pt x="10895" y="6537"/>
                </a:lnTo>
                <a:lnTo>
                  <a:pt x="10895" y="6513"/>
                </a:lnTo>
                <a:lnTo>
                  <a:pt x="10895" y="6501"/>
                </a:lnTo>
                <a:lnTo>
                  <a:pt x="10895" y="6489"/>
                </a:lnTo>
                <a:lnTo>
                  <a:pt x="10895" y="6465"/>
                </a:lnTo>
                <a:lnTo>
                  <a:pt x="9633" y="3667"/>
                </a:lnTo>
                <a:lnTo>
                  <a:pt x="10562" y="3667"/>
                </a:lnTo>
                <a:cubicBezTo>
                  <a:pt x="10716" y="3667"/>
                  <a:pt x="10859" y="3536"/>
                  <a:pt x="10859" y="3370"/>
                </a:cubicBezTo>
                <a:lnTo>
                  <a:pt x="10859" y="2989"/>
                </a:lnTo>
                <a:cubicBezTo>
                  <a:pt x="10859" y="2822"/>
                  <a:pt x="10716" y="2691"/>
                  <a:pt x="10562" y="2691"/>
                </a:cubicBezTo>
                <a:lnTo>
                  <a:pt x="9073" y="2691"/>
                </a:lnTo>
                <a:cubicBezTo>
                  <a:pt x="8788" y="2691"/>
                  <a:pt x="8514" y="2572"/>
                  <a:pt x="8323" y="2370"/>
                </a:cubicBezTo>
                <a:cubicBezTo>
                  <a:pt x="8002" y="2012"/>
                  <a:pt x="7502" y="1810"/>
                  <a:pt x="7014" y="1810"/>
                </a:cubicBezTo>
                <a:lnTo>
                  <a:pt x="5978" y="1810"/>
                </a:lnTo>
                <a:lnTo>
                  <a:pt x="5978" y="1453"/>
                </a:lnTo>
                <a:cubicBezTo>
                  <a:pt x="6156" y="1310"/>
                  <a:pt x="6275" y="1072"/>
                  <a:pt x="6275" y="822"/>
                </a:cubicBezTo>
                <a:cubicBezTo>
                  <a:pt x="6275" y="358"/>
                  <a:pt x="5894"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60" name="Google Shape;10160;p63"/>
          <p:cNvGrpSpPr/>
          <p:nvPr/>
        </p:nvGrpSpPr>
        <p:grpSpPr>
          <a:xfrm>
            <a:off x="3974207" y="2248009"/>
            <a:ext cx="320143" cy="338491"/>
            <a:chOff x="3974207" y="2429009"/>
            <a:chExt cx="320143" cy="338491"/>
          </a:xfrm>
        </p:grpSpPr>
        <p:sp>
          <p:nvSpPr>
            <p:cNvPr id="10161" name="Google Shape;10161;p63"/>
            <p:cNvSpPr/>
            <p:nvPr/>
          </p:nvSpPr>
          <p:spPr>
            <a:xfrm>
              <a:off x="3974207" y="2429009"/>
              <a:ext cx="320143" cy="338491"/>
            </a:xfrm>
            <a:custGeom>
              <a:avLst/>
              <a:gdLst/>
              <a:ahLst/>
              <a:cxnLst/>
              <a:rect l="l" t="t" r="r" b="b"/>
              <a:pathLst>
                <a:path w="10050" h="10626" extrusionOk="0">
                  <a:moveTo>
                    <a:pt x="9390" y="0"/>
                  </a:moveTo>
                  <a:cubicBezTo>
                    <a:pt x="9344" y="0"/>
                    <a:pt x="9298" y="6"/>
                    <a:pt x="9251" y="17"/>
                  </a:cubicBezTo>
                  <a:lnTo>
                    <a:pt x="3132" y="1100"/>
                  </a:lnTo>
                  <a:cubicBezTo>
                    <a:pt x="2798" y="1160"/>
                    <a:pt x="2560" y="1445"/>
                    <a:pt x="2560" y="1779"/>
                  </a:cubicBezTo>
                  <a:lnTo>
                    <a:pt x="2560" y="6803"/>
                  </a:lnTo>
                  <a:cubicBezTo>
                    <a:pt x="2358" y="6744"/>
                    <a:pt x="2143" y="6708"/>
                    <a:pt x="1929" y="6708"/>
                  </a:cubicBezTo>
                  <a:cubicBezTo>
                    <a:pt x="1417" y="6720"/>
                    <a:pt x="941" y="6934"/>
                    <a:pt x="584" y="7291"/>
                  </a:cubicBezTo>
                  <a:cubicBezTo>
                    <a:pt x="226" y="7649"/>
                    <a:pt x="24" y="8125"/>
                    <a:pt x="24" y="8625"/>
                  </a:cubicBezTo>
                  <a:cubicBezTo>
                    <a:pt x="0" y="9161"/>
                    <a:pt x="215" y="9649"/>
                    <a:pt x="584" y="10042"/>
                  </a:cubicBezTo>
                  <a:cubicBezTo>
                    <a:pt x="953" y="10411"/>
                    <a:pt x="1453" y="10625"/>
                    <a:pt x="1965" y="10625"/>
                  </a:cubicBezTo>
                  <a:lnTo>
                    <a:pt x="2001" y="10625"/>
                  </a:lnTo>
                  <a:cubicBezTo>
                    <a:pt x="3060" y="10613"/>
                    <a:pt x="3917" y="9732"/>
                    <a:pt x="3917" y="8649"/>
                  </a:cubicBezTo>
                  <a:lnTo>
                    <a:pt x="3917" y="4684"/>
                  </a:lnTo>
                  <a:cubicBezTo>
                    <a:pt x="3917" y="4577"/>
                    <a:pt x="3834" y="4493"/>
                    <a:pt x="3727" y="4493"/>
                  </a:cubicBezTo>
                  <a:cubicBezTo>
                    <a:pt x="3620" y="4493"/>
                    <a:pt x="3536" y="4577"/>
                    <a:pt x="3536" y="4684"/>
                  </a:cubicBezTo>
                  <a:lnTo>
                    <a:pt x="3536" y="8613"/>
                  </a:lnTo>
                  <a:cubicBezTo>
                    <a:pt x="3536" y="9482"/>
                    <a:pt x="2834" y="10196"/>
                    <a:pt x="1989" y="10208"/>
                  </a:cubicBezTo>
                  <a:lnTo>
                    <a:pt x="1953" y="10208"/>
                  </a:lnTo>
                  <a:cubicBezTo>
                    <a:pt x="1536" y="10208"/>
                    <a:pt x="1131" y="10042"/>
                    <a:pt x="834" y="9744"/>
                  </a:cubicBezTo>
                  <a:cubicBezTo>
                    <a:pt x="536" y="9446"/>
                    <a:pt x="381" y="9030"/>
                    <a:pt x="381" y="8613"/>
                  </a:cubicBezTo>
                  <a:cubicBezTo>
                    <a:pt x="393" y="7779"/>
                    <a:pt x="1072" y="7089"/>
                    <a:pt x="1905" y="7065"/>
                  </a:cubicBezTo>
                  <a:cubicBezTo>
                    <a:pt x="2167" y="7065"/>
                    <a:pt x="2417" y="7113"/>
                    <a:pt x="2643" y="7232"/>
                  </a:cubicBezTo>
                  <a:cubicBezTo>
                    <a:pt x="2670" y="7242"/>
                    <a:pt x="2699" y="7248"/>
                    <a:pt x="2728" y="7248"/>
                  </a:cubicBezTo>
                  <a:cubicBezTo>
                    <a:pt x="2762" y="7248"/>
                    <a:pt x="2796" y="7240"/>
                    <a:pt x="2822" y="7220"/>
                  </a:cubicBezTo>
                  <a:cubicBezTo>
                    <a:pt x="2882" y="7184"/>
                    <a:pt x="2905" y="7125"/>
                    <a:pt x="2905" y="7053"/>
                  </a:cubicBezTo>
                  <a:lnTo>
                    <a:pt x="2905" y="1767"/>
                  </a:lnTo>
                  <a:cubicBezTo>
                    <a:pt x="2905" y="1624"/>
                    <a:pt x="3013" y="1481"/>
                    <a:pt x="3155" y="1457"/>
                  </a:cubicBezTo>
                  <a:lnTo>
                    <a:pt x="9275" y="374"/>
                  </a:lnTo>
                  <a:cubicBezTo>
                    <a:pt x="9296" y="369"/>
                    <a:pt x="9315" y="366"/>
                    <a:pt x="9335" y="366"/>
                  </a:cubicBezTo>
                  <a:cubicBezTo>
                    <a:pt x="9406" y="366"/>
                    <a:pt x="9469" y="398"/>
                    <a:pt x="9525" y="445"/>
                  </a:cubicBezTo>
                  <a:cubicBezTo>
                    <a:pt x="9609" y="505"/>
                    <a:pt x="9644" y="588"/>
                    <a:pt x="9644" y="683"/>
                  </a:cubicBezTo>
                  <a:lnTo>
                    <a:pt x="9644" y="2767"/>
                  </a:lnTo>
                  <a:cubicBezTo>
                    <a:pt x="9644" y="2874"/>
                    <a:pt x="9740" y="2957"/>
                    <a:pt x="9847" y="2957"/>
                  </a:cubicBezTo>
                  <a:cubicBezTo>
                    <a:pt x="9942" y="2957"/>
                    <a:pt x="10037" y="2874"/>
                    <a:pt x="10037" y="2767"/>
                  </a:cubicBezTo>
                  <a:lnTo>
                    <a:pt x="10037" y="683"/>
                  </a:lnTo>
                  <a:cubicBezTo>
                    <a:pt x="10049" y="469"/>
                    <a:pt x="9966" y="279"/>
                    <a:pt x="9811" y="159"/>
                  </a:cubicBezTo>
                  <a:cubicBezTo>
                    <a:pt x="9683" y="59"/>
                    <a:pt x="9541" y="0"/>
                    <a:pt x="93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63"/>
            <p:cNvSpPr/>
            <p:nvPr/>
          </p:nvSpPr>
          <p:spPr>
            <a:xfrm>
              <a:off x="4086846" y="2479977"/>
              <a:ext cx="207503" cy="245793"/>
            </a:xfrm>
            <a:custGeom>
              <a:avLst/>
              <a:gdLst/>
              <a:ahLst/>
              <a:cxnLst/>
              <a:rect l="l" t="t" r="r" b="b"/>
              <a:pathLst>
                <a:path w="6514" h="7716" extrusionOk="0">
                  <a:moveTo>
                    <a:pt x="5299" y="0"/>
                  </a:moveTo>
                  <a:lnTo>
                    <a:pt x="143" y="905"/>
                  </a:lnTo>
                  <a:cubicBezTo>
                    <a:pt x="60" y="929"/>
                    <a:pt x="0" y="1000"/>
                    <a:pt x="0" y="1084"/>
                  </a:cubicBezTo>
                  <a:lnTo>
                    <a:pt x="0" y="2131"/>
                  </a:lnTo>
                  <a:cubicBezTo>
                    <a:pt x="0" y="2239"/>
                    <a:pt x="84" y="2322"/>
                    <a:pt x="191" y="2322"/>
                  </a:cubicBezTo>
                  <a:cubicBezTo>
                    <a:pt x="298" y="2322"/>
                    <a:pt x="381" y="2239"/>
                    <a:pt x="381" y="2131"/>
                  </a:cubicBezTo>
                  <a:lnTo>
                    <a:pt x="381" y="1250"/>
                  </a:lnTo>
                  <a:lnTo>
                    <a:pt x="5156" y="405"/>
                  </a:lnTo>
                  <a:lnTo>
                    <a:pt x="5156" y="3882"/>
                  </a:lnTo>
                  <a:cubicBezTo>
                    <a:pt x="4953" y="3834"/>
                    <a:pt x="4739" y="3798"/>
                    <a:pt x="4525" y="3798"/>
                  </a:cubicBezTo>
                  <a:cubicBezTo>
                    <a:pt x="4013" y="3810"/>
                    <a:pt x="3537" y="4024"/>
                    <a:pt x="3179" y="4382"/>
                  </a:cubicBezTo>
                  <a:cubicBezTo>
                    <a:pt x="2822" y="4739"/>
                    <a:pt x="2620" y="5215"/>
                    <a:pt x="2620" y="5715"/>
                  </a:cubicBezTo>
                  <a:cubicBezTo>
                    <a:pt x="2596" y="6251"/>
                    <a:pt x="2810" y="6739"/>
                    <a:pt x="3179" y="7132"/>
                  </a:cubicBezTo>
                  <a:cubicBezTo>
                    <a:pt x="3548" y="7501"/>
                    <a:pt x="4037" y="7715"/>
                    <a:pt x="4561" y="7715"/>
                  </a:cubicBezTo>
                  <a:lnTo>
                    <a:pt x="4596" y="7715"/>
                  </a:lnTo>
                  <a:cubicBezTo>
                    <a:pt x="5656" y="7692"/>
                    <a:pt x="6513" y="6822"/>
                    <a:pt x="6513" y="5727"/>
                  </a:cubicBezTo>
                  <a:lnTo>
                    <a:pt x="6513" y="2024"/>
                  </a:lnTo>
                  <a:cubicBezTo>
                    <a:pt x="6513" y="1941"/>
                    <a:pt x="6442" y="1846"/>
                    <a:pt x="6335" y="1846"/>
                  </a:cubicBezTo>
                  <a:cubicBezTo>
                    <a:pt x="6227" y="1846"/>
                    <a:pt x="6144" y="1941"/>
                    <a:pt x="6144" y="2048"/>
                  </a:cubicBezTo>
                  <a:lnTo>
                    <a:pt x="6144" y="5751"/>
                  </a:lnTo>
                  <a:cubicBezTo>
                    <a:pt x="6144" y="6608"/>
                    <a:pt x="5442" y="7322"/>
                    <a:pt x="4596" y="7346"/>
                  </a:cubicBezTo>
                  <a:lnTo>
                    <a:pt x="4561" y="7346"/>
                  </a:lnTo>
                  <a:cubicBezTo>
                    <a:pt x="4144" y="7346"/>
                    <a:pt x="3751" y="7180"/>
                    <a:pt x="3453" y="6882"/>
                  </a:cubicBezTo>
                  <a:cubicBezTo>
                    <a:pt x="3156" y="6584"/>
                    <a:pt x="2989" y="6168"/>
                    <a:pt x="2989" y="5751"/>
                  </a:cubicBezTo>
                  <a:cubicBezTo>
                    <a:pt x="3001" y="4917"/>
                    <a:pt x="3691" y="4227"/>
                    <a:pt x="4525" y="4203"/>
                  </a:cubicBezTo>
                  <a:cubicBezTo>
                    <a:pt x="4775" y="4203"/>
                    <a:pt x="5025" y="4251"/>
                    <a:pt x="5251" y="4370"/>
                  </a:cubicBezTo>
                  <a:cubicBezTo>
                    <a:pt x="5276" y="4380"/>
                    <a:pt x="5302" y="4385"/>
                    <a:pt x="5329" y="4385"/>
                  </a:cubicBezTo>
                  <a:cubicBezTo>
                    <a:pt x="5366" y="4385"/>
                    <a:pt x="5402" y="4374"/>
                    <a:pt x="5430" y="4346"/>
                  </a:cubicBezTo>
                  <a:cubicBezTo>
                    <a:pt x="5489" y="4322"/>
                    <a:pt x="5513" y="4263"/>
                    <a:pt x="5513" y="4179"/>
                  </a:cubicBezTo>
                  <a:lnTo>
                    <a:pt x="5513" y="191"/>
                  </a:lnTo>
                  <a:cubicBezTo>
                    <a:pt x="5513" y="131"/>
                    <a:pt x="5489" y="95"/>
                    <a:pt x="5442" y="48"/>
                  </a:cubicBezTo>
                  <a:cubicBezTo>
                    <a:pt x="5394" y="12"/>
                    <a:pt x="5334"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3" name="Google Shape;10163;p63"/>
          <p:cNvGrpSpPr/>
          <p:nvPr/>
        </p:nvGrpSpPr>
        <p:grpSpPr>
          <a:xfrm>
            <a:off x="2623237" y="2250047"/>
            <a:ext cx="355024" cy="332630"/>
            <a:chOff x="2623237" y="2431047"/>
            <a:chExt cx="355024" cy="332630"/>
          </a:xfrm>
        </p:grpSpPr>
        <p:sp>
          <p:nvSpPr>
            <p:cNvPr id="10164" name="Google Shape;10164;p63"/>
            <p:cNvSpPr/>
            <p:nvPr/>
          </p:nvSpPr>
          <p:spPr>
            <a:xfrm>
              <a:off x="2655856" y="260437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63"/>
            <p:cNvSpPr/>
            <p:nvPr/>
          </p:nvSpPr>
          <p:spPr>
            <a:xfrm>
              <a:off x="2623237" y="243104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63"/>
            <p:cNvSpPr/>
            <p:nvPr/>
          </p:nvSpPr>
          <p:spPr>
            <a:xfrm>
              <a:off x="2897827" y="260475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63"/>
            <p:cNvSpPr/>
            <p:nvPr/>
          </p:nvSpPr>
          <p:spPr>
            <a:xfrm>
              <a:off x="2775695" y="255165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8" name="Google Shape;10168;p63"/>
          <p:cNvGrpSpPr/>
          <p:nvPr/>
        </p:nvGrpSpPr>
        <p:grpSpPr>
          <a:xfrm>
            <a:off x="6657194" y="2253073"/>
            <a:ext cx="375507" cy="367925"/>
            <a:chOff x="6657194" y="2434073"/>
            <a:chExt cx="375507" cy="367925"/>
          </a:xfrm>
        </p:grpSpPr>
        <p:sp>
          <p:nvSpPr>
            <p:cNvPr id="10169" name="Google Shape;10169;p63"/>
            <p:cNvSpPr/>
            <p:nvPr/>
          </p:nvSpPr>
          <p:spPr>
            <a:xfrm>
              <a:off x="6657194" y="2434073"/>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63"/>
            <p:cNvSpPr/>
            <p:nvPr/>
          </p:nvSpPr>
          <p:spPr>
            <a:xfrm>
              <a:off x="6854409" y="2464399"/>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63"/>
            <p:cNvSpPr/>
            <p:nvPr/>
          </p:nvSpPr>
          <p:spPr>
            <a:xfrm>
              <a:off x="6854409" y="2631288"/>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2" name="Google Shape;10172;p63"/>
          <p:cNvGrpSpPr/>
          <p:nvPr/>
        </p:nvGrpSpPr>
        <p:grpSpPr>
          <a:xfrm>
            <a:off x="7101317" y="2260655"/>
            <a:ext cx="367925" cy="352380"/>
            <a:chOff x="7101317" y="2441655"/>
            <a:chExt cx="367925" cy="352380"/>
          </a:xfrm>
        </p:grpSpPr>
        <p:sp>
          <p:nvSpPr>
            <p:cNvPr id="10173" name="Google Shape;10173;p63"/>
            <p:cNvSpPr/>
            <p:nvPr/>
          </p:nvSpPr>
          <p:spPr>
            <a:xfrm>
              <a:off x="7101317" y="2441655"/>
              <a:ext cx="367925" cy="352380"/>
            </a:xfrm>
            <a:custGeom>
              <a:avLst/>
              <a:gdLst/>
              <a:ahLst/>
              <a:cxnLst/>
              <a:rect l="l" t="t" r="r" b="b"/>
              <a:pathLst>
                <a:path w="11550" h="11062" extrusionOk="0">
                  <a:moveTo>
                    <a:pt x="7061" y="334"/>
                  </a:moveTo>
                  <a:cubicBezTo>
                    <a:pt x="7799" y="334"/>
                    <a:pt x="8406" y="941"/>
                    <a:pt x="8406" y="1679"/>
                  </a:cubicBezTo>
                  <a:lnTo>
                    <a:pt x="8406" y="3108"/>
                  </a:lnTo>
                  <a:lnTo>
                    <a:pt x="7906" y="3108"/>
                  </a:lnTo>
                  <a:lnTo>
                    <a:pt x="7906" y="1679"/>
                  </a:lnTo>
                  <a:cubicBezTo>
                    <a:pt x="7906" y="1227"/>
                    <a:pt x="7537" y="834"/>
                    <a:pt x="7061" y="834"/>
                  </a:cubicBezTo>
                  <a:lnTo>
                    <a:pt x="4465" y="834"/>
                  </a:lnTo>
                  <a:cubicBezTo>
                    <a:pt x="4001" y="834"/>
                    <a:pt x="3620" y="1203"/>
                    <a:pt x="3620" y="1679"/>
                  </a:cubicBezTo>
                  <a:lnTo>
                    <a:pt x="3620" y="2429"/>
                  </a:lnTo>
                  <a:cubicBezTo>
                    <a:pt x="3620" y="2513"/>
                    <a:pt x="3691" y="2596"/>
                    <a:pt x="3786" y="2596"/>
                  </a:cubicBezTo>
                  <a:cubicBezTo>
                    <a:pt x="3870" y="2596"/>
                    <a:pt x="3941" y="2513"/>
                    <a:pt x="3941" y="2429"/>
                  </a:cubicBezTo>
                  <a:lnTo>
                    <a:pt x="3941" y="1679"/>
                  </a:lnTo>
                  <a:cubicBezTo>
                    <a:pt x="3941" y="1406"/>
                    <a:pt x="4167" y="1179"/>
                    <a:pt x="4453" y="1179"/>
                  </a:cubicBezTo>
                  <a:lnTo>
                    <a:pt x="7037" y="1179"/>
                  </a:lnTo>
                  <a:cubicBezTo>
                    <a:pt x="7323" y="1179"/>
                    <a:pt x="7549" y="1406"/>
                    <a:pt x="7549" y="1679"/>
                  </a:cubicBezTo>
                  <a:lnTo>
                    <a:pt x="7549" y="3108"/>
                  </a:lnTo>
                  <a:lnTo>
                    <a:pt x="3108" y="3108"/>
                  </a:lnTo>
                  <a:lnTo>
                    <a:pt x="3120" y="1679"/>
                  </a:lnTo>
                  <a:cubicBezTo>
                    <a:pt x="3120" y="941"/>
                    <a:pt x="3727" y="334"/>
                    <a:pt x="4465" y="334"/>
                  </a:cubicBezTo>
                  <a:close/>
                  <a:moveTo>
                    <a:pt x="8382" y="3453"/>
                  </a:moveTo>
                  <a:cubicBezTo>
                    <a:pt x="9930" y="3453"/>
                    <a:pt x="11180" y="4704"/>
                    <a:pt x="11180" y="6251"/>
                  </a:cubicBezTo>
                  <a:lnTo>
                    <a:pt x="11180" y="9252"/>
                  </a:lnTo>
                  <a:lnTo>
                    <a:pt x="2905" y="9252"/>
                  </a:lnTo>
                  <a:cubicBezTo>
                    <a:pt x="2822" y="9252"/>
                    <a:pt x="2739" y="9335"/>
                    <a:pt x="2739" y="9418"/>
                  </a:cubicBezTo>
                  <a:cubicBezTo>
                    <a:pt x="2739" y="9514"/>
                    <a:pt x="2822" y="9585"/>
                    <a:pt x="2905" y="9585"/>
                  </a:cubicBezTo>
                  <a:lnTo>
                    <a:pt x="11180" y="9585"/>
                  </a:lnTo>
                  <a:lnTo>
                    <a:pt x="11180" y="10288"/>
                  </a:lnTo>
                  <a:cubicBezTo>
                    <a:pt x="11168" y="10538"/>
                    <a:pt x="10942" y="10728"/>
                    <a:pt x="10716" y="10728"/>
                  </a:cubicBezTo>
                  <a:cubicBezTo>
                    <a:pt x="10716" y="10716"/>
                    <a:pt x="822" y="10716"/>
                    <a:pt x="774" y="10716"/>
                  </a:cubicBezTo>
                  <a:cubicBezTo>
                    <a:pt x="536" y="10704"/>
                    <a:pt x="334" y="10490"/>
                    <a:pt x="334" y="10240"/>
                  </a:cubicBezTo>
                  <a:lnTo>
                    <a:pt x="334" y="9585"/>
                  </a:lnTo>
                  <a:lnTo>
                    <a:pt x="2072" y="9585"/>
                  </a:lnTo>
                  <a:cubicBezTo>
                    <a:pt x="2167" y="9585"/>
                    <a:pt x="2239" y="9514"/>
                    <a:pt x="2239" y="9418"/>
                  </a:cubicBezTo>
                  <a:cubicBezTo>
                    <a:pt x="2239" y="9335"/>
                    <a:pt x="2167" y="9252"/>
                    <a:pt x="2072" y="9252"/>
                  </a:cubicBezTo>
                  <a:lnTo>
                    <a:pt x="334" y="9252"/>
                  </a:lnTo>
                  <a:lnTo>
                    <a:pt x="334" y="6251"/>
                  </a:lnTo>
                  <a:cubicBezTo>
                    <a:pt x="334" y="4704"/>
                    <a:pt x="1584" y="3453"/>
                    <a:pt x="3132" y="3453"/>
                  </a:cubicBezTo>
                  <a:close/>
                  <a:moveTo>
                    <a:pt x="4465" y="1"/>
                  </a:moveTo>
                  <a:cubicBezTo>
                    <a:pt x="3536" y="1"/>
                    <a:pt x="2786" y="763"/>
                    <a:pt x="2786" y="1679"/>
                  </a:cubicBezTo>
                  <a:lnTo>
                    <a:pt x="2786" y="3132"/>
                  </a:lnTo>
                  <a:cubicBezTo>
                    <a:pt x="1227" y="3311"/>
                    <a:pt x="0" y="4632"/>
                    <a:pt x="0" y="6239"/>
                  </a:cubicBezTo>
                  <a:lnTo>
                    <a:pt x="0" y="10240"/>
                  </a:lnTo>
                  <a:cubicBezTo>
                    <a:pt x="0" y="10692"/>
                    <a:pt x="357" y="11061"/>
                    <a:pt x="822" y="11061"/>
                  </a:cubicBezTo>
                  <a:lnTo>
                    <a:pt x="10740" y="11061"/>
                  </a:lnTo>
                  <a:cubicBezTo>
                    <a:pt x="11180" y="11061"/>
                    <a:pt x="11549" y="10704"/>
                    <a:pt x="11549" y="10240"/>
                  </a:cubicBezTo>
                  <a:lnTo>
                    <a:pt x="11549" y="6239"/>
                  </a:lnTo>
                  <a:cubicBezTo>
                    <a:pt x="11526" y="4632"/>
                    <a:pt x="10299" y="3287"/>
                    <a:pt x="8739" y="3132"/>
                  </a:cubicBezTo>
                  <a:lnTo>
                    <a:pt x="8739" y="1679"/>
                  </a:lnTo>
                  <a:cubicBezTo>
                    <a:pt x="8739" y="751"/>
                    <a:pt x="7977" y="1"/>
                    <a:pt x="7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63"/>
            <p:cNvSpPr/>
            <p:nvPr/>
          </p:nvSpPr>
          <p:spPr>
            <a:xfrm>
              <a:off x="7222302" y="2588443"/>
              <a:ext cx="124426" cy="124043"/>
            </a:xfrm>
            <a:custGeom>
              <a:avLst/>
              <a:gdLst/>
              <a:ahLst/>
              <a:cxnLst/>
              <a:rect l="l" t="t" r="r" b="b"/>
              <a:pathLst>
                <a:path w="3906" h="3894" extrusionOk="0">
                  <a:moveTo>
                    <a:pt x="2441" y="334"/>
                  </a:moveTo>
                  <a:lnTo>
                    <a:pt x="2441" y="1286"/>
                  </a:lnTo>
                  <a:cubicBezTo>
                    <a:pt x="2441" y="1381"/>
                    <a:pt x="2513" y="1453"/>
                    <a:pt x="2608" y="1453"/>
                  </a:cubicBezTo>
                  <a:lnTo>
                    <a:pt x="3560" y="1453"/>
                  </a:lnTo>
                  <a:lnTo>
                    <a:pt x="3560" y="2429"/>
                  </a:lnTo>
                  <a:lnTo>
                    <a:pt x="2608" y="2429"/>
                  </a:lnTo>
                  <a:cubicBezTo>
                    <a:pt x="2513" y="2429"/>
                    <a:pt x="2441" y="2513"/>
                    <a:pt x="2441" y="2596"/>
                  </a:cubicBezTo>
                  <a:lnTo>
                    <a:pt x="2441" y="3548"/>
                  </a:lnTo>
                  <a:lnTo>
                    <a:pt x="1465" y="3548"/>
                  </a:lnTo>
                  <a:lnTo>
                    <a:pt x="1465" y="2596"/>
                  </a:lnTo>
                  <a:cubicBezTo>
                    <a:pt x="1465" y="2513"/>
                    <a:pt x="1382" y="2429"/>
                    <a:pt x="1298" y="2429"/>
                  </a:cubicBezTo>
                  <a:lnTo>
                    <a:pt x="346" y="2429"/>
                  </a:lnTo>
                  <a:lnTo>
                    <a:pt x="346" y="1453"/>
                  </a:lnTo>
                  <a:lnTo>
                    <a:pt x="1298" y="1453"/>
                  </a:lnTo>
                  <a:cubicBezTo>
                    <a:pt x="1382" y="1453"/>
                    <a:pt x="1465" y="1381"/>
                    <a:pt x="1465" y="1286"/>
                  </a:cubicBezTo>
                  <a:lnTo>
                    <a:pt x="1465" y="334"/>
                  </a:lnTo>
                  <a:close/>
                  <a:moveTo>
                    <a:pt x="1298" y="0"/>
                  </a:moveTo>
                  <a:cubicBezTo>
                    <a:pt x="1203" y="0"/>
                    <a:pt x="1131" y="84"/>
                    <a:pt x="1131" y="167"/>
                  </a:cubicBezTo>
                  <a:lnTo>
                    <a:pt x="1131" y="1120"/>
                  </a:lnTo>
                  <a:lnTo>
                    <a:pt x="179" y="1120"/>
                  </a:lnTo>
                  <a:cubicBezTo>
                    <a:pt x="96" y="1120"/>
                    <a:pt x="12" y="1191"/>
                    <a:pt x="12" y="1286"/>
                  </a:cubicBezTo>
                  <a:lnTo>
                    <a:pt x="12" y="2608"/>
                  </a:lnTo>
                  <a:cubicBezTo>
                    <a:pt x="0" y="2703"/>
                    <a:pt x="96" y="2774"/>
                    <a:pt x="179" y="2774"/>
                  </a:cubicBezTo>
                  <a:lnTo>
                    <a:pt x="1131" y="2774"/>
                  </a:lnTo>
                  <a:lnTo>
                    <a:pt x="1131" y="3727"/>
                  </a:lnTo>
                  <a:cubicBezTo>
                    <a:pt x="1131" y="3822"/>
                    <a:pt x="1203" y="3894"/>
                    <a:pt x="1298" y="3894"/>
                  </a:cubicBezTo>
                  <a:lnTo>
                    <a:pt x="2620" y="3894"/>
                  </a:lnTo>
                  <a:cubicBezTo>
                    <a:pt x="2715" y="3894"/>
                    <a:pt x="2786" y="3822"/>
                    <a:pt x="2786" y="3727"/>
                  </a:cubicBezTo>
                  <a:lnTo>
                    <a:pt x="2786" y="2774"/>
                  </a:lnTo>
                  <a:lnTo>
                    <a:pt x="3739" y="2774"/>
                  </a:lnTo>
                  <a:cubicBezTo>
                    <a:pt x="3822" y="2774"/>
                    <a:pt x="3906" y="2703"/>
                    <a:pt x="3906" y="2608"/>
                  </a:cubicBezTo>
                  <a:lnTo>
                    <a:pt x="3906" y="1286"/>
                  </a:lnTo>
                  <a:cubicBezTo>
                    <a:pt x="3906" y="1191"/>
                    <a:pt x="3822" y="1120"/>
                    <a:pt x="3739" y="1120"/>
                  </a:cubicBezTo>
                  <a:lnTo>
                    <a:pt x="2786" y="1120"/>
                  </a:lnTo>
                  <a:lnTo>
                    <a:pt x="2786" y="167"/>
                  </a:lnTo>
                  <a:cubicBezTo>
                    <a:pt x="2786" y="84"/>
                    <a:pt x="2715"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5" name="Google Shape;10175;p63"/>
          <p:cNvGrpSpPr/>
          <p:nvPr/>
        </p:nvGrpSpPr>
        <p:grpSpPr>
          <a:xfrm>
            <a:off x="5756399" y="2253456"/>
            <a:ext cx="367925" cy="367161"/>
            <a:chOff x="5756399" y="2434456"/>
            <a:chExt cx="367925" cy="367161"/>
          </a:xfrm>
        </p:grpSpPr>
        <p:sp>
          <p:nvSpPr>
            <p:cNvPr id="10176" name="Google Shape;10176;p63"/>
            <p:cNvSpPr/>
            <p:nvPr/>
          </p:nvSpPr>
          <p:spPr>
            <a:xfrm>
              <a:off x="5864865" y="2563023"/>
              <a:ext cx="39882" cy="68297"/>
            </a:xfrm>
            <a:custGeom>
              <a:avLst/>
              <a:gdLst/>
              <a:ahLst/>
              <a:cxnLst/>
              <a:rect l="l" t="t" r="r" b="b"/>
              <a:pathLst>
                <a:path w="1252" h="2144" extrusionOk="0">
                  <a:moveTo>
                    <a:pt x="918" y="334"/>
                  </a:moveTo>
                  <a:lnTo>
                    <a:pt x="918" y="1822"/>
                  </a:lnTo>
                  <a:lnTo>
                    <a:pt x="334" y="1822"/>
                  </a:lnTo>
                  <a:lnTo>
                    <a:pt x="334" y="334"/>
                  </a:lnTo>
                  <a:close/>
                  <a:moveTo>
                    <a:pt x="168" y="1"/>
                  </a:moveTo>
                  <a:cubicBezTo>
                    <a:pt x="84" y="1"/>
                    <a:pt x="1" y="72"/>
                    <a:pt x="1" y="167"/>
                  </a:cubicBezTo>
                  <a:lnTo>
                    <a:pt x="1" y="1977"/>
                  </a:lnTo>
                  <a:cubicBezTo>
                    <a:pt x="1" y="2072"/>
                    <a:pt x="84" y="2144"/>
                    <a:pt x="168" y="2144"/>
                  </a:cubicBezTo>
                  <a:lnTo>
                    <a:pt x="1096" y="2144"/>
                  </a:lnTo>
                  <a:cubicBezTo>
                    <a:pt x="1180" y="2144"/>
                    <a:pt x="1251" y="2072"/>
                    <a:pt x="1251" y="1977"/>
                  </a:cubicBezTo>
                  <a:lnTo>
                    <a:pt x="1251" y="167"/>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63"/>
            <p:cNvSpPr/>
            <p:nvPr/>
          </p:nvSpPr>
          <p:spPr>
            <a:xfrm>
              <a:off x="5920261" y="2563023"/>
              <a:ext cx="40233" cy="68297"/>
            </a:xfrm>
            <a:custGeom>
              <a:avLst/>
              <a:gdLst/>
              <a:ahLst/>
              <a:cxnLst/>
              <a:rect l="l" t="t" r="r" b="b"/>
              <a:pathLst>
                <a:path w="1263" h="2144" extrusionOk="0">
                  <a:moveTo>
                    <a:pt x="929" y="334"/>
                  </a:moveTo>
                  <a:lnTo>
                    <a:pt x="929" y="1822"/>
                  </a:lnTo>
                  <a:lnTo>
                    <a:pt x="346" y="1822"/>
                  </a:lnTo>
                  <a:lnTo>
                    <a:pt x="346" y="334"/>
                  </a:lnTo>
                  <a:close/>
                  <a:moveTo>
                    <a:pt x="167" y="1"/>
                  </a:moveTo>
                  <a:cubicBezTo>
                    <a:pt x="84" y="1"/>
                    <a:pt x="12" y="72"/>
                    <a:pt x="12" y="167"/>
                  </a:cubicBezTo>
                  <a:lnTo>
                    <a:pt x="12" y="1977"/>
                  </a:lnTo>
                  <a:cubicBezTo>
                    <a:pt x="0" y="2072"/>
                    <a:pt x="84" y="2144"/>
                    <a:pt x="167" y="2144"/>
                  </a:cubicBezTo>
                  <a:lnTo>
                    <a:pt x="1096" y="2144"/>
                  </a:lnTo>
                  <a:cubicBezTo>
                    <a:pt x="1179" y="2144"/>
                    <a:pt x="1262" y="2072"/>
                    <a:pt x="1262" y="1977"/>
                  </a:cubicBezTo>
                  <a:lnTo>
                    <a:pt x="1262" y="167"/>
                  </a:lnTo>
                  <a:cubicBezTo>
                    <a:pt x="1262" y="72"/>
                    <a:pt x="1179"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63"/>
            <p:cNvSpPr/>
            <p:nvPr/>
          </p:nvSpPr>
          <p:spPr>
            <a:xfrm>
              <a:off x="5790165" y="2646451"/>
              <a:ext cx="39851" cy="68329"/>
            </a:xfrm>
            <a:custGeom>
              <a:avLst/>
              <a:gdLst/>
              <a:ahLst/>
              <a:cxnLst/>
              <a:rect l="l" t="t" r="r" b="b"/>
              <a:pathLst>
                <a:path w="1251" h="2145" extrusionOk="0">
                  <a:moveTo>
                    <a:pt x="917" y="334"/>
                  </a:moveTo>
                  <a:lnTo>
                    <a:pt x="917" y="1823"/>
                  </a:lnTo>
                  <a:lnTo>
                    <a:pt x="346" y="1823"/>
                  </a:lnTo>
                  <a:lnTo>
                    <a:pt x="346" y="334"/>
                  </a:lnTo>
                  <a:close/>
                  <a:moveTo>
                    <a:pt x="167" y="1"/>
                  </a:moveTo>
                  <a:cubicBezTo>
                    <a:pt x="72" y="1"/>
                    <a:pt x="0" y="72"/>
                    <a:pt x="0" y="168"/>
                  </a:cubicBezTo>
                  <a:lnTo>
                    <a:pt x="0" y="1977"/>
                  </a:lnTo>
                  <a:cubicBezTo>
                    <a:pt x="0" y="2073"/>
                    <a:pt x="72" y="2144"/>
                    <a:pt x="167" y="2144"/>
                  </a:cubicBezTo>
                  <a:lnTo>
                    <a:pt x="1084" y="2144"/>
                  </a:lnTo>
                  <a:cubicBezTo>
                    <a:pt x="1179" y="2144"/>
                    <a:pt x="1251" y="2073"/>
                    <a:pt x="1251" y="1977"/>
                  </a:cubicBezTo>
                  <a:lnTo>
                    <a:pt x="1251" y="168"/>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63"/>
            <p:cNvSpPr/>
            <p:nvPr/>
          </p:nvSpPr>
          <p:spPr>
            <a:xfrm>
              <a:off x="6050707" y="2646451"/>
              <a:ext cx="39882" cy="68329"/>
            </a:xfrm>
            <a:custGeom>
              <a:avLst/>
              <a:gdLst/>
              <a:ahLst/>
              <a:cxnLst/>
              <a:rect l="l" t="t" r="r" b="b"/>
              <a:pathLst>
                <a:path w="1252" h="2145" extrusionOk="0">
                  <a:moveTo>
                    <a:pt x="930" y="334"/>
                  </a:moveTo>
                  <a:lnTo>
                    <a:pt x="930" y="1823"/>
                  </a:lnTo>
                  <a:lnTo>
                    <a:pt x="346" y="1823"/>
                  </a:lnTo>
                  <a:lnTo>
                    <a:pt x="346" y="334"/>
                  </a:lnTo>
                  <a:close/>
                  <a:moveTo>
                    <a:pt x="168" y="1"/>
                  </a:moveTo>
                  <a:cubicBezTo>
                    <a:pt x="84" y="1"/>
                    <a:pt x="1" y="72"/>
                    <a:pt x="1" y="168"/>
                  </a:cubicBezTo>
                  <a:lnTo>
                    <a:pt x="1" y="1977"/>
                  </a:lnTo>
                  <a:cubicBezTo>
                    <a:pt x="1" y="2073"/>
                    <a:pt x="72" y="2144"/>
                    <a:pt x="168" y="2144"/>
                  </a:cubicBezTo>
                  <a:lnTo>
                    <a:pt x="1096" y="2144"/>
                  </a:lnTo>
                  <a:cubicBezTo>
                    <a:pt x="1180" y="2144"/>
                    <a:pt x="1251" y="2073"/>
                    <a:pt x="1251" y="1977"/>
                  </a:cubicBezTo>
                  <a:lnTo>
                    <a:pt x="1251" y="168"/>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63"/>
            <p:cNvSpPr/>
            <p:nvPr/>
          </p:nvSpPr>
          <p:spPr>
            <a:xfrm>
              <a:off x="5976007" y="2563023"/>
              <a:ext cx="39851" cy="68297"/>
            </a:xfrm>
            <a:custGeom>
              <a:avLst/>
              <a:gdLst/>
              <a:ahLst/>
              <a:cxnLst/>
              <a:rect l="l" t="t" r="r" b="b"/>
              <a:pathLst>
                <a:path w="1251" h="2144" extrusionOk="0">
                  <a:moveTo>
                    <a:pt x="917" y="334"/>
                  </a:moveTo>
                  <a:lnTo>
                    <a:pt x="917" y="1822"/>
                  </a:lnTo>
                  <a:lnTo>
                    <a:pt x="334" y="1822"/>
                  </a:lnTo>
                  <a:lnTo>
                    <a:pt x="334" y="334"/>
                  </a:lnTo>
                  <a:close/>
                  <a:moveTo>
                    <a:pt x="167" y="1"/>
                  </a:moveTo>
                  <a:cubicBezTo>
                    <a:pt x="72" y="1"/>
                    <a:pt x="0" y="72"/>
                    <a:pt x="0" y="167"/>
                  </a:cubicBezTo>
                  <a:lnTo>
                    <a:pt x="0" y="1977"/>
                  </a:lnTo>
                  <a:cubicBezTo>
                    <a:pt x="0" y="2072"/>
                    <a:pt x="72" y="2144"/>
                    <a:pt x="167" y="2144"/>
                  </a:cubicBezTo>
                  <a:lnTo>
                    <a:pt x="1084" y="2144"/>
                  </a:lnTo>
                  <a:cubicBezTo>
                    <a:pt x="1179" y="2144"/>
                    <a:pt x="1251" y="2072"/>
                    <a:pt x="1251" y="1977"/>
                  </a:cubicBezTo>
                  <a:lnTo>
                    <a:pt x="1251" y="167"/>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63"/>
            <p:cNvSpPr/>
            <p:nvPr/>
          </p:nvSpPr>
          <p:spPr>
            <a:xfrm>
              <a:off x="5919114" y="2453027"/>
              <a:ext cx="42877" cy="43673"/>
            </a:xfrm>
            <a:custGeom>
              <a:avLst/>
              <a:gdLst/>
              <a:ahLst/>
              <a:cxnLst/>
              <a:rect l="l" t="t" r="r" b="b"/>
              <a:pathLst>
                <a:path w="1346" h="1371" extrusionOk="0">
                  <a:moveTo>
                    <a:pt x="679" y="1"/>
                  </a:moveTo>
                  <a:cubicBezTo>
                    <a:pt x="596" y="1"/>
                    <a:pt x="524" y="72"/>
                    <a:pt x="524" y="167"/>
                  </a:cubicBezTo>
                  <a:lnTo>
                    <a:pt x="524" y="525"/>
                  </a:lnTo>
                  <a:lnTo>
                    <a:pt x="167" y="525"/>
                  </a:lnTo>
                  <a:cubicBezTo>
                    <a:pt x="72" y="525"/>
                    <a:pt x="1" y="596"/>
                    <a:pt x="1" y="691"/>
                  </a:cubicBezTo>
                  <a:cubicBezTo>
                    <a:pt x="1" y="775"/>
                    <a:pt x="72" y="846"/>
                    <a:pt x="167" y="846"/>
                  </a:cubicBezTo>
                  <a:lnTo>
                    <a:pt x="524" y="846"/>
                  </a:lnTo>
                  <a:lnTo>
                    <a:pt x="501" y="1203"/>
                  </a:lnTo>
                  <a:cubicBezTo>
                    <a:pt x="501" y="1299"/>
                    <a:pt x="584" y="1370"/>
                    <a:pt x="667" y="1370"/>
                  </a:cubicBezTo>
                  <a:cubicBezTo>
                    <a:pt x="751" y="1370"/>
                    <a:pt x="834" y="1299"/>
                    <a:pt x="834" y="1203"/>
                  </a:cubicBezTo>
                  <a:lnTo>
                    <a:pt x="834" y="846"/>
                  </a:lnTo>
                  <a:lnTo>
                    <a:pt x="1191" y="846"/>
                  </a:lnTo>
                  <a:cubicBezTo>
                    <a:pt x="1274" y="846"/>
                    <a:pt x="1346" y="775"/>
                    <a:pt x="1346" y="691"/>
                  </a:cubicBezTo>
                  <a:cubicBezTo>
                    <a:pt x="1346" y="596"/>
                    <a:pt x="1274" y="525"/>
                    <a:pt x="1191" y="525"/>
                  </a:cubicBezTo>
                  <a:lnTo>
                    <a:pt x="846" y="525"/>
                  </a:lnTo>
                  <a:lnTo>
                    <a:pt x="846" y="167"/>
                  </a:ln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63"/>
            <p:cNvSpPr/>
            <p:nvPr/>
          </p:nvSpPr>
          <p:spPr>
            <a:xfrm>
              <a:off x="5756399" y="2434456"/>
              <a:ext cx="367925" cy="367161"/>
            </a:xfrm>
            <a:custGeom>
              <a:avLst/>
              <a:gdLst/>
              <a:ahLst/>
              <a:cxnLst/>
              <a:rect l="l" t="t" r="r" b="b"/>
              <a:pathLst>
                <a:path w="11550" h="11526" extrusionOk="0">
                  <a:moveTo>
                    <a:pt x="7192" y="334"/>
                  </a:moveTo>
                  <a:lnTo>
                    <a:pt x="7192" y="2215"/>
                  </a:lnTo>
                  <a:lnTo>
                    <a:pt x="6287" y="2215"/>
                  </a:lnTo>
                  <a:cubicBezTo>
                    <a:pt x="6192" y="2215"/>
                    <a:pt x="6121" y="2298"/>
                    <a:pt x="6121" y="2382"/>
                  </a:cubicBezTo>
                  <a:cubicBezTo>
                    <a:pt x="6121" y="2477"/>
                    <a:pt x="6192" y="2548"/>
                    <a:pt x="6287" y="2548"/>
                  </a:cubicBezTo>
                  <a:lnTo>
                    <a:pt x="8859" y="2548"/>
                  </a:lnTo>
                  <a:lnTo>
                    <a:pt x="8859" y="2822"/>
                  </a:lnTo>
                  <a:lnTo>
                    <a:pt x="2692" y="2822"/>
                  </a:lnTo>
                  <a:lnTo>
                    <a:pt x="2692" y="2548"/>
                  </a:lnTo>
                  <a:lnTo>
                    <a:pt x="5335" y="2548"/>
                  </a:lnTo>
                  <a:cubicBezTo>
                    <a:pt x="5418" y="2548"/>
                    <a:pt x="5490" y="2477"/>
                    <a:pt x="5490" y="2382"/>
                  </a:cubicBezTo>
                  <a:cubicBezTo>
                    <a:pt x="5490" y="2298"/>
                    <a:pt x="5418" y="2215"/>
                    <a:pt x="5335" y="2215"/>
                  </a:cubicBezTo>
                  <a:lnTo>
                    <a:pt x="4370" y="2215"/>
                  </a:lnTo>
                  <a:lnTo>
                    <a:pt x="4370" y="334"/>
                  </a:lnTo>
                  <a:close/>
                  <a:moveTo>
                    <a:pt x="2787" y="4287"/>
                  </a:moveTo>
                  <a:lnTo>
                    <a:pt x="2787" y="4560"/>
                  </a:lnTo>
                  <a:lnTo>
                    <a:pt x="346" y="4560"/>
                  </a:lnTo>
                  <a:lnTo>
                    <a:pt x="346" y="4287"/>
                  </a:lnTo>
                  <a:close/>
                  <a:moveTo>
                    <a:pt x="7133" y="8037"/>
                  </a:moveTo>
                  <a:lnTo>
                    <a:pt x="7133" y="10537"/>
                  </a:lnTo>
                  <a:lnTo>
                    <a:pt x="5954" y="10537"/>
                  </a:lnTo>
                  <a:lnTo>
                    <a:pt x="5954" y="8037"/>
                  </a:lnTo>
                  <a:close/>
                  <a:moveTo>
                    <a:pt x="8442" y="3156"/>
                  </a:moveTo>
                  <a:lnTo>
                    <a:pt x="8442" y="10537"/>
                  </a:lnTo>
                  <a:lnTo>
                    <a:pt x="7478" y="10537"/>
                  </a:lnTo>
                  <a:lnTo>
                    <a:pt x="7478" y="7859"/>
                  </a:lnTo>
                  <a:cubicBezTo>
                    <a:pt x="7478" y="7775"/>
                    <a:pt x="7395" y="7704"/>
                    <a:pt x="7311" y="7704"/>
                  </a:cubicBezTo>
                  <a:lnTo>
                    <a:pt x="4287" y="7704"/>
                  </a:lnTo>
                  <a:cubicBezTo>
                    <a:pt x="4204" y="7704"/>
                    <a:pt x="4120" y="7775"/>
                    <a:pt x="4120" y="7859"/>
                  </a:cubicBezTo>
                  <a:lnTo>
                    <a:pt x="4120" y="10537"/>
                  </a:lnTo>
                  <a:lnTo>
                    <a:pt x="3156" y="10537"/>
                  </a:lnTo>
                  <a:lnTo>
                    <a:pt x="3132" y="3156"/>
                  </a:lnTo>
                  <a:close/>
                  <a:moveTo>
                    <a:pt x="5609" y="8061"/>
                  </a:moveTo>
                  <a:lnTo>
                    <a:pt x="5609" y="10561"/>
                  </a:lnTo>
                  <a:lnTo>
                    <a:pt x="4442" y="10561"/>
                  </a:lnTo>
                  <a:lnTo>
                    <a:pt x="4442" y="8061"/>
                  </a:lnTo>
                  <a:close/>
                  <a:moveTo>
                    <a:pt x="10966" y="4906"/>
                  </a:moveTo>
                  <a:lnTo>
                    <a:pt x="10966" y="10561"/>
                  </a:lnTo>
                  <a:lnTo>
                    <a:pt x="8764" y="10561"/>
                  </a:lnTo>
                  <a:lnTo>
                    <a:pt x="8764" y="4906"/>
                  </a:lnTo>
                  <a:close/>
                  <a:moveTo>
                    <a:pt x="11205" y="10883"/>
                  </a:moveTo>
                  <a:lnTo>
                    <a:pt x="11205" y="11180"/>
                  </a:lnTo>
                  <a:lnTo>
                    <a:pt x="334" y="11180"/>
                  </a:lnTo>
                  <a:lnTo>
                    <a:pt x="334" y="10883"/>
                  </a:lnTo>
                  <a:close/>
                  <a:moveTo>
                    <a:pt x="4216" y="0"/>
                  </a:moveTo>
                  <a:cubicBezTo>
                    <a:pt x="4120" y="0"/>
                    <a:pt x="4049" y="72"/>
                    <a:pt x="4049" y="167"/>
                  </a:cubicBezTo>
                  <a:lnTo>
                    <a:pt x="4049" y="2239"/>
                  </a:lnTo>
                  <a:lnTo>
                    <a:pt x="2537" y="2239"/>
                  </a:lnTo>
                  <a:cubicBezTo>
                    <a:pt x="2442" y="2239"/>
                    <a:pt x="2370" y="2310"/>
                    <a:pt x="2370" y="2394"/>
                  </a:cubicBezTo>
                  <a:lnTo>
                    <a:pt x="2370" y="3013"/>
                  </a:lnTo>
                  <a:cubicBezTo>
                    <a:pt x="2370" y="3096"/>
                    <a:pt x="2442" y="3179"/>
                    <a:pt x="2537" y="3179"/>
                  </a:cubicBezTo>
                  <a:lnTo>
                    <a:pt x="2787" y="3179"/>
                  </a:lnTo>
                  <a:lnTo>
                    <a:pt x="2787" y="3965"/>
                  </a:lnTo>
                  <a:lnTo>
                    <a:pt x="167" y="3965"/>
                  </a:lnTo>
                  <a:cubicBezTo>
                    <a:pt x="72" y="3965"/>
                    <a:pt x="1" y="4037"/>
                    <a:pt x="1" y="4132"/>
                  </a:cubicBezTo>
                  <a:lnTo>
                    <a:pt x="1" y="4739"/>
                  </a:lnTo>
                  <a:cubicBezTo>
                    <a:pt x="1" y="4822"/>
                    <a:pt x="72" y="4906"/>
                    <a:pt x="167" y="4906"/>
                  </a:cubicBezTo>
                  <a:lnTo>
                    <a:pt x="239" y="4906"/>
                  </a:lnTo>
                  <a:lnTo>
                    <a:pt x="239" y="6013"/>
                  </a:lnTo>
                  <a:cubicBezTo>
                    <a:pt x="239" y="6108"/>
                    <a:pt x="310" y="6180"/>
                    <a:pt x="406" y="6180"/>
                  </a:cubicBezTo>
                  <a:cubicBezTo>
                    <a:pt x="489" y="6180"/>
                    <a:pt x="572" y="6108"/>
                    <a:pt x="572" y="6013"/>
                  </a:cubicBezTo>
                  <a:lnTo>
                    <a:pt x="572" y="4906"/>
                  </a:lnTo>
                  <a:lnTo>
                    <a:pt x="2763" y="4906"/>
                  </a:lnTo>
                  <a:lnTo>
                    <a:pt x="2763" y="10561"/>
                  </a:lnTo>
                  <a:lnTo>
                    <a:pt x="572" y="10561"/>
                  </a:lnTo>
                  <a:lnTo>
                    <a:pt x="572" y="6870"/>
                  </a:lnTo>
                  <a:cubicBezTo>
                    <a:pt x="572" y="6775"/>
                    <a:pt x="489" y="6704"/>
                    <a:pt x="406" y="6704"/>
                  </a:cubicBezTo>
                  <a:cubicBezTo>
                    <a:pt x="310" y="6704"/>
                    <a:pt x="239" y="6775"/>
                    <a:pt x="239" y="6870"/>
                  </a:cubicBezTo>
                  <a:lnTo>
                    <a:pt x="239" y="10561"/>
                  </a:lnTo>
                  <a:lnTo>
                    <a:pt x="167" y="10561"/>
                  </a:lnTo>
                  <a:cubicBezTo>
                    <a:pt x="72" y="10561"/>
                    <a:pt x="1" y="10633"/>
                    <a:pt x="1" y="10716"/>
                  </a:cubicBezTo>
                  <a:lnTo>
                    <a:pt x="1" y="11359"/>
                  </a:lnTo>
                  <a:cubicBezTo>
                    <a:pt x="1" y="11454"/>
                    <a:pt x="72" y="11526"/>
                    <a:pt x="167" y="11526"/>
                  </a:cubicBezTo>
                  <a:lnTo>
                    <a:pt x="11371" y="11526"/>
                  </a:lnTo>
                  <a:cubicBezTo>
                    <a:pt x="11466" y="11526"/>
                    <a:pt x="11538" y="11454"/>
                    <a:pt x="11538" y="11359"/>
                  </a:cubicBezTo>
                  <a:lnTo>
                    <a:pt x="11538" y="10716"/>
                  </a:lnTo>
                  <a:cubicBezTo>
                    <a:pt x="11538" y="10633"/>
                    <a:pt x="11466" y="10561"/>
                    <a:pt x="11371" y="10561"/>
                  </a:cubicBezTo>
                  <a:lnTo>
                    <a:pt x="11300" y="10561"/>
                  </a:lnTo>
                  <a:lnTo>
                    <a:pt x="11300" y="4906"/>
                  </a:lnTo>
                  <a:lnTo>
                    <a:pt x="11383" y="4906"/>
                  </a:lnTo>
                  <a:cubicBezTo>
                    <a:pt x="11478" y="4906"/>
                    <a:pt x="11550" y="4822"/>
                    <a:pt x="11550" y="4739"/>
                  </a:cubicBezTo>
                  <a:lnTo>
                    <a:pt x="11550" y="4132"/>
                  </a:lnTo>
                  <a:cubicBezTo>
                    <a:pt x="11550" y="4037"/>
                    <a:pt x="11478" y="3965"/>
                    <a:pt x="11383" y="3965"/>
                  </a:cubicBezTo>
                  <a:lnTo>
                    <a:pt x="10359" y="3965"/>
                  </a:lnTo>
                  <a:cubicBezTo>
                    <a:pt x="10276" y="3965"/>
                    <a:pt x="10192" y="4037"/>
                    <a:pt x="10192" y="4132"/>
                  </a:cubicBezTo>
                  <a:cubicBezTo>
                    <a:pt x="10192" y="4215"/>
                    <a:pt x="10276" y="4287"/>
                    <a:pt x="10359" y="4287"/>
                  </a:cubicBezTo>
                  <a:lnTo>
                    <a:pt x="11216" y="4287"/>
                  </a:lnTo>
                  <a:lnTo>
                    <a:pt x="11216" y="4560"/>
                  </a:lnTo>
                  <a:lnTo>
                    <a:pt x="8776" y="4560"/>
                  </a:lnTo>
                  <a:lnTo>
                    <a:pt x="8776" y="4287"/>
                  </a:lnTo>
                  <a:lnTo>
                    <a:pt x="9526" y="4287"/>
                  </a:lnTo>
                  <a:cubicBezTo>
                    <a:pt x="9609" y="4287"/>
                    <a:pt x="9692" y="4215"/>
                    <a:pt x="9692" y="4132"/>
                  </a:cubicBezTo>
                  <a:cubicBezTo>
                    <a:pt x="9692" y="4037"/>
                    <a:pt x="9609" y="3965"/>
                    <a:pt x="9526" y="3965"/>
                  </a:cubicBezTo>
                  <a:lnTo>
                    <a:pt x="8776" y="3965"/>
                  </a:lnTo>
                  <a:lnTo>
                    <a:pt x="8776" y="3179"/>
                  </a:lnTo>
                  <a:lnTo>
                    <a:pt x="9038" y="3179"/>
                  </a:lnTo>
                  <a:cubicBezTo>
                    <a:pt x="9121" y="3179"/>
                    <a:pt x="9192" y="3096"/>
                    <a:pt x="9192" y="3013"/>
                  </a:cubicBezTo>
                  <a:lnTo>
                    <a:pt x="9192" y="2394"/>
                  </a:lnTo>
                  <a:cubicBezTo>
                    <a:pt x="9192" y="2310"/>
                    <a:pt x="9121" y="2239"/>
                    <a:pt x="9038" y="2239"/>
                  </a:cubicBezTo>
                  <a:lnTo>
                    <a:pt x="7525" y="2239"/>
                  </a:lnTo>
                  <a:lnTo>
                    <a:pt x="7525" y="167"/>
                  </a:lnTo>
                  <a:cubicBezTo>
                    <a:pt x="7525" y="72"/>
                    <a:pt x="7454" y="0"/>
                    <a:pt x="7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83" name="Google Shape;10183;p63"/>
          <p:cNvSpPr/>
          <p:nvPr/>
        </p:nvSpPr>
        <p:spPr>
          <a:xfrm>
            <a:off x="5304695" y="2253551"/>
            <a:ext cx="368308" cy="366970"/>
          </a:xfrm>
          <a:custGeom>
            <a:avLst/>
            <a:gdLst/>
            <a:ahLst/>
            <a:cxnLst/>
            <a:rect l="l" t="t" r="r" b="b"/>
            <a:pathLst>
              <a:path w="11562" h="11520" extrusionOk="0">
                <a:moveTo>
                  <a:pt x="9204" y="402"/>
                </a:moveTo>
                <a:lnTo>
                  <a:pt x="11145" y="2343"/>
                </a:lnTo>
                <a:lnTo>
                  <a:pt x="11073" y="2414"/>
                </a:lnTo>
                <a:lnTo>
                  <a:pt x="9132" y="474"/>
                </a:lnTo>
                <a:lnTo>
                  <a:pt x="9204" y="402"/>
                </a:lnTo>
                <a:close/>
                <a:moveTo>
                  <a:pt x="7049" y="1712"/>
                </a:moveTo>
                <a:lnTo>
                  <a:pt x="9823" y="4486"/>
                </a:lnTo>
                <a:lnTo>
                  <a:pt x="9668" y="4629"/>
                </a:lnTo>
                <a:lnTo>
                  <a:pt x="6906" y="1855"/>
                </a:lnTo>
                <a:lnTo>
                  <a:pt x="7049" y="1712"/>
                </a:lnTo>
                <a:close/>
                <a:moveTo>
                  <a:pt x="5025" y="4927"/>
                </a:moveTo>
                <a:lnTo>
                  <a:pt x="5025" y="4927"/>
                </a:lnTo>
                <a:cubicBezTo>
                  <a:pt x="5192" y="5022"/>
                  <a:pt x="5465" y="5224"/>
                  <a:pt x="5703" y="5760"/>
                </a:cubicBezTo>
                <a:cubicBezTo>
                  <a:pt x="5965" y="6367"/>
                  <a:pt x="6323" y="6629"/>
                  <a:pt x="6596" y="6724"/>
                </a:cubicBezTo>
                <a:lnTo>
                  <a:pt x="5489" y="7832"/>
                </a:lnTo>
                <a:cubicBezTo>
                  <a:pt x="5048" y="8272"/>
                  <a:pt x="4462" y="8519"/>
                  <a:pt x="3836" y="8519"/>
                </a:cubicBezTo>
                <a:cubicBezTo>
                  <a:pt x="3768" y="8519"/>
                  <a:pt x="3700" y="8516"/>
                  <a:pt x="3632" y="8510"/>
                </a:cubicBezTo>
                <a:cubicBezTo>
                  <a:pt x="3298" y="8487"/>
                  <a:pt x="3048" y="8237"/>
                  <a:pt x="3025" y="7903"/>
                </a:cubicBezTo>
                <a:cubicBezTo>
                  <a:pt x="2977" y="7308"/>
                  <a:pt x="3156" y="6713"/>
                  <a:pt x="3525" y="6248"/>
                </a:cubicBezTo>
                <a:cubicBezTo>
                  <a:pt x="4358" y="7058"/>
                  <a:pt x="4334" y="7117"/>
                  <a:pt x="4465" y="7117"/>
                </a:cubicBezTo>
                <a:cubicBezTo>
                  <a:pt x="4608" y="7117"/>
                  <a:pt x="4691" y="6939"/>
                  <a:pt x="4584" y="6832"/>
                </a:cubicBezTo>
                <a:lnTo>
                  <a:pt x="3763" y="6010"/>
                </a:lnTo>
                <a:lnTo>
                  <a:pt x="4120" y="5653"/>
                </a:lnTo>
                <a:cubicBezTo>
                  <a:pt x="4477" y="5998"/>
                  <a:pt x="4489" y="6093"/>
                  <a:pt x="4608" y="6093"/>
                </a:cubicBezTo>
                <a:cubicBezTo>
                  <a:pt x="4763" y="6093"/>
                  <a:pt x="4834" y="5915"/>
                  <a:pt x="4727" y="5808"/>
                </a:cubicBezTo>
                <a:lnTo>
                  <a:pt x="4358" y="5439"/>
                </a:lnTo>
                <a:lnTo>
                  <a:pt x="4715" y="5081"/>
                </a:lnTo>
                <a:cubicBezTo>
                  <a:pt x="5072" y="5415"/>
                  <a:pt x="5084" y="5510"/>
                  <a:pt x="5203" y="5510"/>
                </a:cubicBezTo>
                <a:cubicBezTo>
                  <a:pt x="5358" y="5510"/>
                  <a:pt x="5430" y="5331"/>
                  <a:pt x="5322" y="5224"/>
                </a:cubicBezTo>
                <a:lnTo>
                  <a:pt x="5025" y="4927"/>
                </a:lnTo>
                <a:close/>
                <a:moveTo>
                  <a:pt x="2751" y="8248"/>
                </a:moveTo>
                <a:cubicBezTo>
                  <a:pt x="2858" y="8487"/>
                  <a:pt x="3048" y="8677"/>
                  <a:pt x="3287" y="8784"/>
                </a:cubicBezTo>
                <a:cubicBezTo>
                  <a:pt x="3036" y="9022"/>
                  <a:pt x="3001" y="9106"/>
                  <a:pt x="2882" y="9106"/>
                </a:cubicBezTo>
                <a:cubicBezTo>
                  <a:pt x="2763" y="9106"/>
                  <a:pt x="2727" y="9010"/>
                  <a:pt x="2477" y="8784"/>
                </a:cubicBezTo>
                <a:cubicBezTo>
                  <a:pt x="2405" y="8713"/>
                  <a:pt x="2405" y="8594"/>
                  <a:pt x="2477" y="8510"/>
                </a:cubicBezTo>
                <a:lnTo>
                  <a:pt x="2751" y="8248"/>
                </a:lnTo>
                <a:close/>
                <a:moveTo>
                  <a:pt x="9216" y="0"/>
                </a:moveTo>
                <a:cubicBezTo>
                  <a:pt x="9171" y="0"/>
                  <a:pt x="9127" y="15"/>
                  <a:pt x="9097" y="45"/>
                </a:cubicBezTo>
                <a:lnTo>
                  <a:pt x="8775" y="355"/>
                </a:lnTo>
                <a:cubicBezTo>
                  <a:pt x="8716" y="414"/>
                  <a:pt x="8716" y="533"/>
                  <a:pt x="8775" y="593"/>
                </a:cubicBezTo>
                <a:lnTo>
                  <a:pt x="9037" y="855"/>
                </a:lnTo>
                <a:lnTo>
                  <a:pt x="8775" y="1105"/>
                </a:lnTo>
                <a:cubicBezTo>
                  <a:pt x="8716" y="1164"/>
                  <a:pt x="8716" y="1283"/>
                  <a:pt x="8775" y="1343"/>
                </a:cubicBezTo>
                <a:cubicBezTo>
                  <a:pt x="8805" y="1373"/>
                  <a:pt x="8850" y="1387"/>
                  <a:pt x="8894" y="1387"/>
                </a:cubicBezTo>
                <a:cubicBezTo>
                  <a:pt x="8939" y="1387"/>
                  <a:pt x="8984" y="1373"/>
                  <a:pt x="9013" y="1343"/>
                </a:cubicBezTo>
                <a:lnTo>
                  <a:pt x="9275" y="1093"/>
                </a:lnTo>
                <a:lnTo>
                  <a:pt x="10466" y="2283"/>
                </a:lnTo>
                <a:lnTo>
                  <a:pt x="9275" y="3474"/>
                </a:lnTo>
                <a:lnTo>
                  <a:pt x="8085" y="2283"/>
                </a:lnTo>
                <a:lnTo>
                  <a:pt x="8406" y="1950"/>
                </a:lnTo>
                <a:cubicBezTo>
                  <a:pt x="8466" y="1890"/>
                  <a:pt x="8466" y="1771"/>
                  <a:pt x="8406" y="1712"/>
                </a:cubicBezTo>
                <a:cubicBezTo>
                  <a:pt x="8376" y="1682"/>
                  <a:pt x="8332" y="1667"/>
                  <a:pt x="8287" y="1667"/>
                </a:cubicBezTo>
                <a:cubicBezTo>
                  <a:pt x="8242" y="1667"/>
                  <a:pt x="8198" y="1682"/>
                  <a:pt x="8168" y="1712"/>
                </a:cubicBezTo>
                <a:lnTo>
                  <a:pt x="7847" y="2045"/>
                </a:lnTo>
                <a:cubicBezTo>
                  <a:pt x="7168" y="1390"/>
                  <a:pt x="7168" y="1331"/>
                  <a:pt x="7049" y="1331"/>
                </a:cubicBezTo>
                <a:cubicBezTo>
                  <a:pt x="6930" y="1331"/>
                  <a:pt x="6906" y="1414"/>
                  <a:pt x="6549" y="1760"/>
                </a:cubicBezTo>
                <a:cubicBezTo>
                  <a:pt x="6489" y="1819"/>
                  <a:pt x="6489" y="1938"/>
                  <a:pt x="6549" y="1998"/>
                </a:cubicBezTo>
                <a:lnTo>
                  <a:pt x="6918" y="2367"/>
                </a:lnTo>
                <a:lnTo>
                  <a:pt x="3346" y="5939"/>
                </a:lnTo>
                <a:cubicBezTo>
                  <a:pt x="2870" y="6462"/>
                  <a:pt x="2620" y="7165"/>
                  <a:pt x="2644" y="7879"/>
                </a:cubicBezTo>
                <a:lnTo>
                  <a:pt x="2215" y="8308"/>
                </a:lnTo>
                <a:cubicBezTo>
                  <a:pt x="2108" y="8403"/>
                  <a:pt x="2072" y="8534"/>
                  <a:pt x="2072" y="8677"/>
                </a:cubicBezTo>
                <a:cubicBezTo>
                  <a:pt x="2072" y="8915"/>
                  <a:pt x="2227" y="9070"/>
                  <a:pt x="2227" y="9070"/>
                </a:cubicBezTo>
                <a:lnTo>
                  <a:pt x="60" y="11237"/>
                </a:lnTo>
                <a:cubicBezTo>
                  <a:pt x="0" y="11296"/>
                  <a:pt x="0" y="11415"/>
                  <a:pt x="60" y="11475"/>
                </a:cubicBezTo>
                <a:cubicBezTo>
                  <a:pt x="90" y="11505"/>
                  <a:pt x="134" y="11520"/>
                  <a:pt x="179" y="11520"/>
                </a:cubicBezTo>
                <a:cubicBezTo>
                  <a:pt x="224" y="11520"/>
                  <a:pt x="268" y="11505"/>
                  <a:pt x="298" y="11475"/>
                </a:cubicBezTo>
                <a:lnTo>
                  <a:pt x="2465" y="9296"/>
                </a:lnTo>
                <a:lnTo>
                  <a:pt x="2477" y="9320"/>
                </a:lnTo>
                <a:cubicBezTo>
                  <a:pt x="2584" y="9421"/>
                  <a:pt x="2718" y="9472"/>
                  <a:pt x="2852" y="9472"/>
                </a:cubicBezTo>
                <a:cubicBezTo>
                  <a:pt x="2986" y="9472"/>
                  <a:pt x="3120" y="9421"/>
                  <a:pt x="3227" y="9320"/>
                </a:cubicBezTo>
                <a:lnTo>
                  <a:pt x="3656" y="8891"/>
                </a:lnTo>
                <a:cubicBezTo>
                  <a:pt x="3685" y="8892"/>
                  <a:pt x="3715" y="8893"/>
                  <a:pt x="3745" y="8893"/>
                </a:cubicBezTo>
                <a:cubicBezTo>
                  <a:pt x="4485" y="8893"/>
                  <a:pt x="5176" y="8609"/>
                  <a:pt x="5680" y="8094"/>
                </a:cubicBezTo>
                <a:lnTo>
                  <a:pt x="7835" y="5939"/>
                </a:lnTo>
                <a:cubicBezTo>
                  <a:pt x="7906" y="5879"/>
                  <a:pt x="7906" y="5760"/>
                  <a:pt x="7835" y="5700"/>
                </a:cubicBezTo>
                <a:cubicBezTo>
                  <a:pt x="7805" y="5671"/>
                  <a:pt x="7760" y="5656"/>
                  <a:pt x="7717" y="5656"/>
                </a:cubicBezTo>
                <a:cubicBezTo>
                  <a:pt x="7674" y="5656"/>
                  <a:pt x="7632" y="5671"/>
                  <a:pt x="7608" y="5700"/>
                </a:cubicBezTo>
                <a:lnTo>
                  <a:pt x="6811" y="6486"/>
                </a:lnTo>
                <a:cubicBezTo>
                  <a:pt x="6668" y="6462"/>
                  <a:pt x="6275" y="6343"/>
                  <a:pt x="5965" y="5641"/>
                </a:cubicBezTo>
                <a:cubicBezTo>
                  <a:pt x="5680" y="5022"/>
                  <a:pt x="5358" y="4748"/>
                  <a:pt x="5120" y="4629"/>
                </a:cubicBezTo>
                <a:lnTo>
                  <a:pt x="5251" y="4498"/>
                </a:lnTo>
                <a:lnTo>
                  <a:pt x="6073" y="5319"/>
                </a:lnTo>
                <a:cubicBezTo>
                  <a:pt x="6102" y="5349"/>
                  <a:pt x="6147" y="5364"/>
                  <a:pt x="6192" y="5364"/>
                </a:cubicBezTo>
                <a:cubicBezTo>
                  <a:pt x="6236" y="5364"/>
                  <a:pt x="6281" y="5349"/>
                  <a:pt x="6311" y="5319"/>
                </a:cubicBezTo>
                <a:cubicBezTo>
                  <a:pt x="6370" y="5260"/>
                  <a:pt x="6370" y="5141"/>
                  <a:pt x="6311" y="5081"/>
                </a:cubicBezTo>
                <a:lnTo>
                  <a:pt x="5489" y="4260"/>
                </a:lnTo>
                <a:lnTo>
                  <a:pt x="5846" y="3903"/>
                </a:lnTo>
                <a:lnTo>
                  <a:pt x="6215" y="4272"/>
                </a:lnTo>
                <a:cubicBezTo>
                  <a:pt x="6245" y="4301"/>
                  <a:pt x="6290" y="4316"/>
                  <a:pt x="6335" y="4316"/>
                </a:cubicBezTo>
                <a:cubicBezTo>
                  <a:pt x="6379" y="4316"/>
                  <a:pt x="6424" y="4301"/>
                  <a:pt x="6454" y="4272"/>
                </a:cubicBezTo>
                <a:cubicBezTo>
                  <a:pt x="6513" y="4212"/>
                  <a:pt x="6513" y="4093"/>
                  <a:pt x="6454" y="4034"/>
                </a:cubicBezTo>
                <a:lnTo>
                  <a:pt x="6084" y="3665"/>
                </a:lnTo>
                <a:lnTo>
                  <a:pt x="6442" y="3307"/>
                </a:lnTo>
                <a:lnTo>
                  <a:pt x="6811" y="3676"/>
                </a:lnTo>
                <a:cubicBezTo>
                  <a:pt x="6841" y="3706"/>
                  <a:pt x="6885" y="3721"/>
                  <a:pt x="6930" y="3721"/>
                </a:cubicBezTo>
                <a:cubicBezTo>
                  <a:pt x="6974" y="3721"/>
                  <a:pt x="7019" y="3706"/>
                  <a:pt x="7049" y="3676"/>
                </a:cubicBezTo>
                <a:cubicBezTo>
                  <a:pt x="7108" y="3617"/>
                  <a:pt x="7108" y="3498"/>
                  <a:pt x="7049" y="3438"/>
                </a:cubicBezTo>
                <a:lnTo>
                  <a:pt x="6680" y="3069"/>
                </a:lnTo>
                <a:lnTo>
                  <a:pt x="7144" y="2605"/>
                </a:lnTo>
                <a:lnTo>
                  <a:pt x="8906" y="4379"/>
                </a:lnTo>
                <a:lnTo>
                  <a:pt x="8287" y="4998"/>
                </a:lnTo>
                <a:cubicBezTo>
                  <a:pt x="8228" y="5058"/>
                  <a:pt x="8228" y="5177"/>
                  <a:pt x="8287" y="5236"/>
                </a:cubicBezTo>
                <a:cubicBezTo>
                  <a:pt x="8317" y="5266"/>
                  <a:pt x="8362" y="5281"/>
                  <a:pt x="8406" y="5281"/>
                </a:cubicBezTo>
                <a:cubicBezTo>
                  <a:pt x="8451" y="5281"/>
                  <a:pt x="8495" y="5266"/>
                  <a:pt x="8525" y="5236"/>
                </a:cubicBezTo>
                <a:lnTo>
                  <a:pt x="9144" y="4617"/>
                </a:lnTo>
                <a:cubicBezTo>
                  <a:pt x="9502" y="4962"/>
                  <a:pt x="9525" y="5034"/>
                  <a:pt x="9644" y="5034"/>
                </a:cubicBezTo>
                <a:cubicBezTo>
                  <a:pt x="9680" y="5034"/>
                  <a:pt x="9728" y="5010"/>
                  <a:pt x="9764" y="4986"/>
                </a:cubicBezTo>
                <a:cubicBezTo>
                  <a:pt x="10121" y="4617"/>
                  <a:pt x="10192" y="4593"/>
                  <a:pt x="10192" y="4486"/>
                </a:cubicBezTo>
                <a:cubicBezTo>
                  <a:pt x="10192" y="4367"/>
                  <a:pt x="10133" y="4379"/>
                  <a:pt x="9478" y="3688"/>
                </a:cubicBezTo>
                <a:lnTo>
                  <a:pt x="10668" y="2498"/>
                </a:lnTo>
                <a:cubicBezTo>
                  <a:pt x="10907" y="2724"/>
                  <a:pt x="10930" y="2819"/>
                  <a:pt x="11037" y="2819"/>
                </a:cubicBezTo>
                <a:cubicBezTo>
                  <a:pt x="11085" y="2819"/>
                  <a:pt x="11133" y="2795"/>
                  <a:pt x="11157" y="2772"/>
                </a:cubicBezTo>
                <a:lnTo>
                  <a:pt x="11502" y="2462"/>
                </a:lnTo>
                <a:cubicBezTo>
                  <a:pt x="11561" y="2402"/>
                  <a:pt x="11561" y="2283"/>
                  <a:pt x="11502" y="2224"/>
                </a:cubicBezTo>
                <a:lnTo>
                  <a:pt x="9335" y="45"/>
                </a:lnTo>
                <a:cubicBezTo>
                  <a:pt x="9305" y="15"/>
                  <a:pt x="9260" y="0"/>
                  <a:pt x="9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63"/>
          <p:cNvSpPr/>
          <p:nvPr/>
        </p:nvSpPr>
        <p:spPr>
          <a:xfrm>
            <a:off x="7542031" y="2264541"/>
            <a:ext cx="370187" cy="344034"/>
          </a:xfrm>
          <a:custGeom>
            <a:avLst/>
            <a:gdLst/>
            <a:ahLst/>
            <a:cxnLst/>
            <a:rect l="l" t="t" r="r" b="b"/>
            <a:pathLst>
              <a:path w="11621" h="10800" extrusionOk="0">
                <a:moveTo>
                  <a:pt x="9522" y="349"/>
                </a:moveTo>
                <a:cubicBezTo>
                  <a:pt x="9633" y="349"/>
                  <a:pt x="9746" y="391"/>
                  <a:pt x="9835" y="474"/>
                </a:cubicBezTo>
                <a:lnTo>
                  <a:pt x="11097" y="1736"/>
                </a:lnTo>
                <a:cubicBezTo>
                  <a:pt x="11252" y="1891"/>
                  <a:pt x="11252" y="2153"/>
                  <a:pt x="11085" y="2331"/>
                </a:cubicBezTo>
                <a:lnTo>
                  <a:pt x="10299" y="3129"/>
                </a:lnTo>
                <a:lnTo>
                  <a:pt x="8430" y="1260"/>
                </a:lnTo>
                <a:lnTo>
                  <a:pt x="9228" y="474"/>
                </a:lnTo>
                <a:cubicBezTo>
                  <a:pt x="9305" y="391"/>
                  <a:pt x="9412" y="349"/>
                  <a:pt x="9522" y="349"/>
                </a:cubicBezTo>
                <a:close/>
                <a:moveTo>
                  <a:pt x="8216" y="1486"/>
                </a:moveTo>
                <a:lnTo>
                  <a:pt x="10073" y="3343"/>
                </a:lnTo>
                <a:lnTo>
                  <a:pt x="9799" y="3617"/>
                </a:lnTo>
                <a:lnTo>
                  <a:pt x="7942" y="1760"/>
                </a:lnTo>
                <a:lnTo>
                  <a:pt x="8216" y="1486"/>
                </a:lnTo>
                <a:close/>
                <a:moveTo>
                  <a:pt x="9513" y="1"/>
                </a:moveTo>
                <a:cubicBezTo>
                  <a:pt x="9314" y="1"/>
                  <a:pt x="9115" y="75"/>
                  <a:pt x="8966" y="224"/>
                </a:cubicBezTo>
                <a:lnTo>
                  <a:pt x="6977" y="2200"/>
                </a:lnTo>
                <a:cubicBezTo>
                  <a:pt x="6918" y="2260"/>
                  <a:pt x="6918" y="2379"/>
                  <a:pt x="6977" y="2438"/>
                </a:cubicBezTo>
                <a:cubicBezTo>
                  <a:pt x="7007" y="2468"/>
                  <a:pt x="7052" y="2483"/>
                  <a:pt x="7096" y="2483"/>
                </a:cubicBezTo>
                <a:cubicBezTo>
                  <a:pt x="7141" y="2483"/>
                  <a:pt x="7186" y="2468"/>
                  <a:pt x="7216" y="2438"/>
                </a:cubicBezTo>
                <a:lnTo>
                  <a:pt x="7668" y="1974"/>
                </a:lnTo>
                <a:lnTo>
                  <a:pt x="9537" y="3843"/>
                </a:lnTo>
                <a:lnTo>
                  <a:pt x="7120" y="6260"/>
                </a:lnTo>
                <a:cubicBezTo>
                  <a:pt x="7043" y="6344"/>
                  <a:pt x="6933" y="6385"/>
                  <a:pt x="6821" y="6385"/>
                </a:cubicBezTo>
                <a:cubicBezTo>
                  <a:pt x="6710" y="6385"/>
                  <a:pt x="6596" y="6344"/>
                  <a:pt x="6513" y="6260"/>
                </a:cubicBezTo>
                <a:lnTo>
                  <a:pt x="5251" y="4998"/>
                </a:lnTo>
                <a:cubicBezTo>
                  <a:pt x="5084" y="4832"/>
                  <a:pt x="5084" y="4570"/>
                  <a:pt x="5251" y="4391"/>
                </a:cubicBezTo>
                <a:lnTo>
                  <a:pt x="6668" y="2974"/>
                </a:lnTo>
                <a:cubicBezTo>
                  <a:pt x="6727" y="2915"/>
                  <a:pt x="6727" y="2796"/>
                  <a:pt x="6668" y="2736"/>
                </a:cubicBezTo>
                <a:cubicBezTo>
                  <a:pt x="6632" y="2706"/>
                  <a:pt x="6585" y="2691"/>
                  <a:pt x="6540" y="2691"/>
                </a:cubicBezTo>
                <a:cubicBezTo>
                  <a:pt x="6495" y="2691"/>
                  <a:pt x="6454" y="2706"/>
                  <a:pt x="6430" y="2736"/>
                </a:cubicBezTo>
                <a:lnTo>
                  <a:pt x="5013" y="4153"/>
                </a:lnTo>
                <a:cubicBezTo>
                  <a:pt x="4727" y="4439"/>
                  <a:pt x="4715" y="4915"/>
                  <a:pt x="5001" y="5213"/>
                </a:cubicBezTo>
                <a:lnTo>
                  <a:pt x="1679" y="8523"/>
                </a:lnTo>
                <a:cubicBezTo>
                  <a:pt x="1620" y="8582"/>
                  <a:pt x="1620" y="8701"/>
                  <a:pt x="1679" y="8761"/>
                </a:cubicBezTo>
                <a:cubicBezTo>
                  <a:pt x="1709" y="8790"/>
                  <a:pt x="1754" y="8805"/>
                  <a:pt x="1798" y="8805"/>
                </a:cubicBezTo>
                <a:cubicBezTo>
                  <a:pt x="1843" y="8805"/>
                  <a:pt x="1887" y="8790"/>
                  <a:pt x="1917" y="8761"/>
                </a:cubicBezTo>
                <a:lnTo>
                  <a:pt x="5215" y="5463"/>
                </a:lnTo>
                <a:lnTo>
                  <a:pt x="5977" y="6225"/>
                </a:lnTo>
                <a:lnTo>
                  <a:pt x="4977" y="7213"/>
                </a:lnTo>
                <a:cubicBezTo>
                  <a:pt x="4787" y="7415"/>
                  <a:pt x="4680" y="7630"/>
                  <a:pt x="4668" y="7856"/>
                </a:cubicBezTo>
                <a:cubicBezTo>
                  <a:pt x="4581" y="9489"/>
                  <a:pt x="2148" y="10471"/>
                  <a:pt x="955" y="10471"/>
                </a:cubicBezTo>
                <a:cubicBezTo>
                  <a:pt x="678" y="10471"/>
                  <a:pt x="468" y="10418"/>
                  <a:pt x="369" y="10308"/>
                </a:cubicBezTo>
                <a:lnTo>
                  <a:pt x="1334" y="9344"/>
                </a:lnTo>
                <a:cubicBezTo>
                  <a:pt x="1393" y="9285"/>
                  <a:pt x="1393" y="9165"/>
                  <a:pt x="1334" y="9106"/>
                </a:cubicBezTo>
                <a:cubicBezTo>
                  <a:pt x="1304" y="9076"/>
                  <a:pt x="1259" y="9061"/>
                  <a:pt x="1215" y="9061"/>
                </a:cubicBezTo>
                <a:cubicBezTo>
                  <a:pt x="1170" y="9061"/>
                  <a:pt x="1125" y="9076"/>
                  <a:pt x="1096" y="9106"/>
                </a:cubicBezTo>
                <a:lnTo>
                  <a:pt x="60" y="10154"/>
                </a:lnTo>
                <a:cubicBezTo>
                  <a:pt x="12" y="10189"/>
                  <a:pt x="0" y="10249"/>
                  <a:pt x="12" y="10308"/>
                </a:cubicBezTo>
                <a:cubicBezTo>
                  <a:pt x="119" y="10695"/>
                  <a:pt x="578" y="10799"/>
                  <a:pt x="1021" y="10799"/>
                </a:cubicBezTo>
                <a:cubicBezTo>
                  <a:pt x="1124" y="10799"/>
                  <a:pt x="1226" y="10794"/>
                  <a:pt x="1322" y="10785"/>
                </a:cubicBezTo>
                <a:cubicBezTo>
                  <a:pt x="2858" y="10630"/>
                  <a:pt x="4941" y="9499"/>
                  <a:pt x="5013" y="7868"/>
                </a:cubicBezTo>
                <a:cubicBezTo>
                  <a:pt x="5025" y="7558"/>
                  <a:pt x="5299" y="7427"/>
                  <a:pt x="6215" y="6475"/>
                </a:cubicBezTo>
                <a:cubicBezTo>
                  <a:pt x="6227" y="6487"/>
                  <a:pt x="6430" y="6737"/>
                  <a:pt x="6799" y="6737"/>
                </a:cubicBezTo>
                <a:cubicBezTo>
                  <a:pt x="6989" y="6737"/>
                  <a:pt x="7180" y="6665"/>
                  <a:pt x="7335" y="6522"/>
                </a:cubicBezTo>
                <a:lnTo>
                  <a:pt x="11276" y="2569"/>
                </a:lnTo>
                <a:cubicBezTo>
                  <a:pt x="11621" y="2260"/>
                  <a:pt x="11621" y="1784"/>
                  <a:pt x="11323" y="1486"/>
                </a:cubicBezTo>
                <a:lnTo>
                  <a:pt x="10061" y="224"/>
                </a:lnTo>
                <a:cubicBezTo>
                  <a:pt x="9912" y="75"/>
                  <a:pt x="9713" y="1"/>
                  <a:pt x="9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85" name="Google Shape;10185;p63"/>
          <p:cNvGrpSpPr/>
          <p:nvPr/>
        </p:nvGrpSpPr>
        <p:grpSpPr>
          <a:xfrm>
            <a:off x="7964906" y="2253073"/>
            <a:ext cx="373627" cy="367925"/>
            <a:chOff x="7964906" y="2434073"/>
            <a:chExt cx="373627" cy="367925"/>
          </a:xfrm>
        </p:grpSpPr>
        <p:sp>
          <p:nvSpPr>
            <p:cNvPr id="10186" name="Google Shape;10186;p63"/>
            <p:cNvSpPr/>
            <p:nvPr/>
          </p:nvSpPr>
          <p:spPr>
            <a:xfrm>
              <a:off x="8252397" y="2622942"/>
              <a:ext cx="46699" cy="46317"/>
            </a:xfrm>
            <a:custGeom>
              <a:avLst/>
              <a:gdLst/>
              <a:ahLst/>
              <a:cxnLst/>
              <a:rect l="l" t="t" r="r" b="b"/>
              <a:pathLst>
                <a:path w="1466" h="1454" extrusionOk="0">
                  <a:moveTo>
                    <a:pt x="715" y="334"/>
                  </a:moveTo>
                  <a:cubicBezTo>
                    <a:pt x="941" y="358"/>
                    <a:pt x="1108" y="513"/>
                    <a:pt x="1108" y="727"/>
                  </a:cubicBezTo>
                  <a:cubicBezTo>
                    <a:pt x="1108" y="929"/>
                    <a:pt x="929" y="1108"/>
                    <a:pt x="715" y="1108"/>
                  </a:cubicBezTo>
                  <a:cubicBezTo>
                    <a:pt x="513" y="1108"/>
                    <a:pt x="334" y="929"/>
                    <a:pt x="334" y="727"/>
                  </a:cubicBezTo>
                  <a:cubicBezTo>
                    <a:pt x="334" y="513"/>
                    <a:pt x="513" y="334"/>
                    <a:pt x="715" y="334"/>
                  </a:cubicBezTo>
                  <a:close/>
                  <a:moveTo>
                    <a:pt x="739" y="1"/>
                  </a:moveTo>
                  <a:cubicBezTo>
                    <a:pt x="334" y="13"/>
                    <a:pt x="1" y="334"/>
                    <a:pt x="1" y="727"/>
                  </a:cubicBezTo>
                  <a:cubicBezTo>
                    <a:pt x="1" y="1132"/>
                    <a:pt x="334" y="1453"/>
                    <a:pt x="739" y="1453"/>
                  </a:cubicBezTo>
                  <a:cubicBezTo>
                    <a:pt x="1132" y="1453"/>
                    <a:pt x="1465" y="1132"/>
                    <a:pt x="1465" y="727"/>
                  </a:cubicBezTo>
                  <a:cubicBezTo>
                    <a:pt x="1465" y="322"/>
                    <a:pt x="113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63"/>
            <p:cNvSpPr/>
            <p:nvPr/>
          </p:nvSpPr>
          <p:spPr>
            <a:xfrm>
              <a:off x="7964906" y="2434073"/>
              <a:ext cx="373627" cy="367925"/>
            </a:xfrm>
            <a:custGeom>
              <a:avLst/>
              <a:gdLst/>
              <a:ahLst/>
              <a:cxnLst/>
              <a:rect l="l" t="t" r="r" b="b"/>
              <a:pathLst>
                <a:path w="11729" h="11550" extrusionOk="0">
                  <a:moveTo>
                    <a:pt x="2525" y="358"/>
                  </a:moveTo>
                  <a:cubicBezTo>
                    <a:pt x="2835" y="358"/>
                    <a:pt x="3096" y="608"/>
                    <a:pt x="3096" y="929"/>
                  </a:cubicBezTo>
                  <a:lnTo>
                    <a:pt x="3096" y="941"/>
                  </a:lnTo>
                  <a:cubicBezTo>
                    <a:pt x="3096" y="1251"/>
                    <a:pt x="2835" y="1501"/>
                    <a:pt x="2525" y="1501"/>
                  </a:cubicBezTo>
                  <a:lnTo>
                    <a:pt x="2299" y="1501"/>
                  </a:lnTo>
                  <a:cubicBezTo>
                    <a:pt x="2227" y="1501"/>
                    <a:pt x="2168" y="1441"/>
                    <a:pt x="2168" y="1370"/>
                  </a:cubicBezTo>
                  <a:lnTo>
                    <a:pt x="2168" y="489"/>
                  </a:lnTo>
                  <a:cubicBezTo>
                    <a:pt x="2168" y="417"/>
                    <a:pt x="2227" y="358"/>
                    <a:pt x="2299" y="358"/>
                  </a:cubicBezTo>
                  <a:close/>
                  <a:moveTo>
                    <a:pt x="5704" y="358"/>
                  </a:moveTo>
                  <a:cubicBezTo>
                    <a:pt x="5787" y="358"/>
                    <a:pt x="5847" y="417"/>
                    <a:pt x="5847" y="512"/>
                  </a:cubicBezTo>
                  <a:lnTo>
                    <a:pt x="5847" y="1358"/>
                  </a:lnTo>
                  <a:cubicBezTo>
                    <a:pt x="5847" y="1429"/>
                    <a:pt x="5787" y="1501"/>
                    <a:pt x="5704" y="1501"/>
                  </a:cubicBezTo>
                  <a:lnTo>
                    <a:pt x="5490" y="1501"/>
                  </a:lnTo>
                  <a:cubicBezTo>
                    <a:pt x="5180" y="1501"/>
                    <a:pt x="4918" y="1251"/>
                    <a:pt x="4918" y="941"/>
                  </a:cubicBezTo>
                  <a:lnTo>
                    <a:pt x="4918" y="929"/>
                  </a:lnTo>
                  <a:cubicBezTo>
                    <a:pt x="4918" y="608"/>
                    <a:pt x="5180" y="358"/>
                    <a:pt x="5490" y="358"/>
                  </a:cubicBezTo>
                  <a:close/>
                  <a:moveTo>
                    <a:pt x="5478" y="0"/>
                  </a:moveTo>
                  <a:cubicBezTo>
                    <a:pt x="4966" y="0"/>
                    <a:pt x="4561" y="405"/>
                    <a:pt x="4561" y="905"/>
                  </a:cubicBezTo>
                  <a:lnTo>
                    <a:pt x="4561" y="929"/>
                  </a:lnTo>
                  <a:cubicBezTo>
                    <a:pt x="4561" y="1429"/>
                    <a:pt x="4966" y="1834"/>
                    <a:pt x="5478" y="1834"/>
                  </a:cubicBezTo>
                  <a:lnTo>
                    <a:pt x="5692" y="1834"/>
                  </a:lnTo>
                  <a:cubicBezTo>
                    <a:pt x="5966" y="1834"/>
                    <a:pt x="6168" y="1620"/>
                    <a:pt x="6168" y="1358"/>
                  </a:cubicBezTo>
                  <a:lnTo>
                    <a:pt x="6168" y="1084"/>
                  </a:lnTo>
                  <a:lnTo>
                    <a:pt x="6561" y="1084"/>
                  </a:lnTo>
                  <a:cubicBezTo>
                    <a:pt x="6930" y="1084"/>
                    <a:pt x="7228" y="1382"/>
                    <a:pt x="7228" y="1763"/>
                  </a:cubicBezTo>
                  <a:lnTo>
                    <a:pt x="7228" y="2667"/>
                  </a:lnTo>
                  <a:cubicBezTo>
                    <a:pt x="6966" y="2715"/>
                    <a:pt x="6740" y="2918"/>
                    <a:pt x="6692" y="3215"/>
                  </a:cubicBezTo>
                  <a:lnTo>
                    <a:pt x="6466" y="4953"/>
                  </a:lnTo>
                  <a:cubicBezTo>
                    <a:pt x="6383" y="5668"/>
                    <a:pt x="5775" y="6204"/>
                    <a:pt x="5061" y="6204"/>
                  </a:cubicBezTo>
                  <a:lnTo>
                    <a:pt x="4323" y="6204"/>
                  </a:lnTo>
                  <a:cubicBezTo>
                    <a:pt x="4239" y="6204"/>
                    <a:pt x="4168" y="6287"/>
                    <a:pt x="4168" y="6370"/>
                  </a:cubicBezTo>
                  <a:cubicBezTo>
                    <a:pt x="4168" y="6466"/>
                    <a:pt x="4239" y="6537"/>
                    <a:pt x="4323" y="6537"/>
                  </a:cubicBezTo>
                  <a:lnTo>
                    <a:pt x="5061" y="6537"/>
                  </a:lnTo>
                  <a:cubicBezTo>
                    <a:pt x="5954" y="6537"/>
                    <a:pt x="6704" y="5870"/>
                    <a:pt x="6811" y="4989"/>
                  </a:cubicBezTo>
                  <a:lnTo>
                    <a:pt x="7037" y="3251"/>
                  </a:lnTo>
                  <a:cubicBezTo>
                    <a:pt x="7049" y="3093"/>
                    <a:pt x="7189" y="2988"/>
                    <a:pt x="7335" y="2988"/>
                  </a:cubicBezTo>
                  <a:cubicBezTo>
                    <a:pt x="7343" y="2988"/>
                    <a:pt x="7351" y="2988"/>
                    <a:pt x="7359" y="2989"/>
                  </a:cubicBezTo>
                  <a:cubicBezTo>
                    <a:pt x="7526" y="3013"/>
                    <a:pt x="7633" y="3156"/>
                    <a:pt x="7621" y="3322"/>
                  </a:cubicBezTo>
                  <a:lnTo>
                    <a:pt x="7395" y="5061"/>
                  </a:lnTo>
                  <a:cubicBezTo>
                    <a:pt x="7240" y="6239"/>
                    <a:pt x="6252" y="7120"/>
                    <a:pt x="5061" y="7120"/>
                  </a:cubicBezTo>
                  <a:lnTo>
                    <a:pt x="4442" y="7120"/>
                  </a:lnTo>
                  <a:cubicBezTo>
                    <a:pt x="4359" y="7120"/>
                    <a:pt x="4287" y="7192"/>
                    <a:pt x="4287" y="7275"/>
                  </a:cubicBezTo>
                  <a:lnTo>
                    <a:pt x="4287" y="8156"/>
                  </a:lnTo>
                  <a:cubicBezTo>
                    <a:pt x="4287" y="8323"/>
                    <a:pt x="4144" y="8454"/>
                    <a:pt x="3989" y="8454"/>
                  </a:cubicBezTo>
                  <a:cubicBezTo>
                    <a:pt x="3823" y="8454"/>
                    <a:pt x="3692" y="8323"/>
                    <a:pt x="3692" y="8156"/>
                  </a:cubicBezTo>
                  <a:lnTo>
                    <a:pt x="3692" y="7275"/>
                  </a:lnTo>
                  <a:cubicBezTo>
                    <a:pt x="3692" y="7192"/>
                    <a:pt x="3608" y="7120"/>
                    <a:pt x="3525" y="7120"/>
                  </a:cubicBezTo>
                  <a:lnTo>
                    <a:pt x="2918" y="7120"/>
                  </a:lnTo>
                  <a:cubicBezTo>
                    <a:pt x="1727" y="7120"/>
                    <a:pt x="727" y="6227"/>
                    <a:pt x="572" y="5061"/>
                  </a:cubicBezTo>
                  <a:lnTo>
                    <a:pt x="358" y="3322"/>
                  </a:lnTo>
                  <a:cubicBezTo>
                    <a:pt x="334" y="3156"/>
                    <a:pt x="441" y="3013"/>
                    <a:pt x="608" y="2989"/>
                  </a:cubicBezTo>
                  <a:cubicBezTo>
                    <a:pt x="616" y="2988"/>
                    <a:pt x="625" y="2988"/>
                    <a:pt x="633" y="2988"/>
                  </a:cubicBezTo>
                  <a:cubicBezTo>
                    <a:pt x="789" y="2988"/>
                    <a:pt x="918" y="3093"/>
                    <a:pt x="930" y="3251"/>
                  </a:cubicBezTo>
                  <a:lnTo>
                    <a:pt x="1156" y="4989"/>
                  </a:lnTo>
                  <a:cubicBezTo>
                    <a:pt x="1263" y="5882"/>
                    <a:pt x="2025" y="6537"/>
                    <a:pt x="2918" y="6537"/>
                  </a:cubicBezTo>
                  <a:lnTo>
                    <a:pt x="3644" y="6537"/>
                  </a:lnTo>
                  <a:cubicBezTo>
                    <a:pt x="3727" y="6537"/>
                    <a:pt x="3811" y="6466"/>
                    <a:pt x="3811" y="6370"/>
                  </a:cubicBezTo>
                  <a:cubicBezTo>
                    <a:pt x="3811" y="6287"/>
                    <a:pt x="3727" y="6204"/>
                    <a:pt x="3644" y="6204"/>
                  </a:cubicBezTo>
                  <a:lnTo>
                    <a:pt x="2918" y="6204"/>
                  </a:lnTo>
                  <a:cubicBezTo>
                    <a:pt x="2203" y="6204"/>
                    <a:pt x="1584" y="5668"/>
                    <a:pt x="1501" y="4953"/>
                  </a:cubicBezTo>
                  <a:lnTo>
                    <a:pt x="1275" y="3215"/>
                  </a:lnTo>
                  <a:cubicBezTo>
                    <a:pt x="1251" y="2929"/>
                    <a:pt x="1025" y="2727"/>
                    <a:pt x="775" y="2679"/>
                  </a:cubicBezTo>
                  <a:lnTo>
                    <a:pt x="775" y="1775"/>
                  </a:lnTo>
                  <a:cubicBezTo>
                    <a:pt x="775" y="1405"/>
                    <a:pt x="1072" y="1108"/>
                    <a:pt x="1441" y="1108"/>
                  </a:cubicBezTo>
                  <a:lnTo>
                    <a:pt x="1822" y="1108"/>
                  </a:lnTo>
                  <a:lnTo>
                    <a:pt x="1822" y="1370"/>
                  </a:lnTo>
                  <a:cubicBezTo>
                    <a:pt x="1822" y="1644"/>
                    <a:pt x="2037" y="1846"/>
                    <a:pt x="2299" y="1846"/>
                  </a:cubicBezTo>
                  <a:lnTo>
                    <a:pt x="2525" y="1846"/>
                  </a:lnTo>
                  <a:cubicBezTo>
                    <a:pt x="3037" y="1846"/>
                    <a:pt x="3430" y="1441"/>
                    <a:pt x="3430" y="941"/>
                  </a:cubicBezTo>
                  <a:lnTo>
                    <a:pt x="3430" y="929"/>
                  </a:lnTo>
                  <a:cubicBezTo>
                    <a:pt x="3430" y="417"/>
                    <a:pt x="3037" y="12"/>
                    <a:pt x="2525" y="12"/>
                  </a:cubicBezTo>
                  <a:lnTo>
                    <a:pt x="2299" y="12"/>
                  </a:lnTo>
                  <a:cubicBezTo>
                    <a:pt x="2037" y="12"/>
                    <a:pt x="1822" y="227"/>
                    <a:pt x="1822" y="489"/>
                  </a:cubicBezTo>
                  <a:lnTo>
                    <a:pt x="1822" y="762"/>
                  </a:lnTo>
                  <a:lnTo>
                    <a:pt x="1441" y="762"/>
                  </a:lnTo>
                  <a:cubicBezTo>
                    <a:pt x="870" y="762"/>
                    <a:pt x="429" y="1227"/>
                    <a:pt x="429" y="1775"/>
                  </a:cubicBezTo>
                  <a:lnTo>
                    <a:pt x="429" y="2715"/>
                  </a:lnTo>
                  <a:cubicBezTo>
                    <a:pt x="156" y="2810"/>
                    <a:pt x="1" y="3084"/>
                    <a:pt x="25" y="3382"/>
                  </a:cubicBezTo>
                  <a:lnTo>
                    <a:pt x="251" y="5120"/>
                  </a:lnTo>
                  <a:cubicBezTo>
                    <a:pt x="418" y="6466"/>
                    <a:pt x="1561" y="7478"/>
                    <a:pt x="2918" y="7478"/>
                  </a:cubicBezTo>
                  <a:lnTo>
                    <a:pt x="3358" y="7478"/>
                  </a:lnTo>
                  <a:lnTo>
                    <a:pt x="3358" y="8192"/>
                  </a:lnTo>
                  <a:cubicBezTo>
                    <a:pt x="3358" y="8466"/>
                    <a:pt x="3549" y="8728"/>
                    <a:pt x="3823" y="8799"/>
                  </a:cubicBezTo>
                  <a:lnTo>
                    <a:pt x="3823" y="9418"/>
                  </a:lnTo>
                  <a:cubicBezTo>
                    <a:pt x="3823" y="10597"/>
                    <a:pt x="4775" y="11550"/>
                    <a:pt x="5954" y="11550"/>
                  </a:cubicBezTo>
                  <a:lnTo>
                    <a:pt x="7799" y="11550"/>
                  </a:lnTo>
                  <a:cubicBezTo>
                    <a:pt x="8966" y="11550"/>
                    <a:pt x="9919" y="10597"/>
                    <a:pt x="9919" y="9418"/>
                  </a:cubicBezTo>
                  <a:lnTo>
                    <a:pt x="9919" y="8454"/>
                  </a:lnTo>
                  <a:cubicBezTo>
                    <a:pt x="10335" y="8430"/>
                    <a:pt x="10740" y="8252"/>
                    <a:pt x="11038" y="7930"/>
                  </a:cubicBezTo>
                  <a:cubicBezTo>
                    <a:pt x="11633" y="7335"/>
                    <a:pt x="11728" y="6382"/>
                    <a:pt x="11264" y="5668"/>
                  </a:cubicBezTo>
                  <a:cubicBezTo>
                    <a:pt x="11235" y="5624"/>
                    <a:pt x="11184" y="5598"/>
                    <a:pt x="11129" y="5598"/>
                  </a:cubicBezTo>
                  <a:cubicBezTo>
                    <a:pt x="11095" y="5598"/>
                    <a:pt x="11058" y="5609"/>
                    <a:pt x="11026" y="5632"/>
                  </a:cubicBezTo>
                  <a:cubicBezTo>
                    <a:pt x="10955" y="5668"/>
                    <a:pt x="10919" y="5775"/>
                    <a:pt x="10978" y="5870"/>
                  </a:cubicBezTo>
                  <a:cubicBezTo>
                    <a:pt x="11609" y="6799"/>
                    <a:pt x="10966" y="8109"/>
                    <a:pt x="9740" y="8109"/>
                  </a:cubicBezTo>
                  <a:cubicBezTo>
                    <a:pt x="8478" y="8109"/>
                    <a:pt x="7823" y="6549"/>
                    <a:pt x="8728" y="5632"/>
                  </a:cubicBezTo>
                  <a:cubicBezTo>
                    <a:pt x="9013" y="5347"/>
                    <a:pt x="9379" y="5201"/>
                    <a:pt x="9749" y="5201"/>
                  </a:cubicBezTo>
                  <a:cubicBezTo>
                    <a:pt x="10029" y="5201"/>
                    <a:pt x="10311" y="5285"/>
                    <a:pt x="10562" y="5454"/>
                  </a:cubicBezTo>
                  <a:cubicBezTo>
                    <a:pt x="10587" y="5466"/>
                    <a:pt x="10618" y="5473"/>
                    <a:pt x="10649" y="5473"/>
                  </a:cubicBezTo>
                  <a:cubicBezTo>
                    <a:pt x="10704" y="5473"/>
                    <a:pt x="10762" y="5452"/>
                    <a:pt x="10800" y="5406"/>
                  </a:cubicBezTo>
                  <a:cubicBezTo>
                    <a:pt x="10847" y="5334"/>
                    <a:pt x="10836" y="5227"/>
                    <a:pt x="10752" y="5168"/>
                  </a:cubicBezTo>
                  <a:cubicBezTo>
                    <a:pt x="10439" y="4961"/>
                    <a:pt x="10099" y="4867"/>
                    <a:pt x="9768" y="4867"/>
                  </a:cubicBezTo>
                  <a:cubicBezTo>
                    <a:pt x="8839" y="4867"/>
                    <a:pt x="7978" y="5606"/>
                    <a:pt x="7978" y="6668"/>
                  </a:cubicBezTo>
                  <a:cubicBezTo>
                    <a:pt x="7978" y="7609"/>
                    <a:pt x="8692" y="8371"/>
                    <a:pt x="9585" y="8454"/>
                  </a:cubicBezTo>
                  <a:lnTo>
                    <a:pt x="9585" y="9406"/>
                  </a:lnTo>
                  <a:cubicBezTo>
                    <a:pt x="9585" y="10395"/>
                    <a:pt x="8776" y="11192"/>
                    <a:pt x="7799" y="11192"/>
                  </a:cubicBezTo>
                  <a:lnTo>
                    <a:pt x="5954" y="11192"/>
                  </a:lnTo>
                  <a:cubicBezTo>
                    <a:pt x="4966" y="11192"/>
                    <a:pt x="4168" y="10395"/>
                    <a:pt x="4168" y="9406"/>
                  </a:cubicBezTo>
                  <a:lnTo>
                    <a:pt x="4168" y="8787"/>
                  </a:lnTo>
                  <a:cubicBezTo>
                    <a:pt x="4430" y="8704"/>
                    <a:pt x="4620" y="8466"/>
                    <a:pt x="4620" y="8168"/>
                  </a:cubicBezTo>
                  <a:lnTo>
                    <a:pt x="4620" y="7478"/>
                  </a:lnTo>
                  <a:lnTo>
                    <a:pt x="5073" y="7478"/>
                  </a:lnTo>
                  <a:cubicBezTo>
                    <a:pt x="6418" y="7478"/>
                    <a:pt x="7573" y="6466"/>
                    <a:pt x="7740" y="5120"/>
                  </a:cubicBezTo>
                  <a:lnTo>
                    <a:pt x="7954" y="3382"/>
                  </a:lnTo>
                  <a:cubicBezTo>
                    <a:pt x="7990" y="3096"/>
                    <a:pt x="7823" y="2834"/>
                    <a:pt x="7573" y="2727"/>
                  </a:cubicBezTo>
                  <a:lnTo>
                    <a:pt x="7573" y="1763"/>
                  </a:lnTo>
                  <a:cubicBezTo>
                    <a:pt x="7573" y="1191"/>
                    <a:pt x="7109" y="751"/>
                    <a:pt x="6561" y="751"/>
                  </a:cubicBezTo>
                  <a:lnTo>
                    <a:pt x="6168" y="751"/>
                  </a:lnTo>
                  <a:lnTo>
                    <a:pt x="6168" y="477"/>
                  </a:lnTo>
                  <a:cubicBezTo>
                    <a:pt x="6168" y="215"/>
                    <a:pt x="5966" y="0"/>
                    <a:pt x="5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8" name="Google Shape;10188;p63"/>
          <p:cNvGrpSpPr/>
          <p:nvPr/>
        </p:nvGrpSpPr>
        <p:grpSpPr>
          <a:xfrm>
            <a:off x="6194086" y="2256737"/>
            <a:ext cx="369837" cy="360471"/>
            <a:chOff x="6194086" y="2437737"/>
            <a:chExt cx="369837" cy="360471"/>
          </a:xfrm>
        </p:grpSpPr>
        <p:sp>
          <p:nvSpPr>
            <p:cNvPr id="10189" name="Google Shape;10189;p63"/>
            <p:cNvSpPr/>
            <p:nvPr/>
          </p:nvSpPr>
          <p:spPr>
            <a:xfrm>
              <a:off x="6194086" y="2437737"/>
              <a:ext cx="369837" cy="360471"/>
            </a:xfrm>
            <a:custGeom>
              <a:avLst/>
              <a:gdLst/>
              <a:ahLst/>
              <a:cxnLst/>
              <a:rect l="l" t="t" r="r" b="b"/>
              <a:pathLst>
                <a:path w="11610" h="11316" extrusionOk="0">
                  <a:moveTo>
                    <a:pt x="630" y="321"/>
                  </a:moveTo>
                  <a:cubicBezTo>
                    <a:pt x="672" y="321"/>
                    <a:pt x="714" y="334"/>
                    <a:pt x="751" y="362"/>
                  </a:cubicBezTo>
                  <a:lnTo>
                    <a:pt x="1286" y="731"/>
                  </a:lnTo>
                  <a:cubicBezTo>
                    <a:pt x="1251" y="790"/>
                    <a:pt x="1096" y="1028"/>
                    <a:pt x="1036" y="1112"/>
                  </a:cubicBezTo>
                  <a:cubicBezTo>
                    <a:pt x="573" y="774"/>
                    <a:pt x="509" y="732"/>
                    <a:pt x="505" y="732"/>
                  </a:cubicBezTo>
                  <a:lnTo>
                    <a:pt x="505" y="732"/>
                  </a:lnTo>
                  <a:cubicBezTo>
                    <a:pt x="503" y="732"/>
                    <a:pt x="509" y="736"/>
                    <a:pt x="508" y="736"/>
                  </a:cubicBezTo>
                  <a:cubicBezTo>
                    <a:pt x="508" y="736"/>
                    <a:pt x="506" y="735"/>
                    <a:pt x="501" y="731"/>
                  </a:cubicBezTo>
                  <a:cubicBezTo>
                    <a:pt x="405" y="659"/>
                    <a:pt x="370" y="528"/>
                    <a:pt x="441" y="421"/>
                  </a:cubicBezTo>
                  <a:cubicBezTo>
                    <a:pt x="492" y="355"/>
                    <a:pt x="562" y="321"/>
                    <a:pt x="630" y="321"/>
                  </a:cubicBezTo>
                  <a:close/>
                  <a:moveTo>
                    <a:pt x="9192" y="2493"/>
                  </a:moveTo>
                  <a:cubicBezTo>
                    <a:pt x="9347" y="2493"/>
                    <a:pt x="9466" y="2612"/>
                    <a:pt x="9466" y="2755"/>
                  </a:cubicBezTo>
                  <a:lnTo>
                    <a:pt x="9466" y="2779"/>
                  </a:lnTo>
                  <a:cubicBezTo>
                    <a:pt x="9466" y="2922"/>
                    <a:pt x="9347" y="3041"/>
                    <a:pt x="9192" y="3041"/>
                  </a:cubicBezTo>
                  <a:lnTo>
                    <a:pt x="7799" y="3041"/>
                  </a:lnTo>
                  <a:lnTo>
                    <a:pt x="7799" y="2493"/>
                  </a:lnTo>
                  <a:close/>
                  <a:moveTo>
                    <a:pt x="6513" y="2933"/>
                  </a:moveTo>
                  <a:lnTo>
                    <a:pt x="6513" y="3743"/>
                  </a:lnTo>
                  <a:lnTo>
                    <a:pt x="2084" y="3743"/>
                  </a:lnTo>
                  <a:lnTo>
                    <a:pt x="2084" y="2933"/>
                  </a:lnTo>
                  <a:close/>
                  <a:moveTo>
                    <a:pt x="3180" y="5422"/>
                  </a:moveTo>
                  <a:cubicBezTo>
                    <a:pt x="4727" y="5422"/>
                    <a:pt x="5966" y="6672"/>
                    <a:pt x="5966" y="8196"/>
                  </a:cubicBezTo>
                  <a:cubicBezTo>
                    <a:pt x="5954" y="9744"/>
                    <a:pt x="4715" y="10970"/>
                    <a:pt x="3180" y="10970"/>
                  </a:cubicBezTo>
                  <a:cubicBezTo>
                    <a:pt x="1656" y="10970"/>
                    <a:pt x="417" y="9720"/>
                    <a:pt x="417" y="8196"/>
                  </a:cubicBezTo>
                  <a:cubicBezTo>
                    <a:pt x="417" y="6660"/>
                    <a:pt x="1667" y="5422"/>
                    <a:pt x="3180" y="5422"/>
                  </a:cubicBezTo>
                  <a:close/>
                  <a:moveTo>
                    <a:pt x="9240" y="8827"/>
                  </a:moveTo>
                  <a:cubicBezTo>
                    <a:pt x="9823" y="8827"/>
                    <a:pt x="10311" y="9327"/>
                    <a:pt x="10311" y="9899"/>
                  </a:cubicBezTo>
                  <a:cubicBezTo>
                    <a:pt x="10311" y="10494"/>
                    <a:pt x="9835" y="10970"/>
                    <a:pt x="9240" y="10970"/>
                  </a:cubicBezTo>
                  <a:cubicBezTo>
                    <a:pt x="8644" y="10970"/>
                    <a:pt x="8168" y="10482"/>
                    <a:pt x="8168" y="9899"/>
                  </a:cubicBezTo>
                  <a:cubicBezTo>
                    <a:pt x="8168" y="9303"/>
                    <a:pt x="8656" y="8827"/>
                    <a:pt x="9240" y="8827"/>
                  </a:cubicBezTo>
                  <a:close/>
                  <a:moveTo>
                    <a:pt x="651" y="1"/>
                  </a:moveTo>
                  <a:cubicBezTo>
                    <a:pt x="471" y="1"/>
                    <a:pt x="290" y="87"/>
                    <a:pt x="179" y="243"/>
                  </a:cubicBezTo>
                  <a:cubicBezTo>
                    <a:pt x="1" y="493"/>
                    <a:pt x="72" y="850"/>
                    <a:pt x="322" y="1017"/>
                  </a:cubicBezTo>
                  <a:cubicBezTo>
                    <a:pt x="911" y="1399"/>
                    <a:pt x="989" y="1512"/>
                    <a:pt x="1077" y="1512"/>
                  </a:cubicBezTo>
                  <a:cubicBezTo>
                    <a:pt x="1090" y="1512"/>
                    <a:pt x="1104" y="1509"/>
                    <a:pt x="1120" y="1505"/>
                  </a:cubicBezTo>
                  <a:cubicBezTo>
                    <a:pt x="1215" y="1493"/>
                    <a:pt x="1239" y="1386"/>
                    <a:pt x="1322" y="1290"/>
                  </a:cubicBezTo>
                  <a:lnTo>
                    <a:pt x="1739" y="1564"/>
                  </a:lnTo>
                  <a:lnTo>
                    <a:pt x="1739" y="5458"/>
                  </a:lnTo>
                  <a:cubicBezTo>
                    <a:pt x="763" y="5970"/>
                    <a:pt x="72" y="7017"/>
                    <a:pt x="72" y="8208"/>
                  </a:cubicBezTo>
                  <a:cubicBezTo>
                    <a:pt x="72" y="9922"/>
                    <a:pt x="1477" y="11315"/>
                    <a:pt x="3180" y="11315"/>
                  </a:cubicBezTo>
                  <a:cubicBezTo>
                    <a:pt x="5049" y="11315"/>
                    <a:pt x="6501" y="9684"/>
                    <a:pt x="6275" y="7815"/>
                  </a:cubicBezTo>
                  <a:lnTo>
                    <a:pt x="9073" y="7815"/>
                  </a:lnTo>
                  <a:lnTo>
                    <a:pt x="9073" y="8506"/>
                  </a:lnTo>
                  <a:cubicBezTo>
                    <a:pt x="8383" y="8589"/>
                    <a:pt x="7823" y="9184"/>
                    <a:pt x="7823" y="9899"/>
                  </a:cubicBezTo>
                  <a:cubicBezTo>
                    <a:pt x="7823" y="10673"/>
                    <a:pt x="8466" y="11315"/>
                    <a:pt x="9240" y="11315"/>
                  </a:cubicBezTo>
                  <a:cubicBezTo>
                    <a:pt x="9966" y="11315"/>
                    <a:pt x="10561" y="10768"/>
                    <a:pt x="10645" y="10065"/>
                  </a:cubicBezTo>
                  <a:lnTo>
                    <a:pt x="11431" y="10065"/>
                  </a:lnTo>
                  <a:cubicBezTo>
                    <a:pt x="11514" y="10065"/>
                    <a:pt x="11597" y="9994"/>
                    <a:pt x="11597" y="9899"/>
                  </a:cubicBezTo>
                  <a:cubicBezTo>
                    <a:pt x="11609" y="9815"/>
                    <a:pt x="11538" y="9720"/>
                    <a:pt x="11431" y="9720"/>
                  </a:cubicBezTo>
                  <a:lnTo>
                    <a:pt x="10645" y="9720"/>
                  </a:lnTo>
                  <a:cubicBezTo>
                    <a:pt x="10561" y="9089"/>
                    <a:pt x="10049" y="8565"/>
                    <a:pt x="9406" y="8494"/>
                  </a:cubicBezTo>
                  <a:lnTo>
                    <a:pt x="9406" y="6922"/>
                  </a:lnTo>
                  <a:cubicBezTo>
                    <a:pt x="9406" y="6839"/>
                    <a:pt x="9335" y="6767"/>
                    <a:pt x="9240" y="6767"/>
                  </a:cubicBezTo>
                  <a:cubicBezTo>
                    <a:pt x="9156" y="6767"/>
                    <a:pt x="9073" y="6839"/>
                    <a:pt x="9073" y="6922"/>
                  </a:cubicBezTo>
                  <a:lnTo>
                    <a:pt x="9073" y="7482"/>
                  </a:lnTo>
                  <a:lnTo>
                    <a:pt x="6216" y="7482"/>
                  </a:lnTo>
                  <a:cubicBezTo>
                    <a:pt x="5875" y="6064"/>
                    <a:pt x="4598" y="5082"/>
                    <a:pt x="3192" y="5082"/>
                  </a:cubicBezTo>
                  <a:cubicBezTo>
                    <a:pt x="2827" y="5082"/>
                    <a:pt x="2453" y="5148"/>
                    <a:pt x="2084" y="5291"/>
                  </a:cubicBezTo>
                  <a:lnTo>
                    <a:pt x="2084" y="4088"/>
                  </a:lnTo>
                  <a:lnTo>
                    <a:pt x="6859" y="4088"/>
                  </a:lnTo>
                  <a:cubicBezTo>
                    <a:pt x="8037" y="4088"/>
                    <a:pt x="9002" y="5005"/>
                    <a:pt x="9073" y="6184"/>
                  </a:cubicBezTo>
                  <a:cubicBezTo>
                    <a:pt x="9073" y="6267"/>
                    <a:pt x="9168" y="6351"/>
                    <a:pt x="9252" y="6351"/>
                  </a:cubicBezTo>
                  <a:cubicBezTo>
                    <a:pt x="9347" y="6351"/>
                    <a:pt x="9418" y="6255"/>
                    <a:pt x="9418" y="6172"/>
                  </a:cubicBezTo>
                  <a:cubicBezTo>
                    <a:pt x="9347" y="4815"/>
                    <a:pt x="8228" y="3755"/>
                    <a:pt x="6870" y="3755"/>
                  </a:cubicBezTo>
                  <a:lnTo>
                    <a:pt x="6870" y="2957"/>
                  </a:lnTo>
                  <a:lnTo>
                    <a:pt x="7490" y="2957"/>
                  </a:lnTo>
                  <a:lnTo>
                    <a:pt x="7490" y="3231"/>
                  </a:lnTo>
                  <a:cubicBezTo>
                    <a:pt x="7490" y="3326"/>
                    <a:pt x="7561" y="3398"/>
                    <a:pt x="7644" y="3398"/>
                  </a:cubicBezTo>
                  <a:lnTo>
                    <a:pt x="9228" y="3398"/>
                  </a:lnTo>
                  <a:cubicBezTo>
                    <a:pt x="9573" y="3398"/>
                    <a:pt x="9835" y="3136"/>
                    <a:pt x="9835" y="2791"/>
                  </a:cubicBezTo>
                  <a:lnTo>
                    <a:pt x="9835" y="2779"/>
                  </a:lnTo>
                  <a:cubicBezTo>
                    <a:pt x="9835" y="2433"/>
                    <a:pt x="9573" y="2160"/>
                    <a:pt x="9228" y="2160"/>
                  </a:cubicBezTo>
                  <a:lnTo>
                    <a:pt x="7644" y="2160"/>
                  </a:lnTo>
                  <a:cubicBezTo>
                    <a:pt x="7561" y="2160"/>
                    <a:pt x="7490" y="2243"/>
                    <a:pt x="7490" y="2326"/>
                  </a:cubicBezTo>
                  <a:lnTo>
                    <a:pt x="7490" y="2612"/>
                  </a:lnTo>
                  <a:lnTo>
                    <a:pt x="2096" y="2612"/>
                  </a:lnTo>
                  <a:lnTo>
                    <a:pt x="2096" y="1481"/>
                  </a:lnTo>
                  <a:cubicBezTo>
                    <a:pt x="2096" y="1421"/>
                    <a:pt x="2072" y="1374"/>
                    <a:pt x="2025" y="1350"/>
                  </a:cubicBezTo>
                  <a:lnTo>
                    <a:pt x="1536" y="1028"/>
                  </a:lnTo>
                  <a:lnTo>
                    <a:pt x="1679" y="814"/>
                  </a:lnTo>
                  <a:cubicBezTo>
                    <a:pt x="1727" y="731"/>
                    <a:pt x="1715" y="636"/>
                    <a:pt x="1632" y="564"/>
                  </a:cubicBezTo>
                  <a:cubicBezTo>
                    <a:pt x="1050" y="153"/>
                    <a:pt x="969" y="96"/>
                    <a:pt x="966" y="96"/>
                  </a:cubicBezTo>
                  <a:lnTo>
                    <a:pt x="966" y="96"/>
                  </a:lnTo>
                  <a:cubicBezTo>
                    <a:pt x="965" y="96"/>
                    <a:pt x="976" y="104"/>
                    <a:pt x="974" y="104"/>
                  </a:cubicBezTo>
                  <a:cubicBezTo>
                    <a:pt x="973" y="104"/>
                    <a:pt x="971" y="103"/>
                    <a:pt x="965" y="100"/>
                  </a:cubicBezTo>
                  <a:cubicBezTo>
                    <a:pt x="871" y="32"/>
                    <a:pt x="761" y="1"/>
                    <a:pt x="6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63"/>
            <p:cNvSpPr/>
            <p:nvPr/>
          </p:nvSpPr>
          <p:spPr>
            <a:xfrm>
              <a:off x="6251362" y="2655721"/>
              <a:ext cx="89927" cy="88621"/>
            </a:xfrm>
            <a:custGeom>
              <a:avLst/>
              <a:gdLst/>
              <a:ahLst/>
              <a:cxnLst/>
              <a:rect l="l" t="t" r="r" b="b"/>
              <a:pathLst>
                <a:path w="2823" h="2782" extrusionOk="0">
                  <a:moveTo>
                    <a:pt x="1032" y="0"/>
                  </a:moveTo>
                  <a:cubicBezTo>
                    <a:pt x="1014" y="0"/>
                    <a:pt x="996" y="3"/>
                    <a:pt x="977" y="8"/>
                  </a:cubicBezTo>
                  <a:cubicBezTo>
                    <a:pt x="381" y="198"/>
                    <a:pt x="0" y="734"/>
                    <a:pt x="0" y="1365"/>
                  </a:cubicBezTo>
                  <a:cubicBezTo>
                    <a:pt x="0" y="2139"/>
                    <a:pt x="643" y="2782"/>
                    <a:pt x="1417" y="2782"/>
                  </a:cubicBezTo>
                  <a:cubicBezTo>
                    <a:pt x="2191" y="2782"/>
                    <a:pt x="2822" y="2139"/>
                    <a:pt x="2822" y="1365"/>
                  </a:cubicBezTo>
                  <a:cubicBezTo>
                    <a:pt x="2798" y="734"/>
                    <a:pt x="2417" y="198"/>
                    <a:pt x="1822" y="8"/>
                  </a:cubicBezTo>
                  <a:cubicBezTo>
                    <a:pt x="1803" y="3"/>
                    <a:pt x="1784" y="0"/>
                    <a:pt x="1767" y="0"/>
                  </a:cubicBezTo>
                  <a:cubicBezTo>
                    <a:pt x="1695" y="0"/>
                    <a:pt x="1636" y="39"/>
                    <a:pt x="1608" y="115"/>
                  </a:cubicBezTo>
                  <a:cubicBezTo>
                    <a:pt x="1572" y="198"/>
                    <a:pt x="1620" y="293"/>
                    <a:pt x="1715" y="317"/>
                  </a:cubicBezTo>
                  <a:cubicBezTo>
                    <a:pt x="2155" y="472"/>
                    <a:pt x="2465" y="865"/>
                    <a:pt x="2465" y="1341"/>
                  </a:cubicBezTo>
                  <a:cubicBezTo>
                    <a:pt x="2465" y="1936"/>
                    <a:pt x="1977" y="2413"/>
                    <a:pt x="1393" y="2413"/>
                  </a:cubicBezTo>
                  <a:cubicBezTo>
                    <a:pt x="822" y="2413"/>
                    <a:pt x="322" y="1925"/>
                    <a:pt x="322" y="1341"/>
                  </a:cubicBezTo>
                  <a:cubicBezTo>
                    <a:pt x="322" y="865"/>
                    <a:pt x="620" y="448"/>
                    <a:pt x="1084" y="317"/>
                  </a:cubicBezTo>
                  <a:cubicBezTo>
                    <a:pt x="1179" y="293"/>
                    <a:pt x="1215" y="198"/>
                    <a:pt x="1191" y="115"/>
                  </a:cubicBezTo>
                  <a:cubicBezTo>
                    <a:pt x="1162" y="39"/>
                    <a:pt x="1103" y="0"/>
                    <a:pt x="1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91" name="Google Shape;10191;p63"/>
          <p:cNvSpPr txBox="1"/>
          <p:nvPr/>
        </p:nvSpPr>
        <p:spPr>
          <a:xfrm>
            <a:off x="849675" y="722092"/>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Educational Icons</a:t>
            </a:r>
            <a:endParaRPr sz="2400">
              <a:solidFill>
                <a:srgbClr val="FFFFFF"/>
              </a:solidFill>
            </a:endParaRPr>
          </a:p>
        </p:txBody>
      </p:sp>
      <p:sp>
        <p:nvSpPr>
          <p:cNvPr id="10192" name="Google Shape;10192;p63"/>
          <p:cNvSpPr txBox="1"/>
          <p:nvPr/>
        </p:nvSpPr>
        <p:spPr>
          <a:xfrm>
            <a:off x="4858400" y="722092"/>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Medical Icons</a:t>
            </a:r>
            <a:endParaRPr sz="2400">
              <a:solidFill>
                <a:srgbClr val="FFFFFF"/>
              </a:solidFil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196"/>
        <p:cNvGrpSpPr/>
        <p:nvPr/>
      </p:nvGrpSpPr>
      <p:grpSpPr>
        <a:xfrm>
          <a:off x="0" y="0"/>
          <a:ext cx="0" cy="0"/>
          <a:chOff x="0" y="0"/>
          <a:chExt cx="0" cy="0"/>
        </a:xfrm>
      </p:grpSpPr>
      <p:grpSp>
        <p:nvGrpSpPr>
          <p:cNvPr id="10197" name="Google Shape;10197;p64"/>
          <p:cNvGrpSpPr/>
          <p:nvPr/>
        </p:nvGrpSpPr>
        <p:grpSpPr>
          <a:xfrm>
            <a:off x="3541011" y="1334344"/>
            <a:ext cx="350166" cy="349434"/>
            <a:chOff x="3541011" y="1508594"/>
            <a:chExt cx="350166" cy="349434"/>
          </a:xfrm>
        </p:grpSpPr>
        <p:sp>
          <p:nvSpPr>
            <p:cNvPr id="10198" name="Google Shape;10198;p64"/>
            <p:cNvSpPr/>
            <p:nvPr/>
          </p:nvSpPr>
          <p:spPr>
            <a:xfrm>
              <a:off x="3600879" y="1568270"/>
              <a:ext cx="230049" cy="289758"/>
            </a:xfrm>
            <a:custGeom>
              <a:avLst/>
              <a:gdLst/>
              <a:ahLst/>
              <a:cxnLst/>
              <a:rect l="l" t="t" r="r" b="b"/>
              <a:pathLst>
                <a:path w="7228" h="9104" extrusionOk="0">
                  <a:moveTo>
                    <a:pt x="3810" y="3781"/>
                  </a:moveTo>
                  <a:cubicBezTo>
                    <a:pt x="4001" y="3781"/>
                    <a:pt x="4156" y="3936"/>
                    <a:pt x="4156" y="4138"/>
                  </a:cubicBezTo>
                  <a:lnTo>
                    <a:pt x="4156" y="4472"/>
                  </a:lnTo>
                  <a:cubicBezTo>
                    <a:pt x="4144" y="4757"/>
                    <a:pt x="3906" y="4995"/>
                    <a:pt x="3632" y="4995"/>
                  </a:cubicBezTo>
                  <a:cubicBezTo>
                    <a:pt x="3334" y="4995"/>
                    <a:pt x="3108" y="4757"/>
                    <a:pt x="3108" y="4472"/>
                  </a:cubicBezTo>
                  <a:lnTo>
                    <a:pt x="3108" y="4138"/>
                  </a:lnTo>
                  <a:cubicBezTo>
                    <a:pt x="3108" y="3936"/>
                    <a:pt x="3275" y="3781"/>
                    <a:pt x="3465" y="3781"/>
                  </a:cubicBezTo>
                  <a:close/>
                  <a:moveTo>
                    <a:pt x="3787" y="5329"/>
                  </a:moveTo>
                  <a:lnTo>
                    <a:pt x="3787" y="5400"/>
                  </a:lnTo>
                  <a:cubicBezTo>
                    <a:pt x="3810" y="5460"/>
                    <a:pt x="3822" y="5519"/>
                    <a:pt x="3846" y="5567"/>
                  </a:cubicBezTo>
                  <a:lnTo>
                    <a:pt x="3632" y="5781"/>
                  </a:lnTo>
                  <a:lnTo>
                    <a:pt x="3596" y="5781"/>
                  </a:lnTo>
                  <a:lnTo>
                    <a:pt x="3370" y="5567"/>
                  </a:lnTo>
                  <a:cubicBezTo>
                    <a:pt x="3406" y="5519"/>
                    <a:pt x="3417" y="5460"/>
                    <a:pt x="3417" y="5400"/>
                  </a:cubicBezTo>
                  <a:lnTo>
                    <a:pt x="3417" y="5329"/>
                  </a:lnTo>
                  <a:close/>
                  <a:moveTo>
                    <a:pt x="3617" y="361"/>
                  </a:moveTo>
                  <a:cubicBezTo>
                    <a:pt x="4471" y="361"/>
                    <a:pt x="5286" y="670"/>
                    <a:pt x="5918" y="1257"/>
                  </a:cubicBezTo>
                  <a:cubicBezTo>
                    <a:pt x="6573" y="1888"/>
                    <a:pt x="6942" y="2733"/>
                    <a:pt x="6942" y="3638"/>
                  </a:cubicBezTo>
                  <a:cubicBezTo>
                    <a:pt x="6906" y="4281"/>
                    <a:pt x="6692" y="4936"/>
                    <a:pt x="6323" y="5484"/>
                  </a:cubicBezTo>
                  <a:cubicBezTo>
                    <a:pt x="5953" y="6019"/>
                    <a:pt x="5430" y="6436"/>
                    <a:pt x="4822" y="6674"/>
                  </a:cubicBezTo>
                  <a:cubicBezTo>
                    <a:pt x="4620" y="6758"/>
                    <a:pt x="4501" y="6948"/>
                    <a:pt x="4501" y="7139"/>
                  </a:cubicBezTo>
                  <a:lnTo>
                    <a:pt x="4501" y="7591"/>
                  </a:lnTo>
                  <a:cubicBezTo>
                    <a:pt x="4501" y="7662"/>
                    <a:pt x="4489" y="7722"/>
                    <a:pt x="4441" y="7781"/>
                  </a:cubicBezTo>
                  <a:lnTo>
                    <a:pt x="4287" y="8032"/>
                  </a:lnTo>
                  <a:cubicBezTo>
                    <a:pt x="4263" y="8043"/>
                    <a:pt x="4251" y="8079"/>
                    <a:pt x="4251" y="8091"/>
                  </a:cubicBezTo>
                  <a:lnTo>
                    <a:pt x="3025" y="8091"/>
                  </a:lnTo>
                  <a:cubicBezTo>
                    <a:pt x="3013" y="8079"/>
                    <a:pt x="3013" y="8043"/>
                    <a:pt x="3001" y="8032"/>
                  </a:cubicBezTo>
                  <a:lnTo>
                    <a:pt x="2834" y="7781"/>
                  </a:lnTo>
                  <a:cubicBezTo>
                    <a:pt x="2786" y="7722"/>
                    <a:pt x="2775" y="7651"/>
                    <a:pt x="2775" y="7591"/>
                  </a:cubicBezTo>
                  <a:lnTo>
                    <a:pt x="2775" y="6067"/>
                  </a:lnTo>
                  <a:cubicBezTo>
                    <a:pt x="2775" y="5996"/>
                    <a:pt x="2822" y="5936"/>
                    <a:pt x="2882" y="5900"/>
                  </a:cubicBezTo>
                  <a:lnTo>
                    <a:pt x="3167" y="5769"/>
                  </a:lnTo>
                  <a:lnTo>
                    <a:pt x="3417" y="6019"/>
                  </a:lnTo>
                  <a:cubicBezTo>
                    <a:pt x="3477" y="6079"/>
                    <a:pt x="3560" y="6127"/>
                    <a:pt x="3656" y="6127"/>
                  </a:cubicBezTo>
                  <a:cubicBezTo>
                    <a:pt x="3751" y="6127"/>
                    <a:pt x="3834" y="6103"/>
                    <a:pt x="3894" y="6019"/>
                  </a:cubicBezTo>
                  <a:lnTo>
                    <a:pt x="4144" y="5769"/>
                  </a:lnTo>
                  <a:lnTo>
                    <a:pt x="4429" y="5900"/>
                  </a:lnTo>
                  <a:cubicBezTo>
                    <a:pt x="4489" y="5936"/>
                    <a:pt x="4537" y="5996"/>
                    <a:pt x="4537" y="6067"/>
                  </a:cubicBezTo>
                  <a:lnTo>
                    <a:pt x="4537" y="6198"/>
                  </a:lnTo>
                  <a:cubicBezTo>
                    <a:pt x="4537" y="6293"/>
                    <a:pt x="4608" y="6365"/>
                    <a:pt x="4703" y="6365"/>
                  </a:cubicBezTo>
                  <a:cubicBezTo>
                    <a:pt x="4787" y="6365"/>
                    <a:pt x="4858" y="6293"/>
                    <a:pt x="4858" y="6198"/>
                  </a:cubicBezTo>
                  <a:lnTo>
                    <a:pt x="4858" y="6067"/>
                  </a:lnTo>
                  <a:cubicBezTo>
                    <a:pt x="4858" y="5877"/>
                    <a:pt x="4763" y="5698"/>
                    <a:pt x="4584" y="5626"/>
                  </a:cubicBezTo>
                  <a:lnTo>
                    <a:pt x="4179" y="5412"/>
                  </a:lnTo>
                  <a:lnTo>
                    <a:pt x="4179" y="5400"/>
                  </a:lnTo>
                  <a:lnTo>
                    <a:pt x="4179" y="5162"/>
                  </a:lnTo>
                  <a:cubicBezTo>
                    <a:pt x="4382" y="5007"/>
                    <a:pt x="4525" y="4757"/>
                    <a:pt x="4525" y="4472"/>
                  </a:cubicBezTo>
                  <a:lnTo>
                    <a:pt x="4525" y="4138"/>
                  </a:lnTo>
                  <a:cubicBezTo>
                    <a:pt x="4525" y="3757"/>
                    <a:pt x="4227" y="3448"/>
                    <a:pt x="3834" y="3448"/>
                  </a:cubicBezTo>
                  <a:lnTo>
                    <a:pt x="3489" y="3448"/>
                  </a:lnTo>
                  <a:cubicBezTo>
                    <a:pt x="3120" y="3448"/>
                    <a:pt x="2810" y="3745"/>
                    <a:pt x="2810" y="4138"/>
                  </a:cubicBezTo>
                  <a:lnTo>
                    <a:pt x="2810" y="4472"/>
                  </a:lnTo>
                  <a:cubicBezTo>
                    <a:pt x="2810" y="4757"/>
                    <a:pt x="2941" y="4995"/>
                    <a:pt x="3156" y="5162"/>
                  </a:cubicBezTo>
                  <a:lnTo>
                    <a:pt x="3156" y="5400"/>
                  </a:lnTo>
                  <a:lnTo>
                    <a:pt x="3156" y="5412"/>
                  </a:lnTo>
                  <a:lnTo>
                    <a:pt x="2751" y="5626"/>
                  </a:lnTo>
                  <a:cubicBezTo>
                    <a:pt x="2572" y="5710"/>
                    <a:pt x="2465" y="5877"/>
                    <a:pt x="2465" y="6067"/>
                  </a:cubicBezTo>
                  <a:lnTo>
                    <a:pt x="2465" y="6674"/>
                  </a:lnTo>
                  <a:cubicBezTo>
                    <a:pt x="1882" y="6460"/>
                    <a:pt x="1381" y="6055"/>
                    <a:pt x="1012" y="5567"/>
                  </a:cubicBezTo>
                  <a:cubicBezTo>
                    <a:pt x="572" y="4984"/>
                    <a:pt x="369" y="4281"/>
                    <a:pt x="381" y="3567"/>
                  </a:cubicBezTo>
                  <a:cubicBezTo>
                    <a:pt x="393" y="2745"/>
                    <a:pt x="727" y="1959"/>
                    <a:pt x="1310" y="1364"/>
                  </a:cubicBezTo>
                  <a:cubicBezTo>
                    <a:pt x="1882" y="769"/>
                    <a:pt x="2655" y="412"/>
                    <a:pt x="3477" y="364"/>
                  </a:cubicBezTo>
                  <a:cubicBezTo>
                    <a:pt x="3524" y="362"/>
                    <a:pt x="3571" y="361"/>
                    <a:pt x="3617" y="361"/>
                  </a:cubicBezTo>
                  <a:close/>
                  <a:moveTo>
                    <a:pt x="4144" y="8424"/>
                  </a:moveTo>
                  <a:lnTo>
                    <a:pt x="4144" y="8782"/>
                  </a:lnTo>
                  <a:lnTo>
                    <a:pt x="3108" y="8794"/>
                  </a:lnTo>
                  <a:cubicBezTo>
                    <a:pt x="3108" y="8794"/>
                    <a:pt x="3096" y="8794"/>
                    <a:pt x="3096" y="8782"/>
                  </a:cubicBezTo>
                  <a:lnTo>
                    <a:pt x="3096" y="8424"/>
                  </a:lnTo>
                  <a:close/>
                  <a:moveTo>
                    <a:pt x="3635" y="0"/>
                  </a:moveTo>
                  <a:cubicBezTo>
                    <a:pt x="3563" y="0"/>
                    <a:pt x="3490" y="2"/>
                    <a:pt x="3417" y="7"/>
                  </a:cubicBezTo>
                  <a:cubicBezTo>
                    <a:pt x="2513" y="54"/>
                    <a:pt x="1667" y="435"/>
                    <a:pt x="1024" y="1114"/>
                  </a:cubicBezTo>
                  <a:cubicBezTo>
                    <a:pt x="381" y="1769"/>
                    <a:pt x="24" y="2626"/>
                    <a:pt x="12" y="3531"/>
                  </a:cubicBezTo>
                  <a:cubicBezTo>
                    <a:pt x="0" y="4341"/>
                    <a:pt x="238" y="5103"/>
                    <a:pt x="691" y="5734"/>
                  </a:cubicBezTo>
                  <a:cubicBezTo>
                    <a:pt x="1131" y="6317"/>
                    <a:pt x="1739" y="6781"/>
                    <a:pt x="2405" y="7019"/>
                  </a:cubicBezTo>
                  <a:lnTo>
                    <a:pt x="2405" y="7603"/>
                  </a:lnTo>
                  <a:cubicBezTo>
                    <a:pt x="2405" y="7734"/>
                    <a:pt x="2453" y="7865"/>
                    <a:pt x="2524" y="7972"/>
                  </a:cubicBezTo>
                  <a:lnTo>
                    <a:pt x="2691" y="8222"/>
                  </a:lnTo>
                  <a:cubicBezTo>
                    <a:pt x="2739" y="8282"/>
                    <a:pt x="2751" y="8353"/>
                    <a:pt x="2751" y="8413"/>
                  </a:cubicBezTo>
                  <a:lnTo>
                    <a:pt x="2751" y="8770"/>
                  </a:lnTo>
                  <a:cubicBezTo>
                    <a:pt x="2751" y="8948"/>
                    <a:pt x="2894" y="9103"/>
                    <a:pt x="3072" y="9103"/>
                  </a:cubicBezTo>
                  <a:lnTo>
                    <a:pt x="4108" y="9103"/>
                  </a:lnTo>
                  <a:cubicBezTo>
                    <a:pt x="4287" y="9103"/>
                    <a:pt x="4429" y="8948"/>
                    <a:pt x="4429" y="8770"/>
                  </a:cubicBezTo>
                  <a:lnTo>
                    <a:pt x="4429" y="8413"/>
                  </a:lnTo>
                  <a:cubicBezTo>
                    <a:pt x="4429" y="8341"/>
                    <a:pt x="4441" y="8282"/>
                    <a:pt x="4489" y="8222"/>
                  </a:cubicBezTo>
                  <a:lnTo>
                    <a:pt x="4656" y="7972"/>
                  </a:lnTo>
                  <a:cubicBezTo>
                    <a:pt x="4727" y="7865"/>
                    <a:pt x="4775" y="7734"/>
                    <a:pt x="4775" y="7603"/>
                  </a:cubicBezTo>
                  <a:lnTo>
                    <a:pt x="4775" y="7150"/>
                  </a:lnTo>
                  <a:cubicBezTo>
                    <a:pt x="4775" y="7079"/>
                    <a:pt x="4822" y="7008"/>
                    <a:pt x="4894" y="6984"/>
                  </a:cubicBezTo>
                  <a:cubicBezTo>
                    <a:pt x="5561" y="6734"/>
                    <a:pt x="6132" y="6269"/>
                    <a:pt x="6549" y="5698"/>
                  </a:cubicBezTo>
                  <a:cubicBezTo>
                    <a:pt x="6966" y="5079"/>
                    <a:pt x="7180" y="4388"/>
                    <a:pt x="7180" y="3638"/>
                  </a:cubicBezTo>
                  <a:cubicBezTo>
                    <a:pt x="7227" y="2614"/>
                    <a:pt x="6823" y="1674"/>
                    <a:pt x="6096" y="995"/>
                  </a:cubicBezTo>
                  <a:cubicBezTo>
                    <a:pt x="5422" y="354"/>
                    <a:pt x="4564" y="0"/>
                    <a:pt x="36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64"/>
            <p:cNvSpPr/>
            <p:nvPr/>
          </p:nvSpPr>
          <p:spPr>
            <a:xfrm>
              <a:off x="3541011" y="1677980"/>
              <a:ext cx="48919" cy="10630"/>
            </a:xfrm>
            <a:custGeom>
              <a:avLst/>
              <a:gdLst/>
              <a:ahLst/>
              <a:cxnLst/>
              <a:rect l="l" t="t" r="r" b="b"/>
              <a:pathLst>
                <a:path w="1537" h="334" extrusionOk="0">
                  <a:moveTo>
                    <a:pt x="167" y="1"/>
                  </a:moveTo>
                  <a:cubicBezTo>
                    <a:pt x="72" y="1"/>
                    <a:pt x="0" y="72"/>
                    <a:pt x="0" y="167"/>
                  </a:cubicBezTo>
                  <a:cubicBezTo>
                    <a:pt x="0" y="251"/>
                    <a:pt x="72" y="334"/>
                    <a:pt x="167" y="334"/>
                  </a:cubicBezTo>
                  <a:lnTo>
                    <a:pt x="1369" y="334"/>
                  </a:lnTo>
                  <a:cubicBezTo>
                    <a:pt x="1465" y="334"/>
                    <a:pt x="1536" y="251"/>
                    <a:pt x="1536" y="167"/>
                  </a:cubicBezTo>
                  <a:cubicBezTo>
                    <a:pt x="1536" y="72"/>
                    <a:pt x="1465" y="1"/>
                    <a:pt x="13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64"/>
            <p:cNvSpPr/>
            <p:nvPr/>
          </p:nvSpPr>
          <p:spPr>
            <a:xfrm>
              <a:off x="3842259" y="1677980"/>
              <a:ext cx="48919" cy="10630"/>
            </a:xfrm>
            <a:custGeom>
              <a:avLst/>
              <a:gdLst/>
              <a:ahLst/>
              <a:cxnLst/>
              <a:rect l="l" t="t" r="r" b="b"/>
              <a:pathLst>
                <a:path w="1537" h="334" extrusionOk="0">
                  <a:moveTo>
                    <a:pt x="167" y="1"/>
                  </a:moveTo>
                  <a:cubicBezTo>
                    <a:pt x="72" y="1"/>
                    <a:pt x="1" y="72"/>
                    <a:pt x="1" y="167"/>
                  </a:cubicBezTo>
                  <a:cubicBezTo>
                    <a:pt x="1" y="251"/>
                    <a:pt x="72" y="334"/>
                    <a:pt x="167"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1" name="Google Shape;10201;p64"/>
            <p:cNvSpPr/>
            <p:nvPr/>
          </p:nvSpPr>
          <p:spPr>
            <a:xfrm>
              <a:off x="3711161" y="1508594"/>
              <a:ext cx="10248" cy="48537"/>
            </a:xfrm>
            <a:custGeom>
              <a:avLst/>
              <a:gdLst/>
              <a:ahLst/>
              <a:cxnLst/>
              <a:rect l="l" t="t" r="r" b="b"/>
              <a:pathLst>
                <a:path w="322" h="1525" extrusionOk="0">
                  <a:moveTo>
                    <a:pt x="167" y="1"/>
                  </a:moveTo>
                  <a:cubicBezTo>
                    <a:pt x="72" y="1"/>
                    <a:pt x="0" y="72"/>
                    <a:pt x="0" y="155"/>
                  </a:cubicBezTo>
                  <a:lnTo>
                    <a:pt x="0" y="1370"/>
                  </a:lnTo>
                  <a:cubicBezTo>
                    <a:pt x="0" y="1453"/>
                    <a:pt x="72" y="1525"/>
                    <a:pt x="167" y="1525"/>
                  </a:cubicBezTo>
                  <a:cubicBezTo>
                    <a:pt x="250" y="1525"/>
                    <a:pt x="322" y="1453"/>
                    <a:pt x="322" y="1370"/>
                  </a:cubicBezTo>
                  <a:lnTo>
                    <a:pt x="322" y="155"/>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64"/>
            <p:cNvSpPr/>
            <p:nvPr/>
          </p:nvSpPr>
          <p:spPr>
            <a:xfrm>
              <a:off x="3633470" y="1792018"/>
              <a:ext cx="22757" cy="29249"/>
            </a:xfrm>
            <a:custGeom>
              <a:avLst/>
              <a:gdLst/>
              <a:ahLst/>
              <a:cxnLst/>
              <a:rect l="l" t="t" r="r" b="b"/>
              <a:pathLst>
                <a:path w="715" h="919" extrusionOk="0">
                  <a:moveTo>
                    <a:pt x="525" y="1"/>
                  </a:moveTo>
                  <a:cubicBezTo>
                    <a:pt x="470" y="1"/>
                    <a:pt x="413" y="30"/>
                    <a:pt x="381" y="85"/>
                  </a:cubicBezTo>
                  <a:lnTo>
                    <a:pt x="48" y="680"/>
                  </a:lnTo>
                  <a:cubicBezTo>
                    <a:pt x="0" y="751"/>
                    <a:pt x="24" y="859"/>
                    <a:pt x="107" y="894"/>
                  </a:cubicBezTo>
                  <a:cubicBezTo>
                    <a:pt x="131" y="918"/>
                    <a:pt x="167" y="918"/>
                    <a:pt x="179" y="918"/>
                  </a:cubicBezTo>
                  <a:cubicBezTo>
                    <a:pt x="238" y="918"/>
                    <a:pt x="286" y="882"/>
                    <a:pt x="310" y="835"/>
                  </a:cubicBezTo>
                  <a:lnTo>
                    <a:pt x="655" y="240"/>
                  </a:lnTo>
                  <a:cubicBezTo>
                    <a:pt x="715" y="156"/>
                    <a:pt x="679"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64"/>
            <p:cNvSpPr/>
            <p:nvPr/>
          </p:nvSpPr>
          <p:spPr>
            <a:xfrm>
              <a:off x="3775962" y="1545195"/>
              <a:ext cx="22757" cy="28995"/>
            </a:xfrm>
            <a:custGeom>
              <a:avLst/>
              <a:gdLst/>
              <a:ahLst/>
              <a:cxnLst/>
              <a:rect l="l" t="t" r="r" b="b"/>
              <a:pathLst>
                <a:path w="715" h="911" extrusionOk="0">
                  <a:moveTo>
                    <a:pt x="534" y="1"/>
                  </a:moveTo>
                  <a:cubicBezTo>
                    <a:pt x="476" y="1"/>
                    <a:pt x="418" y="28"/>
                    <a:pt x="393" y="77"/>
                  </a:cubicBezTo>
                  <a:lnTo>
                    <a:pt x="48" y="672"/>
                  </a:lnTo>
                  <a:cubicBezTo>
                    <a:pt x="0" y="744"/>
                    <a:pt x="36" y="851"/>
                    <a:pt x="107" y="898"/>
                  </a:cubicBezTo>
                  <a:cubicBezTo>
                    <a:pt x="131" y="910"/>
                    <a:pt x="167" y="910"/>
                    <a:pt x="179" y="910"/>
                  </a:cubicBezTo>
                  <a:cubicBezTo>
                    <a:pt x="238" y="910"/>
                    <a:pt x="286" y="887"/>
                    <a:pt x="310" y="839"/>
                  </a:cubicBezTo>
                  <a:lnTo>
                    <a:pt x="655" y="244"/>
                  </a:lnTo>
                  <a:cubicBezTo>
                    <a:pt x="714" y="172"/>
                    <a:pt x="691" y="65"/>
                    <a:pt x="607" y="17"/>
                  </a:cubicBezTo>
                  <a:cubicBezTo>
                    <a:pt x="585" y="6"/>
                    <a:pt x="560"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64"/>
            <p:cNvSpPr/>
            <p:nvPr/>
          </p:nvSpPr>
          <p:spPr>
            <a:xfrm>
              <a:off x="3577390" y="1601498"/>
              <a:ext cx="31095" cy="21197"/>
            </a:xfrm>
            <a:custGeom>
              <a:avLst/>
              <a:gdLst/>
              <a:ahLst/>
              <a:cxnLst/>
              <a:rect l="l" t="t" r="r" b="b"/>
              <a:pathLst>
                <a:path w="977" h="666" extrusionOk="0">
                  <a:moveTo>
                    <a:pt x="199" y="1"/>
                  </a:moveTo>
                  <a:cubicBezTo>
                    <a:pt x="141" y="1"/>
                    <a:pt x="80" y="33"/>
                    <a:pt x="48" y="82"/>
                  </a:cubicBezTo>
                  <a:cubicBezTo>
                    <a:pt x="0" y="153"/>
                    <a:pt x="36" y="261"/>
                    <a:pt x="107" y="308"/>
                  </a:cubicBezTo>
                  <a:lnTo>
                    <a:pt x="703" y="642"/>
                  </a:lnTo>
                  <a:cubicBezTo>
                    <a:pt x="738" y="665"/>
                    <a:pt x="762" y="665"/>
                    <a:pt x="774" y="665"/>
                  </a:cubicBezTo>
                  <a:cubicBezTo>
                    <a:pt x="834" y="665"/>
                    <a:pt x="881" y="630"/>
                    <a:pt x="917" y="594"/>
                  </a:cubicBezTo>
                  <a:cubicBezTo>
                    <a:pt x="976" y="499"/>
                    <a:pt x="941"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64"/>
            <p:cNvSpPr/>
            <p:nvPr/>
          </p:nvSpPr>
          <p:spPr>
            <a:xfrm>
              <a:off x="3823703" y="1743608"/>
              <a:ext cx="31095" cy="21197"/>
            </a:xfrm>
            <a:custGeom>
              <a:avLst/>
              <a:gdLst/>
              <a:ahLst/>
              <a:cxnLst/>
              <a:rect l="l" t="t" r="r" b="b"/>
              <a:pathLst>
                <a:path w="977" h="666" extrusionOk="0">
                  <a:moveTo>
                    <a:pt x="199" y="1"/>
                  </a:moveTo>
                  <a:cubicBezTo>
                    <a:pt x="141" y="1"/>
                    <a:pt x="81" y="33"/>
                    <a:pt x="48" y="82"/>
                  </a:cubicBezTo>
                  <a:cubicBezTo>
                    <a:pt x="0" y="153"/>
                    <a:pt x="36" y="260"/>
                    <a:pt x="107" y="308"/>
                  </a:cubicBezTo>
                  <a:lnTo>
                    <a:pt x="703" y="641"/>
                  </a:lnTo>
                  <a:cubicBezTo>
                    <a:pt x="738" y="665"/>
                    <a:pt x="762" y="665"/>
                    <a:pt x="774" y="665"/>
                  </a:cubicBezTo>
                  <a:cubicBezTo>
                    <a:pt x="834" y="665"/>
                    <a:pt x="881" y="629"/>
                    <a:pt x="917" y="594"/>
                  </a:cubicBezTo>
                  <a:cubicBezTo>
                    <a:pt x="977" y="510"/>
                    <a:pt x="953"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64"/>
            <p:cNvSpPr/>
            <p:nvPr/>
          </p:nvSpPr>
          <p:spPr>
            <a:xfrm>
              <a:off x="3775962" y="1792018"/>
              <a:ext cx="22757" cy="29249"/>
            </a:xfrm>
            <a:custGeom>
              <a:avLst/>
              <a:gdLst/>
              <a:ahLst/>
              <a:cxnLst/>
              <a:rect l="l" t="t" r="r" b="b"/>
              <a:pathLst>
                <a:path w="715" h="919" extrusionOk="0">
                  <a:moveTo>
                    <a:pt x="190" y="1"/>
                  </a:moveTo>
                  <a:cubicBezTo>
                    <a:pt x="160" y="1"/>
                    <a:pt x="132" y="9"/>
                    <a:pt x="107" y="25"/>
                  </a:cubicBezTo>
                  <a:cubicBezTo>
                    <a:pt x="36" y="61"/>
                    <a:pt x="0" y="168"/>
                    <a:pt x="48" y="240"/>
                  </a:cubicBezTo>
                  <a:lnTo>
                    <a:pt x="393" y="835"/>
                  </a:lnTo>
                  <a:cubicBezTo>
                    <a:pt x="417" y="882"/>
                    <a:pt x="476" y="918"/>
                    <a:pt x="524" y="918"/>
                  </a:cubicBezTo>
                  <a:cubicBezTo>
                    <a:pt x="548" y="918"/>
                    <a:pt x="583" y="918"/>
                    <a:pt x="595" y="894"/>
                  </a:cubicBezTo>
                  <a:cubicBezTo>
                    <a:pt x="691" y="859"/>
                    <a:pt x="714" y="751"/>
                    <a:pt x="667" y="680"/>
                  </a:cubicBezTo>
                  <a:lnTo>
                    <a:pt x="333"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64"/>
            <p:cNvSpPr/>
            <p:nvPr/>
          </p:nvSpPr>
          <p:spPr>
            <a:xfrm>
              <a:off x="3633470" y="1545195"/>
              <a:ext cx="22757" cy="28995"/>
            </a:xfrm>
            <a:custGeom>
              <a:avLst/>
              <a:gdLst/>
              <a:ahLst/>
              <a:cxnLst/>
              <a:rect l="l" t="t" r="r" b="b"/>
              <a:pathLst>
                <a:path w="715" h="911" extrusionOk="0">
                  <a:moveTo>
                    <a:pt x="181" y="1"/>
                  </a:moveTo>
                  <a:cubicBezTo>
                    <a:pt x="155" y="1"/>
                    <a:pt x="130" y="6"/>
                    <a:pt x="107" y="17"/>
                  </a:cubicBezTo>
                  <a:cubicBezTo>
                    <a:pt x="24" y="65"/>
                    <a:pt x="0" y="172"/>
                    <a:pt x="48" y="244"/>
                  </a:cubicBezTo>
                  <a:lnTo>
                    <a:pt x="381" y="839"/>
                  </a:lnTo>
                  <a:cubicBezTo>
                    <a:pt x="417" y="887"/>
                    <a:pt x="477" y="910"/>
                    <a:pt x="524" y="910"/>
                  </a:cubicBezTo>
                  <a:cubicBezTo>
                    <a:pt x="548" y="910"/>
                    <a:pt x="584" y="910"/>
                    <a:pt x="596" y="898"/>
                  </a:cubicBezTo>
                  <a:cubicBezTo>
                    <a:pt x="679" y="851"/>
                    <a:pt x="715" y="744"/>
                    <a:pt x="667" y="672"/>
                  </a:cubicBezTo>
                  <a:lnTo>
                    <a:pt x="322" y="77"/>
                  </a:lnTo>
                  <a:cubicBezTo>
                    <a:pt x="297" y="28"/>
                    <a:pt x="23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64"/>
            <p:cNvSpPr/>
            <p:nvPr/>
          </p:nvSpPr>
          <p:spPr>
            <a:xfrm>
              <a:off x="3823703" y="1601498"/>
              <a:ext cx="31095" cy="21197"/>
            </a:xfrm>
            <a:custGeom>
              <a:avLst/>
              <a:gdLst/>
              <a:ahLst/>
              <a:cxnLst/>
              <a:rect l="l" t="t" r="r" b="b"/>
              <a:pathLst>
                <a:path w="977" h="666" extrusionOk="0">
                  <a:moveTo>
                    <a:pt x="778" y="1"/>
                  </a:moveTo>
                  <a:cubicBezTo>
                    <a:pt x="751" y="1"/>
                    <a:pt x="725" y="7"/>
                    <a:pt x="703" y="22"/>
                  </a:cubicBezTo>
                  <a:lnTo>
                    <a:pt x="107" y="368"/>
                  </a:lnTo>
                  <a:cubicBezTo>
                    <a:pt x="36" y="415"/>
                    <a:pt x="0" y="511"/>
                    <a:pt x="48" y="594"/>
                  </a:cubicBezTo>
                  <a:cubicBezTo>
                    <a:pt x="84" y="630"/>
                    <a:pt x="143" y="665"/>
                    <a:pt x="179" y="665"/>
                  </a:cubicBezTo>
                  <a:cubicBezTo>
                    <a:pt x="215" y="665"/>
                    <a:pt x="238" y="665"/>
                    <a:pt x="262" y="653"/>
                  </a:cubicBezTo>
                  <a:lnTo>
                    <a:pt x="857" y="308"/>
                  </a:lnTo>
                  <a:cubicBezTo>
                    <a:pt x="953" y="249"/>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64"/>
            <p:cNvSpPr/>
            <p:nvPr/>
          </p:nvSpPr>
          <p:spPr>
            <a:xfrm>
              <a:off x="3577390" y="1743608"/>
              <a:ext cx="31095" cy="21197"/>
            </a:xfrm>
            <a:custGeom>
              <a:avLst/>
              <a:gdLst/>
              <a:ahLst/>
              <a:cxnLst/>
              <a:rect l="l" t="t" r="r" b="b"/>
              <a:pathLst>
                <a:path w="977" h="666" extrusionOk="0">
                  <a:moveTo>
                    <a:pt x="778" y="1"/>
                  </a:moveTo>
                  <a:cubicBezTo>
                    <a:pt x="751" y="1"/>
                    <a:pt x="725" y="7"/>
                    <a:pt x="703" y="22"/>
                  </a:cubicBezTo>
                  <a:lnTo>
                    <a:pt x="107" y="368"/>
                  </a:lnTo>
                  <a:cubicBezTo>
                    <a:pt x="36" y="415"/>
                    <a:pt x="0" y="510"/>
                    <a:pt x="48" y="594"/>
                  </a:cubicBezTo>
                  <a:cubicBezTo>
                    <a:pt x="84" y="629"/>
                    <a:pt x="143" y="665"/>
                    <a:pt x="179" y="665"/>
                  </a:cubicBezTo>
                  <a:cubicBezTo>
                    <a:pt x="214" y="665"/>
                    <a:pt x="238" y="665"/>
                    <a:pt x="262" y="653"/>
                  </a:cubicBezTo>
                  <a:lnTo>
                    <a:pt x="857" y="308"/>
                  </a:lnTo>
                  <a:cubicBezTo>
                    <a:pt x="941" y="260"/>
                    <a:pt x="976" y="153"/>
                    <a:pt x="929" y="82"/>
                  </a:cubicBezTo>
                  <a:cubicBezTo>
                    <a:pt x="896" y="33"/>
                    <a:pt x="835"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64"/>
            <p:cNvSpPr/>
            <p:nvPr/>
          </p:nvSpPr>
          <p:spPr>
            <a:xfrm>
              <a:off x="3732358" y="1593032"/>
              <a:ext cx="71294" cy="62255"/>
            </a:xfrm>
            <a:custGeom>
              <a:avLst/>
              <a:gdLst/>
              <a:ahLst/>
              <a:cxnLst/>
              <a:rect l="l" t="t" r="r" b="b"/>
              <a:pathLst>
                <a:path w="2240" h="1956" extrusionOk="0">
                  <a:moveTo>
                    <a:pt x="186" y="1"/>
                  </a:moveTo>
                  <a:cubicBezTo>
                    <a:pt x="103" y="1"/>
                    <a:pt x="34" y="47"/>
                    <a:pt x="13" y="122"/>
                  </a:cubicBezTo>
                  <a:cubicBezTo>
                    <a:pt x="1" y="217"/>
                    <a:pt x="48" y="300"/>
                    <a:pt x="132" y="324"/>
                  </a:cubicBezTo>
                  <a:cubicBezTo>
                    <a:pt x="930" y="527"/>
                    <a:pt x="1584" y="1098"/>
                    <a:pt x="1894" y="1848"/>
                  </a:cubicBezTo>
                  <a:cubicBezTo>
                    <a:pt x="1918" y="1908"/>
                    <a:pt x="1977" y="1955"/>
                    <a:pt x="2037" y="1955"/>
                  </a:cubicBezTo>
                  <a:cubicBezTo>
                    <a:pt x="2061" y="1955"/>
                    <a:pt x="2084" y="1955"/>
                    <a:pt x="2096" y="1943"/>
                  </a:cubicBezTo>
                  <a:cubicBezTo>
                    <a:pt x="2192" y="1908"/>
                    <a:pt x="2239" y="1824"/>
                    <a:pt x="2192" y="1729"/>
                  </a:cubicBezTo>
                  <a:cubicBezTo>
                    <a:pt x="1846" y="884"/>
                    <a:pt x="1108" y="229"/>
                    <a:pt x="215" y="3"/>
                  </a:cubicBezTo>
                  <a:cubicBezTo>
                    <a:pt x="205"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1" name="Google Shape;10211;p64"/>
          <p:cNvGrpSpPr/>
          <p:nvPr/>
        </p:nvGrpSpPr>
        <p:grpSpPr>
          <a:xfrm>
            <a:off x="3122257" y="1334344"/>
            <a:ext cx="294850" cy="349434"/>
            <a:chOff x="3122257" y="1508594"/>
            <a:chExt cx="294850" cy="349434"/>
          </a:xfrm>
        </p:grpSpPr>
        <p:sp>
          <p:nvSpPr>
            <p:cNvPr id="10212" name="Google Shape;10212;p64"/>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64"/>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64"/>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64"/>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64"/>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7" name="Google Shape;10217;p64"/>
          <p:cNvGrpSpPr/>
          <p:nvPr/>
        </p:nvGrpSpPr>
        <p:grpSpPr>
          <a:xfrm>
            <a:off x="910723" y="1333962"/>
            <a:ext cx="251660" cy="350166"/>
            <a:chOff x="910723" y="1508212"/>
            <a:chExt cx="251660" cy="350166"/>
          </a:xfrm>
        </p:grpSpPr>
        <p:sp>
          <p:nvSpPr>
            <p:cNvPr id="10218" name="Google Shape;10218;p64"/>
            <p:cNvSpPr/>
            <p:nvPr/>
          </p:nvSpPr>
          <p:spPr>
            <a:xfrm>
              <a:off x="910723" y="1508212"/>
              <a:ext cx="251660" cy="350166"/>
            </a:xfrm>
            <a:custGeom>
              <a:avLst/>
              <a:gdLst/>
              <a:ahLst/>
              <a:cxnLst/>
              <a:rect l="l" t="t" r="r" b="b"/>
              <a:pathLst>
                <a:path w="7907" h="11002" extrusionOk="0">
                  <a:moveTo>
                    <a:pt x="3942" y="334"/>
                  </a:moveTo>
                  <a:cubicBezTo>
                    <a:pt x="4132" y="334"/>
                    <a:pt x="4299" y="441"/>
                    <a:pt x="4394" y="608"/>
                  </a:cubicBezTo>
                  <a:cubicBezTo>
                    <a:pt x="4418" y="644"/>
                    <a:pt x="4466" y="679"/>
                    <a:pt x="4525" y="679"/>
                  </a:cubicBezTo>
                  <a:lnTo>
                    <a:pt x="5132" y="679"/>
                  </a:lnTo>
                  <a:cubicBezTo>
                    <a:pt x="5240" y="679"/>
                    <a:pt x="5311" y="763"/>
                    <a:pt x="5311" y="858"/>
                  </a:cubicBezTo>
                  <a:lnTo>
                    <a:pt x="5311" y="1382"/>
                  </a:lnTo>
                  <a:lnTo>
                    <a:pt x="2573" y="1382"/>
                  </a:lnTo>
                  <a:lnTo>
                    <a:pt x="2573" y="858"/>
                  </a:lnTo>
                  <a:cubicBezTo>
                    <a:pt x="2573" y="751"/>
                    <a:pt x="2668" y="679"/>
                    <a:pt x="2751" y="679"/>
                  </a:cubicBezTo>
                  <a:lnTo>
                    <a:pt x="3358" y="679"/>
                  </a:lnTo>
                  <a:cubicBezTo>
                    <a:pt x="3418" y="679"/>
                    <a:pt x="3466" y="644"/>
                    <a:pt x="3501" y="608"/>
                  </a:cubicBezTo>
                  <a:cubicBezTo>
                    <a:pt x="3585" y="441"/>
                    <a:pt x="3763" y="334"/>
                    <a:pt x="3942" y="334"/>
                  </a:cubicBezTo>
                  <a:close/>
                  <a:moveTo>
                    <a:pt x="7240" y="1013"/>
                  </a:moveTo>
                  <a:cubicBezTo>
                    <a:pt x="7442" y="1013"/>
                    <a:pt x="7609" y="1179"/>
                    <a:pt x="7609" y="1370"/>
                  </a:cubicBezTo>
                  <a:lnTo>
                    <a:pt x="7609" y="10323"/>
                  </a:lnTo>
                  <a:lnTo>
                    <a:pt x="7585" y="10323"/>
                  </a:lnTo>
                  <a:cubicBezTo>
                    <a:pt x="7585" y="10514"/>
                    <a:pt x="7430" y="10681"/>
                    <a:pt x="7228" y="10681"/>
                  </a:cubicBezTo>
                  <a:lnTo>
                    <a:pt x="691" y="10681"/>
                  </a:lnTo>
                  <a:cubicBezTo>
                    <a:pt x="501" y="10681"/>
                    <a:pt x="334" y="10514"/>
                    <a:pt x="334" y="10323"/>
                  </a:cubicBezTo>
                  <a:lnTo>
                    <a:pt x="334" y="1370"/>
                  </a:lnTo>
                  <a:cubicBezTo>
                    <a:pt x="334" y="1179"/>
                    <a:pt x="501" y="1013"/>
                    <a:pt x="691" y="1013"/>
                  </a:cubicBezTo>
                  <a:lnTo>
                    <a:pt x="2263" y="1013"/>
                  </a:lnTo>
                  <a:lnTo>
                    <a:pt x="2263" y="1537"/>
                  </a:lnTo>
                  <a:cubicBezTo>
                    <a:pt x="2263" y="1632"/>
                    <a:pt x="2335" y="1703"/>
                    <a:pt x="2418" y="1703"/>
                  </a:cubicBezTo>
                  <a:lnTo>
                    <a:pt x="5525" y="1703"/>
                  </a:lnTo>
                  <a:cubicBezTo>
                    <a:pt x="5609" y="1703"/>
                    <a:pt x="5680" y="1632"/>
                    <a:pt x="5680" y="1537"/>
                  </a:cubicBezTo>
                  <a:lnTo>
                    <a:pt x="5680" y="1013"/>
                  </a:lnTo>
                  <a:close/>
                  <a:moveTo>
                    <a:pt x="3954" y="1"/>
                  </a:moveTo>
                  <a:cubicBezTo>
                    <a:pt x="3692" y="1"/>
                    <a:pt x="3442" y="144"/>
                    <a:pt x="3275" y="346"/>
                  </a:cubicBezTo>
                  <a:lnTo>
                    <a:pt x="2751" y="346"/>
                  </a:lnTo>
                  <a:cubicBezTo>
                    <a:pt x="2525" y="346"/>
                    <a:pt x="2335" y="501"/>
                    <a:pt x="2275" y="691"/>
                  </a:cubicBezTo>
                  <a:lnTo>
                    <a:pt x="680" y="691"/>
                  </a:lnTo>
                  <a:cubicBezTo>
                    <a:pt x="310" y="691"/>
                    <a:pt x="1" y="989"/>
                    <a:pt x="1" y="1382"/>
                  </a:cubicBezTo>
                  <a:lnTo>
                    <a:pt x="1" y="10323"/>
                  </a:lnTo>
                  <a:cubicBezTo>
                    <a:pt x="1" y="10692"/>
                    <a:pt x="299" y="11002"/>
                    <a:pt x="680" y="11002"/>
                  </a:cubicBezTo>
                  <a:lnTo>
                    <a:pt x="7216" y="11002"/>
                  </a:lnTo>
                  <a:cubicBezTo>
                    <a:pt x="7585" y="11002"/>
                    <a:pt x="7907" y="10704"/>
                    <a:pt x="7907" y="10323"/>
                  </a:cubicBezTo>
                  <a:lnTo>
                    <a:pt x="7907" y="1382"/>
                  </a:lnTo>
                  <a:cubicBezTo>
                    <a:pt x="7907" y="989"/>
                    <a:pt x="7609" y="691"/>
                    <a:pt x="7228" y="691"/>
                  </a:cubicBezTo>
                  <a:lnTo>
                    <a:pt x="5644" y="691"/>
                  </a:lnTo>
                  <a:cubicBezTo>
                    <a:pt x="5561" y="501"/>
                    <a:pt x="5383" y="346"/>
                    <a:pt x="5168" y="346"/>
                  </a:cubicBezTo>
                  <a:lnTo>
                    <a:pt x="4644" y="346"/>
                  </a:lnTo>
                  <a:cubicBezTo>
                    <a:pt x="4478" y="144"/>
                    <a:pt x="4228" y="1"/>
                    <a:pt x="3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64"/>
            <p:cNvSpPr/>
            <p:nvPr/>
          </p:nvSpPr>
          <p:spPr>
            <a:xfrm>
              <a:off x="1031604" y="1530205"/>
              <a:ext cx="10280" cy="10248"/>
            </a:xfrm>
            <a:custGeom>
              <a:avLst/>
              <a:gdLst/>
              <a:ahLst/>
              <a:cxnLst/>
              <a:rect l="l" t="t" r="r" b="b"/>
              <a:pathLst>
                <a:path w="323" h="322" extrusionOk="0">
                  <a:moveTo>
                    <a:pt x="156" y="0"/>
                  </a:moveTo>
                  <a:cubicBezTo>
                    <a:pt x="72" y="0"/>
                    <a:pt x="1" y="72"/>
                    <a:pt x="1" y="167"/>
                  </a:cubicBezTo>
                  <a:cubicBezTo>
                    <a:pt x="1" y="250"/>
                    <a:pt x="72" y="322"/>
                    <a:pt x="156" y="322"/>
                  </a:cubicBezTo>
                  <a:cubicBezTo>
                    <a:pt x="251" y="322"/>
                    <a:pt x="322" y="250"/>
                    <a:pt x="322" y="167"/>
                  </a:cubicBez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64"/>
            <p:cNvSpPr/>
            <p:nvPr/>
          </p:nvSpPr>
          <p:spPr>
            <a:xfrm>
              <a:off x="932334" y="1551784"/>
              <a:ext cx="208088" cy="273653"/>
            </a:xfrm>
            <a:custGeom>
              <a:avLst/>
              <a:gdLst/>
              <a:ahLst/>
              <a:cxnLst/>
              <a:rect l="l" t="t" r="r" b="b"/>
              <a:pathLst>
                <a:path w="6538" h="8598" extrusionOk="0">
                  <a:moveTo>
                    <a:pt x="167" y="1"/>
                  </a:moveTo>
                  <a:cubicBezTo>
                    <a:pt x="72" y="1"/>
                    <a:pt x="1" y="84"/>
                    <a:pt x="1" y="168"/>
                  </a:cubicBezTo>
                  <a:lnTo>
                    <a:pt x="1" y="8430"/>
                  </a:lnTo>
                  <a:cubicBezTo>
                    <a:pt x="1" y="8526"/>
                    <a:pt x="72" y="8597"/>
                    <a:pt x="167" y="8597"/>
                  </a:cubicBezTo>
                  <a:lnTo>
                    <a:pt x="6358" y="8597"/>
                  </a:lnTo>
                  <a:cubicBezTo>
                    <a:pt x="6442" y="8597"/>
                    <a:pt x="6525" y="8526"/>
                    <a:pt x="6525" y="8430"/>
                  </a:cubicBezTo>
                  <a:lnTo>
                    <a:pt x="6525" y="168"/>
                  </a:lnTo>
                  <a:cubicBezTo>
                    <a:pt x="6537" y="84"/>
                    <a:pt x="6466" y="13"/>
                    <a:pt x="6370" y="13"/>
                  </a:cubicBezTo>
                  <a:lnTo>
                    <a:pt x="5513" y="13"/>
                  </a:lnTo>
                  <a:cubicBezTo>
                    <a:pt x="5418" y="13"/>
                    <a:pt x="5346" y="84"/>
                    <a:pt x="5346" y="168"/>
                  </a:cubicBezTo>
                  <a:cubicBezTo>
                    <a:pt x="5346" y="263"/>
                    <a:pt x="5418" y="334"/>
                    <a:pt x="5513" y="334"/>
                  </a:cubicBezTo>
                  <a:lnTo>
                    <a:pt x="6204" y="334"/>
                  </a:lnTo>
                  <a:lnTo>
                    <a:pt x="6204" y="8264"/>
                  </a:lnTo>
                  <a:lnTo>
                    <a:pt x="334" y="8264"/>
                  </a:lnTo>
                  <a:lnTo>
                    <a:pt x="334" y="334"/>
                  </a:lnTo>
                  <a:lnTo>
                    <a:pt x="1024" y="334"/>
                  </a:lnTo>
                  <a:cubicBezTo>
                    <a:pt x="1120" y="334"/>
                    <a:pt x="1191" y="263"/>
                    <a:pt x="1191" y="168"/>
                  </a:cubicBezTo>
                  <a:cubicBezTo>
                    <a:pt x="1191" y="84"/>
                    <a:pt x="1120"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1" name="Google Shape;10221;p64"/>
            <p:cNvSpPr/>
            <p:nvPr/>
          </p:nvSpPr>
          <p:spPr>
            <a:xfrm>
              <a:off x="965689" y="1661302"/>
              <a:ext cx="32241" cy="32241"/>
            </a:xfrm>
            <a:custGeom>
              <a:avLst/>
              <a:gdLst/>
              <a:ahLst/>
              <a:cxnLst/>
              <a:rect l="l" t="t" r="r" b="b"/>
              <a:pathLst>
                <a:path w="1013" h="1013" extrusionOk="0">
                  <a:moveTo>
                    <a:pt x="500" y="346"/>
                  </a:moveTo>
                  <a:cubicBezTo>
                    <a:pt x="608" y="346"/>
                    <a:pt x="679" y="441"/>
                    <a:pt x="679" y="525"/>
                  </a:cubicBezTo>
                  <a:cubicBezTo>
                    <a:pt x="703" y="620"/>
                    <a:pt x="608" y="703"/>
                    <a:pt x="500" y="703"/>
                  </a:cubicBezTo>
                  <a:cubicBezTo>
                    <a:pt x="405" y="703"/>
                    <a:pt x="322" y="620"/>
                    <a:pt x="322" y="525"/>
                  </a:cubicBezTo>
                  <a:cubicBezTo>
                    <a:pt x="322" y="417"/>
                    <a:pt x="417" y="346"/>
                    <a:pt x="500" y="346"/>
                  </a:cubicBezTo>
                  <a:close/>
                  <a:moveTo>
                    <a:pt x="500" y="1"/>
                  </a:moveTo>
                  <a:cubicBezTo>
                    <a:pt x="227" y="1"/>
                    <a:pt x="0" y="227"/>
                    <a:pt x="0" y="513"/>
                  </a:cubicBezTo>
                  <a:cubicBezTo>
                    <a:pt x="0" y="787"/>
                    <a:pt x="227" y="1013"/>
                    <a:pt x="500" y="1013"/>
                  </a:cubicBezTo>
                  <a:cubicBezTo>
                    <a:pt x="786" y="1013"/>
                    <a:pt x="1012" y="787"/>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2" name="Google Shape;10222;p64"/>
            <p:cNvSpPr/>
            <p:nvPr/>
          </p:nvSpPr>
          <p:spPr>
            <a:xfrm>
              <a:off x="965689" y="1710571"/>
              <a:ext cx="32241" cy="32241"/>
            </a:xfrm>
            <a:custGeom>
              <a:avLst/>
              <a:gdLst/>
              <a:ahLst/>
              <a:cxnLst/>
              <a:rect l="l" t="t" r="r" b="b"/>
              <a:pathLst>
                <a:path w="1013" h="1013" extrusionOk="0">
                  <a:moveTo>
                    <a:pt x="500" y="346"/>
                  </a:moveTo>
                  <a:cubicBezTo>
                    <a:pt x="608" y="346"/>
                    <a:pt x="679" y="441"/>
                    <a:pt x="679" y="524"/>
                  </a:cubicBezTo>
                  <a:cubicBezTo>
                    <a:pt x="679" y="608"/>
                    <a:pt x="608" y="703"/>
                    <a:pt x="500" y="703"/>
                  </a:cubicBezTo>
                  <a:cubicBezTo>
                    <a:pt x="405" y="703"/>
                    <a:pt x="322" y="608"/>
                    <a:pt x="322" y="524"/>
                  </a:cubicBezTo>
                  <a:cubicBezTo>
                    <a:pt x="322" y="441"/>
                    <a:pt x="417" y="346"/>
                    <a:pt x="500" y="346"/>
                  </a:cubicBezTo>
                  <a:close/>
                  <a:moveTo>
                    <a:pt x="500" y="1"/>
                  </a:moveTo>
                  <a:cubicBezTo>
                    <a:pt x="227" y="1"/>
                    <a:pt x="0" y="227"/>
                    <a:pt x="0" y="513"/>
                  </a:cubicBezTo>
                  <a:cubicBezTo>
                    <a:pt x="0" y="786"/>
                    <a:pt x="227" y="1013"/>
                    <a:pt x="500" y="1013"/>
                  </a:cubicBezTo>
                  <a:cubicBezTo>
                    <a:pt x="786" y="1013"/>
                    <a:pt x="1012" y="786"/>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64"/>
            <p:cNvSpPr/>
            <p:nvPr/>
          </p:nvSpPr>
          <p:spPr>
            <a:xfrm>
              <a:off x="965689" y="1760604"/>
              <a:ext cx="32241" cy="31859"/>
            </a:xfrm>
            <a:custGeom>
              <a:avLst/>
              <a:gdLst/>
              <a:ahLst/>
              <a:cxnLst/>
              <a:rect l="l" t="t" r="r" b="b"/>
              <a:pathLst>
                <a:path w="1013" h="1001" extrusionOk="0">
                  <a:moveTo>
                    <a:pt x="500" y="322"/>
                  </a:moveTo>
                  <a:cubicBezTo>
                    <a:pt x="608" y="322"/>
                    <a:pt x="679" y="417"/>
                    <a:pt x="679" y="500"/>
                  </a:cubicBezTo>
                  <a:cubicBezTo>
                    <a:pt x="703" y="596"/>
                    <a:pt x="608" y="679"/>
                    <a:pt x="500" y="679"/>
                  </a:cubicBezTo>
                  <a:cubicBezTo>
                    <a:pt x="405" y="679"/>
                    <a:pt x="322" y="584"/>
                    <a:pt x="322" y="500"/>
                  </a:cubicBezTo>
                  <a:cubicBezTo>
                    <a:pt x="322" y="393"/>
                    <a:pt x="417" y="322"/>
                    <a:pt x="500" y="322"/>
                  </a:cubicBezTo>
                  <a:close/>
                  <a:moveTo>
                    <a:pt x="500" y="0"/>
                  </a:moveTo>
                  <a:cubicBezTo>
                    <a:pt x="227" y="0"/>
                    <a:pt x="0" y="215"/>
                    <a:pt x="0" y="500"/>
                  </a:cubicBezTo>
                  <a:cubicBezTo>
                    <a:pt x="0" y="786"/>
                    <a:pt x="227" y="1000"/>
                    <a:pt x="500" y="1000"/>
                  </a:cubicBezTo>
                  <a:cubicBezTo>
                    <a:pt x="786" y="1000"/>
                    <a:pt x="1012" y="786"/>
                    <a:pt x="1012" y="500"/>
                  </a:cubicBezTo>
                  <a:cubicBezTo>
                    <a:pt x="1012" y="215"/>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64"/>
            <p:cNvSpPr/>
            <p:nvPr/>
          </p:nvSpPr>
          <p:spPr>
            <a:xfrm>
              <a:off x="1009643" y="1661302"/>
              <a:ext cx="59899" cy="10662"/>
            </a:xfrm>
            <a:custGeom>
              <a:avLst/>
              <a:gdLst/>
              <a:ahLst/>
              <a:cxnLst/>
              <a:rect l="l" t="t" r="r" b="b"/>
              <a:pathLst>
                <a:path w="1882" h="335" extrusionOk="0">
                  <a:moveTo>
                    <a:pt x="167" y="1"/>
                  </a:moveTo>
                  <a:cubicBezTo>
                    <a:pt x="72" y="1"/>
                    <a:pt x="0" y="72"/>
                    <a:pt x="0" y="167"/>
                  </a:cubicBezTo>
                  <a:cubicBezTo>
                    <a:pt x="0" y="263"/>
                    <a:pt x="72" y="334"/>
                    <a:pt x="167" y="334"/>
                  </a:cubicBezTo>
                  <a:lnTo>
                    <a:pt x="1715" y="334"/>
                  </a:lnTo>
                  <a:cubicBezTo>
                    <a:pt x="1798" y="334"/>
                    <a:pt x="1882" y="263"/>
                    <a:pt x="1882" y="167"/>
                  </a:cubicBezTo>
                  <a:cubicBezTo>
                    <a:pt x="1882" y="72"/>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64"/>
            <p:cNvSpPr/>
            <p:nvPr/>
          </p:nvSpPr>
          <p:spPr>
            <a:xfrm>
              <a:off x="1009643" y="1683677"/>
              <a:ext cx="98188" cy="10630"/>
            </a:xfrm>
            <a:custGeom>
              <a:avLst/>
              <a:gdLst/>
              <a:ahLst/>
              <a:cxnLst/>
              <a:rect l="l" t="t" r="r" b="b"/>
              <a:pathLst>
                <a:path w="3085" h="334" extrusionOk="0">
                  <a:moveTo>
                    <a:pt x="167" y="0"/>
                  </a:moveTo>
                  <a:cubicBezTo>
                    <a:pt x="72" y="0"/>
                    <a:pt x="0" y="72"/>
                    <a:pt x="0" y="167"/>
                  </a:cubicBezTo>
                  <a:cubicBezTo>
                    <a:pt x="0" y="250"/>
                    <a:pt x="72" y="334"/>
                    <a:pt x="167" y="334"/>
                  </a:cubicBezTo>
                  <a:lnTo>
                    <a:pt x="2917" y="334"/>
                  </a:lnTo>
                  <a:cubicBezTo>
                    <a:pt x="3013" y="334"/>
                    <a:pt x="3084" y="250"/>
                    <a:pt x="3084" y="167"/>
                  </a:cubicBezTo>
                  <a:cubicBezTo>
                    <a:pt x="3084" y="72"/>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64"/>
            <p:cNvSpPr/>
            <p:nvPr/>
          </p:nvSpPr>
          <p:spPr>
            <a:xfrm>
              <a:off x="1009643" y="1710571"/>
              <a:ext cx="59899" cy="10630"/>
            </a:xfrm>
            <a:custGeom>
              <a:avLst/>
              <a:gdLst/>
              <a:ahLst/>
              <a:cxnLst/>
              <a:rect l="l" t="t" r="r" b="b"/>
              <a:pathLst>
                <a:path w="1882" h="334" extrusionOk="0">
                  <a:moveTo>
                    <a:pt x="167" y="1"/>
                  </a:moveTo>
                  <a:cubicBezTo>
                    <a:pt x="72" y="1"/>
                    <a:pt x="0" y="84"/>
                    <a:pt x="0" y="167"/>
                  </a:cubicBezTo>
                  <a:cubicBezTo>
                    <a:pt x="0" y="263"/>
                    <a:pt x="72" y="334"/>
                    <a:pt x="167" y="334"/>
                  </a:cubicBezTo>
                  <a:lnTo>
                    <a:pt x="1715" y="334"/>
                  </a:lnTo>
                  <a:cubicBezTo>
                    <a:pt x="1798" y="334"/>
                    <a:pt x="1882" y="263"/>
                    <a:pt x="1882" y="167"/>
                  </a:cubicBezTo>
                  <a:cubicBezTo>
                    <a:pt x="1882" y="84"/>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64"/>
            <p:cNvSpPr/>
            <p:nvPr/>
          </p:nvSpPr>
          <p:spPr>
            <a:xfrm>
              <a:off x="1009643" y="1732946"/>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64"/>
            <p:cNvSpPr/>
            <p:nvPr/>
          </p:nvSpPr>
          <p:spPr>
            <a:xfrm>
              <a:off x="1009643" y="1760604"/>
              <a:ext cx="59899" cy="10248"/>
            </a:xfrm>
            <a:custGeom>
              <a:avLst/>
              <a:gdLst/>
              <a:ahLst/>
              <a:cxnLst/>
              <a:rect l="l" t="t" r="r" b="b"/>
              <a:pathLst>
                <a:path w="1882" h="322" extrusionOk="0">
                  <a:moveTo>
                    <a:pt x="167" y="0"/>
                  </a:moveTo>
                  <a:cubicBezTo>
                    <a:pt x="72" y="0"/>
                    <a:pt x="0" y="72"/>
                    <a:pt x="0" y="155"/>
                  </a:cubicBezTo>
                  <a:cubicBezTo>
                    <a:pt x="0" y="250"/>
                    <a:pt x="72" y="322"/>
                    <a:pt x="167" y="322"/>
                  </a:cubicBezTo>
                  <a:lnTo>
                    <a:pt x="1715" y="322"/>
                  </a:lnTo>
                  <a:cubicBezTo>
                    <a:pt x="1798" y="322"/>
                    <a:pt x="1882" y="250"/>
                    <a:pt x="1882" y="155"/>
                  </a:cubicBezTo>
                  <a:cubicBezTo>
                    <a:pt x="1882" y="72"/>
                    <a:pt x="179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64"/>
            <p:cNvSpPr/>
            <p:nvPr/>
          </p:nvSpPr>
          <p:spPr>
            <a:xfrm>
              <a:off x="1009643" y="1782183"/>
              <a:ext cx="98188" cy="10662"/>
            </a:xfrm>
            <a:custGeom>
              <a:avLst/>
              <a:gdLst/>
              <a:ahLst/>
              <a:cxnLst/>
              <a:rect l="l" t="t" r="r" b="b"/>
              <a:pathLst>
                <a:path w="3085" h="335" extrusionOk="0">
                  <a:moveTo>
                    <a:pt x="167" y="1"/>
                  </a:moveTo>
                  <a:cubicBezTo>
                    <a:pt x="72" y="1"/>
                    <a:pt x="0" y="72"/>
                    <a:pt x="0" y="168"/>
                  </a:cubicBezTo>
                  <a:cubicBezTo>
                    <a:pt x="0" y="251"/>
                    <a:pt x="72" y="334"/>
                    <a:pt x="167" y="334"/>
                  </a:cubicBezTo>
                  <a:lnTo>
                    <a:pt x="2917" y="334"/>
                  </a:lnTo>
                  <a:cubicBezTo>
                    <a:pt x="3013" y="334"/>
                    <a:pt x="3084" y="251"/>
                    <a:pt x="3084" y="168"/>
                  </a:cubicBezTo>
                  <a:cubicBezTo>
                    <a:pt x="3084" y="72"/>
                    <a:pt x="3013" y="1"/>
                    <a:pt x="2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64"/>
            <p:cNvSpPr/>
            <p:nvPr/>
          </p:nvSpPr>
          <p:spPr>
            <a:xfrm>
              <a:off x="1009643" y="1579473"/>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64"/>
            <p:cNvSpPr/>
            <p:nvPr/>
          </p:nvSpPr>
          <p:spPr>
            <a:xfrm>
              <a:off x="965689" y="1628711"/>
              <a:ext cx="142142" cy="10662"/>
            </a:xfrm>
            <a:custGeom>
              <a:avLst/>
              <a:gdLst/>
              <a:ahLst/>
              <a:cxnLst/>
              <a:rect l="l" t="t" r="r" b="b"/>
              <a:pathLst>
                <a:path w="4466" h="335" extrusionOk="0">
                  <a:moveTo>
                    <a:pt x="155" y="1"/>
                  </a:moveTo>
                  <a:cubicBezTo>
                    <a:pt x="72" y="1"/>
                    <a:pt x="0" y="72"/>
                    <a:pt x="0" y="168"/>
                  </a:cubicBezTo>
                  <a:cubicBezTo>
                    <a:pt x="0" y="251"/>
                    <a:pt x="72" y="334"/>
                    <a:pt x="155" y="334"/>
                  </a:cubicBezTo>
                  <a:lnTo>
                    <a:pt x="4298" y="334"/>
                  </a:lnTo>
                  <a:cubicBezTo>
                    <a:pt x="4394" y="334"/>
                    <a:pt x="4465" y="251"/>
                    <a:pt x="4465" y="168"/>
                  </a:cubicBezTo>
                  <a:cubicBezTo>
                    <a:pt x="4465" y="72"/>
                    <a:pt x="4394" y="1"/>
                    <a:pt x="4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64"/>
            <p:cNvSpPr/>
            <p:nvPr/>
          </p:nvSpPr>
          <p:spPr>
            <a:xfrm>
              <a:off x="1009643" y="1601434"/>
              <a:ext cx="26926" cy="10280"/>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6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64"/>
            <p:cNvSpPr/>
            <p:nvPr/>
          </p:nvSpPr>
          <p:spPr>
            <a:xfrm>
              <a:off x="1047550" y="1601434"/>
              <a:ext cx="26926" cy="10280"/>
            </a:xfrm>
            <a:custGeom>
              <a:avLst/>
              <a:gdLst/>
              <a:ahLst/>
              <a:cxnLst/>
              <a:rect l="l" t="t" r="r" b="b"/>
              <a:pathLst>
                <a:path w="846" h="323" extrusionOk="0">
                  <a:moveTo>
                    <a:pt x="167" y="1"/>
                  </a:moveTo>
                  <a:cubicBezTo>
                    <a:pt x="71" y="1"/>
                    <a:pt x="0" y="72"/>
                    <a:pt x="0" y="155"/>
                  </a:cubicBezTo>
                  <a:cubicBezTo>
                    <a:pt x="0" y="251"/>
                    <a:pt x="71" y="322"/>
                    <a:pt x="167" y="322"/>
                  </a:cubicBezTo>
                  <a:lnTo>
                    <a:pt x="691" y="322"/>
                  </a:lnTo>
                  <a:cubicBezTo>
                    <a:pt x="774" y="322"/>
                    <a:pt x="845" y="251"/>
                    <a:pt x="845" y="155"/>
                  </a:cubicBezTo>
                  <a:cubicBezTo>
                    <a:pt x="845" y="72"/>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64"/>
            <p:cNvSpPr/>
            <p:nvPr/>
          </p:nvSpPr>
          <p:spPr>
            <a:xfrm>
              <a:off x="966071" y="1579473"/>
              <a:ext cx="32241" cy="32241"/>
            </a:xfrm>
            <a:custGeom>
              <a:avLst/>
              <a:gdLst/>
              <a:ahLst/>
              <a:cxnLst/>
              <a:rect l="l" t="t" r="r" b="b"/>
              <a:pathLst>
                <a:path w="1013" h="1013" extrusionOk="0">
                  <a:moveTo>
                    <a:pt x="691" y="310"/>
                  </a:moveTo>
                  <a:lnTo>
                    <a:pt x="691" y="691"/>
                  </a:lnTo>
                  <a:lnTo>
                    <a:pt x="310" y="691"/>
                  </a:lnTo>
                  <a:lnTo>
                    <a:pt x="310" y="310"/>
                  </a:lnTo>
                  <a:close/>
                  <a:moveTo>
                    <a:pt x="167" y="0"/>
                  </a:moveTo>
                  <a:cubicBezTo>
                    <a:pt x="72" y="0"/>
                    <a:pt x="0" y="71"/>
                    <a:pt x="0" y="167"/>
                  </a:cubicBezTo>
                  <a:lnTo>
                    <a:pt x="0" y="845"/>
                  </a:lnTo>
                  <a:cubicBezTo>
                    <a:pt x="0" y="941"/>
                    <a:pt x="72" y="1012"/>
                    <a:pt x="167" y="1012"/>
                  </a:cubicBezTo>
                  <a:lnTo>
                    <a:pt x="846" y="1012"/>
                  </a:lnTo>
                  <a:cubicBezTo>
                    <a:pt x="941" y="1012"/>
                    <a:pt x="1012" y="941"/>
                    <a:pt x="1012" y="845"/>
                  </a:cubicBezTo>
                  <a:lnTo>
                    <a:pt x="1012" y="167"/>
                  </a:lnTo>
                  <a:cubicBezTo>
                    <a:pt x="1000" y="71"/>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5" name="Google Shape;10235;p64"/>
          <p:cNvGrpSpPr/>
          <p:nvPr/>
        </p:nvGrpSpPr>
        <p:grpSpPr>
          <a:xfrm>
            <a:off x="1308631" y="1333580"/>
            <a:ext cx="350166" cy="350198"/>
            <a:chOff x="1308631" y="1507830"/>
            <a:chExt cx="350166" cy="350198"/>
          </a:xfrm>
        </p:grpSpPr>
        <p:sp>
          <p:nvSpPr>
            <p:cNvPr id="10236" name="Google Shape;10236;p64"/>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64"/>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64"/>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64"/>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0" name="Google Shape;10240;p64"/>
          <p:cNvGrpSpPr/>
          <p:nvPr/>
        </p:nvGrpSpPr>
        <p:grpSpPr>
          <a:xfrm>
            <a:off x="1756921" y="1335489"/>
            <a:ext cx="345997" cy="345997"/>
            <a:chOff x="1756921" y="1509739"/>
            <a:chExt cx="345997" cy="345997"/>
          </a:xfrm>
        </p:grpSpPr>
        <p:sp>
          <p:nvSpPr>
            <p:cNvPr id="10241" name="Google Shape;10241;p64"/>
            <p:cNvSpPr/>
            <p:nvPr/>
          </p:nvSpPr>
          <p:spPr>
            <a:xfrm>
              <a:off x="1756921" y="1509739"/>
              <a:ext cx="345997" cy="345997"/>
            </a:xfrm>
            <a:custGeom>
              <a:avLst/>
              <a:gdLst/>
              <a:ahLst/>
              <a:cxnLst/>
              <a:rect l="l" t="t" r="r" b="b"/>
              <a:pathLst>
                <a:path w="10871" h="10871" extrusionOk="0">
                  <a:moveTo>
                    <a:pt x="5442" y="0"/>
                  </a:moveTo>
                  <a:cubicBezTo>
                    <a:pt x="3977" y="0"/>
                    <a:pt x="2620" y="572"/>
                    <a:pt x="1596" y="1596"/>
                  </a:cubicBezTo>
                  <a:cubicBezTo>
                    <a:pt x="572" y="2620"/>
                    <a:pt x="1" y="3989"/>
                    <a:pt x="1" y="5441"/>
                  </a:cubicBezTo>
                  <a:cubicBezTo>
                    <a:pt x="1" y="6882"/>
                    <a:pt x="572" y="8251"/>
                    <a:pt x="1596" y="9275"/>
                  </a:cubicBezTo>
                  <a:cubicBezTo>
                    <a:pt x="2620" y="10299"/>
                    <a:pt x="3989" y="10871"/>
                    <a:pt x="5442" y="10871"/>
                  </a:cubicBezTo>
                  <a:cubicBezTo>
                    <a:pt x="6882" y="10871"/>
                    <a:pt x="8252" y="10299"/>
                    <a:pt x="9276" y="9275"/>
                  </a:cubicBezTo>
                  <a:cubicBezTo>
                    <a:pt x="10299" y="8251"/>
                    <a:pt x="10871" y="6882"/>
                    <a:pt x="10871" y="5441"/>
                  </a:cubicBezTo>
                  <a:cubicBezTo>
                    <a:pt x="10871" y="5346"/>
                    <a:pt x="10871" y="5263"/>
                    <a:pt x="10859" y="5156"/>
                  </a:cubicBezTo>
                  <a:cubicBezTo>
                    <a:pt x="10859" y="5060"/>
                    <a:pt x="10788" y="5001"/>
                    <a:pt x="10692" y="5001"/>
                  </a:cubicBezTo>
                  <a:cubicBezTo>
                    <a:pt x="10609" y="5001"/>
                    <a:pt x="10549" y="5084"/>
                    <a:pt x="10549" y="5168"/>
                  </a:cubicBezTo>
                  <a:lnTo>
                    <a:pt x="10549" y="5441"/>
                  </a:lnTo>
                  <a:cubicBezTo>
                    <a:pt x="10549" y="6811"/>
                    <a:pt x="10014" y="8085"/>
                    <a:pt x="9037" y="9049"/>
                  </a:cubicBezTo>
                  <a:cubicBezTo>
                    <a:pt x="8073" y="10025"/>
                    <a:pt x="6787" y="10561"/>
                    <a:pt x="5418" y="10561"/>
                  </a:cubicBezTo>
                  <a:cubicBezTo>
                    <a:pt x="4061" y="10561"/>
                    <a:pt x="2775" y="10025"/>
                    <a:pt x="1810" y="9049"/>
                  </a:cubicBezTo>
                  <a:cubicBezTo>
                    <a:pt x="834" y="8085"/>
                    <a:pt x="298" y="6811"/>
                    <a:pt x="298" y="5441"/>
                  </a:cubicBezTo>
                  <a:cubicBezTo>
                    <a:pt x="298" y="4072"/>
                    <a:pt x="834" y="2786"/>
                    <a:pt x="1810" y="1822"/>
                  </a:cubicBezTo>
                  <a:cubicBezTo>
                    <a:pt x="2775" y="858"/>
                    <a:pt x="4061" y="322"/>
                    <a:pt x="5418" y="322"/>
                  </a:cubicBezTo>
                  <a:cubicBezTo>
                    <a:pt x="6632" y="322"/>
                    <a:pt x="7799" y="750"/>
                    <a:pt x="8728" y="1524"/>
                  </a:cubicBezTo>
                  <a:cubicBezTo>
                    <a:pt x="9633" y="2298"/>
                    <a:pt x="10264" y="3358"/>
                    <a:pt x="10466" y="4513"/>
                  </a:cubicBezTo>
                  <a:cubicBezTo>
                    <a:pt x="10476" y="4594"/>
                    <a:pt x="10547" y="4649"/>
                    <a:pt x="10612" y="4649"/>
                  </a:cubicBezTo>
                  <a:cubicBezTo>
                    <a:pt x="10623" y="4649"/>
                    <a:pt x="10634" y="4647"/>
                    <a:pt x="10645" y="4644"/>
                  </a:cubicBezTo>
                  <a:cubicBezTo>
                    <a:pt x="10740" y="4632"/>
                    <a:pt x="10800" y="4548"/>
                    <a:pt x="10776" y="4465"/>
                  </a:cubicBezTo>
                  <a:cubicBezTo>
                    <a:pt x="10561" y="3239"/>
                    <a:pt x="9907" y="2108"/>
                    <a:pt x="8930" y="1286"/>
                  </a:cubicBezTo>
                  <a:cubicBezTo>
                    <a:pt x="7954" y="465"/>
                    <a:pt x="6716" y="0"/>
                    <a:pt x="5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64"/>
            <p:cNvSpPr/>
            <p:nvPr/>
          </p:nvSpPr>
          <p:spPr>
            <a:xfrm>
              <a:off x="1781937" y="1535488"/>
              <a:ext cx="295614" cy="295614"/>
            </a:xfrm>
            <a:custGeom>
              <a:avLst/>
              <a:gdLst/>
              <a:ahLst/>
              <a:cxnLst/>
              <a:rect l="l" t="t" r="r" b="b"/>
              <a:pathLst>
                <a:path w="9288" h="9288" extrusionOk="0">
                  <a:moveTo>
                    <a:pt x="4644" y="1"/>
                  </a:moveTo>
                  <a:cubicBezTo>
                    <a:pt x="3989" y="1"/>
                    <a:pt x="3346" y="132"/>
                    <a:pt x="2751" y="406"/>
                  </a:cubicBezTo>
                  <a:cubicBezTo>
                    <a:pt x="2167" y="656"/>
                    <a:pt x="1667" y="1025"/>
                    <a:pt x="1227" y="1489"/>
                  </a:cubicBezTo>
                  <a:cubicBezTo>
                    <a:pt x="1167" y="1549"/>
                    <a:pt x="1167" y="1656"/>
                    <a:pt x="1251" y="1715"/>
                  </a:cubicBezTo>
                  <a:cubicBezTo>
                    <a:pt x="1278" y="1743"/>
                    <a:pt x="1313" y="1757"/>
                    <a:pt x="1348" y="1757"/>
                  </a:cubicBezTo>
                  <a:cubicBezTo>
                    <a:pt x="1390" y="1757"/>
                    <a:pt x="1433" y="1737"/>
                    <a:pt x="1465" y="1692"/>
                  </a:cubicBezTo>
                  <a:cubicBezTo>
                    <a:pt x="1870" y="1263"/>
                    <a:pt x="2346" y="918"/>
                    <a:pt x="2882" y="680"/>
                  </a:cubicBezTo>
                  <a:cubicBezTo>
                    <a:pt x="3429" y="430"/>
                    <a:pt x="4025" y="310"/>
                    <a:pt x="4644" y="310"/>
                  </a:cubicBezTo>
                  <a:cubicBezTo>
                    <a:pt x="7025" y="310"/>
                    <a:pt x="8966" y="2239"/>
                    <a:pt x="8966" y="4644"/>
                  </a:cubicBezTo>
                  <a:cubicBezTo>
                    <a:pt x="8966" y="7037"/>
                    <a:pt x="7037" y="8978"/>
                    <a:pt x="4644" y="8978"/>
                  </a:cubicBezTo>
                  <a:cubicBezTo>
                    <a:pt x="2263" y="8978"/>
                    <a:pt x="310" y="7037"/>
                    <a:pt x="310" y="4644"/>
                  </a:cubicBezTo>
                  <a:cubicBezTo>
                    <a:pt x="310" y="3799"/>
                    <a:pt x="560" y="2966"/>
                    <a:pt x="1024" y="2263"/>
                  </a:cubicBezTo>
                  <a:cubicBezTo>
                    <a:pt x="1084" y="2192"/>
                    <a:pt x="1072" y="2084"/>
                    <a:pt x="989" y="2037"/>
                  </a:cubicBezTo>
                  <a:cubicBezTo>
                    <a:pt x="963" y="2020"/>
                    <a:pt x="933" y="2012"/>
                    <a:pt x="904" y="2012"/>
                  </a:cubicBezTo>
                  <a:cubicBezTo>
                    <a:pt x="850" y="2012"/>
                    <a:pt x="797" y="2038"/>
                    <a:pt x="774" y="2084"/>
                  </a:cubicBezTo>
                  <a:cubicBezTo>
                    <a:pt x="262" y="2846"/>
                    <a:pt x="0" y="3716"/>
                    <a:pt x="0" y="4644"/>
                  </a:cubicBezTo>
                  <a:cubicBezTo>
                    <a:pt x="0" y="5883"/>
                    <a:pt x="477" y="7049"/>
                    <a:pt x="1346" y="7930"/>
                  </a:cubicBezTo>
                  <a:cubicBezTo>
                    <a:pt x="2227" y="8811"/>
                    <a:pt x="3394" y="9288"/>
                    <a:pt x="4644" y="9288"/>
                  </a:cubicBezTo>
                  <a:cubicBezTo>
                    <a:pt x="5894" y="9288"/>
                    <a:pt x="7049" y="8811"/>
                    <a:pt x="7930" y="7930"/>
                  </a:cubicBezTo>
                  <a:cubicBezTo>
                    <a:pt x="8811" y="7049"/>
                    <a:pt x="9287" y="5894"/>
                    <a:pt x="9287" y="4644"/>
                  </a:cubicBezTo>
                  <a:cubicBezTo>
                    <a:pt x="9287" y="3394"/>
                    <a:pt x="8811" y="2227"/>
                    <a:pt x="7930" y="1346"/>
                  </a:cubicBezTo>
                  <a:cubicBezTo>
                    <a:pt x="7049" y="477"/>
                    <a:pt x="5894"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64"/>
            <p:cNvSpPr/>
            <p:nvPr/>
          </p:nvSpPr>
          <p:spPr>
            <a:xfrm>
              <a:off x="1806954" y="1677980"/>
              <a:ext cx="17441" cy="10630"/>
            </a:xfrm>
            <a:custGeom>
              <a:avLst/>
              <a:gdLst/>
              <a:ahLst/>
              <a:cxnLst/>
              <a:rect l="l" t="t" r="r" b="b"/>
              <a:pathLst>
                <a:path w="548" h="334" extrusionOk="0">
                  <a:moveTo>
                    <a:pt x="167" y="1"/>
                  </a:moveTo>
                  <a:cubicBezTo>
                    <a:pt x="72" y="1"/>
                    <a:pt x="0" y="72"/>
                    <a:pt x="0" y="167"/>
                  </a:cubicBezTo>
                  <a:cubicBezTo>
                    <a:pt x="0" y="251"/>
                    <a:pt x="72" y="334"/>
                    <a:pt x="167" y="334"/>
                  </a:cubicBezTo>
                  <a:lnTo>
                    <a:pt x="381" y="334"/>
                  </a:lnTo>
                  <a:cubicBezTo>
                    <a:pt x="476" y="334"/>
                    <a:pt x="548" y="251"/>
                    <a:pt x="548" y="167"/>
                  </a:cubicBezTo>
                  <a:cubicBezTo>
                    <a:pt x="548" y="72"/>
                    <a:pt x="476"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64"/>
            <p:cNvSpPr/>
            <p:nvPr/>
          </p:nvSpPr>
          <p:spPr>
            <a:xfrm>
              <a:off x="1924429" y="1560122"/>
              <a:ext cx="128106" cy="128488"/>
            </a:xfrm>
            <a:custGeom>
              <a:avLst/>
              <a:gdLst/>
              <a:ahLst/>
              <a:cxnLst/>
              <a:rect l="l" t="t" r="r" b="b"/>
              <a:pathLst>
                <a:path w="4025" h="4037" extrusionOk="0">
                  <a:moveTo>
                    <a:pt x="155" y="1"/>
                  </a:moveTo>
                  <a:cubicBezTo>
                    <a:pt x="72" y="1"/>
                    <a:pt x="0" y="72"/>
                    <a:pt x="0" y="167"/>
                  </a:cubicBezTo>
                  <a:lnTo>
                    <a:pt x="0" y="3870"/>
                  </a:lnTo>
                  <a:cubicBezTo>
                    <a:pt x="0" y="3954"/>
                    <a:pt x="72" y="4037"/>
                    <a:pt x="155" y="4037"/>
                  </a:cubicBezTo>
                  <a:lnTo>
                    <a:pt x="3870" y="4037"/>
                  </a:lnTo>
                  <a:cubicBezTo>
                    <a:pt x="3953" y="4037"/>
                    <a:pt x="4024" y="3954"/>
                    <a:pt x="4024" y="3870"/>
                  </a:cubicBezTo>
                  <a:cubicBezTo>
                    <a:pt x="4024" y="3775"/>
                    <a:pt x="3953" y="3704"/>
                    <a:pt x="3870" y="3704"/>
                  </a:cubicBezTo>
                  <a:lnTo>
                    <a:pt x="322" y="3704"/>
                  </a:ln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64"/>
            <p:cNvSpPr/>
            <p:nvPr/>
          </p:nvSpPr>
          <p:spPr>
            <a:xfrm>
              <a:off x="1924811" y="1788644"/>
              <a:ext cx="10630" cy="17823"/>
            </a:xfrm>
            <a:custGeom>
              <a:avLst/>
              <a:gdLst/>
              <a:ahLst/>
              <a:cxnLst/>
              <a:rect l="l" t="t" r="r" b="b"/>
              <a:pathLst>
                <a:path w="334" h="560" extrusionOk="0">
                  <a:moveTo>
                    <a:pt x="167" y="0"/>
                  </a:moveTo>
                  <a:cubicBezTo>
                    <a:pt x="71" y="0"/>
                    <a:pt x="0" y="84"/>
                    <a:pt x="0" y="167"/>
                  </a:cubicBezTo>
                  <a:lnTo>
                    <a:pt x="0" y="393"/>
                  </a:lnTo>
                  <a:cubicBezTo>
                    <a:pt x="0" y="488"/>
                    <a:pt x="71" y="560"/>
                    <a:pt x="167" y="560"/>
                  </a:cubicBezTo>
                  <a:cubicBezTo>
                    <a:pt x="250" y="560"/>
                    <a:pt x="333" y="488"/>
                    <a:pt x="333" y="393"/>
                  </a:cubicBezTo>
                  <a:lnTo>
                    <a:pt x="333" y="167"/>
                  </a:lnTo>
                  <a:cubicBezTo>
                    <a:pt x="333"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64"/>
            <p:cNvSpPr/>
            <p:nvPr/>
          </p:nvSpPr>
          <p:spPr>
            <a:xfrm>
              <a:off x="1841423" y="1594719"/>
              <a:ext cx="16328" cy="15086"/>
            </a:xfrm>
            <a:custGeom>
              <a:avLst/>
              <a:gdLst/>
              <a:ahLst/>
              <a:cxnLst/>
              <a:rect l="l" t="t" r="r" b="b"/>
              <a:pathLst>
                <a:path w="513" h="474" extrusionOk="0">
                  <a:moveTo>
                    <a:pt x="173" y="0"/>
                  </a:moveTo>
                  <a:cubicBezTo>
                    <a:pt x="132" y="0"/>
                    <a:pt x="90" y="15"/>
                    <a:pt x="60" y="45"/>
                  </a:cubicBezTo>
                  <a:cubicBezTo>
                    <a:pt x="1" y="104"/>
                    <a:pt x="1" y="212"/>
                    <a:pt x="60" y="259"/>
                  </a:cubicBezTo>
                  <a:lnTo>
                    <a:pt x="215" y="426"/>
                  </a:lnTo>
                  <a:cubicBezTo>
                    <a:pt x="239" y="462"/>
                    <a:pt x="286" y="474"/>
                    <a:pt x="334" y="474"/>
                  </a:cubicBezTo>
                  <a:cubicBezTo>
                    <a:pt x="370" y="474"/>
                    <a:pt x="405" y="462"/>
                    <a:pt x="453" y="426"/>
                  </a:cubicBezTo>
                  <a:cubicBezTo>
                    <a:pt x="513" y="366"/>
                    <a:pt x="513" y="259"/>
                    <a:pt x="453" y="212"/>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64"/>
            <p:cNvSpPr/>
            <p:nvPr/>
          </p:nvSpPr>
          <p:spPr>
            <a:xfrm>
              <a:off x="2002470" y="1756243"/>
              <a:ext cx="16709" cy="15755"/>
            </a:xfrm>
            <a:custGeom>
              <a:avLst/>
              <a:gdLst/>
              <a:ahLst/>
              <a:cxnLst/>
              <a:rect l="l" t="t" r="r" b="b"/>
              <a:pathLst>
                <a:path w="525" h="495" extrusionOk="0">
                  <a:moveTo>
                    <a:pt x="175" y="0"/>
                  </a:moveTo>
                  <a:cubicBezTo>
                    <a:pt x="132" y="0"/>
                    <a:pt x="90" y="18"/>
                    <a:pt x="60" y="54"/>
                  </a:cubicBezTo>
                  <a:cubicBezTo>
                    <a:pt x="1" y="113"/>
                    <a:pt x="1" y="221"/>
                    <a:pt x="60" y="280"/>
                  </a:cubicBezTo>
                  <a:lnTo>
                    <a:pt x="227" y="447"/>
                  </a:lnTo>
                  <a:cubicBezTo>
                    <a:pt x="251" y="471"/>
                    <a:pt x="298" y="494"/>
                    <a:pt x="346" y="494"/>
                  </a:cubicBezTo>
                  <a:cubicBezTo>
                    <a:pt x="394" y="494"/>
                    <a:pt x="418" y="471"/>
                    <a:pt x="465" y="447"/>
                  </a:cubicBezTo>
                  <a:cubicBezTo>
                    <a:pt x="525" y="387"/>
                    <a:pt x="525" y="280"/>
                    <a:pt x="465" y="221"/>
                  </a:cubicBezTo>
                  <a:lnTo>
                    <a:pt x="298" y="54"/>
                  </a:lnTo>
                  <a:cubicBezTo>
                    <a:pt x="263" y="18"/>
                    <a:pt x="218"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8" name="Google Shape;10248;p64"/>
            <p:cNvSpPr/>
            <p:nvPr/>
          </p:nvSpPr>
          <p:spPr>
            <a:xfrm>
              <a:off x="2002470" y="1594719"/>
              <a:ext cx="16328" cy="15086"/>
            </a:xfrm>
            <a:custGeom>
              <a:avLst/>
              <a:gdLst/>
              <a:ahLst/>
              <a:cxnLst/>
              <a:rect l="l" t="t" r="r" b="b"/>
              <a:pathLst>
                <a:path w="513" h="474" extrusionOk="0">
                  <a:moveTo>
                    <a:pt x="340" y="0"/>
                  </a:moveTo>
                  <a:cubicBezTo>
                    <a:pt x="298" y="0"/>
                    <a:pt x="257" y="15"/>
                    <a:pt x="227" y="45"/>
                  </a:cubicBezTo>
                  <a:lnTo>
                    <a:pt x="60" y="212"/>
                  </a:lnTo>
                  <a:cubicBezTo>
                    <a:pt x="1" y="259"/>
                    <a:pt x="1" y="366"/>
                    <a:pt x="60" y="426"/>
                  </a:cubicBezTo>
                  <a:cubicBezTo>
                    <a:pt x="96" y="462"/>
                    <a:pt x="132" y="474"/>
                    <a:pt x="179" y="474"/>
                  </a:cubicBezTo>
                  <a:cubicBezTo>
                    <a:pt x="227" y="474"/>
                    <a:pt x="251" y="462"/>
                    <a:pt x="287" y="426"/>
                  </a:cubicBezTo>
                  <a:lnTo>
                    <a:pt x="453" y="259"/>
                  </a:lnTo>
                  <a:cubicBezTo>
                    <a:pt x="513" y="212"/>
                    <a:pt x="513" y="104"/>
                    <a:pt x="453" y="45"/>
                  </a:cubicBezTo>
                  <a:cubicBezTo>
                    <a:pt x="423" y="15"/>
                    <a:pt x="382"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64"/>
            <p:cNvSpPr/>
            <p:nvPr/>
          </p:nvSpPr>
          <p:spPr>
            <a:xfrm>
              <a:off x="1841041" y="1756530"/>
              <a:ext cx="16709" cy="15468"/>
            </a:xfrm>
            <a:custGeom>
              <a:avLst/>
              <a:gdLst/>
              <a:ahLst/>
              <a:cxnLst/>
              <a:rect l="l" t="t" r="r" b="b"/>
              <a:pathLst>
                <a:path w="525" h="486" extrusionOk="0">
                  <a:moveTo>
                    <a:pt x="352" y="0"/>
                  </a:moveTo>
                  <a:cubicBezTo>
                    <a:pt x="310" y="0"/>
                    <a:pt x="269" y="15"/>
                    <a:pt x="239" y="45"/>
                  </a:cubicBezTo>
                  <a:lnTo>
                    <a:pt x="72" y="212"/>
                  </a:lnTo>
                  <a:cubicBezTo>
                    <a:pt x="1" y="271"/>
                    <a:pt x="1" y="354"/>
                    <a:pt x="60" y="438"/>
                  </a:cubicBezTo>
                  <a:cubicBezTo>
                    <a:pt x="84" y="462"/>
                    <a:pt x="132" y="485"/>
                    <a:pt x="179" y="485"/>
                  </a:cubicBezTo>
                  <a:cubicBezTo>
                    <a:pt x="227" y="485"/>
                    <a:pt x="251" y="462"/>
                    <a:pt x="298" y="438"/>
                  </a:cubicBezTo>
                  <a:lnTo>
                    <a:pt x="465" y="271"/>
                  </a:lnTo>
                  <a:cubicBezTo>
                    <a:pt x="525" y="212"/>
                    <a:pt x="525" y="104"/>
                    <a:pt x="465" y="45"/>
                  </a:cubicBezTo>
                  <a:cubicBezTo>
                    <a:pt x="435" y="15"/>
                    <a:pt x="394"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64"/>
            <p:cNvSpPr/>
            <p:nvPr/>
          </p:nvSpPr>
          <p:spPr>
            <a:xfrm>
              <a:off x="1816025" y="1632084"/>
              <a:ext cx="17855" cy="13336"/>
            </a:xfrm>
            <a:custGeom>
              <a:avLst/>
              <a:gdLst/>
              <a:ahLst/>
              <a:cxnLst/>
              <a:rect l="l" t="t" r="r" b="b"/>
              <a:pathLst>
                <a:path w="561" h="419" extrusionOk="0">
                  <a:moveTo>
                    <a:pt x="173" y="0"/>
                  </a:moveTo>
                  <a:cubicBezTo>
                    <a:pt x="110" y="0"/>
                    <a:pt x="51" y="36"/>
                    <a:pt x="25" y="97"/>
                  </a:cubicBezTo>
                  <a:cubicBezTo>
                    <a:pt x="1" y="181"/>
                    <a:pt x="25" y="276"/>
                    <a:pt x="120" y="312"/>
                  </a:cubicBezTo>
                  <a:lnTo>
                    <a:pt x="322" y="395"/>
                  </a:lnTo>
                  <a:cubicBezTo>
                    <a:pt x="334" y="419"/>
                    <a:pt x="370" y="419"/>
                    <a:pt x="382" y="419"/>
                  </a:cubicBezTo>
                  <a:cubicBezTo>
                    <a:pt x="441" y="419"/>
                    <a:pt x="501" y="383"/>
                    <a:pt x="537" y="312"/>
                  </a:cubicBezTo>
                  <a:cubicBezTo>
                    <a:pt x="561" y="228"/>
                    <a:pt x="513" y="133"/>
                    <a:pt x="441" y="97"/>
                  </a:cubicBezTo>
                  <a:lnTo>
                    <a:pt x="239" y="14"/>
                  </a:lnTo>
                  <a:cubicBezTo>
                    <a:pt x="217" y="5"/>
                    <a:pt x="19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64"/>
            <p:cNvSpPr/>
            <p:nvPr/>
          </p:nvSpPr>
          <p:spPr>
            <a:xfrm>
              <a:off x="2026341" y="1721297"/>
              <a:ext cx="17855" cy="13177"/>
            </a:xfrm>
            <a:custGeom>
              <a:avLst/>
              <a:gdLst/>
              <a:ahLst/>
              <a:cxnLst/>
              <a:rect l="l" t="t" r="r" b="b"/>
              <a:pathLst>
                <a:path w="561" h="414" extrusionOk="0">
                  <a:moveTo>
                    <a:pt x="179" y="0"/>
                  </a:moveTo>
                  <a:cubicBezTo>
                    <a:pt x="114" y="0"/>
                    <a:pt x="52" y="31"/>
                    <a:pt x="25" y="104"/>
                  </a:cubicBezTo>
                  <a:cubicBezTo>
                    <a:pt x="1" y="176"/>
                    <a:pt x="25" y="283"/>
                    <a:pt x="120" y="307"/>
                  </a:cubicBezTo>
                  <a:lnTo>
                    <a:pt x="322" y="402"/>
                  </a:lnTo>
                  <a:cubicBezTo>
                    <a:pt x="334" y="414"/>
                    <a:pt x="370" y="414"/>
                    <a:pt x="382" y="414"/>
                  </a:cubicBezTo>
                  <a:cubicBezTo>
                    <a:pt x="441" y="414"/>
                    <a:pt x="501" y="378"/>
                    <a:pt x="537" y="307"/>
                  </a:cubicBezTo>
                  <a:cubicBezTo>
                    <a:pt x="560" y="235"/>
                    <a:pt x="537" y="128"/>
                    <a:pt x="441" y="104"/>
                  </a:cubicBezTo>
                  <a:lnTo>
                    <a:pt x="239" y="9"/>
                  </a:lnTo>
                  <a:cubicBezTo>
                    <a:pt x="219" y="3"/>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64"/>
            <p:cNvSpPr/>
            <p:nvPr/>
          </p:nvSpPr>
          <p:spPr>
            <a:xfrm>
              <a:off x="1967619" y="1569702"/>
              <a:ext cx="14036" cy="16996"/>
            </a:xfrm>
            <a:custGeom>
              <a:avLst/>
              <a:gdLst/>
              <a:ahLst/>
              <a:cxnLst/>
              <a:rect l="l" t="t" r="r" b="b"/>
              <a:pathLst>
                <a:path w="441" h="534" extrusionOk="0">
                  <a:moveTo>
                    <a:pt x="267" y="1"/>
                  </a:moveTo>
                  <a:cubicBezTo>
                    <a:pt x="204" y="1"/>
                    <a:pt x="138" y="32"/>
                    <a:pt x="119" y="105"/>
                  </a:cubicBezTo>
                  <a:lnTo>
                    <a:pt x="24" y="307"/>
                  </a:lnTo>
                  <a:cubicBezTo>
                    <a:pt x="0" y="378"/>
                    <a:pt x="24" y="486"/>
                    <a:pt x="119" y="521"/>
                  </a:cubicBezTo>
                  <a:cubicBezTo>
                    <a:pt x="131" y="521"/>
                    <a:pt x="155" y="533"/>
                    <a:pt x="179" y="533"/>
                  </a:cubicBezTo>
                  <a:cubicBezTo>
                    <a:pt x="239" y="533"/>
                    <a:pt x="298" y="498"/>
                    <a:pt x="322" y="426"/>
                  </a:cubicBezTo>
                  <a:lnTo>
                    <a:pt x="417" y="224"/>
                  </a:lnTo>
                  <a:cubicBezTo>
                    <a:pt x="441" y="140"/>
                    <a:pt x="417" y="45"/>
                    <a:pt x="322" y="9"/>
                  </a:cubicBezTo>
                  <a:cubicBezTo>
                    <a:pt x="305" y="4"/>
                    <a:pt x="286" y="1"/>
                    <a:pt x="2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64"/>
            <p:cNvSpPr/>
            <p:nvPr/>
          </p:nvSpPr>
          <p:spPr>
            <a:xfrm>
              <a:off x="1877802" y="1780019"/>
              <a:ext cx="14450" cy="16996"/>
            </a:xfrm>
            <a:custGeom>
              <a:avLst/>
              <a:gdLst/>
              <a:ahLst/>
              <a:cxnLst/>
              <a:rect l="l" t="t" r="r" b="b"/>
              <a:pathLst>
                <a:path w="454" h="534" extrusionOk="0">
                  <a:moveTo>
                    <a:pt x="279" y="1"/>
                  </a:moveTo>
                  <a:cubicBezTo>
                    <a:pt x="216" y="1"/>
                    <a:pt x="147" y="32"/>
                    <a:pt x="120" y="105"/>
                  </a:cubicBezTo>
                  <a:lnTo>
                    <a:pt x="36" y="307"/>
                  </a:lnTo>
                  <a:cubicBezTo>
                    <a:pt x="1" y="378"/>
                    <a:pt x="48" y="486"/>
                    <a:pt x="120" y="509"/>
                  </a:cubicBezTo>
                  <a:cubicBezTo>
                    <a:pt x="144" y="533"/>
                    <a:pt x="167" y="533"/>
                    <a:pt x="179" y="533"/>
                  </a:cubicBezTo>
                  <a:cubicBezTo>
                    <a:pt x="239" y="533"/>
                    <a:pt x="298" y="497"/>
                    <a:pt x="334" y="426"/>
                  </a:cubicBezTo>
                  <a:lnTo>
                    <a:pt x="417" y="224"/>
                  </a:lnTo>
                  <a:cubicBezTo>
                    <a:pt x="453" y="140"/>
                    <a:pt x="417" y="45"/>
                    <a:pt x="334" y="9"/>
                  </a:cubicBezTo>
                  <a:cubicBezTo>
                    <a:pt x="317" y="4"/>
                    <a:pt x="29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64"/>
            <p:cNvSpPr/>
            <p:nvPr/>
          </p:nvSpPr>
          <p:spPr>
            <a:xfrm>
              <a:off x="1879711" y="1568652"/>
              <a:ext cx="14418" cy="16900"/>
            </a:xfrm>
            <a:custGeom>
              <a:avLst/>
              <a:gdLst/>
              <a:ahLst/>
              <a:cxnLst/>
              <a:rect l="l" t="t" r="r" b="b"/>
              <a:pathLst>
                <a:path w="453" h="531" extrusionOk="0">
                  <a:moveTo>
                    <a:pt x="169" y="0"/>
                  </a:moveTo>
                  <a:cubicBezTo>
                    <a:pt x="153" y="0"/>
                    <a:pt x="136" y="2"/>
                    <a:pt x="119" y="7"/>
                  </a:cubicBezTo>
                  <a:cubicBezTo>
                    <a:pt x="48" y="42"/>
                    <a:pt x="0" y="138"/>
                    <a:pt x="36" y="221"/>
                  </a:cubicBezTo>
                  <a:lnTo>
                    <a:pt x="119" y="423"/>
                  </a:lnTo>
                  <a:cubicBezTo>
                    <a:pt x="155" y="495"/>
                    <a:pt x="214" y="531"/>
                    <a:pt x="274" y="531"/>
                  </a:cubicBezTo>
                  <a:cubicBezTo>
                    <a:pt x="286" y="531"/>
                    <a:pt x="322" y="531"/>
                    <a:pt x="334" y="519"/>
                  </a:cubicBezTo>
                  <a:cubicBezTo>
                    <a:pt x="405" y="483"/>
                    <a:pt x="453" y="400"/>
                    <a:pt x="417" y="304"/>
                  </a:cubicBezTo>
                  <a:lnTo>
                    <a:pt x="334" y="102"/>
                  </a:lnTo>
                  <a:cubicBezTo>
                    <a:pt x="304" y="43"/>
                    <a:pt x="243"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64"/>
            <p:cNvSpPr/>
            <p:nvPr/>
          </p:nvSpPr>
          <p:spPr>
            <a:xfrm>
              <a:off x="1965709" y="1780846"/>
              <a:ext cx="14068" cy="16900"/>
            </a:xfrm>
            <a:custGeom>
              <a:avLst/>
              <a:gdLst/>
              <a:ahLst/>
              <a:cxnLst/>
              <a:rect l="l" t="t" r="r" b="b"/>
              <a:pathLst>
                <a:path w="442" h="531" extrusionOk="0">
                  <a:moveTo>
                    <a:pt x="189" y="0"/>
                  </a:moveTo>
                  <a:cubicBezTo>
                    <a:pt x="166" y="0"/>
                    <a:pt x="143" y="6"/>
                    <a:pt x="120" y="19"/>
                  </a:cubicBezTo>
                  <a:cubicBezTo>
                    <a:pt x="37" y="43"/>
                    <a:pt x="1" y="138"/>
                    <a:pt x="25" y="221"/>
                  </a:cubicBezTo>
                  <a:lnTo>
                    <a:pt x="120" y="424"/>
                  </a:lnTo>
                  <a:cubicBezTo>
                    <a:pt x="144" y="483"/>
                    <a:pt x="203" y="531"/>
                    <a:pt x="263" y="531"/>
                  </a:cubicBezTo>
                  <a:cubicBezTo>
                    <a:pt x="275" y="531"/>
                    <a:pt x="310" y="531"/>
                    <a:pt x="322" y="519"/>
                  </a:cubicBezTo>
                  <a:cubicBezTo>
                    <a:pt x="394" y="483"/>
                    <a:pt x="441" y="400"/>
                    <a:pt x="418" y="305"/>
                  </a:cubicBezTo>
                  <a:lnTo>
                    <a:pt x="322" y="102"/>
                  </a:lnTo>
                  <a:cubicBezTo>
                    <a:pt x="305" y="42"/>
                    <a:pt x="250"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64"/>
            <p:cNvSpPr/>
            <p:nvPr/>
          </p:nvSpPr>
          <p:spPr>
            <a:xfrm>
              <a:off x="2026723" y="1633644"/>
              <a:ext cx="17855" cy="13304"/>
            </a:xfrm>
            <a:custGeom>
              <a:avLst/>
              <a:gdLst/>
              <a:ahLst/>
              <a:cxnLst/>
              <a:rect l="l" t="t" r="r" b="b"/>
              <a:pathLst>
                <a:path w="561" h="418" extrusionOk="0">
                  <a:moveTo>
                    <a:pt x="387" y="0"/>
                  </a:moveTo>
                  <a:cubicBezTo>
                    <a:pt x="366" y="0"/>
                    <a:pt x="345" y="4"/>
                    <a:pt x="322" y="13"/>
                  </a:cubicBezTo>
                  <a:lnTo>
                    <a:pt x="120" y="96"/>
                  </a:lnTo>
                  <a:cubicBezTo>
                    <a:pt x="48" y="132"/>
                    <a:pt x="1" y="215"/>
                    <a:pt x="25" y="310"/>
                  </a:cubicBezTo>
                  <a:cubicBezTo>
                    <a:pt x="60" y="382"/>
                    <a:pt x="120" y="417"/>
                    <a:pt x="179" y="417"/>
                  </a:cubicBezTo>
                  <a:cubicBezTo>
                    <a:pt x="191" y="417"/>
                    <a:pt x="227" y="417"/>
                    <a:pt x="239" y="394"/>
                  </a:cubicBezTo>
                  <a:lnTo>
                    <a:pt x="441" y="310"/>
                  </a:lnTo>
                  <a:cubicBezTo>
                    <a:pt x="513" y="274"/>
                    <a:pt x="560" y="191"/>
                    <a:pt x="537" y="96"/>
                  </a:cubicBezTo>
                  <a:cubicBezTo>
                    <a:pt x="509" y="41"/>
                    <a:pt x="454"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64"/>
            <p:cNvSpPr/>
            <p:nvPr/>
          </p:nvSpPr>
          <p:spPr>
            <a:xfrm>
              <a:off x="1814911" y="1719419"/>
              <a:ext cx="18205" cy="13177"/>
            </a:xfrm>
            <a:custGeom>
              <a:avLst/>
              <a:gdLst/>
              <a:ahLst/>
              <a:cxnLst/>
              <a:rect l="l" t="t" r="r" b="b"/>
              <a:pathLst>
                <a:path w="572" h="414" extrusionOk="0">
                  <a:moveTo>
                    <a:pt x="382" y="1"/>
                  </a:moveTo>
                  <a:cubicBezTo>
                    <a:pt x="365" y="1"/>
                    <a:pt x="348" y="3"/>
                    <a:pt x="334" y="8"/>
                  </a:cubicBezTo>
                  <a:lnTo>
                    <a:pt x="119" y="104"/>
                  </a:lnTo>
                  <a:cubicBezTo>
                    <a:pt x="48" y="127"/>
                    <a:pt x="0" y="223"/>
                    <a:pt x="36" y="306"/>
                  </a:cubicBezTo>
                  <a:cubicBezTo>
                    <a:pt x="60" y="366"/>
                    <a:pt x="119" y="413"/>
                    <a:pt x="179" y="413"/>
                  </a:cubicBezTo>
                  <a:cubicBezTo>
                    <a:pt x="191" y="413"/>
                    <a:pt x="226" y="413"/>
                    <a:pt x="238" y="389"/>
                  </a:cubicBezTo>
                  <a:lnTo>
                    <a:pt x="453" y="306"/>
                  </a:lnTo>
                  <a:cubicBezTo>
                    <a:pt x="524" y="270"/>
                    <a:pt x="572" y="187"/>
                    <a:pt x="536" y="92"/>
                  </a:cubicBezTo>
                  <a:cubicBezTo>
                    <a:pt x="517" y="35"/>
                    <a:pt x="446"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8" name="Google Shape;10258;p64"/>
          <p:cNvGrpSpPr/>
          <p:nvPr/>
        </p:nvGrpSpPr>
        <p:grpSpPr>
          <a:xfrm>
            <a:off x="2216956" y="1336253"/>
            <a:ext cx="318721" cy="345615"/>
            <a:chOff x="2216956" y="1510503"/>
            <a:chExt cx="318721" cy="345615"/>
          </a:xfrm>
        </p:grpSpPr>
        <p:sp>
          <p:nvSpPr>
            <p:cNvPr id="10259" name="Google Shape;10259;p64"/>
            <p:cNvSpPr/>
            <p:nvPr/>
          </p:nvSpPr>
          <p:spPr>
            <a:xfrm>
              <a:off x="2386724" y="1510503"/>
              <a:ext cx="142524" cy="151594"/>
            </a:xfrm>
            <a:custGeom>
              <a:avLst/>
              <a:gdLst/>
              <a:ahLst/>
              <a:cxnLst/>
              <a:rect l="l" t="t" r="r" b="b"/>
              <a:pathLst>
                <a:path w="4478" h="4763" extrusionOk="0">
                  <a:moveTo>
                    <a:pt x="2315" y="1"/>
                  </a:moveTo>
                  <a:cubicBezTo>
                    <a:pt x="2179" y="1"/>
                    <a:pt x="2042" y="13"/>
                    <a:pt x="1906" y="36"/>
                  </a:cubicBezTo>
                  <a:cubicBezTo>
                    <a:pt x="1334" y="155"/>
                    <a:pt x="846" y="488"/>
                    <a:pt x="513" y="964"/>
                  </a:cubicBezTo>
                  <a:cubicBezTo>
                    <a:pt x="1" y="1738"/>
                    <a:pt x="25" y="2727"/>
                    <a:pt x="572" y="3465"/>
                  </a:cubicBezTo>
                  <a:lnTo>
                    <a:pt x="537" y="4596"/>
                  </a:lnTo>
                  <a:cubicBezTo>
                    <a:pt x="537" y="4655"/>
                    <a:pt x="560" y="4703"/>
                    <a:pt x="608" y="4727"/>
                  </a:cubicBezTo>
                  <a:cubicBezTo>
                    <a:pt x="632" y="4739"/>
                    <a:pt x="667" y="4763"/>
                    <a:pt x="691" y="4763"/>
                  </a:cubicBezTo>
                  <a:cubicBezTo>
                    <a:pt x="727" y="4763"/>
                    <a:pt x="739" y="4763"/>
                    <a:pt x="775" y="4739"/>
                  </a:cubicBezTo>
                  <a:lnTo>
                    <a:pt x="1799" y="4263"/>
                  </a:lnTo>
                  <a:cubicBezTo>
                    <a:pt x="1980" y="4308"/>
                    <a:pt x="2163" y="4331"/>
                    <a:pt x="2344" y="4331"/>
                  </a:cubicBezTo>
                  <a:cubicBezTo>
                    <a:pt x="3055" y="4331"/>
                    <a:pt x="3734" y="3986"/>
                    <a:pt x="4132" y="3370"/>
                  </a:cubicBezTo>
                  <a:cubicBezTo>
                    <a:pt x="4323" y="3096"/>
                    <a:pt x="4430" y="2774"/>
                    <a:pt x="4477" y="2453"/>
                  </a:cubicBezTo>
                  <a:cubicBezTo>
                    <a:pt x="4477" y="2358"/>
                    <a:pt x="4418" y="2274"/>
                    <a:pt x="4335" y="2262"/>
                  </a:cubicBezTo>
                  <a:cubicBezTo>
                    <a:pt x="4320" y="2259"/>
                    <a:pt x="4307" y="2257"/>
                    <a:pt x="4294" y="2257"/>
                  </a:cubicBezTo>
                  <a:cubicBezTo>
                    <a:pt x="4219" y="2257"/>
                    <a:pt x="4164" y="2312"/>
                    <a:pt x="4144" y="2393"/>
                  </a:cubicBezTo>
                  <a:cubicBezTo>
                    <a:pt x="4120" y="2667"/>
                    <a:pt x="4013" y="2941"/>
                    <a:pt x="3846" y="3179"/>
                  </a:cubicBezTo>
                  <a:cubicBezTo>
                    <a:pt x="3504" y="3697"/>
                    <a:pt x="2932" y="3992"/>
                    <a:pt x="2326" y="3992"/>
                  </a:cubicBezTo>
                  <a:cubicBezTo>
                    <a:pt x="2151" y="3992"/>
                    <a:pt x="1974" y="3968"/>
                    <a:pt x="1799" y="3917"/>
                  </a:cubicBezTo>
                  <a:cubicBezTo>
                    <a:pt x="1789" y="3914"/>
                    <a:pt x="1779" y="3913"/>
                    <a:pt x="1770" y="3913"/>
                  </a:cubicBezTo>
                  <a:cubicBezTo>
                    <a:pt x="1744" y="3913"/>
                    <a:pt x="1718" y="3924"/>
                    <a:pt x="1691" y="3941"/>
                  </a:cubicBezTo>
                  <a:lnTo>
                    <a:pt x="858" y="4322"/>
                  </a:lnTo>
                  <a:lnTo>
                    <a:pt x="906" y="3405"/>
                  </a:lnTo>
                  <a:cubicBezTo>
                    <a:pt x="906" y="3358"/>
                    <a:pt x="894" y="3334"/>
                    <a:pt x="870" y="3298"/>
                  </a:cubicBezTo>
                  <a:cubicBezTo>
                    <a:pt x="370" y="2679"/>
                    <a:pt x="334" y="1798"/>
                    <a:pt x="787" y="1131"/>
                  </a:cubicBezTo>
                  <a:cubicBezTo>
                    <a:pt x="1048" y="714"/>
                    <a:pt x="1489" y="441"/>
                    <a:pt x="1965" y="333"/>
                  </a:cubicBezTo>
                  <a:cubicBezTo>
                    <a:pt x="2084" y="313"/>
                    <a:pt x="2203" y="303"/>
                    <a:pt x="2321" y="303"/>
                  </a:cubicBezTo>
                  <a:cubicBezTo>
                    <a:pt x="2686" y="303"/>
                    <a:pt x="3040" y="403"/>
                    <a:pt x="3346" y="619"/>
                  </a:cubicBezTo>
                  <a:cubicBezTo>
                    <a:pt x="3763" y="905"/>
                    <a:pt x="4049" y="1322"/>
                    <a:pt x="4132" y="1822"/>
                  </a:cubicBezTo>
                  <a:cubicBezTo>
                    <a:pt x="4143" y="1909"/>
                    <a:pt x="4224" y="1966"/>
                    <a:pt x="4292" y="1966"/>
                  </a:cubicBezTo>
                  <a:cubicBezTo>
                    <a:pt x="4298" y="1966"/>
                    <a:pt x="4305" y="1966"/>
                    <a:pt x="4311" y="1965"/>
                  </a:cubicBezTo>
                  <a:cubicBezTo>
                    <a:pt x="4406" y="1941"/>
                    <a:pt x="4466" y="1857"/>
                    <a:pt x="4442" y="1786"/>
                  </a:cubicBezTo>
                  <a:cubicBezTo>
                    <a:pt x="4347" y="1203"/>
                    <a:pt x="4013" y="714"/>
                    <a:pt x="3525" y="369"/>
                  </a:cubicBezTo>
                  <a:cubicBezTo>
                    <a:pt x="3164" y="117"/>
                    <a:pt x="2742" y="1"/>
                    <a:pt x="23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64"/>
            <p:cNvSpPr/>
            <p:nvPr/>
          </p:nvSpPr>
          <p:spPr>
            <a:xfrm>
              <a:off x="2423102" y="1541185"/>
              <a:ext cx="77723" cy="77723"/>
            </a:xfrm>
            <a:custGeom>
              <a:avLst/>
              <a:gdLst/>
              <a:ahLst/>
              <a:cxnLst/>
              <a:rect l="l" t="t" r="r" b="b"/>
              <a:pathLst>
                <a:path w="2442" h="2442" extrusionOk="0">
                  <a:moveTo>
                    <a:pt x="1084" y="346"/>
                  </a:moveTo>
                  <a:lnTo>
                    <a:pt x="1084" y="1215"/>
                  </a:lnTo>
                  <a:cubicBezTo>
                    <a:pt x="1084" y="1310"/>
                    <a:pt x="1168" y="1382"/>
                    <a:pt x="1251" y="1382"/>
                  </a:cubicBezTo>
                  <a:lnTo>
                    <a:pt x="2132" y="1382"/>
                  </a:lnTo>
                  <a:cubicBezTo>
                    <a:pt x="2037" y="1786"/>
                    <a:pt x="1668" y="2108"/>
                    <a:pt x="1239" y="2108"/>
                  </a:cubicBezTo>
                  <a:cubicBezTo>
                    <a:pt x="751" y="2108"/>
                    <a:pt x="346" y="1715"/>
                    <a:pt x="346" y="1215"/>
                  </a:cubicBezTo>
                  <a:cubicBezTo>
                    <a:pt x="346" y="774"/>
                    <a:pt x="656" y="417"/>
                    <a:pt x="1084" y="346"/>
                  </a:cubicBezTo>
                  <a:close/>
                  <a:moveTo>
                    <a:pt x="1215" y="0"/>
                  </a:moveTo>
                  <a:cubicBezTo>
                    <a:pt x="548" y="0"/>
                    <a:pt x="1" y="548"/>
                    <a:pt x="1" y="1215"/>
                  </a:cubicBezTo>
                  <a:cubicBezTo>
                    <a:pt x="1" y="1894"/>
                    <a:pt x="548" y="2441"/>
                    <a:pt x="1215" y="2441"/>
                  </a:cubicBezTo>
                  <a:cubicBezTo>
                    <a:pt x="1894" y="2441"/>
                    <a:pt x="2442" y="1894"/>
                    <a:pt x="2442" y="1215"/>
                  </a:cubicBezTo>
                  <a:cubicBezTo>
                    <a:pt x="2442" y="1120"/>
                    <a:pt x="2370" y="1060"/>
                    <a:pt x="2275" y="1060"/>
                  </a:cubicBezTo>
                  <a:lnTo>
                    <a:pt x="1382" y="1060"/>
                  </a:lnTo>
                  <a:lnTo>
                    <a:pt x="1382" y="167"/>
                  </a:lnTo>
                  <a:cubicBezTo>
                    <a:pt x="1382"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64"/>
            <p:cNvSpPr/>
            <p:nvPr/>
          </p:nvSpPr>
          <p:spPr>
            <a:xfrm>
              <a:off x="2216956" y="1538543"/>
              <a:ext cx="318721" cy="317575"/>
            </a:xfrm>
            <a:custGeom>
              <a:avLst/>
              <a:gdLst/>
              <a:ahLst/>
              <a:cxnLst/>
              <a:rect l="l" t="t" r="r" b="b"/>
              <a:pathLst>
                <a:path w="10014" h="9978" extrusionOk="0">
                  <a:moveTo>
                    <a:pt x="3787" y="1191"/>
                  </a:moveTo>
                  <a:lnTo>
                    <a:pt x="4763" y="2179"/>
                  </a:lnTo>
                  <a:cubicBezTo>
                    <a:pt x="5347" y="2762"/>
                    <a:pt x="5466" y="3667"/>
                    <a:pt x="5037" y="4382"/>
                  </a:cubicBezTo>
                  <a:cubicBezTo>
                    <a:pt x="4989" y="4441"/>
                    <a:pt x="5001" y="4525"/>
                    <a:pt x="5061" y="4572"/>
                  </a:cubicBezTo>
                  <a:lnTo>
                    <a:pt x="5394" y="4906"/>
                  </a:lnTo>
                  <a:cubicBezTo>
                    <a:pt x="5423" y="4934"/>
                    <a:pt x="5465" y="4950"/>
                    <a:pt x="5507" y="4950"/>
                  </a:cubicBezTo>
                  <a:cubicBezTo>
                    <a:pt x="5534" y="4950"/>
                    <a:pt x="5561" y="4943"/>
                    <a:pt x="5585" y="4929"/>
                  </a:cubicBezTo>
                  <a:cubicBezTo>
                    <a:pt x="5873" y="4756"/>
                    <a:pt x="6191" y="4673"/>
                    <a:pt x="6506" y="4673"/>
                  </a:cubicBezTo>
                  <a:cubicBezTo>
                    <a:pt x="6972" y="4673"/>
                    <a:pt x="7432" y="4855"/>
                    <a:pt x="7787" y="5203"/>
                  </a:cubicBezTo>
                  <a:lnTo>
                    <a:pt x="8776" y="6179"/>
                  </a:lnTo>
                  <a:lnTo>
                    <a:pt x="6228" y="8727"/>
                  </a:lnTo>
                  <a:lnTo>
                    <a:pt x="5239" y="7751"/>
                  </a:lnTo>
                  <a:cubicBezTo>
                    <a:pt x="5025" y="7525"/>
                    <a:pt x="4870" y="7251"/>
                    <a:pt x="4787" y="6953"/>
                  </a:cubicBezTo>
                  <a:cubicBezTo>
                    <a:pt x="4644" y="6477"/>
                    <a:pt x="4728" y="5965"/>
                    <a:pt x="4978" y="5548"/>
                  </a:cubicBezTo>
                  <a:cubicBezTo>
                    <a:pt x="5025" y="5489"/>
                    <a:pt x="5001" y="5394"/>
                    <a:pt x="4942" y="5346"/>
                  </a:cubicBezTo>
                  <a:lnTo>
                    <a:pt x="4620" y="5025"/>
                  </a:lnTo>
                  <a:cubicBezTo>
                    <a:pt x="4589" y="4993"/>
                    <a:pt x="4541" y="4977"/>
                    <a:pt x="4495" y="4977"/>
                  </a:cubicBezTo>
                  <a:cubicBezTo>
                    <a:pt x="4472" y="4977"/>
                    <a:pt x="4450" y="4981"/>
                    <a:pt x="4430" y="4989"/>
                  </a:cubicBezTo>
                  <a:cubicBezTo>
                    <a:pt x="4137" y="5164"/>
                    <a:pt x="3815" y="5250"/>
                    <a:pt x="3496" y="5250"/>
                  </a:cubicBezTo>
                  <a:cubicBezTo>
                    <a:pt x="3034" y="5250"/>
                    <a:pt x="2579" y="5072"/>
                    <a:pt x="2227" y="4727"/>
                  </a:cubicBezTo>
                  <a:lnTo>
                    <a:pt x="1239" y="3739"/>
                  </a:lnTo>
                  <a:lnTo>
                    <a:pt x="3787" y="1191"/>
                  </a:lnTo>
                  <a:close/>
                  <a:moveTo>
                    <a:pt x="9288" y="6120"/>
                  </a:moveTo>
                  <a:lnTo>
                    <a:pt x="9633" y="6465"/>
                  </a:lnTo>
                  <a:lnTo>
                    <a:pt x="6513" y="9585"/>
                  </a:lnTo>
                  <a:lnTo>
                    <a:pt x="6168" y="9251"/>
                  </a:lnTo>
                  <a:lnTo>
                    <a:pt x="9109" y="6299"/>
                  </a:lnTo>
                  <a:lnTo>
                    <a:pt x="9288" y="6120"/>
                  </a:lnTo>
                  <a:close/>
                  <a:moveTo>
                    <a:pt x="3525" y="0"/>
                  </a:moveTo>
                  <a:cubicBezTo>
                    <a:pt x="3489" y="0"/>
                    <a:pt x="3442" y="24"/>
                    <a:pt x="3406" y="48"/>
                  </a:cubicBezTo>
                  <a:lnTo>
                    <a:pt x="2180" y="1286"/>
                  </a:lnTo>
                  <a:cubicBezTo>
                    <a:pt x="2120" y="1346"/>
                    <a:pt x="2120" y="1453"/>
                    <a:pt x="2180" y="1512"/>
                  </a:cubicBezTo>
                  <a:cubicBezTo>
                    <a:pt x="2209" y="1542"/>
                    <a:pt x="2248" y="1557"/>
                    <a:pt x="2287" y="1557"/>
                  </a:cubicBezTo>
                  <a:cubicBezTo>
                    <a:pt x="2325" y="1557"/>
                    <a:pt x="2364" y="1542"/>
                    <a:pt x="2394" y="1512"/>
                  </a:cubicBezTo>
                  <a:lnTo>
                    <a:pt x="3525" y="381"/>
                  </a:lnTo>
                  <a:lnTo>
                    <a:pt x="3870" y="715"/>
                  </a:lnTo>
                  <a:lnTo>
                    <a:pt x="3692" y="893"/>
                  </a:lnTo>
                  <a:lnTo>
                    <a:pt x="929" y="3667"/>
                  </a:lnTo>
                  <a:lnTo>
                    <a:pt x="751" y="3846"/>
                  </a:lnTo>
                  <a:lnTo>
                    <a:pt x="406" y="3501"/>
                  </a:lnTo>
                  <a:lnTo>
                    <a:pt x="1953" y="1953"/>
                  </a:lnTo>
                  <a:cubicBezTo>
                    <a:pt x="2013" y="1893"/>
                    <a:pt x="2013" y="1786"/>
                    <a:pt x="1953" y="1727"/>
                  </a:cubicBezTo>
                  <a:cubicBezTo>
                    <a:pt x="1924" y="1697"/>
                    <a:pt x="1882" y="1682"/>
                    <a:pt x="1840" y="1682"/>
                  </a:cubicBezTo>
                  <a:cubicBezTo>
                    <a:pt x="1799" y="1682"/>
                    <a:pt x="1757" y="1697"/>
                    <a:pt x="1727" y="1727"/>
                  </a:cubicBezTo>
                  <a:lnTo>
                    <a:pt x="60" y="3393"/>
                  </a:lnTo>
                  <a:cubicBezTo>
                    <a:pt x="1" y="3453"/>
                    <a:pt x="1" y="3560"/>
                    <a:pt x="60" y="3620"/>
                  </a:cubicBezTo>
                  <a:lnTo>
                    <a:pt x="632" y="4191"/>
                  </a:lnTo>
                  <a:cubicBezTo>
                    <a:pt x="656" y="4215"/>
                    <a:pt x="703" y="4227"/>
                    <a:pt x="751" y="4227"/>
                  </a:cubicBezTo>
                  <a:cubicBezTo>
                    <a:pt x="787" y="4227"/>
                    <a:pt x="834" y="4215"/>
                    <a:pt x="870" y="4191"/>
                  </a:cubicBezTo>
                  <a:lnTo>
                    <a:pt x="1048" y="4013"/>
                  </a:lnTo>
                  <a:lnTo>
                    <a:pt x="2025" y="4989"/>
                  </a:lnTo>
                  <a:cubicBezTo>
                    <a:pt x="2430" y="5394"/>
                    <a:pt x="2971" y="5607"/>
                    <a:pt x="3517" y="5607"/>
                  </a:cubicBezTo>
                  <a:cubicBezTo>
                    <a:pt x="3854" y="5607"/>
                    <a:pt x="4192" y="5526"/>
                    <a:pt x="4501" y="5358"/>
                  </a:cubicBezTo>
                  <a:lnTo>
                    <a:pt x="4644" y="5513"/>
                  </a:lnTo>
                  <a:cubicBezTo>
                    <a:pt x="4394" y="5989"/>
                    <a:pt x="4335" y="6537"/>
                    <a:pt x="4477" y="7061"/>
                  </a:cubicBezTo>
                  <a:cubicBezTo>
                    <a:pt x="4573" y="7406"/>
                    <a:pt x="4763" y="7727"/>
                    <a:pt x="5013" y="7977"/>
                  </a:cubicBezTo>
                  <a:lnTo>
                    <a:pt x="6001" y="8966"/>
                  </a:lnTo>
                  <a:lnTo>
                    <a:pt x="5823" y="9144"/>
                  </a:lnTo>
                  <a:cubicBezTo>
                    <a:pt x="5763" y="9204"/>
                    <a:pt x="5763" y="9311"/>
                    <a:pt x="5823" y="9370"/>
                  </a:cubicBezTo>
                  <a:lnTo>
                    <a:pt x="6394" y="9930"/>
                  </a:lnTo>
                  <a:cubicBezTo>
                    <a:pt x="6418" y="9966"/>
                    <a:pt x="6466" y="9978"/>
                    <a:pt x="6513" y="9978"/>
                  </a:cubicBezTo>
                  <a:cubicBezTo>
                    <a:pt x="6549" y="9978"/>
                    <a:pt x="6585" y="9966"/>
                    <a:pt x="6633" y="9930"/>
                  </a:cubicBezTo>
                  <a:lnTo>
                    <a:pt x="9978" y="6584"/>
                  </a:lnTo>
                  <a:cubicBezTo>
                    <a:pt x="10014" y="6525"/>
                    <a:pt x="10014" y="6418"/>
                    <a:pt x="9966" y="6358"/>
                  </a:cubicBezTo>
                  <a:lnTo>
                    <a:pt x="9395" y="5798"/>
                  </a:lnTo>
                  <a:cubicBezTo>
                    <a:pt x="9365" y="5769"/>
                    <a:pt x="9323" y="5754"/>
                    <a:pt x="9282" y="5754"/>
                  </a:cubicBezTo>
                  <a:cubicBezTo>
                    <a:pt x="9240" y="5754"/>
                    <a:pt x="9198" y="5769"/>
                    <a:pt x="9169" y="5798"/>
                  </a:cubicBezTo>
                  <a:lnTo>
                    <a:pt x="8990" y="5977"/>
                  </a:lnTo>
                  <a:lnTo>
                    <a:pt x="8014" y="4989"/>
                  </a:lnTo>
                  <a:cubicBezTo>
                    <a:pt x="7609" y="4585"/>
                    <a:pt x="7069" y="4375"/>
                    <a:pt x="6524" y="4375"/>
                  </a:cubicBezTo>
                  <a:cubicBezTo>
                    <a:pt x="6186" y="4375"/>
                    <a:pt x="5847" y="4456"/>
                    <a:pt x="5537" y="4620"/>
                  </a:cubicBezTo>
                  <a:lnTo>
                    <a:pt x="5394" y="4465"/>
                  </a:lnTo>
                  <a:cubicBezTo>
                    <a:pt x="5823" y="3655"/>
                    <a:pt x="5668" y="2655"/>
                    <a:pt x="5013" y="2000"/>
                  </a:cubicBezTo>
                  <a:lnTo>
                    <a:pt x="4037" y="1012"/>
                  </a:lnTo>
                  <a:lnTo>
                    <a:pt x="4216" y="834"/>
                  </a:lnTo>
                  <a:cubicBezTo>
                    <a:pt x="4275" y="774"/>
                    <a:pt x="4275" y="679"/>
                    <a:pt x="4216" y="619"/>
                  </a:cubicBezTo>
                  <a:lnTo>
                    <a:pt x="3644" y="48"/>
                  </a:lnTo>
                  <a:cubicBezTo>
                    <a:pt x="3620" y="24"/>
                    <a:pt x="3573" y="0"/>
                    <a:pt x="3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64"/>
            <p:cNvSpPr/>
            <p:nvPr/>
          </p:nvSpPr>
          <p:spPr>
            <a:xfrm>
              <a:off x="2275327" y="1662448"/>
              <a:ext cx="100066" cy="39434"/>
            </a:xfrm>
            <a:custGeom>
              <a:avLst/>
              <a:gdLst/>
              <a:ahLst/>
              <a:cxnLst/>
              <a:rect l="l" t="t" r="r" b="b"/>
              <a:pathLst>
                <a:path w="3144" h="1239" extrusionOk="0">
                  <a:moveTo>
                    <a:pt x="2632" y="310"/>
                  </a:moveTo>
                  <a:lnTo>
                    <a:pt x="2560" y="417"/>
                  </a:lnTo>
                  <a:cubicBezTo>
                    <a:pt x="2298" y="739"/>
                    <a:pt x="1953" y="917"/>
                    <a:pt x="1596" y="929"/>
                  </a:cubicBezTo>
                  <a:cubicBezTo>
                    <a:pt x="1239" y="929"/>
                    <a:pt x="905" y="774"/>
                    <a:pt x="643" y="477"/>
                  </a:cubicBezTo>
                  <a:cubicBezTo>
                    <a:pt x="643" y="477"/>
                    <a:pt x="584" y="393"/>
                    <a:pt x="512" y="310"/>
                  </a:cubicBezTo>
                  <a:close/>
                  <a:moveTo>
                    <a:pt x="179" y="0"/>
                  </a:moveTo>
                  <a:cubicBezTo>
                    <a:pt x="119" y="0"/>
                    <a:pt x="60" y="24"/>
                    <a:pt x="36" y="84"/>
                  </a:cubicBezTo>
                  <a:cubicBezTo>
                    <a:pt x="0" y="143"/>
                    <a:pt x="12" y="203"/>
                    <a:pt x="48" y="251"/>
                  </a:cubicBezTo>
                  <a:cubicBezTo>
                    <a:pt x="155" y="370"/>
                    <a:pt x="369" y="667"/>
                    <a:pt x="393" y="667"/>
                  </a:cubicBezTo>
                  <a:cubicBezTo>
                    <a:pt x="703" y="1036"/>
                    <a:pt x="1119" y="1239"/>
                    <a:pt x="1560" y="1239"/>
                  </a:cubicBezTo>
                  <a:lnTo>
                    <a:pt x="1596" y="1239"/>
                  </a:lnTo>
                  <a:cubicBezTo>
                    <a:pt x="2060" y="1215"/>
                    <a:pt x="2489" y="1001"/>
                    <a:pt x="2810" y="596"/>
                  </a:cubicBezTo>
                  <a:lnTo>
                    <a:pt x="3096" y="239"/>
                  </a:lnTo>
                  <a:cubicBezTo>
                    <a:pt x="3132" y="203"/>
                    <a:pt x="3144" y="143"/>
                    <a:pt x="3108" y="84"/>
                  </a:cubicBezTo>
                  <a:cubicBezTo>
                    <a:pt x="3084" y="24"/>
                    <a:pt x="3024"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64"/>
            <p:cNvSpPr/>
            <p:nvPr/>
          </p:nvSpPr>
          <p:spPr>
            <a:xfrm>
              <a:off x="2371192" y="1745422"/>
              <a:ext cx="101211" cy="60663"/>
            </a:xfrm>
            <a:custGeom>
              <a:avLst/>
              <a:gdLst/>
              <a:ahLst/>
              <a:cxnLst/>
              <a:rect l="l" t="t" r="r" b="b"/>
              <a:pathLst>
                <a:path w="3180" h="1906" extrusionOk="0">
                  <a:moveTo>
                    <a:pt x="155" y="1"/>
                  </a:moveTo>
                  <a:cubicBezTo>
                    <a:pt x="72" y="1"/>
                    <a:pt x="1" y="72"/>
                    <a:pt x="1" y="156"/>
                  </a:cubicBezTo>
                  <a:cubicBezTo>
                    <a:pt x="1" y="513"/>
                    <a:pt x="239" y="787"/>
                    <a:pt x="274" y="834"/>
                  </a:cubicBezTo>
                  <a:lnTo>
                    <a:pt x="1298" y="1858"/>
                  </a:lnTo>
                  <a:cubicBezTo>
                    <a:pt x="1334" y="1882"/>
                    <a:pt x="1382" y="1906"/>
                    <a:pt x="1429" y="1906"/>
                  </a:cubicBezTo>
                  <a:cubicBezTo>
                    <a:pt x="1465" y="1906"/>
                    <a:pt x="1501" y="1882"/>
                    <a:pt x="1548" y="1858"/>
                  </a:cubicBezTo>
                  <a:lnTo>
                    <a:pt x="3120" y="275"/>
                  </a:lnTo>
                  <a:cubicBezTo>
                    <a:pt x="3168" y="215"/>
                    <a:pt x="3180" y="156"/>
                    <a:pt x="3156" y="96"/>
                  </a:cubicBezTo>
                  <a:cubicBezTo>
                    <a:pt x="3120" y="37"/>
                    <a:pt x="3060" y="1"/>
                    <a:pt x="3001" y="1"/>
                  </a:cubicBezTo>
                  <a:lnTo>
                    <a:pt x="1584" y="1"/>
                  </a:lnTo>
                  <a:cubicBezTo>
                    <a:pt x="1501" y="1"/>
                    <a:pt x="1429" y="72"/>
                    <a:pt x="1429" y="156"/>
                  </a:cubicBezTo>
                  <a:cubicBezTo>
                    <a:pt x="1429" y="251"/>
                    <a:pt x="1501" y="322"/>
                    <a:pt x="1584" y="322"/>
                  </a:cubicBezTo>
                  <a:lnTo>
                    <a:pt x="2620" y="322"/>
                  </a:lnTo>
                  <a:lnTo>
                    <a:pt x="1429" y="1513"/>
                  </a:lnTo>
                  <a:lnTo>
                    <a:pt x="513" y="608"/>
                  </a:lnTo>
                  <a:cubicBezTo>
                    <a:pt x="501" y="596"/>
                    <a:pt x="393" y="489"/>
                    <a:pt x="358" y="322"/>
                  </a:cubicBezTo>
                  <a:lnTo>
                    <a:pt x="965" y="322"/>
                  </a:lnTo>
                  <a:cubicBezTo>
                    <a:pt x="1048" y="322"/>
                    <a:pt x="1132" y="251"/>
                    <a:pt x="1132" y="156"/>
                  </a:cubicBezTo>
                  <a:cubicBezTo>
                    <a:pt x="1132" y="72"/>
                    <a:pt x="1048"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4" name="Google Shape;10264;p64"/>
          <p:cNvGrpSpPr/>
          <p:nvPr/>
        </p:nvGrpSpPr>
        <p:grpSpPr>
          <a:xfrm>
            <a:off x="3988156" y="1394211"/>
            <a:ext cx="349052" cy="230049"/>
            <a:chOff x="3988156" y="1568461"/>
            <a:chExt cx="349052" cy="230049"/>
          </a:xfrm>
        </p:grpSpPr>
        <p:sp>
          <p:nvSpPr>
            <p:cNvPr id="10265" name="Google Shape;10265;p64"/>
            <p:cNvSpPr/>
            <p:nvPr/>
          </p:nvSpPr>
          <p:spPr>
            <a:xfrm>
              <a:off x="3988156" y="1571135"/>
              <a:ext cx="349052" cy="227376"/>
            </a:xfrm>
            <a:custGeom>
              <a:avLst/>
              <a:gdLst/>
              <a:ahLst/>
              <a:cxnLst/>
              <a:rect l="l" t="t" r="r" b="b"/>
              <a:pathLst>
                <a:path w="10967" h="7144" extrusionOk="0">
                  <a:moveTo>
                    <a:pt x="3203" y="322"/>
                  </a:moveTo>
                  <a:cubicBezTo>
                    <a:pt x="3489" y="322"/>
                    <a:pt x="3763" y="429"/>
                    <a:pt x="3977" y="631"/>
                  </a:cubicBezTo>
                  <a:lnTo>
                    <a:pt x="6168" y="2703"/>
                  </a:lnTo>
                  <a:lnTo>
                    <a:pt x="4930" y="2703"/>
                  </a:lnTo>
                  <a:lnTo>
                    <a:pt x="3072" y="322"/>
                  </a:lnTo>
                  <a:close/>
                  <a:moveTo>
                    <a:pt x="9240" y="3012"/>
                  </a:moveTo>
                  <a:cubicBezTo>
                    <a:pt x="9514" y="3036"/>
                    <a:pt x="9752" y="3143"/>
                    <a:pt x="9942" y="3346"/>
                  </a:cubicBezTo>
                  <a:lnTo>
                    <a:pt x="10049" y="3441"/>
                  </a:lnTo>
                  <a:lnTo>
                    <a:pt x="9406" y="3441"/>
                  </a:lnTo>
                  <a:lnTo>
                    <a:pt x="9406" y="3453"/>
                  </a:lnTo>
                  <a:cubicBezTo>
                    <a:pt x="9323" y="3453"/>
                    <a:pt x="9240" y="3370"/>
                    <a:pt x="9240" y="3286"/>
                  </a:cubicBezTo>
                  <a:lnTo>
                    <a:pt x="9240" y="3012"/>
                  </a:lnTo>
                  <a:close/>
                  <a:moveTo>
                    <a:pt x="6894" y="3715"/>
                  </a:moveTo>
                  <a:lnTo>
                    <a:pt x="3977" y="6477"/>
                  </a:lnTo>
                  <a:cubicBezTo>
                    <a:pt x="3763" y="6679"/>
                    <a:pt x="3501" y="6799"/>
                    <a:pt x="3203" y="6799"/>
                  </a:cubicBezTo>
                  <a:lnTo>
                    <a:pt x="3072" y="6799"/>
                  </a:lnTo>
                  <a:lnTo>
                    <a:pt x="5466" y="3715"/>
                  </a:lnTo>
                  <a:close/>
                  <a:moveTo>
                    <a:pt x="2953" y="0"/>
                  </a:moveTo>
                  <a:cubicBezTo>
                    <a:pt x="2846" y="0"/>
                    <a:pt x="2751" y="60"/>
                    <a:pt x="2703" y="143"/>
                  </a:cubicBezTo>
                  <a:cubicBezTo>
                    <a:pt x="2668" y="238"/>
                    <a:pt x="2679" y="333"/>
                    <a:pt x="2739" y="429"/>
                  </a:cubicBezTo>
                  <a:lnTo>
                    <a:pt x="4513" y="2703"/>
                  </a:lnTo>
                  <a:lnTo>
                    <a:pt x="2191" y="2703"/>
                  </a:lnTo>
                  <a:cubicBezTo>
                    <a:pt x="2096" y="2703"/>
                    <a:pt x="2013" y="2655"/>
                    <a:pt x="1953" y="2572"/>
                  </a:cubicBezTo>
                  <a:lnTo>
                    <a:pt x="1239" y="1334"/>
                  </a:lnTo>
                  <a:cubicBezTo>
                    <a:pt x="1132" y="1155"/>
                    <a:pt x="941" y="1048"/>
                    <a:pt x="727" y="1048"/>
                  </a:cubicBezTo>
                  <a:lnTo>
                    <a:pt x="274" y="1048"/>
                  </a:lnTo>
                  <a:cubicBezTo>
                    <a:pt x="120" y="1048"/>
                    <a:pt x="1" y="1167"/>
                    <a:pt x="1" y="1322"/>
                  </a:cubicBezTo>
                  <a:lnTo>
                    <a:pt x="1" y="3834"/>
                  </a:lnTo>
                  <a:cubicBezTo>
                    <a:pt x="1" y="4167"/>
                    <a:pt x="274" y="4429"/>
                    <a:pt x="596" y="4429"/>
                  </a:cubicBezTo>
                  <a:lnTo>
                    <a:pt x="1977" y="4429"/>
                  </a:lnTo>
                  <a:cubicBezTo>
                    <a:pt x="2072" y="4429"/>
                    <a:pt x="2144" y="4358"/>
                    <a:pt x="2144" y="4263"/>
                  </a:cubicBezTo>
                  <a:cubicBezTo>
                    <a:pt x="2144" y="4179"/>
                    <a:pt x="2072" y="4096"/>
                    <a:pt x="1977" y="4096"/>
                  </a:cubicBezTo>
                  <a:lnTo>
                    <a:pt x="596" y="4096"/>
                  </a:lnTo>
                  <a:cubicBezTo>
                    <a:pt x="453" y="4096"/>
                    <a:pt x="310" y="3977"/>
                    <a:pt x="310" y="3822"/>
                  </a:cubicBezTo>
                  <a:lnTo>
                    <a:pt x="310" y="1369"/>
                  </a:lnTo>
                  <a:lnTo>
                    <a:pt x="727" y="1369"/>
                  </a:lnTo>
                  <a:cubicBezTo>
                    <a:pt x="834" y="1369"/>
                    <a:pt x="905" y="1405"/>
                    <a:pt x="965" y="1500"/>
                  </a:cubicBezTo>
                  <a:lnTo>
                    <a:pt x="1679" y="2739"/>
                  </a:lnTo>
                  <a:cubicBezTo>
                    <a:pt x="1786" y="2905"/>
                    <a:pt x="1977" y="3036"/>
                    <a:pt x="2191" y="3036"/>
                  </a:cubicBezTo>
                  <a:lnTo>
                    <a:pt x="8895" y="3036"/>
                  </a:lnTo>
                  <a:lnTo>
                    <a:pt x="8895" y="3298"/>
                  </a:lnTo>
                  <a:cubicBezTo>
                    <a:pt x="8895" y="3572"/>
                    <a:pt x="9109" y="3774"/>
                    <a:pt x="9371" y="3774"/>
                  </a:cubicBezTo>
                  <a:lnTo>
                    <a:pt x="10323" y="3774"/>
                  </a:lnTo>
                  <a:lnTo>
                    <a:pt x="10538" y="3977"/>
                  </a:lnTo>
                  <a:cubicBezTo>
                    <a:pt x="10561" y="4012"/>
                    <a:pt x="10597" y="4060"/>
                    <a:pt x="10597" y="4096"/>
                  </a:cubicBezTo>
                  <a:lnTo>
                    <a:pt x="6930" y="4096"/>
                  </a:lnTo>
                  <a:lnTo>
                    <a:pt x="7382" y="3679"/>
                  </a:lnTo>
                  <a:cubicBezTo>
                    <a:pt x="7430" y="3643"/>
                    <a:pt x="7442" y="3560"/>
                    <a:pt x="7430" y="3501"/>
                  </a:cubicBezTo>
                  <a:cubicBezTo>
                    <a:pt x="7394" y="3453"/>
                    <a:pt x="7335" y="3405"/>
                    <a:pt x="7275" y="3405"/>
                  </a:cubicBezTo>
                  <a:lnTo>
                    <a:pt x="5454" y="3405"/>
                  </a:lnTo>
                  <a:cubicBezTo>
                    <a:pt x="5358" y="3405"/>
                    <a:pt x="5287" y="3453"/>
                    <a:pt x="5239" y="3501"/>
                  </a:cubicBezTo>
                  <a:lnTo>
                    <a:pt x="4775" y="4096"/>
                  </a:lnTo>
                  <a:lnTo>
                    <a:pt x="2739" y="4096"/>
                  </a:lnTo>
                  <a:cubicBezTo>
                    <a:pt x="2656" y="4096"/>
                    <a:pt x="2572" y="4179"/>
                    <a:pt x="2572" y="4263"/>
                  </a:cubicBezTo>
                  <a:cubicBezTo>
                    <a:pt x="2572" y="4358"/>
                    <a:pt x="2656" y="4429"/>
                    <a:pt x="2739" y="4429"/>
                  </a:cubicBezTo>
                  <a:lnTo>
                    <a:pt x="4525" y="4429"/>
                  </a:lnTo>
                  <a:lnTo>
                    <a:pt x="2751" y="6703"/>
                  </a:lnTo>
                  <a:cubicBezTo>
                    <a:pt x="2691" y="6787"/>
                    <a:pt x="2679" y="6906"/>
                    <a:pt x="2727" y="6989"/>
                  </a:cubicBezTo>
                  <a:cubicBezTo>
                    <a:pt x="2763" y="7084"/>
                    <a:pt x="2858" y="7144"/>
                    <a:pt x="2965" y="7144"/>
                  </a:cubicBezTo>
                  <a:lnTo>
                    <a:pt x="3203" y="7144"/>
                  </a:lnTo>
                  <a:cubicBezTo>
                    <a:pt x="3572" y="7144"/>
                    <a:pt x="3930" y="7001"/>
                    <a:pt x="4203" y="6739"/>
                  </a:cubicBezTo>
                  <a:lnTo>
                    <a:pt x="6644" y="4429"/>
                  </a:lnTo>
                  <a:lnTo>
                    <a:pt x="10716" y="4429"/>
                  </a:lnTo>
                  <a:cubicBezTo>
                    <a:pt x="10847" y="4429"/>
                    <a:pt x="10966" y="4322"/>
                    <a:pt x="10966" y="4179"/>
                  </a:cubicBezTo>
                  <a:cubicBezTo>
                    <a:pt x="10954" y="4001"/>
                    <a:pt x="10895" y="3846"/>
                    <a:pt x="10788" y="3751"/>
                  </a:cubicBezTo>
                  <a:lnTo>
                    <a:pt x="10168" y="3120"/>
                  </a:lnTo>
                  <a:cubicBezTo>
                    <a:pt x="9895" y="2858"/>
                    <a:pt x="9526" y="2703"/>
                    <a:pt x="9156" y="2703"/>
                  </a:cubicBezTo>
                  <a:lnTo>
                    <a:pt x="6620" y="2703"/>
                  </a:lnTo>
                  <a:lnTo>
                    <a:pt x="4180" y="393"/>
                  </a:lnTo>
                  <a:cubicBezTo>
                    <a:pt x="3918" y="143"/>
                    <a:pt x="3561" y="0"/>
                    <a:pt x="3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64"/>
            <p:cNvSpPr/>
            <p:nvPr/>
          </p:nvSpPr>
          <p:spPr>
            <a:xfrm>
              <a:off x="4188256" y="1568461"/>
              <a:ext cx="146661" cy="61809"/>
            </a:xfrm>
            <a:custGeom>
              <a:avLst/>
              <a:gdLst/>
              <a:ahLst/>
              <a:cxnLst/>
              <a:rect l="l" t="t" r="r" b="b"/>
              <a:pathLst>
                <a:path w="4608" h="1942" extrusionOk="0">
                  <a:moveTo>
                    <a:pt x="2274" y="1"/>
                  </a:moveTo>
                  <a:cubicBezTo>
                    <a:pt x="1726" y="1"/>
                    <a:pt x="1250" y="382"/>
                    <a:pt x="1095" y="882"/>
                  </a:cubicBezTo>
                  <a:cubicBezTo>
                    <a:pt x="1036" y="870"/>
                    <a:pt x="976" y="870"/>
                    <a:pt x="905" y="870"/>
                  </a:cubicBezTo>
                  <a:cubicBezTo>
                    <a:pt x="393" y="870"/>
                    <a:pt x="0" y="1263"/>
                    <a:pt x="0" y="1775"/>
                  </a:cubicBezTo>
                  <a:cubicBezTo>
                    <a:pt x="12" y="1882"/>
                    <a:pt x="83" y="1941"/>
                    <a:pt x="179" y="1941"/>
                  </a:cubicBezTo>
                  <a:lnTo>
                    <a:pt x="2929" y="1941"/>
                  </a:lnTo>
                  <a:cubicBezTo>
                    <a:pt x="3012" y="1941"/>
                    <a:pt x="3096" y="1870"/>
                    <a:pt x="3096" y="1775"/>
                  </a:cubicBezTo>
                  <a:cubicBezTo>
                    <a:pt x="3096" y="1680"/>
                    <a:pt x="3012" y="1608"/>
                    <a:pt x="2929" y="1608"/>
                  </a:cubicBezTo>
                  <a:lnTo>
                    <a:pt x="357" y="1608"/>
                  </a:lnTo>
                  <a:cubicBezTo>
                    <a:pt x="429" y="1358"/>
                    <a:pt x="655" y="1179"/>
                    <a:pt x="917" y="1179"/>
                  </a:cubicBezTo>
                  <a:cubicBezTo>
                    <a:pt x="1012" y="1179"/>
                    <a:pt x="1084" y="1191"/>
                    <a:pt x="1155" y="1239"/>
                  </a:cubicBezTo>
                  <a:cubicBezTo>
                    <a:pt x="1179" y="1245"/>
                    <a:pt x="1206" y="1248"/>
                    <a:pt x="1232" y="1248"/>
                  </a:cubicBezTo>
                  <a:cubicBezTo>
                    <a:pt x="1259" y="1248"/>
                    <a:pt x="1286" y="1245"/>
                    <a:pt x="1310" y="1239"/>
                  </a:cubicBezTo>
                  <a:cubicBezTo>
                    <a:pt x="1345" y="1203"/>
                    <a:pt x="1381" y="1168"/>
                    <a:pt x="1381" y="1120"/>
                  </a:cubicBezTo>
                  <a:cubicBezTo>
                    <a:pt x="1441" y="667"/>
                    <a:pt x="1822" y="334"/>
                    <a:pt x="2274" y="334"/>
                  </a:cubicBezTo>
                  <a:cubicBezTo>
                    <a:pt x="2691" y="334"/>
                    <a:pt x="3048" y="608"/>
                    <a:pt x="3155" y="1001"/>
                  </a:cubicBezTo>
                  <a:cubicBezTo>
                    <a:pt x="3167" y="1048"/>
                    <a:pt x="3191" y="1072"/>
                    <a:pt x="3227" y="1108"/>
                  </a:cubicBezTo>
                  <a:cubicBezTo>
                    <a:pt x="3241" y="1122"/>
                    <a:pt x="3267" y="1128"/>
                    <a:pt x="3296" y="1128"/>
                  </a:cubicBezTo>
                  <a:cubicBezTo>
                    <a:pt x="3316" y="1128"/>
                    <a:pt x="3338" y="1125"/>
                    <a:pt x="3358" y="1120"/>
                  </a:cubicBezTo>
                  <a:cubicBezTo>
                    <a:pt x="3429" y="1084"/>
                    <a:pt x="3512" y="1072"/>
                    <a:pt x="3584" y="1072"/>
                  </a:cubicBezTo>
                  <a:cubicBezTo>
                    <a:pt x="3905" y="1072"/>
                    <a:pt x="4191" y="1310"/>
                    <a:pt x="4262" y="1608"/>
                  </a:cubicBezTo>
                  <a:lnTo>
                    <a:pt x="3667" y="1608"/>
                  </a:lnTo>
                  <a:cubicBezTo>
                    <a:pt x="3584" y="1608"/>
                    <a:pt x="3512" y="1680"/>
                    <a:pt x="3512" y="1775"/>
                  </a:cubicBezTo>
                  <a:cubicBezTo>
                    <a:pt x="3512" y="1870"/>
                    <a:pt x="3584" y="1941"/>
                    <a:pt x="3667" y="1941"/>
                  </a:cubicBezTo>
                  <a:lnTo>
                    <a:pt x="4441" y="1941"/>
                  </a:lnTo>
                  <a:cubicBezTo>
                    <a:pt x="4536" y="1941"/>
                    <a:pt x="4608" y="1870"/>
                    <a:pt x="4608" y="1775"/>
                  </a:cubicBezTo>
                  <a:cubicBezTo>
                    <a:pt x="4608" y="1203"/>
                    <a:pt x="4143" y="751"/>
                    <a:pt x="3584" y="751"/>
                  </a:cubicBezTo>
                  <a:cubicBezTo>
                    <a:pt x="3524" y="751"/>
                    <a:pt x="3465" y="751"/>
                    <a:pt x="3405" y="763"/>
                  </a:cubicBezTo>
                  <a:cubicBezTo>
                    <a:pt x="3227" y="298"/>
                    <a:pt x="2774"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64"/>
            <p:cNvSpPr/>
            <p:nvPr/>
          </p:nvSpPr>
          <p:spPr>
            <a:xfrm>
              <a:off x="4123805" y="1677598"/>
              <a:ext cx="13304" cy="13304"/>
            </a:xfrm>
            <a:custGeom>
              <a:avLst/>
              <a:gdLst/>
              <a:ahLst/>
              <a:cxnLst/>
              <a:rect l="l" t="t" r="r" b="b"/>
              <a:pathLst>
                <a:path w="418" h="418" extrusionOk="0">
                  <a:moveTo>
                    <a:pt x="203" y="1"/>
                  </a:moveTo>
                  <a:cubicBezTo>
                    <a:pt x="84" y="1"/>
                    <a:pt x="1" y="84"/>
                    <a:pt x="1" y="203"/>
                  </a:cubicBezTo>
                  <a:cubicBezTo>
                    <a:pt x="1" y="322"/>
                    <a:pt x="84" y="417"/>
                    <a:pt x="203" y="417"/>
                  </a:cubicBezTo>
                  <a:cubicBezTo>
                    <a:pt x="311" y="417"/>
                    <a:pt x="418" y="322"/>
                    <a:pt x="418" y="203"/>
                  </a:cubicBezTo>
                  <a:cubicBezTo>
                    <a:pt x="418"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64"/>
            <p:cNvSpPr/>
            <p:nvPr/>
          </p:nvSpPr>
          <p:spPr>
            <a:xfrm>
              <a:off x="4096147" y="1677598"/>
              <a:ext cx="13304" cy="13304"/>
            </a:xfrm>
            <a:custGeom>
              <a:avLst/>
              <a:gdLst/>
              <a:ahLst/>
              <a:cxnLst/>
              <a:rect l="l" t="t" r="r" b="b"/>
              <a:pathLst>
                <a:path w="418" h="418" extrusionOk="0">
                  <a:moveTo>
                    <a:pt x="215" y="1"/>
                  </a:moveTo>
                  <a:cubicBezTo>
                    <a:pt x="96" y="1"/>
                    <a:pt x="1" y="84"/>
                    <a:pt x="1" y="203"/>
                  </a:cubicBezTo>
                  <a:cubicBezTo>
                    <a:pt x="1" y="322"/>
                    <a:pt x="96" y="417"/>
                    <a:pt x="215" y="417"/>
                  </a:cubicBezTo>
                  <a:cubicBezTo>
                    <a:pt x="334" y="417"/>
                    <a:pt x="418" y="322"/>
                    <a:pt x="418" y="203"/>
                  </a:cubicBezTo>
                  <a:cubicBezTo>
                    <a:pt x="418"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64"/>
            <p:cNvSpPr/>
            <p:nvPr/>
          </p:nvSpPr>
          <p:spPr>
            <a:xfrm>
              <a:off x="4068871" y="1677598"/>
              <a:ext cx="13686" cy="13304"/>
            </a:xfrm>
            <a:custGeom>
              <a:avLst/>
              <a:gdLst/>
              <a:ahLst/>
              <a:cxnLst/>
              <a:rect l="l" t="t" r="r" b="b"/>
              <a:pathLst>
                <a:path w="430" h="418" extrusionOk="0">
                  <a:moveTo>
                    <a:pt x="215" y="1"/>
                  </a:moveTo>
                  <a:cubicBezTo>
                    <a:pt x="96" y="1"/>
                    <a:pt x="12" y="84"/>
                    <a:pt x="12" y="203"/>
                  </a:cubicBezTo>
                  <a:cubicBezTo>
                    <a:pt x="1" y="322"/>
                    <a:pt x="96" y="417"/>
                    <a:pt x="215" y="417"/>
                  </a:cubicBezTo>
                  <a:cubicBezTo>
                    <a:pt x="334" y="417"/>
                    <a:pt x="429" y="322"/>
                    <a:pt x="429" y="203"/>
                  </a:cubicBezTo>
                  <a:cubicBezTo>
                    <a:pt x="429"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64"/>
            <p:cNvSpPr/>
            <p:nvPr/>
          </p:nvSpPr>
          <p:spPr>
            <a:xfrm>
              <a:off x="4041594" y="1677598"/>
              <a:ext cx="13304" cy="13304"/>
            </a:xfrm>
            <a:custGeom>
              <a:avLst/>
              <a:gdLst/>
              <a:ahLst/>
              <a:cxnLst/>
              <a:rect l="l" t="t" r="r" b="b"/>
              <a:pathLst>
                <a:path w="418"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64"/>
            <p:cNvSpPr/>
            <p:nvPr/>
          </p:nvSpPr>
          <p:spPr>
            <a:xfrm>
              <a:off x="4239402" y="1677598"/>
              <a:ext cx="13304" cy="13304"/>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2" name="Google Shape;10272;p64"/>
          <p:cNvGrpSpPr/>
          <p:nvPr/>
        </p:nvGrpSpPr>
        <p:grpSpPr>
          <a:xfrm>
            <a:off x="2633037" y="1325623"/>
            <a:ext cx="379002" cy="366112"/>
            <a:chOff x="2633037" y="1499873"/>
            <a:chExt cx="379002" cy="366112"/>
          </a:xfrm>
        </p:grpSpPr>
        <p:sp>
          <p:nvSpPr>
            <p:cNvPr id="10273" name="Google Shape;10273;p64"/>
            <p:cNvSpPr/>
            <p:nvPr/>
          </p:nvSpPr>
          <p:spPr>
            <a:xfrm>
              <a:off x="2798635" y="1499873"/>
              <a:ext cx="20497" cy="106145"/>
            </a:xfrm>
            <a:custGeom>
              <a:avLst/>
              <a:gdLst/>
              <a:ahLst/>
              <a:cxnLst/>
              <a:rect l="l" t="t" r="r" b="b"/>
              <a:pathLst>
                <a:path w="644" h="3335" extrusionOk="0">
                  <a:moveTo>
                    <a:pt x="453" y="1"/>
                  </a:moveTo>
                  <a:cubicBezTo>
                    <a:pt x="346" y="1"/>
                    <a:pt x="263" y="96"/>
                    <a:pt x="263" y="191"/>
                  </a:cubicBezTo>
                  <a:cubicBezTo>
                    <a:pt x="263" y="394"/>
                    <a:pt x="215" y="477"/>
                    <a:pt x="156" y="596"/>
                  </a:cubicBezTo>
                  <a:cubicBezTo>
                    <a:pt x="72" y="727"/>
                    <a:pt x="1" y="882"/>
                    <a:pt x="1" y="1179"/>
                  </a:cubicBezTo>
                  <a:cubicBezTo>
                    <a:pt x="1" y="1465"/>
                    <a:pt x="72" y="1620"/>
                    <a:pt x="156" y="1763"/>
                  </a:cubicBezTo>
                  <a:cubicBezTo>
                    <a:pt x="215" y="1882"/>
                    <a:pt x="263" y="1965"/>
                    <a:pt x="263" y="2156"/>
                  </a:cubicBezTo>
                  <a:cubicBezTo>
                    <a:pt x="263" y="2358"/>
                    <a:pt x="215" y="2441"/>
                    <a:pt x="156" y="2561"/>
                  </a:cubicBezTo>
                  <a:cubicBezTo>
                    <a:pt x="72" y="2692"/>
                    <a:pt x="1" y="2846"/>
                    <a:pt x="1" y="3144"/>
                  </a:cubicBezTo>
                  <a:cubicBezTo>
                    <a:pt x="1" y="3239"/>
                    <a:pt x="96" y="3334"/>
                    <a:pt x="191" y="3334"/>
                  </a:cubicBezTo>
                  <a:cubicBezTo>
                    <a:pt x="298" y="3334"/>
                    <a:pt x="394" y="3239"/>
                    <a:pt x="394" y="3144"/>
                  </a:cubicBezTo>
                  <a:cubicBezTo>
                    <a:pt x="394" y="2942"/>
                    <a:pt x="429" y="2858"/>
                    <a:pt x="489" y="2739"/>
                  </a:cubicBezTo>
                  <a:cubicBezTo>
                    <a:pt x="572" y="2608"/>
                    <a:pt x="644" y="2453"/>
                    <a:pt x="644" y="2156"/>
                  </a:cubicBezTo>
                  <a:cubicBezTo>
                    <a:pt x="644" y="1882"/>
                    <a:pt x="572" y="1715"/>
                    <a:pt x="489" y="1584"/>
                  </a:cubicBezTo>
                  <a:cubicBezTo>
                    <a:pt x="429" y="1465"/>
                    <a:pt x="394" y="1370"/>
                    <a:pt x="394" y="1179"/>
                  </a:cubicBezTo>
                  <a:cubicBezTo>
                    <a:pt x="394" y="989"/>
                    <a:pt x="429" y="894"/>
                    <a:pt x="489" y="775"/>
                  </a:cubicBezTo>
                  <a:cubicBezTo>
                    <a:pt x="572" y="644"/>
                    <a:pt x="644" y="489"/>
                    <a:pt x="644" y="191"/>
                  </a:cubicBezTo>
                  <a:cubicBezTo>
                    <a:pt x="644" y="96"/>
                    <a:pt x="549"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64"/>
            <p:cNvSpPr/>
            <p:nvPr/>
          </p:nvSpPr>
          <p:spPr>
            <a:xfrm>
              <a:off x="2847140" y="1499873"/>
              <a:ext cx="20115" cy="106145"/>
            </a:xfrm>
            <a:custGeom>
              <a:avLst/>
              <a:gdLst/>
              <a:ahLst/>
              <a:cxnLst/>
              <a:rect l="l" t="t" r="r" b="b"/>
              <a:pathLst>
                <a:path w="632" h="3335" extrusionOk="0">
                  <a:moveTo>
                    <a:pt x="441" y="1"/>
                  </a:moveTo>
                  <a:cubicBezTo>
                    <a:pt x="334" y="1"/>
                    <a:pt x="251" y="96"/>
                    <a:pt x="251" y="191"/>
                  </a:cubicBezTo>
                  <a:cubicBezTo>
                    <a:pt x="251" y="394"/>
                    <a:pt x="203" y="477"/>
                    <a:pt x="144" y="596"/>
                  </a:cubicBezTo>
                  <a:cubicBezTo>
                    <a:pt x="72" y="727"/>
                    <a:pt x="1" y="882"/>
                    <a:pt x="1" y="1179"/>
                  </a:cubicBezTo>
                  <a:cubicBezTo>
                    <a:pt x="1" y="1465"/>
                    <a:pt x="72" y="1620"/>
                    <a:pt x="144" y="1763"/>
                  </a:cubicBezTo>
                  <a:cubicBezTo>
                    <a:pt x="203" y="1882"/>
                    <a:pt x="251" y="1965"/>
                    <a:pt x="251" y="2156"/>
                  </a:cubicBezTo>
                  <a:cubicBezTo>
                    <a:pt x="251" y="2358"/>
                    <a:pt x="203" y="2441"/>
                    <a:pt x="144" y="2561"/>
                  </a:cubicBezTo>
                  <a:cubicBezTo>
                    <a:pt x="84" y="2692"/>
                    <a:pt x="1" y="2846"/>
                    <a:pt x="1" y="3144"/>
                  </a:cubicBezTo>
                  <a:cubicBezTo>
                    <a:pt x="1" y="3239"/>
                    <a:pt x="84" y="3334"/>
                    <a:pt x="191" y="3334"/>
                  </a:cubicBezTo>
                  <a:cubicBezTo>
                    <a:pt x="298" y="3334"/>
                    <a:pt x="382" y="3239"/>
                    <a:pt x="382" y="3144"/>
                  </a:cubicBezTo>
                  <a:cubicBezTo>
                    <a:pt x="382" y="2942"/>
                    <a:pt x="429" y="2858"/>
                    <a:pt x="489" y="2739"/>
                  </a:cubicBezTo>
                  <a:cubicBezTo>
                    <a:pt x="560" y="2608"/>
                    <a:pt x="632" y="2453"/>
                    <a:pt x="632" y="2156"/>
                  </a:cubicBezTo>
                  <a:cubicBezTo>
                    <a:pt x="632" y="1882"/>
                    <a:pt x="560" y="1715"/>
                    <a:pt x="489" y="1584"/>
                  </a:cubicBezTo>
                  <a:cubicBezTo>
                    <a:pt x="429" y="1465"/>
                    <a:pt x="382" y="1370"/>
                    <a:pt x="382" y="1179"/>
                  </a:cubicBezTo>
                  <a:cubicBezTo>
                    <a:pt x="382" y="989"/>
                    <a:pt x="429" y="894"/>
                    <a:pt x="489" y="775"/>
                  </a:cubicBezTo>
                  <a:cubicBezTo>
                    <a:pt x="560" y="644"/>
                    <a:pt x="632" y="489"/>
                    <a:pt x="632" y="191"/>
                  </a:cubicBezTo>
                  <a:cubicBezTo>
                    <a:pt x="632" y="96"/>
                    <a:pt x="549"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64"/>
            <p:cNvSpPr/>
            <p:nvPr/>
          </p:nvSpPr>
          <p:spPr>
            <a:xfrm>
              <a:off x="2652738" y="1825405"/>
              <a:ext cx="359301" cy="40580"/>
            </a:xfrm>
            <a:custGeom>
              <a:avLst/>
              <a:gdLst/>
              <a:ahLst/>
              <a:cxnLst/>
              <a:rect l="l" t="t" r="r" b="b"/>
              <a:pathLst>
                <a:path w="11289" h="1275" extrusionOk="0">
                  <a:moveTo>
                    <a:pt x="10645" y="369"/>
                  </a:moveTo>
                  <a:lnTo>
                    <a:pt x="10538" y="655"/>
                  </a:lnTo>
                  <a:cubicBezTo>
                    <a:pt x="10514" y="774"/>
                    <a:pt x="10359" y="869"/>
                    <a:pt x="10240" y="869"/>
                  </a:cubicBezTo>
                  <a:lnTo>
                    <a:pt x="1108" y="869"/>
                  </a:lnTo>
                  <a:cubicBezTo>
                    <a:pt x="989" y="869"/>
                    <a:pt x="834" y="774"/>
                    <a:pt x="811" y="655"/>
                  </a:cubicBezTo>
                  <a:lnTo>
                    <a:pt x="739" y="369"/>
                  </a:lnTo>
                  <a:close/>
                  <a:moveTo>
                    <a:pt x="191" y="0"/>
                  </a:moveTo>
                  <a:cubicBezTo>
                    <a:pt x="96" y="0"/>
                    <a:pt x="1" y="83"/>
                    <a:pt x="1" y="191"/>
                  </a:cubicBezTo>
                  <a:cubicBezTo>
                    <a:pt x="1" y="298"/>
                    <a:pt x="96" y="381"/>
                    <a:pt x="191" y="381"/>
                  </a:cubicBezTo>
                  <a:lnTo>
                    <a:pt x="299" y="381"/>
                  </a:lnTo>
                  <a:lnTo>
                    <a:pt x="406" y="774"/>
                  </a:lnTo>
                  <a:cubicBezTo>
                    <a:pt x="477" y="1060"/>
                    <a:pt x="775" y="1274"/>
                    <a:pt x="1072" y="1274"/>
                  </a:cubicBezTo>
                  <a:lnTo>
                    <a:pt x="10216" y="1274"/>
                  </a:lnTo>
                  <a:cubicBezTo>
                    <a:pt x="10514" y="1274"/>
                    <a:pt x="10812" y="1060"/>
                    <a:pt x="10883" y="774"/>
                  </a:cubicBezTo>
                  <a:lnTo>
                    <a:pt x="10990" y="381"/>
                  </a:lnTo>
                  <a:lnTo>
                    <a:pt x="11098" y="381"/>
                  </a:lnTo>
                  <a:cubicBezTo>
                    <a:pt x="11193" y="381"/>
                    <a:pt x="11288" y="298"/>
                    <a:pt x="11288" y="191"/>
                  </a:cubicBezTo>
                  <a:cubicBezTo>
                    <a:pt x="11288" y="83"/>
                    <a:pt x="11229" y="0"/>
                    <a:pt x="11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64"/>
            <p:cNvSpPr/>
            <p:nvPr/>
          </p:nvSpPr>
          <p:spPr>
            <a:xfrm>
              <a:off x="2657289" y="1641983"/>
              <a:ext cx="64833" cy="73935"/>
            </a:xfrm>
            <a:custGeom>
              <a:avLst/>
              <a:gdLst/>
              <a:ahLst/>
              <a:cxnLst/>
              <a:rect l="l" t="t" r="r" b="b"/>
              <a:pathLst>
                <a:path w="2037" h="2323" extrusionOk="0">
                  <a:moveTo>
                    <a:pt x="1584" y="382"/>
                  </a:moveTo>
                  <a:lnTo>
                    <a:pt x="1584" y="1429"/>
                  </a:lnTo>
                  <a:cubicBezTo>
                    <a:pt x="1584" y="1596"/>
                    <a:pt x="1596" y="1751"/>
                    <a:pt x="1620" y="1929"/>
                  </a:cubicBezTo>
                  <a:lnTo>
                    <a:pt x="1596" y="1929"/>
                  </a:lnTo>
                  <a:cubicBezTo>
                    <a:pt x="929" y="1929"/>
                    <a:pt x="382" y="1382"/>
                    <a:pt x="382" y="715"/>
                  </a:cubicBezTo>
                  <a:cubicBezTo>
                    <a:pt x="382" y="596"/>
                    <a:pt x="394" y="489"/>
                    <a:pt x="429" y="382"/>
                  </a:cubicBezTo>
                  <a:close/>
                  <a:moveTo>
                    <a:pt x="298" y="1"/>
                  </a:moveTo>
                  <a:cubicBezTo>
                    <a:pt x="215" y="1"/>
                    <a:pt x="144" y="48"/>
                    <a:pt x="120" y="120"/>
                  </a:cubicBezTo>
                  <a:cubicBezTo>
                    <a:pt x="37" y="310"/>
                    <a:pt x="13" y="513"/>
                    <a:pt x="13" y="703"/>
                  </a:cubicBezTo>
                  <a:cubicBezTo>
                    <a:pt x="1" y="1596"/>
                    <a:pt x="727" y="2322"/>
                    <a:pt x="1608" y="2322"/>
                  </a:cubicBezTo>
                  <a:lnTo>
                    <a:pt x="1846" y="2322"/>
                  </a:lnTo>
                  <a:cubicBezTo>
                    <a:pt x="1906" y="2322"/>
                    <a:pt x="1942" y="2298"/>
                    <a:pt x="1989" y="2251"/>
                  </a:cubicBezTo>
                  <a:cubicBezTo>
                    <a:pt x="2025" y="2203"/>
                    <a:pt x="2037" y="2144"/>
                    <a:pt x="2037" y="2084"/>
                  </a:cubicBezTo>
                  <a:cubicBezTo>
                    <a:pt x="1989" y="1870"/>
                    <a:pt x="1977" y="1656"/>
                    <a:pt x="1977" y="1429"/>
                  </a:cubicBezTo>
                  <a:lnTo>
                    <a:pt x="1977" y="191"/>
                  </a:lnTo>
                  <a:cubicBezTo>
                    <a:pt x="1977" y="84"/>
                    <a:pt x="188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64"/>
            <p:cNvSpPr/>
            <p:nvPr/>
          </p:nvSpPr>
          <p:spPr>
            <a:xfrm>
              <a:off x="2633037" y="1617730"/>
              <a:ext cx="325945" cy="195198"/>
            </a:xfrm>
            <a:custGeom>
              <a:avLst/>
              <a:gdLst/>
              <a:ahLst/>
              <a:cxnLst/>
              <a:rect l="l" t="t" r="r" b="b"/>
              <a:pathLst>
                <a:path w="10241" h="6133" extrusionOk="0">
                  <a:moveTo>
                    <a:pt x="9847" y="393"/>
                  </a:moveTo>
                  <a:lnTo>
                    <a:pt x="9847" y="2203"/>
                  </a:lnTo>
                  <a:cubicBezTo>
                    <a:pt x="9847" y="4168"/>
                    <a:pt x="8252" y="5763"/>
                    <a:pt x="6287" y="5763"/>
                  </a:cubicBezTo>
                  <a:cubicBezTo>
                    <a:pt x="4859" y="5763"/>
                    <a:pt x="3573" y="4918"/>
                    <a:pt x="3013" y="3584"/>
                  </a:cubicBezTo>
                  <a:cubicBezTo>
                    <a:pt x="2989" y="3513"/>
                    <a:pt x="2918" y="3465"/>
                    <a:pt x="2834" y="3465"/>
                  </a:cubicBezTo>
                  <a:lnTo>
                    <a:pt x="2382" y="3465"/>
                  </a:lnTo>
                  <a:cubicBezTo>
                    <a:pt x="1287" y="3465"/>
                    <a:pt x="394" y="2572"/>
                    <a:pt x="394" y="1489"/>
                  </a:cubicBezTo>
                  <a:cubicBezTo>
                    <a:pt x="382" y="1096"/>
                    <a:pt x="489" y="715"/>
                    <a:pt x="703" y="393"/>
                  </a:cubicBezTo>
                  <a:lnTo>
                    <a:pt x="8823" y="393"/>
                  </a:lnTo>
                  <a:lnTo>
                    <a:pt x="8823" y="1215"/>
                  </a:lnTo>
                  <a:cubicBezTo>
                    <a:pt x="8823" y="1310"/>
                    <a:pt x="8919" y="1405"/>
                    <a:pt x="9014" y="1405"/>
                  </a:cubicBezTo>
                  <a:cubicBezTo>
                    <a:pt x="9121" y="1405"/>
                    <a:pt x="9204" y="1310"/>
                    <a:pt x="9204" y="1215"/>
                  </a:cubicBezTo>
                  <a:lnTo>
                    <a:pt x="9204" y="393"/>
                  </a:lnTo>
                  <a:close/>
                  <a:moveTo>
                    <a:pt x="620" y="1"/>
                  </a:moveTo>
                  <a:cubicBezTo>
                    <a:pt x="560" y="1"/>
                    <a:pt x="501" y="36"/>
                    <a:pt x="477" y="84"/>
                  </a:cubicBezTo>
                  <a:cubicBezTo>
                    <a:pt x="179" y="477"/>
                    <a:pt x="25" y="977"/>
                    <a:pt x="25" y="1465"/>
                  </a:cubicBezTo>
                  <a:cubicBezTo>
                    <a:pt x="1" y="2787"/>
                    <a:pt x="1060" y="3846"/>
                    <a:pt x="2370" y="3846"/>
                  </a:cubicBezTo>
                  <a:lnTo>
                    <a:pt x="2704" y="3846"/>
                  </a:lnTo>
                  <a:cubicBezTo>
                    <a:pt x="3346" y="5239"/>
                    <a:pt x="4751" y="6132"/>
                    <a:pt x="6299" y="6132"/>
                  </a:cubicBezTo>
                  <a:cubicBezTo>
                    <a:pt x="8466" y="6132"/>
                    <a:pt x="10240" y="4370"/>
                    <a:pt x="10240" y="2191"/>
                  </a:cubicBezTo>
                  <a:lnTo>
                    <a:pt x="10240" y="203"/>
                  </a:lnTo>
                  <a:cubicBezTo>
                    <a:pt x="10240" y="96"/>
                    <a:pt x="10145" y="1"/>
                    <a:pt x="10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64"/>
            <p:cNvSpPr/>
            <p:nvPr/>
          </p:nvSpPr>
          <p:spPr>
            <a:xfrm>
              <a:off x="2826293" y="1674574"/>
              <a:ext cx="99334" cy="106145"/>
            </a:xfrm>
            <a:custGeom>
              <a:avLst/>
              <a:gdLst/>
              <a:ahLst/>
              <a:cxnLst/>
              <a:rect l="l" t="t" r="r" b="b"/>
              <a:pathLst>
                <a:path w="3121" h="3335" extrusionOk="0">
                  <a:moveTo>
                    <a:pt x="2930" y="0"/>
                  </a:moveTo>
                  <a:cubicBezTo>
                    <a:pt x="2823" y="0"/>
                    <a:pt x="2739" y="96"/>
                    <a:pt x="2739" y="203"/>
                  </a:cubicBezTo>
                  <a:lnTo>
                    <a:pt x="2739" y="417"/>
                  </a:lnTo>
                  <a:cubicBezTo>
                    <a:pt x="2739" y="1822"/>
                    <a:pt x="1596" y="2965"/>
                    <a:pt x="191" y="2965"/>
                  </a:cubicBezTo>
                  <a:cubicBezTo>
                    <a:pt x="84" y="2965"/>
                    <a:pt x="1" y="3060"/>
                    <a:pt x="1" y="3156"/>
                  </a:cubicBezTo>
                  <a:cubicBezTo>
                    <a:pt x="1" y="3263"/>
                    <a:pt x="96" y="3334"/>
                    <a:pt x="203" y="3334"/>
                  </a:cubicBezTo>
                  <a:cubicBezTo>
                    <a:pt x="1811" y="3334"/>
                    <a:pt x="3120" y="2025"/>
                    <a:pt x="3120" y="417"/>
                  </a:cubicBezTo>
                  <a:lnTo>
                    <a:pt x="3120" y="203"/>
                  </a:lnTo>
                  <a:cubicBezTo>
                    <a:pt x="3120" y="96"/>
                    <a:pt x="3037"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9" name="Google Shape;10279;p64"/>
          <p:cNvGrpSpPr/>
          <p:nvPr/>
        </p:nvGrpSpPr>
        <p:grpSpPr>
          <a:xfrm>
            <a:off x="6675256" y="1341919"/>
            <a:ext cx="327823" cy="357009"/>
            <a:chOff x="6675256" y="1516169"/>
            <a:chExt cx="327823" cy="357009"/>
          </a:xfrm>
        </p:grpSpPr>
        <p:sp>
          <p:nvSpPr>
            <p:cNvPr id="10280" name="Google Shape;10280;p64"/>
            <p:cNvSpPr/>
            <p:nvPr/>
          </p:nvSpPr>
          <p:spPr>
            <a:xfrm>
              <a:off x="6675256" y="1516169"/>
              <a:ext cx="111078" cy="188737"/>
            </a:xfrm>
            <a:custGeom>
              <a:avLst/>
              <a:gdLst/>
              <a:ahLst/>
              <a:cxnLst/>
              <a:rect l="l" t="t" r="r" b="b"/>
              <a:pathLst>
                <a:path w="3490" h="5930" extrusionOk="0">
                  <a:moveTo>
                    <a:pt x="1703" y="334"/>
                  </a:moveTo>
                  <a:cubicBezTo>
                    <a:pt x="2001" y="334"/>
                    <a:pt x="2239" y="548"/>
                    <a:pt x="2239" y="786"/>
                  </a:cubicBezTo>
                  <a:lnTo>
                    <a:pt x="2239" y="810"/>
                  </a:lnTo>
                  <a:cubicBezTo>
                    <a:pt x="2072" y="739"/>
                    <a:pt x="1894" y="715"/>
                    <a:pt x="1703" y="715"/>
                  </a:cubicBezTo>
                  <a:cubicBezTo>
                    <a:pt x="1513" y="715"/>
                    <a:pt x="1334" y="751"/>
                    <a:pt x="1168" y="810"/>
                  </a:cubicBezTo>
                  <a:lnTo>
                    <a:pt x="1168" y="786"/>
                  </a:lnTo>
                  <a:cubicBezTo>
                    <a:pt x="1168" y="536"/>
                    <a:pt x="1406" y="334"/>
                    <a:pt x="1703" y="334"/>
                  </a:cubicBezTo>
                  <a:close/>
                  <a:moveTo>
                    <a:pt x="1680" y="1037"/>
                  </a:moveTo>
                  <a:cubicBezTo>
                    <a:pt x="2263" y="1037"/>
                    <a:pt x="2739" y="1513"/>
                    <a:pt x="2739" y="2096"/>
                  </a:cubicBezTo>
                  <a:cubicBezTo>
                    <a:pt x="2739" y="2215"/>
                    <a:pt x="2727" y="2322"/>
                    <a:pt x="2680" y="2418"/>
                  </a:cubicBezTo>
                  <a:cubicBezTo>
                    <a:pt x="2215" y="1941"/>
                    <a:pt x="1406" y="1763"/>
                    <a:pt x="1358" y="1751"/>
                  </a:cubicBezTo>
                  <a:cubicBezTo>
                    <a:pt x="1346" y="1748"/>
                    <a:pt x="1334" y="1746"/>
                    <a:pt x="1321" y="1746"/>
                  </a:cubicBezTo>
                  <a:cubicBezTo>
                    <a:pt x="1283" y="1746"/>
                    <a:pt x="1245" y="1760"/>
                    <a:pt x="1227" y="1787"/>
                  </a:cubicBezTo>
                  <a:cubicBezTo>
                    <a:pt x="1179" y="1810"/>
                    <a:pt x="1168" y="1858"/>
                    <a:pt x="1168" y="1918"/>
                  </a:cubicBezTo>
                  <a:cubicBezTo>
                    <a:pt x="1168" y="1929"/>
                    <a:pt x="1144" y="2037"/>
                    <a:pt x="1025" y="2156"/>
                  </a:cubicBezTo>
                  <a:cubicBezTo>
                    <a:pt x="965" y="2215"/>
                    <a:pt x="965" y="2322"/>
                    <a:pt x="1025" y="2394"/>
                  </a:cubicBezTo>
                  <a:cubicBezTo>
                    <a:pt x="1053" y="2428"/>
                    <a:pt x="1092" y="2443"/>
                    <a:pt x="1133" y="2443"/>
                  </a:cubicBezTo>
                  <a:cubicBezTo>
                    <a:pt x="1178" y="2443"/>
                    <a:pt x="1225" y="2425"/>
                    <a:pt x="1263" y="2394"/>
                  </a:cubicBezTo>
                  <a:cubicBezTo>
                    <a:pt x="1358" y="2299"/>
                    <a:pt x="1418" y="2215"/>
                    <a:pt x="1441" y="2120"/>
                  </a:cubicBezTo>
                  <a:cubicBezTo>
                    <a:pt x="1727" y="2215"/>
                    <a:pt x="2299" y="2406"/>
                    <a:pt x="2549" y="2775"/>
                  </a:cubicBezTo>
                  <a:cubicBezTo>
                    <a:pt x="2501" y="3192"/>
                    <a:pt x="2132" y="3513"/>
                    <a:pt x="1703" y="3513"/>
                  </a:cubicBezTo>
                  <a:cubicBezTo>
                    <a:pt x="1239" y="3513"/>
                    <a:pt x="870" y="3168"/>
                    <a:pt x="822" y="2715"/>
                  </a:cubicBezTo>
                  <a:cubicBezTo>
                    <a:pt x="822" y="2691"/>
                    <a:pt x="810" y="2680"/>
                    <a:pt x="787" y="2644"/>
                  </a:cubicBezTo>
                  <a:cubicBezTo>
                    <a:pt x="691" y="2477"/>
                    <a:pt x="632" y="2287"/>
                    <a:pt x="632" y="2096"/>
                  </a:cubicBezTo>
                  <a:cubicBezTo>
                    <a:pt x="632" y="1513"/>
                    <a:pt x="1108" y="1037"/>
                    <a:pt x="1680" y="1037"/>
                  </a:cubicBezTo>
                  <a:close/>
                  <a:moveTo>
                    <a:pt x="2061" y="3775"/>
                  </a:moveTo>
                  <a:lnTo>
                    <a:pt x="2061" y="3954"/>
                  </a:lnTo>
                  <a:cubicBezTo>
                    <a:pt x="2061" y="4013"/>
                    <a:pt x="2072" y="4073"/>
                    <a:pt x="2108" y="4120"/>
                  </a:cubicBezTo>
                  <a:lnTo>
                    <a:pt x="1703" y="4501"/>
                  </a:lnTo>
                  <a:lnTo>
                    <a:pt x="1299" y="4120"/>
                  </a:lnTo>
                  <a:cubicBezTo>
                    <a:pt x="1334" y="4073"/>
                    <a:pt x="1346" y="4013"/>
                    <a:pt x="1346" y="3954"/>
                  </a:cubicBezTo>
                  <a:lnTo>
                    <a:pt x="1346" y="3775"/>
                  </a:lnTo>
                  <a:cubicBezTo>
                    <a:pt x="1465" y="3799"/>
                    <a:pt x="1584" y="3834"/>
                    <a:pt x="1703" y="3834"/>
                  </a:cubicBezTo>
                  <a:cubicBezTo>
                    <a:pt x="1822" y="3834"/>
                    <a:pt x="1953" y="3823"/>
                    <a:pt x="2061" y="3775"/>
                  </a:cubicBezTo>
                  <a:close/>
                  <a:moveTo>
                    <a:pt x="1727" y="1"/>
                  </a:moveTo>
                  <a:cubicBezTo>
                    <a:pt x="1251" y="1"/>
                    <a:pt x="870" y="334"/>
                    <a:pt x="870" y="775"/>
                  </a:cubicBezTo>
                  <a:cubicBezTo>
                    <a:pt x="870" y="846"/>
                    <a:pt x="882" y="906"/>
                    <a:pt x="894" y="977"/>
                  </a:cubicBezTo>
                  <a:cubicBezTo>
                    <a:pt x="560" y="1227"/>
                    <a:pt x="346" y="1632"/>
                    <a:pt x="346" y="2096"/>
                  </a:cubicBezTo>
                  <a:cubicBezTo>
                    <a:pt x="346" y="2334"/>
                    <a:pt x="406" y="2572"/>
                    <a:pt x="537" y="2799"/>
                  </a:cubicBezTo>
                  <a:cubicBezTo>
                    <a:pt x="584" y="3132"/>
                    <a:pt x="775" y="3430"/>
                    <a:pt x="1060" y="3632"/>
                  </a:cubicBezTo>
                  <a:lnTo>
                    <a:pt x="1060" y="3954"/>
                  </a:lnTo>
                  <a:lnTo>
                    <a:pt x="1060" y="3965"/>
                  </a:lnTo>
                  <a:lnTo>
                    <a:pt x="394" y="4299"/>
                  </a:lnTo>
                  <a:cubicBezTo>
                    <a:pt x="156" y="4418"/>
                    <a:pt x="1" y="4656"/>
                    <a:pt x="1" y="4906"/>
                  </a:cubicBezTo>
                  <a:lnTo>
                    <a:pt x="1" y="5775"/>
                  </a:lnTo>
                  <a:cubicBezTo>
                    <a:pt x="1" y="5859"/>
                    <a:pt x="84" y="5930"/>
                    <a:pt x="167" y="5930"/>
                  </a:cubicBezTo>
                  <a:cubicBezTo>
                    <a:pt x="263" y="5930"/>
                    <a:pt x="334" y="5859"/>
                    <a:pt x="334" y="5775"/>
                  </a:cubicBezTo>
                  <a:lnTo>
                    <a:pt x="334" y="4906"/>
                  </a:lnTo>
                  <a:cubicBezTo>
                    <a:pt x="334" y="4775"/>
                    <a:pt x="406" y="4644"/>
                    <a:pt x="525" y="4585"/>
                  </a:cubicBezTo>
                  <a:lnTo>
                    <a:pt x="1072" y="4311"/>
                  </a:lnTo>
                  <a:lnTo>
                    <a:pt x="1584" y="4787"/>
                  </a:lnTo>
                  <a:lnTo>
                    <a:pt x="1584" y="5775"/>
                  </a:lnTo>
                  <a:cubicBezTo>
                    <a:pt x="1584" y="5859"/>
                    <a:pt x="1656" y="5930"/>
                    <a:pt x="1751" y="5930"/>
                  </a:cubicBezTo>
                  <a:cubicBezTo>
                    <a:pt x="1834" y="5930"/>
                    <a:pt x="1906" y="5859"/>
                    <a:pt x="1906" y="5775"/>
                  </a:cubicBezTo>
                  <a:lnTo>
                    <a:pt x="1906" y="4787"/>
                  </a:lnTo>
                  <a:lnTo>
                    <a:pt x="2418" y="4311"/>
                  </a:lnTo>
                  <a:lnTo>
                    <a:pt x="2965" y="4585"/>
                  </a:lnTo>
                  <a:cubicBezTo>
                    <a:pt x="3084" y="4644"/>
                    <a:pt x="3156" y="4763"/>
                    <a:pt x="3156" y="4906"/>
                  </a:cubicBezTo>
                  <a:lnTo>
                    <a:pt x="3156" y="5775"/>
                  </a:lnTo>
                  <a:cubicBezTo>
                    <a:pt x="3156" y="5859"/>
                    <a:pt x="3239" y="5930"/>
                    <a:pt x="3323" y="5930"/>
                  </a:cubicBezTo>
                  <a:cubicBezTo>
                    <a:pt x="3406" y="5930"/>
                    <a:pt x="3489" y="5859"/>
                    <a:pt x="3489" y="5775"/>
                  </a:cubicBezTo>
                  <a:lnTo>
                    <a:pt x="3489" y="4906"/>
                  </a:lnTo>
                  <a:cubicBezTo>
                    <a:pt x="3442" y="4656"/>
                    <a:pt x="3299" y="4418"/>
                    <a:pt x="3073" y="4299"/>
                  </a:cubicBezTo>
                  <a:lnTo>
                    <a:pt x="2406" y="3965"/>
                  </a:lnTo>
                  <a:lnTo>
                    <a:pt x="2406" y="3954"/>
                  </a:lnTo>
                  <a:lnTo>
                    <a:pt x="2406" y="3632"/>
                  </a:lnTo>
                  <a:cubicBezTo>
                    <a:pt x="2668" y="3430"/>
                    <a:pt x="2858" y="3132"/>
                    <a:pt x="2918" y="2799"/>
                  </a:cubicBezTo>
                  <a:cubicBezTo>
                    <a:pt x="3037" y="2584"/>
                    <a:pt x="3120" y="2346"/>
                    <a:pt x="3120" y="2096"/>
                  </a:cubicBezTo>
                  <a:cubicBezTo>
                    <a:pt x="3120" y="1632"/>
                    <a:pt x="2894" y="1227"/>
                    <a:pt x="2561" y="977"/>
                  </a:cubicBezTo>
                  <a:cubicBezTo>
                    <a:pt x="2573" y="917"/>
                    <a:pt x="2596" y="846"/>
                    <a:pt x="2596" y="775"/>
                  </a:cubicBezTo>
                  <a:cubicBezTo>
                    <a:pt x="2596" y="334"/>
                    <a:pt x="220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64"/>
            <p:cNvSpPr/>
            <p:nvPr/>
          </p:nvSpPr>
          <p:spPr>
            <a:xfrm>
              <a:off x="6696103" y="1679507"/>
              <a:ext cx="10630" cy="26162"/>
            </a:xfrm>
            <a:custGeom>
              <a:avLst/>
              <a:gdLst/>
              <a:ahLst/>
              <a:cxnLst/>
              <a:rect l="l" t="t" r="r" b="b"/>
              <a:pathLst>
                <a:path w="334" h="822" extrusionOk="0">
                  <a:moveTo>
                    <a:pt x="167" y="0"/>
                  </a:moveTo>
                  <a:cubicBezTo>
                    <a:pt x="84" y="0"/>
                    <a:pt x="1" y="72"/>
                    <a:pt x="1" y="167"/>
                  </a:cubicBezTo>
                  <a:lnTo>
                    <a:pt x="1" y="655"/>
                  </a:lnTo>
                  <a:cubicBezTo>
                    <a:pt x="1" y="738"/>
                    <a:pt x="84" y="822"/>
                    <a:pt x="167" y="822"/>
                  </a:cubicBezTo>
                  <a:cubicBezTo>
                    <a:pt x="263" y="822"/>
                    <a:pt x="334" y="738"/>
                    <a:pt x="334" y="65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64"/>
            <p:cNvSpPr/>
            <p:nvPr/>
          </p:nvSpPr>
          <p:spPr>
            <a:xfrm>
              <a:off x="6752183" y="1679507"/>
              <a:ext cx="10280" cy="26162"/>
            </a:xfrm>
            <a:custGeom>
              <a:avLst/>
              <a:gdLst/>
              <a:ahLst/>
              <a:cxnLst/>
              <a:rect l="l" t="t" r="r" b="b"/>
              <a:pathLst>
                <a:path w="323" h="822" extrusionOk="0">
                  <a:moveTo>
                    <a:pt x="167" y="0"/>
                  </a:moveTo>
                  <a:cubicBezTo>
                    <a:pt x="72" y="0"/>
                    <a:pt x="1" y="72"/>
                    <a:pt x="1" y="167"/>
                  </a:cubicBezTo>
                  <a:lnTo>
                    <a:pt x="1" y="655"/>
                  </a:lnTo>
                  <a:cubicBezTo>
                    <a:pt x="1" y="738"/>
                    <a:pt x="72" y="822"/>
                    <a:pt x="167" y="822"/>
                  </a:cubicBezTo>
                  <a:cubicBezTo>
                    <a:pt x="251" y="822"/>
                    <a:pt x="322" y="738"/>
                    <a:pt x="322" y="655"/>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64"/>
            <p:cNvSpPr/>
            <p:nvPr/>
          </p:nvSpPr>
          <p:spPr>
            <a:xfrm>
              <a:off x="6919310" y="1734060"/>
              <a:ext cx="45131" cy="15946"/>
            </a:xfrm>
            <a:custGeom>
              <a:avLst/>
              <a:gdLst/>
              <a:ahLst/>
              <a:cxnLst/>
              <a:rect l="l" t="t" r="r" b="b"/>
              <a:pathLst>
                <a:path w="1418" h="501" extrusionOk="0">
                  <a:moveTo>
                    <a:pt x="167" y="1"/>
                  </a:moveTo>
                  <a:cubicBezTo>
                    <a:pt x="72" y="1"/>
                    <a:pt x="0" y="72"/>
                    <a:pt x="0" y="156"/>
                  </a:cubicBezTo>
                  <a:cubicBezTo>
                    <a:pt x="0" y="251"/>
                    <a:pt x="72" y="322"/>
                    <a:pt x="167" y="322"/>
                  </a:cubicBezTo>
                  <a:cubicBezTo>
                    <a:pt x="346" y="322"/>
                    <a:pt x="881" y="358"/>
                    <a:pt x="1143" y="489"/>
                  </a:cubicBezTo>
                  <a:cubicBezTo>
                    <a:pt x="1179" y="501"/>
                    <a:pt x="1191" y="501"/>
                    <a:pt x="1227" y="501"/>
                  </a:cubicBezTo>
                  <a:cubicBezTo>
                    <a:pt x="1286" y="501"/>
                    <a:pt x="1346" y="477"/>
                    <a:pt x="1370" y="417"/>
                  </a:cubicBezTo>
                  <a:cubicBezTo>
                    <a:pt x="1417" y="334"/>
                    <a:pt x="1382" y="239"/>
                    <a:pt x="1298" y="191"/>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64"/>
            <p:cNvSpPr/>
            <p:nvPr/>
          </p:nvSpPr>
          <p:spPr>
            <a:xfrm>
              <a:off x="6879907" y="1706020"/>
              <a:ext cx="123172" cy="167158"/>
            </a:xfrm>
            <a:custGeom>
              <a:avLst/>
              <a:gdLst/>
              <a:ahLst/>
              <a:cxnLst/>
              <a:rect l="l" t="t" r="r" b="b"/>
              <a:pathLst>
                <a:path w="3870" h="5252" extrusionOk="0">
                  <a:moveTo>
                    <a:pt x="3001" y="310"/>
                  </a:moveTo>
                  <a:lnTo>
                    <a:pt x="3001" y="989"/>
                  </a:lnTo>
                  <a:cubicBezTo>
                    <a:pt x="3001" y="1096"/>
                    <a:pt x="2965" y="1215"/>
                    <a:pt x="2917" y="1310"/>
                  </a:cubicBezTo>
                  <a:lnTo>
                    <a:pt x="2834" y="1477"/>
                  </a:lnTo>
                  <a:cubicBezTo>
                    <a:pt x="2822" y="1501"/>
                    <a:pt x="2822" y="1513"/>
                    <a:pt x="2822" y="1549"/>
                  </a:cubicBezTo>
                  <a:lnTo>
                    <a:pt x="2822" y="1906"/>
                  </a:lnTo>
                  <a:cubicBezTo>
                    <a:pt x="2822" y="2144"/>
                    <a:pt x="2727" y="2370"/>
                    <a:pt x="2548" y="2537"/>
                  </a:cubicBezTo>
                  <a:cubicBezTo>
                    <a:pt x="2381" y="2727"/>
                    <a:pt x="2167" y="2811"/>
                    <a:pt x="1905" y="2811"/>
                  </a:cubicBezTo>
                  <a:cubicBezTo>
                    <a:pt x="1429" y="2799"/>
                    <a:pt x="1048" y="2382"/>
                    <a:pt x="1048" y="1870"/>
                  </a:cubicBezTo>
                  <a:lnTo>
                    <a:pt x="1048" y="1560"/>
                  </a:lnTo>
                  <a:cubicBezTo>
                    <a:pt x="1048" y="1525"/>
                    <a:pt x="1048" y="1513"/>
                    <a:pt x="1036" y="1489"/>
                  </a:cubicBezTo>
                  <a:lnTo>
                    <a:pt x="929" y="1275"/>
                  </a:lnTo>
                  <a:cubicBezTo>
                    <a:pt x="893" y="1203"/>
                    <a:pt x="869" y="1108"/>
                    <a:pt x="869" y="1037"/>
                  </a:cubicBezTo>
                  <a:lnTo>
                    <a:pt x="869" y="1025"/>
                  </a:lnTo>
                  <a:cubicBezTo>
                    <a:pt x="869" y="632"/>
                    <a:pt x="1179" y="310"/>
                    <a:pt x="1584" y="310"/>
                  </a:cubicBezTo>
                  <a:close/>
                  <a:moveTo>
                    <a:pt x="2310" y="3084"/>
                  </a:moveTo>
                  <a:cubicBezTo>
                    <a:pt x="2310" y="3120"/>
                    <a:pt x="2322" y="3180"/>
                    <a:pt x="2346" y="3227"/>
                  </a:cubicBezTo>
                  <a:lnTo>
                    <a:pt x="2191" y="3358"/>
                  </a:lnTo>
                  <a:cubicBezTo>
                    <a:pt x="2119" y="3430"/>
                    <a:pt x="2024" y="3465"/>
                    <a:pt x="1941" y="3465"/>
                  </a:cubicBezTo>
                  <a:cubicBezTo>
                    <a:pt x="1846" y="3465"/>
                    <a:pt x="1750" y="3418"/>
                    <a:pt x="1679" y="3358"/>
                  </a:cubicBezTo>
                  <a:lnTo>
                    <a:pt x="1548" y="3227"/>
                  </a:lnTo>
                  <a:cubicBezTo>
                    <a:pt x="1560" y="3180"/>
                    <a:pt x="1584" y="3120"/>
                    <a:pt x="1584" y="3084"/>
                  </a:cubicBezTo>
                  <a:cubicBezTo>
                    <a:pt x="1679" y="3108"/>
                    <a:pt x="1786" y="3132"/>
                    <a:pt x="1905" y="3132"/>
                  </a:cubicBezTo>
                  <a:lnTo>
                    <a:pt x="1953" y="3132"/>
                  </a:lnTo>
                  <a:cubicBezTo>
                    <a:pt x="2072" y="3132"/>
                    <a:pt x="2203" y="3120"/>
                    <a:pt x="2310" y="3084"/>
                  </a:cubicBezTo>
                  <a:close/>
                  <a:moveTo>
                    <a:pt x="1584" y="1"/>
                  </a:moveTo>
                  <a:cubicBezTo>
                    <a:pt x="1000" y="1"/>
                    <a:pt x="536" y="465"/>
                    <a:pt x="536" y="1037"/>
                  </a:cubicBezTo>
                  <a:lnTo>
                    <a:pt x="536" y="1060"/>
                  </a:lnTo>
                  <a:cubicBezTo>
                    <a:pt x="536" y="1191"/>
                    <a:pt x="572" y="1322"/>
                    <a:pt x="631" y="1441"/>
                  </a:cubicBezTo>
                  <a:lnTo>
                    <a:pt x="715" y="1608"/>
                  </a:lnTo>
                  <a:lnTo>
                    <a:pt x="715" y="1870"/>
                  </a:lnTo>
                  <a:cubicBezTo>
                    <a:pt x="715" y="2311"/>
                    <a:pt x="929" y="2680"/>
                    <a:pt x="1238" y="2918"/>
                  </a:cubicBezTo>
                  <a:lnTo>
                    <a:pt x="1238" y="3061"/>
                  </a:lnTo>
                  <a:cubicBezTo>
                    <a:pt x="1238" y="3156"/>
                    <a:pt x="1179" y="3227"/>
                    <a:pt x="1107" y="3239"/>
                  </a:cubicBezTo>
                  <a:lnTo>
                    <a:pt x="512" y="3406"/>
                  </a:lnTo>
                  <a:cubicBezTo>
                    <a:pt x="214" y="3501"/>
                    <a:pt x="0" y="3763"/>
                    <a:pt x="0" y="4073"/>
                  </a:cubicBezTo>
                  <a:lnTo>
                    <a:pt x="0" y="5085"/>
                  </a:lnTo>
                  <a:cubicBezTo>
                    <a:pt x="0" y="5180"/>
                    <a:pt x="83" y="5251"/>
                    <a:pt x="167" y="5251"/>
                  </a:cubicBezTo>
                  <a:cubicBezTo>
                    <a:pt x="250" y="5251"/>
                    <a:pt x="334" y="5180"/>
                    <a:pt x="334" y="5085"/>
                  </a:cubicBezTo>
                  <a:lnTo>
                    <a:pt x="334" y="4073"/>
                  </a:lnTo>
                  <a:cubicBezTo>
                    <a:pt x="334" y="3918"/>
                    <a:pt x="429" y="3775"/>
                    <a:pt x="595" y="3739"/>
                  </a:cubicBezTo>
                  <a:lnTo>
                    <a:pt x="1191" y="3573"/>
                  </a:lnTo>
                  <a:cubicBezTo>
                    <a:pt x="1238" y="3561"/>
                    <a:pt x="1298" y="3525"/>
                    <a:pt x="1346" y="3513"/>
                  </a:cubicBezTo>
                  <a:lnTo>
                    <a:pt x="1441" y="3620"/>
                  </a:lnTo>
                  <a:cubicBezTo>
                    <a:pt x="1584" y="3751"/>
                    <a:pt x="1738" y="3823"/>
                    <a:pt x="1941" y="3823"/>
                  </a:cubicBezTo>
                  <a:cubicBezTo>
                    <a:pt x="2131" y="3823"/>
                    <a:pt x="2298" y="3751"/>
                    <a:pt x="2429" y="3620"/>
                  </a:cubicBezTo>
                  <a:lnTo>
                    <a:pt x="2536" y="3513"/>
                  </a:lnTo>
                  <a:cubicBezTo>
                    <a:pt x="2572" y="3537"/>
                    <a:pt x="2620" y="3561"/>
                    <a:pt x="2679" y="3573"/>
                  </a:cubicBezTo>
                  <a:lnTo>
                    <a:pt x="3274" y="3739"/>
                  </a:lnTo>
                  <a:cubicBezTo>
                    <a:pt x="3429" y="3775"/>
                    <a:pt x="3548" y="3930"/>
                    <a:pt x="3548" y="4073"/>
                  </a:cubicBezTo>
                  <a:lnTo>
                    <a:pt x="3548" y="5085"/>
                  </a:lnTo>
                  <a:cubicBezTo>
                    <a:pt x="3548" y="5180"/>
                    <a:pt x="3620" y="5251"/>
                    <a:pt x="3703" y="5251"/>
                  </a:cubicBezTo>
                  <a:cubicBezTo>
                    <a:pt x="3798" y="5251"/>
                    <a:pt x="3870" y="5180"/>
                    <a:pt x="3870" y="5085"/>
                  </a:cubicBezTo>
                  <a:lnTo>
                    <a:pt x="3870" y="4073"/>
                  </a:lnTo>
                  <a:cubicBezTo>
                    <a:pt x="3858" y="3763"/>
                    <a:pt x="3655" y="3501"/>
                    <a:pt x="3358" y="3406"/>
                  </a:cubicBezTo>
                  <a:lnTo>
                    <a:pt x="2762" y="3239"/>
                  </a:lnTo>
                  <a:cubicBezTo>
                    <a:pt x="2679" y="3215"/>
                    <a:pt x="2620" y="3156"/>
                    <a:pt x="2620" y="3061"/>
                  </a:cubicBezTo>
                  <a:lnTo>
                    <a:pt x="2620" y="2930"/>
                  </a:lnTo>
                  <a:cubicBezTo>
                    <a:pt x="2679" y="2882"/>
                    <a:pt x="2727" y="2858"/>
                    <a:pt x="2786" y="2799"/>
                  </a:cubicBezTo>
                  <a:cubicBezTo>
                    <a:pt x="3024" y="2561"/>
                    <a:pt x="3155" y="2263"/>
                    <a:pt x="3155" y="1918"/>
                  </a:cubicBezTo>
                  <a:lnTo>
                    <a:pt x="3155" y="1608"/>
                  </a:lnTo>
                  <a:lnTo>
                    <a:pt x="3215" y="1477"/>
                  </a:lnTo>
                  <a:cubicBezTo>
                    <a:pt x="3298" y="1322"/>
                    <a:pt x="3322" y="1179"/>
                    <a:pt x="3322" y="1013"/>
                  </a:cubicBezTo>
                  <a:lnTo>
                    <a:pt x="3322" y="167"/>
                  </a:lnTo>
                  <a:cubicBezTo>
                    <a:pt x="3322" y="72"/>
                    <a:pt x="3251" y="1"/>
                    <a:pt x="3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64"/>
            <p:cNvSpPr/>
            <p:nvPr/>
          </p:nvSpPr>
          <p:spPr>
            <a:xfrm>
              <a:off x="6902632" y="1840173"/>
              <a:ext cx="10630" cy="32623"/>
            </a:xfrm>
            <a:custGeom>
              <a:avLst/>
              <a:gdLst/>
              <a:ahLst/>
              <a:cxnLst/>
              <a:rect l="l" t="t" r="r" b="b"/>
              <a:pathLst>
                <a:path w="334" h="1025" extrusionOk="0">
                  <a:moveTo>
                    <a:pt x="167" y="0"/>
                  </a:moveTo>
                  <a:cubicBezTo>
                    <a:pt x="84" y="0"/>
                    <a:pt x="1" y="72"/>
                    <a:pt x="1" y="155"/>
                  </a:cubicBezTo>
                  <a:lnTo>
                    <a:pt x="1" y="858"/>
                  </a:lnTo>
                  <a:cubicBezTo>
                    <a:pt x="1" y="953"/>
                    <a:pt x="84" y="1024"/>
                    <a:pt x="167" y="1024"/>
                  </a:cubicBezTo>
                  <a:cubicBezTo>
                    <a:pt x="262" y="1024"/>
                    <a:pt x="334" y="953"/>
                    <a:pt x="334" y="85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64"/>
            <p:cNvSpPr/>
            <p:nvPr/>
          </p:nvSpPr>
          <p:spPr>
            <a:xfrm>
              <a:off x="6970075" y="1840173"/>
              <a:ext cx="10280" cy="32623"/>
            </a:xfrm>
            <a:custGeom>
              <a:avLst/>
              <a:gdLst/>
              <a:ahLst/>
              <a:cxnLst/>
              <a:rect l="l" t="t" r="r" b="b"/>
              <a:pathLst>
                <a:path w="323" h="1025" extrusionOk="0">
                  <a:moveTo>
                    <a:pt x="168" y="0"/>
                  </a:moveTo>
                  <a:cubicBezTo>
                    <a:pt x="72" y="0"/>
                    <a:pt x="1" y="72"/>
                    <a:pt x="1" y="155"/>
                  </a:cubicBezTo>
                  <a:lnTo>
                    <a:pt x="1" y="858"/>
                  </a:lnTo>
                  <a:cubicBezTo>
                    <a:pt x="1" y="953"/>
                    <a:pt x="72" y="1024"/>
                    <a:pt x="168" y="1024"/>
                  </a:cubicBezTo>
                  <a:cubicBezTo>
                    <a:pt x="251" y="1024"/>
                    <a:pt x="322" y="953"/>
                    <a:pt x="322" y="858"/>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64"/>
            <p:cNvSpPr/>
            <p:nvPr/>
          </p:nvSpPr>
          <p:spPr>
            <a:xfrm>
              <a:off x="6772267" y="1594241"/>
              <a:ext cx="182690" cy="100830"/>
            </a:xfrm>
            <a:custGeom>
              <a:avLst/>
              <a:gdLst/>
              <a:ahLst/>
              <a:cxnLst/>
              <a:rect l="l" t="t" r="r" b="b"/>
              <a:pathLst>
                <a:path w="5740" h="3168" extrusionOk="0">
                  <a:moveTo>
                    <a:pt x="2001" y="0"/>
                  </a:moveTo>
                  <a:cubicBezTo>
                    <a:pt x="1334" y="0"/>
                    <a:pt x="679" y="191"/>
                    <a:pt x="108" y="548"/>
                  </a:cubicBezTo>
                  <a:cubicBezTo>
                    <a:pt x="36" y="596"/>
                    <a:pt x="1" y="691"/>
                    <a:pt x="72" y="774"/>
                  </a:cubicBezTo>
                  <a:cubicBezTo>
                    <a:pt x="95" y="820"/>
                    <a:pt x="148" y="847"/>
                    <a:pt x="202" y="847"/>
                  </a:cubicBezTo>
                  <a:cubicBezTo>
                    <a:pt x="231" y="847"/>
                    <a:pt x="261" y="839"/>
                    <a:pt x="287" y="822"/>
                  </a:cubicBezTo>
                  <a:cubicBezTo>
                    <a:pt x="798" y="489"/>
                    <a:pt x="1394" y="310"/>
                    <a:pt x="2001" y="310"/>
                  </a:cubicBezTo>
                  <a:cubicBezTo>
                    <a:pt x="2763" y="310"/>
                    <a:pt x="3489" y="584"/>
                    <a:pt x="4073" y="1084"/>
                  </a:cubicBezTo>
                  <a:cubicBezTo>
                    <a:pt x="4501" y="1453"/>
                    <a:pt x="4835" y="1953"/>
                    <a:pt x="5013" y="2477"/>
                  </a:cubicBezTo>
                  <a:lnTo>
                    <a:pt x="4739" y="2203"/>
                  </a:lnTo>
                  <a:cubicBezTo>
                    <a:pt x="4710" y="2173"/>
                    <a:pt x="4668" y="2158"/>
                    <a:pt x="4625" y="2158"/>
                  </a:cubicBezTo>
                  <a:cubicBezTo>
                    <a:pt x="4582" y="2158"/>
                    <a:pt x="4537" y="2173"/>
                    <a:pt x="4501" y="2203"/>
                  </a:cubicBezTo>
                  <a:cubicBezTo>
                    <a:pt x="4442" y="2263"/>
                    <a:pt x="4442" y="2370"/>
                    <a:pt x="4501" y="2441"/>
                  </a:cubicBezTo>
                  <a:lnTo>
                    <a:pt x="5168" y="3120"/>
                  </a:lnTo>
                  <a:cubicBezTo>
                    <a:pt x="5204" y="3156"/>
                    <a:pt x="5251" y="3167"/>
                    <a:pt x="5287" y="3167"/>
                  </a:cubicBezTo>
                  <a:lnTo>
                    <a:pt x="5335" y="3167"/>
                  </a:lnTo>
                  <a:cubicBezTo>
                    <a:pt x="5394" y="3156"/>
                    <a:pt x="5442" y="3108"/>
                    <a:pt x="5454" y="3048"/>
                  </a:cubicBezTo>
                  <a:lnTo>
                    <a:pt x="5740" y="2132"/>
                  </a:lnTo>
                  <a:cubicBezTo>
                    <a:pt x="5740" y="2072"/>
                    <a:pt x="5692" y="1977"/>
                    <a:pt x="5609" y="1953"/>
                  </a:cubicBezTo>
                  <a:cubicBezTo>
                    <a:pt x="5589" y="1946"/>
                    <a:pt x="5570" y="1942"/>
                    <a:pt x="5552" y="1942"/>
                  </a:cubicBezTo>
                  <a:cubicBezTo>
                    <a:pt x="5481" y="1942"/>
                    <a:pt x="5423" y="1992"/>
                    <a:pt x="5394" y="2048"/>
                  </a:cubicBezTo>
                  <a:lnTo>
                    <a:pt x="5311" y="2382"/>
                  </a:lnTo>
                  <a:cubicBezTo>
                    <a:pt x="5109" y="1798"/>
                    <a:pt x="4751" y="1262"/>
                    <a:pt x="4275" y="846"/>
                  </a:cubicBezTo>
                  <a:cubicBezTo>
                    <a:pt x="3644" y="298"/>
                    <a:pt x="2834" y="0"/>
                    <a:pt x="2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64"/>
            <p:cNvSpPr/>
            <p:nvPr/>
          </p:nvSpPr>
          <p:spPr>
            <a:xfrm>
              <a:off x="6716950" y="1716268"/>
              <a:ext cx="181926" cy="100448"/>
            </a:xfrm>
            <a:custGeom>
              <a:avLst/>
              <a:gdLst/>
              <a:ahLst/>
              <a:cxnLst/>
              <a:rect l="l" t="t" r="r" b="b"/>
              <a:pathLst>
                <a:path w="5716" h="3156" extrusionOk="0">
                  <a:moveTo>
                    <a:pt x="440" y="0"/>
                  </a:moveTo>
                  <a:cubicBezTo>
                    <a:pt x="421" y="0"/>
                    <a:pt x="401" y="4"/>
                    <a:pt x="381" y="12"/>
                  </a:cubicBezTo>
                  <a:cubicBezTo>
                    <a:pt x="322" y="36"/>
                    <a:pt x="274" y="72"/>
                    <a:pt x="262" y="131"/>
                  </a:cubicBezTo>
                  <a:lnTo>
                    <a:pt x="24" y="1060"/>
                  </a:lnTo>
                  <a:cubicBezTo>
                    <a:pt x="0" y="1155"/>
                    <a:pt x="48" y="1238"/>
                    <a:pt x="143" y="1250"/>
                  </a:cubicBezTo>
                  <a:lnTo>
                    <a:pt x="179" y="1250"/>
                  </a:lnTo>
                  <a:cubicBezTo>
                    <a:pt x="262" y="1250"/>
                    <a:pt x="322" y="1203"/>
                    <a:pt x="346" y="1131"/>
                  </a:cubicBezTo>
                  <a:lnTo>
                    <a:pt x="417" y="834"/>
                  </a:lnTo>
                  <a:cubicBezTo>
                    <a:pt x="631" y="1405"/>
                    <a:pt x="977" y="1905"/>
                    <a:pt x="1429" y="2310"/>
                  </a:cubicBezTo>
                  <a:cubicBezTo>
                    <a:pt x="2072" y="2858"/>
                    <a:pt x="2882" y="3155"/>
                    <a:pt x="3715" y="3155"/>
                  </a:cubicBezTo>
                  <a:cubicBezTo>
                    <a:pt x="4382" y="3155"/>
                    <a:pt x="5037" y="2965"/>
                    <a:pt x="5596" y="2608"/>
                  </a:cubicBezTo>
                  <a:cubicBezTo>
                    <a:pt x="5692" y="2560"/>
                    <a:pt x="5715" y="2465"/>
                    <a:pt x="5656" y="2381"/>
                  </a:cubicBezTo>
                  <a:cubicBezTo>
                    <a:pt x="5634" y="2338"/>
                    <a:pt x="5586" y="2312"/>
                    <a:pt x="5535" y="2312"/>
                  </a:cubicBezTo>
                  <a:cubicBezTo>
                    <a:pt x="5503" y="2312"/>
                    <a:pt x="5469" y="2322"/>
                    <a:pt x="5442" y="2346"/>
                  </a:cubicBezTo>
                  <a:cubicBezTo>
                    <a:pt x="4930" y="2667"/>
                    <a:pt x="4334" y="2846"/>
                    <a:pt x="3727" y="2846"/>
                  </a:cubicBezTo>
                  <a:cubicBezTo>
                    <a:pt x="2965" y="2846"/>
                    <a:pt x="2239" y="2572"/>
                    <a:pt x="1655" y="2072"/>
                  </a:cubicBezTo>
                  <a:cubicBezTo>
                    <a:pt x="1227" y="1703"/>
                    <a:pt x="893" y="1203"/>
                    <a:pt x="715" y="679"/>
                  </a:cubicBezTo>
                  <a:lnTo>
                    <a:pt x="715" y="679"/>
                  </a:lnTo>
                  <a:lnTo>
                    <a:pt x="1012" y="953"/>
                  </a:lnTo>
                  <a:cubicBezTo>
                    <a:pt x="1041" y="981"/>
                    <a:pt x="1080" y="996"/>
                    <a:pt x="1121" y="996"/>
                  </a:cubicBezTo>
                  <a:cubicBezTo>
                    <a:pt x="1166" y="996"/>
                    <a:pt x="1213" y="978"/>
                    <a:pt x="1251" y="941"/>
                  </a:cubicBezTo>
                  <a:cubicBezTo>
                    <a:pt x="1310" y="881"/>
                    <a:pt x="1310" y="774"/>
                    <a:pt x="1239" y="703"/>
                  </a:cubicBezTo>
                  <a:lnTo>
                    <a:pt x="536" y="48"/>
                  </a:lnTo>
                  <a:cubicBezTo>
                    <a:pt x="512" y="16"/>
                    <a:pt x="478" y="0"/>
                    <a:pt x="4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9" name="Google Shape;10289;p64"/>
          <p:cNvGrpSpPr/>
          <p:nvPr/>
        </p:nvGrpSpPr>
        <p:grpSpPr>
          <a:xfrm>
            <a:off x="8020159" y="1342301"/>
            <a:ext cx="300897" cy="356627"/>
            <a:chOff x="8020159" y="1516551"/>
            <a:chExt cx="300897" cy="356627"/>
          </a:xfrm>
        </p:grpSpPr>
        <p:sp>
          <p:nvSpPr>
            <p:cNvPr id="10290" name="Google Shape;10290;p64"/>
            <p:cNvSpPr/>
            <p:nvPr/>
          </p:nvSpPr>
          <p:spPr>
            <a:xfrm>
              <a:off x="8126240" y="1669482"/>
              <a:ext cx="88703" cy="30523"/>
            </a:xfrm>
            <a:custGeom>
              <a:avLst/>
              <a:gdLst/>
              <a:ahLst/>
              <a:cxnLst/>
              <a:rect l="l" t="t" r="r" b="b"/>
              <a:pathLst>
                <a:path w="2787" h="959" extrusionOk="0">
                  <a:moveTo>
                    <a:pt x="1144" y="1"/>
                  </a:moveTo>
                  <a:cubicBezTo>
                    <a:pt x="800" y="1"/>
                    <a:pt x="487" y="41"/>
                    <a:pt x="287" y="77"/>
                  </a:cubicBezTo>
                  <a:cubicBezTo>
                    <a:pt x="120" y="101"/>
                    <a:pt x="1" y="244"/>
                    <a:pt x="1" y="411"/>
                  </a:cubicBezTo>
                  <a:lnTo>
                    <a:pt x="1" y="792"/>
                  </a:lnTo>
                  <a:cubicBezTo>
                    <a:pt x="1" y="875"/>
                    <a:pt x="72" y="958"/>
                    <a:pt x="167" y="958"/>
                  </a:cubicBezTo>
                  <a:cubicBezTo>
                    <a:pt x="251" y="958"/>
                    <a:pt x="322" y="875"/>
                    <a:pt x="322" y="792"/>
                  </a:cubicBezTo>
                  <a:lnTo>
                    <a:pt x="322" y="411"/>
                  </a:lnTo>
                  <a:cubicBezTo>
                    <a:pt x="322" y="411"/>
                    <a:pt x="322" y="399"/>
                    <a:pt x="346" y="399"/>
                  </a:cubicBezTo>
                  <a:cubicBezTo>
                    <a:pt x="510" y="379"/>
                    <a:pt x="814" y="344"/>
                    <a:pt x="1164" y="344"/>
                  </a:cubicBezTo>
                  <a:cubicBezTo>
                    <a:pt x="1246" y="344"/>
                    <a:pt x="1331" y="346"/>
                    <a:pt x="1418" y="351"/>
                  </a:cubicBezTo>
                  <a:cubicBezTo>
                    <a:pt x="1918" y="387"/>
                    <a:pt x="2287" y="518"/>
                    <a:pt x="2513" y="744"/>
                  </a:cubicBezTo>
                  <a:cubicBezTo>
                    <a:pt x="2543" y="774"/>
                    <a:pt x="2584" y="789"/>
                    <a:pt x="2628" y="789"/>
                  </a:cubicBezTo>
                  <a:cubicBezTo>
                    <a:pt x="2671" y="789"/>
                    <a:pt x="2715" y="774"/>
                    <a:pt x="2751" y="744"/>
                  </a:cubicBezTo>
                  <a:cubicBezTo>
                    <a:pt x="2787" y="672"/>
                    <a:pt x="2787" y="565"/>
                    <a:pt x="2727" y="494"/>
                  </a:cubicBezTo>
                  <a:cubicBezTo>
                    <a:pt x="2338" y="104"/>
                    <a:pt x="1699" y="1"/>
                    <a:pt x="1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64"/>
            <p:cNvSpPr/>
            <p:nvPr/>
          </p:nvSpPr>
          <p:spPr>
            <a:xfrm>
              <a:off x="8069778" y="1621518"/>
              <a:ext cx="200513" cy="251278"/>
            </a:xfrm>
            <a:custGeom>
              <a:avLst/>
              <a:gdLst/>
              <a:ahLst/>
              <a:cxnLst/>
              <a:rect l="l" t="t" r="r" b="b"/>
              <a:pathLst>
                <a:path w="6300" h="7895" extrusionOk="0">
                  <a:moveTo>
                    <a:pt x="4918" y="358"/>
                  </a:moveTo>
                  <a:lnTo>
                    <a:pt x="4918" y="1953"/>
                  </a:lnTo>
                  <a:cubicBezTo>
                    <a:pt x="4918" y="2191"/>
                    <a:pt x="4859" y="2429"/>
                    <a:pt x="4751" y="2644"/>
                  </a:cubicBezTo>
                  <a:cubicBezTo>
                    <a:pt x="4739" y="2656"/>
                    <a:pt x="4739" y="2680"/>
                    <a:pt x="4739" y="2715"/>
                  </a:cubicBezTo>
                  <a:lnTo>
                    <a:pt x="4739" y="3180"/>
                  </a:lnTo>
                  <a:cubicBezTo>
                    <a:pt x="4739" y="3620"/>
                    <a:pt x="4561" y="4037"/>
                    <a:pt x="4227" y="4334"/>
                  </a:cubicBezTo>
                  <a:cubicBezTo>
                    <a:pt x="3935" y="4605"/>
                    <a:pt x="3563" y="4768"/>
                    <a:pt x="3158" y="4768"/>
                  </a:cubicBezTo>
                  <a:cubicBezTo>
                    <a:pt x="3118" y="4768"/>
                    <a:pt x="3077" y="4766"/>
                    <a:pt x="3037" y="4763"/>
                  </a:cubicBezTo>
                  <a:cubicBezTo>
                    <a:pt x="2227" y="4704"/>
                    <a:pt x="1572" y="3977"/>
                    <a:pt x="1572" y="3108"/>
                  </a:cubicBezTo>
                  <a:lnTo>
                    <a:pt x="1572" y="2715"/>
                  </a:lnTo>
                  <a:cubicBezTo>
                    <a:pt x="1572" y="2680"/>
                    <a:pt x="1572" y="2668"/>
                    <a:pt x="1549" y="2644"/>
                  </a:cubicBezTo>
                  <a:cubicBezTo>
                    <a:pt x="1453" y="2418"/>
                    <a:pt x="1394" y="2191"/>
                    <a:pt x="1394" y="1953"/>
                  </a:cubicBezTo>
                  <a:lnTo>
                    <a:pt x="1394" y="1596"/>
                  </a:lnTo>
                  <a:cubicBezTo>
                    <a:pt x="1394" y="905"/>
                    <a:pt x="1941" y="358"/>
                    <a:pt x="2620" y="358"/>
                  </a:cubicBezTo>
                  <a:close/>
                  <a:moveTo>
                    <a:pt x="4049" y="4858"/>
                  </a:moveTo>
                  <a:lnTo>
                    <a:pt x="4049" y="5156"/>
                  </a:lnTo>
                  <a:lnTo>
                    <a:pt x="3156" y="5775"/>
                  </a:lnTo>
                  <a:lnTo>
                    <a:pt x="2263" y="5168"/>
                  </a:lnTo>
                  <a:lnTo>
                    <a:pt x="2263" y="4858"/>
                  </a:lnTo>
                  <a:cubicBezTo>
                    <a:pt x="2489" y="4977"/>
                    <a:pt x="2763" y="5061"/>
                    <a:pt x="3025" y="5073"/>
                  </a:cubicBezTo>
                  <a:lnTo>
                    <a:pt x="3156" y="5073"/>
                  </a:lnTo>
                  <a:cubicBezTo>
                    <a:pt x="3477" y="5073"/>
                    <a:pt x="3775" y="5001"/>
                    <a:pt x="4049" y="4858"/>
                  </a:cubicBezTo>
                  <a:close/>
                  <a:moveTo>
                    <a:pt x="2132" y="5477"/>
                  </a:moveTo>
                  <a:lnTo>
                    <a:pt x="2906" y="6013"/>
                  </a:lnTo>
                  <a:lnTo>
                    <a:pt x="2489" y="6418"/>
                  </a:lnTo>
                  <a:lnTo>
                    <a:pt x="2477" y="6418"/>
                  </a:lnTo>
                  <a:lnTo>
                    <a:pt x="1965" y="5656"/>
                  </a:lnTo>
                  <a:lnTo>
                    <a:pt x="2132" y="5477"/>
                  </a:lnTo>
                  <a:close/>
                  <a:moveTo>
                    <a:pt x="4168" y="5466"/>
                  </a:moveTo>
                  <a:lnTo>
                    <a:pt x="4335" y="5644"/>
                  </a:lnTo>
                  <a:lnTo>
                    <a:pt x="3835" y="6418"/>
                  </a:lnTo>
                  <a:lnTo>
                    <a:pt x="3811" y="6418"/>
                  </a:lnTo>
                  <a:lnTo>
                    <a:pt x="3394" y="6001"/>
                  </a:lnTo>
                  <a:lnTo>
                    <a:pt x="4168" y="5466"/>
                  </a:lnTo>
                  <a:close/>
                  <a:moveTo>
                    <a:pt x="2620" y="1"/>
                  </a:moveTo>
                  <a:cubicBezTo>
                    <a:pt x="1763" y="1"/>
                    <a:pt x="1060" y="703"/>
                    <a:pt x="1060" y="1572"/>
                  </a:cubicBezTo>
                  <a:lnTo>
                    <a:pt x="1060" y="1918"/>
                  </a:lnTo>
                  <a:cubicBezTo>
                    <a:pt x="1060" y="2203"/>
                    <a:pt x="1120" y="2477"/>
                    <a:pt x="1239" y="2727"/>
                  </a:cubicBezTo>
                  <a:lnTo>
                    <a:pt x="1239" y="3096"/>
                  </a:lnTo>
                  <a:cubicBezTo>
                    <a:pt x="1239" y="3703"/>
                    <a:pt x="1513" y="4263"/>
                    <a:pt x="1941" y="4632"/>
                  </a:cubicBezTo>
                  <a:lnTo>
                    <a:pt x="1941" y="5180"/>
                  </a:lnTo>
                  <a:lnTo>
                    <a:pt x="1632" y="5513"/>
                  </a:lnTo>
                  <a:cubicBezTo>
                    <a:pt x="1596" y="5537"/>
                    <a:pt x="1584" y="5585"/>
                    <a:pt x="1584" y="5632"/>
                  </a:cubicBezTo>
                  <a:lnTo>
                    <a:pt x="572" y="6001"/>
                  </a:lnTo>
                  <a:cubicBezTo>
                    <a:pt x="227" y="6120"/>
                    <a:pt x="1" y="6442"/>
                    <a:pt x="1" y="6823"/>
                  </a:cubicBezTo>
                  <a:lnTo>
                    <a:pt x="1" y="7728"/>
                  </a:lnTo>
                  <a:cubicBezTo>
                    <a:pt x="1" y="7823"/>
                    <a:pt x="84" y="7894"/>
                    <a:pt x="167" y="7894"/>
                  </a:cubicBezTo>
                  <a:cubicBezTo>
                    <a:pt x="263" y="7894"/>
                    <a:pt x="334" y="7823"/>
                    <a:pt x="334" y="7728"/>
                  </a:cubicBezTo>
                  <a:lnTo>
                    <a:pt x="334" y="6823"/>
                  </a:lnTo>
                  <a:cubicBezTo>
                    <a:pt x="334" y="6597"/>
                    <a:pt x="477" y="6382"/>
                    <a:pt x="691" y="6311"/>
                  </a:cubicBezTo>
                  <a:lnTo>
                    <a:pt x="1751" y="5930"/>
                  </a:lnTo>
                  <a:lnTo>
                    <a:pt x="2192" y="6597"/>
                  </a:lnTo>
                  <a:cubicBezTo>
                    <a:pt x="2251" y="6680"/>
                    <a:pt x="2346" y="6728"/>
                    <a:pt x="2442" y="6740"/>
                  </a:cubicBezTo>
                  <a:lnTo>
                    <a:pt x="2477" y="6740"/>
                  </a:lnTo>
                  <a:cubicBezTo>
                    <a:pt x="2561" y="6740"/>
                    <a:pt x="2656" y="6716"/>
                    <a:pt x="2715" y="6644"/>
                  </a:cubicBezTo>
                  <a:lnTo>
                    <a:pt x="2977" y="6370"/>
                  </a:lnTo>
                  <a:lnTo>
                    <a:pt x="2977" y="7728"/>
                  </a:lnTo>
                  <a:cubicBezTo>
                    <a:pt x="2977" y="7823"/>
                    <a:pt x="3061" y="7894"/>
                    <a:pt x="3144" y="7894"/>
                  </a:cubicBezTo>
                  <a:cubicBezTo>
                    <a:pt x="3239" y="7894"/>
                    <a:pt x="3311" y="7823"/>
                    <a:pt x="3311" y="7728"/>
                  </a:cubicBezTo>
                  <a:lnTo>
                    <a:pt x="3311" y="6370"/>
                  </a:lnTo>
                  <a:lnTo>
                    <a:pt x="3573" y="6644"/>
                  </a:lnTo>
                  <a:cubicBezTo>
                    <a:pt x="3632" y="6704"/>
                    <a:pt x="3727" y="6740"/>
                    <a:pt x="3811" y="6740"/>
                  </a:cubicBezTo>
                  <a:lnTo>
                    <a:pt x="3846" y="6740"/>
                  </a:lnTo>
                  <a:cubicBezTo>
                    <a:pt x="3954" y="6728"/>
                    <a:pt x="4037" y="6680"/>
                    <a:pt x="4097" y="6597"/>
                  </a:cubicBezTo>
                  <a:lnTo>
                    <a:pt x="4549" y="5930"/>
                  </a:lnTo>
                  <a:lnTo>
                    <a:pt x="5597" y="6311"/>
                  </a:lnTo>
                  <a:cubicBezTo>
                    <a:pt x="5811" y="6382"/>
                    <a:pt x="5954" y="6597"/>
                    <a:pt x="5954" y="6823"/>
                  </a:cubicBezTo>
                  <a:lnTo>
                    <a:pt x="5954" y="7728"/>
                  </a:lnTo>
                  <a:cubicBezTo>
                    <a:pt x="5954" y="7823"/>
                    <a:pt x="6037" y="7894"/>
                    <a:pt x="6121" y="7894"/>
                  </a:cubicBezTo>
                  <a:cubicBezTo>
                    <a:pt x="6204" y="7894"/>
                    <a:pt x="6287" y="7823"/>
                    <a:pt x="6287" y="7728"/>
                  </a:cubicBezTo>
                  <a:lnTo>
                    <a:pt x="6287" y="6823"/>
                  </a:lnTo>
                  <a:cubicBezTo>
                    <a:pt x="6299" y="6466"/>
                    <a:pt x="6073" y="6132"/>
                    <a:pt x="5740" y="6001"/>
                  </a:cubicBezTo>
                  <a:lnTo>
                    <a:pt x="4728" y="5632"/>
                  </a:lnTo>
                  <a:cubicBezTo>
                    <a:pt x="4728" y="5585"/>
                    <a:pt x="4704" y="5537"/>
                    <a:pt x="4680" y="5513"/>
                  </a:cubicBezTo>
                  <a:lnTo>
                    <a:pt x="4370" y="5180"/>
                  </a:lnTo>
                  <a:lnTo>
                    <a:pt x="4370" y="4644"/>
                  </a:lnTo>
                  <a:lnTo>
                    <a:pt x="4454" y="4561"/>
                  </a:lnTo>
                  <a:cubicBezTo>
                    <a:pt x="4847" y="4204"/>
                    <a:pt x="5061" y="3680"/>
                    <a:pt x="5061" y="3156"/>
                  </a:cubicBezTo>
                  <a:lnTo>
                    <a:pt x="5061" y="2727"/>
                  </a:lnTo>
                  <a:cubicBezTo>
                    <a:pt x="5180" y="2477"/>
                    <a:pt x="5240" y="2203"/>
                    <a:pt x="5240" y="1929"/>
                  </a:cubicBezTo>
                  <a:lnTo>
                    <a:pt x="5240" y="167"/>
                  </a:lnTo>
                  <a:cubicBezTo>
                    <a:pt x="5240" y="84"/>
                    <a:pt x="5168" y="1"/>
                    <a:pt x="5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64"/>
            <p:cNvSpPr/>
            <p:nvPr/>
          </p:nvSpPr>
          <p:spPr>
            <a:xfrm>
              <a:off x="8103515" y="1851535"/>
              <a:ext cx="10630" cy="21643"/>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64"/>
            <p:cNvSpPr/>
            <p:nvPr/>
          </p:nvSpPr>
          <p:spPr>
            <a:xfrm>
              <a:off x="8226306" y="1851535"/>
              <a:ext cx="10248" cy="21643"/>
            </a:xfrm>
            <a:custGeom>
              <a:avLst/>
              <a:gdLst/>
              <a:ahLst/>
              <a:cxnLst/>
              <a:rect l="l" t="t" r="r" b="b"/>
              <a:pathLst>
                <a:path w="322" h="680" extrusionOk="0">
                  <a:moveTo>
                    <a:pt x="167" y="1"/>
                  </a:moveTo>
                  <a:cubicBezTo>
                    <a:pt x="71" y="1"/>
                    <a:pt x="0" y="72"/>
                    <a:pt x="0" y="155"/>
                  </a:cubicBezTo>
                  <a:lnTo>
                    <a:pt x="0" y="513"/>
                  </a:lnTo>
                  <a:cubicBezTo>
                    <a:pt x="0" y="608"/>
                    <a:pt x="71" y="679"/>
                    <a:pt x="167" y="679"/>
                  </a:cubicBezTo>
                  <a:cubicBezTo>
                    <a:pt x="250" y="679"/>
                    <a:pt x="322" y="608"/>
                    <a:pt x="322" y="513"/>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4" name="Google Shape;10294;p64"/>
            <p:cNvSpPr/>
            <p:nvPr/>
          </p:nvSpPr>
          <p:spPr>
            <a:xfrm>
              <a:off x="8020159" y="1516551"/>
              <a:ext cx="300897" cy="284251"/>
            </a:xfrm>
            <a:custGeom>
              <a:avLst/>
              <a:gdLst/>
              <a:ahLst/>
              <a:cxnLst/>
              <a:rect l="l" t="t" r="r" b="b"/>
              <a:pathLst>
                <a:path w="9454" h="8931" extrusionOk="0">
                  <a:moveTo>
                    <a:pt x="6263" y="596"/>
                  </a:moveTo>
                  <a:lnTo>
                    <a:pt x="6263" y="596"/>
                  </a:lnTo>
                  <a:cubicBezTo>
                    <a:pt x="7060" y="894"/>
                    <a:pt x="7739" y="1406"/>
                    <a:pt x="8227" y="2084"/>
                  </a:cubicBezTo>
                  <a:lnTo>
                    <a:pt x="7322" y="2084"/>
                  </a:lnTo>
                  <a:cubicBezTo>
                    <a:pt x="7215" y="1846"/>
                    <a:pt x="7096" y="1620"/>
                    <a:pt x="6953" y="1394"/>
                  </a:cubicBezTo>
                  <a:cubicBezTo>
                    <a:pt x="6739" y="1084"/>
                    <a:pt x="6525" y="822"/>
                    <a:pt x="6263" y="596"/>
                  </a:cubicBezTo>
                  <a:close/>
                  <a:moveTo>
                    <a:pt x="3143" y="608"/>
                  </a:moveTo>
                  <a:cubicBezTo>
                    <a:pt x="2893" y="822"/>
                    <a:pt x="2667" y="1084"/>
                    <a:pt x="2453" y="1406"/>
                  </a:cubicBezTo>
                  <a:cubicBezTo>
                    <a:pt x="2322" y="1620"/>
                    <a:pt x="2203" y="1846"/>
                    <a:pt x="2084" y="2096"/>
                  </a:cubicBezTo>
                  <a:lnTo>
                    <a:pt x="1179" y="2096"/>
                  </a:lnTo>
                  <a:cubicBezTo>
                    <a:pt x="1667" y="1429"/>
                    <a:pt x="2357" y="905"/>
                    <a:pt x="3143" y="608"/>
                  </a:cubicBezTo>
                  <a:close/>
                  <a:moveTo>
                    <a:pt x="4560" y="322"/>
                  </a:moveTo>
                  <a:lnTo>
                    <a:pt x="4560" y="2096"/>
                  </a:lnTo>
                  <a:lnTo>
                    <a:pt x="2453" y="2096"/>
                  </a:lnTo>
                  <a:cubicBezTo>
                    <a:pt x="2929" y="1084"/>
                    <a:pt x="3691" y="393"/>
                    <a:pt x="4560" y="322"/>
                  </a:cubicBezTo>
                  <a:close/>
                  <a:moveTo>
                    <a:pt x="4882" y="322"/>
                  </a:moveTo>
                  <a:cubicBezTo>
                    <a:pt x="5751" y="393"/>
                    <a:pt x="6489" y="1084"/>
                    <a:pt x="6977" y="2096"/>
                  </a:cubicBezTo>
                  <a:lnTo>
                    <a:pt x="4882" y="2096"/>
                  </a:lnTo>
                  <a:lnTo>
                    <a:pt x="4882" y="322"/>
                  </a:lnTo>
                  <a:close/>
                  <a:moveTo>
                    <a:pt x="1953" y="2418"/>
                  </a:moveTo>
                  <a:cubicBezTo>
                    <a:pt x="1715" y="3084"/>
                    <a:pt x="1584" y="3799"/>
                    <a:pt x="1560" y="4549"/>
                  </a:cubicBezTo>
                  <a:lnTo>
                    <a:pt x="310" y="4549"/>
                  </a:lnTo>
                  <a:cubicBezTo>
                    <a:pt x="345" y="3775"/>
                    <a:pt x="572" y="3049"/>
                    <a:pt x="953" y="2418"/>
                  </a:cubicBezTo>
                  <a:close/>
                  <a:moveTo>
                    <a:pt x="8465" y="2429"/>
                  </a:moveTo>
                  <a:cubicBezTo>
                    <a:pt x="8858" y="3049"/>
                    <a:pt x="9085" y="3775"/>
                    <a:pt x="9108" y="4549"/>
                  </a:cubicBezTo>
                  <a:lnTo>
                    <a:pt x="7858" y="4549"/>
                  </a:lnTo>
                  <a:cubicBezTo>
                    <a:pt x="7846" y="3799"/>
                    <a:pt x="7715" y="3084"/>
                    <a:pt x="7477" y="2429"/>
                  </a:cubicBezTo>
                  <a:close/>
                  <a:moveTo>
                    <a:pt x="1560" y="4882"/>
                  </a:moveTo>
                  <a:cubicBezTo>
                    <a:pt x="1584" y="5585"/>
                    <a:pt x="1703" y="6251"/>
                    <a:pt x="1905" y="6870"/>
                  </a:cubicBezTo>
                  <a:lnTo>
                    <a:pt x="1953" y="7001"/>
                  </a:lnTo>
                  <a:lnTo>
                    <a:pt x="953" y="7001"/>
                  </a:lnTo>
                  <a:cubicBezTo>
                    <a:pt x="572" y="6382"/>
                    <a:pt x="345" y="5656"/>
                    <a:pt x="310" y="4882"/>
                  </a:cubicBezTo>
                  <a:close/>
                  <a:moveTo>
                    <a:pt x="9096" y="4894"/>
                  </a:moveTo>
                  <a:cubicBezTo>
                    <a:pt x="9085" y="5608"/>
                    <a:pt x="8870" y="6323"/>
                    <a:pt x="8501" y="6954"/>
                  </a:cubicBezTo>
                  <a:cubicBezTo>
                    <a:pt x="8489" y="6966"/>
                    <a:pt x="8465" y="6990"/>
                    <a:pt x="8453" y="7001"/>
                  </a:cubicBezTo>
                  <a:lnTo>
                    <a:pt x="7453" y="7001"/>
                  </a:lnTo>
                  <a:lnTo>
                    <a:pt x="7501" y="6870"/>
                  </a:lnTo>
                  <a:cubicBezTo>
                    <a:pt x="7715" y="6251"/>
                    <a:pt x="7834" y="5585"/>
                    <a:pt x="7846" y="4894"/>
                  </a:cubicBezTo>
                  <a:close/>
                  <a:moveTo>
                    <a:pt x="4715" y="1"/>
                  </a:moveTo>
                  <a:cubicBezTo>
                    <a:pt x="3465" y="1"/>
                    <a:pt x="2262" y="489"/>
                    <a:pt x="1381" y="1382"/>
                  </a:cubicBezTo>
                  <a:cubicBezTo>
                    <a:pt x="488" y="2275"/>
                    <a:pt x="0" y="3465"/>
                    <a:pt x="0" y="4715"/>
                  </a:cubicBezTo>
                  <a:cubicBezTo>
                    <a:pt x="0" y="6489"/>
                    <a:pt x="976" y="8097"/>
                    <a:pt x="2548" y="8918"/>
                  </a:cubicBezTo>
                  <a:cubicBezTo>
                    <a:pt x="2572" y="8930"/>
                    <a:pt x="2584" y="8930"/>
                    <a:pt x="2619" y="8930"/>
                  </a:cubicBezTo>
                  <a:cubicBezTo>
                    <a:pt x="2679" y="8930"/>
                    <a:pt x="2738" y="8895"/>
                    <a:pt x="2762" y="8835"/>
                  </a:cubicBezTo>
                  <a:cubicBezTo>
                    <a:pt x="2810" y="8764"/>
                    <a:pt x="2786" y="8656"/>
                    <a:pt x="2691" y="8621"/>
                  </a:cubicBezTo>
                  <a:cubicBezTo>
                    <a:pt x="2084" y="8299"/>
                    <a:pt x="1572" y="7859"/>
                    <a:pt x="1191" y="7335"/>
                  </a:cubicBezTo>
                  <a:lnTo>
                    <a:pt x="2096" y="7335"/>
                  </a:lnTo>
                  <a:cubicBezTo>
                    <a:pt x="2286" y="7775"/>
                    <a:pt x="2548" y="8180"/>
                    <a:pt x="2846" y="8514"/>
                  </a:cubicBezTo>
                  <a:cubicBezTo>
                    <a:pt x="2877" y="8551"/>
                    <a:pt x="2918" y="8569"/>
                    <a:pt x="2961" y="8569"/>
                  </a:cubicBezTo>
                  <a:cubicBezTo>
                    <a:pt x="3002" y="8569"/>
                    <a:pt x="3044" y="8554"/>
                    <a:pt x="3084" y="8525"/>
                  </a:cubicBezTo>
                  <a:cubicBezTo>
                    <a:pt x="3155" y="8466"/>
                    <a:pt x="3155" y="8359"/>
                    <a:pt x="3096" y="8287"/>
                  </a:cubicBezTo>
                  <a:cubicBezTo>
                    <a:pt x="2858" y="8013"/>
                    <a:pt x="2643" y="7692"/>
                    <a:pt x="2465" y="7335"/>
                  </a:cubicBezTo>
                  <a:cubicBezTo>
                    <a:pt x="2548" y="7323"/>
                    <a:pt x="2619" y="7263"/>
                    <a:pt x="2619" y="7168"/>
                  </a:cubicBezTo>
                  <a:cubicBezTo>
                    <a:pt x="2619" y="7085"/>
                    <a:pt x="2548" y="7001"/>
                    <a:pt x="2453" y="7001"/>
                  </a:cubicBezTo>
                  <a:lnTo>
                    <a:pt x="2334" y="7001"/>
                  </a:lnTo>
                  <a:cubicBezTo>
                    <a:pt x="2084" y="6370"/>
                    <a:pt x="1929" y="5632"/>
                    <a:pt x="1917" y="4882"/>
                  </a:cubicBezTo>
                  <a:lnTo>
                    <a:pt x="2096" y="4882"/>
                  </a:lnTo>
                  <a:cubicBezTo>
                    <a:pt x="2191" y="4882"/>
                    <a:pt x="2262" y="4799"/>
                    <a:pt x="2262" y="4715"/>
                  </a:cubicBezTo>
                  <a:cubicBezTo>
                    <a:pt x="2262" y="4620"/>
                    <a:pt x="2191" y="4549"/>
                    <a:pt x="2096" y="4549"/>
                  </a:cubicBezTo>
                  <a:lnTo>
                    <a:pt x="1917" y="4549"/>
                  </a:lnTo>
                  <a:cubicBezTo>
                    <a:pt x="1929" y="3775"/>
                    <a:pt x="2084" y="3049"/>
                    <a:pt x="2334" y="2418"/>
                  </a:cubicBezTo>
                  <a:lnTo>
                    <a:pt x="4572" y="2418"/>
                  </a:lnTo>
                  <a:lnTo>
                    <a:pt x="4572" y="2775"/>
                  </a:lnTo>
                  <a:cubicBezTo>
                    <a:pt x="4572" y="2870"/>
                    <a:pt x="4643" y="2941"/>
                    <a:pt x="4727" y="2941"/>
                  </a:cubicBezTo>
                  <a:cubicBezTo>
                    <a:pt x="4822" y="2941"/>
                    <a:pt x="4894" y="2870"/>
                    <a:pt x="4894" y="2775"/>
                  </a:cubicBezTo>
                  <a:lnTo>
                    <a:pt x="4894" y="2418"/>
                  </a:lnTo>
                  <a:lnTo>
                    <a:pt x="7132" y="2418"/>
                  </a:lnTo>
                  <a:cubicBezTo>
                    <a:pt x="7370" y="3049"/>
                    <a:pt x="7513" y="3775"/>
                    <a:pt x="7549" y="4549"/>
                  </a:cubicBezTo>
                  <a:lnTo>
                    <a:pt x="7370" y="4549"/>
                  </a:lnTo>
                  <a:cubicBezTo>
                    <a:pt x="7275" y="4549"/>
                    <a:pt x="7203" y="4620"/>
                    <a:pt x="7203" y="4715"/>
                  </a:cubicBezTo>
                  <a:cubicBezTo>
                    <a:pt x="7203" y="4799"/>
                    <a:pt x="7275" y="4882"/>
                    <a:pt x="7370" y="4882"/>
                  </a:cubicBezTo>
                  <a:lnTo>
                    <a:pt x="7549" y="4882"/>
                  </a:lnTo>
                  <a:cubicBezTo>
                    <a:pt x="7525" y="5632"/>
                    <a:pt x="7382" y="6370"/>
                    <a:pt x="7132" y="7001"/>
                  </a:cubicBezTo>
                  <a:lnTo>
                    <a:pt x="7013" y="7001"/>
                  </a:lnTo>
                  <a:cubicBezTo>
                    <a:pt x="6918" y="7001"/>
                    <a:pt x="6846" y="7085"/>
                    <a:pt x="6846" y="7168"/>
                  </a:cubicBezTo>
                  <a:cubicBezTo>
                    <a:pt x="6846" y="7263"/>
                    <a:pt x="6906" y="7323"/>
                    <a:pt x="6989" y="7335"/>
                  </a:cubicBezTo>
                  <a:cubicBezTo>
                    <a:pt x="6810" y="7692"/>
                    <a:pt x="6608" y="8025"/>
                    <a:pt x="6370" y="8287"/>
                  </a:cubicBezTo>
                  <a:cubicBezTo>
                    <a:pt x="6310" y="8359"/>
                    <a:pt x="6310" y="8466"/>
                    <a:pt x="6382" y="8525"/>
                  </a:cubicBezTo>
                  <a:cubicBezTo>
                    <a:pt x="6418" y="8549"/>
                    <a:pt x="6453" y="8573"/>
                    <a:pt x="6489" y="8573"/>
                  </a:cubicBezTo>
                  <a:cubicBezTo>
                    <a:pt x="6537" y="8573"/>
                    <a:pt x="6572" y="8549"/>
                    <a:pt x="6608" y="8514"/>
                  </a:cubicBezTo>
                  <a:cubicBezTo>
                    <a:pt x="6894" y="8180"/>
                    <a:pt x="7144" y="7787"/>
                    <a:pt x="7346" y="7335"/>
                  </a:cubicBezTo>
                  <a:lnTo>
                    <a:pt x="8263" y="7335"/>
                  </a:lnTo>
                  <a:cubicBezTo>
                    <a:pt x="7906" y="7811"/>
                    <a:pt x="7441" y="8228"/>
                    <a:pt x="6918" y="8525"/>
                  </a:cubicBezTo>
                  <a:cubicBezTo>
                    <a:pt x="6846" y="8573"/>
                    <a:pt x="6810" y="8680"/>
                    <a:pt x="6858" y="8752"/>
                  </a:cubicBezTo>
                  <a:cubicBezTo>
                    <a:pt x="6891" y="8801"/>
                    <a:pt x="6951" y="8833"/>
                    <a:pt x="7009" y="8833"/>
                  </a:cubicBezTo>
                  <a:cubicBezTo>
                    <a:pt x="7036" y="8833"/>
                    <a:pt x="7062" y="8826"/>
                    <a:pt x="7084" y="8811"/>
                  </a:cubicBezTo>
                  <a:cubicBezTo>
                    <a:pt x="7787" y="8406"/>
                    <a:pt x="8382" y="7811"/>
                    <a:pt x="8799" y="7109"/>
                  </a:cubicBezTo>
                  <a:cubicBezTo>
                    <a:pt x="9227" y="6382"/>
                    <a:pt x="9454" y="5561"/>
                    <a:pt x="9454" y="4715"/>
                  </a:cubicBezTo>
                  <a:cubicBezTo>
                    <a:pt x="9442" y="3453"/>
                    <a:pt x="8942" y="2275"/>
                    <a:pt x="8049" y="1382"/>
                  </a:cubicBezTo>
                  <a:cubicBezTo>
                    <a:pt x="7156" y="489"/>
                    <a:pt x="5965"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5" name="Google Shape;10295;p64"/>
          <p:cNvGrpSpPr/>
          <p:nvPr/>
        </p:nvGrpSpPr>
        <p:grpSpPr>
          <a:xfrm>
            <a:off x="5377363" y="1341919"/>
            <a:ext cx="257357" cy="356627"/>
            <a:chOff x="5377363" y="1516169"/>
            <a:chExt cx="257357" cy="356627"/>
          </a:xfrm>
        </p:grpSpPr>
        <p:sp>
          <p:nvSpPr>
            <p:cNvPr id="10296" name="Google Shape;10296;p64"/>
            <p:cNvSpPr/>
            <p:nvPr/>
          </p:nvSpPr>
          <p:spPr>
            <a:xfrm>
              <a:off x="5377363" y="1516169"/>
              <a:ext cx="257357" cy="356627"/>
            </a:xfrm>
            <a:custGeom>
              <a:avLst/>
              <a:gdLst/>
              <a:ahLst/>
              <a:cxnLst/>
              <a:rect l="l" t="t" r="r" b="b"/>
              <a:pathLst>
                <a:path w="8086" h="11205" extrusionOk="0">
                  <a:moveTo>
                    <a:pt x="4073" y="334"/>
                  </a:moveTo>
                  <a:cubicBezTo>
                    <a:pt x="4263" y="334"/>
                    <a:pt x="4430" y="441"/>
                    <a:pt x="4525" y="608"/>
                  </a:cubicBezTo>
                  <a:cubicBezTo>
                    <a:pt x="4561" y="656"/>
                    <a:pt x="4620" y="679"/>
                    <a:pt x="4680" y="679"/>
                  </a:cubicBezTo>
                  <a:lnTo>
                    <a:pt x="5299" y="679"/>
                  </a:lnTo>
                  <a:cubicBezTo>
                    <a:pt x="5406" y="679"/>
                    <a:pt x="5490" y="775"/>
                    <a:pt x="5490" y="870"/>
                  </a:cubicBezTo>
                  <a:lnTo>
                    <a:pt x="5490" y="1406"/>
                  </a:lnTo>
                  <a:lnTo>
                    <a:pt x="2668" y="1406"/>
                  </a:lnTo>
                  <a:lnTo>
                    <a:pt x="2668" y="870"/>
                  </a:lnTo>
                  <a:lnTo>
                    <a:pt x="2644" y="870"/>
                  </a:lnTo>
                  <a:cubicBezTo>
                    <a:pt x="2644" y="775"/>
                    <a:pt x="2727" y="679"/>
                    <a:pt x="2835" y="679"/>
                  </a:cubicBezTo>
                  <a:lnTo>
                    <a:pt x="3454" y="679"/>
                  </a:lnTo>
                  <a:cubicBezTo>
                    <a:pt x="3513" y="679"/>
                    <a:pt x="3573" y="656"/>
                    <a:pt x="3608" y="608"/>
                  </a:cubicBezTo>
                  <a:cubicBezTo>
                    <a:pt x="3716" y="441"/>
                    <a:pt x="3870" y="334"/>
                    <a:pt x="4073" y="334"/>
                  </a:cubicBezTo>
                  <a:close/>
                  <a:moveTo>
                    <a:pt x="7395" y="1037"/>
                  </a:moveTo>
                  <a:cubicBezTo>
                    <a:pt x="7597" y="1037"/>
                    <a:pt x="7764" y="1203"/>
                    <a:pt x="7764" y="1394"/>
                  </a:cubicBezTo>
                  <a:lnTo>
                    <a:pt x="7764" y="10514"/>
                  </a:lnTo>
                  <a:cubicBezTo>
                    <a:pt x="7764" y="10716"/>
                    <a:pt x="7597" y="10871"/>
                    <a:pt x="7395" y="10871"/>
                  </a:cubicBezTo>
                  <a:lnTo>
                    <a:pt x="727" y="10871"/>
                  </a:lnTo>
                  <a:cubicBezTo>
                    <a:pt x="537" y="10871"/>
                    <a:pt x="370" y="10704"/>
                    <a:pt x="370" y="10514"/>
                  </a:cubicBezTo>
                  <a:lnTo>
                    <a:pt x="370" y="1394"/>
                  </a:lnTo>
                  <a:cubicBezTo>
                    <a:pt x="370" y="1203"/>
                    <a:pt x="537" y="1037"/>
                    <a:pt x="727" y="1037"/>
                  </a:cubicBezTo>
                  <a:lnTo>
                    <a:pt x="2323" y="1037"/>
                  </a:lnTo>
                  <a:lnTo>
                    <a:pt x="2323" y="1572"/>
                  </a:lnTo>
                  <a:cubicBezTo>
                    <a:pt x="2323" y="1668"/>
                    <a:pt x="2406" y="1739"/>
                    <a:pt x="2489" y="1739"/>
                  </a:cubicBezTo>
                  <a:lnTo>
                    <a:pt x="5644" y="1739"/>
                  </a:lnTo>
                  <a:cubicBezTo>
                    <a:pt x="5728" y="1739"/>
                    <a:pt x="5811" y="1668"/>
                    <a:pt x="5811" y="1572"/>
                  </a:cubicBezTo>
                  <a:lnTo>
                    <a:pt x="5811" y="1037"/>
                  </a:lnTo>
                  <a:close/>
                  <a:moveTo>
                    <a:pt x="4037" y="1"/>
                  </a:moveTo>
                  <a:cubicBezTo>
                    <a:pt x="3751" y="1"/>
                    <a:pt x="3501" y="132"/>
                    <a:pt x="3335" y="358"/>
                  </a:cubicBezTo>
                  <a:lnTo>
                    <a:pt x="2799" y="358"/>
                  </a:lnTo>
                  <a:cubicBezTo>
                    <a:pt x="2585" y="358"/>
                    <a:pt x="2382" y="501"/>
                    <a:pt x="2311" y="715"/>
                  </a:cubicBezTo>
                  <a:lnTo>
                    <a:pt x="691" y="715"/>
                  </a:lnTo>
                  <a:cubicBezTo>
                    <a:pt x="299" y="715"/>
                    <a:pt x="1" y="1025"/>
                    <a:pt x="1" y="1394"/>
                  </a:cubicBezTo>
                  <a:lnTo>
                    <a:pt x="1" y="10514"/>
                  </a:lnTo>
                  <a:cubicBezTo>
                    <a:pt x="1" y="10907"/>
                    <a:pt x="322" y="11204"/>
                    <a:pt x="691" y="11204"/>
                  </a:cubicBezTo>
                  <a:lnTo>
                    <a:pt x="7359" y="11204"/>
                  </a:lnTo>
                  <a:cubicBezTo>
                    <a:pt x="7740" y="11204"/>
                    <a:pt x="8038" y="10895"/>
                    <a:pt x="8038" y="10514"/>
                  </a:cubicBezTo>
                  <a:lnTo>
                    <a:pt x="8038" y="1394"/>
                  </a:lnTo>
                  <a:cubicBezTo>
                    <a:pt x="8085" y="1025"/>
                    <a:pt x="7776" y="715"/>
                    <a:pt x="7383" y="715"/>
                  </a:cubicBezTo>
                  <a:lnTo>
                    <a:pt x="5763" y="715"/>
                  </a:lnTo>
                  <a:cubicBezTo>
                    <a:pt x="5692" y="501"/>
                    <a:pt x="5490" y="358"/>
                    <a:pt x="5275" y="358"/>
                  </a:cubicBezTo>
                  <a:lnTo>
                    <a:pt x="4740" y="358"/>
                  </a:lnTo>
                  <a:cubicBezTo>
                    <a:pt x="4573" y="132"/>
                    <a:pt x="4323" y="1"/>
                    <a:pt x="4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64"/>
            <p:cNvSpPr/>
            <p:nvPr/>
          </p:nvSpPr>
          <p:spPr>
            <a:xfrm>
              <a:off x="5501681" y="1538925"/>
              <a:ext cx="10248" cy="10248"/>
            </a:xfrm>
            <a:custGeom>
              <a:avLst/>
              <a:gdLst/>
              <a:ahLst/>
              <a:cxnLst/>
              <a:rect l="l" t="t" r="r" b="b"/>
              <a:pathLst>
                <a:path w="322" h="322" extrusionOk="0">
                  <a:moveTo>
                    <a:pt x="167" y="0"/>
                  </a:moveTo>
                  <a:cubicBezTo>
                    <a:pt x="72" y="0"/>
                    <a:pt x="0" y="71"/>
                    <a:pt x="0" y="155"/>
                  </a:cubicBezTo>
                  <a:cubicBezTo>
                    <a:pt x="0" y="250"/>
                    <a:pt x="72" y="322"/>
                    <a:pt x="167" y="322"/>
                  </a:cubicBezTo>
                  <a:cubicBezTo>
                    <a:pt x="250" y="322"/>
                    <a:pt x="322" y="250"/>
                    <a:pt x="322" y="155"/>
                  </a:cubicBez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64"/>
            <p:cNvSpPr/>
            <p:nvPr/>
          </p:nvSpPr>
          <p:spPr>
            <a:xfrm>
              <a:off x="5401233" y="1560886"/>
              <a:ext cx="211112" cy="278554"/>
            </a:xfrm>
            <a:custGeom>
              <a:avLst/>
              <a:gdLst/>
              <a:ahLst/>
              <a:cxnLst/>
              <a:rect l="l" t="t" r="r" b="b"/>
              <a:pathLst>
                <a:path w="6633" h="8752" extrusionOk="0">
                  <a:moveTo>
                    <a:pt x="156" y="1"/>
                  </a:moveTo>
                  <a:cubicBezTo>
                    <a:pt x="72" y="1"/>
                    <a:pt x="1" y="84"/>
                    <a:pt x="1" y="167"/>
                  </a:cubicBezTo>
                  <a:lnTo>
                    <a:pt x="1" y="8597"/>
                  </a:lnTo>
                  <a:cubicBezTo>
                    <a:pt x="1" y="8680"/>
                    <a:pt x="72" y="8752"/>
                    <a:pt x="156" y="8752"/>
                  </a:cubicBezTo>
                  <a:lnTo>
                    <a:pt x="6466" y="8752"/>
                  </a:lnTo>
                  <a:cubicBezTo>
                    <a:pt x="6561" y="8752"/>
                    <a:pt x="6633" y="8680"/>
                    <a:pt x="6633" y="8597"/>
                  </a:cubicBezTo>
                  <a:lnTo>
                    <a:pt x="6633" y="167"/>
                  </a:lnTo>
                  <a:cubicBezTo>
                    <a:pt x="6633" y="84"/>
                    <a:pt x="6561" y="1"/>
                    <a:pt x="6478" y="1"/>
                  </a:cubicBezTo>
                  <a:lnTo>
                    <a:pt x="5597" y="1"/>
                  </a:lnTo>
                  <a:cubicBezTo>
                    <a:pt x="5502" y="1"/>
                    <a:pt x="5430" y="84"/>
                    <a:pt x="5430" y="167"/>
                  </a:cubicBezTo>
                  <a:cubicBezTo>
                    <a:pt x="5430" y="263"/>
                    <a:pt x="5502" y="334"/>
                    <a:pt x="5597" y="334"/>
                  </a:cubicBezTo>
                  <a:lnTo>
                    <a:pt x="6311" y="334"/>
                  </a:lnTo>
                  <a:lnTo>
                    <a:pt x="6311" y="8430"/>
                  </a:lnTo>
                  <a:lnTo>
                    <a:pt x="322" y="8430"/>
                  </a:lnTo>
                  <a:lnTo>
                    <a:pt x="322" y="334"/>
                  </a:lnTo>
                  <a:lnTo>
                    <a:pt x="1037" y="334"/>
                  </a:lnTo>
                  <a:cubicBezTo>
                    <a:pt x="1132" y="334"/>
                    <a:pt x="1203" y="263"/>
                    <a:pt x="1203" y="167"/>
                  </a:cubicBezTo>
                  <a:cubicBezTo>
                    <a:pt x="1203" y="84"/>
                    <a:pt x="1132"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64"/>
            <p:cNvSpPr/>
            <p:nvPr/>
          </p:nvSpPr>
          <p:spPr>
            <a:xfrm>
              <a:off x="5434207" y="1672664"/>
              <a:ext cx="33387" cy="33387"/>
            </a:xfrm>
            <a:custGeom>
              <a:avLst/>
              <a:gdLst/>
              <a:ahLst/>
              <a:cxnLst/>
              <a:rect l="l" t="t" r="r" b="b"/>
              <a:pathLst>
                <a:path w="1049" h="1049" extrusionOk="0">
                  <a:moveTo>
                    <a:pt x="525" y="311"/>
                  </a:moveTo>
                  <a:cubicBezTo>
                    <a:pt x="632" y="311"/>
                    <a:pt x="715" y="406"/>
                    <a:pt x="715" y="513"/>
                  </a:cubicBezTo>
                  <a:cubicBezTo>
                    <a:pt x="703" y="608"/>
                    <a:pt x="632" y="703"/>
                    <a:pt x="525" y="703"/>
                  </a:cubicBezTo>
                  <a:cubicBezTo>
                    <a:pt x="418" y="703"/>
                    <a:pt x="334" y="608"/>
                    <a:pt x="334" y="513"/>
                  </a:cubicBezTo>
                  <a:cubicBezTo>
                    <a:pt x="334" y="406"/>
                    <a:pt x="418" y="311"/>
                    <a:pt x="525" y="311"/>
                  </a:cubicBezTo>
                  <a:close/>
                  <a:moveTo>
                    <a:pt x="525" y="1"/>
                  </a:moveTo>
                  <a:cubicBezTo>
                    <a:pt x="239" y="1"/>
                    <a:pt x="1" y="239"/>
                    <a:pt x="1" y="525"/>
                  </a:cubicBezTo>
                  <a:cubicBezTo>
                    <a:pt x="1" y="811"/>
                    <a:pt x="239" y="1049"/>
                    <a:pt x="525" y="1049"/>
                  </a:cubicBezTo>
                  <a:cubicBezTo>
                    <a:pt x="810" y="1049"/>
                    <a:pt x="1049" y="811"/>
                    <a:pt x="1049" y="525"/>
                  </a:cubicBezTo>
                  <a:cubicBezTo>
                    <a:pt x="1049" y="239"/>
                    <a:pt x="81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64"/>
            <p:cNvSpPr/>
            <p:nvPr/>
          </p:nvSpPr>
          <p:spPr>
            <a:xfrm>
              <a:off x="5434207" y="1723079"/>
              <a:ext cx="33387" cy="33005"/>
            </a:xfrm>
            <a:custGeom>
              <a:avLst/>
              <a:gdLst/>
              <a:ahLst/>
              <a:cxnLst/>
              <a:rect l="l" t="t" r="r" b="b"/>
              <a:pathLst>
                <a:path w="1049" h="1037" extrusionOk="0">
                  <a:moveTo>
                    <a:pt x="525" y="310"/>
                  </a:moveTo>
                  <a:cubicBezTo>
                    <a:pt x="632" y="310"/>
                    <a:pt x="715" y="405"/>
                    <a:pt x="715" y="501"/>
                  </a:cubicBezTo>
                  <a:cubicBezTo>
                    <a:pt x="703" y="608"/>
                    <a:pt x="632" y="703"/>
                    <a:pt x="525" y="703"/>
                  </a:cubicBezTo>
                  <a:cubicBezTo>
                    <a:pt x="418" y="703"/>
                    <a:pt x="334" y="608"/>
                    <a:pt x="334" y="501"/>
                  </a:cubicBezTo>
                  <a:cubicBezTo>
                    <a:pt x="334" y="405"/>
                    <a:pt x="418" y="310"/>
                    <a:pt x="525" y="310"/>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64"/>
            <p:cNvSpPr/>
            <p:nvPr/>
          </p:nvSpPr>
          <p:spPr>
            <a:xfrm>
              <a:off x="5434207" y="1773112"/>
              <a:ext cx="33387" cy="33355"/>
            </a:xfrm>
            <a:custGeom>
              <a:avLst/>
              <a:gdLst/>
              <a:ahLst/>
              <a:cxnLst/>
              <a:rect l="l" t="t" r="r" b="b"/>
              <a:pathLst>
                <a:path w="1049" h="1048" extrusionOk="0">
                  <a:moveTo>
                    <a:pt x="525" y="310"/>
                  </a:moveTo>
                  <a:cubicBezTo>
                    <a:pt x="632" y="310"/>
                    <a:pt x="715" y="405"/>
                    <a:pt x="715" y="512"/>
                  </a:cubicBezTo>
                  <a:cubicBezTo>
                    <a:pt x="703" y="619"/>
                    <a:pt x="632" y="703"/>
                    <a:pt x="525" y="703"/>
                  </a:cubicBezTo>
                  <a:cubicBezTo>
                    <a:pt x="418" y="703"/>
                    <a:pt x="334" y="607"/>
                    <a:pt x="334" y="512"/>
                  </a:cubicBezTo>
                  <a:cubicBezTo>
                    <a:pt x="334" y="405"/>
                    <a:pt x="418" y="310"/>
                    <a:pt x="525" y="310"/>
                  </a:cubicBezTo>
                  <a:close/>
                  <a:moveTo>
                    <a:pt x="525" y="0"/>
                  </a:moveTo>
                  <a:cubicBezTo>
                    <a:pt x="239" y="0"/>
                    <a:pt x="1" y="238"/>
                    <a:pt x="1" y="524"/>
                  </a:cubicBezTo>
                  <a:cubicBezTo>
                    <a:pt x="1" y="810"/>
                    <a:pt x="239" y="1048"/>
                    <a:pt x="525" y="1048"/>
                  </a:cubicBezTo>
                  <a:cubicBezTo>
                    <a:pt x="810" y="1048"/>
                    <a:pt x="1049" y="810"/>
                    <a:pt x="1049" y="524"/>
                  </a:cubicBezTo>
                  <a:cubicBezTo>
                    <a:pt x="1025" y="226"/>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64"/>
            <p:cNvSpPr/>
            <p:nvPr/>
          </p:nvSpPr>
          <p:spPr>
            <a:xfrm>
              <a:off x="5478924" y="1672664"/>
              <a:ext cx="60663" cy="10662"/>
            </a:xfrm>
            <a:custGeom>
              <a:avLst/>
              <a:gdLst/>
              <a:ahLst/>
              <a:cxnLst/>
              <a:rect l="l" t="t" r="r" b="b"/>
              <a:pathLst>
                <a:path w="1906" h="335" extrusionOk="0">
                  <a:moveTo>
                    <a:pt x="167" y="1"/>
                  </a:moveTo>
                  <a:cubicBezTo>
                    <a:pt x="72" y="1"/>
                    <a:pt x="1" y="84"/>
                    <a:pt x="1" y="168"/>
                  </a:cubicBezTo>
                  <a:cubicBezTo>
                    <a:pt x="1" y="263"/>
                    <a:pt x="72" y="334"/>
                    <a:pt x="167" y="334"/>
                  </a:cubicBezTo>
                  <a:lnTo>
                    <a:pt x="1739" y="334"/>
                  </a:lnTo>
                  <a:cubicBezTo>
                    <a:pt x="1822" y="334"/>
                    <a:pt x="1906" y="263"/>
                    <a:pt x="1906" y="168"/>
                  </a:cubicBezTo>
                  <a:cubicBezTo>
                    <a:pt x="1906" y="84"/>
                    <a:pt x="1846"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64"/>
            <p:cNvSpPr/>
            <p:nvPr/>
          </p:nvSpPr>
          <p:spPr>
            <a:xfrm>
              <a:off x="5478924" y="1695039"/>
              <a:ext cx="99716" cy="10630"/>
            </a:xfrm>
            <a:custGeom>
              <a:avLst/>
              <a:gdLst/>
              <a:ahLst/>
              <a:cxnLst/>
              <a:rect l="l" t="t" r="r" b="b"/>
              <a:pathLst>
                <a:path w="3133" h="334" extrusionOk="0">
                  <a:moveTo>
                    <a:pt x="156" y="0"/>
                  </a:moveTo>
                  <a:cubicBezTo>
                    <a:pt x="72" y="0"/>
                    <a:pt x="1" y="72"/>
                    <a:pt x="1" y="167"/>
                  </a:cubicBezTo>
                  <a:cubicBezTo>
                    <a:pt x="1" y="250"/>
                    <a:pt x="72" y="334"/>
                    <a:pt x="156" y="334"/>
                  </a:cubicBezTo>
                  <a:lnTo>
                    <a:pt x="2977" y="334"/>
                  </a:lnTo>
                  <a:cubicBezTo>
                    <a:pt x="3061" y="334"/>
                    <a:pt x="3132" y="250"/>
                    <a:pt x="3132" y="167"/>
                  </a:cubicBezTo>
                  <a:cubicBezTo>
                    <a:pt x="3132" y="72"/>
                    <a:pt x="3061"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64"/>
            <p:cNvSpPr/>
            <p:nvPr/>
          </p:nvSpPr>
          <p:spPr>
            <a:xfrm>
              <a:off x="5478924" y="1723079"/>
              <a:ext cx="60663" cy="10248"/>
            </a:xfrm>
            <a:custGeom>
              <a:avLst/>
              <a:gdLst/>
              <a:ahLst/>
              <a:cxnLst/>
              <a:rect l="l" t="t" r="r" b="b"/>
              <a:pathLst>
                <a:path w="1906" h="322" extrusionOk="0">
                  <a:moveTo>
                    <a:pt x="167" y="0"/>
                  </a:moveTo>
                  <a:cubicBezTo>
                    <a:pt x="72" y="0"/>
                    <a:pt x="1" y="72"/>
                    <a:pt x="1" y="167"/>
                  </a:cubicBezTo>
                  <a:cubicBezTo>
                    <a:pt x="1" y="251"/>
                    <a:pt x="72" y="322"/>
                    <a:pt x="167" y="322"/>
                  </a:cubicBezTo>
                  <a:lnTo>
                    <a:pt x="1739" y="322"/>
                  </a:lnTo>
                  <a:cubicBezTo>
                    <a:pt x="1822" y="322"/>
                    <a:pt x="1906" y="251"/>
                    <a:pt x="1906" y="167"/>
                  </a:cubicBezTo>
                  <a:cubicBezTo>
                    <a:pt x="1906" y="72"/>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64"/>
            <p:cNvSpPr/>
            <p:nvPr/>
          </p:nvSpPr>
          <p:spPr>
            <a:xfrm>
              <a:off x="5478924" y="1745422"/>
              <a:ext cx="99716" cy="10280"/>
            </a:xfrm>
            <a:custGeom>
              <a:avLst/>
              <a:gdLst/>
              <a:ahLst/>
              <a:cxnLst/>
              <a:rect l="l" t="t" r="r" b="b"/>
              <a:pathLst>
                <a:path w="3133" h="323" extrusionOk="0">
                  <a:moveTo>
                    <a:pt x="156" y="1"/>
                  </a:moveTo>
                  <a:cubicBezTo>
                    <a:pt x="72" y="1"/>
                    <a:pt x="1" y="72"/>
                    <a:pt x="1" y="156"/>
                  </a:cubicBezTo>
                  <a:cubicBezTo>
                    <a:pt x="1" y="251"/>
                    <a:pt x="72" y="322"/>
                    <a:pt x="156" y="322"/>
                  </a:cubicBezTo>
                  <a:lnTo>
                    <a:pt x="2977" y="322"/>
                  </a:lnTo>
                  <a:cubicBezTo>
                    <a:pt x="3061" y="322"/>
                    <a:pt x="3132" y="251"/>
                    <a:pt x="3132" y="156"/>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64"/>
            <p:cNvSpPr/>
            <p:nvPr/>
          </p:nvSpPr>
          <p:spPr>
            <a:xfrm>
              <a:off x="5478924" y="1773112"/>
              <a:ext cx="60663" cy="10630"/>
            </a:xfrm>
            <a:custGeom>
              <a:avLst/>
              <a:gdLst/>
              <a:ahLst/>
              <a:cxnLst/>
              <a:rect l="l" t="t" r="r" b="b"/>
              <a:pathLst>
                <a:path w="1906" h="334" extrusionOk="0">
                  <a:moveTo>
                    <a:pt x="167" y="0"/>
                  </a:moveTo>
                  <a:cubicBezTo>
                    <a:pt x="72" y="0"/>
                    <a:pt x="1" y="83"/>
                    <a:pt x="1" y="167"/>
                  </a:cubicBezTo>
                  <a:cubicBezTo>
                    <a:pt x="1" y="262"/>
                    <a:pt x="72" y="333"/>
                    <a:pt x="167" y="333"/>
                  </a:cubicBezTo>
                  <a:lnTo>
                    <a:pt x="1739" y="333"/>
                  </a:lnTo>
                  <a:cubicBezTo>
                    <a:pt x="1822" y="333"/>
                    <a:pt x="1906" y="262"/>
                    <a:pt x="1906" y="167"/>
                  </a:cubicBezTo>
                  <a:cubicBezTo>
                    <a:pt x="1906" y="83"/>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64"/>
            <p:cNvSpPr/>
            <p:nvPr/>
          </p:nvSpPr>
          <p:spPr>
            <a:xfrm>
              <a:off x="5478924" y="1795455"/>
              <a:ext cx="99716" cy="10630"/>
            </a:xfrm>
            <a:custGeom>
              <a:avLst/>
              <a:gdLst/>
              <a:ahLst/>
              <a:cxnLst/>
              <a:rect l="l" t="t" r="r" b="b"/>
              <a:pathLst>
                <a:path w="3133" h="334"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64"/>
            <p:cNvSpPr/>
            <p:nvPr/>
          </p:nvSpPr>
          <p:spPr>
            <a:xfrm>
              <a:off x="5478924" y="1588926"/>
              <a:ext cx="99716" cy="10662"/>
            </a:xfrm>
            <a:custGeom>
              <a:avLst/>
              <a:gdLst/>
              <a:ahLst/>
              <a:cxnLst/>
              <a:rect l="l" t="t" r="r" b="b"/>
              <a:pathLst>
                <a:path w="3133" h="335"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9" name="Google Shape;10309;p64"/>
            <p:cNvSpPr/>
            <p:nvPr/>
          </p:nvSpPr>
          <p:spPr>
            <a:xfrm>
              <a:off x="5434207" y="1639341"/>
              <a:ext cx="144783" cy="10248"/>
            </a:xfrm>
            <a:custGeom>
              <a:avLst/>
              <a:gdLst/>
              <a:ahLst/>
              <a:cxnLst/>
              <a:rect l="l" t="t" r="r" b="b"/>
              <a:pathLst>
                <a:path w="4549" h="322" extrusionOk="0">
                  <a:moveTo>
                    <a:pt x="167" y="0"/>
                  </a:moveTo>
                  <a:cubicBezTo>
                    <a:pt x="84" y="0"/>
                    <a:pt x="1" y="72"/>
                    <a:pt x="1" y="155"/>
                  </a:cubicBezTo>
                  <a:cubicBezTo>
                    <a:pt x="1" y="250"/>
                    <a:pt x="84" y="322"/>
                    <a:pt x="167" y="322"/>
                  </a:cubicBezTo>
                  <a:lnTo>
                    <a:pt x="4382" y="322"/>
                  </a:lnTo>
                  <a:cubicBezTo>
                    <a:pt x="4466" y="322"/>
                    <a:pt x="4537" y="250"/>
                    <a:pt x="4537" y="155"/>
                  </a:cubicBezTo>
                  <a:cubicBezTo>
                    <a:pt x="4549" y="72"/>
                    <a:pt x="4466"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0" name="Google Shape;10310;p64"/>
            <p:cNvSpPr/>
            <p:nvPr/>
          </p:nvSpPr>
          <p:spPr>
            <a:xfrm>
              <a:off x="5479306" y="1611301"/>
              <a:ext cx="26926" cy="10248"/>
            </a:xfrm>
            <a:custGeom>
              <a:avLst/>
              <a:gdLst/>
              <a:ahLst/>
              <a:cxnLst/>
              <a:rect l="l" t="t" r="r" b="b"/>
              <a:pathLst>
                <a:path w="846" h="322" extrusionOk="0">
                  <a:moveTo>
                    <a:pt x="167" y="0"/>
                  </a:moveTo>
                  <a:cubicBezTo>
                    <a:pt x="72" y="0"/>
                    <a:pt x="1" y="72"/>
                    <a:pt x="1" y="167"/>
                  </a:cubicBezTo>
                  <a:cubicBezTo>
                    <a:pt x="1" y="250"/>
                    <a:pt x="72" y="322"/>
                    <a:pt x="167" y="322"/>
                  </a:cubicBezTo>
                  <a:lnTo>
                    <a:pt x="691" y="322"/>
                  </a:lnTo>
                  <a:cubicBezTo>
                    <a:pt x="775" y="322"/>
                    <a:pt x="846" y="250"/>
                    <a:pt x="846" y="167"/>
                  </a:cubicBezTo>
                  <a:cubicBezTo>
                    <a:pt x="846" y="72"/>
                    <a:pt x="775"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64"/>
            <p:cNvSpPr/>
            <p:nvPr/>
          </p:nvSpPr>
          <p:spPr>
            <a:xfrm>
              <a:off x="5518327" y="1611301"/>
              <a:ext cx="26958" cy="10248"/>
            </a:xfrm>
            <a:custGeom>
              <a:avLst/>
              <a:gdLst/>
              <a:ahLst/>
              <a:cxnLst/>
              <a:rect l="l" t="t" r="r" b="b"/>
              <a:pathLst>
                <a:path w="847" h="322" extrusionOk="0">
                  <a:moveTo>
                    <a:pt x="156" y="0"/>
                  </a:moveTo>
                  <a:cubicBezTo>
                    <a:pt x="72" y="0"/>
                    <a:pt x="1" y="72"/>
                    <a:pt x="1" y="167"/>
                  </a:cubicBezTo>
                  <a:cubicBezTo>
                    <a:pt x="1" y="250"/>
                    <a:pt x="72" y="322"/>
                    <a:pt x="156" y="322"/>
                  </a:cubicBezTo>
                  <a:lnTo>
                    <a:pt x="680" y="322"/>
                  </a:lnTo>
                  <a:cubicBezTo>
                    <a:pt x="763" y="322"/>
                    <a:pt x="846" y="250"/>
                    <a:pt x="846" y="167"/>
                  </a:cubicBezTo>
                  <a:cubicBezTo>
                    <a:pt x="846" y="72"/>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64"/>
            <p:cNvSpPr/>
            <p:nvPr/>
          </p:nvSpPr>
          <p:spPr>
            <a:xfrm>
              <a:off x="5434207" y="1588926"/>
              <a:ext cx="32623" cy="32623"/>
            </a:xfrm>
            <a:custGeom>
              <a:avLst/>
              <a:gdLst/>
              <a:ahLst/>
              <a:cxnLst/>
              <a:rect l="l" t="t" r="r" b="b"/>
              <a:pathLst>
                <a:path w="1025" h="1025" extrusionOk="0">
                  <a:moveTo>
                    <a:pt x="703" y="334"/>
                  </a:moveTo>
                  <a:lnTo>
                    <a:pt x="703" y="703"/>
                  </a:lnTo>
                  <a:lnTo>
                    <a:pt x="334" y="703"/>
                  </a:lnTo>
                  <a:lnTo>
                    <a:pt x="334" y="334"/>
                  </a:lnTo>
                  <a:close/>
                  <a:moveTo>
                    <a:pt x="167" y="1"/>
                  </a:moveTo>
                  <a:cubicBezTo>
                    <a:pt x="84" y="1"/>
                    <a:pt x="1" y="72"/>
                    <a:pt x="1" y="167"/>
                  </a:cubicBezTo>
                  <a:lnTo>
                    <a:pt x="1" y="870"/>
                  </a:lnTo>
                  <a:cubicBezTo>
                    <a:pt x="1" y="953"/>
                    <a:pt x="84" y="1025"/>
                    <a:pt x="167" y="1025"/>
                  </a:cubicBezTo>
                  <a:lnTo>
                    <a:pt x="870" y="1025"/>
                  </a:lnTo>
                  <a:cubicBezTo>
                    <a:pt x="953" y="1025"/>
                    <a:pt x="1025" y="953"/>
                    <a:pt x="1025" y="870"/>
                  </a:cubicBezTo>
                  <a:lnTo>
                    <a:pt x="1025" y="167"/>
                  </a:lnTo>
                  <a:cubicBezTo>
                    <a:pt x="1025" y="72"/>
                    <a:pt x="953"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3" name="Google Shape;10313;p64"/>
          <p:cNvGrpSpPr/>
          <p:nvPr/>
        </p:nvGrpSpPr>
        <p:grpSpPr>
          <a:xfrm>
            <a:off x="4880567" y="1361620"/>
            <a:ext cx="356245" cy="317607"/>
            <a:chOff x="4880567" y="1535870"/>
            <a:chExt cx="356245" cy="317607"/>
          </a:xfrm>
        </p:grpSpPr>
        <p:sp>
          <p:nvSpPr>
            <p:cNvPr id="10314" name="Google Shape;10314;p64"/>
            <p:cNvSpPr/>
            <p:nvPr/>
          </p:nvSpPr>
          <p:spPr>
            <a:xfrm>
              <a:off x="5103774" y="1535870"/>
              <a:ext cx="100448" cy="128138"/>
            </a:xfrm>
            <a:custGeom>
              <a:avLst/>
              <a:gdLst/>
              <a:ahLst/>
              <a:cxnLst/>
              <a:rect l="l" t="t" r="r" b="b"/>
              <a:pathLst>
                <a:path w="3156" h="4026" extrusionOk="0">
                  <a:moveTo>
                    <a:pt x="1560" y="334"/>
                  </a:moveTo>
                  <a:cubicBezTo>
                    <a:pt x="2251" y="334"/>
                    <a:pt x="2799" y="882"/>
                    <a:pt x="2799" y="1561"/>
                  </a:cubicBezTo>
                  <a:cubicBezTo>
                    <a:pt x="2799" y="2120"/>
                    <a:pt x="2453" y="2573"/>
                    <a:pt x="1965" y="2739"/>
                  </a:cubicBezTo>
                  <a:lnTo>
                    <a:pt x="2251" y="1608"/>
                  </a:lnTo>
                  <a:cubicBezTo>
                    <a:pt x="2275" y="1513"/>
                    <a:pt x="2215" y="1430"/>
                    <a:pt x="2132" y="1418"/>
                  </a:cubicBezTo>
                  <a:cubicBezTo>
                    <a:pt x="2113" y="1410"/>
                    <a:pt x="2094" y="1407"/>
                    <a:pt x="2076" y="1407"/>
                  </a:cubicBezTo>
                  <a:cubicBezTo>
                    <a:pt x="2006" y="1407"/>
                    <a:pt x="1948" y="1461"/>
                    <a:pt x="1929" y="1537"/>
                  </a:cubicBezTo>
                  <a:lnTo>
                    <a:pt x="1917" y="1584"/>
                  </a:lnTo>
                  <a:lnTo>
                    <a:pt x="1215" y="1584"/>
                  </a:lnTo>
                  <a:lnTo>
                    <a:pt x="1203" y="1537"/>
                  </a:lnTo>
                  <a:cubicBezTo>
                    <a:pt x="1182" y="1453"/>
                    <a:pt x="1106" y="1415"/>
                    <a:pt x="1040" y="1415"/>
                  </a:cubicBezTo>
                  <a:cubicBezTo>
                    <a:pt x="1031" y="1415"/>
                    <a:pt x="1021" y="1416"/>
                    <a:pt x="1013" y="1418"/>
                  </a:cubicBezTo>
                  <a:cubicBezTo>
                    <a:pt x="917" y="1441"/>
                    <a:pt x="882" y="1537"/>
                    <a:pt x="894" y="1608"/>
                  </a:cubicBezTo>
                  <a:lnTo>
                    <a:pt x="1179" y="2739"/>
                  </a:lnTo>
                  <a:cubicBezTo>
                    <a:pt x="679" y="2573"/>
                    <a:pt x="322" y="2120"/>
                    <a:pt x="322" y="1561"/>
                  </a:cubicBezTo>
                  <a:cubicBezTo>
                    <a:pt x="322" y="882"/>
                    <a:pt x="882" y="334"/>
                    <a:pt x="1560" y="334"/>
                  </a:cubicBezTo>
                  <a:close/>
                  <a:moveTo>
                    <a:pt x="1822" y="1906"/>
                  </a:moveTo>
                  <a:lnTo>
                    <a:pt x="1608" y="2799"/>
                  </a:lnTo>
                  <a:lnTo>
                    <a:pt x="1513" y="2799"/>
                  </a:lnTo>
                  <a:lnTo>
                    <a:pt x="1286" y="1906"/>
                  </a:lnTo>
                  <a:close/>
                  <a:moveTo>
                    <a:pt x="1906" y="3096"/>
                  </a:moveTo>
                  <a:lnTo>
                    <a:pt x="1906" y="3501"/>
                  </a:lnTo>
                  <a:lnTo>
                    <a:pt x="1917" y="3501"/>
                  </a:lnTo>
                  <a:lnTo>
                    <a:pt x="1203" y="3513"/>
                  </a:lnTo>
                  <a:cubicBezTo>
                    <a:pt x="1203" y="3513"/>
                    <a:pt x="1191" y="3513"/>
                    <a:pt x="1191" y="3501"/>
                  </a:cubicBezTo>
                  <a:lnTo>
                    <a:pt x="1191" y="3096"/>
                  </a:lnTo>
                  <a:cubicBezTo>
                    <a:pt x="1310" y="3120"/>
                    <a:pt x="1429" y="3144"/>
                    <a:pt x="1548" y="3144"/>
                  </a:cubicBezTo>
                  <a:cubicBezTo>
                    <a:pt x="1667" y="3144"/>
                    <a:pt x="1798" y="3120"/>
                    <a:pt x="1906" y="3096"/>
                  </a:cubicBezTo>
                  <a:close/>
                  <a:moveTo>
                    <a:pt x="1560" y="1"/>
                  </a:moveTo>
                  <a:cubicBezTo>
                    <a:pt x="703" y="1"/>
                    <a:pt x="1" y="703"/>
                    <a:pt x="1" y="1561"/>
                  </a:cubicBezTo>
                  <a:cubicBezTo>
                    <a:pt x="1" y="2180"/>
                    <a:pt x="358" y="2704"/>
                    <a:pt x="882" y="2977"/>
                  </a:cubicBezTo>
                  <a:lnTo>
                    <a:pt x="882" y="3501"/>
                  </a:lnTo>
                  <a:cubicBezTo>
                    <a:pt x="882" y="3692"/>
                    <a:pt x="1024" y="3847"/>
                    <a:pt x="1215" y="3847"/>
                  </a:cubicBezTo>
                  <a:lnTo>
                    <a:pt x="1417" y="3847"/>
                  </a:lnTo>
                  <a:lnTo>
                    <a:pt x="1417" y="3858"/>
                  </a:lnTo>
                  <a:cubicBezTo>
                    <a:pt x="1417" y="3942"/>
                    <a:pt x="1489" y="4025"/>
                    <a:pt x="1572" y="4025"/>
                  </a:cubicBezTo>
                  <a:cubicBezTo>
                    <a:pt x="1667" y="4025"/>
                    <a:pt x="1739" y="3942"/>
                    <a:pt x="1739" y="3858"/>
                  </a:cubicBezTo>
                  <a:lnTo>
                    <a:pt x="1739" y="3847"/>
                  </a:lnTo>
                  <a:lnTo>
                    <a:pt x="1929" y="3847"/>
                  </a:lnTo>
                  <a:cubicBezTo>
                    <a:pt x="2120" y="3847"/>
                    <a:pt x="2275" y="3692"/>
                    <a:pt x="2275" y="3501"/>
                  </a:cubicBezTo>
                  <a:lnTo>
                    <a:pt x="2275" y="2977"/>
                  </a:lnTo>
                  <a:cubicBezTo>
                    <a:pt x="2799" y="2727"/>
                    <a:pt x="3156" y="2192"/>
                    <a:pt x="3156" y="1561"/>
                  </a:cubicBezTo>
                  <a:cubicBezTo>
                    <a:pt x="3120" y="703"/>
                    <a:pt x="2429"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64"/>
            <p:cNvSpPr/>
            <p:nvPr/>
          </p:nvSpPr>
          <p:spPr>
            <a:xfrm>
              <a:off x="4880567" y="1552929"/>
              <a:ext cx="200895" cy="300547"/>
            </a:xfrm>
            <a:custGeom>
              <a:avLst/>
              <a:gdLst/>
              <a:ahLst/>
              <a:cxnLst/>
              <a:rect l="l" t="t" r="r" b="b"/>
              <a:pathLst>
                <a:path w="6312" h="9443" extrusionOk="0">
                  <a:moveTo>
                    <a:pt x="3144" y="310"/>
                  </a:moveTo>
                  <a:cubicBezTo>
                    <a:pt x="3632" y="310"/>
                    <a:pt x="4037" y="632"/>
                    <a:pt x="4037" y="1025"/>
                  </a:cubicBezTo>
                  <a:cubicBezTo>
                    <a:pt x="3751" y="929"/>
                    <a:pt x="3454" y="870"/>
                    <a:pt x="3144" y="870"/>
                  </a:cubicBezTo>
                  <a:cubicBezTo>
                    <a:pt x="2834" y="870"/>
                    <a:pt x="2537" y="929"/>
                    <a:pt x="2251" y="1025"/>
                  </a:cubicBezTo>
                  <a:cubicBezTo>
                    <a:pt x="2251" y="644"/>
                    <a:pt x="2644" y="310"/>
                    <a:pt x="3144" y="310"/>
                  </a:cubicBezTo>
                  <a:close/>
                  <a:moveTo>
                    <a:pt x="3144" y="1191"/>
                  </a:moveTo>
                  <a:cubicBezTo>
                    <a:pt x="4299" y="1191"/>
                    <a:pt x="5251" y="2144"/>
                    <a:pt x="5251" y="3311"/>
                  </a:cubicBezTo>
                  <a:cubicBezTo>
                    <a:pt x="5251" y="3620"/>
                    <a:pt x="5180" y="3918"/>
                    <a:pt x="5061" y="4203"/>
                  </a:cubicBezTo>
                  <a:lnTo>
                    <a:pt x="5061" y="4049"/>
                  </a:lnTo>
                  <a:cubicBezTo>
                    <a:pt x="5061" y="3858"/>
                    <a:pt x="4978" y="3668"/>
                    <a:pt x="4823" y="3525"/>
                  </a:cubicBezTo>
                  <a:cubicBezTo>
                    <a:pt x="4501" y="3251"/>
                    <a:pt x="3751" y="2739"/>
                    <a:pt x="2453" y="2608"/>
                  </a:cubicBezTo>
                  <a:cubicBezTo>
                    <a:pt x="2447" y="2607"/>
                    <a:pt x="2441" y="2607"/>
                    <a:pt x="2435" y="2607"/>
                  </a:cubicBezTo>
                  <a:cubicBezTo>
                    <a:pt x="2360" y="2607"/>
                    <a:pt x="2297" y="2674"/>
                    <a:pt x="2275" y="2751"/>
                  </a:cubicBezTo>
                  <a:cubicBezTo>
                    <a:pt x="2263" y="2846"/>
                    <a:pt x="2334" y="2918"/>
                    <a:pt x="2430" y="2930"/>
                  </a:cubicBezTo>
                  <a:cubicBezTo>
                    <a:pt x="3632" y="3049"/>
                    <a:pt x="4323" y="3513"/>
                    <a:pt x="4620" y="3763"/>
                  </a:cubicBezTo>
                  <a:cubicBezTo>
                    <a:pt x="4692" y="3822"/>
                    <a:pt x="4728" y="3930"/>
                    <a:pt x="4728" y="4037"/>
                  </a:cubicBezTo>
                  <a:lnTo>
                    <a:pt x="4728" y="4346"/>
                  </a:lnTo>
                  <a:cubicBezTo>
                    <a:pt x="4728" y="5227"/>
                    <a:pt x="4025" y="5942"/>
                    <a:pt x="3144" y="5942"/>
                  </a:cubicBezTo>
                  <a:cubicBezTo>
                    <a:pt x="3137" y="5942"/>
                    <a:pt x="3130" y="5942"/>
                    <a:pt x="3122" y="5942"/>
                  </a:cubicBezTo>
                  <a:cubicBezTo>
                    <a:pt x="2251" y="5942"/>
                    <a:pt x="1549" y="5232"/>
                    <a:pt x="1549" y="4358"/>
                  </a:cubicBezTo>
                  <a:lnTo>
                    <a:pt x="1549" y="4227"/>
                  </a:lnTo>
                  <a:cubicBezTo>
                    <a:pt x="1549" y="4168"/>
                    <a:pt x="1584" y="4108"/>
                    <a:pt x="1644" y="4084"/>
                  </a:cubicBezTo>
                  <a:cubicBezTo>
                    <a:pt x="1846" y="3965"/>
                    <a:pt x="2120" y="3739"/>
                    <a:pt x="2239" y="3370"/>
                  </a:cubicBezTo>
                  <a:cubicBezTo>
                    <a:pt x="2263" y="3275"/>
                    <a:pt x="2215" y="3191"/>
                    <a:pt x="2132" y="3156"/>
                  </a:cubicBezTo>
                  <a:cubicBezTo>
                    <a:pt x="2113" y="3151"/>
                    <a:pt x="2094" y="3149"/>
                    <a:pt x="2077" y="3149"/>
                  </a:cubicBezTo>
                  <a:cubicBezTo>
                    <a:pt x="2005" y="3149"/>
                    <a:pt x="1946" y="3187"/>
                    <a:pt x="1918" y="3263"/>
                  </a:cubicBezTo>
                  <a:cubicBezTo>
                    <a:pt x="1834" y="3525"/>
                    <a:pt x="1620" y="3692"/>
                    <a:pt x="1477" y="3787"/>
                  </a:cubicBezTo>
                  <a:cubicBezTo>
                    <a:pt x="1322" y="3870"/>
                    <a:pt x="1215" y="4037"/>
                    <a:pt x="1215" y="4203"/>
                  </a:cubicBezTo>
                  <a:cubicBezTo>
                    <a:pt x="1084" y="3918"/>
                    <a:pt x="1025" y="3620"/>
                    <a:pt x="1025" y="3311"/>
                  </a:cubicBezTo>
                  <a:cubicBezTo>
                    <a:pt x="1025" y="2144"/>
                    <a:pt x="1977" y="1191"/>
                    <a:pt x="3144" y="1191"/>
                  </a:cubicBezTo>
                  <a:close/>
                  <a:moveTo>
                    <a:pt x="3858" y="6144"/>
                  </a:moveTo>
                  <a:lnTo>
                    <a:pt x="3858" y="6537"/>
                  </a:lnTo>
                  <a:cubicBezTo>
                    <a:pt x="3858" y="6740"/>
                    <a:pt x="3977" y="6918"/>
                    <a:pt x="4168" y="7013"/>
                  </a:cubicBezTo>
                  <a:lnTo>
                    <a:pt x="4406" y="7121"/>
                  </a:lnTo>
                  <a:cubicBezTo>
                    <a:pt x="4156" y="7597"/>
                    <a:pt x="3680" y="7894"/>
                    <a:pt x="3144" y="7894"/>
                  </a:cubicBezTo>
                  <a:cubicBezTo>
                    <a:pt x="2608" y="7894"/>
                    <a:pt x="2132" y="7597"/>
                    <a:pt x="1882" y="7121"/>
                  </a:cubicBezTo>
                  <a:lnTo>
                    <a:pt x="2120" y="7013"/>
                  </a:lnTo>
                  <a:cubicBezTo>
                    <a:pt x="2311" y="6918"/>
                    <a:pt x="2430" y="6740"/>
                    <a:pt x="2430" y="6537"/>
                  </a:cubicBezTo>
                  <a:lnTo>
                    <a:pt x="2430" y="6144"/>
                  </a:lnTo>
                  <a:cubicBezTo>
                    <a:pt x="2644" y="6239"/>
                    <a:pt x="2882" y="6287"/>
                    <a:pt x="3144" y="6287"/>
                  </a:cubicBezTo>
                  <a:cubicBezTo>
                    <a:pt x="3394" y="6287"/>
                    <a:pt x="3632" y="6239"/>
                    <a:pt x="3858" y="6144"/>
                  </a:cubicBezTo>
                  <a:close/>
                  <a:moveTo>
                    <a:pt x="3144" y="1"/>
                  </a:moveTo>
                  <a:cubicBezTo>
                    <a:pt x="2465" y="1"/>
                    <a:pt x="1918" y="465"/>
                    <a:pt x="1918" y="1048"/>
                  </a:cubicBezTo>
                  <a:cubicBezTo>
                    <a:pt x="1918" y="1084"/>
                    <a:pt x="1918" y="1144"/>
                    <a:pt x="1930" y="1191"/>
                  </a:cubicBezTo>
                  <a:cubicBezTo>
                    <a:pt x="1191" y="1608"/>
                    <a:pt x="703" y="2418"/>
                    <a:pt x="703" y="3322"/>
                  </a:cubicBezTo>
                  <a:cubicBezTo>
                    <a:pt x="703" y="3918"/>
                    <a:pt x="918" y="4501"/>
                    <a:pt x="1310" y="4942"/>
                  </a:cubicBezTo>
                  <a:cubicBezTo>
                    <a:pt x="1441" y="5370"/>
                    <a:pt x="1727" y="5739"/>
                    <a:pt x="2096" y="5989"/>
                  </a:cubicBezTo>
                  <a:lnTo>
                    <a:pt x="2096" y="6549"/>
                  </a:lnTo>
                  <a:cubicBezTo>
                    <a:pt x="2096" y="6620"/>
                    <a:pt x="2049" y="6680"/>
                    <a:pt x="1989" y="6716"/>
                  </a:cubicBezTo>
                  <a:lnTo>
                    <a:pt x="525" y="7371"/>
                  </a:lnTo>
                  <a:cubicBezTo>
                    <a:pt x="203" y="7501"/>
                    <a:pt x="1" y="7811"/>
                    <a:pt x="1" y="8156"/>
                  </a:cubicBezTo>
                  <a:lnTo>
                    <a:pt x="1" y="9276"/>
                  </a:lnTo>
                  <a:cubicBezTo>
                    <a:pt x="1" y="9359"/>
                    <a:pt x="72" y="9442"/>
                    <a:pt x="167" y="9442"/>
                  </a:cubicBezTo>
                  <a:cubicBezTo>
                    <a:pt x="251" y="9442"/>
                    <a:pt x="322" y="9359"/>
                    <a:pt x="322" y="9276"/>
                  </a:cubicBezTo>
                  <a:lnTo>
                    <a:pt x="322" y="8156"/>
                  </a:lnTo>
                  <a:cubicBezTo>
                    <a:pt x="322" y="7954"/>
                    <a:pt x="441" y="7752"/>
                    <a:pt x="656" y="7668"/>
                  </a:cubicBezTo>
                  <a:lnTo>
                    <a:pt x="1596" y="7251"/>
                  </a:lnTo>
                  <a:cubicBezTo>
                    <a:pt x="1894" y="7847"/>
                    <a:pt x="2489" y="8216"/>
                    <a:pt x="3156" y="8216"/>
                  </a:cubicBezTo>
                  <a:cubicBezTo>
                    <a:pt x="3823" y="8216"/>
                    <a:pt x="4418" y="7847"/>
                    <a:pt x="4716" y="7251"/>
                  </a:cubicBezTo>
                  <a:lnTo>
                    <a:pt x="5656" y="7668"/>
                  </a:lnTo>
                  <a:cubicBezTo>
                    <a:pt x="5847" y="7752"/>
                    <a:pt x="5978" y="7942"/>
                    <a:pt x="5978" y="8156"/>
                  </a:cubicBezTo>
                  <a:lnTo>
                    <a:pt x="5978" y="9276"/>
                  </a:lnTo>
                  <a:cubicBezTo>
                    <a:pt x="5978" y="9359"/>
                    <a:pt x="6061" y="9442"/>
                    <a:pt x="6144" y="9442"/>
                  </a:cubicBezTo>
                  <a:cubicBezTo>
                    <a:pt x="6240" y="9442"/>
                    <a:pt x="6311" y="9359"/>
                    <a:pt x="6311" y="9276"/>
                  </a:cubicBezTo>
                  <a:lnTo>
                    <a:pt x="6311" y="8156"/>
                  </a:lnTo>
                  <a:cubicBezTo>
                    <a:pt x="6287" y="7811"/>
                    <a:pt x="6073" y="7501"/>
                    <a:pt x="5763" y="7371"/>
                  </a:cubicBezTo>
                  <a:lnTo>
                    <a:pt x="4287" y="6716"/>
                  </a:lnTo>
                  <a:cubicBezTo>
                    <a:pt x="4216" y="6680"/>
                    <a:pt x="4180" y="6609"/>
                    <a:pt x="4180" y="6549"/>
                  </a:cubicBezTo>
                  <a:lnTo>
                    <a:pt x="4180" y="5989"/>
                  </a:lnTo>
                  <a:cubicBezTo>
                    <a:pt x="4549" y="5739"/>
                    <a:pt x="4835" y="5370"/>
                    <a:pt x="4966" y="4942"/>
                  </a:cubicBezTo>
                  <a:cubicBezTo>
                    <a:pt x="5359" y="4501"/>
                    <a:pt x="5585" y="3918"/>
                    <a:pt x="5585" y="3322"/>
                  </a:cubicBezTo>
                  <a:cubicBezTo>
                    <a:pt x="5585" y="2418"/>
                    <a:pt x="5073" y="1608"/>
                    <a:pt x="4347" y="1191"/>
                  </a:cubicBezTo>
                  <a:cubicBezTo>
                    <a:pt x="4358" y="1144"/>
                    <a:pt x="4358" y="1084"/>
                    <a:pt x="4358" y="1048"/>
                  </a:cubicBezTo>
                  <a:cubicBezTo>
                    <a:pt x="4358" y="465"/>
                    <a:pt x="3811" y="1"/>
                    <a:pt x="3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64"/>
            <p:cNvSpPr/>
            <p:nvPr/>
          </p:nvSpPr>
          <p:spPr>
            <a:xfrm>
              <a:off x="4919620"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64"/>
            <p:cNvSpPr/>
            <p:nvPr/>
          </p:nvSpPr>
          <p:spPr>
            <a:xfrm>
              <a:off x="5031398"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64"/>
            <p:cNvSpPr/>
            <p:nvPr/>
          </p:nvSpPr>
          <p:spPr>
            <a:xfrm>
              <a:off x="5070418" y="1552547"/>
              <a:ext cx="166394" cy="173969"/>
            </a:xfrm>
            <a:custGeom>
              <a:avLst/>
              <a:gdLst/>
              <a:ahLst/>
              <a:cxnLst/>
              <a:rect l="l" t="t" r="r" b="b"/>
              <a:pathLst>
                <a:path w="5228" h="5466" extrusionOk="0">
                  <a:moveTo>
                    <a:pt x="691" y="1"/>
                  </a:moveTo>
                  <a:cubicBezTo>
                    <a:pt x="298" y="1"/>
                    <a:pt x="1" y="310"/>
                    <a:pt x="1" y="679"/>
                  </a:cubicBezTo>
                  <a:lnTo>
                    <a:pt x="1" y="3501"/>
                  </a:lnTo>
                  <a:cubicBezTo>
                    <a:pt x="1" y="3882"/>
                    <a:pt x="322" y="4180"/>
                    <a:pt x="691" y="4180"/>
                  </a:cubicBezTo>
                  <a:lnTo>
                    <a:pt x="1001" y="4180"/>
                  </a:lnTo>
                  <a:lnTo>
                    <a:pt x="763" y="5144"/>
                  </a:lnTo>
                  <a:cubicBezTo>
                    <a:pt x="739" y="5251"/>
                    <a:pt x="775" y="5358"/>
                    <a:pt x="870" y="5418"/>
                  </a:cubicBezTo>
                  <a:cubicBezTo>
                    <a:pt x="918" y="5442"/>
                    <a:pt x="953" y="5466"/>
                    <a:pt x="1001" y="5466"/>
                  </a:cubicBezTo>
                  <a:cubicBezTo>
                    <a:pt x="1049" y="5466"/>
                    <a:pt x="1108" y="5442"/>
                    <a:pt x="1156" y="5418"/>
                  </a:cubicBezTo>
                  <a:lnTo>
                    <a:pt x="2846" y="4180"/>
                  </a:lnTo>
                  <a:lnTo>
                    <a:pt x="4549" y="4180"/>
                  </a:lnTo>
                  <a:cubicBezTo>
                    <a:pt x="4930" y="4180"/>
                    <a:pt x="5228" y="3870"/>
                    <a:pt x="5228" y="3501"/>
                  </a:cubicBezTo>
                  <a:lnTo>
                    <a:pt x="5228" y="679"/>
                  </a:lnTo>
                  <a:cubicBezTo>
                    <a:pt x="5228" y="310"/>
                    <a:pt x="4918" y="1"/>
                    <a:pt x="4549" y="1"/>
                  </a:cubicBezTo>
                  <a:cubicBezTo>
                    <a:pt x="4454" y="1"/>
                    <a:pt x="4382" y="72"/>
                    <a:pt x="4382" y="167"/>
                  </a:cubicBezTo>
                  <a:cubicBezTo>
                    <a:pt x="4382" y="251"/>
                    <a:pt x="4454" y="322"/>
                    <a:pt x="4549" y="322"/>
                  </a:cubicBezTo>
                  <a:cubicBezTo>
                    <a:pt x="4739" y="322"/>
                    <a:pt x="4906" y="489"/>
                    <a:pt x="4906" y="679"/>
                  </a:cubicBezTo>
                  <a:lnTo>
                    <a:pt x="4906" y="3489"/>
                  </a:lnTo>
                  <a:cubicBezTo>
                    <a:pt x="4906" y="3692"/>
                    <a:pt x="4739" y="3846"/>
                    <a:pt x="4549" y="3846"/>
                  </a:cubicBezTo>
                  <a:lnTo>
                    <a:pt x="2787" y="3846"/>
                  </a:lnTo>
                  <a:cubicBezTo>
                    <a:pt x="2763" y="3846"/>
                    <a:pt x="2715" y="3870"/>
                    <a:pt x="2704" y="3882"/>
                  </a:cubicBezTo>
                  <a:lnTo>
                    <a:pt x="1132" y="5013"/>
                  </a:lnTo>
                  <a:lnTo>
                    <a:pt x="1370" y="4049"/>
                  </a:lnTo>
                  <a:cubicBezTo>
                    <a:pt x="1394" y="4001"/>
                    <a:pt x="1370" y="3942"/>
                    <a:pt x="1346" y="3918"/>
                  </a:cubicBezTo>
                  <a:cubicBezTo>
                    <a:pt x="1310" y="3870"/>
                    <a:pt x="1275" y="3858"/>
                    <a:pt x="1215" y="3858"/>
                  </a:cubicBezTo>
                  <a:lnTo>
                    <a:pt x="691" y="3858"/>
                  </a:lnTo>
                  <a:cubicBezTo>
                    <a:pt x="501" y="3858"/>
                    <a:pt x="334" y="3692"/>
                    <a:pt x="334" y="3501"/>
                  </a:cubicBezTo>
                  <a:lnTo>
                    <a:pt x="334" y="679"/>
                  </a:lnTo>
                  <a:cubicBezTo>
                    <a:pt x="334" y="489"/>
                    <a:pt x="489" y="322"/>
                    <a:pt x="691" y="322"/>
                  </a:cubicBezTo>
                  <a:cubicBezTo>
                    <a:pt x="775" y="322"/>
                    <a:pt x="846" y="251"/>
                    <a:pt x="846" y="167"/>
                  </a:cubicBezTo>
                  <a:cubicBezTo>
                    <a:pt x="846" y="72"/>
                    <a:pt x="775"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9" name="Google Shape;10319;p64"/>
          <p:cNvGrpSpPr/>
          <p:nvPr/>
        </p:nvGrpSpPr>
        <p:grpSpPr>
          <a:xfrm>
            <a:off x="5771483" y="1341537"/>
            <a:ext cx="357359" cy="357391"/>
            <a:chOff x="5771483" y="1515787"/>
            <a:chExt cx="357359" cy="357391"/>
          </a:xfrm>
        </p:grpSpPr>
        <p:sp>
          <p:nvSpPr>
            <p:cNvPr id="10320" name="Google Shape;10320;p64"/>
            <p:cNvSpPr/>
            <p:nvPr/>
          </p:nvSpPr>
          <p:spPr>
            <a:xfrm>
              <a:off x="5771483" y="1515787"/>
              <a:ext cx="357359" cy="357391"/>
            </a:xfrm>
            <a:custGeom>
              <a:avLst/>
              <a:gdLst/>
              <a:ahLst/>
              <a:cxnLst/>
              <a:rect l="l" t="t" r="r" b="b"/>
              <a:pathLst>
                <a:path w="11228" h="11229" extrusionOk="0">
                  <a:moveTo>
                    <a:pt x="6334" y="346"/>
                  </a:moveTo>
                  <a:cubicBezTo>
                    <a:pt x="6334" y="346"/>
                    <a:pt x="6346" y="346"/>
                    <a:pt x="6346" y="358"/>
                  </a:cubicBezTo>
                  <a:lnTo>
                    <a:pt x="6346" y="822"/>
                  </a:lnTo>
                  <a:cubicBezTo>
                    <a:pt x="6346" y="989"/>
                    <a:pt x="6454" y="1120"/>
                    <a:pt x="6608" y="1156"/>
                  </a:cubicBezTo>
                  <a:cubicBezTo>
                    <a:pt x="7132" y="1275"/>
                    <a:pt x="7644" y="1477"/>
                    <a:pt x="8097" y="1763"/>
                  </a:cubicBezTo>
                  <a:cubicBezTo>
                    <a:pt x="8157" y="1798"/>
                    <a:pt x="8225" y="1817"/>
                    <a:pt x="8290" y="1817"/>
                  </a:cubicBezTo>
                  <a:cubicBezTo>
                    <a:pt x="8377" y="1817"/>
                    <a:pt x="8459" y="1784"/>
                    <a:pt x="8513" y="1715"/>
                  </a:cubicBezTo>
                  <a:lnTo>
                    <a:pt x="8847" y="1394"/>
                  </a:lnTo>
                  <a:lnTo>
                    <a:pt x="8859" y="1394"/>
                  </a:lnTo>
                  <a:lnTo>
                    <a:pt x="9859" y="2382"/>
                  </a:lnTo>
                  <a:lnTo>
                    <a:pt x="9859" y="2406"/>
                  </a:lnTo>
                  <a:lnTo>
                    <a:pt x="9525" y="2727"/>
                  </a:lnTo>
                  <a:cubicBezTo>
                    <a:pt x="9406" y="2846"/>
                    <a:pt x="9394" y="3013"/>
                    <a:pt x="9490" y="3144"/>
                  </a:cubicBezTo>
                  <a:cubicBezTo>
                    <a:pt x="9787" y="3608"/>
                    <a:pt x="9978" y="4097"/>
                    <a:pt x="10097" y="4632"/>
                  </a:cubicBezTo>
                  <a:cubicBezTo>
                    <a:pt x="10121" y="4799"/>
                    <a:pt x="10264" y="4906"/>
                    <a:pt x="10418" y="4906"/>
                  </a:cubicBezTo>
                  <a:lnTo>
                    <a:pt x="10883" y="4906"/>
                  </a:lnTo>
                  <a:cubicBezTo>
                    <a:pt x="10883" y="4906"/>
                    <a:pt x="10895" y="4906"/>
                    <a:pt x="10895" y="4918"/>
                  </a:cubicBezTo>
                  <a:lnTo>
                    <a:pt x="10883" y="6335"/>
                  </a:lnTo>
                  <a:lnTo>
                    <a:pt x="10418" y="6335"/>
                  </a:lnTo>
                  <a:cubicBezTo>
                    <a:pt x="10264" y="6335"/>
                    <a:pt x="10121" y="6430"/>
                    <a:pt x="10097" y="6597"/>
                  </a:cubicBezTo>
                  <a:cubicBezTo>
                    <a:pt x="9978" y="7121"/>
                    <a:pt x="9763" y="7621"/>
                    <a:pt x="9490" y="8085"/>
                  </a:cubicBezTo>
                  <a:cubicBezTo>
                    <a:pt x="9394" y="8216"/>
                    <a:pt x="9406" y="8407"/>
                    <a:pt x="9525" y="8502"/>
                  </a:cubicBezTo>
                  <a:lnTo>
                    <a:pt x="9859" y="8835"/>
                  </a:lnTo>
                  <a:lnTo>
                    <a:pt x="9859" y="8847"/>
                  </a:lnTo>
                  <a:lnTo>
                    <a:pt x="8859" y="9847"/>
                  </a:lnTo>
                  <a:lnTo>
                    <a:pt x="8847" y="9847"/>
                  </a:lnTo>
                  <a:lnTo>
                    <a:pt x="8513" y="9514"/>
                  </a:lnTo>
                  <a:cubicBezTo>
                    <a:pt x="8447" y="9448"/>
                    <a:pt x="8370" y="9415"/>
                    <a:pt x="8290" y="9415"/>
                  </a:cubicBezTo>
                  <a:cubicBezTo>
                    <a:pt x="8226" y="9415"/>
                    <a:pt x="8160" y="9436"/>
                    <a:pt x="8097" y="9478"/>
                  </a:cubicBezTo>
                  <a:cubicBezTo>
                    <a:pt x="7644" y="9776"/>
                    <a:pt x="7144" y="9966"/>
                    <a:pt x="6608" y="10085"/>
                  </a:cubicBezTo>
                  <a:cubicBezTo>
                    <a:pt x="6454" y="10109"/>
                    <a:pt x="6346" y="10252"/>
                    <a:pt x="6346" y="10407"/>
                  </a:cubicBezTo>
                  <a:lnTo>
                    <a:pt x="6346" y="10871"/>
                  </a:lnTo>
                  <a:cubicBezTo>
                    <a:pt x="6346" y="10871"/>
                    <a:pt x="6346" y="10883"/>
                    <a:pt x="6334" y="10883"/>
                  </a:cubicBezTo>
                  <a:lnTo>
                    <a:pt x="4930" y="10883"/>
                  </a:lnTo>
                  <a:cubicBezTo>
                    <a:pt x="4930" y="10883"/>
                    <a:pt x="4918" y="10883"/>
                    <a:pt x="4918" y="10871"/>
                  </a:cubicBezTo>
                  <a:lnTo>
                    <a:pt x="4918" y="10407"/>
                  </a:lnTo>
                  <a:cubicBezTo>
                    <a:pt x="4918" y="10252"/>
                    <a:pt x="4810" y="10109"/>
                    <a:pt x="4644" y="10085"/>
                  </a:cubicBezTo>
                  <a:cubicBezTo>
                    <a:pt x="4132" y="9966"/>
                    <a:pt x="3620" y="9752"/>
                    <a:pt x="3156" y="9478"/>
                  </a:cubicBezTo>
                  <a:cubicBezTo>
                    <a:pt x="3096" y="9442"/>
                    <a:pt x="3036" y="9419"/>
                    <a:pt x="2977" y="9419"/>
                  </a:cubicBezTo>
                  <a:cubicBezTo>
                    <a:pt x="2894" y="9419"/>
                    <a:pt x="2798" y="9442"/>
                    <a:pt x="2739" y="9514"/>
                  </a:cubicBezTo>
                  <a:lnTo>
                    <a:pt x="2417" y="9847"/>
                  </a:lnTo>
                  <a:lnTo>
                    <a:pt x="2405" y="9847"/>
                  </a:lnTo>
                  <a:lnTo>
                    <a:pt x="1405" y="8847"/>
                  </a:lnTo>
                  <a:lnTo>
                    <a:pt x="1405" y="8835"/>
                  </a:lnTo>
                  <a:lnTo>
                    <a:pt x="1727" y="8502"/>
                  </a:lnTo>
                  <a:cubicBezTo>
                    <a:pt x="1846" y="8383"/>
                    <a:pt x="1870" y="8228"/>
                    <a:pt x="1774" y="8085"/>
                  </a:cubicBezTo>
                  <a:cubicBezTo>
                    <a:pt x="1477" y="7621"/>
                    <a:pt x="1286" y="7133"/>
                    <a:pt x="1167" y="6597"/>
                  </a:cubicBezTo>
                  <a:cubicBezTo>
                    <a:pt x="1131" y="6430"/>
                    <a:pt x="1000" y="6335"/>
                    <a:pt x="834" y="6335"/>
                  </a:cubicBezTo>
                  <a:lnTo>
                    <a:pt x="381" y="6335"/>
                  </a:lnTo>
                  <a:cubicBezTo>
                    <a:pt x="381" y="6335"/>
                    <a:pt x="358" y="6335"/>
                    <a:pt x="358" y="6311"/>
                  </a:cubicBezTo>
                  <a:lnTo>
                    <a:pt x="358" y="4918"/>
                  </a:lnTo>
                  <a:cubicBezTo>
                    <a:pt x="358" y="4918"/>
                    <a:pt x="358" y="4906"/>
                    <a:pt x="381" y="4906"/>
                  </a:cubicBezTo>
                  <a:lnTo>
                    <a:pt x="834" y="4906"/>
                  </a:lnTo>
                  <a:cubicBezTo>
                    <a:pt x="1000" y="4906"/>
                    <a:pt x="1131" y="4799"/>
                    <a:pt x="1167" y="4632"/>
                  </a:cubicBezTo>
                  <a:cubicBezTo>
                    <a:pt x="1286" y="4108"/>
                    <a:pt x="1489" y="3608"/>
                    <a:pt x="1774" y="3144"/>
                  </a:cubicBezTo>
                  <a:cubicBezTo>
                    <a:pt x="1870" y="3013"/>
                    <a:pt x="1846" y="2834"/>
                    <a:pt x="1727" y="2727"/>
                  </a:cubicBezTo>
                  <a:lnTo>
                    <a:pt x="1405" y="2406"/>
                  </a:lnTo>
                  <a:lnTo>
                    <a:pt x="1405" y="2382"/>
                  </a:lnTo>
                  <a:lnTo>
                    <a:pt x="2405" y="1394"/>
                  </a:lnTo>
                  <a:lnTo>
                    <a:pt x="2417" y="1394"/>
                  </a:lnTo>
                  <a:lnTo>
                    <a:pt x="2739" y="1715"/>
                  </a:lnTo>
                  <a:cubicBezTo>
                    <a:pt x="2807" y="1784"/>
                    <a:pt x="2891" y="1817"/>
                    <a:pt x="2975" y="1817"/>
                  </a:cubicBezTo>
                  <a:cubicBezTo>
                    <a:pt x="3037" y="1817"/>
                    <a:pt x="3100" y="1798"/>
                    <a:pt x="3156" y="1763"/>
                  </a:cubicBezTo>
                  <a:cubicBezTo>
                    <a:pt x="3620" y="1465"/>
                    <a:pt x="4108" y="1275"/>
                    <a:pt x="4644" y="1156"/>
                  </a:cubicBezTo>
                  <a:cubicBezTo>
                    <a:pt x="4810" y="1120"/>
                    <a:pt x="4918" y="989"/>
                    <a:pt x="4918" y="822"/>
                  </a:cubicBezTo>
                  <a:lnTo>
                    <a:pt x="4918" y="358"/>
                  </a:lnTo>
                  <a:cubicBezTo>
                    <a:pt x="4918" y="358"/>
                    <a:pt x="4918" y="346"/>
                    <a:pt x="4930" y="346"/>
                  </a:cubicBezTo>
                  <a:close/>
                  <a:moveTo>
                    <a:pt x="4918" y="1"/>
                  </a:moveTo>
                  <a:cubicBezTo>
                    <a:pt x="4727" y="1"/>
                    <a:pt x="4572" y="156"/>
                    <a:pt x="4572" y="346"/>
                  </a:cubicBezTo>
                  <a:lnTo>
                    <a:pt x="4572" y="810"/>
                  </a:lnTo>
                  <a:cubicBezTo>
                    <a:pt x="4572" y="810"/>
                    <a:pt x="4572" y="822"/>
                    <a:pt x="4560" y="822"/>
                  </a:cubicBezTo>
                  <a:cubicBezTo>
                    <a:pt x="3989" y="941"/>
                    <a:pt x="3453" y="1168"/>
                    <a:pt x="2965" y="1477"/>
                  </a:cubicBezTo>
                  <a:lnTo>
                    <a:pt x="2953" y="1477"/>
                  </a:lnTo>
                  <a:lnTo>
                    <a:pt x="2620" y="1156"/>
                  </a:lnTo>
                  <a:cubicBezTo>
                    <a:pt x="2554" y="1090"/>
                    <a:pt x="2471" y="1057"/>
                    <a:pt x="2386" y="1057"/>
                  </a:cubicBezTo>
                  <a:cubicBezTo>
                    <a:pt x="2301" y="1057"/>
                    <a:pt x="2215" y="1090"/>
                    <a:pt x="2143" y="1156"/>
                  </a:cubicBezTo>
                  <a:lnTo>
                    <a:pt x="1155" y="2144"/>
                  </a:lnTo>
                  <a:cubicBezTo>
                    <a:pt x="1012" y="2287"/>
                    <a:pt x="1012" y="2489"/>
                    <a:pt x="1155" y="2620"/>
                  </a:cubicBezTo>
                  <a:lnTo>
                    <a:pt x="1477" y="2954"/>
                  </a:lnTo>
                  <a:lnTo>
                    <a:pt x="1477" y="2965"/>
                  </a:lnTo>
                  <a:cubicBezTo>
                    <a:pt x="1167" y="3454"/>
                    <a:pt x="941" y="3989"/>
                    <a:pt x="822" y="4561"/>
                  </a:cubicBezTo>
                  <a:cubicBezTo>
                    <a:pt x="822" y="4561"/>
                    <a:pt x="822" y="4573"/>
                    <a:pt x="810" y="4573"/>
                  </a:cubicBezTo>
                  <a:lnTo>
                    <a:pt x="346" y="4573"/>
                  </a:lnTo>
                  <a:cubicBezTo>
                    <a:pt x="155" y="4573"/>
                    <a:pt x="0" y="4728"/>
                    <a:pt x="0" y="4918"/>
                  </a:cubicBezTo>
                  <a:lnTo>
                    <a:pt x="0" y="6311"/>
                  </a:lnTo>
                  <a:cubicBezTo>
                    <a:pt x="0" y="6513"/>
                    <a:pt x="155" y="6656"/>
                    <a:pt x="346" y="6656"/>
                  </a:cubicBezTo>
                  <a:lnTo>
                    <a:pt x="810" y="6656"/>
                  </a:lnTo>
                  <a:cubicBezTo>
                    <a:pt x="810" y="6656"/>
                    <a:pt x="822" y="6656"/>
                    <a:pt x="822" y="6680"/>
                  </a:cubicBezTo>
                  <a:cubicBezTo>
                    <a:pt x="941" y="7240"/>
                    <a:pt x="1167" y="7776"/>
                    <a:pt x="1477" y="8264"/>
                  </a:cubicBezTo>
                  <a:lnTo>
                    <a:pt x="1477" y="8288"/>
                  </a:lnTo>
                  <a:lnTo>
                    <a:pt x="1155" y="8609"/>
                  </a:lnTo>
                  <a:cubicBezTo>
                    <a:pt x="1012" y="8740"/>
                    <a:pt x="1012" y="8954"/>
                    <a:pt x="1155" y="9085"/>
                  </a:cubicBezTo>
                  <a:lnTo>
                    <a:pt x="2143" y="10085"/>
                  </a:lnTo>
                  <a:cubicBezTo>
                    <a:pt x="2215" y="10151"/>
                    <a:pt x="2301" y="10184"/>
                    <a:pt x="2386" y="10184"/>
                  </a:cubicBezTo>
                  <a:cubicBezTo>
                    <a:pt x="2471" y="10184"/>
                    <a:pt x="2554" y="10151"/>
                    <a:pt x="2620" y="10085"/>
                  </a:cubicBezTo>
                  <a:lnTo>
                    <a:pt x="2953" y="9752"/>
                  </a:lnTo>
                  <a:lnTo>
                    <a:pt x="2965" y="9752"/>
                  </a:lnTo>
                  <a:cubicBezTo>
                    <a:pt x="3453" y="10073"/>
                    <a:pt x="3989" y="10288"/>
                    <a:pt x="4560" y="10407"/>
                  </a:cubicBezTo>
                  <a:cubicBezTo>
                    <a:pt x="4560" y="10407"/>
                    <a:pt x="4572" y="10407"/>
                    <a:pt x="4572" y="10431"/>
                  </a:cubicBezTo>
                  <a:lnTo>
                    <a:pt x="4572" y="10883"/>
                  </a:lnTo>
                  <a:cubicBezTo>
                    <a:pt x="4572" y="11085"/>
                    <a:pt x="4727" y="11228"/>
                    <a:pt x="4918" y="11228"/>
                  </a:cubicBezTo>
                  <a:lnTo>
                    <a:pt x="6311" y="11228"/>
                  </a:lnTo>
                  <a:cubicBezTo>
                    <a:pt x="6513" y="11228"/>
                    <a:pt x="6656" y="11085"/>
                    <a:pt x="6656" y="10883"/>
                  </a:cubicBezTo>
                  <a:lnTo>
                    <a:pt x="6656" y="10431"/>
                  </a:lnTo>
                  <a:cubicBezTo>
                    <a:pt x="6656" y="10431"/>
                    <a:pt x="6656" y="10407"/>
                    <a:pt x="6668" y="10407"/>
                  </a:cubicBezTo>
                  <a:cubicBezTo>
                    <a:pt x="7239" y="10288"/>
                    <a:pt x="7775" y="10062"/>
                    <a:pt x="8263" y="9752"/>
                  </a:cubicBezTo>
                  <a:lnTo>
                    <a:pt x="8275" y="9752"/>
                  </a:lnTo>
                  <a:lnTo>
                    <a:pt x="8609" y="10085"/>
                  </a:lnTo>
                  <a:cubicBezTo>
                    <a:pt x="8674" y="10151"/>
                    <a:pt x="8760" y="10184"/>
                    <a:pt x="8847" y="10184"/>
                  </a:cubicBezTo>
                  <a:cubicBezTo>
                    <a:pt x="8933" y="10184"/>
                    <a:pt x="9019" y="10151"/>
                    <a:pt x="9085" y="10085"/>
                  </a:cubicBezTo>
                  <a:lnTo>
                    <a:pt x="10085" y="9085"/>
                  </a:lnTo>
                  <a:cubicBezTo>
                    <a:pt x="10216" y="8954"/>
                    <a:pt x="10216" y="8740"/>
                    <a:pt x="10085" y="8609"/>
                  </a:cubicBezTo>
                  <a:lnTo>
                    <a:pt x="9752" y="8288"/>
                  </a:lnTo>
                  <a:lnTo>
                    <a:pt x="9752" y="8264"/>
                  </a:lnTo>
                  <a:cubicBezTo>
                    <a:pt x="10061" y="7776"/>
                    <a:pt x="10287" y="7240"/>
                    <a:pt x="10406" y="6680"/>
                  </a:cubicBezTo>
                  <a:cubicBezTo>
                    <a:pt x="10406" y="6680"/>
                    <a:pt x="10406" y="6656"/>
                    <a:pt x="10418" y="6656"/>
                  </a:cubicBezTo>
                  <a:lnTo>
                    <a:pt x="10883" y="6656"/>
                  </a:lnTo>
                  <a:cubicBezTo>
                    <a:pt x="11073" y="6656"/>
                    <a:pt x="11228" y="6513"/>
                    <a:pt x="11228" y="6311"/>
                  </a:cubicBezTo>
                  <a:lnTo>
                    <a:pt x="11228" y="4918"/>
                  </a:lnTo>
                  <a:cubicBezTo>
                    <a:pt x="11228" y="4728"/>
                    <a:pt x="11073" y="4573"/>
                    <a:pt x="10883" y="4573"/>
                  </a:cubicBezTo>
                  <a:lnTo>
                    <a:pt x="10418" y="4573"/>
                  </a:lnTo>
                  <a:cubicBezTo>
                    <a:pt x="10418" y="4573"/>
                    <a:pt x="10406" y="4573"/>
                    <a:pt x="10406" y="4561"/>
                  </a:cubicBezTo>
                  <a:cubicBezTo>
                    <a:pt x="10287" y="3989"/>
                    <a:pt x="10061" y="3454"/>
                    <a:pt x="9752" y="2965"/>
                  </a:cubicBezTo>
                  <a:lnTo>
                    <a:pt x="9752" y="2954"/>
                  </a:lnTo>
                  <a:lnTo>
                    <a:pt x="10085" y="2620"/>
                  </a:lnTo>
                  <a:cubicBezTo>
                    <a:pt x="10216" y="2489"/>
                    <a:pt x="10216" y="2287"/>
                    <a:pt x="10085" y="2144"/>
                  </a:cubicBezTo>
                  <a:lnTo>
                    <a:pt x="9085" y="1156"/>
                  </a:lnTo>
                  <a:cubicBezTo>
                    <a:pt x="9019" y="1090"/>
                    <a:pt x="8933" y="1057"/>
                    <a:pt x="8847" y="1057"/>
                  </a:cubicBezTo>
                  <a:cubicBezTo>
                    <a:pt x="8760" y="1057"/>
                    <a:pt x="8674" y="1090"/>
                    <a:pt x="8609" y="1156"/>
                  </a:cubicBezTo>
                  <a:lnTo>
                    <a:pt x="8275" y="1477"/>
                  </a:lnTo>
                  <a:lnTo>
                    <a:pt x="8263" y="1477"/>
                  </a:lnTo>
                  <a:cubicBezTo>
                    <a:pt x="7775" y="1168"/>
                    <a:pt x="7239" y="941"/>
                    <a:pt x="6668" y="822"/>
                  </a:cubicBezTo>
                  <a:cubicBezTo>
                    <a:pt x="6668" y="822"/>
                    <a:pt x="6656" y="822"/>
                    <a:pt x="6656" y="810"/>
                  </a:cubicBezTo>
                  <a:lnTo>
                    <a:pt x="6656" y="346"/>
                  </a:lnTo>
                  <a:cubicBezTo>
                    <a:pt x="6656" y="156"/>
                    <a:pt x="6513"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64"/>
            <p:cNvSpPr/>
            <p:nvPr/>
          </p:nvSpPr>
          <p:spPr>
            <a:xfrm>
              <a:off x="5837429" y="1583070"/>
              <a:ext cx="185713" cy="183613"/>
            </a:xfrm>
            <a:custGeom>
              <a:avLst/>
              <a:gdLst/>
              <a:ahLst/>
              <a:cxnLst/>
              <a:rect l="l" t="t" r="r" b="b"/>
              <a:pathLst>
                <a:path w="5835" h="5769" extrusionOk="0">
                  <a:moveTo>
                    <a:pt x="3566" y="1"/>
                  </a:moveTo>
                  <a:cubicBezTo>
                    <a:pt x="3505" y="1"/>
                    <a:pt x="3443" y="3"/>
                    <a:pt x="3381" y="6"/>
                  </a:cubicBezTo>
                  <a:cubicBezTo>
                    <a:pt x="2512" y="54"/>
                    <a:pt x="1703" y="411"/>
                    <a:pt x="1072" y="1030"/>
                  </a:cubicBezTo>
                  <a:cubicBezTo>
                    <a:pt x="464" y="1649"/>
                    <a:pt x="95" y="2459"/>
                    <a:pt x="48" y="3340"/>
                  </a:cubicBezTo>
                  <a:cubicBezTo>
                    <a:pt x="0" y="4209"/>
                    <a:pt x="286" y="5054"/>
                    <a:pt x="822" y="5709"/>
                  </a:cubicBezTo>
                  <a:cubicBezTo>
                    <a:pt x="845" y="5757"/>
                    <a:pt x="893" y="5769"/>
                    <a:pt x="953" y="5769"/>
                  </a:cubicBezTo>
                  <a:cubicBezTo>
                    <a:pt x="988" y="5769"/>
                    <a:pt x="1024" y="5745"/>
                    <a:pt x="1060" y="5733"/>
                  </a:cubicBezTo>
                  <a:cubicBezTo>
                    <a:pt x="1131" y="5673"/>
                    <a:pt x="1131" y="5566"/>
                    <a:pt x="1084" y="5495"/>
                  </a:cubicBezTo>
                  <a:cubicBezTo>
                    <a:pt x="595" y="4888"/>
                    <a:pt x="345" y="4126"/>
                    <a:pt x="393" y="3352"/>
                  </a:cubicBezTo>
                  <a:cubicBezTo>
                    <a:pt x="429" y="2566"/>
                    <a:pt x="762" y="1816"/>
                    <a:pt x="1310" y="1268"/>
                  </a:cubicBezTo>
                  <a:cubicBezTo>
                    <a:pt x="1857" y="720"/>
                    <a:pt x="2608" y="399"/>
                    <a:pt x="3393" y="351"/>
                  </a:cubicBezTo>
                  <a:cubicBezTo>
                    <a:pt x="3456" y="348"/>
                    <a:pt x="3518" y="346"/>
                    <a:pt x="3580" y="346"/>
                  </a:cubicBezTo>
                  <a:cubicBezTo>
                    <a:pt x="4291" y="346"/>
                    <a:pt x="4989" y="593"/>
                    <a:pt x="5536" y="1042"/>
                  </a:cubicBezTo>
                  <a:cubicBezTo>
                    <a:pt x="5567" y="1068"/>
                    <a:pt x="5605" y="1080"/>
                    <a:pt x="5642" y="1080"/>
                  </a:cubicBezTo>
                  <a:cubicBezTo>
                    <a:pt x="5692" y="1080"/>
                    <a:pt x="5741" y="1059"/>
                    <a:pt x="5775" y="1018"/>
                  </a:cubicBezTo>
                  <a:cubicBezTo>
                    <a:pt x="5834" y="947"/>
                    <a:pt x="5822" y="840"/>
                    <a:pt x="5751" y="780"/>
                  </a:cubicBezTo>
                  <a:cubicBezTo>
                    <a:pt x="5121" y="283"/>
                    <a:pt x="4358" y="1"/>
                    <a:pt x="35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64"/>
            <p:cNvSpPr/>
            <p:nvPr/>
          </p:nvSpPr>
          <p:spPr>
            <a:xfrm>
              <a:off x="5876068" y="1616584"/>
              <a:ext cx="186859" cy="189501"/>
            </a:xfrm>
            <a:custGeom>
              <a:avLst/>
              <a:gdLst/>
              <a:ahLst/>
              <a:cxnLst/>
              <a:rect l="l" t="t" r="r" b="b"/>
              <a:pathLst>
                <a:path w="5871" h="5954" extrusionOk="0">
                  <a:moveTo>
                    <a:pt x="3406" y="322"/>
                  </a:moveTo>
                  <a:lnTo>
                    <a:pt x="3406" y="1013"/>
                  </a:lnTo>
                  <a:cubicBezTo>
                    <a:pt x="3406" y="1108"/>
                    <a:pt x="3370" y="1227"/>
                    <a:pt x="3322" y="1322"/>
                  </a:cubicBezTo>
                  <a:lnTo>
                    <a:pt x="3239" y="1489"/>
                  </a:lnTo>
                  <a:cubicBezTo>
                    <a:pt x="3227" y="1513"/>
                    <a:pt x="3227" y="1525"/>
                    <a:pt x="3227" y="1561"/>
                  </a:cubicBezTo>
                  <a:lnTo>
                    <a:pt x="3227" y="1918"/>
                  </a:lnTo>
                  <a:cubicBezTo>
                    <a:pt x="3227" y="2156"/>
                    <a:pt x="3132" y="2382"/>
                    <a:pt x="2953" y="2561"/>
                  </a:cubicBezTo>
                  <a:cubicBezTo>
                    <a:pt x="2775" y="2715"/>
                    <a:pt x="2548" y="2811"/>
                    <a:pt x="2310" y="2811"/>
                  </a:cubicBezTo>
                  <a:cubicBezTo>
                    <a:pt x="1834" y="2799"/>
                    <a:pt x="1453" y="2370"/>
                    <a:pt x="1453" y="1882"/>
                  </a:cubicBezTo>
                  <a:lnTo>
                    <a:pt x="1453" y="1572"/>
                  </a:lnTo>
                  <a:cubicBezTo>
                    <a:pt x="1453" y="1549"/>
                    <a:pt x="1453" y="1525"/>
                    <a:pt x="1441" y="1501"/>
                  </a:cubicBezTo>
                  <a:lnTo>
                    <a:pt x="1334" y="1287"/>
                  </a:lnTo>
                  <a:cubicBezTo>
                    <a:pt x="1298" y="1215"/>
                    <a:pt x="1274" y="1132"/>
                    <a:pt x="1274" y="1049"/>
                  </a:cubicBezTo>
                  <a:lnTo>
                    <a:pt x="1274" y="1037"/>
                  </a:lnTo>
                  <a:cubicBezTo>
                    <a:pt x="1274" y="644"/>
                    <a:pt x="1584" y="322"/>
                    <a:pt x="1989" y="322"/>
                  </a:cubicBezTo>
                  <a:close/>
                  <a:moveTo>
                    <a:pt x="1989" y="3073"/>
                  </a:moveTo>
                  <a:cubicBezTo>
                    <a:pt x="2084" y="3108"/>
                    <a:pt x="2191" y="3132"/>
                    <a:pt x="2310" y="3132"/>
                  </a:cubicBezTo>
                  <a:lnTo>
                    <a:pt x="2358" y="3132"/>
                  </a:lnTo>
                  <a:cubicBezTo>
                    <a:pt x="2477" y="3132"/>
                    <a:pt x="2608" y="3120"/>
                    <a:pt x="2715" y="3073"/>
                  </a:cubicBezTo>
                  <a:lnTo>
                    <a:pt x="2715" y="3073"/>
                  </a:lnTo>
                  <a:cubicBezTo>
                    <a:pt x="2703" y="3132"/>
                    <a:pt x="2715" y="3180"/>
                    <a:pt x="2727" y="3227"/>
                  </a:cubicBezTo>
                  <a:lnTo>
                    <a:pt x="2596" y="3358"/>
                  </a:lnTo>
                  <a:cubicBezTo>
                    <a:pt x="2525" y="3430"/>
                    <a:pt x="2429" y="3466"/>
                    <a:pt x="2346" y="3466"/>
                  </a:cubicBezTo>
                  <a:cubicBezTo>
                    <a:pt x="2251" y="3466"/>
                    <a:pt x="2144" y="3418"/>
                    <a:pt x="2084" y="3358"/>
                  </a:cubicBezTo>
                  <a:lnTo>
                    <a:pt x="1953" y="3227"/>
                  </a:lnTo>
                  <a:cubicBezTo>
                    <a:pt x="1965" y="3180"/>
                    <a:pt x="1989" y="3120"/>
                    <a:pt x="1989" y="3073"/>
                  </a:cubicBezTo>
                  <a:close/>
                  <a:moveTo>
                    <a:pt x="2953" y="3489"/>
                  </a:moveTo>
                  <a:cubicBezTo>
                    <a:pt x="3001" y="3525"/>
                    <a:pt x="3048" y="3537"/>
                    <a:pt x="3108" y="3549"/>
                  </a:cubicBezTo>
                  <a:lnTo>
                    <a:pt x="3703" y="3716"/>
                  </a:lnTo>
                  <a:cubicBezTo>
                    <a:pt x="3846" y="3763"/>
                    <a:pt x="3965" y="3906"/>
                    <a:pt x="3965" y="4061"/>
                  </a:cubicBezTo>
                  <a:lnTo>
                    <a:pt x="3965" y="5192"/>
                  </a:lnTo>
                  <a:lnTo>
                    <a:pt x="3941" y="5192"/>
                  </a:lnTo>
                  <a:cubicBezTo>
                    <a:pt x="3822" y="5263"/>
                    <a:pt x="3703" y="5323"/>
                    <a:pt x="3560" y="5371"/>
                  </a:cubicBezTo>
                  <a:lnTo>
                    <a:pt x="3560" y="4370"/>
                  </a:lnTo>
                  <a:cubicBezTo>
                    <a:pt x="3560" y="4287"/>
                    <a:pt x="3489" y="4204"/>
                    <a:pt x="3406" y="4204"/>
                  </a:cubicBezTo>
                  <a:cubicBezTo>
                    <a:pt x="3310" y="4204"/>
                    <a:pt x="3239" y="4287"/>
                    <a:pt x="3239" y="4370"/>
                  </a:cubicBezTo>
                  <a:lnTo>
                    <a:pt x="3239" y="5490"/>
                  </a:lnTo>
                  <a:cubicBezTo>
                    <a:pt x="3001" y="5561"/>
                    <a:pt x="2763" y="5597"/>
                    <a:pt x="2513" y="5609"/>
                  </a:cubicBezTo>
                  <a:lnTo>
                    <a:pt x="2346" y="5609"/>
                  </a:lnTo>
                  <a:cubicBezTo>
                    <a:pt x="2048" y="5609"/>
                    <a:pt x="1751" y="5561"/>
                    <a:pt x="1453" y="5478"/>
                  </a:cubicBezTo>
                  <a:lnTo>
                    <a:pt x="1453" y="4359"/>
                  </a:lnTo>
                  <a:cubicBezTo>
                    <a:pt x="1453" y="4263"/>
                    <a:pt x="1382" y="4192"/>
                    <a:pt x="1286" y="4192"/>
                  </a:cubicBezTo>
                  <a:cubicBezTo>
                    <a:pt x="1203" y="4192"/>
                    <a:pt x="1120" y="4263"/>
                    <a:pt x="1120" y="4359"/>
                  </a:cubicBezTo>
                  <a:lnTo>
                    <a:pt x="1120" y="5359"/>
                  </a:lnTo>
                  <a:cubicBezTo>
                    <a:pt x="989" y="5299"/>
                    <a:pt x="870" y="5240"/>
                    <a:pt x="751" y="5180"/>
                  </a:cubicBezTo>
                  <a:lnTo>
                    <a:pt x="751" y="4061"/>
                  </a:lnTo>
                  <a:cubicBezTo>
                    <a:pt x="751" y="3894"/>
                    <a:pt x="858" y="3763"/>
                    <a:pt x="1024" y="3716"/>
                  </a:cubicBezTo>
                  <a:lnTo>
                    <a:pt x="1620" y="3549"/>
                  </a:lnTo>
                  <a:cubicBezTo>
                    <a:pt x="1655" y="3537"/>
                    <a:pt x="1715" y="3513"/>
                    <a:pt x="1763" y="3489"/>
                  </a:cubicBezTo>
                  <a:lnTo>
                    <a:pt x="1870" y="3597"/>
                  </a:lnTo>
                  <a:cubicBezTo>
                    <a:pt x="2001" y="3727"/>
                    <a:pt x="2179" y="3811"/>
                    <a:pt x="2358" y="3811"/>
                  </a:cubicBezTo>
                  <a:cubicBezTo>
                    <a:pt x="2537" y="3811"/>
                    <a:pt x="2715" y="3727"/>
                    <a:pt x="2846" y="3597"/>
                  </a:cubicBezTo>
                  <a:lnTo>
                    <a:pt x="2953" y="3489"/>
                  </a:lnTo>
                  <a:close/>
                  <a:moveTo>
                    <a:pt x="1953" y="1"/>
                  </a:moveTo>
                  <a:cubicBezTo>
                    <a:pt x="1382" y="1"/>
                    <a:pt x="917" y="453"/>
                    <a:pt x="917" y="1037"/>
                  </a:cubicBezTo>
                  <a:lnTo>
                    <a:pt x="917" y="1049"/>
                  </a:lnTo>
                  <a:cubicBezTo>
                    <a:pt x="917" y="1191"/>
                    <a:pt x="941" y="1322"/>
                    <a:pt x="1001" y="1441"/>
                  </a:cubicBezTo>
                  <a:lnTo>
                    <a:pt x="1096" y="1608"/>
                  </a:lnTo>
                  <a:lnTo>
                    <a:pt x="1096" y="1870"/>
                  </a:lnTo>
                  <a:cubicBezTo>
                    <a:pt x="1096" y="2299"/>
                    <a:pt x="1298" y="2680"/>
                    <a:pt x="1620" y="2918"/>
                  </a:cubicBezTo>
                  <a:lnTo>
                    <a:pt x="1620" y="3061"/>
                  </a:lnTo>
                  <a:cubicBezTo>
                    <a:pt x="1620" y="3156"/>
                    <a:pt x="1548" y="3227"/>
                    <a:pt x="1477" y="3239"/>
                  </a:cubicBezTo>
                  <a:lnTo>
                    <a:pt x="882" y="3406"/>
                  </a:lnTo>
                  <a:cubicBezTo>
                    <a:pt x="584" y="3489"/>
                    <a:pt x="381" y="3763"/>
                    <a:pt x="381" y="4073"/>
                  </a:cubicBezTo>
                  <a:lnTo>
                    <a:pt x="381" y="4966"/>
                  </a:lnTo>
                  <a:cubicBezTo>
                    <a:pt x="346" y="4954"/>
                    <a:pt x="334" y="4918"/>
                    <a:pt x="298" y="4906"/>
                  </a:cubicBezTo>
                  <a:cubicBezTo>
                    <a:pt x="268" y="4881"/>
                    <a:pt x="232" y="4869"/>
                    <a:pt x="196" y="4869"/>
                  </a:cubicBezTo>
                  <a:cubicBezTo>
                    <a:pt x="146" y="4869"/>
                    <a:pt x="95" y="4893"/>
                    <a:pt x="60" y="4942"/>
                  </a:cubicBezTo>
                  <a:cubicBezTo>
                    <a:pt x="0" y="5013"/>
                    <a:pt x="24" y="5121"/>
                    <a:pt x="96" y="5180"/>
                  </a:cubicBezTo>
                  <a:cubicBezTo>
                    <a:pt x="727" y="5680"/>
                    <a:pt x="1501" y="5954"/>
                    <a:pt x="2298" y="5954"/>
                  </a:cubicBezTo>
                  <a:lnTo>
                    <a:pt x="2477" y="5954"/>
                  </a:lnTo>
                  <a:cubicBezTo>
                    <a:pt x="3334" y="5906"/>
                    <a:pt x="4156" y="5549"/>
                    <a:pt x="4787" y="4918"/>
                  </a:cubicBezTo>
                  <a:cubicBezTo>
                    <a:pt x="5394" y="4311"/>
                    <a:pt x="5763" y="3489"/>
                    <a:pt x="5811" y="2620"/>
                  </a:cubicBezTo>
                  <a:cubicBezTo>
                    <a:pt x="5870" y="1763"/>
                    <a:pt x="5596" y="918"/>
                    <a:pt x="5049" y="251"/>
                  </a:cubicBezTo>
                  <a:cubicBezTo>
                    <a:pt x="5014" y="209"/>
                    <a:pt x="4967" y="192"/>
                    <a:pt x="4917" y="192"/>
                  </a:cubicBezTo>
                  <a:cubicBezTo>
                    <a:pt x="4882" y="192"/>
                    <a:pt x="4845" y="200"/>
                    <a:pt x="4811" y="215"/>
                  </a:cubicBezTo>
                  <a:cubicBezTo>
                    <a:pt x="4739" y="275"/>
                    <a:pt x="4739" y="382"/>
                    <a:pt x="4787" y="453"/>
                  </a:cubicBezTo>
                  <a:cubicBezTo>
                    <a:pt x="5275" y="1072"/>
                    <a:pt x="5525" y="1822"/>
                    <a:pt x="5489" y="2596"/>
                  </a:cubicBezTo>
                  <a:cubicBezTo>
                    <a:pt x="5442" y="3394"/>
                    <a:pt x="5108" y="4132"/>
                    <a:pt x="4561" y="4680"/>
                  </a:cubicBezTo>
                  <a:cubicBezTo>
                    <a:pt x="4453" y="4787"/>
                    <a:pt x="4358" y="4882"/>
                    <a:pt x="4239" y="4966"/>
                  </a:cubicBezTo>
                  <a:lnTo>
                    <a:pt x="4239" y="4073"/>
                  </a:lnTo>
                  <a:cubicBezTo>
                    <a:pt x="4239" y="3763"/>
                    <a:pt x="4025" y="3489"/>
                    <a:pt x="3727" y="3406"/>
                  </a:cubicBezTo>
                  <a:lnTo>
                    <a:pt x="3132" y="3239"/>
                  </a:lnTo>
                  <a:cubicBezTo>
                    <a:pt x="3060" y="3216"/>
                    <a:pt x="3001" y="3144"/>
                    <a:pt x="3001" y="3061"/>
                  </a:cubicBezTo>
                  <a:lnTo>
                    <a:pt x="3001" y="2930"/>
                  </a:lnTo>
                  <a:cubicBezTo>
                    <a:pt x="3060" y="2882"/>
                    <a:pt x="3108" y="2858"/>
                    <a:pt x="3156" y="2799"/>
                  </a:cubicBezTo>
                  <a:cubicBezTo>
                    <a:pt x="3394" y="2561"/>
                    <a:pt x="3537" y="2263"/>
                    <a:pt x="3537" y="1918"/>
                  </a:cubicBezTo>
                  <a:lnTo>
                    <a:pt x="3537" y="1608"/>
                  </a:lnTo>
                  <a:lnTo>
                    <a:pt x="3596" y="1465"/>
                  </a:lnTo>
                  <a:cubicBezTo>
                    <a:pt x="3668" y="1322"/>
                    <a:pt x="3703" y="1168"/>
                    <a:pt x="3703" y="1013"/>
                  </a:cubicBezTo>
                  <a:lnTo>
                    <a:pt x="3703" y="156"/>
                  </a:lnTo>
                  <a:cubicBezTo>
                    <a:pt x="3703" y="72"/>
                    <a:pt x="3620"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64"/>
            <p:cNvSpPr/>
            <p:nvPr/>
          </p:nvSpPr>
          <p:spPr>
            <a:xfrm>
              <a:off x="5928360" y="1644624"/>
              <a:ext cx="45131" cy="16328"/>
            </a:xfrm>
            <a:custGeom>
              <a:avLst/>
              <a:gdLst/>
              <a:ahLst/>
              <a:cxnLst/>
              <a:rect l="l" t="t" r="r" b="b"/>
              <a:pathLst>
                <a:path w="1418" h="513" extrusionOk="0">
                  <a:moveTo>
                    <a:pt x="167" y="1"/>
                  </a:moveTo>
                  <a:cubicBezTo>
                    <a:pt x="72" y="1"/>
                    <a:pt x="1" y="84"/>
                    <a:pt x="1" y="168"/>
                  </a:cubicBezTo>
                  <a:cubicBezTo>
                    <a:pt x="1" y="263"/>
                    <a:pt x="72" y="334"/>
                    <a:pt x="167" y="334"/>
                  </a:cubicBezTo>
                  <a:cubicBezTo>
                    <a:pt x="346" y="334"/>
                    <a:pt x="882" y="370"/>
                    <a:pt x="1144" y="501"/>
                  </a:cubicBezTo>
                  <a:cubicBezTo>
                    <a:pt x="1179" y="513"/>
                    <a:pt x="1191" y="513"/>
                    <a:pt x="1227" y="513"/>
                  </a:cubicBezTo>
                  <a:cubicBezTo>
                    <a:pt x="1286" y="513"/>
                    <a:pt x="1346" y="489"/>
                    <a:pt x="1370" y="430"/>
                  </a:cubicBezTo>
                  <a:cubicBezTo>
                    <a:pt x="1417" y="334"/>
                    <a:pt x="1370" y="227"/>
                    <a:pt x="1298" y="203"/>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4" name="Google Shape;10324;p64"/>
          <p:cNvGrpSpPr/>
          <p:nvPr/>
        </p:nvGrpSpPr>
        <p:grpSpPr>
          <a:xfrm>
            <a:off x="7121669" y="1359360"/>
            <a:ext cx="321362" cy="321362"/>
            <a:chOff x="7121669" y="1533610"/>
            <a:chExt cx="321362" cy="321362"/>
          </a:xfrm>
        </p:grpSpPr>
        <p:sp>
          <p:nvSpPr>
            <p:cNvPr id="10325" name="Google Shape;10325;p64"/>
            <p:cNvSpPr/>
            <p:nvPr/>
          </p:nvSpPr>
          <p:spPr>
            <a:xfrm>
              <a:off x="7121669" y="1600289"/>
              <a:ext cx="142142" cy="192556"/>
            </a:xfrm>
            <a:custGeom>
              <a:avLst/>
              <a:gdLst/>
              <a:ahLst/>
              <a:cxnLst/>
              <a:rect l="l" t="t" r="r" b="b"/>
              <a:pathLst>
                <a:path w="4466" h="6050" extrusionOk="0">
                  <a:moveTo>
                    <a:pt x="2346" y="275"/>
                  </a:moveTo>
                  <a:cubicBezTo>
                    <a:pt x="2929" y="275"/>
                    <a:pt x="3406" y="751"/>
                    <a:pt x="3406" y="1322"/>
                  </a:cubicBezTo>
                  <a:lnTo>
                    <a:pt x="3406" y="1608"/>
                  </a:lnTo>
                  <a:lnTo>
                    <a:pt x="3382" y="1608"/>
                  </a:lnTo>
                  <a:cubicBezTo>
                    <a:pt x="3048" y="1537"/>
                    <a:pt x="2941" y="1108"/>
                    <a:pt x="2941" y="1108"/>
                  </a:cubicBezTo>
                  <a:cubicBezTo>
                    <a:pt x="2929" y="1049"/>
                    <a:pt x="2882" y="1001"/>
                    <a:pt x="2822" y="989"/>
                  </a:cubicBezTo>
                  <a:cubicBezTo>
                    <a:pt x="2809" y="984"/>
                    <a:pt x="2796" y="981"/>
                    <a:pt x="2783" y="981"/>
                  </a:cubicBezTo>
                  <a:cubicBezTo>
                    <a:pt x="2738" y="981"/>
                    <a:pt x="2695" y="1011"/>
                    <a:pt x="2667" y="1049"/>
                  </a:cubicBezTo>
                  <a:cubicBezTo>
                    <a:pt x="2155" y="1608"/>
                    <a:pt x="1262" y="1608"/>
                    <a:pt x="1250" y="1608"/>
                  </a:cubicBezTo>
                  <a:lnTo>
                    <a:pt x="1191" y="1608"/>
                  </a:lnTo>
                  <a:lnTo>
                    <a:pt x="1191" y="1322"/>
                  </a:lnTo>
                  <a:cubicBezTo>
                    <a:pt x="1191" y="751"/>
                    <a:pt x="1667" y="275"/>
                    <a:pt x="2251" y="275"/>
                  </a:cubicBezTo>
                  <a:close/>
                  <a:moveTo>
                    <a:pt x="1096" y="2049"/>
                  </a:moveTo>
                  <a:lnTo>
                    <a:pt x="1096" y="2382"/>
                  </a:lnTo>
                  <a:cubicBezTo>
                    <a:pt x="1060" y="2358"/>
                    <a:pt x="1012" y="2287"/>
                    <a:pt x="1012" y="2215"/>
                  </a:cubicBezTo>
                  <a:cubicBezTo>
                    <a:pt x="1012" y="2144"/>
                    <a:pt x="1036" y="2084"/>
                    <a:pt x="1096" y="2049"/>
                  </a:cubicBezTo>
                  <a:close/>
                  <a:moveTo>
                    <a:pt x="3394" y="2061"/>
                  </a:moveTo>
                  <a:cubicBezTo>
                    <a:pt x="3441" y="2084"/>
                    <a:pt x="3477" y="2144"/>
                    <a:pt x="3477" y="2215"/>
                  </a:cubicBezTo>
                  <a:cubicBezTo>
                    <a:pt x="3477" y="2299"/>
                    <a:pt x="3453" y="2358"/>
                    <a:pt x="3394" y="2382"/>
                  </a:cubicBezTo>
                  <a:lnTo>
                    <a:pt x="3394" y="2061"/>
                  </a:lnTo>
                  <a:close/>
                  <a:moveTo>
                    <a:pt x="2632" y="1442"/>
                  </a:moveTo>
                  <a:cubicBezTo>
                    <a:pt x="2727" y="1608"/>
                    <a:pt x="2858" y="1787"/>
                    <a:pt x="3084" y="1894"/>
                  </a:cubicBezTo>
                  <a:lnTo>
                    <a:pt x="3084" y="2537"/>
                  </a:lnTo>
                  <a:cubicBezTo>
                    <a:pt x="3084" y="2930"/>
                    <a:pt x="2751" y="3263"/>
                    <a:pt x="2346" y="3263"/>
                  </a:cubicBezTo>
                  <a:lnTo>
                    <a:pt x="2155" y="3263"/>
                  </a:lnTo>
                  <a:cubicBezTo>
                    <a:pt x="1739" y="3263"/>
                    <a:pt x="1417" y="2930"/>
                    <a:pt x="1417" y="2537"/>
                  </a:cubicBezTo>
                  <a:lnTo>
                    <a:pt x="1417" y="1918"/>
                  </a:lnTo>
                  <a:cubicBezTo>
                    <a:pt x="1679" y="1894"/>
                    <a:pt x="2227" y="1799"/>
                    <a:pt x="2632" y="1442"/>
                  </a:cubicBezTo>
                  <a:close/>
                  <a:moveTo>
                    <a:pt x="2536" y="3573"/>
                  </a:moveTo>
                  <a:lnTo>
                    <a:pt x="2536" y="3775"/>
                  </a:lnTo>
                  <a:lnTo>
                    <a:pt x="2251" y="4073"/>
                  </a:lnTo>
                  <a:lnTo>
                    <a:pt x="1965" y="3811"/>
                  </a:lnTo>
                  <a:lnTo>
                    <a:pt x="1965" y="3632"/>
                  </a:lnTo>
                  <a:lnTo>
                    <a:pt x="1965" y="3573"/>
                  </a:lnTo>
                  <a:cubicBezTo>
                    <a:pt x="2024" y="3585"/>
                    <a:pt x="2084" y="3585"/>
                    <a:pt x="2155" y="3585"/>
                  </a:cubicBezTo>
                  <a:lnTo>
                    <a:pt x="2346" y="3585"/>
                  </a:lnTo>
                  <a:cubicBezTo>
                    <a:pt x="2405" y="3585"/>
                    <a:pt x="2465" y="3585"/>
                    <a:pt x="2536" y="3573"/>
                  </a:cubicBezTo>
                  <a:close/>
                  <a:moveTo>
                    <a:pt x="2846" y="3906"/>
                  </a:moveTo>
                  <a:lnTo>
                    <a:pt x="2941" y="3989"/>
                  </a:lnTo>
                  <a:lnTo>
                    <a:pt x="2727" y="4454"/>
                  </a:lnTo>
                  <a:lnTo>
                    <a:pt x="2667" y="4406"/>
                  </a:lnTo>
                  <a:lnTo>
                    <a:pt x="2489" y="4275"/>
                  </a:lnTo>
                  <a:lnTo>
                    <a:pt x="2810" y="3930"/>
                  </a:lnTo>
                  <a:lnTo>
                    <a:pt x="2846" y="3906"/>
                  </a:lnTo>
                  <a:close/>
                  <a:moveTo>
                    <a:pt x="1655" y="3918"/>
                  </a:moveTo>
                  <a:cubicBezTo>
                    <a:pt x="1655" y="3942"/>
                    <a:pt x="1667" y="3966"/>
                    <a:pt x="1691" y="3989"/>
                  </a:cubicBezTo>
                  <a:lnTo>
                    <a:pt x="2012" y="4287"/>
                  </a:lnTo>
                  <a:lnTo>
                    <a:pt x="1774" y="4466"/>
                  </a:lnTo>
                  <a:lnTo>
                    <a:pt x="1536" y="3989"/>
                  </a:lnTo>
                  <a:lnTo>
                    <a:pt x="1655" y="3918"/>
                  </a:lnTo>
                  <a:close/>
                  <a:moveTo>
                    <a:pt x="2227" y="4490"/>
                  </a:moveTo>
                  <a:lnTo>
                    <a:pt x="2370" y="4597"/>
                  </a:lnTo>
                  <a:lnTo>
                    <a:pt x="2322" y="4704"/>
                  </a:lnTo>
                  <a:lnTo>
                    <a:pt x="2155" y="4704"/>
                  </a:lnTo>
                  <a:lnTo>
                    <a:pt x="2108" y="4585"/>
                  </a:lnTo>
                  <a:lnTo>
                    <a:pt x="2227" y="4490"/>
                  </a:lnTo>
                  <a:close/>
                  <a:moveTo>
                    <a:pt x="1846" y="4799"/>
                  </a:moveTo>
                  <a:lnTo>
                    <a:pt x="1893" y="4894"/>
                  </a:lnTo>
                  <a:lnTo>
                    <a:pt x="1846" y="5156"/>
                  </a:lnTo>
                  <a:lnTo>
                    <a:pt x="1751" y="4835"/>
                  </a:lnTo>
                  <a:cubicBezTo>
                    <a:pt x="1774" y="4835"/>
                    <a:pt x="1786" y="4823"/>
                    <a:pt x="1798" y="4823"/>
                  </a:cubicBezTo>
                  <a:lnTo>
                    <a:pt x="1846" y="4799"/>
                  </a:lnTo>
                  <a:close/>
                  <a:moveTo>
                    <a:pt x="2632" y="4799"/>
                  </a:moveTo>
                  <a:lnTo>
                    <a:pt x="2679" y="4823"/>
                  </a:lnTo>
                  <a:cubicBezTo>
                    <a:pt x="2691" y="4835"/>
                    <a:pt x="2703" y="4835"/>
                    <a:pt x="2739" y="4847"/>
                  </a:cubicBezTo>
                  <a:lnTo>
                    <a:pt x="2644" y="5156"/>
                  </a:lnTo>
                  <a:lnTo>
                    <a:pt x="2608" y="4882"/>
                  </a:lnTo>
                  <a:lnTo>
                    <a:pt x="2632" y="4799"/>
                  </a:lnTo>
                  <a:close/>
                  <a:moveTo>
                    <a:pt x="2322" y="5037"/>
                  </a:moveTo>
                  <a:lnTo>
                    <a:pt x="2441" y="5728"/>
                  </a:lnTo>
                  <a:lnTo>
                    <a:pt x="2084" y="5728"/>
                  </a:lnTo>
                  <a:lnTo>
                    <a:pt x="2203" y="5037"/>
                  </a:lnTo>
                  <a:close/>
                  <a:moveTo>
                    <a:pt x="3263" y="4156"/>
                  </a:moveTo>
                  <a:lnTo>
                    <a:pt x="3620" y="4299"/>
                  </a:lnTo>
                  <a:lnTo>
                    <a:pt x="3632" y="4299"/>
                  </a:lnTo>
                  <a:cubicBezTo>
                    <a:pt x="3644" y="4323"/>
                    <a:pt x="4156" y="4501"/>
                    <a:pt x="4156" y="5121"/>
                  </a:cubicBezTo>
                  <a:lnTo>
                    <a:pt x="4156" y="5728"/>
                  </a:lnTo>
                  <a:lnTo>
                    <a:pt x="3739" y="5728"/>
                  </a:lnTo>
                  <a:lnTo>
                    <a:pt x="3739" y="5097"/>
                  </a:lnTo>
                  <a:cubicBezTo>
                    <a:pt x="3739" y="5001"/>
                    <a:pt x="3656" y="4930"/>
                    <a:pt x="3572" y="4930"/>
                  </a:cubicBezTo>
                  <a:cubicBezTo>
                    <a:pt x="3477" y="4930"/>
                    <a:pt x="3406" y="5001"/>
                    <a:pt x="3406" y="5097"/>
                  </a:cubicBezTo>
                  <a:lnTo>
                    <a:pt x="3406" y="5728"/>
                  </a:lnTo>
                  <a:lnTo>
                    <a:pt x="2810" y="5728"/>
                  </a:lnTo>
                  <a:lnTo>
                    <a:pt x="3263" y="4156"/>
                  </a:lnTo>
                  <a:close/>
                  <a:moveTo>
                    <a:pt x="2179" y="1"/>
                  </a:moveTo>
                  <a:cubicBezTo>
                    <a:pt x="1429" y="1"/>
                    <a:pt x="810" y="608"/>
                    <a:pt x="810" y="1370"/>
                  </a:cubicBezTo>
                  <a:lnTo>
                    <a:pt x="810" y="1870"/>
                  </a:lnTo>
                  <a:cubicBezTo>
                    <a:pt x="739" y="1965"/>
                    <a:pt x="679" y="2084"/>
                    <a:pt x="679" y="2215"/>
                  </a:cubicBezTo>
                  <a:cubicBezTo>
                    <a:pt x="679" y="2465"/>
                    <a:pt x="858" y="2680"/>
                    <a:pt x="1096" y="2727"/>
                  </a:cubicBezTo>
                  <a:cubicBezTo>
                    <a:pt x="1155" y="3037"/>
                    <a:pt x="1346" y="3299"/>
                    <a:pt x="1631" y="3454"/>
                  </a:cubicBezTo>
                  <a:lnTo>
                    <a:pt x="1631" y="3525"/>
                  </a:lnTo>
                  <a:lnTo>
                    <a:pt x="1274" y="3763"/>
                  </a:lnTo>
                  <a:lnTo>
                    <a:pt x="1262" y="3763"/>
                  </a:lnTo>
                  <a:lnTo>
                    <a:pt x="727" y="3989"/>
                  </a:lnTo>
                  <a:cubicBezTo>
                    <a:pt x="477" y="4073"/>
                    <a:pt x="0" y="4418"/>
                    <a:pt x="0" y="5109"/>
                  </a:cubicBezTo>
                  <a:lnTo>
                    <a:pt x="0" y="5859"/>
                  </a:lnTo>
                  <a:cubicBezTo>
                    <a:pt x="0" y="5954"/>
                    <a:pt x="72" y="6025"/>
                    <a:pt x="155" y="6025"/>
                  </a:cubicBezTo>
                  <a:lnTo>
                    <a:pt x="1203" y="6025"/>
                  </a:lnTo>
                  <a:cubicBezTo>
                    <a:pt x="1286" y="6025"/>
                    <a:pt x="1370" y="5954"/>
                    <a:pt x="1370" y="5859"/>
                  </a:cubicBezTo>
                  <a:cubicBezTo>
                    <a:pt x="1370" y="5775"/>
                    <a:pt x="1286" y="5704"/>
                    <a:pt x="1203" y="5704"/>
                  </a:cubicBezTo>
                  <a:lnTo>
                    <a:pt x="1048" y="5704"/>
                  </a:lnTo>
                  <a:lnTo>
                    <a:pt x="1048" y="5061"/>
                  </a:lnTo>
                  <a:cubicBezTo>
                    <a:pt x="1048" y="4966"/>
                    <a:pt x="977" y="4894"/>
                    <a:pt x="893" y="4894"/>
                  </a:cubicBezTo>
                  <a:cubicBezTo>
                    <a:pt x="798" y="4894"/>
                    <a:pt x="727" y="4966"/>
                    <a:pt x="727" y="5061"/>
                  </a:cubicBezTo>
                  <a:lnTo>
                    <a:pt x="727" y="5704"/>
                  </a:lnTo>
                  <a:lnTo>
                    <a:pt x="310" y="5704"/>
                  </a:lnTo>
                  <a:lnTo>
                    <a:pt x="310" y="5085"/>
                  </a:lnTo>
                  <a:cubicBezTo>
                    <a:pt x="310" y="4454"/>
                    <a:pt x="798" y="4275"/>
                    <a:pt x="834" y="4275"/>
                  </a:cubicBezTo>
                  <a:lnTo>
                    <a:pt x="846" y="4275"/>
                  </a:lnTo>
                  <a:lnTo>
                    <a:pt x="1227" y="4109"/>
                  </a:lnTo>
                  <a:lnTo>
                    <a:pt x="1679" y="5704"/>
                  </a:lnTo>
                  <a:cubicBezTo>
                    <a:pt x="1608" y="5716"/>
                    <a:pt x="1560" y="5775"/>
                    <a:pt x="1560" y="5847"/>
                  </a:cubicBezTo>
                  <a:cubicBezTo>
                    <a:pt x="1560" y="5942"/>
                    <a:pt x="1631" y="6013"/>
                    <a:pt x="1727" y="6013"/>
                  </a:cubicBezTo>
                  <a:lnTo>
                    <a:pt x="1893" y="6049"/>
                  </a:lnTo>
                  <a:lnTo>
                    <a:pt x="4298" y="6049"/>
                  </a:lnTo>
                  <a:cubicBezTo>
                    <a:pt x="4394" y="6049"/>
                    <a:pt x="4465" y="5966"/>
                    <a:pt x="4465" y="5883"/>
                  </a:cubicBezTo>
                  <a:lnTo>
                    <a:pt x="4465" y="5121"/>
                  </a:lnTo>
                  <a:cubicBezTo>
                    <a:pt x="4465" y="4430"/>
                    <a:pt x="3989" y="4097"/>
                    <a:pt x="3727" y="4001"/>
                  </a:cubicBezTo>
                  <a:lnTo>
                    <a:pt x="3203" y="3775"/>
                  </a:lnTo>
                  <a:lnTo>
                    <a:pt x="2834" y="3537"/>
                  </a:lnTo>
                  <a:lnTo>
                    <a:pt x="2834" y="3454"/>
                  </a:lnTo>
                  <a:cubicBezTo>
                    <a:pt x="3108" y="3299"/>
                    <a:pt x="3310" y="3037"/>
                    <a:pt x="3370" y="2727"/>
                  </a:cubicBezTo>
                  <a:cubicBezTo>
                    <a:pt x="3608" y="2680"/>
                    <a:pt x="3787" y="2465"/>
                    <a:pt x="3787" y="2215"/>
                  </a:cubicBezTo>
                  <a:cubicBezTo>
                    <a:pt x="3787" y="2084"/>
                    <a:pt x="3751" y="1965"/>
                    <a:pt x="3656" y="1870"/>
                  </a:cubicBezTo>
                  <a:lnTo>
                    <a:pt x="3656" y="1370"/>
                  </a:lnTo>
                  <a:cubicBezTo>
                    <a:pt x="3656" y="608"/>
                    <a:pt x="3048" y="1"/>
                    <a:pt x="2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64"/>
            <p:cNvSpPr/>
            <p:nvPr/>
          </p:nvSpPr>
          <p:spPr>
            <a:xfrm>
              <a:off x="7170938" y="1533610"/>
              <a:ext cx="223206" cy="53852"/>
            </a:xfrm>
            <a:custGeom>
              <a:avLst/>
              <a:gdLst/>
              <a:ahLst/>
              <a:cxnLst/>
              <a:rect l="l" t="t" r="r" b="b"/>
              <a:pathLst>
                <a:path w="7013" h="1692" extrusionOk="0">
                  <a:moveTo>
                    <a:pt x="3512" y="0"/>
                  </a:moveTo>
                  <a:cubicBezTo>
                    <a:pt x="2227" y="0"/>
                    <a:pt x="1000" y="477"/>
                    <a:pt x="72" y="1358"/>
                  </a:cubicBezTo>
                  <a:cubicBezTo>
                    <a:pt x="12" y="1405"/>
                    <a:pt x="0" y="1512"/>
                    <a:pt x="72" y="1572"/>
                  </a:cubicBezTo>
                  <a:cubicBezTo>
                    <a:pt x="92" y="1625"/>
                    <a:pt x="130" y="1649"/>
                    <a:pt x="171" y="1649"/>
                  </a:cubicBezTo>
                  <a:cubicBezTo>
                    <a:pt x="203" y="1649"/>
                    <a:pt x="236" y="1634"/>
                    <a:pt x="262" y="1608"/>
                  </a:cubicBezTo>
                  <a:cubicBezTo>
                    <a:pt x="1143" y="786"/>
                    <a:pt x="2286" y="322"/>
                    <a:pt x="3501" y="322"/>
                  </a:cubicBezTo>
                  <a:cubicBezTo>
                    <a:pt x="4584" y="322"/>
                    <a:pt x="5608" y="691"/>
                    <a:pt x="6453" y="1370"/>
                  </a:cubicBezTo>
                  <a:lnTo>
                    <a:pt x="6203" y="1370"/>
                  </a:lnTo>
                  <a:cubicBezTo>
                    <a:pt x="6120" y="1370"/>
                    <a:pt x="6037" y="1441"/>
                    <a:pt x="6037" y="1536"/>
                  </a:cubicBezTo>
                  <a:cubicBezTo>
                    <a:pt x="6037" y="1620"/>
                    <a:pt x="6120" y="1691"/>
                    <a:pt x="6203" y="1691"/>
                  </a:cubicBezTo>
                  <a:lnTo>
                    <a:pt x="6846" y="1691"/>
                  </a:lnTo>
                  <a:cubicBezTo>
                    <a:pt x="6930" y="1691"/>
                    <a:pt x="7013" y="1620"/>
                    <a:pt x="7013" y="1536"/>
                  </a:cubicBezTo>
                  <a:lnTo>
                    <a:pt x="7013" y="953"/>
                  </a:lnTo>
                  <a:cubicBezTo>
                    <a:pt x="7013" y="858"/>
                    <a:pt x="6930" y="786"/>
                    <a:pt x="6846" y="786"/>
                  </a:cubicBezTo>
                  <a:cubicBezTo>
                    <a:pt x="6751" y="786"/>
                    <a:pt x="6680" y="858"/>
                    <a:pt x="6680" y="953"/>
                  </a:cubicBezTo>
                  <a:lnTo>
                    <a:pt x="6680" y="1131"/>
                  </a:lnTo>
                  <a:cubicBezTo>
                    <a:pt x="5787" y="405"/>
                    <a:pt x="4667" y="0"/>
                    <a:pt x="3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64"/>
            <p:cNvSpPr/>
            <p:nvPr/>
          </p:nvSpPr>
          <p:spPr>
            <a:xfrm>
              <a:off x="7175107" y="1804558"/>
              <a:ext cx="215249" cy="50415"/>
            </a:xfrm>
            <a:custGeom>
              <a:avLst/>
              <a:gdLst/>
              <a:ahLst/>
              <a:cxnLst/>
              <a:rect l="l" t="t" r="r" b="b"/>
              <a:pathLst>
                <a:path w="6763" h="1584" extrusionOk="0">
                  <a:moveTo>
                    <a:pt x="167" y="0"/>
                  </a:moveTo>
                  <a:cubicBezTo>
                    <a:pt x="72" y="0"/>
                    <a:pt x="0" y="72"/>
                    <a:pt x="0" y="167"/>
                  </a:cubicBezTo>
                  <a:lnTo>
                    <a:pt x="0" y="738"/>
                  </a:lnTo>
                  <a:cubicBezTo>
                    <a:pt x="0" y="834"/>
                    <a:pt x="72" y="905"/>
                    <a:pt x="167" y="905"/>
                  </a:cubicBezTo>
                  <a:cubicBezTo>
                    <a:pt x="250" y="905"/>
                    <a:pt x="333" y="834"/>
                    <a:pt x="333" y="738"/>
                  </a:cubicBezTo>
                  <a:lnTo>
                    <a:pt x="333" y="560"/>
                  </a:lnTo>
                  <a:cubicBezTo>
                    <a:pt x="1203" y="1215"/>
                    <a:pt x="2262" y="1584"/>
                    <a:pt x="3381" y="1584"/>
                  </a:cubicBezTo>
                  <a:cubicBezTo>
                    <a:pt x="4596" y="1584"/>
                    <a:pt x="5775" y="1143"/>
                    <a:pt x="6680" y="357"/>
                  </a:cubicBezTo>
                  <a:cubicBezTo>
                    <a:pt x="6739" y="298"/>
                    <a:pt x="6763" y="191"/>
                    <a:pt x="6691" y="131"/>
                  </a:cubicBezTo>
                  <a:cubicBezTo>
                    <a:pt x="6652" y="92"/>
                    <a:pt x="6609" y="74"/>
                    <a:pt x="6567" y="74"/>
                  </a:cubicBezTo>
                  <a:cubicBezTo>
                    <a:pt x="6532" y="74"/>
                    <a:pt x="6497" y="86"/>
                    <a:pt x="6465" y="107"/>
                  </a:cubicBezTo>
                  <a:cubicBezTo>
                    <a:pt x="5596" y="846"/>
                    <a:pt x="4501" y="1262"/>
                    <a:pt x="3370" y="1262"/>
                  </a:cubicBezTo>
                  <a:cubicBezTo>
                    <a:pt x="2334" y="1262"/>
                    <a:pt x="1346" y="941"/>
                    <a:pt x="536" y="322"/>
                  </a:cubicBezTo>
                  <a:lnTo>
                    <a:pt x="810" y="322"/>
                  </a:lnTo>
                  <a:cubicBezTo>
                    <a:pt x="893" y="322"/>
                    <a:pt x="965" y="250"/>
                    <a:pt x="965" y="167"/>
                  </a:cubicBezTo>
                  <a:cubicBezTo>
                    <a:pt x="965"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64"/>
            <p:cNvSpPr/>
            <p:nvPr/>
          </p:nvSpPr>
          <p:spPr>
            <a:xfrm>
              <a:off x="7300539" y="1600289"/>
              <a:ext cx="142492" cy="191793"/>
            </a:xfrm>
            <a:custGeom>
              <a:avLst/>
              <a:gdLst/>
              <a:ahLst/>
              <a:cxnLst/>
              <a:rect l="l" t="t" r="r" b="b"/>
              <a:pathLst>
                <a:path w="4477" h="6026" extrusionOk="0">
                  <a:moveTo>
                    <a:pt x="2358" y="275"/>
                  </a:moveTo>
                  <a:cubicBezTo>
                    <a:pt x="2941" y="275"/>
                    <a:pt x="3417" y="751"/>
                    <a:pt x="3417" y="1322"/>
                  </a:cubicBezTo>
                  <a:lnTo>
                    <a:pt x="3417" y="1608"/>
                  </a:lnTo>
                  <a:lnTo>
                    <a:pt x="3381" y="1608"/>
                  </a:lnTo>
                  <a:cubicBezTo>
                    <a:pt x="3060" y="1537"/>
                    <a:pt x="2953" y="1108"/>
                    <a:pt x="2953" y="1108"/>
                  </a:cubicBezTo>
                  <a:cubicBezTo>
                    <a:pt x="2941" y="1049"/>
                    <a:pt x="2893" y="1001"/>
                    <a:pt x="2834" y="989"/>
                  </a:cubicBezTo>
                  <a:cubicBezTo>
                    <a:pt x="2821" y="984"/>
                    <a:pt x="2808" y="981"/>
                    <a:pt x="2795" y="981"/>
                  </a:cubicBezTo>
                  <a:cubicBezTo>
                    <a:pt x="2749" y="981"/>
                    <a:pt x="2704" y="1011"/>
                    <a:pt x="2667" y="1049"/>
                  </a:cubicBezTo>
                  <a:cubicBezTo>
                    <a:pt x="2167" y="1608"/>
                    <a:pt x="1274" y="1608"/>
                    <a:pt x="1250" y="1608"/>
                  </a:cubicBezTo>
                  <a:lnTo>
                    <a:pt x="1191" y="1608"/>
                  </a:lnTo>
                  <a:lnTo>
                    <a:pt x="1191" y="1322"/>
                  </a:lnTo>
                  <a:cubicBezTo>
                    <a:pt x="1191" y="751"/>
                    <a:pt x="1667" y="275"/>
                    <a:pt x="2250" y="275"/>
                  </a:cubicBezTo>
                  <a:close/>
                  <a:moveTo>
                    <a:pt x="1107" y="2049"/>
                  </a:moveTo>
                  <a:lnTo>
                    <a:pt x="1107" y="2382"/>
                  </a:lnTo>
                  <a:cubicBezTo>
                    <a:pt x="1060" y="2358"/>
                    <a:pt x="1012" y="2287"/>
                    <a:pt x="1012" y="2215"/>
                  </a:cubicBezTo>
                  <a:cubicBezTo>
                    <a:pt x="1012" y="2144"/>
                    <a:pt x="1048" y="2084"/>
                    <a:pt x="1107" y="2049"/>
                  </a:cubicBezTo>
                  <a:close/>
                  <a:moveTo>
                    <a:pt x="3393" y="2061"/>
                  </a:moveTo>
                  <a:cubicBezTo>
                    <a:pt x="3441" y="2084"/>
                    <a:pt x="3489" y="2144"/>
                    <a:pt x="3489" y="2215"/>
                  </a:cubicBezTo>
                  <a:cubicBezTo>
                    <a:pt x="3489" y="2299"/>
                    <a:pt x="3453" y="2358"/>
                    <a:pt x="3393" y="2382"/>
                  </a:cubicBezTo>
                  <a:lnTo>
                    <a:pt x="3393" y="2061"/>
                  </a:lnTo>
                  <a:close/>
                  <a:moveTo>
                    <a:pt x="2643" y="1442"/>
                  </a:moveTo>
                  <a:cubicBezTo>
                    <a:pt x="2727" y="1608"/>
                    <a:pt x="2858" y="1787"/>
                    <a:pt x="3084" y="1894"/>
                  </a:cubicBezTo>
                  <a:lnTo>
                    <a:pt x="3084" y="2537"/>
                  </a:lnTo>
                  <a:cubicBezTo>
                    <a:pt x="3084" y="2930"/>
                    <a:pt x="2762" y="3263"/>
                    <a:pt x="2358" y="3263"/>
                  </a:cubicBezTo>
                  <a:lnTo>
                    <a:pt x="2167" y="3263"/>
                  </a:lnTo>
                  <a:cubicBezTo>
                    <a:pt x="1750" y="3263"/>
                    <a:pt x="1417" y="2930"/>
                    <a:pt x="1417" y="2537"/>
                  </a:cubicBezTo>
                  <a:lnTo>
                    <a:pt x="1417" y="1918"/>
                  </a:lnTo>
                  <a:cubicBezTo>
                    <a:pt x="1691" y="1894"/>
                    <a:pt x="2238" y="1799"/>
                    <a:pt x="2643" y="1442"/>
                  </a:cubicBezTo>
                  <a:close/>
                  <a:moveTo>
                    <a:pt x="2548" y="3573"/>
                  </a:moveTo>
                  <a:lnTo>
                    <a:pt x="2548" y="3775"/>
                  </a:lnTo>
                  <a:lnTo>
                    <a:pt x="2250" y="4073"/>
                  </a:lnTo>
                  <a:lnTo>
                    <a:pt x="1965" y="3811"/>
                  </a:lnTo>
                  <a:lnTo>
                    <a:pt x="1965" y="3632"/>
                  </a:lnTo>
                  <a:lnTo>
                    <a:pt x="1965" y="3573"/>
                  </a:lnTo>
                  <a:cubicBezTo>
                    <a:pt x="2024" y="3585"/>
                    <a:pt x="2084" y="3585"/>
                    <a:pt x="2155" y="3585"/>
                  </a:cubicBezTo>
                  <a:lnTo>
                    <a:pt x="2358" y="3585"/>
                  </a:lnTo>
                  <a:cubicBezTo>
                    <a:pt x="2417" y="3585"/>
                    <a:pt x="2477" y="3585"/>
                    <a:pt x="2548" y="3573"/>
                  </a:cubicBezTo>
                  <a:close/>
                  <a:moveTo>
                    <a:pt x="1667" y="3918"/>
                  </a:moveTo>
                  <a:cubicBezTo>
                    <a:pt x="1667" y="3942"/>
                    <a:pt x="1679" y="3954"/>
                    <a:pt x="1715" y="3989"/>
                  </a:cubicBezTo>
                  <a:lnTo>
                    <a:pt x="2024" y="4287"/>
                  </a:lnTo>
                  <a:lnTo>
                    <a:pt x="1774" y="4454"/>
                  </a:lnTo>
                  <a:lnTo>
                    <a:pt x="1548" y="3989"/>
                  </a:lnTo>
                  <a:lnTo>
                    <a:pt x="1667" y="3918"/>
                  </a:lnTo>
                  <a:close/>
                  <a:moveTo>
                    <a:pt x="2834" y="3918"/>
                  </a:moveTo>
                  <a:lnTo>
                    <a:pt x="2941" y="3989"/>
                  </a:lnTo>
                  <a:lnTo>
                    <a:pt x="2715" y="4454"/>
                  </a:lnTo>
                  <a:lnTo>
                    <a:pt x="2655" y="4406"/>
                  </a:lnTo>
                  <a:lnTo>
                    <a:pt x="2477" y="4275"/>
                  </a:lnTo>
                  <a:lnTo>
                    <a:pt x="2798" y="3942"/>
                  </a:lnTo>
                  <a:lnTo>
                    <a:pt x="2834" y="3918"/>
                  </a:lnTo>
                  <a:close/>
                  <a:moveTo>
                    <a:pt x="2238" y="4501"/>
                  </a:moveTo>
                  <a:lnTo>
                    <a:pt x="2369" y="4585"/>
                  </a:lnTo>
                  <a:lnTo>
                    <a:pt x="2322" y="4692"/>
                  </a:lnTo>
                  <a:lnTo>
                    <a:pt x="2167" y="4692"/>
                  </a:lnTo>
                  <a:lnTo>
                    <a:pt x="2119" y="4585"/>
                  </a:lnTo>
                  <a:lnTo>
                    <a:pt x="2238" y="4501"/>
                  </a:lnTo>
                  <a:close/>
                  <a:moveTo>
                    <a:pt x="1846" y="4799"/>
                  </a:moveTo>
                  <a:lnTo>
                    <a:pt x="1893" y="4894"/>
                  </a:lnTo>
                  <a:lnTo>
                    <a:pt x="1846" y="5156"/>
                  </a:lnTo>
                  <a:lnTo>
                    <a:pt x="1762" y="4835"/>
                  </a:lnTo>
                  <a:cubicBezTo>
                    <a:pt x="1774" y="4835"/>
                    <a:pt x="1786" y="4823"/>
                    <a:pt x="1810" y="4823"/>
                  </a:cubicBezTo>
                  <a:lnTo>
                    <a:pt x="1846" y="4799"/>
                  </a:lnTo>
                  <a:close/>
                  <a:moveTo>
                    <a:pt x="2643" y="4799"/>
                  </a:moveTo>
                  <a:lnTo>
                    <a:pt x="2679" y="4823"/>
                  </a:lnTo>
                  <a:cubicBezTo>
                    <a:pt x="2703" y="4835"/>
                    <a:pt x="2715" y="4835"/>
                    <a:pt x="2739" y="4847"/>
                  </a:cubicBezTo>
                  <a:lnTo>
                    <a:pt x="2655" y="5156"/>
                  </a:lnTo>
                  <a:lnTo>
                    <a:pt x="2608" y="4882"/>
                  </a:lnTo>
                  <a:lnTo>
                    <a:pt x="2643" y="4799"/>
                  </a:lnTo>
                  <a:close/>
                  <a:moveTo>
                    <a:pt x="2322" y="5037"/>
                  </a:moveTo>
                  <a:lnTo>
                    <a:pt x="2441" y="5728"/>
                  </a:lnTo>
                  <a:lnTo>
                    <a:pt x="2084" y="5728"/>
                  </a:lnTo>
                  <a:lnTo>
                    <a:pt x="2203" y="5037"/>
                  </a:lnTo>
                  <a:close/>
                  <a:moveTo>
                    <a:pt x="3262" y="4156"/>
                  </a:moveTo>
                  <a:lnTo>
                    <a:pt x="3620" y="4299"/>
                  </a:lnTo>
                  <a:lnTo>
                    <a:pt x="3631" y="4299"/>
                  </a:lnTo>
                  <a:cubicBezTo>
                    <a:pt x="3655" y="4323"/>
                    <a:pt x="4155" y="4501"/>
                    <a:pt x="4155" y="5121"/>
                  </a:cubicBezTo>
                  <a:lnTo>
                    <a:pt x="4155" y="5728"/>
                  </a:lnTo>
                  <a:lnTo>
                    <a:pt x="3739" y="5728"/>
                  </a:lnTo>
                  <a:lnTo>
                    <a:pt x="3739" y="5097"/>
                  </a:lnTo>
                  <a:cubicBezTo>
                    <a:pt x="3739" y="5001"/>
                    <a:pt x="3667" y="4930"/>
                    <a:pt x="3572" y="4930"/>
                  </a:cubicBezTo>
                  <a:cubicBezTo>
                    <a:pt x="3489" y="4930"/>
                    <a:pt x="3417" y="5001"/>
                    <a:pt x="3417" y="5097"/>
                  </a:cubicBezTo>
                  <a:lnTo>
                    <a:pt x="3417" y="5728"/>
                  </a:lnTo>
                  <a:lnTo>
                    <a:pt x="2822" y="5728"/>
                  </a:lnTo>
                  <a:lnTo>
                    <a:pt x="3262" y="4156"/>
                  </a:lnTo>
                  <a:close/>
                  <a:moveTo>
                    <a:pt x="2191" y="1"/>
                  </a:moveTo>
                  <a:cubicBezTo>
                    <a:pt x="1429" y="1"/>
                    <a:pt x="822" y="608"/>
                    <a:pt x="822" y="1370"/>
                  </a:cubicBezTo>
                  <a:lnTo>
                    <a:pt x="822" y="1870"/>
                  </a:lnTo>
                  <a:cubicBezTo>
                    <a:pt x="750" y="1965"/>
                    <a:pt x="691" y="2084"/>
                    <a:pt x="691" y="2215"/>
                  </a:cubicBezTo>
                  <a:cubicBezTo>
                    <a:pt x="691" y="2465"/>
                    <a:pt x="869" y="2680"/>
                    <a:pt x="1107" y="2727"/>
                  </a:cubicBezTo>
                  <a:cubicBezTo>
                    <a:pt x="1167" y="3037"/>
                    <a:pt x="1357" y="3299"/>
                    <a:pt x="1643" y="3454"/>
                  </a:cubicBezTo>
                  <a:lnTo>
                    <a:pt x="1643" y="3525"/>
                  </a:lnTo>
                  <a:lnTo>
                    <a:pt x="1286" y="3763"/>
                  </a:lnTo>
                  <a:lnTo>
                    <a:pt x="1262" y="3763"/>
                  </a:lnTo>
                  <a:lnTo>
                    <a:pt x="726" y="3989"/>
                  </a:lnTo>
                  <a:cubicBezTo>
                    <a:pt x="476" y="4073"/>
                    <a:pt x="0" y="4418"/>
                    <a:pt x="0" y="5109"/>
                  </a:cubicBezTo>
                  <a:lnTo>
                    <a:pt x="0" y="5859"/>
                  </a:lnTo>
                  <a:cubicBezTo>
                    <a:pt x="0" y="5954"/>
                    <a:pt x="72" y="6025"/>
                    <a:pt x="167" y="6025"/>
                  </a:cubicBezTo>
                  <a:lnTo>
                    <a:pt x="1203" y="6025"/>
                  </a:lnTo>
                  <a:cubicBezTo>
                    <a:pt x="1298" y="6025"/>
                    <a:pt x="1369" y="5954"/>
                    <a:pt x="1369" y="5859"/>
                  </a:cubicBezTo>
                  <a:cubicBezTo>
                    <a:pt x="1369" y="5775"/>
                    <a:pt x="1298" y="5704"/>
                    <a:pt x="1203" y="5704"/>
                  </a:cubicBezTo>
                  <a:lnTo>
                    <a:pt x="1060" y="5704"/>
                  </a:lnTo>
                  <a:lnTo>
                    <a:pt x="1060" y="5061"/>
                  </a:lnTo>
                  <a:cubicBezTo>
                    <a:pt x="1060" y="4966"/>
                    <a:pt x="988" y="4894"/>
                    <a:pt x="893" y="4894"/>
                  </a:cubicBezTo>
                  <a:cubicBezTo>
                    <a:pt x="810" y="4894"/>
                    <a:pt x="726" y="4966"/>
                    <a:pt x="726" y="5061"/>
                  </a:cubicBezTo>
                  <a:lnTo>
                    <a:pt x="726" y="5704"/>
                  </a:lnTo>
                  <a:lnTo>
                    <a:pt x="310" y="5704"/>
                  </a:lnTo>
                  <a:lnTo>
                    <a:pt x="310" y="5085"/>
                  </a:lnTo>
                  <a:cubicBezTo>
                    <a:pt x="310" y="4454"/>
                    <a:pt x="810" y="4275"/>
                    <a:pt x="834" y="4275"/>
                  </a:cubicBezTo>
                  <a:lnTo>
                    <a:pt x="845" y="4275"/>
                  </a:lnTo>
                  <a:lnTo>
                    <a:pt x="1238" y="4109"/>
                  </a:lnTo>
                  <a:lnTo>
                    <a:pt x="1679" y="5704"/>
                  </a:lnTo>
                  <a:cubicBezTo>
                    <a:pt x="1607" y="5716"/>
                    <a:pt x="1560" y="5775"/>
                    <a:pt x="1560" y="5847"/>
                  </a:cubicBezTo>
                  <a:cubicBezTo>
                    <a:pt x="1560" y="5942"/>
                    <a:pt x="1643" y="6013"/>
                    <a:pt x="1726" y="6013"/>
                  </a:cubicBezTo>
                  <a:lnTo>
                    <a:pt x="4322" y="6013"/>
                  </a:lnTo>
                  <a:cubicBezTo>
                    <a:pt x="4405" y="6013"/>
                    <a:pt x="4477" y="5942"/>
                    <a:pt x="4477" y="5847"/>
                  </a:cubicBezTo>
                  <a:lnTo>
                    <a:pt x="4477" y="5085"/>
                  </a:lnTo>
                  <a:cubicBezTo>
                    <a:pt x="4465" y="4442"/>
                    <a:pt x="3989" y="4097"/>
                    <a:pt x="3739" y="4001"/>
                  </a:cubicBezTo>
                  <a:lnTo>
                    <a:pt x="3203" y="3775"/>
                  </a:lnTo>
                  <a:lnTo>
                    <a:pt x="2846" y="3537"/>
                  </a:lnTo>
                  <a:lnTo>
                    <a:pt x="2846" y="3454"/>
                  </a:lnTo>
                  <a:cubicBezTo>
                    <a:pt x="3120" y="3299"/>
                    <a:pt x="3322" y="3037"/>
                    <a:pt x="3381" y="2727"/>
                  </a:cubicBezTo>
                  <a:cubicBezTo>
                    <a:pt x="3620" y="2680"/>
                    <a:pt x="3798" y="2465"/>
                    <a:pt x="3798" y="2215"/>
                  </a:cubicBezTo>
                  <a:cubicBezTo>
                    <a:pt x="3798" y="2084"/>
                    <a:pt x="3751" y="1965"/>
                    <a:pt x="3667" y="1870"/>
                  </a:cubicBezTo>
                  <a:lnTo>
                    <a:pt x="3667" y="1370"/>
                  </a:lnTo>
                  <a:cubicBezTo>
                    <a:pt x="3667" y="608"/>
                    <a:pt x="3048"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9" name="Google Shape;10329;p64"/>
          <p:cNvGrpSpPr/>
          <p:nvPr/>
        </p:nvGrpSpPr>
        <p:grpSpPr>
          <a:xfrm>
            <a:off x="7562766" y="1340614"/>
            <a:ext cx="327059" cy="360192"/>
            <a:chOff x="7562766" y="1514864"/>
            <a:chExt cx="327059" cy="360192"/>
          </a:xfrm>
        </p:grpSpPr>
        <p:sp>
          <p:nvSpPr>
            <p:cNvPr id="10330" name="Google Shape;10330;p64"/>
            <p:cNvSpPr/>
            <p:nvPr/>
          </p:nvSpPr>
          <p:spPr>
            <a:xfrm>
              <a:off x="7662418" y="1600289"/>
              <a:ext cx="127724" cy="165248"/>
            </a:xfrm>
            <a:custGeom>
              <a:avLst/>
              <a:gdLst/>
              <a:ahLst/>
              <a:cxnLst/>
              <a:rect l="l" t="t" r="r" b="b"/>
              <a:pathLst>
                <a:path w="4013" h="5192" extrusionOk="0">
                  <a:moveTo>
                    <a:pt x="2001" y="334"/>
                  </a:moveTo>
                  <a:cubicBezTo>
                    <a:pt x="2298" y="334"/>
                    <a:pt x="2548" y="513"/>
                    <a:pt x="2656" y="763"/>
                  </a:cubicBezTo>
                  <a:cubicBezTo>
                    <a:pt x="2679" y="846"/>
                    <a:pt x="2715" y="941"/>
                    <a:pt x="2715" y="1049"/>
                  </a:cubicBezTo>
                  <a:lnTo>
                    <a:pt x="2715" y="1227"/>
                  </a:lnTo>
                  <a:cubicBezTo>
                    <a:pt x="2441" y="1132"/>
                    <a:pt x="2322" y="846"/>
                    <a:pt x="2322" y="834"/>
                  </a:cubicBezTo>
                  <a:cubicBezTo>
                    <a:pt x="2298" y="775"/>
                    <a:pt x="2251" y="727"/>
                    <a:pt x="2179" y="727"/>
                  </a:cubicBezTo>
                  <a:cubicBezTo>
                    <a:pt x="2120" y="727"/>
                    <a:pt x="2060" y="763"/>
                    <a:pt x="2013" y="822"/>
                  </a:cubicBezTo>
                  <a:cubicBezTo>
                    <a:pt x="2013" y="822"/>
                    <a:pt x="1822" y="1180"/>
                    <a:pt x="1286" y="1239"/>
                  </a:cubicBezTo>
                  <a:lnTo>
                    <a:pt x="1286" y="1025"/>
                  </a:lnTo>
                  <a:cubicBezTo>
                    <a:pt x="1298" y="941"/>
                    <a:pt x="1310" y="846"/>
                    <a:pt x="1346" y="763"/>
                  </a:cubicBezTo>
                  <a:cubicBezTo>
                    <a:pt x="1453" y="513"/>
                    <a:pt x="1703" y="334"/>
                    <a:pt x="2001" y="334"/>
                  </a:cubicBezTo>
                  <a:close/>
                  <a:moveTo>
                    <a:pt x="2167" y="1180"/>
                  </a:moveTo>
                  <a:cubicBezTo>
                    <a:pt x="2263" y="1322"/>
                    <a:pt x="2465" y="1501"/>
                    <a:pt x="2727" y="1549"/>
                  </a:cubicBezTo>
                  <a:lnTo>
                    <a:pt x="2727" y="1775"/>
                  </a:lnTo>
                  <a:cubicBezTo>
                    <a:pt x="2727" y="2156"/>
                    <a:pt x="2429" y="2465"/>
                    <a:pt x="2048" y="2489"/>
                  </a:cubicBezTo>
                  <a:lnTo>
                    <a:pt x="1989" y="2489"/>
                  </a:lnTo>
                  <a:cubicBezTo>
                    <a:pt x="1596" y="2489"/>
                    <a:pt x="1298" y="2180"/>
                    <a:pt x="1298" y="1787"/>
                  </a:cubicBezTo>
                  <a:lnTo>
                    <a:pt x="1298" y="1561"/>
                  </a:lnTo>
                  <a:cubicBezTo>
                    <a:pt x="1727" y="1525"/>
                    <a:pt x="2001" y="1346"/>
                    <a:pt x="2167" y="1180"/>
                  </a:cubicBezTo>
                  <a:close/>
                  <a:moveTo>
                    <a:pt x="2215" y="2846"/>
                  </a:moveTo>
                  <a:lnTo>
                    <a:pt x="2132" y="3025"/>
                  </a:lnTo>
                  <a:lnTo>
                    <a:pt x="1906" y="3025"/>
                  </a:lnTo>
                  <a:lnTo>
                    <a:pt x="1810" y="2846"/>
                  </a:lnTo>
                  <a:close/>
                  <a:moveTo>
                    <a:pt x="2084" y="3347"/>
                  </a:moveTo>
                  <a:lnTo>
                    <a:pt x="2287" y="4180"/>
                  </a:lnTo>
                  <a:lnTo>
                    <a:pt x="2013" y="4442"/>
                  </a:lnTo>
                  <a:lnTo>
                    <a:pt x="1751" y="4180"/>
                  </a:lnTo>
                  <a:lnTo>
                    <a:pt x="1929" y="3347"/>
                  </a:lnTo>
                  <a:close/>
                  <a:moveTo>
                    <a:pt x="2572" y="2918"/>
                  </a:moveTo>
                  <a:cubicBezTo>
                    <a:pt x="2810" y="2989"/>
                    <a:pt x="3025" y="3120"/>
                    <a:pt x="3215" y="3311"/>
                  </a:cubicBezTo>
                  <a:cubicBezTo>
                    <a:pt x="3549" y="3620"/>
                    <a:pt x="3727" y="4025"/>
                    <a:pt x="3727" y="4442"/>
                  </a:cubicBezTo>
                  <a:lnTo>
                    <a:pt x="3668" y="4859"/>
                  </a:lnTo>
                  <a:lnTo>
                    <a:pt x="334" y="4859"/>
                  </a:lnTo>
                  <a:lnTo>
                    <a:pt x="334" y="4442"/>
                  </a:lnTo>
                  <a:cubicBezTo>
                    <a:pt x="334" y="4025"/>
                    <a:pt x="513" y="3620"/>
                    <a:pt x="834" y="3311"/>
                  </a:cubicBezTo>
                  <a:cubicBezTo>
                    <a:pt x="1013" y="3132"/>
                    <a:pt x="1239" y="2989"/>
                    <a:pt x="1477" y="2918"/>
                  </a:cubicBezTo>
                  <a:lnTo>
                    <a:pt x="1632" y="3204"/>
                  </a:lnTo>
                  <a:lnTo>
                    <a:pt x="1405" y="4192"/>
                  </a:lnTo>
                  <a:cubicBezTo>
                    <a:pt x="1394" y="4251"/>
                    <a:pt x="1405" y="4311"/>
                    <a:pt x="1453" y="4359"/>
                  </a:cubicBezTo>
                  <a:lnTo>
                    <a:pt x="1906" y="4775"/>
                  </a:lnTo>
                  <a:cubicBezTo>
                    <a:pt x="1941" y="4811"/>
                    <a:pt x="1989" y="4823"/>
                    <a:pt x="2025" y="4823"/>
                  </a:cubicBezTo>
                  <a:cubicBezTo>
                    <a:pt x="2072" y="4823"/>
                    <a:pt x="2096" y="4811"/>
                    <a:pt x="2144" y="4775"/>
                  </a:cubicBezTo>
                  <a:lnTo>
                    <a:pt x="2608" y="4359"/>
                  </a:lnTo>
                  <a:cubicBezTo>
                    <a:pt x="2656" y="4311"/>
                    <a:pt x="2668" y="4251"/>
                    <a:pt x="2656" y="4192"/>
                  </a:cubicBezTo>
                  <a:lnTo>
                    <a:pt x="2429" y="3204"/>
                  </a:lnTo>
                  <a:lnTo>
                    <a:pt x="2572" y="2918"/>
                  </a:lnTo>
                  <a:close/>
                  <a:moveTo>
                    <a:pt x="2001" y="1"/>
                  </a:moveTo>
                  <a:cubicBezTo>
                    <a:pt x="1417" y="1"/>
                    <a:pt x="953" y="465"/>
                    <a:pt x="953" y="1049"/>
                  </a:cubicBezTo>
                  <a:lnTo>
                    <a:pt x="953" y="1418"/>
                  </a:lnTo>
                  <a:lnTo>
                    <a:pt x="953" y="1787"/>
                  </a:lnTo>
                  <a:cubicBezTo>
                    <a:pt x="953" y="2120"/>
                    <a:pt x="1120" y="2418"/>
                    <a:pt x="1358" y="2608"/>
                  </a:cubicBezTo>
                  <a:cubicBezTo>
                    <a:pt x="572" y="2870"/>
                    <a:pt x="1" y="3608"/>
                    <a:pt x="1" y="4442"/>
                  </a:cubicBezTo>
                  <a:lnTo>
                    <a:pt x="1" y="5037"/>
                  </a:lnTo>
                  <a:cubicBezTo>
                    <a:pt x="1" y="5121"/>
                    <a:pt x="84" y="5192"/>
                    <a:pt x="167" y="5192"/>
                  </a:cubicBezTo>
                  <a:lnTo>
                    <a:pt x="3834" y="5192"/>
                  </a:lnTo>
                  <a:cubicBezTo>
                    <a:pt x="3918" y="5192"/>
                    <a:pt x="3989" y="5121"/>
                    <a:pt x="3989" y="5037"/>
                  </a:cubicBezTo>
                  <a:lnTo>
                    <a:pt x="3989" y="4442"/>
                  </a:lnTo>
                  <a:cubicBezTo>
                    <a:pt x="4013" y="3620"/>
                    <a:pt x="3430" y="2882"/>
                    <a:pt x="2644" y="2608"/>
                  </a:cubicBezTo>
                  <a:cubicBezTo>
                    <a:pt x="2882" y="2418"/>
                    <a:pt x="3037" y="2120"/>
                    <a:pt x="3037" y="1787"/>
                  </a:cubicBezTo>
                  <a:lnTo>
                    <a:pt x="3037" y="1418"/>
                  </a:lnTo>
                  <a:lnTo>
                    <a:pt x="3037" y="1049"/>
                  </a:lnTo>
                  <a:cubicBezTo>
                    <a:pt x="3037" y="465"/>
                    <a:pt x="2584"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64"/>
            <p:cNvSpPr/>
            <p:nvPr/>
          </p:nvSpPr>
          <p:spPr>
            <a:xfrm>
              <a:off x="7599527" y="1548951"/>
              <a:ext cx="258853" cy="154841"/>
            </a:xfrm>
            <a:custGeom>
              <a:avLst/>
              <a:gdLst/>
              <a:ahLst/>
              <a:cxnLst/>
              <a:rect l="l" t="t" r="r" b="b"/>
              <a:pathLst>
                <a:path w="8133" h="4865" extrusionOk="0">
                  <a:moveTo>
                    <a:pt x="3974" y="1"/>
                  </a:moveTo>
                  <a:cubicBezTo>
                    <a:pt x="3947" y="1"/>
                    <a:pt x="3923" y="7"/>
                    <a:pt x="3905" y="18"/>
                  </a:cubicBezTo>
                  <a:cubicBezTo>
                    <a:pt x="3882" y="42"/>
                    <a:pt x="1798" y="1269"/>
                    <a:pt x="238" y="1269"/>
                  </a:cubicBezTo>
                  <a:cubicBezTo>
                    <a:pt x="167" y="1269"/>
                    <a:pt x="95" y="1328"/>
                    <a:pt x="72" y="1411"/>
                  </a:cubicBezTo>
                  <a:cubicBezTo>
                    <a:pt x="72" y="1423"/>
                    <a:pt x="0" y="1912"/>
                    <a:pt x="0" y="2662"/>
                  </a:cubicBezTo>
                  <a:cubicBezTo>
                    <a:pt x="0" y="2745"/>
                    <a:pt x="72" y="2816"/>
                    <a:pt x="167" y="2816"/>
                  </a:cubicBezTo>
                  <a:cubicBezTo>
                    <a:pt x="250" y="2816"/>
                    <a:pt x="333" y="2745"/>
                    <a:pt x="333" y="2662"/>
                  </a:cubicBezTo>
                  <a:cubicBezTo>
                    <a:pt x="333" y="2162"/>
                    <a:pt x="357" y="1781"/>
                    <a:pt x="393" y="1590"/>
                  </a:cubicBezTo>
                  <a:cubicBezTo>
                    <a:pt x="1060" y="1554"/>
                    <a:pt x="1857" y="1352"/>
                    <a:pt x="2786" y="947"/>
                  </a:cubicBezTo>
                  <a:cubicBezTo>
                    <a:pt x="3346" y="697"/>
                    <a:pt x="3798" y="459"/>
                    <a:pt x="3977" y="352"/>
                  </a:cubicBezTo>
                  <a:cubicBezTo>
                    <a:pt x="4155" y="459"/>
                    <a:pt x="4596" y="697"/>
                    <a:pt x="5167" y="947"/>
                  </a:cubicBezTo>
                  <a:cubicBezTo>
                    <a:pt x="6084" y="1352"/>
                    <a:pt x="6894" y="1566"/>
                    <a:pt x="7561" y="1590"/>
                  </a:cubicBezTo>
                  <a:cubicBezTo>
                    <a:pt x="7608" y="2007"/>
                    <a:pt x="7715" y="3281"/>
                    <a:pt x="7394" y="4662"/>
                  </a:cubicBezTo>
                  <a:cubicBezTo>
                    <a:pt x="7382" y="4757"/>
                    <a:pt x="7430" y="4840"/>
                    <a:pt x="7513" y="4864"/>
                  </a:cubicBezTo>
                  <a:lnTo>
                    <a:pt x="7549" y="4864"/>
                  </a:lnTo>
                  <a:cubicBezTo>
                    <a:pt x="7620" y="4864"/>
                    <a:pt x="7692" y="4805"/>
                    <a:pt x="7715" y="4721"/>
                  </a:cubicBezTo>
                  <a:cubicBezTo>
                    <a:pt x="8132" y="3007"/>
                    <a:pt x="7894" y="1483"/>
                    <a:pt x="7894" y="1411"/>
                  </a:cubicBezTo>
                  <a:cubicBezTo>
                    <a:pt x="7870" y="1328"/>
                    <a:pt x="7799" y="1269"/>
                    <a:pt x="7727" y="1269"/>
                  </a:cubicBezTo>
                  <a:cubicBezTo>
                    <a:pt x="6168" y="1269"/>
                    <a:pt x="4096" y="42"/>
                    <a:pt x="4060" y="18"/>
                  </a:cubicBezTo>
                  <a:cubicBezTo>
                    <a:pt x="4030" y="7"/>
                    <a:pt x="4001" y="1"/>
                    <a:pt x="39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64"/>
            <p:cNvSpPr/>
            <p:nvPr/>
          </p:nvSpPr>
          <p:spPr>
            <a:xfrm>
              <a:off x="7599909" y="1648380"/>
              <a:ext cx="242175" cy="190679"/>
            </a:xfrm>
            <a:custGeom>
              <a:avLst/>
              <a:gdLst/>
              <a:ahLst/>
              <a:cxnLst/>
              <a:rect l="l" t="t" r="r" b="b"/>
              <a:pathLst>
                <a:path w="7609" h="5991" extrusionOk="0">
                  <a:moveTo>
                    <a:pt x="185" y="1"/>
                  </a:moveTo>
                  <a:cubicBezTo>
                    <a:pt x="179" y="1"/>
                    <a:pt x="173" y="1"/>
                    <a:pt x="167" y="2"/>
                  </a:cubicBezTo>
                  <a:cubicBezTo>
                    <a:pt x="71" y="2"/>
                    <a:pt x="0" y="97"/>
                    <a:pt x="12" y="181"/>
                  </a:cubicBezTo>
                  <a:cubicBezTo>
                    <a:pt x="95" y="1419"/>
                    <a:pt x="369" y="2502"/>
                    <a:pt x="869" y="3419"/>
                  </a:cubicBezTo>
                  <a:cubicBezTo>
                    <a:pt x="1536" y="4669"/>
                    <a:pt x="2560" y="5526"/>
                    <a:pt x="3929" y="5979"/>
                  </a:cubicBezTo>
                  <a:cubicBezTo>
                    <a:pt x="3941" y="5979"/>
                    <a:pt x="3965" y="5991"/>
                    <a:pt x="3989" y="5991"/>
                  </a:cubicBezTo>
                  <a:cubicBezTo>
                    <a:pt x="4001" y="5991"/>
                    <a:pt x="4024" y="5991"/>
                    <a:pt x="4048" y="5979"/>
                  </a:cubicBezTo>
                  <a:cubicBezTo>
                    <a:pt x="4941" y="5681"/>
                    <a:pt x="5691" y="5217"/>
                    <a:pt x="6287" y="4574"/>
                  </a:cubicBezTo>
                  <a:cubicBezTo>
                    <a:pt x="6882" y="3931"/>
                    <a:pt x="7322" y="3133"/>
                    <a:pt x="7608" y="2181"/>
                  </a:cubicBezTo>
                  <a:cubicBezTo>
                    <a:pt x="7608" y="2097"/>
                    <a:pt x="7560" y="2002"/>
                    <a:pt x="7477" y="1966"/>
                  </a:cubicBezTo>
                  <a:cubicBezTo>
                    <a:pt x="7463" y="1963"/>
                    <a:pt x="7448" y="1961"/>
                    <a:pt x="7434" y="1961"/>
                  </a:cubicBezTo>
                  <a:cubicBezTo>
                    <a:pt x="7358" y="1961"/>
                    <a:pt x="7293" y="2013"/>
                    <a:pt x="7263" y="2074"/>
                  </a:cubicBezTo>
                  <a:cubicBezTo>
                    <a:pt x="7001" y="2990"/>
                    <a:pt x="6560" y="3741"/>
                    <a:pt x="6013" y="4336"/>
                  </a:cubicBezTo>
                  <a:cubicBezTo>
                    <a:pt x="5465" y="4919"/>
                    <a:pt x="4774" y="5348"/>
                    <a:pt x="3977" y="5634"/>
                  </a:cubicBezTo>
                  <a:cubicBezTo>
                    <a:pt x="2727" y="5205"/>
                    <a:pt x="1774" y="4395"/>
                    <a:pt x="1143" y="3252"/>
                  </a:cubicBezTo>
                  <a:cubicBezTo>
                    <a:pt x="691" y="2383"/>
                    <a:pt x="417" y="1347"/>
                    <a:pt x="345" y="157"/>
                  </a:cubicBezTo>
                  <a:cubicBezTo>
                    <a:pt x="345" y="68"/>
                    <a:pt x="263"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64"/>
            <p:cNvSpPr/>
            <p:nvPr/>
          </p:nvSpPr>
          <p:spPr>
            <a:xfrm>
              <a:off x="7562766" y="1514864"/>
              <a:ext cx="327059" cy="360192"/>
            </a:xfrm>
            <a:custGeom>
              <a:avLst/>
              <a:gdLst/>
              <a:ahLst/>
              <a:cxnLst/>
              <a:rect l="l" t="t" r="r" b="b"/>
              <a:pathLst>
                <a:path w="10276" h="11317" extrusionOk="0">
                  <a:moveTo>
                    <a:pt x="5132" y="363"/>
                  </a:moveTo>
                  <a:cubicBezTo>
                    <a:pt x="5334" y="482"/>
                    <a:pt x="5906" y="792"/>
                    <a:pt x="6644" y="1125"/>
                  </a:cubicBezTo>
                  <a:cubicBezTo>
                    <a:pt x="7823" y="1625"/>
                    <a:pt x="8835" y="1899"/>
                    <a:pt x="9668" y="1923"/>
                  </a:cubicBezTo>
                  <a:cubicBezTo>
                    <a:pt x="9728" y="2375"/>
                    <a:pt x="9882" y="3947"/>
                    <a:pt x="9501" y="5673"/>
                  </a:cubicBezTo>
                  <a:cubicBezTo>
                    <a:pt x="9251" y="6888"/>
                    <a:pt x="8823" y="7912"/>
                    <a:pt x="8192" y="8757"/>
                  </a:cubicBezTo>
                  <a:cubicBezTo>
                    <a:pt x="7442" y="9781"/>
                    <a:pt x="6406" y="10531"/>
                    <a:pt x="5132" y="10972"/>
                  </a:cubicBezTo>
                  <a:cubicBezTo>
                    <a:pt x="3846" y="10543"/>
                    <a:pt x="2822" y="9805"/>
                    <a:pt x="2060" y="8769"/>
                  </a:cubicBezTo>
                  <a:cubicBezTo>
                    <a:pt x="1453" y="7936"/>
                    <a:pt x="1012" y="6900"/>
                    <a:pt x="750" y="5709"/>
                  </a:cubicBezTo>
                  <a:cubicBezTo>
                    <a:pt x="393" y="3983"/>
                    <a:pt x="536" y="2387"/>
                    <a:pt x="596" y="1923"/>
                  </a:cubicBezTo>
                  <a:cubicBezTo>
                    <a:pt x="1429" y="1899"/>
                    <a:pt x="2453" y="1625"/>
                    <a:pt x="3608" y="1125"/>
                  </a:cubicBezTo>
                  <a:cubicBezTo>
                    <a:pt x="4346" y="816"/>
                    <a:pt x="4917" y="482"/>
                    <a:pt x="5132" y="363"/>
                  </a:cubicBezTo>
                  <a:close/>
                  <a:moveTo>
                    <a:pt x="5129" y="0"/>
                  </a:moveTo>
                  <a:cubicBezTo>
                    <a:pt x="5102" y="0"/>
                    <a:pt x="5078" y="6"/>
                    <a:pt x="5060" y="18"/>
                  </a:cubicBezTo>
                  <a:cubicBezTo>
                    <a:pt x="5025" y="42"/>
                    <a:pt x="2417" y="1589"/>
                    <a:pt x="453" y="1589"/>
                  </a:cubicBezTo>
                  <a:cubicBezTo>
                    <a:pt x="381" y="1589"/>
                    <a:pt x="310" y="1649"/>
                    <a:pt x="298" y="1720"/>
                  </a:cubicBezTo>
                  <a:cubicBezTo>
                    <a:pt x="274" y="1792"/>
                    <a:pt x="0" y="3637"/>
                    <a:pt x="441" y="5757"/>
                  </a:cubicBezTo>
                  <a:cubicBezTo>
                    <a:pt x="691" y="7007"/>
                    <a:pt x="1155" y="8078"/>
                    <a:pt x="1810" y="8948"/>
                  </a:cubicBezTo>
                  <a:cubicBezTo>
                    <a:pt x="2620" y="10055"/>
                    <a:pt x="3727" y="10841"/>
                    <a:pt x="5096" y="11305"/>
                  </a:cubicBezTo>
                  <a:cubicBezTo>
                    <a:pt x="5120" y="11305"/>
                    <a:pt x="5132" y="11317"/>
                    <a:pt x="5156" y="11317"/>
                  </a:cubicBezTo>
                  <a:cubicBezTo>
                    <a:pt x="5179" y="11317"/>
                    <a:pt x="5191" y="11317"/>
                    <a:pt x="5215" y="11305"/>
                  </a:cubicBezTo>
                  <a:cubicBezTo>
                    <a:pt x="6584" y="10841"/>
                    <a:pt x="7692" y="10055"/>
                    <a:pt x="8513" y="8948"/>
                  </a:cubicBezTo>
                  <a:cubicBezTo>
                    <a:pt x="9144" y="8078"/>
                    <a:pt x="9609" y="6983"/>
                    <a:pt x="9882" y="5757"/>
                  </a:cubicBezTo>
                  <a:cubicBezTo>
                    <a:pt x="10275" y="3637"/>
                    <a:pt x="10001" y="1792"/>
                    <a:pt x="9978" y="1720"/>
                  </a:cubicBezTo>
                  <a:cubicBezTo>
                    <a:pt x="9966" y="1649"/>
                    <a:pt x="9894" y="1589"/>
                    <a:pt x="9823" y="1589"/>
                  </a:cubicBezTo>
                  <a:cubicBezTo>
                    <a:pt x="7858" y="1589"/>
                    <a:pt x="5251" y="42"/>
                    <a:pt x="5215" y="18"/>
                  </a:cubicBezTo>
                  <a:cubicBezTo>
                    <a:pt x="5185" y="6"/>
                    <a:pt x="5156" y="0"/>
                    <a:pt x="5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4" name="Google Shape;10334;p64"/>
          <p:cNvGrpSpPr/>
          <p:nvPr/>
        </p:nvGrpSpPr>
        <p:grpSpPr>
          <a:xfrm>
            <a:off x="6221229" y="1324423"/>
            <a:ext cx="361636" cy="362183"/>
            <a:chOff x="6259175" y="1559008"/>
            <a:chExt cx="271743" cy="272093"/>
          </a:xfrm>
        </p:grpSpPr>
        <p:sp>
          <p:nvSpPr>
            <p:cNvPr id="10335" name="Google Shape;10335;p64"/>
            <p:cNvSpPr/>
            <p:nvPr/>
          </p:nvSpPr>
          <p:spPr>
            <a:xfrm>
              <a:off x="6259175" y="1559008"/>
              <a:ext cx="271743" cy="272093"/>
            </a:xfrm>
            <a:custGeom>
              <a:avLst/>
              <a:gdLst/>
              <a:ahLst/>
              <a:cxnLst/>
              <a:rect l="l" t="t" r="r" b="b"/>
              <a:pathLst>
                <a:path w="8538" h="8549" extrusionOk="0">
                  <a:moveTo>
                    <a:pt x="4263" y="0"/>
                  </a:moveTo>
                  <a:cubicBezTo>
                    <a:pt x="3120" y="0"/>
                    <a:pt x="2049" y="453"/>
                    <a:pt x="1251" y="1250"/>
                  </a:cubicBezTo>
                  <a:cubicBezTo>
                    <a:pt x="441" y="2060"/>
                    <a:pt x="1" y="3131"/>
                    <a:pt x="1" y="4274"/>
                  </a:cubicBezTo>
                  <a:cubicBezTo>
                    <a:pt x="1" y="5417"/>
                    <a:pt x="441" y="6489"/>
                    <a:pt x="1251" y="7299"/>
                  </a:cubicBezTo>
                  <a:cubicBezTo>
                    <a:pt x="2049" y="8096"/>
                    <a:pt x="3120" y="8549"/>
                    <a:pt x="4263" y="8549"/>
                  </a:cubicBezTo>
                  <a:cubicBezTo>
                    <a:pt x="5418" y="8549"/>
                    <a:pt x="6490" y="8096"/>
                    <a:pt x="7287" y="7299"/>
                  </a:cubicBezTo>
                  <a:cubicBezTo>
                    <a:pt x="8097" y="6489"/>
                    <a:pt x="8537" y="5417"/>
                    <a:pt x="8537" y="4274"/>
                  </a:cubicBezTo>
                  <a:cubicBezTo>
                    <a:pt x="8526" y="4179"/>
                    <a:pt x="8526" y="4108"/>
                    <a:pt x="8526" y="4036"/>
                  </a:cubicBezTo>
                  <a:cubicBezTo>
                    <a:pt x="8526" y="3965"/>
                    <a:pt x="8466" y="3917"/>
                    <a:pt x="8383" y="3917"/>
                  </a:cubicBezTo>
                  <a:cubicBezTo>
                    <a:pt x="8311" y="3917"/>
                    <a:pt x="8276" y="3977"/>
                    <a:pt x="8276" y="4048"/>
                  </a:cubicBezTo>
                  <a:lnTo>
                    <a:pt x="8276" y="4274"/>
                  </a:lnTo>
                  <a:cubicBezTo>
                    <a:pt x="8276" y="5346"/>
                    <a:pt x="7859" y="6358"/>
                    <a:pt x="7097" y="7120"/>
                  </a:cubicBezTo>
                  <a:cubicBezTo>
                    <a:pt x="6335" y="7882"/>
                    <a:pt x="5323" y="8287"/>
                    <a:pt x="4251" y="8287"/>
                  </a:cubicBezTo>
                  <a:cubicBezTo>
                    <a:pt x="3180" y="8287"/>
                    <a:pt x="2168" y="7870"/>
                    <a:pt x="1406" y="7120"/>
                  </a:cubicBezTo>
                  <a:cubicBezTo>
                    <a:pt x="656" y="6358"/>
                    <a:pt x="239" y="5346"/>
                    <a:pt x="239" y="4274"/>
                  </a:cubicBezTo>
                  <a:cubicBezTo>
                    <a:pt x="239" y="3203"/>
                    <a:pt x="644" y="2191"/>
                    <a:pt x="1406" y="1429"/>
                  </a:cubicBezTo>
                  <a:cubicBezTo>
                    <a:pt x="2168" y="667"/>
                    <a:pt x="3180" y="250"/>
                    <a:pt x="4251" y="250"/>
                  </a:cubicBezTo>
                  <a:cubicBezTo>
                    <a:pt x="5204" y="250"/>
                    <a:pt x="6121" y="595"/>
                    <a:pt x="6847" y="1203"/>
                  </a:cubicBezTo>
                  <a:cubicBezTo>
                    <a:pt x="7561" y="1822"/>
                    <a:pt x="8049" y="2655"/>
                    <a:pt x="8216" y="3560"/>
                  </a:cubicBezTo>
                  <a:cubicBezTo>
                    <a:pt x="8227" y="3624"/>
                    <a:pt x="8276" y="3669"/>
                    <a:pt x="8337" y="3669"/>
                  </a:cubicBezTo>
                  <a:cubicBezTo>
                    <a:pt x="8344" y="3669"/>
                    <a:pt x="8352" y="3668"/>
                    <a:pt x="8359" y="3667"/>
                  </a:cubicBezTo>
                  <a:cubicBezTo>
                    <a:pt x="8430" y="3643"/>
                    <a:pt x="8478" y="3584"/>
                    <a:pt x="8466" y="3512"/>
                  </a:cubicBezTo>
                  <a:cubicBezTo>
                    <a:pt x="8287" y="2548"/>
                    <a:pt x="7775" y="1655"/>
                    <a:pt x="7025" y="1012"/>
                  </a:cubicBezTo>
                  <a:cubicBezTo>
                    <a:pt x="6251" y="357"/>
                    <a:pt x="5275" y="0"/>
                    <a:pt x="4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64"/>
            <p:cNvSpPr/>
            <p:nvPr/>
          </p:nvSpPr>
          <p:spPr>
            <a:xfrm>
              <a:off x="6278145" y="1577946"/>
              <a:ext cx="231927" cy="232309"/>
            </a:xfrm>
            <a:custGeom>
              <a:avLst/>
              <a:gdLst/>
              <a:ahLst/>
              <a:cxnLst/>
              <a:rect l="l" t="t" r="r" b="b"/>
              <a:pathLst>
                <a:path w="7287" h="7299" extrusionOk="0">
                  <a:moveTo>
                    <a:pt x="3643" y="0"/>
                  </a:moveTo>
                  <a:cubicBezTo>
                    <a:pt x="3119" y="0"/>
                    <a:pt x="2631" y="108"/>
                    <a:pt x="2155" y="322"/>
                  </a:cubicBezTo>
                  <a:cubicBezTo>
                    <a:pt x="1703" y="524"/>
                    <a:pt x="1310" y="810"/>
                    <a:pt x="964" y="1179"/>
                  </a:cubicBezTo>
                  <a:cubicBezTo>
                    <a:pt x="917" y="1227"/>
                    <a:pt x="917" y="1310"/>
                    <a:pt x="964" y="1358"/>
                  </a:cubicBezTo>
                  <a:cubicBezTo>
                    <a:pt x="988" y="1382"/>
                    <a:pt x="1021" y="1393"/>
                    <a:pt x="1054" y="1393"/>
                  </a:cubicBezTo>
                  <a:cubicBezTo>
                    <a:pt x="1086" y="1393"/>
                    <a:pt x="1119" y="1382"/>
                    <a:pt x="1143" y="1358"/>
                  </a:cubicBezTo>
                  <a:cubicBezTo>
                    <a:pt x="1453" y="1012"/>
                    <a:pt x="1822" y="750"/>
                    <a:pt x="2262" y="560"/>
                  </a:cubicBezTo>
                  <a:cubicBezTo>
                    <a:pt x="2691" y="358"/>
                    <a:pt x="3167" y="262"/>
                    <a:pt x="3643" y="262"/>
                  </a:cubicBezTo>
                  <a:cubicBezTo>
                    <a:pt x="5513" y="262"/>
                    <a:pt x="7037" y="1774"/>
                    <a:pt x="7037" y="3656"/>
                  </a:cubicBezTo>
                  <a:cubicBezTo>
                    <a:pt x="7037" y="5525"/>
                    <a:pt x="5513" y="7049"/>
                    <a:pt x="3643" y="7049"/>
                  </a:cubicBezTo>
                  <a:cubicBezTo>
                    <a:pt x="1762" y="7049"/>
                    <a:pt x="250" y="5525"/>
                    <a:pt x="250" y="3656"/>
                  </a:cubicBezTo>
                  <a:cubicBezTo>
                    <a:pt x="250" y="2977"/>
                    <a:pt x="441" y="2322"/>
                    <a:pt x="810" y="1774"/>
                  </a:cubicBezTo>
                  <a:cubicBezTo>
                    <a:pt x="857" y="1727"/>
                    <a:pt x="845" y="1655"/>
                    <a:pt x="786" y="1608"/>
                  </a:cubicBezTo>
                  <a:cubicBezTo>
                    <a:pt x="766" y="1596"/>
                    <a:pt x="743" y="1591"/>
                    <a:pt x="721" y="1591"/>
                  </a:cubicBezTo>
                  <a:cubicBezTo>
                    <a:pt x="676" y="1591"/>
                    <a:pt x="631" y="1612"/>
                    <a:pt x="607" y="1643"/>
                  </a:cubicBezTo>
                  <a:cubicBezTo>
                    <a:pt x="202" y="2239"/>
                    <a:pt x="0" y="2941"/>
                    <a:pt x="0" y="3656"/>
                  </a:cubicBezTo>
                  <a:cubicBezTo>
                    <a:pt x="0" y="4632"/>
                    <a:pt x="381" y="5537"/>
                    <a:pt x="1072" y="6227"/>
                  </a:cubicBezTo>
                  <a:cubicBezTo>
                    <a:pt x="1750" y="6906"/>
                    <a:pt x="2679" y="7299"/>
                    <a:pt x="3643" y="7299"/>
                  </a:cubicBezTo>
                  <a:cubicBezTo>
                    <a:pt x="4620" y="7299"/>
                    <a:pt x="5536" y="6906"/>
                    <a:pt x="6215" y="6227"/>
                  </a:cubicBezTo>
                  <a:cubicBezTo>
                    <a:pt x="6894" y="5537"/>
                    <a:pt x="7287" y="4620"/>
                    <a:pt x="7287" y="3656"/>
                  </a:cubicBezTo>
                  <a:cubicBezTo>
                    <a:pt x="7287" y="2679"/>
                    <a:pt x="6906" y="1763"/>
                    <a:pt x="6215" y="1072"/>
                  </a:cubicBezTo>
                  <a:cubicBezTo>
                    <a:pt x="5536" y="393"/>
                    <a:pt x="4608"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64"/>
            <p:cNvSpPr/>
            <p:nvPr/>
          </p:nvSpPr>
          <p:spPr>
            <a:xfrm>
              <a:off x="6297846" y="1690870"/>
              <a:ext cx="13272" cy="7607"/>
            </a:xfrm>
            <a:custGeom>
              <a:avLst/>
              <a:gdLst/>
              <a:ahLst/>
              <a:cxnLst/>
              <a:rect l="l" t="t" r="r" b="b"/>
              <a:pathLst>
                <a:path w="417" h="239" extrusionOk="0">
                  <a:moveTo>
                    <a:pt x="119" y="0"/>
                  </a:moveTo>
                  <a:cubicBezTo>
                    <a:pt x="48" y="0"/>
                    <a:pt x="0" y="36"/>
                    <a:pt x="0" y="120"/>
                  </a:cubicBezTo>
                  <a:cubicBezTo>
                    <a:pt x="0" y="191"/>
                    <a:pt x="60" y="239"/>
                    <a:pt x="119" y="239"/>
                  </a:cubicBezTo>
                  <a:lnTo>
                    <a:pt x="298" y="239"/>
                  </a:lnTo>
                  <a:cubicBezTo>
                    <a:pt x="369" y="239"/>
                    <a:pt x="417" y="179"/>
                    <a:pt x="417" y="120"/>
                  </a:cubicBezTo>
                  <a:cubicBezTo>
                    <a:pt x="417" y="60"/>
                    <a:pt x="357"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64"/>
            <p:cNvSpPr/>
            <p:nvPr/>
          </p:nvSpPr>
          <p:spPr>
            <a:xfrm>
              <a:off x="6390687" y="1598029"/>
              <a:ext cx="100448" cy="100448"/>
            </a:xfrm>
            <a:custGeom>
              <a:avLst/>
              <a:gdLst/>
              <a:ahLst/>
              <a:cxnLst/>
              <a:rect l="l" t="t" r="r" b="b"/>
              <a:pathLst>
                <a:path w="3156" h="3156" extrusionOk="0">
                  <a:moveTo>
                    <a:pt x="119" y="0"/>
                  </a:moveTo>
                  <a:cubicBezTo>
                    <a:pt x="60" y="0"/>
                    <a:pt x="0" y="60"/>
                    <a:pt x="0" y="119"/>
                  </a:cubicBezTo>
                  <a:lnTo>
                    <a:pt x="0" y="3037"/>
                  </a:lnTo>
                  <a:cubicBezTo>
                    <a:pt x="0" y="3108"/>
                    <a:pt x="60" y="3156"/>
                    <a:pt x="119" y="3156"/>
                  </a:cubicBezTo>
                  <a:lnTo>
                    <a:pt x="3036" y="3156"/>
                  </a:lnTo>
                  <a:cubicBezTo>
                    <a:pt x="3108" y="3156"/>
                    <a:pt x="3155" y="3096"/>
                    <a:pt x="3155" y="3037"/>
                  </a:cubicBezTo>
                  <a:cubicBezTo>
                    <a:pt x="3155" y="2977"/>
                    <a:pt x="3096" y="2917"/>
                    <a:pt x="3036" y="2917"/>
                  </a:cubicBezTo>
                  <a:lnTo>
                    <a:pt x="250" y="2917"/>
                  </a:lnTo>
                  <a:lnTo>
                    <a:pt x="250" y="119"/>
                  </a:lnTo>
                  <a:lnTo>
                    <a:pt x="238" y="119"/>
                  </a:lnTo>
                  <a:cubicBezTo>
                    <a:pt x="238" y="48"/>
                    <a:pt x="179" y="0"/>
                    <a:pt x="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64"/>
            <p:cNvSpPr/>
            <p:nvPr/>
          </p:nvSpPr>
          <p:spPr>
            <a:xfrm>
              <a:off x="6390305" y="1778013"/>
              <a:ext cx="7607" cy="13304"/>
            </a:xfrm>
            <a:custGeom>
              <a:avLst/>
              <a:gdLst/>
              <a:ahLst/>
              <a:cxnLst/>
              <a:rect l="l" t="t" r="r" b="b"/>
              <a:pathLst>
                <a:path w="239" h="418" extrusionOk="0">
                  <a:moveTo>
                    <a:pt x="119" y="1"/>
                  </a:moveTo>
                  <a:cubicBezTo>
                    <a:pt x="60" y="1"/>
                    <a:pt x="0" y="60"/>
                    <a:pt x="0" y="120"/>
                  </a:cubicBezTo>
                  <a:lnTo>
                    <a:pt x="0" y="299"/>
                  </a:lnTo>
                  <a:cubicBezTo>
                    <a:pt x="0" y="370"/>
                    <a:pt x="60" y="418"/>
                    <a:pt x="119" y="418"/>
                  </a:cubicBezTo>
                  <a:cubicBezTo>
                    <a:pt x="179" y="418"/>
                    <a:pt x="238" y="358"/>
                    <a:pt x="238" y="299"/>
                  </a:cubicBezTo>
                  <a:lnTo>
                    <a:pt x="238" y="120"/>
                  </a:lnTo>
                  <a:cubicBezTo>
                    <a:pt x="238" y="49"/>
                    <a:pt x="179" y="1"/>
                    <a:pt x="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64"/>
            <p:cNvSpPr/>
            <p:nvPr/>
          </p:nvSpPr>
          <p:spPr>
            <a:xfrm>
              <a:off x="6324358" y="1624923"/>
              <a:ext cx="12922" cy="11776"/>
            </a:xfrm>
            <a:custGeom>
              <a:avLst/>
              <a:gdLst/>
              <a:ahLst/>
              <a:cxnLst/>
              <a:rect l="l" t="t" r="r" b="b"/>
              <a:pathLst>
                <a:path w="406" h="370" extrusionOk="0">
                  <a:moveTo>
                    <a:pt x="133" y="1"/>
                  </a:moveTo>
                  <a:cubicBezTo>
                    <a:pt x="99" y="1"/>
                    <a:pt x="66" y="13"/>
                    <a:pt x="48" y="36"/>
                  </a:cubicBezTo>
                  <a:cubicBezTo>
                    <a:pt x="1" y="72"/>
                    <a:pt x="1" y="167"/>
                    <a:pt x="48" y="215"/>
                  </a:cubicBezTo>
                  <a:lnTo>
                    <a:pt x="179" y="346"/>
                  </a:lnTo>
                  <a:cubicBezTo>
                    <a:pt x="215" y="370"/>
                    <a:pt x="239" y="370"/>
                    <a:pt x="274" y="370"/>
                  </a:cubicBezTo>
                  <a:cubicBezTo>
                    <a:pt x="298" y="370"/>
                    <a:pt x="334" y="358"/>
                    <a:pt x="358" y="346"/>
                  </a:cubicBezTo>
                  <a:cubicBezTo>
                    <a:pt x="405" y="298"/>
                    <a:pt x="405" y="215"/>
                    <a:pt x="358" y="167"/>
                  </a:cubicBezTo>
                  <a:lnTo>
                    <a:pt x="227" y="36"/>
                  </a:lnTo>
                  <a:cubicBezTo>
                    <a:pt x="203" y="13"/>
                    <a:pt x="167" y="1"/>
                    <a:pt x="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64"/>
            <p:cNvSpPr/>
            <p:nvPr/>
          </p:nvSpPr>
          <p:spPr>
            <a:xfrm>
              <a:off x="6451700" y="1752265"/>
              <a:ext cx="12890" cy="11776"/>
            </a:xfrm>
            <a:custGeom>
              <a:avLst/>
              <a:gdLst/>
              <a:ahLst/>
              <a:cxnLst/>
              <a:rect l="l" t="t" r="r" b="b"/>
              <a:pathLst>
                <a:path w="405" h="370" extrusionOk="0">
                  <a:moveTo>
                    <a:pt x="133" y="0"/>
                  </a:moveTo>
                  <a:cubicBezTo>
                    <a:pt x="101" y="0"/>
                    <a:pt x="72" y="12"/>
                    <a:pt x="48" y="36"/>
                  </a:cubicBezTo>
                  <a:cubicBezTo>
                    <a:pt x="0" y="84"/>
                    <a:pt x="0" y="167"/>
                    <a:pt x="48" y="215"/>
                  </a:cubicBezTo>
                  <a:lnTo>
                    <a:pt x="179" y="346"/>
                  </a:lnTo>
                  <a:cubicBezTo>
                    <a:pt x="214" y="369"/>
                    <a:pt x="238" y="369"/>
                    <a:pt x="274" y="369"/>
                  </a:cubicBezTo>
                  <a:cubicBezTo>
                    <a:pt x="298" y="369"/>
                    <a:pt x="333" y="357"/>
                    <a:pt x="357" y="346"/>
                  </a:cubicBezTo>
                  <a:cubicBezTo>
                    <a:pt x="405" y="298"/>
                    <a:pt x="405" y="215"/>
                    <a:pt x="357" y="167"/>
                  </a:cubicBezTo>
                  <a:lnTo>
                    <a:pt x="226" y="36"/>
                  </a:lnTo>
                  <a:cubicBezTo>
                    <a:pt x="197" y="12"/>
                    <a:pt x="164" y="0"/>
                    <a:pt x="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64"/>
            <p:cNvSpPr/>
            <p:nvPr/>
          </p:nvSpPr>
          <p:spPr>
            <a:xfrm>
              <a:off x="6451700" y="1624923"/>
              <a:ext cx="12890" cy="11776"/>
            </a:xfrm>
            <a:custGeom>
              <a:avLst/>
              <a:gdLst/>
              <a:ahLst/>
              <a:cxnLst/>
              <a:rect l="l" t="t" r="r" b="b"/>
              <a:pathLst>
                <a:path w="405" h="370" extrusionOk="0">
                  <a:moveTo>
                    <a:pt x="272" y="1"/>
                  </a:moveTo>
                  <a:cubicBezTo>
                    <a:pt x="238" y="1"/>
                    <a:pt x="202" y="13"/>
                    <a:pt x="179" y="36"/>
                  </a:cubicBezTo>
                  <a:lnTo>
                    <a:pt x="48" y="167"/>
                  </a:lnTo>
                  <a:cubicBezTo>
                    <a:pt x="0" y="215"/>
                    <a:pt x="0" y="298"/>
                    <a:pt x="48" y="346"/>
                  </a:cubicBezTo>
                  <a:cubicBezTo>
                    <a:pt x="83" y="370"/>
                    <a:pt x="107" y="370"/>
                    <a:pt x="143" y="370"/>
                  </a:cubicBezTo>
                  <a:cubicBezTo>
                    <a:pt x="167" y="370"/>
                    <a:pt x="202" y="370"/>
                    <a:pt x="226" y="346"/>
                  </a:cubicBezTo>
                  <a:lnTo>
                    <a:pt x="357" y="215"/>
                  </a:lnTo>
                  <a:cubicBezTo>
                    <a:pt x="405" y="167"/>
                    <a:pt x="405" y="72"/>
                    <a:pt x="357" y="36"/>
                  </a:cubicBezTo>
                  <a:cubicBezTo>
                    <a:pt x="339" y="13"/>
                    <a:pt x="307" y="1"/>
                    <a:pt x="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64"/>
            <p:cNvSpPr/>
            <p:nvPr/>
          </p:nvSpPr>
          <p:spPr>
            <a:xfrm>
              <a:off x="6324358" y="1751883"/>
              <a:ext cx="12922" cy="11776"/>
            </a:xfrm>
            <a:custGeom>
              <a:avLst/>
              <a:gdLst/>
              <a:ahLst/>
              <a:cxnLst/>
              <a:rect l="l" t="t" r="r" b="b"/>
              <a:pathLst>
                <a:path w="406" h="370" extrusionOk="0">
                  <a:moveTo>
                    <a:pt x="268" y="0"/>
                  </a:moveTo>
                  <a:cubicBezTo>
                    <a:pt x="236" y="0"/>
                    <a:pt x="203" y="12"/>
                    <a:pt x="179" y="36"/>
                  </a:cubicBezTo>
                  <a:lnTo>
                    <a:pt x="48" y="167"/>
                  </a:lnTo>
                  <a:cubicBezTo>
                    <a:pt x="1" y="227"/>
                    <a:pt x="1" y="298"/>
                    <a:pt x="48" y="346"/>
                  </a:cubicBezTo>
                  <a:cubicBezTo>
                    <a:pt x="72" y="369"/>
                    <a:pt x="108" y="369"/>
                    <a:pt x="132" y="369"/>
                  </a:cubicBezTo>
                  <a:cubicBezTo>
                    <a:pt x="167" y="369"/>
                    <a:pt x="191" y="358"/>
                    <a:pt x="227" y="346"/>
                  </a:cubicBezTo>
                  <a:lnTo>
                    <a:pt x="358" y="215"/>
                  </a:lnTo>
                  <a:cubicBezTo>
                    <a:pt x="405" y="167"/>
                    <a:pt x="405" y="72"/>
                    <a:pt x="358" y="36"/>
                  </a:cubicBezTo>
                  <a:cubicBezTo>
                    <a:pt x="334" y="12"/>
                    <a:pt x="301" y="0"/>
                    <a:pt x="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64"/>
            <p:cNvSpPr/>
            <p:nvPr/>
          </p:nvSpPr>
          <p:spPr>
            <a:xfrm>
              <a:off x="6304657" y="1653823"/>
              <a:ext cx="14036" cy="10567"/>
            </a:xfrm>
            <a:custGeom>
              <a:avLst/>
              <a:gdLst/>
              <a:ahLst/>
              <a:cxnLst/>
              <a:rect l="l" t="t" r="r" b="b"/>
              <a:pathLst>
                <a:path w="441" h="332" extrusionOk="0">
                  <a:moveTo>
                    <a:pt x="143" y="0"/>
                  </a:moveTo>
                  <a:cubicBezTo>
                    <a:pt x="97" y="0"/>
                    <a:pt x="51" y="25"/>
                    <a:pt x="24" y="69"/>
                  </a:cubicBezTo>
                  <a:cubicBezTo>
                    <a:pt x="0" y="129"/>
                    <a:pt x="24" y="212"/>
                    <a:pt x="84" y="236"/>
                  </a:cubicBezTo>
                  <a:lnTo>
                    <a:pt x="250" y="307"/>
                  </a:lnTo>
                  <a:cubicBezTo>
                    <a:pt x="262" y="307"/>
                    <a:pt x="274" y="331"/>
                    <a:pt x="298" y="331"/>
                  </a:cubicBezTo>
                  <a:cubicBezTo>
                    <a:pt x="334" y="331"/>
                    <a:pt x="381" y="295"/>
                    <a:pt x="417" y="260"/>
                  </a:cubicBezTo>
                  <a:cubicBezTo>
                    <a:pt x="441" y="200"/>
                    <a:pt x="417" y="117"/>
                    <a:pt x="358" y="93"/>
                  </a:cubicBezTo>
                  <a:lnTo>
                    <a:pt x="191" y="10"/>
                  </a:lnTo>
                  <a:cubicBezTo>
                    <a:pt x="176" y="3"/>
                    <a:pt x="159"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64"/>
            <p:cNvSpPr/>
            <p:nvPr/>
          </p:nvSpPr>
          <p:spPr>
            <a:xfrm>
              <a:off x="6469874" y="1724511"/>
              <a:ext cx="14068" cy="10344"/>
            </a:xfrm>
            <a:custGeom>
              <a:avLst/>
              <a:gdLst/>
              <a:ahLst/>
              <a:cxnLst/>
              <a:rect l="l" t="t" r="r" b="b"/>
              <a:pathLst>
                <a:path w="442" h="325" extrusionOk="0">
                  <a:moveTo>
                    <a:pt x="140" y="1"/>
                  </a:moveTo>
                  <a:cubicBezTo>
                    <a:pt x="95" y="1"/>
                    <a:pt x="50" y="31"/>
                    <a:pt x="24" y="75"/>
                  </a:cubicBezTo>
                  <a:cubicBezTo>
                    <a:pt x="1" y="134"/>
                    <a:pt x="24" y="206"/>
                    <a:pt x="84" y="241"/>
                  </a:cubicBezTo>
                  <a:lnTo>
                    <a:pt x="251" y="313"/>
                  </a:lnTo>
                  <a:cubicBezTo>
                    <a:pt x="263" y="313"/>
                    <a:pt x="286" y="325"/>
                    <a:pt x="298" y="325"/>
                  </a:cubicBezTo>
                  <a:cubicBezTo>
                    <a:pt x="346" y="325"/>
                    <a:pt x="382" y="301"/>
                    <a:pt x="417" y="253"/>
                  </a:cubicBezTo>
                  <a:cubicBezTo>
                    <a:pt x="441" y="194"/>
                    <a:pt x="417" y="122"/>
                    <a:pt x="358" y="86"/>
                  </a:cubicBezTo>
                  <a:lnTo>
                    <a:pt x="191" y="15"/>
                  </a:lnTo>
                  <a:cubicBezTo>
                    <a:pt x="175" y="5"/>
                    <a:pt x="157" y="1"/>
                    <a:pt x="1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64"/>
            <p:cNvSpPr/>
            <p:nvPr/>
          </p:nvSpPr>
          <p:spPr>
            <a:xfrm>
              <a:off x="6424392" y="1605158"/>
              <a:ext cx="11394" cy="13368"/>
            </a:xfrm>
            <a:custGeom>
              <a:avLst/>
              <a:gdLst/>
              <a:ahLst/>
              <a:cxnLst/>
              <a:rect l="l" t="t" r="r" b="b"/>
              <a:pathLst>
                <a:path w="358" h="420" extrusionOk="0">
                  <a:moveTo>
                    <a:pt x="212" y="0"/>
                  </a:moveTo>
                  <a:cubicBezTo>
                    <a:pt x="168" y="0"/>
                    <a:pt x="125" y="31"/>
                    <a:pt x="108" y="74"/>
                  </a:cubicBezTo>
                  <a:lnTo>
                    <a:pt x="25" y="229"/>
                  </a:lnTo>
                  <a:cubicBezTo>
                    <a:pt x="1" y="288"/>
                    <a:pt x="25" y="372"/>
                    <a:pt x="84" y="396"/>
                  </a:cubicBezTo>
                  <a:cubicBezTo>
                    <a:pt x="108" y="419"/>
                    <a:pt x="120" y="419"/>
                    <a:pt x="132" y="419"/>
                  </a:cubicBezTo>
                  <a:cubicBezTo>
                    <a:pt x="179" y="419"/>
                    <a:pt x="215" y="384"/>
                    <a:pt x="251" y="336"/>
                  </a:cubicBezTo>
                  <a:lnTo>
                    <a:pt x="322" y="181"/>
                  </a:lnTo>
                  <a:cubicBezTo>
                    <a:pt x="358" y="122"/>
                    <a:pt x="322" y="38"/>
                    <a:pt x="263" y="15"/>
                  </a:cubicBezTo>
                  <a:cubicBezTo>
                    <a:pt x="246" y="5"/>
                    <a:pt x="229"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64"/>
            <p:cNvSpPr/>
            <p:nvPr/>
          </p:nvSpPr>
          <p:spPr>
            <a:xfrm>
              <a:off x="6353926" y="1770916"/>
              <a:ext cx="11394" cy="13208"/>
            </a:xfrm>
            <a:custGeom>
              <a:avLst/>
              <a:gdLst/>
              <a:ahLst/>
              <a:cxnLst/>
              <a:rect l="l" t="t" r="r" b="b"/>
              <a:pathLst>
                <a:path w="358" h="415" extrusionOk="0">
                  <a:moveTo>
                    <a:pt x="214" y="0"/>
                  </a:moveTo>
                  <a:cubicBezTo>
                    <a:pt x="168" y="0"/>
                    <a:pt x="122" y="25"/>
                    <a:pt x="96" y="69"/>
                  </a:cubicBezTo>
                  <a:lnTo>
                    <a:pt x="24" y="236"/>
                  </a:lnTo>
                  <a:cubicBezTo>
                    <a:pt x="0" y="295"/>
                    <a:pt x="24" y="367"/>
                    <a:pt x="84" y="402"/>
                  </a:cubicBezTo>
                  <a:cubicBezTo>
                    <a:pt x="96" y="402"/>
                    <a:pt x="119" y="414"/>
                    <a:pt x="131" y="414"/>
                  </a:cubicBezTo>
                  <a:cubicBezTo>
                    <a:pt x="179" y="414"/>
                    <a:pt x="215" y="391"/>
                    <a:pt x="250" y="343"/>
                  </a:cubicBezTo>
                  <a:lnTo>
                    <a:pt x="322" y="176"/>
                  </a:lnTo>
                  <a:cubicBezTo>
                    <a:pt x="357" y="117"/>
                    <a:pt x="322" y="45"/>
                    <a:pt x="262" y="10"/>
                  </a:cubicBezTo>
                  <a:cubicBezTo>
                    <a:pt x="247" y="3"/>
                    <a:pt x="231"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64"/>
            <p:cNvSpPr/>
            <p:nvPr/>
          </p:nvSpPr>
          <p:spPr>
            <a:xfrm>
              <a:off x="6355040" y="1604363"/>
              <a:ext cx="11044" cy="13399"/>
            </a:xfrm>
            <a:custGeom>
              <a:avLst/>
              <a:gdLst/>
              <a:ahLst/>
              <a:cxnLst/>
              <a:rect l="l" t="t" r="r" b="b"/>
              <a:pathLst>
                <a:path w="347" h="421" extrusionOk="0">
                  <a:moveTo>
                    <a:pt x="127" y="1"/>
                  </a:moveTo>
                  <a:cubicBezTo>
                    <a:pt x="116" y="1"/>
                    <a:pt x="106" y="2"/>
                    <a:pt x="96" y="4"/>
                  </a:cubicBezTo>
                  <a:cubicBezTo>
                    <a:pt x="37" y="40"/>
                    <a:pt x="1" y="111"/>
                    <a:pt x="25" y="171"/>
                  </a:cubicBezTo>
                  <a:lnTo>
                    <a:pt x="96" y="337"/>
                  </a:lnTo>
                  <a:cubicBezTo>
                    <a:pt x="120" y="397"/>
                    <a:pt x="168" y="421"/>
                    <a:pt x="215" y="421"/>
                  </a:cubicBezTo>
                  <a:cubicBezTo>
                    <a:pt x="227" y="421"/>
                    <a:pt x="239" y="421"/>
                    <a:pt x="263" y="409"/>
                  </a:cubicBezTo>
                  <a:cubicBezTo>
                    <a:pt x="322" y="373"/>
                    <a:pt x="346" y="301"/>
                    <a:pt x="334" y="242"/>
                  </a:cubicBezTo>
                  <a:lnTo>
                    <a:pt x="263" y="75"/>
                  </a:lnTo>
                  <a:cubicBezTo>
                    <a:pt x="233" y="26"/>
                    <a:pt x="179" y="1"/>
                    <a:pt x="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64"/>
            <p:cNvSpPr/>
            <p:nvPr/>
          </p:nvSpPr>
          <p:spPr>
            <a:xfrm>
              <a:off x="6422514" y="1771489"/>
              <a:ext cx="11012" cy="13017"/>
            </a:xfrm>
            <a:custGeom>
              <a:avLst/>
              <a:gdLst/>
              <a:ahLst/>
              <a:cxnLst/>
              <a:rect l="l" t="t" r="r" b="b"/>
              <a:pathLst>
                <a:path w="346" h="409" extrusionOk="0">
                  <a:moveTo>
                    <a:pt x="151" y="1"/>
                  </a:moveTo>
                  <a:cubicBezTo>
                    <a:pt x="130" y="1"/>
                    <a:pt x="107" y="5"/>
                    <a:pt x="84" y="15"/>
                  </a:cubicBezTo>
                  <a:cubicBezTo>
                    <a:pt x="24" y="39"/>
                    <a:pt x="0" y="111"/>
                    <a:pt x="12" y="170"/>
                  </a:cubicBezTo>
                  <a:lnTo>
                    <a:pt x="84" y="337"/>
                  </a:lnTo>
                  <a:cubicBezTo>
                    <a:pt x="107" y="384"/>
                    <a:pt x="143" y="408"/>
                    <a:pt x="203" y="408"/>
                  </a:cubicBezTo>
                  <a:cubicBezTo>
                    <a:pt x="227" y="408"/>
                    <a:pt x="238" y="408"/>
                    <a:pt x="250" y="396"/>
                  </a:cubicBezTo>
                  <a:cubicBezTo>
                    <a:pt x="310" y="373"/>
                    <a:pt x="346" y="289"/>
                    <a:pt x="322" y="230"/>
                  </a:cubicBezTo>
                  <a:lnTo>
                    <a:pt x="250" y="63"/>
                  </a:lnTo>
                  <a:cubicBezTo>
                    <a:pt x="242" y="29"/>
                    <a:pt x="203" y="1"/>
                    <a:pt x="1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64"/>
            <p:cNvSpPr/>
            <p:nvPr/>
          </p:nvSpPr>
          <p:spPr>
            <a:xfrm>
              <a:off x="6470637" y="1655541"/>
              <a:ext cx="14036" cy="10726"/>
            </a:xfrm>
            <a:custGeom>
              <a:avLst/>
              <a:gdLst/>
              <a:ahLst/>
              <a:cxnLst/>
              <a:rect l="l" t="t" r="r" b="b"/>
              <a:pathLst>
                <a:path w="441" h="337" extrusionOk="0">
                  <a:moveTo>
                    <a:pt x="293" y="0"/>
                  </a:moveTo>
                  <a:cubicBezTo>
                    <a:pt x="282" y="0"/>
                    <a:pt x="272" y="1"/>
                    <a:pt x="262" y="3"/>
                  </a:cubicBezTo>
                  <a:lnTo>
                    <a:pt x="96" y="75"/>
                  </a:lnTo>
                  <a:cubicBezTo>
                    <a:pt x="36" y="110"/>
                    <a:pt x="0" y="182"/>
                    <a:pt x="24" y="241"/>
                  </a:cubicBezTo>
                  <a:cubicBezTo>
                    <a:pt x="48" y="301"/>
                    <a:pt x="96" y="337"/>
                    <a:pt x="143" y="337"/>
                  </a:cubicBezTo>
                  <a:cubicBezTo>
                    <a:pt x="155" y="337"/>
                    <a:pt x="167" y="337"/>
                    <a:pt x="179" y="313"/>
                  </a:cubicBezTo>
                  <a:lnTo>
                    <a:pt x="346" y="241"/>
                  </a:lnTo>
                  <a:cubicBezTo>
                    <a:pt x="405" y="217"/>
                    <a:pt x="441" y="134"/>
                    <a:pt x="417" y="75"/>
                  </a:cubicBezTo>
                  <a:cubicBezTo>
                    <a:pt x="397" y="25"/>
                    <a:pt x="344"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64"/>
            <p:cNvSpPr/>
            <p:nvPr/>
          </p:nvSpPr>
          <p:spPr>
            <a:xfrm>
              <a:off x="6303893" y="1723175"/>
              <a:ext cx="13686" cy="10153"/>
            </a:xfrm>
            <a:custGeom>
              <a:avLst/>
              <a:gdLst/>
              <a:ahLst/>
              <a:cxnLst/>
              <a:rect l="l" t="t" r="r" b="b"/>
              <a:pathLst>
                <a:path w="430" h="319" extrusionOk="0">
                  <a:moveTo>
                    <a:pt x="317" y="0"/>
                  </a:moveTo>
                  <a:cubicBezTo>
                    <a:pt x="299" y="0"/>
                    <a:pt x="281" y="3"/>
                    <a:pt x="263" y="9"/>
                  </a:cubicBezTo>
                  <a:lnTo>
                    <a:pt x="96" y="81"/>
                  </a:lnTo>
                  <a:cubicBezTo>
                    <a:pt x="36" y="117"/>
                    <a:pt x="1" y="188"/>
                    <a:pt x="24" y="248"/>
                  </a:cubicBezTo>
                  <a:cubicBezTo>
                    <a:pt x="36" y="295"/>
                    <a:pt x="84" y="319"/>
                    <a:pt x="144" y="319"/>
                  </a:cubicBezTo>
                  <a:cubicBezTo>
                    <a:pt x="155" y="319"/>
                    <a:pt x="167" y="319"/>
                    <a:pt x="179" y="307"/>
                  </a:cubicBezTo>
                  <a:lnTo>
                    <a:pt x="346" y="236"/>
                  </a:lnTo>
                  <a:cubicBezTo>
                    <a:pt x="405" y="200"/>
                    <a:pt x="429" y="128"/>
                    <a:pt x="417" y="69"/>
                  </a:cubicBezTo>
                  <a:cubicBezTo>
                    <a:pt x="409" y="25"/>
                    <a:pt x="367"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2" name="Google Shape;10352;p64"/>
          <p:cNvGrpSpPr/>
          <p:nvPr/>
        </p:nvGrpSpPr>
        <p:grpSpPr>
          <a:xfrm>
            <a:off x="6671087" y="1835054"/>
            <a:ext cx="332757" cy="281833"/>
            <a:chOff x="6671087" y="2009304"/>
            <a:chExt cx="332757" cy="281833"/>
          </a:xfrm>
        </p:grpSpPr>
        <p:sp>
          <p:nvSpPr>
            <p:cNvPr id="10353" name="Google Shape;10353;p64"/>
            <p:cNvSpPr/>
            <p:nvPr/>
          </p:nvSpPr>
          <p:spPr>
            <a:xfrm>
              <a:off x="6671087" y="2023658"/>
              <a:ext cx="331993" cy="267478"/>
            </a:xfrm>
            <a:custGeom>
              <a:avLst/>
              <a:gdLst/>
              <a:ahLst/>
              <a:cxnLst/>
              <a:rect l="l" t="t" r="r" b="b"/>
              <a:pathLst>
                <a:path w="10431" h="8404" extrusionOk="0">
                  <a:moveTo>
                    <a:pt x="6359" y="2272"/>
                  </a:moveTo>
                  <a:lnTo>
                    <a:pt x="7192" y="2546"/>
                  </a:lnTo>
                  <a:cubicBezTo>
                    <a:pt x="7203" y="2553"/>
                    <a:pt x="7215" y="2556"/>
                    <a:pt x="7228" y="2556"/>
                  </a:cubicBezTo>
                  <a:cubicBezTo>
                    <a:pt x="7261" y="2556"/>
                    <a:pt x="7298" y="2539"/>
                    <a:pt x="7323" y="2522"/>
                  </a:cubicBezTo>
                  <a:lnTo>
                    <a:pt x="7585" y="2332"/>
                  </a:lnTo>
                  <a:lnTo>
                    <a:pt x="9419" y="4725"/>
                  </a:lnTo>
                  <a:lnTo>
                    <a:pt x="9109" y="4951"/>
                  </a:lnTo>
                  <a:cubicBezTo>
                    <a:pt x="9097" y="4927"/>
                    <a:pt x="9061" y="4915"/>
                    <a:pt x="9050" y="4903"/>
                  </a:cubicBezTo>
                  <a:lnTo>
                    <a:pt x="5882" y="3177"/>
                  </a:lnTo>
                  <a:lnTo>
                    <a:pt x="6002" y="2987"/>
                  </a:lnTo>
                  <a:cubicBezTo>
                    <a:pt x="6049" y="2903"/>
                    <a:pt x="6025" y="2820"/>
                    <a:pt x="5954" y="2772"/>
                  </a:cubicBezTo>
                  <a:cubicBezTo>
                    <a:pt x="5929" y="2755"/>
                    <a:pt x="5900" y="2747"/>
                    <a:pt x="5873" y="2747"/>
                  </a:cubicBezTo>
                  <a:cubicBezTo>
                    <a:pt x="5822" y="2747"/>
                    <a:pt x="5775" y="2774"/>
                    <a:pt x="5752" y="2820"/>
                  </a:cubicBezTo>
                  <a:lnTo>
                    <a:pt x="5418" y="3356"/>
                  </a:lnTo>
                  <a:cubicBezTo>
                    <a:pt x="5406" y="3379"/>
                    <a:pt x="5382" y="3415"/>
                    <a:pt x="5382" y="3427"/>
                  </a:cubicBezTo>
                  <a:lnTo>
                    <a:pt x="5382" y="4725"/>
                  </a:lnTo>
                  <a:cubicBezTo>
                    <a:pt x="5382" y="4987"/>
                    <a:pt x="5168" y="5213"/>
                    <a:pt x="4894" y="5213"/>
                  </a:cubicBezTo>
                  <a:cubicBezTo>
                    <a:pt x="4632" y="5213"/>
                    <a:pt x="4406" y="4987"/>
                    <a:pt x="4406" y="4725"/>
                  </a:cubicBezTo>
                  <a:lnTo>
                    <a:pt x="4406" y="3439"/>
                  </a:lnTo>
                  <a:lnTo>
                    <a:pt x="4704" y="2272"/>
                  </a:lnTo>
                  <a:close/>
                  <a:moveTo>
                    <a:pt x="2692" y="1796"/>
                  </a:moveTo>
                  <a:lnTo>
                    <a:pt x="2930" y="1927"/>
                  </a:lnTo>
                  <a:lnTo>
                    <a:pt x="929" y="5392"/>
                  </a:lnTo>
                  <a:lnTo>
                    <a:pt x="691" y="5261"/>
                  </a:lnTo>
                  <a:lnTo>
                    <a:pt x="2692" y="1796"/>
                  </a:lnTo>
                  <a:close/>
                  <a:moveTo>
                    <a:pt x="3215" y="4844"/>
                  </a:moveTo>
                  <a:cubicBezTo>
                    <a:pt x="3323" y="4844"/>
                    <a:pt x="3406" y="4892"/>
                    <a:pt x="3489" y="4975"/>
                  </a:cubicBezTo>
                  <a:cubicBezTo>
                    <a:pt x="3608" y="5130"/>
                    <a:pt x="3561" y="5344"/>
                    <a:pt x="3406" y="5451"/>
                  </a:cubicBezTo>
                  <a:lnTo>
                    <a:pt x="2323" y="6213"/>
                  </a:lnTo>
                  <a:cubicBezTo>
                    <a:pt x="2266" y="6255"/>
                    <a:pt x="2199" y="6275"/>
                    <a:pt x="2131" y="6275"/>
                  </a:cubicBezTo>
                  <a:cubicBezTo>
                    <a:pt x="2027" y="6275"/>
                    <a:pt x="1923" y="6228"/>
                    <a:pt x="1858" y="6142"/>
                  </a:cubicBezTo>
                  <a:cubicBezTo>
                    <a:pt x="1763" y="5987"/>
                    <a:pt x="1787" y="5785"/>
                    <a:pt x="1942" y="5677"/>
                  </a:cubicBezTo>
                  <a:lnTo>
                    <a:pt x="3025" y="4903"/>
                  </a:lnTo>
                  <a:cubicBezTo>
                    <a:pt x="3085" y="4856"/>
                    <a:pt x="3156" y="4844"/>
                    <a:pt x="3215" y="4844"/>
                  </a:cubicBezTo>
                  <a:close/>
                  <a:moveTo>
                    <a:pt x="3811" y="5606"/>
                  </a:moveTo>
                  <a:cubicBezTo>
                    <a:pt x="3918" y="5606"/>
                    <a:pt x="4001" y="5665"/>
                    <a:pt x="4061" y="5737"/>
                  </a:cubicBezTo>
                  <a:cubicBezTo>
                    <a:pt x="4180" y="5880"/>
                    <a:pt x="4144" y="6106"/>
                    <a:pt x="3989" y="6213"/>
                  </a:cubicBezTo>
                  <a:lnTo>
                    <a:pt x="3156" y="6820"/>
                  </a:lnTo>
                  <a:cubicBezTo>
                    <a:pt x="3100" y="6863"/>
                    <a:pt x="3032" y="6883"/>
                    <a:pt x="2964" y="6883"/>
                  </a:cubicBezTo>
                  <a:cubicBezTo>
                    <a:pt x="2861" y="6883"/>
                    <a:pt x="2756" y="6835"/>
                    <a:pt x="2692" y="6749"/>
                  </a:cubicBezTo>
                  <a:cubicBezTo>
                    <a:pt x="2573" y="6594"/>
                    <a:pt x="2620" y="6380"/>
                    <a:pt x="2775" y="6273"/>
                  </a:cubicBezTo>
                  <a:lnTo>
                    <a:pt x="3573" y="5689"/>
                  </a:lnTo>
                  <a:cubicBezTo>
                    <a:pt x="3608" y="5677"/>
                    <a:pt x="3632" y="5642"/>
                    <a:pt x="3668" y="5630"/>
                  </a:cubicBezTo>
                  <a:cubicBezTo>
                    <a:pt x="3704" y="5618"/>
                    <a:pt x="3763" y="5606"/>
                    <a:pt x="3811" y="5606"/>
                  </a:cubicBezTo>
                  <a:close/>
                  <a:moveTo>
                    <a:pt x="4415" y="6386"/>
                  </a:moveTo>
                  <a:cubicBezTo>
                    <a:pt x="4516" y="6386"/>
                    <a:pt x="4617" y="6431"/>
                    <a:pt x="4680" y="6523"/>
                  </a:cubicBezTo>
                  <a:cubicBezTo>
                    <a:pt x="4799" y="6666"/>
                    <a:pt x="4751" y="6892"/>
                    <a:pt x="4597" y="6999"/>
                  </a:cubicBezTo>
                  <a:lnTo>
                    <a:pt x="4001" y="7416"/>
                  </a:lnTo>
                  <a:cubicBezTo>
                    <a:pt x="3946" y="7462"/>
                    <a:pt x="3883" y="7479"/>
                    <a:pt x="3814" y="7479"/>
                  </a:cubicBezTo>
                  <a:cubicBezTo>
                    <a:pt x="3793" y="7479"/>
                    <a:pt x="3773" y="7478"/>
                    <a:pt x="3751" y="7475"/>
                  </a:cubicBezTo>
                  <a:cubicBezTo>
                    <a:pt x="3668" y="7463"/>
                    <a:pt x="3585" y="7416"/>
                    <a:pt x="3525" y="7344"/>
                  </a:cubicBezTo>
                  <a:cubicBezTo>
                    <a:pt x="3430" y="7189"/>
                    <a:pt x="3454" y="6987"/>
                    <a:pt x="3608" y="6880"/>
                  </a:cubicBezTo>
                  <a:lnTo>
                    <a:pt x="4180" y="6463"/>
                  </a:lnTo>
                  <a:lnTo>
                    <a:pt x="4216" y="6451"/>
                  </a:lnTo>
                  <a:cubicBezTo>
                    <a:pt x="4274" y="6407"/>
                    <a:pt x="4344" y="6386"/>
                    <a:pt x="4415" y="6386"/>
                  </a:cubicBezTo>
                  <a:close/>
                  <a:moveTo>
                    <a:pt x="2894" y="2594"/>
                  </a:moveTo>
                  <a:lnTo>
                    <a:pt x="3168" y="2760"/>
                  </a:lnTo>
                  <a:cubicBezTo>
                    <a:pt x="3193" y="2769"/>
                    <a:pt x="3212" y="2777"/>
                    <a:pt x="3234" y="2777"/>
                  </a:cubicBezTo>
                  <a:cubicBezTo>
                    <a:pt x="3243" y="2777"/>
                    <a:pt x="3253" y="2776"/>
                    <a:pt x="3263" y="2772"/>
                  </a:cubicBezTo>
                  <a:lnTo>
                    <a:pt x="3977" y="2677"/>
                  </a:lnTo>
                  <a:lnTo>
                    <a:pt x="4239" y="2784"/>
                  </a:lnTo>
                  <a:lnTo>
                    <a:pt x="4097" y="3379"/>
                  </a:lnTo>
                  <a:lnTo>
                    <a:pt x="4097" y="3415"/>
                  </a:lnTo>
                  <a:lnTo>
                    <a:pt x="4097" y="4701"/>
                  </a:lnTo>
                  <a:cubicBezTo>
                    <a:pt x="4097" y="5154"/>
                    <a:pt x="4454" y="5511"/>
                    <a:pt x="4894" y="5511"/>
                  </a:cubicBezTo>
                  <a:cubicBezTo>
                    <a:pt x="5347" y="5511"/>
                    <a:pt x="5704" y="5154"/>
                    <a:pt x="5704" y="4701"/>
                  </a:cubicBezTo>
                  <a:lnTo>
                    <a:pt x="5704" y="3439"/>
                  </a:lnTo>
                  <a:lnTo>
                    <a:pt x="5728" y="3391"/>
                  </a:lnTo>
                  <a:lnTo>
                    <a:pt x="8919" y="5118"/>
                  </a:lnTo>
                  <a:cubicBezTo>
                    <a:pt x="9061" y="5261"/>
                    <a:pt x="9121" y="5463"/>
                    <a:pt x="9038" y="5630"/>
                  </a:cubicBezTo>
                  <a:cubicBezTo>
                    <a:pt x="8973" y="5742"/>
                    <a:pt x="8860" y="5806"/>
                    <a:pt x="8742" y="5806"/>
                  </a:cubicBezTo>
                  <a:cubicBezTo>
                    <a:pt x="8685" y="5806"/>
                    <a:pt x="8627" y="5792"/>
                    <a:pt x="8573" y="5761"/>
                  </a:cubicBezTo>
                  <a:lnTo>
                    <a:pt x="6799" y="4796"/>
                  </a:lnTo>
                  <a:cubicBezTo>
                    <a:pt x="6777" y="4781"/>
                    <a:pt x="6753" y="4775"/>
                    <a:pt x="6730" y="4775"/>
                  </a:cubicBezTo>
                  <a:cubicBezTo>
                    <a:pt x="6679" y="4775"/>
                    <a:pt x="6630" y="4807"/>
                    <a:pt x="6597" y="4856"/>
                  </a:cubicBezTo>
                  <a:cubicBezTo>
                    <a:pt x="6549" y="4927"/>
                    <a:pt x="6585" y="5023"/>
                    <a:pt x="6656" y="5058"/>
                  </a:cubicBezTo>
                  <a:lnTo>
                    <a:pt x="8133" y="5868"/>
                  </a:lnTo>
                  <a:cubicBezTo>
                    <a:pt x="8288" y="5951"/>
                    <a:pt x="8347" y="6166"/>
                    <a:pt x="8264" y="6332"/>
                  </a:cubicBezTo>
                  <a:cubicBezTo>
                    <a:pt x="8198" y="6439"/>
                    <a:pt x="8080" y="6501"/>
                    <a:pt x="7959" y="6501"/>
                  </a:cubicBezTo>
                  <a:cubicBezTo>
                    <a:pt x="7905" y="6501"/>
                    <a:pt x="7851" y="6489"/>
                    <a:pt x="7799" y="6463"/>
                  </a:cubicBezTo>
                  <a:lnTo>
                    <a:pt x="6299" y="5642"/>
                  </a:lnTo>
                  <a:cubicBezTo>
                    <a:pt x="6277" y="5627"/>
                    <a:pt x="6252" y="5620"/>
                    <a:pt x="6227" y="5620"/>
                  </a:cubicBezTo>
                  <a:cubicBezTo>
                    <a:pt x="6173" y="5620"/>
                    <a:pt x="6118" y="5652"/>
                    <a:pt x="6085" y="5701"/>
                  </a:cubicBezTo>
                  <a:cubicBezTo>
                    <a:pt x="6049" y="5773"/>
                    <a:pt x="6073" y="5868"/>
                    <a:pt x="6144" y="5916"/>
                  </a:cubicBezTo>
                  <a:lnTo>
                    <a:pt x="7371" y="6570"/>
                  </a:lnTo>
                  <a:cubicBezTo>
                    <a:pt x="7537" y="6654"/>
                    <a:pt x="7597" y="6868"/>
                    <a:pt x="7502" y="7023"/>
                  </a:cubicBezTo>
                  <a:cubicBezTo>
                    <a:pt x="7444" y="7139"/>
                    <a:pt x="7322" y="7203"/>
                    <a:pt x="7197" y="7203"/>
                  </a:cubicBezTo>
                  <a:cubicBezTo>
                    <a:pt x="7143" y="7203"/>
                    <a:pt x="7088" y="7191"/>
                    <a:pt x="7037" y="7166"/>
                  </a:cubicBezTo>
                  <a:lnTo>
                    <a:pt x="5775" y="6463"/>
                  </a:lnTo>
                  <a:cubicBezTo>
                    <a:pt x="5753" y="6448"/>
                    <a:pt x="5728" y="6442"/>
                    <a:pt x="5704" y="6442"/>
                  </a:cubicBezTo>
                  <a:cubicBezTo>
                    <a:pt x="5650" y="6442"/>
                    <a:pt x="5597" y="6474"/>
                    <a:pt x="5573" y="6523"/>
                  </a:cubicBezTo>
                  <a:cubicBezTo>
                    <a:pt x="5525" y="6594"/>
                    <a:pt x="5549" y="6689"/>
                    <a:pt x="5632" y="6725"/>
                  </a:cubicBezTo>
                  <a:lnTo>
                    <a:pt x="6609" y="7261"/>
                  </a:lnTo>
                  <a:cubicBezTo>
                    <a:pt x="6775" y="7356"/>
                    <a:pt x="6835" y="7559"/>
                    <a:pt x="6740" y="7725"/>
                  </a:cubicBezTo>
                  <a:cubicBezTo>
                    <a:pt x="6683" y="7838"/>
                    <a:pt x="6567" y="7902"/>
                    <a:pt x="6450" y="7902"/>
                  </a:cubicBezTo>
                  <a:cubicBezTo>
                    <a:pt x="6394" y="7902"/>
                    <a:pt x="6337" y="7887"/>
                    <a:pt x="6287" y="7856"/>
                  </a:cubicBezTo>
                  <a:lnTo>
                    <a:pt x="5597" y="7487"/>
                  </a:lnTo>
                  <a:cubicBezTo>
                    <a:pt x="5597" y="7344"/>
                    <a:pt x="5549" y="7201"/>
                    <a:pt x="5466" y="7082"/>
                  </a:cubicBezTo>
                  <a:cubicBezTo>
                    <a:pt x="5347" y="6939"/>
                    <a:pt x="5168" y="6844"/>
                    <a:pt x="4990" y="6832"/>
                  </a:cubicBezTo>
                  <a:cubicBezTo>
                    <a:pt x="4990" y="6820"/>
                    <a:pt x="4990" y="6808"/>
                    <a:pt x="5001" y="6785"/>
                  </a:cubicBezTo>
                  <a:cubicBezTo>
                    <a:pt x="5037" y="6606"/>
                    <a:pt x="4990" y="6451"/>
                    <a:pt x="4882" y="6308"/>
                  </a:cubicBezTo>
                  <a:cubicBezTo>
                    <a:pt x="4763" y="6166"/>
                    <a:pt x="4585" y="6070"/>
                    <a:pt x="4406" y="6058"/>
                  </a:cubicBezTo>
                  <a:cubicBezTo>
                    <a:pt x="4406" y="6046"/>
                    <a:pt x="4406" y="6035"/>
                    <a:pt x="4418" y="6011"/>
                  </a:cubicBezTo>
                  <a:cubicBezTo>
                    <a:pt x="4454" y="5832"/>
                    <a:pt x="4406" y="5677"/>
                    <a:pt x="4299" y="5535"/>
                  </a:cubicBezTo>
                  <a:cubicBezTo>
                    <a:pt x="4180" y="5392"/>
                    <a:pt x="4001" y="5296"/>
                    <a:pt x="3823" y="5284"/>
                  </a:cubicBezTo>
                  <a:cubicBezTo>
                    <a:pt x="3823" y="5273"/>
                    <a:pt x="3823" y="5261"/>
                    <a:pt x="3847" y="5237"/>
                  </a:cubicBezTo>
                  <a:cubicBezTo>
                    <a:pt x="3870" y="5058"/>
                    <a:pt x="3823" y="4903"/>
                    <a:pt x="3727" y="4761"/>
                  </a:cubicBezTo>
                  <a:cubicBezTo>
                    <a:pt x="3600" y="4597"/>
                    <a:pt x="3413" y="4515"/>
                    <a:pt x="3222" y="4515"/>
                  </a:cubicBezTo>
                  <a:cubicBezTo>
                    <a:pt x="3093" y="4515"/>
                    <a:pt x="2962" y="4553"/>
                    <a:pt x="2846" y="4630"/>
                  </a:cubicBezTo>
                  <a:lnTo>
                    <a:pt x="1775" y="5404"/>
                  </a:lnTo>
                  <a:lnTo>
                    <a:pt x="1382" y="5201"/>
                  </a:lnTo>
                  <a:lnTo>
                    <a:pt x="2894" y="2594"/>
                  </a:lnTo>
                  <a:close/>
                  <a:moveTo>
                    <a:pt x="5009" y="7159"/>
                  </a:moveTo>
                  <a:cubicBezTo>
                    <a:pt x="5109" y="7159"/>
                    <a:pt x="5207" y="7205"/>
                    <a:pt x="5263" y="7297"/>
                  </a:cubicBezTo>
                  <a:cubicBezTo>
                    <a:pt x="5311" y="7356"/>
                    <a:pt x="5347" y="7451"/>
                    <a:pt x="5335" y="7535"/>
                  </a:cubicBezTo>
                  <a:cubicBezTo>
                    <a:pt x="5311" y="7630"/>
                    <a:pt x="5263" y="7701"/>
                    <a:pt x="5192" y="7761"/>
                  </a:cubicBezTo>
                  <a:lnTo>
                    <a:pt x="4835" y="8011"/>
                  </a:lnTo>
                  <a:cubicBezTo>
                    <a:pt x="4778" y="8053"/>
                    <a:pt x="4711" y="8073"/>
                    <a:pt x="4643" y="8073"/>
                  </a:cubicBezTo>
                  <a:cubicBezTo>
                    <a:pt x="4539" y="8073"/>
                    <a:pt x="4435" y="8026"/>
                    <a:pt x="4370" y="7940"/>
                  </a:cubicBezTo>
                  <a:cubicBezTo>
                    <a:pt x="4275" y="7785"/>
                    <a:pt x="4299" y="7582"/>
                    <a:pt x="4454" y="7475"/>
                  </a:cubicBezTo>
                  <a:lnTo>
                    <a:pt x="4775" y="7237"/>
                  </a:lnTo>
                  <a:lnTo>
                    <a:pt x="4811" y="7225"/>
                  </a:lnTo>
                  <a:cubicBezTo>
                    <a:pt x="4869" y="7181"/>
                    <a:pt x="4940" y="7159"/>
                    <a:pt x="5009" y="7159"/>
                  </a:cubicBezTo>
                  <a:close/>
                  <a:moveTo>
                    <a:pt x="182" y="0"/>
                  </a:moveTo>
                  <a:cubicBezTo>
                    <a:pt x="131" y="0"/>
                    <a:pt x="81" y="32"/>
                    <a:pt x="48" y="81"/>
                  </a:cubicBezTo>
                  <a:cubicBezTo>
                    <a:pt x="1" y="153"/>
                    <a:pt x="25" y="248"/>
                    <a:pt x="108" y="284"/>
                  </a:cubicBezTo>
                  <a:lnTo>
                    <a:pt x="2430" y="1629"/>
                  </a:lnTo>
                  <a:lnTo>
                    <a:pt x="418" y="5094"/>
                  </a:lnTo>
                  <a:lnTo>
                    <a:pt x="251" y="5011"/>
                  </a:lnTo>
                  <a:cubicBezTo>
                    <a:pt x="226" y="4994"/>
                    <a:pt x="200" y="4986"/>
                    <a:pt x="175" y="4986"/>
                  </a:cubicBezTo>
                  <a:cubicBezTo>
                    <a:pt x="126" y="4986"/>
                    <a:pt x="80" y="5015"/>
                    <a:pt x="48" y="5070"/>
                  </a:cubicBezTo>
                  <a:cubicBezTo>
                    <a:pt x="1" y="5142"/>
                    <a:pt x="25" y="5225"/>
                    <a:pt x="108" y="5273"/>
                  </a:cubicBezTo>
                  <a:lnTo>
                    <a:pt x="906" y="5737"/>
                  </a:lnTo>
                  <a:cubicBezTo>
                    <a:pt x="932" y="5752"/>
                    <a:pt x="958" y="5759"/>
                    <a:pt x="983" y="5759"/>
                  </a:cubicBezTo>
                  <a:cubicBezTo>
                    <a:pt x="1038" y="5759"/>
                    <a:pt x="1087" y="5726"/>
                    <a:pt x="1120" y="5677"/>
                  </a:cubicBezTo>
                  <a:lnTo>
                    <a:pt x="1239" y="5463"/>
                  </a:lnTo>
                  <a:lnTo>
                    <a:pt x="1561" y="5642"/>
                  </a:lnTo>
                  <a:cubicBezTo>
                    <a:pt x="1465" y="5856"/>
                    <a:pt x="1465" y="6106"/>
                    <a:pt x="1608" y="6320"/>
                  </a:cubicBezTo>
                  <a:cubicBezTo>
                    <a:pt x="1727" y="6499"/>
                    <a:pt x="1942" y="6582"/>
                    <a:pt x="2132" y="6582"/>
                  </a:cubicBezTo>
                  <a:cubicBezTo>
                    <a:pt x="2192" y="6582"/>
                    <a:pt x="2263" y="6570"/>
                    <a:pt x="2323" y="6558"/>
                  </a:cubicBezTo>
                  <a:cubicBezTo>
                    <a:pt x="2323" y="6689"/>
                    <a:pt x="2370" y="6820"/>
                    <a:pt x="2442" y="6928"/>
                  </a:cubicBezTo>
                  <a:cubicBezTo>
                    <a:pt x="2561" y="7094"/>
                    <a:pt x="2751" y="7178"/>
                    <a:pt x="2965" y="7178"/>
                  </a:cubicBezTo>
                  <a:cubicBezTo>
                    <a:pt x="3025" y="7178"/>
                    <a:pt x="3096" y="7166"/>
                    <a:pt x="3156" y="7154"/>
                  </a:cubicBezTo>
                  <a:cubicBezTo>
                    <a:pt x="3156" y="7285"/>
                    <a:pt x="3204" y="7404"/>
                    <a:pt x="3275" y="7523"/>
                  </a:cubicBezTo>
                  <a:cubicBezTo>
                    <a:pt x="3382" y="7654"/>
                    <a:pt x="3525" y="7749"/>
                    <a:pt x="3692" y="7773"/>
                  </a:cubicBezTo>
                  <a:cubicBezTo>
                    <a:pt x="3716" y="7773"/>
                    <a:pt x="3763" y="7785"/>
                    <a:pt x="3799" y="7785"/>
                  </a:cubicBezTo>
                  <a:cubicBezTo>
                    <a:pt x="3858" y="7785"/>
                    <a:pt x="3930" y="7773"/>
                    <a:pt x="3989" y="7761"/>
                  </a:cubicBezTo>
                  <a:cubicBezTo>
                    <a:pt x="3989" y="7892"/>
                    <a:pt x="4037" y="8011"/>
                    <a:pt x="4108" y="8130"/>
                  </a:cubicBezTo>
                  <a:cubicBezTo>
                    <a:pt x="4216" y="8261"/>
                    <a:pt x="4358" y="8356"/>
                    <a:pt x="4525" y="8380"/>
                  </a:cubicBezTo>
                  <a:cubicBezTo>
                    <a:pt x="4549" y="8380"/>
                    <a:pt x="4597" y="8404"/>
                    <a:pt x="4632" y="8404"/>
                  </a:cubicBezTo>
                  <a:cubicBezTo>
                    <a:pt x="4763" y="8404"/>
                    <a:pt x="4894" y="8356"/>
                    <a:pt x="5001" y="8285"/>
                  </a:cubicBezTo>
                  <a:lnTo>
                    <a:pt x="5359" y="8023"/>
                  </a:lnTo>
                  <a:cubicBezTo>
                    <a:pt x="5430" y="7963"/>
                    <a:pt x="5490" y="7904"/>
                    <a:pt x="5537" y="7820"/>
                  </a:cubicBezTo>
                  <a:lnTo>
                    <a:pt x="6156" y="8166"/>
                  </a:lnTo>
                  <a:cubicBezTo>
                    <a:pt x="6252" y="8201"/>
                    <a:pt x="6359" y="8237"/>
                    <a:pt x="6478" y="8237"/>
                  </a:cubicBezTo>
                  <a:cubicBezTo>
                    <a:pt x="6537" y="8237"/>
                    <a:pt x="6597" y="8225"/>
                    <a:pt x="6656" y="8201"/>
                  </a:cubicBezTo>
                  <a:cubicBezTo>
                    <a:pt x="6811" y="8166"/>
                    <a:pt x="6954" y="8047"/>
                    <a:pt x="7037" y="7892"/>
                  </a:cubicBezTo>
                  <a:cubicBezTo>
                    <a:pt x="7097" y="7773"/>
                    <a:pt x="7133" y="7642"/>
                    <a:pt x="7109" y="7523"/>
                  </a:cubicBezTo>
                  <a:cubicBezTo>
                    <a:pt x="7156" y="7523"/>
                    <a:pt x="7192" y="7535"/>
                    <a:pt x="7228" y="7535"/>
                  </a:cubicBezTo>
                  <a:cubicBezTo>
                    <a:pt x="7454" y="7535"/>
                    <a:pt x="7680" y="7416"/>
                    <a:pt x="7799" y="7213"/>
                  </a:cubicBezTo>
                  <a:cubicBezTo>
                    <a:pt x="7859" y="7094"/>
                    <a:pt x="7883" y="6951"/>
                    <a:pt x="7871" y="6832"/>
                  </a:cubicBezTo>
                  <a:cubicBezTo>
                    <a:pt x="7918" y="6832"/>
                    <a:pt x="7942" y="6856"/>
                    <a:pt x="7990" y="6856"/>
                  </a:cubicBezTo>
                  <a:cubicBezTo>
                    <a:pt x="8216" y="6856"/>
                    <a:pt x="8442" y="6737"/>
                    <a:pt x="8561" y="6523"/>
                  </a:cubicBezTo>
                  <a:cubicBezTo>
                    <a:pt x="8621" y="6404"/>
                    <a:pt x="8645" y="6273"/>
                    <a:pt x="8633" y="6154"/>
                  </a:cubicBezTo>
                  <a:cubicBezTo>
                    <a:pt x="8680" y="6154"/>
                    <a:pt x="8704" y="6166"/>
                    <a:pt x="8752" y="6166"/>
                  </a:cubicBezTo>
                  <a:cubicBezTo>
                    <a:pt x="8811" y="6166"/>
                    <a:pt x="8871" y="6154"/>
                    <a:pt x="8930" y="6142"/>
                  </a:cubicBezTo>
                  <a:cubicBezTo>
                    <a:pt x="9097" y="6094"/>
                    <a:pt x="9228" y="5975"/>
                    <a:pt x="9311" y="5820"/>
                  </a:cubicBezTo>
                  <a:cubicBezTo>
                    <a:pt x="9407" y="5677"/>
                    <a:pt x="9419" y="5499"/>
                    <a:pt x="9359" y="5332"/>
                  </a:cubicBezTo>
                  <a:cubicBezTo>
                    <a:pt x="9347" y="5284"/>
                    <a:pt x="9335" y="5261"/>
                    <a:pt x="9311" y="5213"/>
                  </a:cubicBezTo>
                  <a:lnTo>
                    <a:pt x="9585" y="5023"/>
                  </a:lnTo>
                  <a:lnTo>
                    <a:pt x="9728" y="5201"/>
                  </a:lnTo>
                  <a:cubicBezTo>
                    <a:pt x="9756" y="5236"/>
                    <a:pt x="9804" y="5254"/>
                    <a:pt x="9853" y="5254"/>
                  </a:cubicBezTo>
                  <a:cubicBezTo>
                    <a:pt x="9889" y="5254"/>
                    <a:pt x="9925" y="5245"/>
                    <a:pt x="9954" y="5225"/>
                  </a:cubicBezTo>
                  <a:lnTo>
                    <a:pt x="10371" y="4903"/>
                  </a:lnTo>
                  <a:cubicBezTo>
                    <a:pt x="10431" y="4808"/>
                    <a:pt x="10431" y="4725"/>
                    <a:pt x="10395" y="4653"/>
                  </a:cubicBezTo>
                  <a:cubicBezTo>
                    <a:pt x="10350" y="4616"/>
                    <a:pt x="10300" y="4592"/>
                    <a:pt x="10254" y="4592"/>
                  </a:cubicBezTo>
                  <a:cubicBezTo>
                    <a:pt x="10228" y="4592"/>
                    <a:pt x="10202" y="4600"/>
                    <a:pt x="10181" y="4618"/>
                  </a:cubicBezTo>
                  <a:lnTo>
                    <a:pt x="9883" y="4856"/>
                  </a:lnTo>
                  <a:lnTo>
                    <a:pt x="7454" y="1689"/>
                  </a:lnTo>
                  <a:lnTo>
                    <a:pt x="8835" y="796"/>
                  </a:lnTo>
                  <a:cubicBezTo>
                    <a:pt x="8919" y="748"/>
                    <a:pt x="8930" y="665"/>
                    <a:pt x="8883" y="582"/>
                  </a:cubicBezTo>
                  <a:cubicBezTo>
                    <a:pt x="8854" y="539"/>
                    <a:pt x="8813" y="517"/>
                    <a:pt x="8769" y="517"/>
                  </a:cubicBezTo>
                  <a:cubicBezTo>
                    <a:pt x="8740" y="517"/>
                    <a:pt x="8709" y="527"/>
                    <a:pt x="8680" y="546"/>
                  </a:cubicBezTo>
                  <a:lnTo>
                    <a:pt x="7156" y="1522"/>
                  </a:lnTo>
                  <a:cubicBezTo>
                    <a:pt x="7085" y="1570"/>
                    <a:pt x="7073" y="1677"/>
                    <a:pt x="7109" y="1748"/>
                  </a:cubicBezTo>
                  <a:lnTo>
                    <a:pt x="7395" y="2106"/>
                  </a:lnTo>
                  <a:lnTo>
                    <a:pt x="7204" y="2248"/>
                  </a:lnTo>
                  <a:lnTo>
                    <a:pt x="6418" y="1998"/>
                  </a:lnTo>
                  <a:cubicBezTo>
                    <a:pt x="6406" y="1998"/>
                    <a:pt x="6383" y="1986"/>
                    <a:pt x="6371" y="1986"/>
                  </a:cubicBezTo>
                  <a:lnTo>
                    <a:pt x="4585" y="1986"/>
                  </a:lnTo>
                  <a:cubicBezTo>
                    <a:pt x="4513" y="1986"/>
                    <a:pt x="4454" y="2034"/>
                    <a:pt x="4442" y="2106"/>
                  </a:cubicBezTo>
                  <a:lnTo>
                    <a:pt x="4335" y="2510"/>
                  </a:lnTo>
                  <a:lnTo>
                    <a:pt x="4073" y="2403"/>
                  </a:lnTo>
                  <a:cubicBezTo>
                    <a:pt x="4049" y="2391"/>
                    <a:pt x="4037" y="2391"/>
                    <a:pt x="4001" y="2391"/>
                  </a:cubicBezTo>
                  <a:lnTo>
                    <a:pt x="3287" y="2475"/>
                  </a:lnTo>
                  <a:lnTo>
                    <a:pt x="3049" y="2344"/>
                  </a:lnTo>
                  <a:lnTo>
                    <a:pt x="3275" y="1939"/>
                  </a:lnTo>
                  <a:cubicBezTo>
                    <a:pt x="3323" y="1867"/>
                    <a:pt x="3287" y="1772"/>
                    <a:pt x="3215" y="1736"/>
                  </a:cubicBezTo>
                  <a:lnTo>
                    <a:pt x="251" y="22"/>
                  </a:lnTo>
                  <a:cubicBezTo>
                    <a:pt x="228" y="7"/>
                    <a:pt x="205"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64"/>
            <p:cNvSpPr/>
            <p:nvPr/>
          </p:nvSpPr>
          <p:spPr>
            <a:xfrm>
              <a:off x="6965173" y="2009304"/>
              <a:ext cx="38670" cy="27181"/>
            </a:xfrm>
            <a:custGeom>
              <a:avLst/>
              <a:gdLst/>
              <a:ahLst/>
              <a:cxnLst/>
              <a:rect l="l" t="t" r="r" b="b"/>
              <a:pathLst>
                <a:path w="1215" h="854" extrusionOk="0">
                  <a:moveTo>
                    <a:pt x="1023" y="1"/>
                  </a:moveTo>
                  <a:cubicBezTo>
                    <a:pt x="995" y="1"/>
                    <a:pt x="966" y="8"/>
                    <a:pt x="941" y="20"/>
                  </a:cubicBezTo>
                  <a:lnTo>
                    <a:pt x="95" y="580"/>
                  </a:lnTo>
                  <a:cubicBezTo>
                    <a:pt x="12" y="616"/>
                    <a:pt x="0" y="711"/>
                    <a:pt x="48" y="782"/>
                  </a:cubicBezTo>
                  <a:cubicBezTo>
                    <a:pt x="83" y="830"/>
                    <a:pt x="119" y="854"/>
                    <a:pt x="179" y="854"/>
                  </a:cubicBezTo>
                  <a:cubicBezTo>
                    <a:pt x="214" y="854"/>
                    <a:pt x="238" y="842"/>
                    <a:pt x="274" y="830"/>
                  </a:cubicBezTo>
                  <a:lnTo>
                    <a:pt x="1119" y="282"/>
                  </a:lnTo>
                  <a:cubicBezTo>
                    <a:pt x="1179" y="235"/>
                    <a:pt x="1214" y="140"/>
                    <a:pt x="1155" y="68"/>
                  </a:cubicBezTo>
                  <a:cubicBezTo>
                    <a:pt x="1124" y="22"/>
                    <a:pt x="1074"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55" name="Google Shape;10355;p64"/>
          <p:cNvSpPr/>
          <p:nvPr/>
        </p:nvSpPr>
        <p:spPr>
          <a:xfrm>
            <a:off x="1745940" y="1792882"/>
            <a:ext cx="368371" cy="368340"/>
          </a:xfrm>
          <a:custGeom>
            <a:avLst/>
            <a:gdLst/>
            <a:ahLst/>
            <a:cxnLst/>
            <a:rect l="l" t="t" r="r" b="b"/>
            <a:pathLst>
              <a:path w="11574" h="11573" extrusionOk="0">
                <a:moveTo>
                  <a:pt x="10680" y="333"/>
                </a:moveTo>
                <a:cubicBezTo>
                  <a:pt x="10990" y="333"/>
                  <a:pt x="11228" y="583"/>
                  <a:pt x="11228" y="881"/>
                </a:cubicBezTo>
                <a:lnTo>
                  <a:pt x="11228" y="5620"/>
                </a:lnTo>
                <a:lnTo>
                  <a:pt x="11037" y="5620"/>
                </a:lnTo>
                <a:cubicBezTo>
                  <a:pt x="10954" y="5620"/>
                  <a:pt x="10871" y="5691"/>
                  <a:pt x="10871" y="5787"/>
                </a:cubicBezTo>
                <a:cubicBezTo>
                  <a:pt x="10871" y="5870"/>
                  <a:pt x="10954" y="5953"/>
                  <a:pt x="11037" y="5953"/>
                </a:cubicBezTo>
                <a:lnTo>
                  <a:pt x="11228" y="5953"/>
                </a:lnTo>
                <a:lnTo>
                  <a:pt x="11228" y="10680"/>
                </a:lnTo>
                <a:cubicBezTo>
                  <a:pt x="11228" y="10990"/>
                  <a:pt x="10978" y="11228"/>
                  <a:pt x="10680" y="11228"/>
                </a:cubicBezTo>
                <a:lnTo>
                  <a:pt x="5953" y="11228"/>
                </a:lnTo>
                <a:lnTo>
                  <a:pt x="5953" y="9406"/>
                </a:lnTo>
                <a:cubicBezTo>
                  <a:pt x="5953" y="9108"/>
                  <a:pt x="5715" y="8870"/>
                  <a:pt x="5418" y="8870"/>
                </a:cubicBezTo>
                <a:lnTo>
                  <a:pt x="5060" y="8870"/>
                </a:lnTo>
                <a:cubicBezTo>
                  <a:pt x="4834" y="8870"/>
                  <a:pt x="4644" y="8954"/>
                  <a:pt x="4525" y="9108"/>
                </a:cubicBezTo>
                <a:cubicBezTo>
                  <a:pt x="4358" y="9299"/>
                  <a:pt x="4132" y="9406"/>
                  <a:pt x="3882" y="9406"/>
                </a:cubicBezTo>
                <a:cubicBezTo>
                  <a:pt x="3632" y="9406"/>
                  <a:pt x="3382" y="9287"/>
                  <a:pt x="3239" y="9085"/>
                </a:cubicBezTo>
                <a:cubicBezTo>
                  <a:pt x="3072" y="8894"/>
                  <a:pt x="3013" y="8644"/>
                  <a:pt x="3072" y="8394"/>
                </a:cubicBezTo>
                <a:cubicBezTo>
                  <a:pt x="3132" y="8073"/>
                  <a:pt x="3405" y="7822"/>
                  <a:pt x="3727" y="7751"/>
                </a:cubicBezTo>
                <a:cubicBezTo>
                  <a:pt x="3781" y="7740"/>
                  <a:pt x="3835" y="7735"/>
                  <a:pt x="3889" y="7735"/>
                </a:cubicBezTo>
                <a:cubicBezTo>
                  <a:pt x="4129" y="7735"/>
                  <a:pt x="4357" y="7842"/>
                  <a:pt x="4513" y="8037"/>
                </a:cubicBezTo>
                <a:cubicBezTo>
                  <a:pt x="4656" y="8192"/>
                  <a:pt x="4846" y="8287"/>
                  <a:pt x="5049" y="8287"/>
                </a:cubicBezTo>
                <a:lnTo>
                  <a:pt x="5430" y="8287"/>
                </a:lnTo>
                <a:cubicBezTo>
                  <a:pt x="5727" y="8287"/>
                  <a:pt x="5965" y="8049"/>
                  <a:pt x="5965" y="7751"/>
                </a:cubicBezTo>
                <a:lnTo>
                  <a:pt x="5965" y="5917"/>
                </a:lnTo>
                <a:lnTo>
                  <a:pt x="7799" y="5917"/>
                </a:lnTo>
                <a:cubicBezTo>
                  <a:pt x="7894" y="5917"/>
                  <a:pt x="7989" y="6001"/>
                  <a:pt x="7989" y="6108"/>
                </a:cubicBezTo>
                <a:lnTo>
                  <a:pt x="7989" y="6477"/>
                </a:lnTo>
                <a:cubicBezTo>
                  <a:pt x="7989" y="6584"/>
                  <a:pt x="7942" y="6691"/>
                  <a:pt x="7858" y="6763"/>
                </a:cubicBezTo>
                <a:cubicBezTo>
                  <a:pt x="7525" y="7037"/>
                  <a:pt x="7382" y="7453"/>
                  <a:pt x="7454" y="7882"/>
                </a:cubicBezTo>
                <a:cubicBezTo>
                  <a:pt x="7537" y="8346"/>
                  <a:pt x="7894" y="8704"/>
                  <a:pt x="8347" y="8799"/>
                </a:cubicBezTo>
                <a:cubicBezTo>
                  <a:pt x="8430" y="8823"/>
                  <a:pt x="8513" y="8835"/>
                  <a:pt x="8597" y="8835"/>
                </a:cubicBezTo>
                <a:cubicBezTo>
                  <a:pt x="8870" y="8835"/>
                  <a:pt x="9120" y="8739"/>
                  <a:pt x="9347" y="8561"/>
                </a:cubicBezTo>
                <a:cubicBezTo>
                  <a:pt x="9609" y="8346"/>
                  <a:pt x="9775" y="8013"/>
                  <a:pt x="9775" y="7656"/>
                </a:cubicBezTo>
                <a:cubicBezTo>
                  <a:pt x="9775" y="7311"/>
                  <a:pt x="9621" y="6977"/>
                  <a:pt x="9347" y="6751"/>
                </a:cubicBezTo>
                <a:cubicBezTo>
                  <a:pt x="9263" y="6691"/>
                  <a:pt x="9228" y="6584"/>
                  <a:pt x="9228" y="6465"/>
                </a:cubicBezTo>
                <a:lnTo>
                  <a:pt x="9228" y="6108"/>
                </a:lnTo>
                <a:cubicBezTo>
                  <a:pt x="9228" y="6001"/>
                  <a:pt x="9311" y="5917"/>
                  <a:pt x="9418" y="5917"/>
                </a:cubicBezTo>
                <a:lnTo>
                  <a:pt x="10323" y="5917"/>
                </a:lnTo>
                <a:cubicBezTo>
                  <a:pt x="10418" y="5917"/>
                  <a:pt x="10490" y="5846"/>
                  <a:pt x="10490" y="5751"/>
                </a:cubicBezTo>
                <a:cubicBezTo>
                  <a:pt x="10490" y="5667"/>
                  <a:pt x="10418" y="5584"/>
                  <a:pt x="10323" y="5584"/>
                </a:cubicBezTo>
                <a:lnTo>
                  <a:pt x="9418" y="5584"/>
                </a:lnTo>
                <a:cubicBezTo>
                  <a:pt x="9120" y="5584"/>
                  <a:pt x="8882" y="5822"/>
                  <a:pt x="8882" y="6120"/>
                </a:cubicBezTo>
                <a:lnTo>
                  <a:pt x="8882" y="6477"/>
                </a:lnTo>
                <a:cubicBezTo>
                  <a:pt x="8882" y="6703"/>
                  <a:pt x="8966" y="6894"/>
                  <a:pt x="9120" y="7013"/>
                </a:cubicBezTo>
                <a:cubicBezTo>
                  <a:pt x="9311" y="7180"/>
                  <a:pt x="9418" y="7406"/>
                  <a:pt x="9418" y="7656"/>
                </a:cubicBezTo>
                <a:cubicBezTo>
                  <a:pt x="9418" y="7906"/>
                  <a:pt x="9299" y="8144"/>
                  <a:pt x="9109" y="8299"/>
                </a:cubicBezTo>
                <a:cubicBezTo>
                  <a:pt x="8957" y="8423"/>
                  <a:pt x="8780" y="8488"/>
                  <a:pt x="8595" y="8488"/>
                </a:cubicBezTo>
                <a:cubicBezTo>
                  <a:pt x="8533" y="8488"/>
                  <a:pt x="8469" y="8480"/>
                  <a:pt x="8406" y="8465"/>
                </a:cubicBezTo>
                <a:cubicBezTo>
                  <a:pt x="8097" y="8406"/>
                  <a:pt x="7835" y="8132"/>
                  <a:pt x="7763" y="7811"/>
                </a:cubicBezTo>
                <a:cubicBezTo>
                  <a:pt x="7704" y="7513"/>
                  <a:pt x="7811" y="7215"/>
                  <a:pt x="8049" y="7013"/>
                </a:cubicBezTo>
                <a:cubicBezTo>
                  <a:pt x="8216" y="6882"/>
                  <a:pt x="8299" y="6691"/>
                  <a:pt x="8299" y="6477"/>
                </a:cubicBezTo>
                <a:lnTo>
                  <a:pt x="8299" y="6108"/>
                </a:lnTo>
                <a:cubicBezTo>
                  <a:pt x="8299" y="5810"/>
                  <a:pt x="8061" y="5572"/>
                  <a:pt x="7763" y="5572"/>
                </a:cubicBezTo>
                <a:lnTo>
                  <a:pt x="5953" y="5572"/>
                </a:lnTo>
                <a:lnTo>
                  <a:pt x="5953" y="3739"/>
                </a:lnTo>
                <a:cubicBezTo>
                  <a:pt x="5953" y="3643"/>
                  <a:pt x="6037" y="3548"/>
                  <a:pt x="6144" y="3548"/>
                </a:cubicBezTo>
                <a:lnTo>
                  <a:pt x="6513" y="3548"/>
                </a:lnTo>
                <a:cubicBezTo>
                  <a:pt x="6620" y="3548"/>
                  <a:pt x="6727" y="3596"/>
                  <a:pt x="6799" y="3679"/>
                </a:cubicBezTo>
                <a:cubicBezTo>
                  <a:pt x="7017" y="3956"/>
                  <a:pt x="7342" y="4102"/>
                  <a:pt x="7698" y="4102"/>
                </a:cubicBezTo>
                <a:cubicBezTo>
                  <a:pt x="7770" y="4102"/>
                  <a:pt x="7844" y="4096"/>
                  <a:pt x="7918" y="4084"/>
                </a:cubicBezTo>
                <a:cubicBezTo>
                  <a:pt x="8370" y="4001"/>
                  <a:pt x="8728" y="3643"/>
                  <a:pt x="8835" y="3191"/>
                </a:cubicBezTo>
                <a:cubicBezTo>
                  <a:pt x="8906" y="2834"/>
                  <a:pt x="8823" y="2477"/>
                  <a:pt x="8597" y="2215"/>
                </a:cubicBezTo>
                <a:cubicBezTo>
                  <a:pt x="8370" y="1941"/>
                  <a:pt x="8049" y="1774"/>
                  <a:pt x="7692" y="1774"/>
                </a:cubicBezTo>
                <a:cubicBezTo>
                  <a:pt x="7346" y="1774"/>
                  <a:pt x="7001" y="1929"/>
                  <a:pt x="6775" y="2215"/>
                </a:cubicBezTo>
                <a:cubicBezTo>
                  <a:pt x="6715" y="2286"/>
                  <a:pt x="6620" y="2334"/>
                  <a:pt x="6501" y="2334"/>
                </a:cubicBezTo>
                <a:lnTo>
                  <a:pt x="6144" y="2334"/>
                </a:lnTo>
                <a:cubicBezTo>
                  <a:pt x="6037" y="2334"/>
                  <a:pt x="5941" y="2238"/>
                  <a:pt x="5941" y="2131"/>
                </a:cubicBezTo>
                <a:lnTo>
                  <a:pt x="5941" y="1226"/>
                </a:lnTo>
                <a:cubicBezTo>
                  <a:pt x="5941" y="1143"/>
                  <a:pt x="5870" y="1060"/>
                  <a:pt x="5787" y="1060"/>
                </a:cubicBezTo>
                <a:cubicBezTo>
                  <a:pt x="5691" y="1060"/>
                  <a:pt x="5620" y="1143"/>
                  <a:pt x="5620" y="1226"/>
                </a:cubicBezTo>
                <a:lnTo>
                  <a:pt x="5620" y="2131"/>
                </a:lnTo>
                <a:cubicBezTo>
                  <a:pt x="5620" y="2429"/>
                  <a:pt x="5858" y="2667"/>
                  <a:pt x="6156" y="2667"/>
                </a:cubicBezTo>
                <a:lnTo>
                  <a:pt x="6513" y="2667"/>
                </a:lnTo>
                <a:cubicBezTo>
                  <a:pt x="6739" y="2667"/>
                  <a:pt x="6930" y="2584"/>
                  <a:pt x="7049" y="2429"/>
                </a:cubicBezTo>
                <a:cubicBezTo>
                  <a:pt x="7215" y="2238"/>
                  <a:pt x="7430" y="2131"/>
                  <a:pt x="7692" y="2131"/>
                </a:cubicBezTo>
                <a:cubicBezTo>
                  <a:pt x="7942" y="2131"/>
                  <a:pt x="8180" y="2250"/>
                  <a:pt x="8323" y="2453"/>
                </a:cubicBezTo>
                <a:cubicBezTo>
                  <a:pt x="8489" y="2643"/>
                  <a:pt x="8549" y="2893"/>
                  <a:pt x="8489" y="3143"/>
                </a:cubicBezTo>
                <a:cubicBezTo>
                  <a:pt x="8430" y="3465"/>
                  <a:pt x="8168" y="3715"/>
                  <a:pt x="7835" y="3786"/>
                </a:cubicBezTo>
                <a:cubicBezTo>
                  <a:pt x="7780" y="3797"/>
                  <a:pt x="7726" y="3802"/>
                  <a:pt x="7673" y="3802"/>
                </a:cubicBezTo>
                <a:cubicBezTo>
                  <a:pt x="7432" y="3802"/>
                  <a:pt x="7205" y="3695"/>
                  <a:pt x="7049" y="3501"/>
                </a:cubicBezTo>
                <a:cubicBezTo>
                  <a:pt x="6918" y="3346"/>
                  <a:pt x="6727" y="3250"/>
                  <a:pt x="6513" y="3250"/>
                </a:cubicBezTo>
                <a:lnTo>
                  <a:pt x="6144" y="3250"/>
                </a:lnTo>
                <a:cubicBezTo>
                  <a:pt x="5846" y="3250"/>
                  <a:pt x="5608" y="3489"/>
                  <a:pt x="5608" y="3786"/>
                </a:cubicBezTo>
                <a:lnTo>
                  <a:pt x="5608" y="5620"/>
                </a:lnTo>
                <a:lnTo>
                  <a:pt x="3775" y="5620"/>
                </a:lnTo>
                <a:cubicBezTo>
                  <a:pt x="3667" y="5620"/>
                  <a:pt x="3584" y="5525"/>
                  <a:pt x="3584" y="5429"/>
                </a:cubicBezTo>
                <a:lnTo>
                  <a:pt x="3584" y="5048"/>
                </a:lnTo>
                <a:cubicBezTo>
                  <a:pt x="3584" y="4953"/>
                  <a:pt x="3620" y="4846"/>
                  <a:pt x="3715" y="4774"/>
                </a:cubicBezTo>
                <a:cubicBezTo>
                  <a:pt x="4036" y="4501"/>
                  <a:pt x="4191" y="4084"/>
                  <a:pt x="4120" y="3655"/>
                </a:cubicBezTo>
                <a:cubicBezTo>
                  <a:pt x="4025" y="3191"/>
                  <a:pt x="3667" y="2834"/>
                  <a:pt x="3227" y="2727"/>
                </a:cubicBezTo>
                <a:cubicBezTo>
                  <a:pt x="3148" y="2711"/>
                  <a:pt x="3069" y="2703"/>
                  <a:pt x="2991" y="2703"/>
                </a:cubicBezTo>
                <a:cubicBezTo>
                  <a:pt x="2716" y="2703"/>
                  <a:pt x="2452" y="2798"/>
                  <a:pt x="2239" y="2965"/>
                </a:cubicBezTo>
                <a:cubicBezTo>
                  <a:pt x="1977" y="3191"/>
                  <a:pt x="1810" y="3524"/>
                  <a:pt x="1810" y="3882"/>
                </a:cubicBezTo>
                <a:cubicBezTo>
                  <a:pt x="1810" y="4215"/>
                  <a:pt x="1953" y="4560"/>
                  <a:pt x="2239" y="4786"/>
                </a:cubicBezTo>
                <a:cubicBezTo>
                  <a:pt x="2310" y="4846"/>
                  <a:pt x="2358" y="4953"/>
                  <a:pt x="2358" y="5072"/>
                </a:cubicBezTo>
                <a:lnTo>
                  <a:pt x="2358" y="5429"/>
                </a:lnTo>
                <a:cubicBezTo>
                  <a:pt x="2358" y="5525"/>
                  <a:pt x="2274" y="5620"/>
                  <a:pt x="2167" y="5620"/>
                </a:cubicBezTo>
                <a:lnTo>
                  <a:pt x="334" y="5620"/>
                </a:lnTo>
                <a:lnTo>
                  <a:pt x="334" y="881"/>
                </a:lnTo>
                <a:cubicBezTo>
                  <a:pt x="334" y="572"/>
                  <a:pt x="584" y="333"/>
                  <a:pt x="881" y="333"/>
                </a:cubicBezTo>
                <a:lnTo>
                  <a:pt x="5620" y="333"/>
                </a:lnTo>
                <a:lnTo>
                  <a:pt x="5620" y="524"/>
                </a:lnTo>
                <a:cubicBezTo>
                  <a:pt x="5620" y="619"/>
                  <a:pt x="5691" y="691"/>
                  <a:pt x="5787" y="691"/>
                </a:cubicBezTo>
                <a:cubicBezTo>
                  <a:pt x="5870" y="691"/>
                  <a:pt x="5941" y="619"/>
                  <a:pt x="5941" y="524"/>
                </a:cubicBezTo>
                <a:lnTo>
                  <a:pt x="5941" y="333"/>
                </a:lnTo>
                <a:close/>
                <a:moveTo>
                  <a:pt x="2976" y="3061"/>
                </a:moveTo>
                <a:cubicBezTo>
                  <a:pt x="3040" y="3061"/>
                  <a:pt x="3104" y="3069"/>
                  <a:pt x="3167" y="3084"/>
                </a:cubicBezTo>
                <a:cubicBezTo>
                  <a:pt x="3477" y="3143"/>
                  <a:pt x="3727" y="3417"/>
                  <a:pt x="3810" y="3739"/>
                </a:cubicBezTo>
                <a:cubicBezTo>
                  <a:pt x="3870" y="4036"/>
                  <a:pt x="3763" y="4334"/>
                  <a:pt x="3525" y="4536"/>
                </a:cubicBezTo>
                <a:cubicBezTo>
                  <a:pt x="3358" y="4667"/>
                  <a:pt x="3274" y="4858"/>
                  <a:pt x="3274" y="5072"/>
                </a:cubicBezTo>
                <a:lnTo>
                  <a:pt x="3274" y="5441"/>
                </a:lnTo>
                <a:cubicBezTo>
                  <a:pt x="3274" y="5739"/>
                  <a:pt x="3513" y="5977"/>
                  <a:pt x="3810" y="5977"/>
                </a:cubicBezTo>
                <a:lnTo>
                  <a:pt x="5632" y="5977"/>
                </a:lnTo>
                <a:lnTo>
                  <a:pt x="5632" y="7811"/>
                </a:lnTo>
                <a:cubicBezTo>
                  <a:pt x="5632" y="7918"/>
                  <a:pt x="5549" y="8001"/>
                  <a:pt x="5441" y="8001"/>
                </a:cubicBezTo>
                <a:lnTo>
                  <a:pt x="5072" y="8001"/>
                </a:lnTo>
                <a:cubicBezTo>
                  <a:pt x="4965" y="8001"/>
                  <a:pt x="4858" y="7953"/>
                  <a:pt x="4787" y="7870"/>
                </a:cubicBezTo>
                <a:cubicBezTo>
                  <a:pt x="4569" y="7593"/>
                  <a:pt x="4244" y="7447"/>
                  <a:pt x="3887" y="7447"/>
                </a:cubicBezTo>
                <a:cubicBezTo>
                  <a:pt x="3815" y="7447"/>
                  <a:pt x="3741" y="7453"/>
                  <a:pt x="3667" y="7465"/>
                </a:cubicBezTo>
                <a:cubicBezTo>
                  <a:pt x="3215" y="7561"/>
                  <a:pt x="2858" y="7918"/>
                  <a:pt x="2751" y="8358"/>
                </a:cubicBezTo>
                <a:cubicBezTo>
                  <a:pt x="2679" y="8715"/>
                  <a:pt x="2763" y="9073"/>
                  <a:pt x="2989" y="9346"/>
                </a:cubicBezTo>
                <a:cubicBezTo>
                  <a:pt x="3215" y="9608"/>
                  <a:pt x="3536" y="9775"/>
                  <a:pt x="3894" y="9775"/>
                </a:cubicBezTo>
                <a:cubicBezTo>
                  <a:pt x="4239" y="9775"/>
                  <a:pt x="4584" y="9620"/>
                  <a:pt x="4798" y="9346"/>
                </a:cubicBezTo>
                <a:cubicBezTo>
                  <a:pt x="4858" y="9263"/>
                  <a:pt x="4965" y="9227"/>
                  <a:pt x="5084" y="9227"/>
                </a:cubicBezTo>
                <a:lnTo>
                  <a:pt x="5441" y="9227"/>
                </a:lnTo>
                <a:cubicBezTo>
                  <a:pt x="5549" y="9227"/>
                  <a:pt x="5632" y="9311"/>
                  <a:pt x="5632" y="9418"/>
                </a:cubicBezTo>
                <a:lnTo>
                  <a:pt x="5632" y="11251"/>
                </a:lnTo>
                <a:lnTo>
                  <a:pt x="869" y="11251"/>
                </a:lnTo>
                <a:cubicBezTo>
                  <a:pt x="560" y="11251"/>
                  <a:pt x="322" y="10990"/>
                  <a:pt x="322" y="10692"/>
                </a:cubicBezTo>
                <a:lnTo>
                  <a:pt x="322" y="5965"/>
                </a:lnTo>
                <a:lnTo>
                  <a:pt x="2155" y="5965"/>
                </a:lnTo>
                <a:cubicBezTo>
                  <a:pt x="2453" y="5965"/>
                  <a:pt x="2691" y="5727"/>
                  <a:pt x="2691" y="5429"/>
                </a:cubicBezTo>
                <a:lnTo>
                  <a:pt x="2691" y="5072"/>
                </a:lnTo>
                <a:cubicBezTo>
                  <a:pt x="2691" y="4846"/>
                  <a:pt x="2596" y="4655"/>
                  <a:pt x="2453" y="4536"/>
                </a:cubicBezTo>
                <a:cubicBezTo>
                  <a:pt x="2262" y="4370"/>
                  <a:pt x="2155" y="4143"/>
                  <a:pt x="2155" y="3893"/>
                </a:cubicBezTo>
                <a:cubicBezTo>
                  <a:pt x="2155" y="3643"/>
                  <a:pt x="2274" y="3405"/>
                  <a:pt x="2465" y="3250"/>
                </a:cubicBezTo>
                <a:cubicBezTo>
                  <a:pt x="2607" y="3126"/>
                  <a:pt x="2789" y="3061"/>
                  <a:pt x="2976" y="3061"/>
                </a:cubicBezTo>
                <a:close/>
                <a:moveTo>
                  <a:pt x="893" y="0"/>
                </a:moveTo>
                <a:cubicBezTo>
                  <a:pt x="393" y="0"/>
                  <a:pt x="0" y="393"/>
                  <a:pt x="0" y="893"/>
                </a:cubicBezTo>
                <a:lnTo>
                  <a:pt x="0" y="10680"/>
                </a:lnTo>
                <a:cubicBezTo>
                  <a:pt x="0" y="11168"/>
                  <a:pt x="393" y="11573"/>
                  <a:pt x="893" y="11573"/>
                </a:cubicBezTo>
                <a:lnTo>
                  <a:pt x="10680" y="11573"/>
                </a:lnTo>
                <a:cubicBezTo>
                  <a:pt x="11168" y="11573"/>
                  <a:pt x="11573" y="11168"/>
                  <a:pt x="11573" y="10680"/>
                </a:cubicBezTo>
                <a:lnTo>
                  <a:pt x="11573" y="893"/>
                </a:lnTo>
                <a:cubicBezTo>
                  <a:pt x="11573" y="393"/>
                  <a:pt x="11168" y="0"/>
                  <a:pt x="10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56" name="Google Shape;10356;p64"/>
          <p:cNvGrpSpPr/>
          <p:nvPr/>
        </p:nvGrpSpPr>
        <p:grpSpPr>
          <a:xfrm>
            <a:off x="2201806" y="1802335"/>
            <a:ext cx="349784" cy="349434"/>
            <a:chOff x="2201806" y="1976585"/>
            <a:chExt cx="349784" cy="349434"/>
          </a:xfrm>
        </p:grpSpPr>
        <p:sp>
          <p:nvSpPr>
            <p:cNvPr id="10357" name="Google Shape;10357;p64"/>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64"/>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64"/>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64"/>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1" name="Google Shape;10361;p64"/>
          <p:cNvGrpSpPr/>
          <p:nvPr/>
        </p:nvGrpSpPr>
        <p:grpSpPr>
          <a:xfrm>
            <a:off x="3094217" y="1802335"/>
            <a:ext cx="350198" cy="350548"/>
            <a:chOff x="3094217" y="1976585"/>
            <a:chExt cx="350198" cy="350548"/>
          </a:xfrm>
        </p:grpSpPr>
        <p:sp>
          <p:nvSpPr>
            <p:cNvPr id="10362" name="Google Shape;10362;p64"/>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64"/>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64"/>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64"/>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64"/>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64"/>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64"/>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64"/>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64"/>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1" name="Google Shape;10371;p64"/>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64"/>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64"/>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64"/>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75" name="Google Shape;10375;p64"/>
          <p:cNvSpPr/>
          <p:nvPr/>
        </p:nvSpPr>
        <p:spPr>
          <a:xfrm>
            <a:off x="1276039" y="1787567"/>
            <a:ext cx="414967" cy="378970"/>
          </a:xfrm>
          <a:custGeom>
            <a:avLst/>
            <a:gdLst/>
            <a:ahLst/>
            <a:cxnLst/>
            <a:rect l="l" t="t" r="r" b="b"/>
            <a:pathLst>
              <a:path w="13038" h="11907" extrusionOk="0">
                <a:moveTo>
                  <a:pt x="6632" y="369"/>
                </a:moveTo>
                <a:cubicBezTo>
                  <a:pt x="6680" y="369"/>
                  <a:pt x="6704" y="405"/>
                  <a:pt x="6704" y="441"/>
                </a:cubicBezTo>
                <a:lnTo>
                  <a:pt x="6704" y="881"/>
                </a:lnTo>
                <a:cubicBezTo>
                  <a:pt x="6644" y="864"/>
                  <a:pt x="6582" y="855"/>
                  <a:pt x="6519" y="855"/>
                </a:cubicBezTo>
                <a:cubicBezTo>
                  <a:pt x="6457" y="855"/>
                  <a:pt x="6394" y="864"/>
                  <a:pt x="6335" y="881"/>
                </a:cubicBezTo>
                <a:lnTo>
                  <a:pt x="6335" y="441"/>
                </a:lnTo>
                <a:lnTo>
                  <a:pt x="6323" y="441"/>
                </a:lnTo>
                <a:cubicBezTo>
                  <a:pt x="6323" y="405"/>
                  <a:pt x="6347" y="369"/>
                  <a:pt x="6394" y="369"/>
                </a:cubicBezTo>
                <a:close/>
                <a:moveTo>
                  <a:pt x="6501" y="1251"/>
                </a:moveTo>
                <a:cubicBezTo>
                  <a:pt x="7061" y="1251"/>
                  <a:pt x="7275" y="2013"/>
                  <a:pt x="6763" y="2286"/>
                </a:cubicBezTo>
                <a:cubicBezTo>
                  <a:pt x="6692" y="2322"/>
                  <a:pt x="6585" y="2346"/>
                  <a:pt x="6501" y="2346"/>
                </a:cubicBezTo>
                <a:cubicBezTo>
                  <a:pt x="6204" y="2346"/>
                  <a:pt x="5954" y="2096"/>
                  <a:pt x="5954" y="1798"/>
                </a:cubicBezTo>
                <a:cubicBezTo>
                  <a:pt x="5954" y="1489"/>
                  <a:pt x="6204" y="1251"/>
                  <a:pt x="6501" y="1251"/>
                </a:cubicBezTo>
                <a:close/>
                <a:moveTo>
                  <a:pt x="2382" y="2429"/>
                </a:moveTo>
                <a:cubicBezTo>
                  <a:pt x="2560" y="2429"/>
                  <a:pt x="2703" y="2572"/>
                  <a:pt x="2703" y="2751"/>
                </a:cubicBezTo>
                <a:cubicBezTo>
                  <a:pt x="2703" y="2929"/>
                  <a:pt x="2560" y="3084"/>
                  <a:pt x="2382" y="3084"/>
                </a:cubicBezTo>
                <a:cubicBezTo>
                  <a:pt x="2215" y="3084"/>
                  <a:pt x="2048" y="2941"/>
                  <a:pt x="2048" y="2751"/>
                </a:cubicBezTo>
                <a:cubicBezTo>
                  <a:pt x="2048" y="2560"/>
                  <a:pt x="2203" y="2429"/>
                  <a:pt x="2382" y="2429"/>
                </a:cubicBezTo>
                <a:close/>
                <a:moveTo>
                  <a:pt x="10657" y="2429"/>
                </a:moveTo>
                <a:cubicBezTo>
                  <a:pt x="10835" y="2429"/>
                  <a:pt x="10978" y="2572"/>
                  <a:pt x="10978" y="2751"/>
                </a:cubicBezTo>
                <a:cubicBezTo>
                  <a:pt x="10978" y="2929"/>
                  <a:pt x="10835" y="3084"/>
                  <a:pt x="10657" y="3084"/>
                </a:cubicBezTo>
                <a:cubicBezTo>
                  <a:pt x="10478" y="3084"/>
                  <a:pt x="10323" y="2941"/>
                  <a:pt x="10323" y="2751"/>
                </a:cubicBezTo>
                <a:cubicBezTo>
                  <a:pt x="10323" y="2560"/>
                  <a:pt x="10478" y="2429"/>
                  <a:pt x="10657" y="2429"/>
                </a:cubicBezTo>
                <a:close/>
                <a:moveTo>
                  <a:pt x="2477" y="3441"/>
                </a:moveTo>
                <a:lnTo>
                  <a:pt x="3715" y="6025"/>
                </a:lnTo>
                <a:lnTo>
                  <a:pt x="1024" y="6025"/>
                </a:lnTo>
                <a:lnTo>
                  <a:pt x="2239" y="3441"/>
                </a:lnTo>
                <a:cubicBezTo>
                  <a:pt x="2275" y="3447"/>
                  <a:pt x="2316" y="3450"/>
                  <a:pt x="2358" y="3450"/>
                </a:cubicBezTo>
                <a:cubicBezTo>
                  <a:pt x="2400" y="3450"/>
                  <a:pt x="2441" y="3447"/>
                  <a:pt x="2477" y="3441"/>
                </a:cubicBezTo>
                <a:close/>
                <a:moveTo>
                  <a:pt x="10776" y="3441"/>
                </a:moveTo>
                <a:lnTo>
                  <a:pt x="11990" y="6025"/>
                </a:lnTo>
                <a:lnTo>
                  <a:pt x="9299" y="6025"/>
                </a:lnTo>
                <a:lnTo>
                  <a:pt x="10538" y="3441"/>
                </a:lnTo>
                <a:cubicBezTo>
                  <a:pt x="10573" y="3447"/>
                  <a:pt x="10612" y="3450"/>
                  <a:pt x="10652" y="3450"/>
                </a:cubicBezTo>
                <a:cubicBezTo>
                  <a:pt x="10692" y="3450"/>
                  <a:pt x="10734" y="3447"/>
                  <a:pt x="10776" y="3441"/>
                </a:cubicBezTo>
                <a:close/>
                <a:moveTo>
                  <a:pt x="4251" y="6418"/>
                </a:moveTo>
                <a:cubicBezTo>
                  <a:pt x="4322" y="6418"/>
                  <a:pt x="4382" y="6477"/>
                  <a:pt x="4382" y="6549"/>
                </a:cubicBezTo>
                <a:lnTo>
                  <a:pt x="4382" y="6668"/>
                </a:lnTo>
                <a:cubicBezTo>
                  <a:pt x="4382" y="6739"/>
                  <a:pt x="4322" y="6799"/>
                  <a:pt x="4251" y="6799"/>
                </a:cubicBezTo>
                <a:lnTo>
                  <a:pt x="501" y="6799"/>
                </a:lnTo>
                <a:cubicBezTo>
                  <a:pt x="429" y="6799"/>
                  <a:pt x="370" y="6739"/>
                  <a:pt x="370" y="6668"/>
                </a:cubicBezTo>
                <a:lnTo>
                  <a:pt x="370" y="6549"/>
                </a:lnTo>
                <a:cubicBezTo>
                  <a:pt x="370" y="6477"/>
                  <a:pt x="429" y="6418"/>
                  <a:pt x="501" y="6418"/>
                </a:cubicBezTo>
                <a:close/>
                <a:moveTo>
                  <a:pt x="12526" y="6418"/>
                </a:moveTo>
                <a:cubicBezTo>
                  <a:pt x="12597" y="6418"/>
                  <a:pt x="12657" y="6477"/>
                  <a:pt x="12657" y="6549"/>
                </a:cubicBezTo>
                <a:lnTo>
                  <a:pt x="12657" y="6668"/>
                </a:lnTo>
                <a:cubicBezTo>
                  <a:pt x="12657" y="6739"/>
                  <a:pt x="12597" y="6799"/>
                  <a:pt x="12526" y="6799"/>
                </a:cubicBezTo>
                <a:lnTo>
                  <a:pt x="8775" y="6799"/>
                </a:lnTo>
                <a:cubicBezTo>
                  <a:pt x="8704" y="6799"/>
                  <a:pt x="8644" y="6739"/>
                  <a:pt x="8644" y="6668"/>
                </a:cubicBezTo>
                <a:lnTo>
                  <a:pt x="8644" y="6549"/>
                </a:lnTo>
                <a:cubicBezTo>
                  <a:pt x="8644" y="6477"/>
                  <a:pt x="8704" y="6418"/>
                  <a:pt x="8775" y="6418"/>
                </a:cubicBezTo>
                <a:close/>
                <a:moveTo>
                  <a:pt x="3715" y="7168"/>
                </a:moveTo>
                <a:cubicBezTo>
                  <a:pt x="3525" y="7787"/>
                  <a:pt x="2953" y="8228"/>
                  <a:pt x="2298" y="8228"/>
                </a:cubicBezTo>
                <a:cubicBezTo>
                  <a:pt x="1644" y="8228"/>
                  <a:pt x="1084" y="7799"/>
                  <a:pt x="905" y="7168"/>
                </a:cubicBezTo>
                <a:close/>
                <a:moveTo>
                  <a:pt x="12145" y="7168"/>
                </a:moveTo>
                <a:cubicBezTo>
                  <a:pt x="11942" y="7787"/>
                  <a:pt x="11383" y="8228"/>
                  <a:pt x="10728" y="8228"/>
                </a:cubicBezTo>
                <a:cubicBezTo>
                  <a:pt x="10073" y="8228"/>
                  <a:pt x="9502" y="7799"/>
                  <a:pt x="9323" y="7168"/>
                </a:cubicBezTo>
                <a:close/>
                <a:moveTo>
                  <a:pt x="7942" y="10371"/>
                </a:moveTo>
                <a:cubicBezTo>
                  <a:pt x="8013" y="10371"/>
                  <a:pt x="8073" y="10430"/>
                  <a:pt x="8073" y="10502"/>
                </a:cubicBezTo>
                <a:lnTo>
                  <a:pt x="8073" y="10764"/>
                </a:lnTo>
                <a:lnTo>
                  <a:pt x="4918" y="10764"/>
                </a:lnTo>
                <a:lnTo>
                  <a:pt x="4918" y="10502"/>
                </a:lnTo>
                <a:cubicBezTo>
                  <a:pt x="4918" y="10430"/>
                  <a:pt x="4977" y="10371"/>
                  <a:pt x="5049" y="10371"/>
                </a:cubicBezTo>
                <a:close/>
                <a:moveTo>
                  <a:pt x="6382" y="0"/>
                </a:moveTo>
                <a:cubicBezTo>
                  <a:pt x="6132" y="0"/>
                  <a:pt x="5930" y="203"/>
                  <a:pt x="5930" y="441"/>
                </a:cubicBezTo>
                <a:lnTo>
                  <a:pt x="5930" y="1060"/>
                </a:lnTo>
                <a:cubicBezTo>
                  <a:pt x="5692" y="1251"/>
                  <a:pt x="5549" y="1536"/>
                  <a:pt x="5561" y="1858"/>
                </a:cubicBezTo>
                <a:lnTo>
                  <a:pt x="3703" y="2370"/>
                </a:lnTo>
                <a:cubicBezTo>
                  <a:pt x="3477" y="2429"/>
                  <a:pt x="3251" y="2465"/>
                  <a:pt x="3037" y="2501"/>
                </a:cubicBezTo>
                <a:cubicBezTo>
                  <a:pt x="2929" y="2227"/>
                  <a:pt x="2679" y="2036"/>
                  <a:pt x="2382" y="2036"/>
                </a:cubicBezTo>
                <a:cubicBezTo>
                  <a:pt x="1989" y="2036"/>
                  <a:pt x="1679" y="2346"/>
                  <a:pt x="1679" y="2739"/>
                </a:cubicBezTo>
                <a:cubicBezTo>
                  <a:pt x="1679" y="2941"/>
                  <a:pt x="1763" y="3132"/>
                  <a:pt x="1917" y="3275"/>
                </a:cubicBezTo>
                <a:lnTo>
                  <a:pt x="608" y="6025"/>
                </a:lnTo>
                <a:lnTo>
                  <a:pt x="501" y="6025"/>
                </a:lnTo>
                <a:cubicBezTo>
                  <a:pt x="215" y="6025"/>
                  <a:pt x="1" y="6251"/>
                  <a:pt x="1" y="6525"/>
                </a:cubicBezTo>
                <a:lnTo>
                  <a:pt x="1" y="6644"/>
                </a:lnTo>
                <a:cubicBezTo>
                  <a:pt x="1" y="6930"/>
                  <a:pt x="215" y="7156"/>
                  <a:pt x="501" y="7156"/>
                </a:cubicBezTo>
                <a:cubicBezTo>
                  <a:pt x="691" y="7989"/>
                  <a:pt x="1441" y="8585"/>
                  <a:pt x="2298" y="8585"/>
                </a:cubicBezTo>
                <a:cubicBezTo>
                  <a:pt x="3168" y="8585"/>
                  <a:pt x="3906" y="7978"/>
                  <a:pt x="4108" y="7156"/>
                </a:cubicBezTo>
                <a:lnTo>
                  <a:pt x="4251" y="7156"/>
                </a:lnTo>
                <a:cubicBezTo>
                  <a:pt x="4537" y="7156"/>
                  <a:pt x="4763" y="6930"/>
                  <a:pt x="4763" y="6644"/>
                </a:cubicBezTo>
                <a:lnTo>
                  <a:pt x="4763" y="6525"/>
                </a:lnTo>
                <a:cubicBezTo>
                  <a:pt x="4763" y="6251"/>
                  <a:pt x="4537" y="6025"/>
                  <a:pt x="4251" y="6025"/>
                </a:cubicBezTo>
                <a:lnTo>
                  <a:pt x="4144" y="6025"/>
                </a:lnTo>
                <a:lnTo>
                  <a:pt x="2834" y="3275"/>
                </a:lnTo>
                <a:cubicBezTo>
                  <a:pt x="2953" y="3167"/>
                  <a:pt x="3037" y="3036"/>
                  <a:pt x="3060" y="2870"/>
                </a:cubicBezTo>
                <a:cubicBezTo>
                  <a:pt x="3310" y="2846"/>
                  <a:pt x="3549" y="2798"/>
                  <a:pt x="3787" y="2727"/>
                </a:cubicBezTo>
                <a:lnTo>
                  <a:pt x="5656" y="2215"/>
                </a:lnTo>
                <a:cubicBezTo>
                  <a:pt x="5716" y="2346"/>
                  <a:pt x="5811" y="2453"/>
                  <a:pt x="5918" y="2548"/>
                </a:cubicBezTo>
                <a:lnTo>
                  <a:pt x="5918" y="10002"/>
                </a:lnTo>
                <a:lnTo>
                  <a:pt x="5037" y="10002"/>
                </a:lnTo>
                <a:cubicBezTo>
                  <a:pt x="4763" y="10002"/>
                  <a:pt x="4537" y="10228"/>
                  <a:pt x="4537" y="10502"/>
                </a:cubicBezTo>
                <a:lnTo>
                  <a:pt x="4537" y="10776"/>
                </a:lnTo>
                <a:cubicBezTo>
                  <a:pt x="4299" y="10823"/>
                  <a:pt x="4120" y="11026"/>
                  <a:pt x="4120" y="11276"/>
                </a:cubicBezTo>
                <a:lnTo>
                  <a:pt x="4120" y="11395"/>
                </a:lnTo>
                <a:cubicBezTo>
                  <a:pt x="4120" y="11680"/>
                  <a:pt x="4346" y="11907"/>
                  <a:pt x="4620" y="11907"/>
                </a:cubicBezTo>
                <a:lnTo>
                  <a:pt x="6049" y="11907"/>
                </a:lnTo>
                <a:cubicBezTo>
                  <a:pt x="6156" y="11907"/>
                  <a:pt x="6251" y="11811"/>
                  <a:pt x="6251" y="11704"/>
                </a:cubicBezTo>
                <a:cubicBezTo>
                  <a:pt x="6251" y="11609"/>
                  <a:pt x="6156" y="11514"/>
                  <a:pt x="6049" y="11514"/>
                </a:cubicBezTo>
                <a:lnTo>
                  <a:pt x="4620" y="11514"/>
                </a:lnTo>
                <a:cubicBezTo>
                  <a:pt x="4549" y="11514"/>
                  <a:pt x="4489" y="11454"/>
                  <a:pt x="4489" y="11383"/>
                </a:cubicBezTo>
                <a:lnTo>
                  <a:pt x="4489" y="11264"/>
                </a:lnTo>
                <a:cubicBezTo>
                  <a:pt x="4489" y="11192"/>
                  <a:pt x="4549" y="11133"/>
                  <a:pt x="4620" y="11133"/>
                </a:cubicBezTo>
                <a:lnTo>
                  <a:pt x="8371" y="11133"/>
                </a:lnTo>
                <a:cubicBezTo>
                  <a:pt x="8454" y="11133"/>
                  <a:pt x="8513" y="11192"/>
                  <a:pt x="8513" y="11264"/>
                </a:cubicBezTo>
                <a:lnTo>
                  <a:pt x="8513" y="11383"/>
                </a:lnTo>
                <a:cubicBezTo>
                  <a:pt x="8513" y="11454"/>
                  <a:pt x="8454" y="11514"/>
                  <a:pt x="8371" y="11514"/>
                </a:cubicBezTo>
                <a:lnTo>
                  <a:pt x="6930" y="11514"/>
                </a:lnTo>
                <a:cubicBezTo>
                  <a:pt x="6823" y="11514"/>
                  <a:pt x="6739" y="11609"/>
                  <a:pt x="6739" y="11704"/>
                </a:cubicBezTo>
                <a:cubicBezTo>
                  <a:pt x="6739" y="11811"/>
                  <a:pt x="6823" y="11907"/>
                  <a:pt x="6930" y="11907"/>
                </a:cubicBezTo>
                <a:lnTo>
                  <a:pt x="8371" y="11907"/>
                </a:lnTo>
                <a:cubicBezTo>
                  <a:pt x="8656" y="11907"/>
                  <a:pt x="8883" y="11680"/>
                  <a:pt x="8883" y="11395"/>
                </a:cubicBezTo>
                <a:lnTo>
                  <a:pt x="8883" y="11276"/>
                </a:lnTo>
                <a:cubicBezTo>
                  <a:pt x="8883" y="11026"/>
                  <a:pt x="8692" y="10799"/>
                  <a:pt x="8454" y="10776"/>
                </a:cubicBezTo>
                <a:lnTo>
                  <a:pt x="8454" y="10502"/>
                </a:lnTo>
                <a:cubicBezTo>
                  <a:pt x="8454" y="10228"/>
                  <a:pt x="8228" y="10002"/>
                  <a:pt x="7942" y="10002"/>
                </a:cubicBezTo>
                <a:lnTo>
                  <a:pt x="7061" y="10002"/>
                </a:lnTo>
                <a:lnTo>
                  <a:pt x="7061" y="7049"/>
                </a:lnTo>
                <a:cubicBezTo>
                  <a:pt x="7061" y="6954"/>
                  <a:pt x="6978" y="6858"/>
                  <a:pt x="6870" y="6858"/>
                </a:cubicBezTo>
                <a:cubicBezTo>
                  <a:pt x="6763" y="6858"/>
                  <a:pt x="6680" y="6954"/>
                  <a:pt x="6680" y="7049"/>
                </a:cubicBezTo>
                <a:lnTo>
                  <a:pt x="6680" y="10002"/>
                </a:lnTo>
                <a:lnTo>
                  <a:pt x="6311" y="10002"/>
                </a:lnTo>
                <a:lnTo>
                  <a:pt x="6311" y="2727"/>
                </a:lnTo>
                <a:cubicBezTo>
                  <a:pt x="6370" y="2739"/>
                  <a:pt x="6430" y="2745"/>
                  <a:pt x="6491" y="2745"/>
                </a:cubicBezTo>
                <a:cubicBezTo>
                  <a:pt x="6552" y="2745"/>
                  <a:pt x="6614" y="2739"/>
                  <a:pt x="6680" y="2727"/>
                </a:cubicBezTo>
                <a:lnTo>
                  <a:pt x="6680" y="6156"/>
                </a:lnTo>
                <a:cubicBezTo>
                  <a:pt x="6680" y="6263"/>
                  <a:pt x="6763" y="6358"/>
                  <a:pt x="6870" y="6358"/>
                </a:cubicBezTo>
                <a:cubicBezTo>
                  <a:pt x="6978" y="6358"/>
                  <a:pt x="7061" y="6263"/>
                  <a:pt x="7061" y="6156"/>
                </a:cubicBezTo>
                <a:lnTo>
                  <a:pt x="7061" y="2548"/>
                </a:lnTo>
                <a:cubicBezTo>
                  <a:pt x="7180" y="2453"/>
                  <a:pt x="7275" y="2346"/>
                  <a:pt x="7335" y="2215"/>
                </a:cubicBezTo>
                <a:lnTo>
                  <a:pt x="9228" y="2739"/>
                </a:lnTo>
                <a:cubicBezTo>
                  <a:pt x="9466" y="2798"/>
                  <a:pt x="9716" y="2858"/>
                  <a:pt x="9954" y="2882"/>
                </a:cubicBezTo>
                <a:cubicBezTo>
                  <a:pt x="9978" y="3048"/>
                  <a:pt x="10073" y="3179"/>
                  <a:pt x="10180" y="3287"/>
                </a:cubicBezTo>
                <a:lnTo>
                  <a:pt x="8871" y="6037"/>
                </a:lnTo>
                <a:lnTo>
                  <a:pt x="8764" y="6037"/>
                </a:lnTo>
                <a:cubicBezTo>
                  <a:pt x="8478" y="6037"/>
                  <a:pt x="8252" y="6263"/>
                  <a:pt x="8252" y="6549"/>
                </a:cubicBezTo>
                <a:lnTo>
                  <a:pt x="8252" y="6668"/>
                </a:lnTo>
                <a:cubicBezTo>
                  <a:pt x="8252" y="6954"/>
                  <a:pt x="8478" y="7168"/>
                  <a:pt x="8764" y="7168"/>
                </a:cubicBezTo>
                <a:lnTo>
                  <a:pt x="8906" y="7168"/>
                </a:lnTo>
                <a:cubicBezTo>
                  <a:pt x="9109" y="8001"/>
                  <a:pt x="9847" y="8597"/>
                  <a:pt x="10716" y="8597"/>
                </a:cubicBezTo>
                <a:cubicBezTo>
                  <a:pt x="11573" y="8597"/>
                  <a:pt x="12323" y="7989"/>
                  <a:pt x="12514" y="7168"/>
                </a:cubicBezTo>
                <a:cubicBezTo>
                  <a:pt x="12800" y="7168"/>
                  <a:pt x="13014" y="6954"/>
                  <a:pt x="13014" y="6668"/>
                </a:cubicBezTo>
                <a:lnTo>
                  <a:pt x="13014" y="6549"/>
                </a:lnTo>
                <a:cubicBezTo>
                  <a:pt x="13038" y="6263"/>
                  <a:pt x="12812" y="6025"/>
                  <a:pt x="12526" y="6025"/>
                </a:cubicBezTo>
                <a:lnTo>
                  <a:pt x="12419" y="6025"/>
                </a:lnTo>
                <a:lnTo>
                  <a:pt x="11109" y="3275"/>
                </a:lnTo>
                <a:cubicBezTo>
                  <a:pt x="11264" y="3144"/>
                  <a:pt x="11347" y="2965"/>
                  <a:pt x="11347" y="2739"/>
                </a:cubicBezTo>
                <a:cubicBezTo>
                  <a:pt x="11347" y="2346"/>
                  <a:pt x="11038" y="2036"/>
                  <a:pt x="10657" y="2036"/>
                </a:cubicBezTo>
                <a:cubicBezTo>
                  <a:pt x="10359" y="2036"/>
                  <a:pt x="10097" y="2227"/>
                  <a:pt x="10002" y="2501"/>
                </a:cubicBezTo>
                <a:cubicBezTo>
                  <a:pt x="9776" y="2465"/>
                  <a:pt x="9549" y="2429"/>
                  <a:pt x="9323" y="2370"/>
                </a:cubicBezTo>
                <a:lnTo>
                  <a:pt x="7442" y="1846"/>
                </a:lnTo>
                <a:cubicBezTo>
                  <a:pt x="7454" y="1536"/>
                  <a:pt x="7323" y="1239"/>
                  <a:pt x="7061" y="1060"/>
                </a:cubicBezTo>
                <a:lnTo>
                  <a:pt x="7061" y="441"/>
                </a:lnTo>
                <a:cubicBezTo>
                  <a:pt x="7061" y="191"/>
                  <a:pt x="6859" y="0"/>
                  <a:pt x="6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76" name="Google Shape;10376;p64"/>
          <p:cNvGrpSpPr/>
          <p:nvPr/>
        </p:nvGrpSpPr>
        <p:grpSpPr>
          <a:xfrm>
            <a:off x="3979435" y="1802335"/>
            <a:ext cx="345265" cy="349848"/>
            <a:chOff x="3979435" y="1976585"/>
            <a:chExt cx="345265" cy="349848"/>
          </a:xfrm>
        </p:grpSpPr>
        <p:sp>
          <p:nvSpPr>
            <p:cNvPr id="10377" name="Google Shape;10377;p64"/>
            <p:cNvSpPr/>
            <p:nvPr/>
          </p:nvSpPr>
          <p:spPr>
            <a:xfrm>
              <a:off x="3979435" y="1976585"/>
              <a:ext cx="345265" cy="349848"/>
            </a:xfrm>
            <a:custGeom>
              <a:avLst/>
              <a:gdLst/>
              <a:ahLst/>
              <a:cxnLst/>
              <a:rect l="l" t="t" r="r" b="b"/>
              <a:pathLst>
                <a:path w="10848" h="10992" extrusionOk="0">
                  <a:moveTo>
                    <a:pt x="6632" y="322"/>
                  </a:moveTo>
                  <a:cubicBezTo>
                    <a:pt x="6859" y="322"/>
                    <a:pt x="7013" y="501"/>
                    <a:pt x="7013" y="715"/>
                  </a:cubicBezTo>
                  <a:cubicBezTo>
                    <a:pt x="7013" y="929"/>
                    <a:pt x="6835" y="1096"/>
                    <a:pt x="6632" y="1096"/>
                  </a:cubicBezTo>
                  <a:lnTo>
                    <a:pt x="4906" y="1096"/>
                  </a:lnTo>
                  <a:cubicBezTo>
                    <a:pt x="4680" y="1096"/>
                    <a:pt x="4513" y="918"/>
                    <a:pt x="4513" y="715"/>
                  </a:cubicBezTo>
                  <a:cubicBezTo>
                    <a:pt x="4513" y="489"/>
                    <a:pt x="4692" y="322"/>
                    <a:pt x="4906" y="322"/>
                  </a:cubicBezTo>
                  <a:close/>
                  <a:moveTo>
                    <a:pt x="5966" y="1429"/>
                  </a:moveTo>
                  <a:lnTo>
                    <a:pt x="5966" y="1965"/>
                  </a:lnTo>
                  <a:lnTo>
                    <a:pt x="5561" y="1965"/>
                  </a:lnTo>
                  <a:lnTo>
                    <a:pt x="5561" y="1429"/>
                  </a:lnTo>
                  <a:close/>
                  <a:moveTo>
                    <a:pt x="5775" y="2289"/>
                  </a:moveTo>
                  <a:cubicBezTo>
                    <a:pt x="6988" y="2289"/>
                    <a:pt x="8193" y="2825"/>
                    <a:pt x="9026" y="3835"/>
                  </a:cubicBezTo>
                  <a:cubicBezTo>
                    <a:pt x="10466" y="5620"/>
                    <a:pt x="10204" y="8276"/>
                    <a:pt x="8407" y="9728"/>
                  </a:cubicBezTo>
                  <a:cubicBezTo>
                    <a:pt x="7623" y="10362"/>
                    <a:pt x="6686" y="10670"/>
                    <a:pt x="5757" y="10670"/>
                  </a:cubicBezTo>
                  <a:cubicBezTo>
                    <a:pt x="4540" y="10670"/>
                    <a:pt x="3337" y="10141"/>
                    <a:pt x="2513" y="9121"/>
                  </a:cubicBezTo>
                  <a:cubicBezTo>
                    <a:pt x="429" y="6561"/>
                    <a:pt x="2001" y="2715"/>
                    <a:pt x="5251" y="2322"/>
                  </a:cubicBezTo>
                  <a:cubicBezTo>
                    <a:pt x="5425" y="2300"/>
                    <a:pt x="5601" y="2289"/>
                    <a:pt x="5775" y="2289"/>
                  </a:cubicBezTo>
                  <a:close/>
                  <a:moveTo>
                    <a:pt x="4906" y="1"/>
                  </a:moveTo>
                  <a:cubicBezTo>
                    <a:pt x="4501" y="1"/>
                    <a:pt x="4192" y="322"/>
                    <a:pt x="4192" y="715"/>
                  </a:cubicBezTo>
                  <a:cubicBezTo>
                    <a:pt x="4192" y="1108"/>
                    <a:pt x="4513" y="1429"/>
                    <a:pt x="4906" y="1429"/>
                  </a:cubicBezTo>
                  <a:lnTo>
                    <a:pt x="5239" y="1429"/>
                  </a:lnTo>
                  <a:lnTo>
                    <a:pt x="5239" y="1989"/>
                  </a:lnTo>
                  <a:cubicBezTo>
                    <a:pt x="1727" y="2394"/>
                    <a:pt x="1" y="6561"/>
                    <a:pt x="2263" y="9323"/>
                  </a:cubicBezTo>
                  <a:cubicBezTo>
                    <a:pt x="3160" y="10423"/>
                    <a:pt x="4463" y="10991"/>
                    <a:pt x="5774" y="10991"/>
                  </a:cubicBezTo>
                  <a:cubicBezTo>
                    <a:pt x="6777" y="10991"/>
                    <a:pt x="7785" y="10659"/>
                    <a:pt x="8621" y="9978"/>
                  </a:cubicBezTo>
                  <a:cubicBezTo>
                    <a:pt x="10550" y="8407"/>
                    <a:pt x="10847" y="5549"/>
                    <a:pt x="9264" y="3632"/>
                  </a:cubicBezTo>
                  <a:cubicBezTo>
                    <a:pt x="8490" y="2680"/>
                    <a:pt x="7406" y="2120"/>
                    <a:pt x="6287" y="1989"/>
                  </a:cubicBezTo>
                  <a:lnTo>
                    <a:pt x="6287" y="1429"/>
                  </a:lnTo>
                  <a:lnTo>
                    <a:pt x="6632" y="1429"/>
                  </a:lnTo>
                  <a:cubicBezTo>
                    <a:pt x="7037" y="1429"/>
                    <a:pt x="7347" y="1096"/>
                    <a:pt x="7347" y="715"/>
                  </a:cubicBezTo>
                  <a:cubicBezTo>
                    <a:pt x="7347" y="310"/>
                    <a:pt x="7013" y="1"/>
                    <a:pt x="6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64"/>
            <p:cNvSpPr/>
            <p:nvPr/>
          </p:nvSpPr>
          <p:spPr>
            <a:xfrm>
              <a:off x="4044236" y="2176685"/>
              <a:ext cx="144783" cy="123077"/>
            </a:xfrm>
            <a:custGeom>
              <a:avLst/>
              <a:gdLst/>
              <a:ahLst/>
              <a:cxnLst/>
              <a:rect l="l" t="t" r="r" b="b"/>
              <a:pathLst>
                <a:path w="4549" h="3867" extrusionOk="0">
                  <a:moveTo>
                    <a:pt x="203" y="0"/>
                  </a:moveTo>
                  <a:cubicBezTo>
                    <a:pt x="108" y="0"/>
                    <a:pt x="36" y="84"/>
                    <a:pt x="36" y="167"/>
                  </a:cubicBezTo>
                  <a:cubicBezTo>
                    <a:pt x="36" y="215"/>
                    <a:pt x="1" y="977"/>
                    <a:pt x="405" y="1822"/>
                  </a:cubicBezTo>
                  <a:cubicBezTo>
                    <a:pt x="667" y="2346"/>
                    <a:pt x="1048" y="2798"/>
                    <a:pt x="1525" y="3143"/>
                  </a:cubicBezTo>
                  <a:cubicBezTo>
                    <a:pt x="2186" y="3633"/>
                    <a:pt x="2944" y="3867"/>
                    <a:pt x="3694" y="3867"/>
                  </a:cubicBezTo>
                  <a:cubicBezTo>
                    <a:pt x="3929" y="3867"/>
                    <a:pt x="4164" y="3844"/>
                    <a:pt x="4394" y="3798"/>
                  </a:cubicBezTo>
                  <a:cubicBezTo>
                    <a:pt x="4489" y="3786"/>
                    <a:pt x="4549" y="3691"/>
                    <a:pt x="4537" y="3608"/>
                  </a:cubicBezTo>
                  <a:cubicBezTo>
                    <a:pt x="4526" y="3543"/>
                    <a:pt x="4446" y="3487"/>
                    <a:pt x="4368" y="3487"/>
                  </a:cubicBezTo>
                  <a:cubicBezTo>
                    <a:pt x="4361" y="3487"/>
                    <a:pt x="4354" y="3488"/>
                    <a:pt x="4346" y="3489"/>
                  </a:cubicBezTo>
                  <a:cubicBezTo>
                    <a:pt x="4139" y="3526"/>
                    <a:pt x="3932" y="3545"/>
                    <a:pt x="3725" y="3545"/>
                  </a:cubicBezTo>
                  <a:cubicBezTo>
                    <a:pt x="3018" y="3545"/>
                    <a:pt x="2326" y="3324"/>
                    <a:pt x="1727" y="2882"/>
                  </a:cubicBezTo>
                  <a:cubicBezTo>
                    <a:pt x="275" y="1810"/>
                    <a:pt x="370" y="167"/>
                    <a:pt x="370" y="167"/>
                  </a:cubicBezTo>
                  <a:cubicBezTo>
                    <a:pt x="370" y="84"/>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64"/>
            <p:cNvSpPr/>
            <p:nvPr/>
          </p:nvSpPr>
          <p:spPr>
            <a:xfrm>
              <a:off x="4046910" y="2065957"/>
              <a:ext cx="204269" cy="100893"/>
            </a:xfrm>
            <a:custGeom>
              <a:avLst/>
              <a:gdLst/>
              <a:ahLst/>
              <a:cxnLst/>
              <a:rect l="l" t="t" r="r" b="b"/>
              <a:pathLst>
                <a:path w="6418" h="3170" extrusionOk="0">
                  <a:moveTo>
                    <a:pt x="3655" y="1"/>
                  </a:moveTo>
                  <a:cubicBezTo>
                    <a:pt x="1971" y="1"/>
                    <a:pt x="367" y="1170"/>
                    <a:pt x="12" y="3003"/>
                  </a:cubicBezTo>
                  <a:cubicBezTo>
                    <a:pt x="0" y="3086"/>
                    <a:pt x="71" y="3170"/>
                    <a:pt x="179" y="3170"/>
                  </a:cubicBezTo>
                  <a:cubicBezTo>
                    <a:pt x="250" y="3170"/>
                    <a:pt x="333" y="3110"/>
                    <a:pt x="345" y="3039"/>
                  </a:cubicBezTo>
                  <a:cubicBezTo>
                    <a:pt x="667" y="1358"/>
                    <a:pt x="2122" y="299"/>
                    <a:pt x="3652" y="299"/>
                  </a:cubicBezTo>
                  <a:cubicBezTo>
                    <a:pt x="4332" y="299"/>
                    <a:pt x="5027" y="509"/>
                    <a:pt x="5644" y="967"/>
                  </a:cubicBezTo>
                  <a:cubicBezTo>
                    <a:pt x="5822" y="1098"/>
                    <a:pt x="5965" y="1241"/>
                    <a:pt x="6120" y="1396"/>
                  </a:cubicBezTo>
                  <a:cubicBezTo>
                    <a:pt x="6155" y="1431"/>
                    <a:pt x="6208" y="1454"/>
                    <a:pt x="6257" y="1454"/>
                  </a:cubicBezTo>
                  <a:cubicBezTo>
                    <a:pt x="6290" y="1454"/>
                    <a:pt x="6322" y="1443"/>
                    <a:pt x="6346" y="1419"/>
                  </a:cubicBezTo>
                  <a:cubicBezTo>
                    <a:pt x="6406" y="1360"/>
                    <a:pt x="6417" y="1253"/>
                    <a:pt x="6358" y="1193"/>
                  </a:cubicBezTo>
                  <a:cubicBezTo>
                    <a:pt x="6191" y="1027"/>
                    <a:pt x="6025" y="860"/>
                    <a:pt x="5834" y="729"/>
                  </a:cubicBezTo>
                  <a:cubicBezTo>
                    <a:pt x="5159" y="229"/>
                    <a:pt x="4399" y="1"/>
                    <a:pt x="3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64"/>
            <p:cNvSpPr/>
            <p:nvPr/>
          </p:nvSpPr>
          <p:spPr>
            <a:xfrm>
              <a:off x="4195735" y="2118027"/>
              <a:ext cx="84247" cy="174224"/>
            </a:xfrm>
            <a:custGeom>
              <a:avLst/>
              <a:gdLst/>
              <a:ahLst/>
              <a:cxnLst/>
              <a:rect l="l" t="t" r="r" b="b"/>
              <a:pathLst>
                <a:path w="2647" h="5474" extrusionOk="0">
                  <a:moveTo>
                    <a:pt x="1952" y="0"/>
                  </a:moveTo>
                  <a:cubicBezTo>
                    <a:pt x="1920" y="0"/>
                    <a:pt x="1888" y="11"/>
                    <a:pt x="1861" y="33"/>
                  </a:cubicBezTo>
                  <a:cubicBezTo>
                    <a:pt x="1789" y="81"/>
                    <a:pt x="1753" y="176"/>
                    <a:pt x="1813" y="260"/>
                  </a:cubicBezTo>
                  <a:cubicBezTo>
                    <a:pt x="2158" y="795"/>
                    <a:pt x="2325" y="1403"/>
                    <a:pt x="2325" y="2046"/>
                  </a:cubicBezTo>
                  <a:cubicBezTo>
                    <a:pt x="2325" y="3451"/>
                    <a:pt x="1432" y="4689"/>
                    <a:pt x="182" y="5165"/>
                  </a:cubicBezTo>
                  <a:cubicBezTo>
                    <a:pt x="1" y="5229"/>
                    <a:pt x="67" y="5474"/>
                    <a:pt x="237" y="5474"/>
                  </a:cubicBezTo>
                  <a:cubicBezTo>
                    <a:pt x="257" y="5474"/>
                    <a:pt x="278" y="5470"/>
                    <a:pt x="301" y="5463"/>
                  </a:cubicBezTo>
                  <a:cubicBezTo>
                    <a:pt x="1682" y="4927"/>
                    <a:pt x="2646" y="3593"/>
                    <a:pt x="2646" y="2022"/>
                  </a:cubicBezTo>
                  <a:cubicBezTo>
                    <a:pt x="2646" y="1343"/>
                    <a:pt x="2456" y="653"/>
                    <a:pt x="2087" y="81"/>
                  </a:cubicBezTo>
                  <a:cubicBezTo>
                    <a:pt x="2057" y="29"/>
                    <a:pt x="2004" y="0"/>
                    <a:pt x="19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64"/>
            <p:cNvSpPr/>
            <p:nvPr/>
          </p:nvSpPr>
          <p:spPr>
            <a:xfrm>
              <a:off x="4109037" y="2161153"/>
              <a:ext cx="81510" cy="55348"/>
            </a:xfrm>
            <a:custGeom>
              <a:avLst/>
              <a:gdLst/>
              <a:ahLst/>
              <a:cxnLst/>
              <a:rect l="l" t="t" r="r" b="b"/>
              <a:pathLst>
                <a:path w="2561" h="1739" extrusionOk="0">
                  <a:moveTo>
                    <a:pt x="1691" y="333"/>
                  </a:moveTo>
                  <a:cubicBezTo>
                    <a:pt x="1965" y="333"/>
                    <a:pt x="2144" y="655"/>
                    <a:pt x="1965" y="881"/>
                  </a:cubicBezTo>
                  <a:cubicBezTo>
                    <a:pt x="1900" y="968"/>
                    <a:pt x="1790" y="1020"/>
                    <a:pt x="1682" y="1020"/>
                  </a:cubicBezTo>
                  <a:cubicBezTo>
                    <a:pt x="1613" y="1020"/>
                    <a:pt x="1545" y="999"/>
                    <a:pt x="1489" y="953"/>
                  </a:cubicBezTo>
                  <a:cubicBezTo>
                    <a:pt x="1215" y="762"/>
                    <a:pt x="1370" y="333"/>
                    <a:pt x="1691" y="333"/>
                  </a:cubicBezTo>
                  <a:close/>
                  <a:moveTo>
                    <a:pt x="1691" y="0"/>
                  </a:moveTo>
                  <a:cubicBezTo>
                    <a:pt x="1584" y="0"/>
                    <a:pt x="1334" y="36"/>
                    <a:pt x="1156" y="274"/>
                  </a:cubicBezTo>
                  <a:cubicBezTo>
                    <a:pt x="1025" y="453"/>
                    <a:pt x="989" y="655"/>
                    <a:pt x="1048" y="845"/>
                  </a:cubicBezTo>
                  <a:lnTo>
                    <a:pt x="132" y="1441"/>
                  </a:lnTo>
                  <a:cubicBezTo>
                    <a:pt x="1" y="1536"/>
                    <a:pt x="60" y="1738"/>
                    <a:pt x="215" y="1738"/>
                  </a:cubicBezTo>
                  <a:cubicBezTo>
                    <a:pt x="310" y="1738"/>
                    <a:pt x="263" y="1726"/>
                    <a:pt x="1215" y="1131"/>
                  </a:cubicBezTo>
                  <a:cubicBezTo>
                    <a:pt x="1347" y="1275"/>
                    <a:pt x="1521" y="1344"/>
                    <a:pt x="1693" y="1344"/>
                  </a:cubicBezTo>
                  <a:cubicBezTo>
                    <a:pt x="1893" y="1344"/>
                    <a:pt x="2093" y="1251"/>
                    <a:pt x="2227" y="1072"/>
                  </a:cubicBezTo>
                  <a:cubicBezTo>
                    <a:pt x="2560" y="631"/>
                    <a:pt x="2251"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64"/>
            <p:cNvSpPr/>
            <p:nvPr/>
          </p:nvSpPr>
          <p:spPr>
            <a:xfrm>
              <a:off x="4157160" y="2083080"/>
              <a:ext cx="10662" cy="29218"/>
            </a:xfrm>
            <a:custGeom>
              <a:avLst/>
              <a:gdLst/>
              <a:ahLst/>
              <a:cxnLst/>
              <a:rect l="l" t="t" r="r" b="b"/>
              <a:pathLst>
                <a:path w="335" h="918" extrusionOk="0">
                  <a:moveTo>
                    <a:pt x="167" y="0"/>
                  </a:moveTo>
                  <a:cubicBezTo>
                    <a:pt x="72" y="0"/>
                    <a:pt x="1" y="72"/>
                    <a:pt x="1" y="167"/>
                  </a:cubicBezTo>
                  <a:lnTo>
                    <a:pt x="1" y="762"/>
                  </a:lnTo>
                  <a:cubicBezTo>
                    <a:pt x="1" y="846"/>
                    <a:pt x="72" y="917"/>
                    <a:pt x="167" y="917"/>
                  </a:cubicBezTo>
                  <a:cubicBezTo>
                    <a:pt x="275" y="917"/>
                    <a:pt x="334" y="846"/>
                    <a:pt x="334" y="762"/>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64"/>
            <p:cNvSpPr/>
            <p:nvPr/>
          </p:nvSpPr>
          <p:spPr>
            <a:xfrm>
              <a:off x="4109419" y="2096034"/>
              <a:ext cx="21261" cy="26862"/>
            </a:xfrm>
            <a:custGeom>
              <a:avLst/>
              <a:gdLst/>
              <a:ahLst/>
              <a:cxnLst/>
              <a:rect l="l" t="t" r="r" b="b"/>
              <a:pathLst>
                <a:path w="668" h="844" extrusionOk="0">
                  <a:moveTo>
                    <a:pt x="183" y="0"/>
                  </a:moveTo>
                  <a:cubicBezTo>
                    <a:pt x="156" y="0"/>
                    <a:pt x="130" y="7"/>
                    <a:pt x="108" y="22"/>
                  </a:cubicBezTo>
                  <a:cubicBezTo>
                    <a:pt x="36" y="70"/>
                    <a:pt x="1" y="177"/>
                    <a:pt x="48" y="248"/>
                  </a:cubicBezTo>
                  <a:lnTo>
                    <a:pt x="346" y="772"/>
                  </a:lnTo>
                  <a:cubicBezTo>
                    <a:pt x="393" y="808"/>
                    <a:pt x="429" y="844"/>
                    <a:pt x="489" y="844"/>
                  </a:cubicBezTo>
                  <a:cubicBezTo>
                    <a:pt x="524" y="844"/>
                    <a:pt x="548" y="844"/>
                    <a:pt x="572" y="832"/>
                  </a:cubicBezTo>
                  <a:cubicBezTo>
                    <a:pt x="643" y="784"/>
                    <a:pt x="667" y="677"/>
                    <a:pt x="632" y="605"/>
                  </a:cubicBezTo>
                  <a:lnTo>
                    <a:pt x="334" y="82"/>
                  </a:lnTo>
                  <a:cubicBezTo>
                    <a:pt x="301" y="33"/>
                    <a:pt x="241"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64"/>
            <p:cNvSpPr/>
            <p:nvPr/>
          </p:nvSpPr>
          <p:spPr>
            <a:xfrm>
              <a:off x="4074950" y="2130121"/>
              <a:ext cx="28454" cy="19669"/>
            </a:xfrm>
            <a:custGeom>
              <a:avLst/>
              <a:gdLst/>
              <a:ahLst/>
              <a:cxnLst/>
              <a:rect l="l" t="t" r="r" b="b"/>
              <a:pathLst>
                <a:path w="894" h="618" extrusionOk="0">
                  <a:moveTo>
                    <a:pt x="188" y="1"/>
                  </a:moveTo>
                  <a:cubicBezTo>
                    <a:pt x="130" y="1"/>
                    <a:pt x="72" y="33"/>
                    <a:pt x="48" y="82"/>
                  </a:cubicBezTo>
                  <a:cubicBezTo>
                    <a:pt x="0" y="154"/>
                    <a:pt x="24" y="261"/>
                    <a:pt x="107" y="308"/>
                  </a:cubicBezTo>
                  <a:lnTo>
                    <a:pt x="619" y="606"/>
                  </a:lnTo>
                  <a:cubicBezTo>
                    <a:pt x="655" y="618"/>
                    <a:pt x="679" y="618"/>
                    <a:pt x="703" y="618"/>
                  </a:cubicBezTo>
                  <a:cubicBezTo>
                    <a:pt x="762" y="618"/>
                    <a:pt x="798" y="594"/>
                    <a:pt x="834" y="546"/>
                  </a:cubicBezTo>
                  <a:cubicBezTo>
                    <a:pt x="893" y="475"/>
                    <a:pt x="881" y="368"/>
                    <a:pt x="786" y="320"/>
                  </a:cubicBezTo>
                  <a:lnTo>
                    <a:pt x="262" y="23"/>
                  </a:ln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64"/>
            <p:cNvSpPr/>
            <p:nvPr/>
          </p:nvSpPr>
          <p:spPr>
            <a:xfrm>
              <a:off x="4063555" y="2177067"/>
              <a:ext cx="29218" cy="10630"/>
            </a:xfrm>
            <a:custGeom>
              <a:avLst/>
              <a:gdLst/>
              <a:ahLst/>
              <a:cxnLst/>
              <a:rect l="l" t="t" r="r" b="b"/>
              <a:pathLst>
                <a:path w="918" h="334" extrusionOk="0">
                  <a:moveTo>
                    <a:pt x="168" y="0"/>
                  </a:moveTo>
                  <a:cubicBezTo>
                    <a:pt x="72" y="0"/>
                    <a:pt x="1" y="83"/>
                    <a:pt x="1" y="167"/>
                  </a:cubicBezTo>
                  <a:cubicBezTo>
                    <a:pt x="1" y="262"/>
                    <a:pt x="72" y="334"/>
                    <a:pt x="168" y="334"/>
                  </a:cubicBezTo>
                  <a:lnTo>
                    <a:pt x="763" y="334"/>
                  </a:lnTo>
                  <a:cubicBezTo>
                    <a:pt x="846" y="334"/>
                    <a:pt x="918" y="262"/>
                    <a:pt x="918" y="167"/>
                  </a:cubicBezTo>
                  <a:cubicBezTo>
                    <a:pt x="918"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64"/>
            <p:cNvSpPr/>
            <p:nvPr/>
          </p:nvSpPr>
          <p:spPr>
            <a:xfrm>
              <a:off x="4073804" y="2215005"/>
              <a:ext cx="29600" cy="20051"/>
            </a:xfrm>
            <a:custGeom>
              <a:avLst/>
              <a:gdLst/>
              <a:ahLst/>
              <a:cxnLst/>
              <a:rect l="l" t="t" r="r" b="b"/>
              <a:pathLst>
                <a:path w="930" h="630" extrusionOk="0">
                  <a:moveTo>
                    <a:pt x="735" y="1"/>
                  </a:moveTo>
                  <a:cubicBezTo>
                    <a:pt x="709" y="1"/>
                    <a:pt x="681" y="8"/>
                    <a:pt x="655" y="23"/>
                  </a:cubicBezTo>
                  <a:lnTo>
                    <a:pt x="143" y="320"/>
                  </a:lnTo>
                  <a:cubicBezTo>
                    <a:pt x="0" y="404"/>
                    <a:pt x="60" y="630"/>
                    <a:pt x="227" y="630"/>
                  </a:cubicBezTo>
                  <a:cubicBezTo>
                    <a:pt x="298" y="630"/>
                    <a:pt x="298" y="606"/>
                    <a:pt x="822" y="308"/>
                  </a:cubicBezTo>
                  <a:cubicBezTo>
                    <a:pt x="893" y="261"/>
                    <a:pt x="929" y="154"/>
                    <a:pt x="881" y="82"/>
                  </a:cubicBezTo>
                  <a:cubicBezTo>
                    <a:pt x="849" y="33"/>
                    <a:pt x="794" y="1"/>
                    <a:pt x="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64"/>
            <p:cNvSpPr/>
            <p:nvPr/>
          </p:nvSpPr>
          <p:spPr>
            <a:xfrm>
              <a:off x="4109419" y="2242472"/>
              <a:ext cx="21261" cy="26703"/>
            </a:xfrm>
            <a:custGeom>
              <a:avLst/>
              <a:gdLst/>
              <a:ahLst/>
              <a:cxnLst/>
              <a:rect l="l" t="t" r="r" b="b"/>
              <a:pathLst>
                <a:path w="668" h="839" extrusionOk="0">
                  <a:moveTo>
                    <a:pt x="496" y="0"/>
                  </a:moveTo>
                  <a:cubicBezTo>
                    <a:pt x="441" y="0"/>
                    <a:pt x="391" y="27"/>
                    <a:pt x="358" y="76"/>
                  </a:cubicBezTo>
                  <a:lnTo>
                    <a:pt x="60" y="600"/>
                  </a:lnTo>
                  <a:cubicBezTo>
                    <a:pt x="1" y="707"/>
                    <a:pt x="72" y="838"/>
                    <a:pt x="191" y="838"/>
                  </a:cubicBezTo>
                  <a:cubicBezTo>
                    <a:pt x="251" y="838"/>
                    <a:pt x="298" y="815"/>
                    <a:pt x="334" y="767"/>
                  </a:cubicBezTo>
                  <a:lnTo>
                    <a:pt x="632" y="243"/>
                  </a:lnTo>
                  <a:cubicBezTo>
                    <a:pt x="667" y="172"/>
                    <a:pt x="643" y="64"/>
                    <a:pt x="572" y="17"/>
                  </a:cubicBezTo>
                  <a:cubicBezTo>
                    <a:pt x="546" y="6"/>
                    <a:pt x="520" y="0"/>
                    <a:pt x="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64"/>
            <p:cNvSpPr/>
            <p:nvPr/>
          </p:nvSpPr>
          <p:spPr>
            <a:xfrm>
              <a:off x="4157924" y="2252466"/>
              <a:ext cx="10248" cy="29600"/>
            </a:xfrm>
            <a:custGeom>
              <a:avLst/>
              <a:gdLst/>
              <a:ahLst/>
              <a:cxnLst/>
              <a:rect l="l" t="t" r="r" b="b"/>
              <a:pathLst>
                <a:path w="322" h="930" extrusionOk="0">
                  <a:moveTo>
                    <a:pt x="155" y="0"/>
                  </a:moveTo>
                  <a:cubicBezTo>
                    <a:pt x="72" y="0"/>
                    <a:pt x="1" y="84"/>
                    <a:pt x="1" y="167"/>
                  </a:cubicBezTo>
                  <a:lnTo>
                    <a:pt x="1" y="762"/>
                  </a:lnTo>
                  <a:cubicBezTo>
                    <a:pt x="1" y="858"/>
                    <a:pt x="72" y="929"/>
                    <a:pt x="155" y="929"/>
                  </a:cubicBezTo>
                  <a:cubicBezTo>
                    <a:pt x="251" y="929"/>
                    <a:pt x="322" y="858"/>
                    <a:pt x="322" y="762"/>
                  </a:cubicBezTo>
                  <a:lnTo>
                    <a:pt x="322" y="167"/>
                  </a:lnTo>
                  <a:cubicBezTo>
                    <a:pt x="322" y="84"/>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64"/>
            <p:cNvSpPr/>
            <p:nvPr/>
          </p:nvSpPr>
          <p:spPr>
            <a:xfrm>
              <a:off x="4194685" y="2242472"/>
              <a:ext cx="21261" cy="27022"/>
            </a:xfrm>
            <a:custGeom>
              <a:avLst/>
              <a:gdLst/>
              <a:ahLst/>
              <a:cxnLst/>
              <a:rect l="l" t="t" r="r" b="b"/>
              <a:pathLst>
                <a:path w="668" h="849" extrusionOk="0">
                  <a:moveTo>
                    <a:pt x="181" y="0"/>
                  </a:moveTo>
                  <a:cubicBezTo>
                    <a:pt x="155" y="0"/>
                    <a:pt x="130" y="6"/>
                    <a:pt x="108" y="17"/>
                  </a:cubicBezTo>
                  <a:cubicBezTo>
                    <a:pt x="36" y="64"/>
                    <a:pt x="0" y="172"/>
                    <a:pt x="48" y="243"/>
                  </a:cubicBezTo>
                  <a:lnTo>
                    <a:pt x="346" y="767"/>
                  </a:lnTo>
                  <a:cubicBezTo>
                    <a:pt x="378" y="816"/>
                    <a:pt x="428" y="848"/>
                    <a:pt x="487" y="848"/>
                  </a:cubicBezTo>
                  <a:cubicBezTo>
                    <a:pt x="513" y="848"/>
                    <a:pt x="542" y="841"/>
                    <a:pt x="572" y="826"/>
                  </a:cubicBezTo>
                  <a:cubicBezTo>
                    <a:pt x="643" y="779"/>
                    <a:pt x="667" y="672"/>
                    <a:pt x="631" y="600"/>
                  </a:cubicBezTo>
                  <a:lnTo>
                    <a:pt x="334" y="76"/>
                  </a:lnTo>
                  <a:cubicBezTo>
                    <a:pt x="301" y="27"/>
                    <a:pt x="24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64"/>
            <p:cNvSpPr/>
            <p:nvPr/>
          </p:nvSpPr>
          <p:spPr>
            <a:xfrm>
              <a:off x="4222343" y="2215387"/>
              <a:ext cx="27690" cy="19669"/>
            </a:xfrm>
            <a:custGeom>
              <a:avLst/>
              <a:gdLst/>
              <a:ahLst/>
              <a:cxnLst/>
              <a:rect l="l" t="t" r="r" b="b"/>
              <a:pathLst>
                <a:path w="870" h="618" extrusionOk="0">
                  <a:moveTo>
                    <a:pt x="176" y="1"/>
                  </a:moveTo>
                  <a:cubicBezTo>
                    <a:pt x="118" y="1"/>
                    <a:pt x="57" y="33"/>
                    <a:pt x="24" y="82"/>
                  </a:cubicBezTo>
                  <a:cubicBezTo>
                    <a:pt x="1" y="142"/>
                    <a:pt x="13" y="249"/>
                    <a:pt x="96" y="296"/>
                  </a:cubicBezTo>
                  <a:cubicBezTo>
                    <a:pt x="632" y="594"/>
                    <a:pt x="620" y="618"/>
                    <a:pt x="691" y="618"/>
                  </a:cubicBezTo>
                  <a:cubicBezTo>
                    <a:pt x="751" y="618"/>
                    <a:pt x="798" y="594"/>
                    <a:pt x="834" y="546"/>
                  </a:cubicBezTo>
                  <a:cubicBezTo>
                    <a:pt x="870" y="475"/>
                    <a:pt x="846" y="368"/>
                    <a:pt x="775" y="320"/>
                  </a:cubicBezTo>
                  <a:lnTo>
                    <a:pt x="251" y="22"/>
                  </a:lnTo>
                  <a:cubicBezTo>
                    <a:pt x="228" y="8"/>
                    <a:pt x="202"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64"/>
            <p:cNvSpPr/>
            <p:nvPr/>
          </p:nvSpPr>
          <p:spPr>
            <a:xfrm>
              <a:off x="4232941" y="2177067"/>
              <a:ext cx="29600" cy="10630"/>
            </a:xfrm>
            <a:custGeom>
              <a:avLst/>
              <a:gdLst/>
              <a:ahLst/>
              <a:cxnLst/>
              <a:rect l="l" t="t" r="r" b="b"/>
              <a:pathLst>
                <a:path w="930" h="334" extrusionOk="0">
                  <a:moveTo>
                    <a:pt x="168" y="0"/>
                  </a:moveTo>
                  <a:cubicBezTo>
                    <a:pt x="72" y="0"/>
                    <a:pt x="1" y="83"/>
                    <a:pt x="1" y="167"/>
                  </a:cubicBezTo>
                  <a:cubicBezTo>
                    <a:pt x="1" y="262"/>
                    <a:pt x="72" y="334"/>
                    <a:pt x="168" y="334"/>
                  </a:cubicBezTo>
                  <a:lnTo>
                    <a:pt x="763" y="334"/>
                  </a:lnTo>
                  <a:cubicBezTo>
                    <a:pt x="858" y="334"/>
                    <a:pt x="930" y="262"/>
                    <a:pt x="930" y="167"/>
                  </a:cubicBezTo>
                  <a:cubicBezTo>
                    <a:pt x="930" y="83"/>
                    <a:pt x="85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64"/>
            <p:cNvSpPr/>
            <p:nvPr/>
          </p:nvSpPr>
          <p:spPr>
            <a:xfrm>
              <a:off x="4221579" y="2130694"/>
              <a:ext cx="28454" cy="19478"/>
            </a:xfrm>
            <a:custGeom>
              <a:avLst/>
              <a:gdLst/>
              <a:ahLst/>
              <a:cxnLst/>
              <a:rect l="l" t="t" r="r" b="b"/>
              <a:pathLst>
                <a:path w="894" h="612" extrusionOk="0">
                  <a:moveTo>
                    <a:pt x="706" y="0"/>
                  </a:moveTo>
                  <a:cubicBezTo>
                    <a:pt x="679" y="0"/>
                    <a:pt x="654" y="5"/>
                    <a:pt x="632" y="16"/>
                  </a:cubicBezTo>
                  <a:lnTo>
                    <a:pt x="108" y="314"/>
                  </a:lnTo>
                  <a:cubicBezTo>
                    <a:pt x="37" y="362"/>
                    <a:pt x="1" y="469"/>
                    <a:pt x="48" y="540"/>
                  </a:cubicBezTo>
                  <a:cubicBezTo>
                    <a:pt x="96" y="588"/>
                    <a:pt x="144" y="612"/>
                    <a:pt x="203" y="612"/>
                  </a:cubicBezTo>
                  <a:cubicBezTo>
                    <a:pt x="227" y="612"/>
                    <a:pt x="263" y="612"/>
                    <a:pt x="275" y="600"/>
                  </a:cubicBezTo>
                  <a:lnTo>
                    <a:pt x="799" y="302"/>
                  </a:lnTo>
                  <a:cubicBezTo>
                    <a:pt x="870" y="255"/>
                    <a:pt x="894" y="159"/>
                    <a:pt x="858" y="76"/>
                  </a:cubicBezTo>
                  <a:cubicBezTo>
                    <a:pt x="825" y="27"/>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64"/>
            <p:cNvSpPr/>
            <p:nvPr/>
          </p:nvSpPr>
          <p:spPr>
            <a:xfrm>
              <a:off x="4194685" y="2095652"/>
              <a:ext cx="20879" cy="26862"/>
            </a:xfrm>
            <a:custGeom>
              <a:avLst/>
              <a:gdLst/>
              <a:ahLst/>
              <a:cxnLst/>
              <a:rect l="l" t="t" r="r" b="b"/>
              <a:pathLst>
                <a:path w="656" h="844" extrusionOk="0">
                  <a:moveTo>
                    <a:pt x="479" y="0"/>
                  </a:moveTo>
                  <a:cubicBezTo>
                    <a:pt x="428" y="0"/>
                    <a:pt x="378" y="33"/>
                    <a:pt x="346" y="82"/>
                  </a:cubicBezTo>
                  <a:lnTo>
                    <a:pt x="48" y="606"/>
                  </a:lnTo>
                  <a:cubicBezTo>
                    <a:pt x="0" y="677"/>
                    <a:pt x="36" y="784"/>
                    <a:pt x="108" y="820"/>
                  </a:cubicBezTo>
                  <a:cubicBezTo>
                    <a:pt x="131" y="844"/>
                    <a:pt x="167" y="844"/>
                    <a:pt x="179" y="844"/>
                  </a:cubicBezTo>
                  <a:cubicBezTo>
                    <a:pt x="239" y="844"/>
                    <a:pt x="286" y="808"/>
                    <a:pt x="310" y="760"/>
                  </a:cubicBezTo>
                  <a:lnTo>
                    <a:pt x="608" y="248"/>
                  </a:lnTo>
                  <a:cubicBezTo>
                    <a:pt x="655" y="165"/>
                    <a:pt x="631" y="70"/>
                    <a:pt x="548" y="22"/>
                  </a:cubicBezTo>
                  <a:cubicBezTo>
                    <a:pt x="526" y="7"/>
                    <a:pt x="502"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4" name="Google Shape;10394;p64"/>
          <p:cNvGrpSpPr/>
          <p:nvPr/>
        </p:nvGrpSpPr>
        <p:grpSpPr>
          <a:xfrm>
            <a:off x="3576626" y="1801571"/>
            <a:ext cx="284251" cy="351694"/>
            <a:chOff x="3576626" y="1975821"/>
            <a:chExt cx="284251" cy="351694"/>
          </a:xfrm>
        </p:grpSpPr>
        <p:sp>
          <p:nvSpPr>
            <p:cNvPr id="10395" name="Google Shape;10395;p64"/>
            <p:cNvSpPr/>
            <p:nvPr/>
          </p:nvSpPr>
          <p:spPr>
            <a:xfrm>
              <a:off x="3576626" y="2145971"/>
              <a:ext cx="284251" cy="181544"/>
            </a:xfrm>
            <a:custGeom>
              <a:avLst/>
              <a:gdLst/>
              <a:ahLst/>
              <a:cxnLst/>
              <a:rect l="l" t="t" r="r" b="b"/>
              <a:pathLst>
                <a:path w="8931" h="5704" extrusionOk="0">
                  <a:moveTo>
                    <a:pt x="3001" y="346"/>
                  </a:moveTo>
                  <a:cubicBezTo>
                    <a:pt x="3096" y="346"/>
                    <a:pt x="3179" y="370"/>
                    <a:pt x="3263" y="453"/>
                  </a:cubicBezTo>
                  <a:cubicBezTo>
                    <a:pt x="3334" y="525"/>
                    <a:pt x="3358" y="608"/>
                    <a:pt x="3358" y="703"/>
                  </a:cubicBezTo>
                  <a:lnTo>
                    <a:pt x="3358" y="1132"/>
                  </a:lnTo>
                  <a:cubicBezTo>
                    <a:pt x="3358" y="1311"/>
                    <a:pt x="3263" y="1477"/>
                    <a:pt x="3096" y="1584"/>
                  </a:cubicBezTo>
                  <a:cubicBezTo>
                    <a:pt x="3048" y="1608"/>
                    <a:pt x="3025" y="1656"/>
                    <a:pt x="3025" y="1715"/>
                  </a:cubicBezTo>
                  <a:lnTo>
                    <a:pt x="3025" y="1894"/>
                  </a:lnTo>
                  <a:lnTo>
                    <a:pt x="2644" y="1894"/>
                  </a:lnTo>
                  <a:lnTo>
                    <a:pt x="2644" y="1715"/>
                  </a:lnTo>
                  <a:cubicBezTo>
                    <a:pt x="2644" y="1656"/>
                    <a:pt x="2620" y="1608"/>
                    <a:pt x="2572" y="1584"/>
                  </a:cubicBezTo>
                  <a:cubicBezTo>
                    <a:pt x="2405" y="1489"/>
                    <a:pt x="2310" y="1311"/>
                    <a:pt x="2310" y="1132"/>
                  </a:cubicBezTo>
                  <a:lnTo>
                    <a:pt x="2310" y="703"/>
                  </a:lnTo>
                  <a:cubicBezTo>
                    <a:pt x="2310" y="513"/>
                    <a:pt x="2465" y="346"/>
                    <a:pt x="2667" y="346"/>
                  </a:cubicBezTo>
                  <a:close/>
                  <a:moveTo>
                    <a:pt x="6096" y="346"/>
                  </a:moveTo>
                  <a:cubicBezTo>
                    <a:pt x="6192" y="346"/>
                    <a:pt x="6275" y="370"/>
                    <a:pt x="6358" y="453"/>
                  </a:cubicBezTo>
                  <a:cubicBezTo>
                    <a:pt x="6430" y="525"/>
                    <a:pt x="6454" y="608"/>
                    <a:pt x="6454" y="703"/>
                  </a:cubicBezTo>
                  <a:lnTo>
                    <a:pt x="6454" y="1132"/>
                  </a:lnTo>
                  <a:cubicBezTo>
                    <a:pt x="6454" y="1311"/>
                    <a:pt x="6370" y="1477"/>
                    <a:pt x="6192" y="1584"/>
                  </a:cubicBezTo>
                  <a:cubicBezTo>
                    <a:pt x="6144" y="1608"/>
                    <a:pt x="6120" y="1656"/>
                    <a:pt x="6120" y="1715"/>
                  </a:cubicBezTo>
                  <a:lnTo>
                    <a:pt x="6120" y="1894"/>
                  </a:lnTo>
                  <a:lnTo>
                    <a:pt x="5739" y="1894"/>
                  </a:lnTo>
                  <a:lnTo>
                    <a:pt x="5739" y="1715"/>
                  </a:lnTo>
                  <a:cubicBezTo>
                    <a:pt x="5739" y="1656"/>
                    <a:pt x="5715" y="1608"/>
                    <a:pt x="5668" y="1584"/>
                  </a:cubicBezTo>
                  <a:cubicBezTo>
                    <a:pt x="5501" y="1489"/>
                    <a:pt x="5406" y="1311"/>
                    <a:pt x="5406" y="1132"/>
                  </a:cubicBezTo>
                  <a:lnTo>
                    <a:pt x="5406" y="703"/>
                  </a:lnTo>
                  <a:cubicBezTo>
                    <a:pt x="5406" y="513"/>
                    <a:pt x="5561" y="346"/>
                    <a:pt x="5763" y="346"/>
                  </a:cubicBezTo>
                  <a:close/>
                  <a:moveTo>
                    <a:pt x="1453" y="2061"/>
                  </a:moveTo>
                  <a:cubicBezTo>
                    <a:pt x="1548" y="2061"/>
                    <a:pt x="1632" y="2084"/>
                    <a:pt x="1715" y="2156"/>
                  </a:cubicBezTo>
                  <a:cubicBezTo>
                    <a:pt x="1786" y="2239"/>
                    <a:pt x="1810" y="2323"/>
                    <a:pt x="1810" y="2418"/>
                  </a:cubicBezTo>
                  <a:lnTo>
                    <a:pt x="1810" y="2846"/>
                  </a:lnTo>
                  <a:cubicBezTo>
                    <a:pt x="1810" y="3037"/>
                    <a:pt x="1715" y="3204"/>
                    <a:pt x="1548" y="3287"/>
                  </a:cubicBezTo>
                  <a:cubicBezTo>
                    <a:pt x="1501" y="3323"/>
                    <a:pt x="1477" y="3370"/>
                    <a:pt x="1477" y="3430"/>
                  </a:cubicBezTo>
                  <a:lnTo>
                    <a:pt x="1477" y="3608"/>
                  </a:lnTo>
                  <a:lnTo>
                    <a:pt x="1096" y="3608"/>
                  </a:lnTo>
                  <a:lnTo>
                    <a:pt x="1096" y="3430"/>
                  </a:lnTo>
                  <a:cubicBezTo>
                    <a:pt x="1096" y="3370"/>
                    <a:pt x="1072" y="3323"/>
                    <a:pt x="1024" y="3287"/>
                  </a:cubicBezTo>
                  <a:cubicBezTo>
                    <a:pt x="858" y="3204"/>
                    <a:pt x="762" y="3025"/>
                    <a:pt x="762" y="2846"/>
                  </a:cubicBezTo>
                  <a:lnTo>
                    <a:pt x="762" y="2418"/>
                  </a:lnTo>
                  <a:cubicBezTo>
                    <a:pt x="762" y="2215"/>
                    <a:pt x="917" y="2061"/>
                    <a:pt x="1120" y="2061"/>
                  </a:cubicBezTo>
                  <a:close/>
                  <a:moveTo>
                    <a:pt x="4549" y="2061"/>
                  </a:moveTo>
                  <a:cubicBezTo>
                    <a:pt x="4644" y="2061"/>
                    <a:pt x="4727" y="2084"/>
                    <a:pt x="4810" y="2156"/>
                  </a:cubicBezTo>
                  <a:cubicBezTo>
                    <a:pt x="4882" y="2239"/>
                    <a:pt x="4906" y="2323"/>
                    <a:pt x="4906" y="2418"/>
                  </a:cubicBezTo>
                  <a:lnTo>
                    <a:pt x="4906" y="2846"/>
                  </a:lnTo>
                  <a:cubicBezTo>
                    <a:pt x="4906" y="3025"/>
                    <a:pt x="4810" y="3204"/>
                    <a:pt x="4644" y="3287"/>
                  </a:cubicBezTo>
                  <a:cubicBezTo>
                    <a:pt x="4596" y="3323"/>
                    <a:pt x="4572" y="3370"/>
                    <a:pt x="4572" y="3430"/>
                  </a:cubicBezTo>
                  <a:lnTo>
                    <a:pt x="4572" y="3608"/>
                  </a:lnTo>
                  <a:lnTo>
                    <a:pt x="4191" y="3608"/>
                  </a:lnTo>
                  <a:lnTo>
                    <a:pt x="4191" y="3430"/>
                  </a:lnTo>
                  <a:cubicBezTo>
                    <a:pt x="4191" y="3370"/>
                    <a:pt x="4168" y="3323"/>
                    <a:pt x="4120" y="3287"/>
                  </a:cubicBezTo>
                  <a:cubicBezTo>
                    <a:pt x="3953" y="3204"/>
                    <a:pt x="3858" y="3025"/>
                    <a:pt x="3858" y="2846"/>
                  </a:cubicBezTo>
                  <a:lnTo>
                    <a:pt x="3858" y="2418"/>
                  </a:lnTo>
                  <a:cubicBezTo>
                    <a:pt x="3858" y="2215"/>
                    <a:pt x="4013" y="2061"/>
                    <a:pt x="4215" y="2061"/>
                  </a:cubicBezTo>
                  <a:close/>
                  <a:moveTo>
                    <a:pt x="7668" y="2061"/>
                  </a:moveTo>
                  <a:cubicBezTo>
                    <a:pt x="7751" y="2061"/>
                    <a:pt x="7847" y="2084"/>
                    <a:pt x="7918" y="2156"/>
                  </a:cubicBezTo>
                  <a:cubicBezTo>
                    <a:pt x="7989" y="2239"/>
                    <a:pt x="8025" y="2323"/>
                    <a:pt x="8025" y="2418"/>
                  </a:cubicBezTo>
                  <a:lnTo>
                    <a:pt x="8025" y="2846"/>
                  </a:lnTo>
                  <a:cubicBezTo>
                    <a:pt x="8001" y="3025"/>
                    <a:pt x="7918" y="3204"/>
                    <a:pt x="7751" y="3287"/>
                  </a:cubicBezTo>
                  <a:cubicBezTo>
                    <a:pt x="7704" y="3323"/>
                    <a:pt x="7680" y="3370"/>
                    <a:pt x="7680" y="3430"/>
                  </a:cubicBezTo>
                  <a:lnTo>
                    <a:pt x="7680" y="3608"/>
                  </a:lnTo>
                  <a:lnTo>
                    <a:pt x="7311" y="3608"/>
                  </a:lnTo>
                  <a:lnTo>
                    <a:pt x="7311" y="3430"/>
                  </a:lnTo>
                  <a:cubicBezTo>
                    <a:pt x="7311" y="3370"/>
                    <a:pt x="7275" y="3323"/>
                    <a:pt x="7227" y="3287"/>
                  </a:cubicBezTo>
                  <a:cubicBezTo>
                    <a:pt x="7073" y="3204"/>
                    <a:pt x="6966" y="3025"/>
                    <a:pt x="6966" y="2846"/>
                  </a:cubicBezTo>
                  <a:lnTo>
                    <a:pt x="6966" y="2418"/>
                  </a:lnTo>
                  <a:cubicBezTo>
                    <a:pt x="6966" y="2215"/>
                    <a:pt x="7132" y="2061"/>
                    <a:pt x="7323" y="2061"/>
                  </a:cubicBezTo>
                  <a:close/>
                  <a:moveTo>
                    <a:pt x="5787" y="1"/>
                  </a:moveTo>
                  <a:cubicBezTo>
                    <a:pt x="5418" y="1"/>
                    <a:pt x="5120" y="310"/>
                    <a:pt x="5120" y="691"/>
                  </a:cubicBezTo>
                  <a:lnTo>
                    <a:pt x="5120" y="1120"/>
                  </a:lnTo>
                  <a:cubicBezTo>
                    <a:pt x="5120" y="1382"/>
                    <a:pt x="5251" y="1644"/>
                    <a:pt x="5465" y="1799"/>
                  </a:cubicBezTo>
                  <a:lnTo>
                    <a:pt x="5465" y="1953"/>
                  </a:lnTo>
                  <a:lnTo>
                    <a:pt x="5180" y="2073"/>
                  </a:lnTo>
                  <a:cubicBezTo>
                    <a:pt x="5144" y="2025"/>
                    <a:pt x="5120" y="1977"/>
                    <a:pt x="5072" y="1942"/>
                  </a:cubicBezTo>
                  <a:cubicBezTo>
                    <a:pt x="4941" y="1799"/>
                    <a:pt x="4775" y="1739"/>
                    <a:pt x="4596" y="1739"/>
                  </a:cubicBezTo>
                  <a:lnTo>
                    <a:pt x="4251" y="1739"/>
                  </a:lnTo>
                  <a:cubicBezTo>
                    <a:pt x="4001" y="1739"/>
                    <a:pt x="3798" y="1882"/>
                    <a:pt x="3679" y="2073"/>
                  </a:cubicBezTo>
                  <a:lnTo>
                    <a:pt x="3394" y="1953"/>
                  </a:lnTo>
                  <a:lnTo>
                    <a:pt x="3394" y="1799"/>
                  </a:lnTo>
                  <a:cubicBezTo>
                    <a:pt x="3596" y="1644"/>
                    <a:pt x="3739" y="1382"/>
                    <a:pt x="3739" y="1120"/>
                  </a:cubicBezTo>
                  <a:lnTo>
                    <a:pt x="3739" y="691"/>
                  </a:lnTo>
                  <a:cubicBezTo>
                    <a:pt x="3739" y="513"/>
                    <a:pt x="3656" y="334"/>
                    <a:pt x="3537" y="215"/>
                  </a:cubicBezTo>
                  <a:cubicBezTo>
                    <a:pt x="3406" y="72"/>
                    <a:pt x="3239" y="13"/>
                    <a:pt x="3060" y="13"/>
                  </a:cubicBezTo>
                  <a:lnTo>
                    <a:pt x="2727" y="13"/>
                  </a:lnTo>
                  <a:cubicBezTo>
                    <a:pt x="2346" y="13"/>
                    <a:pt x="2048" y="334"/>
                    <a:pt x="2048" y="703"/>
                  </a:cubicBezTo>
                  <a:lnTo>
                    <a:pt x="2048" y="1132"/>
                  </a:lnTo>
                  <a:cubicBezTo>
                    <a:pt x="2048" y="1406"/>
                    <a:pt x="2191" y="1656"/>
                    <a:pt x="2394" y="1822"/>
                  </a:cubicBezTo>
                  <a:lnTo>
                    <a:pt x="2394" y="1965"/>
                  </a:lnTo>
                  <a:lnTo>
                    <a:pt x="2108" y="2084"/>
                  </a:lnTo>
                  <a:cubicBezTo>
                    <a:pt x="2084" y="2037"/>
                    <a:pt x="2048" y="2001"/>
                    <a:pt x="2013" y="1953"/>
                  </a:cubicBezTo>
                  <a:cubicBezTo>
                    <a:pt x="1870" y="1822"/>
                    <a:pt x="1715" y="1763"/>
                    <a:pt x="1536" y="1763"/>
                  </a:cubicBezTo>
                  <a:lnTo>
                    <a:pt x="1191" y="1763"/>
                  </a:lnTo>
                  <a:cubicBezTo>
                    <a:pt x="822" y="1763"/>
                    <a:pt x="524" y="2073"/>
                    <a:pt x="524" y="2442"/>
                  </a:cubicBezTo>
                  <a:lnTo>
                    <a:pt x="524" y="2870"/>
                  </a:lnTo>
                  <a:cubicBezTo>
                    <a:pt x="524" y="3144"/>
                    <a:pt x="655" y="3394"/>
                    <a:pt x="858" y="3561"/>
                  </a:cubicBezTo>
                  <a:lnTo>
                    <a:pt x="858" y="3704"/>
                  </a:lnTo>
                  <a:lnTo>
                    <a:pt x="429" y="3882"/>
                  </a:lnTo>
                  <a:cubicBezTo>
                    <a:pt x="179" y="3989"/>
                    <a:pt x="0" y="4239"/>
                    <a:pt x="0" y="4513"/>
                  </a:cubicBezTo>
                  <a:lnTo>
                    <a:pt x="0" y="5537"/>
                  </a:lnTo>
                  <a:cubicBezTo>
                    <a:pt x="0" y="5632"/>
                    <a:pt x="72" y="5704"/>
                    <a:pt x="167" y="5704"/>
                  </a:cubicBezTo>
                  <a:cubicBezTo>
                    <a:pt x="250" y="5704"/>
                    <a:pt x="322" y="5632"/>
                    <a:pt x="322" y="5537"/>
                  </a:cubicBezTo>
                  <a:lnTo>
                    <a:pt x="322" y="4513"/>
                  </a:lnTo>
                  <a:cubicBezTo>
                    <a:pt x="322" y="4358"/>
                    <a:pt x="417" y="4228"/>
                    <a:pt x="548" y="4180"/>
                  </a:cubicBezTo>
                  <a:lnTo>
                    <a:pt x="1060" y="3977"/>
                  </a:lnTo>
                  <a:lnTo>
                    <a:pt x="1679" y="3977"/>
                  </a:lnTo>
                  <a:lnTo>
                    <a:pt x="2191" y="4180"/>
                  </a:lnTo>
                  <a:cubicBezTo>
                    <a:pt x="2322" y="4239"/>
                    <a:pt x="2405" y="4358"/>
                    <a:pt x="2405" y="4513"/>
                  </a:cubicBezTo>
                  <a:lnTo>
                    <a:pt x="2405" y="5537"/>
                  </a:lnTo>
                  <a:cubicBezTo>
                    <a:pt x="2405" y="5632"/>
                    <a:pt x="2489" y="5704"/>
                    <a:pt x="2572" y="5704"/>
                  </a:cubicBezTo>
                  <a:cubicBezTo>
                    <a:pt x="2667" y="5704"/>
                    <a:pt x="2739" y="5632"/>
                    <a:pt x="2739" y="5537"/>
                  </a:cubicBezTo>
                  <a:lnTo>
                    <a:pt x="2739" y="4513"/>
                  </a:lnTo>
                  <a:cubicBezTo>
                    <a:pt x="2739" y="4228"/>
                    <a:pt x="2572" y="3989"/>
                    <a:pt x="2310" y="3882"/>
                  </a:cubicBezTo>
                  <a:lnTo>
                    <a:pt x="1870" y="3704"/>
                  </a:lnTo>
                  <a:lnTo>
                    <a:pt x="1870" y="3561"/>
                  </a:lnTo>
                  <a:cubicBezTo>
                    <a:pt x="2084" y="3394"/>
                    <a:pt x="2215" y="3144"/>
                    <a:pt x="2215" y="2870"/>
                  </a:cubicBezTo>
                  <a:lnTo>
                    <a:pt x="2215" y="2442"/>
                  </a:lnTo>
                  <a:lnTo>
                    <a:pt x="2215" y="2418"/>
                  </a:lnTo>
                  <a:lnTo>
                    <a:pt x="2608" y="2263"/>
                  </a:lnTo>
                  <a:lnTo>
                    <a:pt x="3227" y="2263"/>
                  </a:lnTo>
                  <a:lnTo>
                    <a:pt x="3620" y="2418"/>
                  </a:lnTo>
                  <a:lnTo>
                    <a:pt x="3620" y="2442"/>
                  </a:lnTo>
                  <a:lnTo>
                    <a:pt x="3620" y="2870"/>
                  </a:lnTo>
                  <a:cubicBezTo>
                    <a:pt x="3620" y="3144"/>
                    <a:pt x="3751" y="3394"/>
                    <a:pt x="3953" y="3561"/>
                  </a:cubicBezTo>
                  <a:lnTo>
                    <a:pt x="3953" y="3704"/>
                  </a:lnTo>
                  <a:lnTo>
                    <a:pt x="3525" y="3882"/>
                  </a:lnTo>
                  <a:cubicBezTo>
                    <a:pt x="3275" y="3989"/>
                    <a:pt x="3096" y="4239"/>
                    <a:pt x="3096" y="4513"/>
                  </a:cubicBezTo>
                  <a:lnTo>
                    <a:pt x="3096" y="5537"/>
                  </a:lnTo>
                  <a:cubicBezTo>
                    <a:pt x="3096" y="5632"/>
                    <a:pt x="3167" y="5704"/>
                    <a:pt x="3263" y="5704"/>
                  </a:cubicBezTo>
                  <a:cubicBezTo>
                    <a:pt x="3346" y="5704"/>
                    <a:pt x="3417" y="5632"/>
                    <a:pt x="3417" y="5537"/>
                  </a:cubicBezTo>
                  <a:lnTo>
                    <a:pt x="3417" y="4513"/>
                  </a:lnTo>
                  <a:cubicBezTo>
                    <a:pt x="3417" y="4358"/>
                    <a:pt x="3513" y="4228"/>
                    <a:pt x="3644" y="4180"/>
                  </a:cubicBezTo>
                  <a:lnTo>
                    <a:pt x="4156" y="3977"/>
                  </a:lnTo>
                  <a:lnTo>
                    <a:pt x="4775" y="3977"/>
                  </a:lnTo>
                  <a:lnTo>
                    <a:pt x="5287" y="4180"/>
                  </a:lnTo>
                  <a:cubicBezTo>
                    <a:pt x="5418" y="4239"/>
                    <a:pt x="5501" y="4358"/>
                    <a:pt x="5501" y="4513"/>
                  </a:cubicBezTo>
                  <a:lnTo>
                    <a:pt x="5501" y="5537"/>
                  </a:lnTo>
                  <a:cubicBezTo>
                    <a:pt x="5501" y="5632"/>
                    <a:pt x="5584" y="5704"/>
                    <a:pt x="5668" y="5704"/>
                  </a:cubicBezTo>
                  <a:cubicBezTo>
                    <a:pt x="5763" y="5704"/>
                    <a:pt x="5834" y="5632"/>
                    <a:pt x="5834" y="5537"/>
                  </a:cubicBezTo>
                  <a:lnTo>
                    <a:pt x="5834" y="4513"/>
                  </a:lnTo>
                  <a:cubicBezTo>
                    <a:pt x="5834" y="4228"/>
                    <a:pt x="5668" y="3989"/>
                    <a:pt x="5406" y="3882"/>
                  </a:cubicBezTo>
                  <a:lnTo>
                    <a:pt x="4965" y="3704"/>
                  </a:lnTo>
                  <a:lnTo>
                    <a:pt x="4965" y="3561"/>
                  </a:lnTo>
                  <a:cubicBezTo>
                    <a:pt x="5180" y="3394"/>
                    <a:pt x="5311" y="3144"/>
                    <a:pt x="5311" y="2870"/>
                  </a:cubicBezTo>
                  <a:lnTo>
                    <a:pt x="5311" y="2442"/>
                  </a:lnTo>
                  <a:lnTo>
                    <a:pt x="5311" y="2418"/>
                  </a:lnTo>
                  <a:lnTo>
                    <a:pt x="5703" y="2263"/>
                  </a:lnTo>
                  <a:lnTo>
                    <a:pt x="6323" y="2263"/>
                  </a:lnTo>
                  <a:lnTo>
                    <a:pt x="6715" y="2418"/>
                  </a:lnTo>
                  <a:lnTo>
                    <a:pt x="6715" y="2442"/>
                  </a:lnTo>
                  <a:lnTo>
                    <a:pt x="6715" y="2870"/>
                  </a:lnTo>
                  <a:cubicBezTo>
                    <a:pt x="6715" y="3144"/>
                    <a:pt x="6846" y="3394"/>
                    <a:pt x="7049" y="3561"/>
                  </a:cubicBezTo>
                  <a:lnTo>
                    <a:pt x="7049" y="3704"/>
                  </a:lnTo>
                  <a:lnTo>
                    <a:pt x="6620" y="3882"/>
                  </a:lnTo>
                  <a:cubicBezTo>
                    <a:pt x="6370" y="3989"/>
                    <a:pt x="6192" y="4239"/>
                    <a:pt x="6192" y="4513"/>
                  </a:cubicBezTo>
                  <a:lnTo>
                    <a:pt x="6192" y="5537"/>
                  </a:lnTo>
                  <a:cubicBezTo>
                    <a:pt x="6192" y="5632"/>
                    <a:pt x="6263" y="5704"/>
                    <a:pt x="6358" y="5704"/>
                  </a:cubicBezTo>
                  <a:cubicBezTo>
                    <a:pt x="6442" y="5704"/>
                    <a:pt x="6513" y="5632"/>
                    <a:pt x="6513" y="5537"/>
                  </a:cubicBezTo>
                  <a:lnTo>
                    <a:pt x="6513" y="4513"/>
                  </a:lnTo>
                  <a:cubicBezTo>
                    <a:pt x="6513" y="4358"/>
                    <a:pt x="6608" y="4228"/>
                    <a:pt x="6739" y="4180"/>
                  </a:cubicBezTo>
                  <a:lnTo>
                    <a:pt x="7251" y="3977"/>
                  </a:lnTo>
                  <a:lnTo>
                    <a:pt x="7870" y="3977"/>
                  </a:lnTo>
                  <a:lnTo>
                    <a:pt x="8382" y="4180"/>
                  </a:lnTo>
                  <a:cubicBezTo>
                    <a:pt x="8513" y="4239"/>
                    <a:pt x="8597" y="4358"/>
                    <a:pt x="8597" y="4513"/>
                  </a:cubicBezTo>
                  <a:lnTo>
                    <a:pt x="8597" y="5537"/>
                  </a:lnTo>
                  <a:cubicBezTo>
                    <a:pt x="8597" y="5632"/>
                    <a:pt x="8680" y="5704"/>
                    <a:pt x="8763" y="5704"/>
                  </a:cubicBezTo>
                  <a:cubicBezTo>
                    <a:pt x="8859" y="5704"/>
                    <a:pt x="8930" y="5632"/>
                    <a:pt x="8930" y="5537"/>
                  </a:cubicBezTo>
                  <a:lnTo>
                    <a:pt x="8930" y="4513"/>
                  </a:lnTo>
                  <a:cubicBezTo>
                    <a:pt x="8859" y="4204"/>
                    <a:pt x="8680" y="3942"/>
                    <a:pt x="8418" y="3847"/>
                  </a:cubicBezTo>
                  <a:lnTo>
                    <a:pt x="7989" y="3668"/>
                  </a:lnTo>
                  <a:lnTo>
                    <a:pt x="7989" y="3513"/>
                  </a:lnTo>
                  <a:cubicBezTo>
                    <a:pt x="8204" y="3346"/>
                    <a:pt x="8335" y="3096"/>
                    <a:pt x="8335" y="2835"/>
                  </a:cubicBezTo>
                  <a:lnTo>
                    <a:pt x="8335" y="2394"/>
                  </a:lnTo>
                  <a:cubicBezTo>
                    <a:pt x="8335" y="2215"/>
                    <a:pt x="8263" y="2037"/>
                    <a:pt x="8144" y="1918"/>
                  </a:cubicBezTo>
                  <a:cubicBezTo>
                    <a:pt x="8001" y="1787"/>
                    <a:pt x="7847" y="1727"/>
                    <a:pt x="7668" y="1727"/>
                  </a:cubicBezTo>
                  <a:lnTo>
                    <a:pt x="7323" y="1727"/>
                  </a:lnTo>
                  <a:cubicBezTo>
                    <a:pt x="7073" y="1727"/>
                    <a:pt x="6858" y="1858"/>
                    <a:pt x="6739" y="2061"/>
                  </a:cubicBezTo>
                  <a:lnTo>
                    <a:pt x="6454" y="1942"/>
                  </a:lnTo>
                  <a:lnTo>
                    <a:pt x="6454" y="1787"/>
                  </a:lnTo>
                  <a:cubicBezTo>
                    <a:pt x="6668" y="1620"/>
                    <a:pt x="6799" y="1370"/>
                    <a:pt x="6799" y="1108"/>
                  </a:cubicBezTo>
                  <a:lnTo>
                    <a:pt x="6799" y="668"/>
                  </a:lnTo>
                  <a:cubicBezTo>
                    <a:pt x="6799" y="489"/>
                    <a:pt x="6727" y="310"/>
                    <a:pt x="6608" y="191"/>
                  </a:cubicBezTo>
                  <a:cubicBezTo>
                    <a:pt x="6477" y="60"/>
                    <a:pt x="6311" y="1"/>
                    <a:pt x="6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64"/>
            <p:cNvSpPr/>
            <p:nvPr/>
          </p:nvSpPr>
          <p:spPr>
            <a:xfrm>
              <a:off x="3656195" y="1975821"/>
              <a:ext cx="120149" cy="164134"/>
            </a:xfrm>
            <a:custGeom>
              <a:avLst/>
              <a:gdLst/>
              <a:ahLst/>
              <a:cxnLst/>
              <a:rect l="l" t="t" r="r" b="b"/>
              <a:pathLst>
                <a:path w="3775" h="5157" extrusionOk="0">
                  <a:moveTo>
                    <a:pt x="2049" y="334"/>
                  </a:moveTo>
                  <a:cubicBezTo>
                    <a:pt x="2239" y="334"/>
                    <a:pt x="2406" y="501"/>
                    <a:pt x="2406" y="691"/>
                  </a:cubicBezTo>
                  <a:lnTo>
                    <a:pt x="2406" y="1037"/>
                  </a:lnTo>
                  <a:cubicBezTo>
                    <a:pt x="2406" y="1334"/>
                    <a:pt x="2168" y="1549"/>
                    <a:pt x="1882" y="1549"/>
                  </a:cubicBezTo>
                  <a:cubicBezTo>
                    <a:pt x="1869" y="1550"/>
                    <a:pt x="1855" y="1550"/>
                    <a:pt x="1842" y="1550"/>
                  </a:cubicBezTo>
                  <a:cubicBezTo>
                    <a:pt x="1575" y="1550"/>
                    <a:pt x="1358" y="1321"/>
                    <a:pt x="1358" y="1037"/>
                  </a:cubicBezTo>
                  <a:lnTo>
                    <a:pt x="1358" y="691"/>
                  </a:lnTo>
                  <a:cubicBezTo>
                    <a:pt x="1358" y="501"/>
                    <a:pt x="1513" y="334"/>
                    <a:pt x="1715" y="334"/>
                  </a:cubicBezTo>
                  <a:close/>
                  <a:moveTo>
                    <a:pt x="2049" y="1870"/>
                  </a:moveTo>
                  <a:lnTo>
                    <a:pt x="2049" y="1965"/>
                  </a:lnTo>
                  <a:cubicBezTo>
                    <a:pt x="2072" y="2025"/>
                    <a:pt x="2084" y="2073"/>
                    <a:pt x="2108" y="2132"/>
                  </a:cubicBezTo>
                  <a:lnTo>
                    <a:pt x="1894" y="2358"/>
                  </a:lnTo>
                  <a:lnTo>
                    <a:pt x="1870" y="2358"/>
                  </a:lnTo>
                  <a:lnTo>
                    <a:pt x="1656" y="2132"/>
                  </a:lnTo>
                  <a:cubicBezTo>
                    <a:pt x="1679" y="2085"/>
                    <a:pt x="1691" y="2025"/>
                    <a:pt x="1691" y="1965"/>
                  </a:cubicBezTo>
                  <a:lnTo>
                    <a:pt x="1691" y="1870"/>
                  </a:lnTo>
                  <a:cubicBezTo>
                    <a:pt x="1751" y="1882"/>
                    <a:pt x="1810" y="1882"/>
                    <a:pt x="1870" y="1882"/>
                  </a:cubicBezTo>
                  <a:cubicBezTo>
                    <a:pt x="1929" y="1882"/>
                    <a:pt x="1989" y="1882"/>
                    <a:pt x="2049" y="1870"/>
                  </a:cubicBezTo>
                  <a:close/>
                  <a:moveTo>
                    <a:pt x="2382" y="2323"/>
                  </a:moveTo>
                  <a:lnTo>
                    <a:pt x="2668" y="2454"/>
                  </a:lnTo>
                  <a:cubicBezTo>
                    <a:pt x="2727" y="2489"/>
                    <a:pt x="2763" y="2549"/>
                    <a:pt x="2763" y="2620"/>
                  </a:cubicBezTo>
                  <a:lnTo>
                    <a:pt x="2763" y="2942"/>
                  </a:lnTo>
                  <a:lnTo>
                    <a:pt x="1025" y="2942"/>
                  </a:lnTo>
                  <a:lnTo>
                    <a:pt x="1025" y="2620"/>
                  </a:lnTo>
                  <a:lnTo>
                    <a:pt x="1013" y="2620"/>
                  </a:lnTo>
                  <a:cubicBezTo>
                    <a:pt x="1013" y="2549"/>
                    <a:pt x="1060" y="2489"/>
                    <a:pt x="1120" y="2454"/>
                  </a:cubicBezTo>
                  <a:lnTo>
                    <a:pt x="1394" y="2323"/>
                  </a:lnTo>
                  <a:lnTo>
                    <a:pt x="1656" y="2585"/>
                  </a:lnTo>
                  <a:cubicBezTo>
                    <a:pt x="1715" y="2632"/>
                    <a:pt x="1799" y="2680"/>
                    <a:pt x="1894" y="2680"/>
                  </a:cubicBezTo>
                  <a:cubicBezTo>
                    <a:pt x="1977" y="2680"/>
                    <a:pt x="2049" y="2656"/>
                    <a:pt x="2132" y="2585"/>
                  </a:cubicBezTo>
                  <a:lnTo>
                    <a:pt x="2382" y="2323"/>
                  </a:lnTo>
                  <a:close/>
                  <a:moveTo>
                    <a:pt x="3334" y="3263"/>
                  </a:moveTo>
                  <a:lnTo>
                    <a:pt x="3156" y="3632"/>
                  </a:lnTo>
                  <a:lnTo>
                    <a:pt x="596" y="3632"/>
                  </a:lnTo>
                  <a:lnTo>
                    <a:pt x="417" y="3263"/>
                  </a:lnTo>
                  <a:close/>
                  <a:moveTo>
                    <a:pt x="1715" y="1"/>
                  </a:moveTo>
                  <a:cubicBezTo>
                    <a:pt x="1334" y="1"/>
                    <a:pt x="1025" y="299"/>
                    <a:pt x="1025" y="691"/>
                  </a:cubicBezTo>
                  <a:lnTo>
                    <a:pt x="1025" y="1025"/>
                  </a:lnTo>
                  <a:cubicBezTo>
                    <a:pt x="1025" y="1311"/>
                    <a:pt x="1156" y="1549"/>
                    <a:pt x="1370" y="1715"/>
                  </a:cubicBezTo>
                  <a:lnTo>
                    <a:pt x="1370" y="1954"/>
                  </a:lnTo>
                  <a:lnTo>
                    <a:pt x="1370" y="1965"/>
                  </a:lnTo>
                  <a:lnTo>
                    <a:pt x="965" y="2180"/>
                  </a:lnTo>
                  <a:cubicBezTo>
                    <a:pt x="786" y="2263"/>
                    <a:pt x="679" y="2430"/>
                    <a:pt x="679" y="2620"/>
                  </a:cubicBezTo>
                  <a:lnTo>
                    <a:pt x="679" y="2942"/>
                  </a:lnTo>
                  <a:lnTo>
                    <a:pt x="155" y="2942"/>
                  </a:lnTo>
                  <a:cubicBezTo>
                    <a:pt x="96" y="2942"/>
                    <a:pt x="60" y="2966"/>
                    <a:pt x="24" y="3013"/>
                  </a:cubicBezTo>
                  <a:cubicBezTo>
                    <a:pt x="1" y="3061"/>
                    <a:pt x="1" y="3120"/>
                    <a:pt x="24" y="3180"/>
                  </a:cubicBezTo>
                  <a:lnTo>
                    <a:pt x="370" y="3859"/>
                  </a:lnTo>
                  <a:cubicBezTo>
                    <a:pt x="394" y="3918"/>
                    <a:pt x="453" y="3954"/>
                    <a:pt x="513" y="3954"/>
                  </a:cubicBezTo>
                  <a:lnTo>
                    <a:pt x="691" y="3954"/>
                  </a:lnTo>
                  <a:lnTo>
                    <a:pt x="691" y="4990"/>
                  </a:lnTo>
                  <a:cubicBezTo>
                    <a:pt x="691" y="5085"/>
                    <a:pt x="775" y="5156"/>
                    <a:pt x="858" y="5156"/>
                  </a:cubicBezTo>
                  <a:cubicBezTo>
                    <a:pt x="953" y="5156"/>
                    <a:pt x="1025" y="5085"/>
                    <a:pt x="1025" y="4990"/>
                  </a:cubicBezTo>
                  <a:lnTo>
                    <a:pt x="1025" y="3954"/>
                  </a:lnTo>
                  <a:lnTo>
                    <a:pt x="2763" y="3954"/>
                  </a:lnTo>
                  <a:lnTo>
                    <a:pt x="2763" y="4990"/>
                  </a:lnTo>
                  <a:cubicBezTo>
                    <a:pt x="2763" y="5085"/>
                    <a:pt x="2846" y="5156"/>
                    <a:pt x="2930" y="5156"/>
                  </a:cubicBezTo>
                  <a:cubicBezTo>
                    <a:pt x="3025" y="5156"/>
                    <a:pt x="3096" y="5085"/>
                    <a:pt x="3096" y="4990"/>
                  </a:cubicBezTo>
                  <a:lnTo>
                    <a:pt x="3096" y="3954"/>
                  </a:lnTo>
                  <a:lnTo>
                    <a:pt x="3275" y="3954"/>
                  </a:lnTo>
                  <a:cubicBezTo>
                    <a:pt x="3334" y="3954"/>
                    <a:pt x="3394" y="3918"/>
                    <a:pt x="3418" y="3859"/>
                  </a:cubicBezTo>
                  <a:lnTo>
                    <a:pt x="3763" y="3180"/>
                  </a:lnTo>
                  <a:cubicBezTo>
                    <a:pt x="3775" y="3132"/>
                    <a:pt x="3763" y="3073"/>
                    <a:pt x="3751" y="3013"/>
                  </a:cubicBezTo>
                  <a:cubicBezTo>
                    <a:pt x="3715" y="2966"/>
                    <a:pt x="3680" y="2942"/>
                    <a:pt x="3620" y="2942"/>
                  </a:cubicBezTo>
                  <a:lnTo>
                    <a:pt x="3084" y="2942"/>
                  </a:lnTo>
                  <a:lnTo>
                    <a:pt x="3084" y="2620"/>
                  </a:lnTo>
                  <a:cubicBezTo>
                    <a:pt x="3084" y="2430"/>
                    <a:pt x="2977" y="2251"/>
                    <a:pt x="2799" y="2180"/>
                  </a:cubicBezTo>
                  <a:lnTo>
                    <a:pt x="2394" y="1965"/>
                  </a:lnTo>
                  <a:lnTo>
                    <a:pt x="2394" y="1954"/>
                  </a:lnTo>
                  <a:lnTo>
                    <a:pt x="2394" y="1715"/>
                  </a:lnTo>
                  <a:cubicBezTo>
                    <a:pt x="2608" y="1561"/>
                    <a:pt x="2739" y="1311"/>
                    <a:pt x="2739" y="1025"/>
                  </a:cubicBezTo>
                  <a:lnTo>
                    <a:pt x="2739" y="691"/>
                  </a:lnTo>
                  <a:cubicBezTo>
                    <a:pt x="2739" y="310"/>
                    <a:pt x="2441" y="1"/>
                    <a:pt x="2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64"/>
            <p:cNvSpPr/>
            <p:nvPr/>
          </p:nvSpPr>
          <p:spPr>
            <a:xfrm>
              <a:off x="3700149" y="2113380"/>
              <a:ext cx="32241" cy="10280"/>
            </a:xfrm>
            <a:custGeom>
              <a:avLst/>
              <a:gdLst/>
              <a:ahLst/>
              <a:cxnLst/>
              <a:rect l="l" t="t" r="r" b="b"/>
              <a:pathLst>
                <a:path w="1013" h="323" extrusionOk="0">
                  <a:moveTo>
                    <a:pt x="167" y="1"/>
                  </a:moveTo>
                  <a:cubicBezTo>
                    <a:pt x="72" y="1"/>
                    <a:pt x="1" y="72"/>
                    <a:pt x="1" y="168"/>
                  </a:cubicBezTo>
                  <a:cubicBezTo>
                    <a:pt x="1" y="251"/>
                    <a:pt x="72" y="322"/>
                    <a:pt x="167" y="322"/>
                  </a:cubicBezTo>
                  <a:lnTo>
                    <a:pt x="846" y="322"/>
                  </a:lnTo>
                  <a:cubicBezTo>
                    <a:pt x="941" y="322"/>
                    <a:pt x="1013" y="251"/>
                    <a:pt x="1013" y="168"/>
                  </a:cubicBezTo>
                  <a:cubicBezTo>
                    <a:pt x="1013" y="72"/>
                    <a:pt x="941"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8" name="Google Shape;10398;p64"/>
          <p:cNvGrpSpPr/>
          <p:nvPr/>
        </p:nvGrpSpPr>
        <p:grpSpPr>
          <a:xfrm>
            <a:off x="2722090" y="2715912"/>
            <a:ext cx="238770" cy="371841"/>
            <a:chOff x="2722090" y="2890162"/>
            <a:chExt cx="238770" cy="371841"/>
          </a:xfrm>
        </p:grpSpPr>
        <p:sp>
          <p:nvSpPr>
            <p:cNvPr id="10399" name="Google Shape;10399;p64"/>
            <p:cNvSpPr/>
            <p:nvPr/>
          </p:nvSpPr>
          <p:spPr>
            <a:xfrm>
              <a:off x="2722090" y="2890162"/>
              <a:ext cx="238770" cy="371841"/>
            </a:xfrm>
            <a:custGeom>
              <a:avLst/>
              <a:gdLst/>
              <a:ahLst/>
              <a:cxnLst/>
              <a:rect l="l" t="t" r="r" b="b"/>
              <a:pathLst>
                <a:path w="7502" h="11683" extrusionOk="0">
                  <a:moveTo>
                    <a:pt x="3835" y="372"/>
                  </a:moveTo>
                  <a:lnTo>
                    <a:pt x="3966" y="419"/>
                  </a:lnTo>
                  <a:cubicBezTo>
                    <a:pt x="4132" y="491"/>
                    <a:pt x="4251" y="634"/>
                    <a:pt x="4347" y="848"/>
                  </a:cubicBezTo>
                  <a:cubicBezTo>
                    <a:pt x="4168" y="812"/>
                    <a:pt x="4001" y="788"/>
                    <a:pt x="3835" y="777"/>
                  </a:cubicBezTo>
                  <a:lnTo>
                    <a:pt x="3835" y="372"/>
                  </a:lnTo>
                  <a:close/>
                  <a:moveTo>
                    <a:pt x="6609" y="9135"/>
                  </a:moveTo>
                  <a:cubicBezTo>
                    <a:pt x="6716" y="9135"/>
                    <a:pt x="6799" y="9230"/>
                    <a:pt x="6799" y="9337"/>
                  </a:cubicBezTo>
                  <a:lnTo>
                    <a:pt x="6799" y="9528"/>
                  </a:lnTo>
                  <a:lnTo>
                    <a:pt x="6609" y="9528"/>
                  </a:lnTo>
                  <a:cubicBezTo>
                    <a:pt x="6513" y="9528"/>
                    <a:pt x="6442" y="9599"/>
                    <a:pt x="6442" y="9694"/>
                  </a:cubicBezTo>
                  <a:cubicBezTo>
                    <a:pt x="6442" y="9778"/>
                    <a:pt x="6513" y="9849"/>
                    <a:pt x="6609" y="9849"/>
                  </a:cubicBezTo>
                  <a:lnTo>
                    <a:pt x="6978" y="9849"/>
                  </a:lnTo>
                  <a:cubicBezTo>
                    <a:pt x="7085" y="9849"/>
                    <a:pt x="7168" y="9944"/>
                    <a:pt x="7168" y="10040"/>
                  </a:cubicBezTo>
                  <a:lnTo>
                    <a:pt x="7168" y="11147"/>
                  </a:lnTo>
                  <a:cubicBezTo>
                    <a:pt x="7156" y="11266"/>
                    <a:pt x="7073" y="11361"/>
                    <a:pt x="6966" y="11361"/>
                  </a:cubicBezTo>
                  <a:lnTo>
                    <a:pt x="1477" y="11361"/>
                  </a:lnTo>
                  <a:cubicBezTo>
                    <a:pt x="1370" y="11361"/>
                    <a:pt x="1275" y="11266"/>
                    <a:pt x="1275" y="11159"/>
                  </a:cubicBezTo>
                  <a:lnTo>
                    <a:pt x="1275" y="10063"/>
                  </a:lnTo>
                  <a:cubicBezTo>
                    <a:pt x="1275" y="9956"/>
                    <a:pt x="1370" y="9873"/>
                    <a:pt x="1477" y="9873"/>
                  </a:cubicBezTo>
                  <a:lnTo>
                    <a:pt x="5859" y="9873"/>
                  </a:lnTo>
                  <a:cubicBezTo>
                    <a:pt x="5954" y="9873"/>
                    <a:pt x="6025" y="9790"/>
                    <a:pt x="6025" y="9706"/>
                  </a:cubicBezTo>
                  <a:cubicBezTo>
                    <a:pt x="6025" y="9611"/>
                    <a:pt x="5954" y="9540"/>
                    <a:pt x="5859" y="9540"/>
                  </a:cubicBezTo>
                  <a:lnTo>
                    <a:pt x="1656" y="9540"/>
                  </a:lnTo>
                  <a:lnTo>
                    <a:pt x="1656" y="9337"/>
                  </a:lnTo>
                  <a:cubicBezTo>
                    <a:pt x="1656" y="9230"/>
                    <a:pt x="1739" y="9135"/>
                    <a:pt x="1846" y="9135"/>
                  </a:cubicBezTo>
                  <a:close/>
                  <a:moveTo>
                    <a:pt x="3739" y="1"/>
                  </a:moveTo>
                  <a:cubicBezTo>
                    <a:pt x="3703" y="1"/>
                    <a:pt x="3678" y="3"/>
                    <a:pt x="3668" y="3"/>
                  </a:cubicBezTo>
                  <a:cubicBezTo>
                    <a:pt x="3585" y="15"/>
                    <a:pt x="3513" y="74"/>
                    <a:pt x="3513" y="157"/>
                  </a:cubicBezTo>
                  <a:lnTo>
                    <a:pt x="3513" y="729"/>
                  </a:lnTo>
                  <a:cubicBezTo>
                    <a:pt x="3438" y="725"/>
                    <a:pt x="3373" y="724"/>
                    <a:pt x="3319" y="724"/>
                  </a:cubicBezTo>
                  <a:cubicBezTo>
                    <a:pt x="3210" y="724"/>
                    <a:pt x="3144" y="729"/>
                    <a:pt x="3120" y="729"/>
                  </a:cubicBezTo>
                  <a:cubicBezTo>
                    <a:pt x="3037" y="729"/>
                    <a:pt x="2954" y="812"/>
                    <a:pt x="2954" y="908"/>
                  </a:cubicBezTo>
                  <a:cubicBezTo>
                    <a:pt x="2954" y="991"/>
                    <a:pt x="3049" y="1074"/>
                    <a:pt x="3132" y="1074"/>
                  </a:cubicBezTo>
                  <a:cubicBezTo>
                    <a:pt x="3135" y="1074"/>
                    <a:pt x="3172" y="1073"/>
                    <a:pt x="3236" y="1073"/>
                  </a:cubicBezTo>
                  <a:cubicBezTo>
                    <a:pt x="3649" y="1073"/>
                    <a:pt x="5188" y="1135"/>
                    <a:pt x="6156" y="2062"/>
                  </a:cubicBezTo>
                  <a:cubicBezTo>
                    <a:pt x="6704" y="2586"/>
                    <a:pt x="6978" y="3301"/>
                    <a:pt x="6978" y="4194"/>
                  </a:cubicBezTo>
                  <a:cubicBezTo>
                    <a:pt x="6978" y="5158"/>
                    <a:pt x="6764" y="5753"/>
                    <a:pt x="6549" y="6408"/>
                  </a:cubicBezTo>
                  <a:cubicBezTo>
                    <a:pt x="6323" y="7063"/>
                    <a:pt x="6085" y="7742"/>
                    <a:pt x="6073" y="8778"/>
                  </a:cubicBezTo>
                  <a:lnTo>
                    <a:pt x="2120" y="8778"/>
                  </a:lnTo>
                  <a:cubicBezTo>
                    <a:pt x="2084" y="8694"/>
                    <a:pt x="2025" y="8492"/>
                    <a:pt x="2025" y="8218"/>
                  </a:cubicBezTo>
                  <a:cubicBezTo>
                    <a:pt x="2025" y="7766"/>
                    <a:pt x="2299" y="6730"/>
                    <a:pt x="4168" y="4860"/>
                  </a:cubicBezTo>
                  <a:cubicBezTo>
                    <a:pt x="4227" y="4801"/>
                    <a:pt x="4227" y="4729"/>
                    <a:pt x="4192" y="4658"/>
                  </a:cubicBezTo>
                  <a:cubicBezTo>
                    <a:pt x="4157" y="4606"/>
                    <a:pt x="4109" y="4573"/>
                    <a:pt x="4058" y="4573"/>
                  </a:cubicBezTo>
                  <a:cubicBezTo>
                    <a:pt x="4040" y="4573"/>
                    <a:pt x="4020" y="4577"/>
                    <a:pt x="4001" y="4587"/>
                  </a:cubicBezTo>
                  <a:cubicBezTo>
                    <a:pt x="4001" y="4587"/>
                    <a:pt x="3902" y="4611"/>
                    <a:pt x="3741" y="4611"/>
                  </a:cubicBezTo>
                  <a:cubicBezTo>
                    <a:pt x="3530" y="4611"/>
                    <a:pt x="3214" y="4569"/>
                    <a:pt x="2882" y="4372"/>
                  </a:cubicBezTo>
                  <a:cubicBezTo>
                    <a:pt x="2803" y="4328"/>
                    <a:pt x="2715" y="4306"/>
                    <a:pt x="2627" y="4306"/>
                  </a:cubicBezTo>
                  <a:cubicBezTo>
                    <a:pt x="2503" y="4306"/>
                    <a:pt x="2379" y="4348"/>
                    <a:pt x="2275" y="4432"/>
                  </a:cubicBezTo>
                  <a:cubicBezTo>
                    <a:pt x="2058" y="4611"/>
                    <a:pt x="1655" y="4842"/>
                    <a:pt x="1053" y="4842"/>
                  </a:cubicBezTo>
                  <a:cubicBezTo>
                    <a:pt x="895" y="4842"/>
                    <a:pt x="723" y="4826"/>
                    <a:pt x="537" y="4789"/>
                  </a:cubicBezTo>
                  <a:lnTo>
                    <a:pt x="382" y="4075"/>
                  </a:lnTo>
                  <a:lnTo>
                    <a:pt x="2156" y="2301"/>
                  </a:lnTo>
                  <a:cubicBezTo>
                    <a:pt x="2180" y="2277"/>
                    <a:pt x="2203" y="2229"/>
                    <a:pt x="2203" y="2193"/>
                  </a:cubicBezTo>
                  <a:lnTo>
                    <a:pt x="2203" y="1967"/>
                  </a:lnTo>
                  <a:cubicBezTo>
                    <a:pt x="2203" y="1860"/>
                    <a:pt x="2275" y="1789"/>
                    <a:pt x="2382" y="1777"/>
                  </a:cubicBezTo>
                  <a:cubicBezTo>
                    <a:pt x="2501" y="1764"/>
                    <a:pt x="2692" y="1750"/>
                    <a:pt x="2929" y="1750"/>
                  </a:cubicBezTo>
                  <a:cubicBezTo>
                    <a:pt x="3355" y="1750"/>
                    <a:pt x="3928" y="1796"/>
                    <a:pt x="4501" y="1979"/>
                  </a:cubicBezTo>
                  <a:cubicBezTo>
                    <a:pt x="4522" y="1987"/>
                    <a:pt x="4544" y="1991"/>
                    <a:pt x="4565" y="1991"/>
                  </a:cubicBezTo>
                  <a:cubicBezTo>
                    <a:pt x="4639" y="1991"/>
                    <a:pt x="4706" y="1943"/>
                    <a:pt x="4716" y="1860"/>
                  </a:cubicBezTo>
                  <a:cubicBezTo>
                    <a:pt x="4739" y="1777"/>
                    <a:pt x="4704" y="1670"/>
                    <a:pt x="4597" y="1658"/>
                  </a:cubicBezTo>
                  <a:cubicBezTo>
                    <a:pt x="3956" y="1457"/>
                    <a:pt x="3315" y="1408"/>
                    <a:pt x="2856" y="1408"/>
                  </a:cubicBezTo>
                  <a:cubicBezTo>
                    <a:pt x="2632" y="1408"/>
                    <a:pt x="2451" y="1420"/>
                    <a:pt x="2334" y="1431"/>
                  </a:cubicBezTo>
                  <a:cubicBezTo>
                    <a:pt x="2049" y="1455"/>
                    <a:pt x="1846" y="1681"/>
                    <a:pt x="1846" y="1967"/>
                  </a:cubicBezTo>
                  <a:lnTo>
                    <a:pt x="1846" y="2110"/>
                  </a:lnTo>
                  <a:lnTo>
                    <a:pt x="60" y="3896"/>
                  </a:lnTo>
                  <a:cubicBezTo>
                    <a:pt x="13" y="3944"/>
                    <a:pt x="1" y="4003"/>
                    <a:pt x="13" y="4051"/>
                  </a:cubicBezTo>
                  <a:lnTo>
                    <a:pt x="191" y="4956"/>
                  </a:lnTo>
                  <a:cubicBezTo>
                    <a:pt x="203" y="5015"/>
                    <a:pt x="251" y="5075"/>
                    <a:pt x="310" y="5087"/>
                  </a:cubicBezTo>
                  <a:cubicBezTo>
                    <a:pt x="569" y="5151"/>
                    <a:pt x="806" y="5178"/>
                    <a:pt x="1022" y="5178"/>
                  </a:cubicBezTo>
                  <a:cubicBezTo>
                    <a:pt x="1722" y="5178"/>
                    <a:pt x="2199" y="4897"/>
                    <a:pt x="2453" y="4706"/>
                  </a:cubicBezTo>
                  <a:cubicBezTo>
                    <a:pt x="2497" y="4669"/>
                    <a:pt x="2550" y="4655"/>
                    <a:pt x="2598" y="4655"/>
                  </a:cubicBezTo>
                  <a:cubicBezTo>
                    <a:pt x="2628" y="4655"/>
                    <a:pt x="2657" y="4661"/>
                    <a:pt x="2680" y="4670"/>
                  </a:cubicBezTo>
                  <a:cubicBezTo>
                    <a:pt x="3001" y="4872"/>
                    <a:pt x="3335" y="4932"/>
                    <a:pt x="3573" y="4944"/>
                  </a:cubicBezTo>
                  <a:cubicBezTo>
                    <a:pt x="1977" y="6611"/>
                    <a:pt x="1632" y="7635"/>
                    <a:pt x="1632" y="8218"/>
                  </a:cubicBezTo>
                  <a:cubicBezTo>
                    <a:pt x="1632" y="8456"/>
                    <a:pt x="1680" y="8647"/>
                    <a:pt x="1727" y="8778"/>
                  </a:cubicBezTo>
                  <a:cubicBezTo>
                    <a:pt x="1465" y="8825"/>
                    <a:pt x="1275" y="9051"/>
                    <a:pt x="1275" y="9313"/>
                  </a:cubicBezTo>
                  <a:lnTo>
                    <a:pt x="1275" y="9540"/>
                  </a:lnTo>
                  <a:cubicBezTo>
                    <a:pt x="1072" y="9611"/>
                    <a:pt x="906" y="9801"/>
                    <a:pt x="906" y="10040"/>
                  </a:cubicBezTo>
                  <a:lnTo>
                    <a:pt x="906" y="11147"/>
                  </a:lnTo>
                  <a:cubicBezTo>
                    <a:pt x="906" y="11445"/>
                    <a:pt x="1144" y="11683"/>
                    <a:pt x="1441" y="11683"/>
                  </a:cubicBezTo>
                  <a:lnTo>
                    <a:pt x="6930" y="11683"/>
                  </a:lnTo>
                  <a:cubicBezTo>
                    <a:pt x="7228" y="11683"/>
                    <a:pt x="7466" y="11445"/>
                    <a:pt x="7466" y="11147"/>
                  </a:cubicBezTo>
                  <a:lnTo>
                    <a:pt x="7466" y="10040"/>
                  </a:lnTo>
                  <a:cubicBezTo>
                    <a:pt x="7502" y="9825"/>
                    <a:pt x="7347" y="9611"/>
                    <a:pt x="7145" y="9551"/>
                  </a:cubicBezTo>
                  <a:lnTo>
                    <a:pt x="7145" y="9337"/>
                  </a:lnTo>
                  <a:cubicBezTo>
                    <a:pt x="7145" y="9039"/>
                    <a:pt x="6906" y="8801"/>
                    <a:pt x="6609" y="8801"/>
                  </a:cubicBezTo>
                  <a:lnTo>
                    <a:pt x="6418" y="8801"/>
                  </a:lnTo>
                  <a:cubicBezTo>
                    <a:pt x="6442" y="7801"/>
                    <a:pt x="6656" y="7158"/>
                    <a:pt x="6871" y="6527"/>
                  </a:cubicBezTo>
                  <a:cubicBezTo>
                    <a:pt x="7097" y="5896"/>
                    <a:pt x="7323" y="5229"/>
                    <a:pt x="7323" y="4206"/>
                  </a:cubicBezTo>
                  <a:cubicBezTo>
                    <a:pt x="7323" y="3229"/>
                    <a:pt x="7014" y="2420"/>
                    <a:pt x="6394" y="1824"/>
                  </a:cubicBezTo>
                  <a:cubicBezTo>
                    <a:pt x="5906" y="1372"/>
                    <a:pt x="5299" y="1098"/>
                    <a:pt x="4751" y="931"/>
                  </a:cubicBezTo>
                  <a:cubicBezTo>
                    <a:pt x="4632" y="431"/>
                    <a:pt x="4358" y="205"/>
                    <a:pt x="4156" y="98"/>
                  </a:cubicBezTo>
                  <a:cubicBezTo>
                    <a:pt x="3986" y="13"/>
                    <a:pt x="3828" y="1"/>
                    <a:pt x="3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64"/>
            <p:cNvSpPr/>
            <p:nvPr/>
          </p:nvSpPr>
          <p:spPr>
            <a:xfrm>
              <a:off x="2882023" y="2951111"/>
              <a:ext cx="21993" cy="16837"/>
            </a:xfrm>
            <a:custGeom>
              <a:avLst/>
              <a:gdLst/>
              <a:ahLst/>
              <a:cxnLst/>
              <a:rect l="l" t="t" r="r" b="b"/>
              <a:pathLst>
                <a:path w="691" h="529" extrusionOk="0">
                  <a:moveTo>
                    <a:pt x="202" y="0"/>
                  </a:moveTo>
                  <a:cubicBezTo>
                    <a:pt x="138" y="0"/>
                    <a:pt x="81" y="30"/>
                    <a:pt x="48" y="88"/>
                  </a:cubicBezTo>
                  <a:cubicBezTo>
                    <a:pt x="0" y="183"/>
                    <a:pt x="36" y="290"/>
                    <a:pt x="119" y="338"/>
                  </a:cubicBezTo>
                  <a:cubicBezTo>
                    <a:pt x="215" y="374"/>
                    <a:pt x="298" y="433"/>
                    <a:pt x="393" y="493"/>
                  </a:cubicBezTo>
                  <a:cubicBezTo>
                    <a:pt x="417" y="517"/>
                    <a:pt x="453" y="528"/>
                    <a:pt x="476" y="528"/>
                  </a:cubicBezTo>
                  <a:cubicBezTo>
                    <a:pt x="536" y="528"/>
                    <a:pt x="584" y="493"/>
                    <a:pt x="631" y="457"/>
                  </a:cubicBezTo>
                  <a:cubicBezTo>
                    <a:pt x="691" y="362"/>
                    <a:pt x="655" y="255"/>
                    <a:pt x="584" y="195"/>
                  </a:cubicBezTo>
                  <a:cubicBezTo>
                    <a:pt x="488" y="136"/>
                    <a:pt x="393" y="76"/>
                    <a:pt x="286" y="16"/>
                  </a:cubicBezTo>
                  <a:cubicBezTo>
                    <a:pt x="257" y="6"/>
                    <a:pt x="229"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64"/>
            <p:cNvSpPr/>
            <p:nvPr/>
          </p:nvSpPr>
          <p:spPr>
            <a:xfrm>
              <a:off x="2804332" y="2960341"/>
              <a:ext cx="11012" cy="15946"/>
            </a:xfrm>
            <a:custGeom>
              <a:avLst/>
              <a:gdLst/>
              <a:ahLst/>
              <a:cxnLst/>
              <a:rect l="l" t="t" r="r" b="b"/>
              <a:pathLst>
                <a:path w="346" h="501" extrusionOk="0">
                  <a:moveTo>
                    <a:pt x="167" y="0"/>
                  </a:moveTo>
                  <a:cubicBezTo>
                    <a:pt x="84" y="0"/>
                    <a:pt x="0" y="72"/>
                    <a:pt x="0" y="167"/>
                  </a:cubicBezTo>
                  <a:lnTo>
                    <a:pt x="0" y="346"/>
                  </a:lnTo>
                  <a:cubicBezTo>
                    <a:pt x="0" y="429"/>
                    <a:pt x="84" y="500"/>
                    <a:pt x="167" y="500"/>
                  </a:cubicBezTo>
                  <a:cubicBezTo>
                    <a:pt x="262" y="500"/>
                    <a:pt x="334" y="429"/>
                    <a:pt x="334" y="346"/>
                  </a:cubicBezTo>
                  <a:lnTo>
                    <a:pt x="334" y="167"/>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02" name="Google Shape;10402;p64"/>
          <p:cNvSpPr/>
          <p:nvPr/>
        </p:nvSpPr>
        <p:spPr>
          <a:xfrm>
            <a:off x="5775652" y="1795142"/>
            <a:ext cx="361147" cy="360797"/>
          </a:xfrm>
          <a:custGeom>
            <a:avLst/>
            <a:gdLst/>
            <a:ahLst/>
            <a:cxnLst/>
            <a:rect l="l" t="t" r="r" b="b"/>
            <a:pathLst>
              <a:path w="11347" h="11336" extrusionOk="0">
                <a:moveTo>
                  <a:pt x="2948" y="2991"/>
                </a:moveTo>
                <a:cubicBezTo>
                  <a:pt x="2993" y="2991"/>
                  <a:pt x="3039" y="2994"/>
                  <a:pt x="3084" y="3001"/>
                </a:cubicBezTo>
                <a:cubicBezTo>
                  <a:pt x="3394" y="3060"/>
                  <a:pt x="3656" y="3334"/>
                  <a:pt x="3715" y="3644"/>
                </a:cubicBezTo>
                <a:cubicBezTo>
                  <a:pt x="3775" y="3941"/>
                  <a:pt x="3667" y="4227"/>
                  <a:pt x="3441" y="4418"/>
                </a:cubicBezTo>
                <a:cubicBezTo>
                  <a:pt x="3298" y="4549"/>
                  <a:pt x="3203" y="4739"/>
                  <a:pt x="3203" y="4954"/>
                </a:cubicBezTo>
                <a:lnTo>
                  <a:pt x="3203" y="5311"/>
                </a:lnTo>
                <a:cubicBezTo>
                  <a:pt x="3203" y="5596"/>
                  <a:pt x="3441" y="5835"/>
                  <a:pt x="3727" y="5835"/>
                </a:cubicBezTo>
                <a:lnTo>
                  <a:pt x="5513" y="5835"/>
                </a:lnTo>
                <a:lnTo>
                  <a:pt x="5513" y="7621"/>
                </a:lnTo>
                <a:cubicBezTo>
                  <a:pt x="5513" y="7716"/>
                  <a:pt x="5430" y="7811"/>
                  <a:pt x="5322" y="7811"/>
                </a:cubicBezTo>
                <a:lnTo>
                  <a:pt x="4965" y="7811"/>
                </a:lnTo>
                <a:cubicBezTo>
                  <a:pt x="4858" y="7811"/>
                  <a:pt x="4751" y="7763"/>
                  <a:pt x="4691" y="7692"/>
                </a:cubicBezTo>
                <a:cubicBezTo>
                  <a:pt x="4472" y="7433"/>
                  <a:pt x="4152" y="7282"/>
                  <a:pt x="3809" y="7282"/>
                </a:cubicBezTo>
                <a:cubicBezTo>
                  <a:pt x="3743" y="7282"/>
                  <a:pt x="3675" y="7287"/>
                  <a:pt x="3608" y="7299"/>
                </a:cubicBezTo>
                <a:cubicBezTo>
                  <a:pt x="3167" y="7394"/>
                  <a:pt x="2810" y="7740"/>
                  <a:pt x="2715" y="8180"/>
                </a:cubicBezTo>
                <a:cubicBezTo>
                  <a:pt x="2644" y="8525"/>
                  <a:pt x="2727" y="8883"/>
                  <a:pt x="2941" y="9144"/>
                </a:cubicBezTo>
                <a:cubicBezTo>
                  <a:pt x="3167" y="9418"/>
                  <a:pt x="3477" y="9561"/>
                  <a:pt x="3834" y="9561"/>
                </a:cubicBezTo>
                <a:cubicBezTo>
                  <a:pt x="4179" y="9561"/>
                  <a:pt x="4501" y="9418"/>
                  <a:pt x="4715" y="9144"/>
                </a:cubicBezTo>
                <a:cubicBezTo>
                  <a:pt x="4775" y="9073"/>
                  <a:pt x="4870" y="9025"/>
                  <a:pt x="4977" y="9025"/>
                </a:cubicBezTo>
                <a:lnTo>
                  <a:pt x="5334" y="9025"/>
                </a:lnTo>
                <a:cubicBezTo>
                  <a:pt x="5441" y="9025"/>
                  <a:pt x="5525" y="9121"/>
                  <a:pt x="5525" y="9228"/>
                </a:cubicBezTo>
                <a:lnTo>
                  <a:pt x="5525" y="11014"/>
                </a:lnTo>
                <a:lnTo>
                  <a:pt x="881" y="11014"/>
                </a:lnTo>
                <a:cubicBezTo>
                  <a:pt x="584" y="11014"/>
                  <a:pt x="334" y="10776"/>
                  <a:pt x="334" y="10466"/>
                </a:cubicBezTo>
                <a:lnTo>
                  <a:pt x="334" y="5835"/>
                </a:lnTo>
                <a:lnTo>
                  <a:pt x="2120" y="5835"/>
                </a:lnTo>
                <a:cubicBezTo>
                  <a:pt x="2405" y="5835"/>
                  <a:pt x="2644" y="5596"/>
                  <a:pt x="2644" y="5311"/>
                </a:cubicBezTo>
                <a:lnTo>
                  <a:pt x="2644" y="4954"/>
                </a:lnTo>
                <a:cubicBezTo>
                  <a:pt x="2644" y="4751"/>
                  <a:pt x="2548" y="4549"/>
                  <a:pt x="2405" y="4418"/>
                </a:cubicBezTo>
                <a:cubicBezTo>
                  <a:pt x="2215" y="4275"/>
                  <a:pt x="2108" y="4025"/>
                  <a:pt x="2108" y="3799"/>
                </a:cubicBezTo>
                <a:cubicBezTo>
                  <a:pt x="2108" y="3549"/>
                  <a:pt x="2215" y="3322"/>
                  <a:pt x="2405" y="3168"/>
                </a:cubicBezTo>
                <a:cubicBezTo>
                  <a:pt x="2560" y="3052"/>
                  <a:pt x="2753" y="2991"/>
                  <a:pt x="2948" y="2991"/>
                </a:cubicBezTo>
                <a:close/>
                <a:moveTo>
                  <a:pt x="10418" y="322"/>
                </a:moveTo>
                <a:cubicBezTo>
                  <a:pt x="10716" y="322"/>
                  <a:pt x="10978" y="560"/>
                  <a:pt x="10978" y="882"/>
                </a:cubicBezTo>
                <a:lnTo>
                  <a:pt x="10978" y="5501"/>
                </a:lnTo>
                <a:lnTo>
                  <a:pt x="10811" y="5501"/>
                </a:lnTo>
                <a:cubicBezTo>
                  <a:pt x="10728" y="5501"/>
                  <a:pt x="10645" y="5585"/>
                  <a:pt x="10645" y="5668"/>
                </a:cubicBezTo>
                <a:cubicBezTo>
                  <a:pt x="10645" y="5763"/>
                  <a:pt x="10728" y="5835"/>
                  <a:pt x="10811" y="5835"/>
                </a:cubicBezTo>
                <a:lnTo>
                  <a:pt x="11002" y="5835"/>
                </a:lnTo>
                <a:lnTo>
                  <a:pt x="11002" y="10466"/>
                </a:lnTo>
                <a:cubicBezTo>
                  <a:pt x="11002" y="10764"/>
                  <a:pt x="10764" y="11014"/>
                  <a:pt x="10454" y="11014"/>
                </a:cubicBezTo>
                <a:lnTo>
                  <a:pt x="5846" y="11014"/>
                </a:lnTo>
                <a:lnTo>
                  <a:pt x="5846" y="9228"/>
                </a:lnTo>
                <a:cubicBezTo>
                  <a:pt x="5846" y="8942"/>
                  <a:pt x="5608" y="8704"/>
                  <a:pt x="5322" y="8704"/>
                </a:cubicBezTo>
                <a:lnTo>
                  <a:pt x="4965" y="8704"/>
                </a:lnTo>
                <a:cubicBezTo>
                  <a:pt x="4751" y="8704"/>
                  <a:pt x="4560" y="8799"/>
                  <a:pt x="4429" y="8942"/>
                </a:cubicBezTo>
                <a:cubicBezTo>
                  <a:pt x="4275" y="9133"/>
                  <a:pt x="4037" y="9240"/>
                  <a:pt x="3798" y="9240"/>
                </a:cubicBezTo>
                <a:cubicBezTo>
                  <a:pt x="3560" y="9240"/>
                  <a:pt x="3322" y="9133"/>
                  <a:pt x="3179" y="8942"/>
                </a:cubicBezTo>
                <a:cubicBezTo>
                  <a:pt x="3025" y="8752"/>
                  <a:pt x="2965" y="8502"/>
                  <a:pt x="3013" y="8263"/>
                </a:cubicBezTo>
                <a:cubicBezTo>
                  <a:pt x="3072" y="7942"/>
                  <a:pt x="3346" y="7692"/>
                  <a:pt x="3656" y="7632"/>
                </a:cubicBezTo>
                <a:cubicBezTo>
                  <a:pt x="3710" y="7621"/>
                  <a:pt x="3764" y="7616"/>
                  <a:pt x="3818" y="7616"/>
                </a:cubicBezTo>
                <a:cubicBezTo>
                  <a:pt x="4055" y="7616"/>
                  <a:pt x="4274" y="7722"/>
                  <a:pt x="4429" y="7906"/>
                </a:cubicBezTo>
                <a:cubicBezTo>
                  <a:pt x="4560" y="8049"/>
                  <a:pt x="4751" y="8144"/>
                  <a:pt x="4953" y="8144"/>
                </a:cubicBezTo>
                <a:lnTo>
                  <a:pt x="5311" y="8144"/>
                </a:lnTo>
                <a:cubicBezTo>
                  <a:pt x="5584" y="8144"/>
                  <a:pt x="5822" y="7906"/>
                  <a:pt x="5822" y="7621"/>
                </a:cubicBezTo>
                <a:lnTo>
                  <a:pt x="5822" y="5835"/>
                </a:lnTo>
                <a:lnTo>
                  <a:pt x="7608" y="5835"/>
                </a:lnTo>
                <a:cubicBezTo>
                  <a:pt x="7716" y="5835"/>
                  <a:pt x="7811" y="5918"/>
                  <a:pt x="7811" y="6025"/>
                </a:cubicBezTo>
                <a:lnTo>
                  <a:pt x="7811" y="6382"/>
                </a:lnTo>
                <a:cubicBezTo>
                  <a:pt x="7811" y="6489"/>
                  <a:pt x="7763" y="6597"/>
                  <a:pt x="7692" y="6656"/>
                </a:cubicBezTo>
                <a:cubicBezTo>
                  <a:pt x="7370" y="6918"/>
                  <a:pt x="7227" y="7323"/>
                  <a:pt x="7299" y="7740"/>
                </a:cubicBezTo>
                <a:cubicBezTo>
                  <a:pt x="7394" y="8180"/>
                  <a:pt x="7727" y="8537"/>
                  <a:pt x="8180" y="8633"/>
                </a:cubicBezTo>
                <a:cubicBezTo>
                  <a:pt x="8251" y="8644"/>
                  <a:pt x="8347" y="8656"/>
                  <a:pt x="8418" y="8656"/>
                </a:cubicBezTo>
                <a:cubicBezTo>
                  <a:pt x="8680" y="8656"/>
                  <a:pt x="8942" y="8573"/>
                  <a:pt x="9132" y="8406"/>
                </a:cubicBezTo>
                <a:cubicBezTo>
                  <a:pt x="9394" y="8180"/>
                  <a:pt x="9549" y="7871"/>
                  <a:pt x="9549" y="7513"/>
                </a:cubicBezTo>
                <a:cubicBezTo>
                  <a:pt x="9549" y="7168"/>
                  <a:pt x="9394" y="6847"/>
                  <a:pt x="9132" y="6632"/>
                </a:cubicBezTo>
                <a:cubicBezTo>
                  <a:pt x="9061" y="6573"/>
                  <a:pt x="9013" y="6478"/>
                  <a:pt x="9013" y="6370"/>
                </a:cubicBezTo>
                <a:lnTo>
                  <a:pt x="9013" y="6013"/>
                </a:lnTo>
                <a:cubicBezTo>
                  <a:pt x="9013" y="5906"/>
                  <a:pt x="9097" y="5823"/>
                  <a:pt x="9204" y="5823"/>
                </a:cubicBezTo>
                <a:lnTo>
                  <a:pt x="10097" y="5823"/>
                </a:lnTo>
                <a:cubicBezTo>
                  <a:pt x="10192" y="5823"/>
                  <a:pt x="10264" y="5739"/>
                  <a:pt x="10264" y="5656"/>
                </a:cubicBezTo>
                <a:cubicBezTo>
                  <a:pt x="10264" y="5561"/>
                  <a:pt x="10192" y="5489"/>
                  <a:pt x="10097" y="5489"/>
                </a:cubicBezTo>
                <a:lnTo>
                  <a:pt x="9204" y="5489"/>
                </a:lnTo>
                <a:cubicBezTo>
                  <a:pt x="8918" y="5489"/>
                  <a:pt x="8680" y="5727"/>
                  <a:pt x="8680" y="6013"/>
                </a:cubicBezTo>
                <a:lnTo>
                  <a:pt x="8680" y="6370"/>
                </a:lnTo>
                <a:cubicBezTo>
                  <a:pt x="8680" y="6573"/>
                  <a:pt x="8775" y="6775"/>
                  <a:pt x="8918" y="6906"/>
                </a:cubicBezTo>
                <a:cubicBezTo>
                  <a:pt x="9121" y="7049"/>
                  <a:pt x="9216" y="7287"/>
                  <a:pt x="9216" y="7525"/>
                </a:cubicBezTo>
                <a:cubicBezTo>
                  <a:pt x="9216" y="7763"/>
                  <a:pt x="9121" y="8002"/>
                  <a:pt x="8918" y="8156"/>
                </a:cubicBezTo>
                <a:cubicBezTo>
                  <a:pt x="8764" y="8272"/>
                  <a:pt x="8570" y="8333"/>
                  <a:pt x="8376" y="8333"/>
                </a:cubicBezTo>
                <a:cubicBezTo>
                  <a:pt x="8330" y="8333"/>
                  <a:pt x="8285" y="8330"/>
                  <a:pt x="8239" y="8323"/>
                </a:cubicBezTo>
                <a:cubicBezTo>
                  <a:pt x="7930" y="8263"/>
                  <a:pt x="7668" y="7990"/>
                  <a:pt x="7608" y="7680"/>
                </a:cubicBezTo>
                <a:cubicBezTo>
                  <a:pt x="7549" y="7382"/>
                  <a:pt x="7656" y="7097"/>
                  <a:pt x="7882" y="6906"/>
                </a:cubicBezTo>
                <a:cubicBezTo>
                  <a:pt x="8025" y="6775"/>
                  <a:pt x="8120" y="6573"/>
                  <a:pt x="8120" y="6370"/>
                </a:cubicBezTo>
                <a:lnTo>
                  <a:pt x="8120" y="6013"/>
                </a:lnTo>
                <a:cubicBezTo>
                  <a:pt x="8120" y="5727"/>
                  <a:pt x="7882" y="5489"/>
                  <a:pt x="7597" y="5489"/>
                </a:cubicBezTo>
                <a:lnTo>
                  <a:pt x="5811" y="5489"/>
                </a:lnTo>
                <a:lnTo>
                  <a:pt x="5811" y="3703"/>
                </a:lnTo>
                <a:cubicBezTo>
                  <a:pt x="5811" y="3596"/>
                  <a:pt x="5894" y="3513"/>
                  <a:pt x="6001" y="3513"/>
                </a:cubicBezTo>
                <a:lnTo>
                  <a:pt x="6358" y="3513"/>
                </a:lnTo>
                <a:cubicBezTo>
                  <a:pt x="6465" y="3513"/>
                  <a:pt x="6573" y="3560"/>
                  <a:pt x="6632" y="3632"/>
                </a:cubicBezTo>
                <a:cubicBezTo>
                  <a:pt x="6847" y="3886"/>
                  <a:pt x="7157" y="4035"/>
                  <a:pt x="7492" y="4035"/>
                </a:cubicBezTo>
                <a:cubicBezTo>
                  <a:pt x="7565" y="4035"/>
                  <a:pt x="7640" y="4028"/>
                  <a:pt x="7716" y="4013"/>
                </a:cubicBezTo>
                <a:cubicBezTo>
                  <a:pt x="8156" y="3930"/>
                  <a:pt x="8525" y="3584"/>
                  <a:pt x="8609" y="3144"/>
                </a:cubicBezTo>
                <a:cubicBezTo>
                  <a:pt x="8680" y="2798"/>
                  <a:pt x="8597" y="2441"/>
                  <a:pt x="8382" y="2167"/>
                </a:cubicBezTo>
                <a:cubicBezTo>
                  <a:pt x="8156" y="1906"/>
                  <a:pt x="7847" y="1751"/>
                  <a:pt x="7489" y="1751"/>
                </a:cubicBezTo>
                <a:cubicBezTo>
                  <a:pt x="7156" y="1751"/>
                  <a:pt x="6823" y="1906"/>
                  <a:pt x="6608" y="2167"/>
                </a:cubicBezTo>
                <a:cubicBezTo>
                  <a:pt x="6549" y="2251"/>
                  <a:pt x="6454" y="2287"/>
                  <a:pt x="6346" y="2287"/>
                </a:cubicBezTo>
                <a:lnTo>
                  <a:pt x="5989" y="2287"/>
                </a:lnTo>
                <a:cubicBezTo>
                  <a:pt x="5882" y="2287"/>
                  <a:pt x="5799" y="2203"/>
                  <a:pt x="5799" y="2096"/>
                </a:cubicBezTo>
                <a:lnTo>
                  <a:pt x="5799" y="1203"/>
                </a:lnTo>
                <a:cubicBezTo>
                  <a:pt x="5799" y="1120"/>
                  <a:pt x="5715" y="1036"/>
                  <a:pt x="5632" y="1036"/>
                </a:cubicBezTo>
                <a:cubicBezTo>
                  <a:pt x="5549" y="1036"/>
                  <a:pt x="5465" y="1120"/>
                  <a:pt x="5465" y="1203"/>
                </a:cubicBezTo>
                <a:lnTo>
                  <a:pt x="5465" y="2096"/>
                </a:lnTo>
                <a:cubicBezTo>
                  <a:pt x="5465" y="2382"/>
                  <a:pt x="5703" y="2620"/>
                  <a:pt x="5989" y="2620"/>
                </a:cubicBezTo>
                <a:lnTo>
                  <a:pt x="6346" y="2620"/>
                </a:lnTo>
                <a:cubicBezTo>
                  <a:pt x="6561" y="2620"/>
                  <a:pt x="6751" y="2525"/>
                  <a:pt x="6882" y="2382"/>
                </a:cubicBezTo>
                <a:cubicBezTo>
                  <a:pt x="7037" y="2191"/>
                  <a:pt x="7263" y="2084"/>
                  <a:pt x="7513" y="2084"/>
                </a:cubicBezTo>
                <a:cubicBezTo>
                  <a:pt x="7751" y="2084"/>
                  <a:pt x="7989" y="2191"/>
                  <a:pt x="8132" y="2382"/>
                </a:cubicBezTo>
                <a:cubicBezTo>
                  <a:pt x="8287" y="2572"/>
                  <a:pt x="8347" y="2822"/>
                  <a:pt x="8299" y="3060"/>
                </a:cubicBezTo>
                <a:cubicBezTo>
                  <a:pt x="8239" y="3382"/>
                  <a:pt x="7966" y="3632"/>
                  <a:pt x="7656" y="3691"/>
                </a:cubicBezTo>
                <a:cubicBezTo>
                  <a:pt x="7601" y="3702"/>
                  <a:pt x="7547" y="3708"/>
                  <a:pt x="7494" y="3708"/>
                </a:cubicBezTo>
                <a:cubicBezTo>
                  <a:pt x="7257" y="3708"/>
                  <a:pt x="7038" y="3602"/>
                  <a:pt x="6882" y="3418"/>
                </a:cubicBezTo>
                <a:cubicBezTo>
                  <a:pt x="6751" y="3275"/>
                  <a:pt x="6561" y="3179"/>
                  <a:pt x="6346" y="3179"/>
                </a:cubicBezTo>
                <a:lnTo>
                  <a:pt x="5989" y="3179"/>
                </a:lnTo>
                <a:cubicBezTo>
                  <a:pt x="5703" y="3179"/>
                  <a:pt x="5465" y="3418"/>
                  <a:pt x="5465" y="3703"/>
                </a:cubicBezTo>
                <a:lnTo>
                  <a:pt x="5465" y="5489"/>
                </a:lnTo>
                <a:lnTo>
                  <a:pt x="3679" y="5489"/>
                </a:lnTo>
                <a:cubicBezTo>
                  <a:pt x="3584" y="5489"/>
                  <a:pt x="3489" y="5406"/>
                  <a:pt x="3489" y="5299"/>
                </a:cubicBezTo>
                <a:lnTo>
                  <a:pt x="3489" y="4942"/>
                </a:lnTo>
                <a:cubicBezTo>
                  <a:pt x="3489" y="4834"/>
                  <a:pt x="3536" y="4727"/>
                  <a:pt x="3608" y="4668"/>
                </a:cubicBezTo>
                <a:cubicBezTo>
                  <a:pt x="3917" y="4406"/>
                  <a:pt x="4072" y="4001"/>
                  <a:pt x="3989" y="3584"/>
                </a:cubicBezTo>
                <a:cubicBezTo>
                  <a:pt x="3906" y="3144"/>
                  <a:pt x="3560" y="2787"/>
                  <a:pt x="3120" y="2691"/>
                </a:cubicBezTo>
                <a:cubicBezTo>
                  <a:pt x="3039" y="2675"/>
                  <a:pt x="2957" y="2666"/>
                  <a:pt x="2876" y="2666"/>
                </a:cubicBezTo>
                <a:cubicBezTo>
                  <a:pt x="2611" y="2666"/>
                  <a:pt x="2353" y="2754"/>
                  <a:pt x="2143" y="2918"/>
                </a:cubicBezTo>
                <a:cubicBezTo>
                  <a:pt x="1882" y="3144"/>
                  <a:pt x="1727" y="3453"/>
                  <a:pt x="1727" y="3811"/>
                </a:cubicBezTo>
                <a:cubicBezTo>
                  <a:pt x="1727" y="4156"/>
                  <a:pt x="1882" y="4477"/>
                  <a:pt x="2143" y="4692"/>
                </a:cubicBezTo>
                <a:cubicBezTo>
                  <a:pt x="2227" y="4751"/>
                  <a:pt x="2263" y="4846"/>
                  <a:pt x="2263" y="4954"/>
                </a:cubicBezTo>
                <a:lnTo>
                  <a:pt x="2263" y="5311"/>
                </a:lnTo>
                <a:cubicBezTo>
                  <a:pt x="2263" y="5418"/>
                  <a:pt x="2179" y="5501"/>
                  <a:pt x="2072" y="5501"/>
                </a:cubicBezTo>
                <a:lnTo>
                  <a:pt x="286" y="5501"/>
                </a:lnTo>
                <a:lnTo>
                  <a:pt x="286" y="882"/>
                </a:lnTo>
                <a:cubicBezTo>
                  <a:pt x="286" y="584"/>
                  <a:pt x="524" y="322"/>
                  <a:pt x="834" y="322"/>
                </a:cubicBezTo>
                <a:lnTo>
                  <a:pt x="5465" y="322"/>
                </a:lnTo>
                <a:lnTo>
                  <a:pt x="5465" y="524"/>
                </a:lnTo>
                <a:cubicBezTo>
                  <a:pt x="5465" y="608"/>
                  <a:pt x="5537" y="679"/>
                  <a:pt x="5632" y="679"/>
                </a:cubicBezTo>
                <a:cubicBezTo>
                  <a:pt x="5715" y="679"/>
                  <a:pt x="5799" y="608"/>
                  <a:pt x="5799" y="524"/>
                </a:cubicBezTo>
                <a:lnTo>
                  <a:pt x="5799" y="322"/>
                </a:lnTo>
                <a:close/>
                <a:moveTo>
                  <a:pt x="881" y="1"/>
                </a:moveTo>
                <a:cubicBezTo>
                  <a:pt x="405" y="1"/>
                  <a:pt x="0" y="382"/>
                  <a:pt x="0" y="870"/>
                </a:cubicBezTo>
                <a:lnTo>
                  <a:pt x="0" y="10454"/>
                </a:lnTo>
                <a:cubicBezTo>
                  <a:pt x="0" y="10930"/>
                  <a:pt x="393" y="11335"/>
                  <a:pt x="881" y="11335"/>
                </a:cubicBezTo>
                <a:lnTo>
                  <a:pt x="10466" y="11335"/>
                </a:lnTo>
                <a:cubicBezTo>
                  <a:pt x="10942" y="11335"/>
                  <a:pt x="11347" y="10954"/>
                  <a:pt x="11347" y="10454"/>
                </a:cubicBezTo>
                <a:lnTo>
                  <a:pt x="11347" y="870"/>
                </a:lnTo>
                <a:cubicBezTo>
                  <a:pt x="11347" y="405"/>
                  <a:pt x="10942" y="1"/>
                  <a:pt x="10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03" name="Google Shape;10403;p64"/>
          <p:cNvGrpSpPr/>
          <p:nvPr/>
        </p:nvGrpSpPr>
        <p:grpSpPr>
          <a:xfrm>
            <a:off x="6216367" y="1795906"/>
            <a:ext cx="361147" cy="361147"/>
            <a:chOff x="6216367" y="1970156"/>
            <a:chExt cx="361147" cy="361147"/>
          </a:xfrm>
        </p:grpSpPr>
        <p:sp>
          <p:nvSpPr>
            <p:cNvPr id="10404" name="Google Shape;10404;p64"/>
            <p:cNvSpPr/>
            <p:nvPr/>
          </p:nvSpPr>
          <p:spPr>
            <a:xfrm>
              <a:off x="6247813" y="2069522"/>
              <a:ext cx="329701" cy="261781"/>
            </a:xfrm>
            <a:custGeom>
              <a:avLst/>
              <a:gdLst/>
              <a:ahLst/>
              <a:cxnLst/>
              <a:rect l="l" t="t" r="r" b="b"/>
              <a:pathLst>
                <a:path w="10359" h="8225" extrusionOk="0">
                  <a:moveTo>
                    <a:pt x="9663" y="0"/>
                  </a:moveTo>
                  <a:cubicBezTo>
                    <a:pt x="9637" y="0"/>
                    <a:pt x="9611" y="7"/>
                    <a:pt x="9585" y="22"/>
                  </a:cubicBezTo>
                  <a:cubicBezTo>
                    <a:pt x="9490" y="69"/>
                    <a:pt x="9466" y="153"/>
                    <a:pt x="9502" y="248"/>
                  </a:cubicBezTo>
                  <a:cubicBezTo>
                    <a:pt x="9847" y="962"/>
                    <a:pt x="10026" y="1736"/>
                    <a:pt x="10026" y="2534"/>
                  </a:cubicBezTo>
                  <a:cubicBezTo>
                    <a:pt x="10026" y="3963"/>
                    <a:pt x="9478" y="5308"/>
                    <a:pt x="8466" y="6320"/>
                  </a:cubicBezTo>
                  <a:cubicBezTo>
                    <a:pt x="7454" y="7332"/>
                    <a:pt x="6108" y="7880"/>
                    <a:pt x="4680" y="7880"/>
                  </a:cubicBezTo>
                  <a:cubicBezTo>
                    <a:pt x="3834" y="7880"/>
                    <a:pt x="3037" y="7689"/>
                    <a:pt x="2287" y="7308"/>
                  </a:cubicBezTo>
                  <a:cubicBezTo>
                    <a:pt x="1667" y="6999"/>
                    <a:pt x="1096" y="6558"/>
                    <a:pt x="632" y="6022"/>
                  </a:cubicBezTo>
                  <a:lnTo>
                    <a:pt x="632" y="6022"/>
                  </a:lnTo>
                  <a:lnTo>
                    <a:pt x="1286" y="6237"/>
                  </a:lnTo>
                  <a:cubicBezTo>
                    <a:pt x="1308" y="6245"/>
                    <a:pt x="1329" y="6249"/>
                    <a:pt x="1350" y="6249"/>
                  </a:cubicBezTo>
                  <a:cubicBezTo>
                    <a:pt x="1417" y="6249"/>
                    <a:pt x="1473" y="6206"/>
                    <a:pt x="1501" y="6141"/>
                  </a:cubicBezTo>
                  <a:cubicBezTo>
                    <a:pt x="1525" y="6046"/>
                    <a:pt x="1489" y="5963"/>
                    <a:pt x="1394" y="5927"/>
                  </a:cubicBezTo>
                  <a:lnTo>
                    <a:pt x="215" y="5546"/>
                  </a:lnTo>
                  <a:cubicBezTo>
                    <a:pt x="197" y="5539"/>
                    <a:pt x="180" y="5536"/>
                    <a:pt x="163" y="5536"/>
                  </a:cubicBezTo>
                  <a:cubicBezTo>
                    <a:pt x="122" y="5536"/>
                    <a:pt x="85" y="5553"/>
                    <a:pt x="60" y="5570"/>
                  </a:cubicBezTo>
                  <a:cubicBezTo>
                    <a:pt x="12" y="5606"/>
                    <a:pt x="1" y="5665"/>
                    <a:pt x="1" y="5725"/>
                  </a:cubicBezTo>
                  <a:lnTo>
                    <a:pt x="191" y="7094"/>
                  </a:lnTo>
                  <a:cubicBezTo>
                    <a:pt x="203" y="7177"/>
                    <a:pt x="274" y="7237"/>
                    <a:pt x="358" y="7237"/>
                  </a:cubicBezTo>
                  <a:lnTo>
                    <a:pt x="382" y="7237"/>
                  </a:lnTo>
                  <a:cubicBezTo>
                    <a:pt x="477" y="7225"/>
                    <a:pt x="536" y="7130"/>
                    <a:pt x="512" y="7046"/>
                  </a:cubicBezTo>
                  <a:lnTo>
                    <a:pt x="417" y="6272"/>
                  </a:lnTo>
                  <a:lnTo>
                    <a:pt x="417" y="6272"/>
                  </a:lnTo>
                  <a:cubicBezTo>
                    <a:pt x="893" y="6820"/>
                    <a:pt x="1489" y="7284"/>
                    <a:pt x="2120" y="7606"/>
                  </a:cubicBezTo>
                  <a:cubicBezTo>
                    <a:pt x="2918" y="8011"/>
                    <a:pt x="3775" y="8225"/>
                    <a:pt x="4680" y="8225"/>
                  </a:cubicBezTo>
                  <a:cubicBezTo>
                    <a:pt x="6204" y="8225"/>
                    <a:pt x="7621" y="7630"/>
                    <a:pt x="8692" y="6558"/>
                  </a:cubicBezTo>
                  <a:cubicBezTo>
                    <a:pt x="9764" y="5487"/>
                    <a:pt x="10359" y="4058"/>
                    <a:pt x="10359" y="2558"/>
                  </a:cubicBezTo>
                  <a:cubicBezTo>
                    <a:pt x="10359" y="1677"/>
                    <a:pt x="10157" y="855"/>
                    <a:pt x="9799" y="93"/>
                  </a:cubicBezTo>
                  <a:cubicBezTo>
                    <a:pt x="9775" y="35"/>
                    <a:pt x="9721" y="0"/>
                    <a:pt x="96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64"/>
            <p:cNvSpPr/>
            <p:nvPr/>
          </p:nvSpPr>
          <p:spPr>
            <a:xfrm>
              <a:off x="6216367" y="1970156"/>
              <a:ext cx="329701" cy="260731"/>
            </a:xfrm>
            <a:custGeom>
              <a:avLst/>
              <a:gdLst/>
              <a:ahLst/>
              <a:cxnLst/>
              <a:rect l="l" t="t" r="r" b="b"/>
              <a:pathLst>
                <a:path w="10359" h="8192" extrusionOk="0">
                  <a:moveTo>
                    <a:pt x="5668" y="0"/>
                  </a:moveTo>
                  <a:cubicBezTo>
                    <a:pt x="4156" y="0"/>
                    <a:pt x="2739" y="596"/>
                    <a:pt x="1667" y="1667"/>
                  </a:cubicBezTo>
                  <a:cubicBezTo>
                    <a:pt x="596" y="2739"/>
                    <a:pt x="0" y="4168"/>
                    <a:pt x="0" y="5680"/>
                  </a:cubicBezTo>
                  <a:cubicBezTo>
                    <a:pt x="0" y="6525"/>
                    <a:pt x="179" y="7346"/>
                    <a:pt x="548" y="8097"/>
                  </a:cubicBezTo>
                  <a:cubicBezTo>
                    <a:pt x="584" y="8156"/>
                    <a:pt x="643" y="8192"/>
                    <a:pt x="703" y="8192"/>
                  </a:cubicBezTo>
                  <a:cubicBezTo>
                    <a:pt x="727" y="8192"/>
                    <a:pt x="750" y="8192"/>
                    <a:pt x="774" y="8180"/>
                  </a:cubicBezTo>
                  <a:cubicBezTo>
                    <a:pt x="858" y="8132"/>
                    <a:pt x="893" y="8037"/>
                    <a:pt x="846" y="7954"/>
                  </a:cubicBezTo>
                  <a:cubicBezTo>
                    <a:pt x="512" y="7239"/>
                    <a:pt x="334" y="6465"/>
                    <a:pt x="334" y="5656"/>
                  </a:cubicBezTo>
                  <a:cubicBezTo>
                    <a:pt x="334" y="4227"/>
                    <a:pt x="881" y="2894"/>
                    <a:pt x="1893" y="1882"/>
                  </a:cubicBezTo>
                  <a:cubicBezTo>
                    <a:pt x="2905" y="869"/>
                    <a:pt x="4239" y="322"/>
                    <a:pt x="5668" y="322"/>
                  </a:cubicBezTo>
                  <a:cubicBezTo>
                    <a:pt x="7239" y="322"/>
                    <a:pt x="8704" y="989"/>
                    <a:pt x="9716" y="2179"/>
                  </a:cubicBezTo>
                  <a:lnTo>
                    <a:pt x="9061" y="1953"/>
                  </a:lnTo>
                  <a:cubicBezTo>
                    <a:pt x="9044" y="1948"/>
                    <a:pt x="9027" y="1946"/>
                    <a:pt x="9010" y="1946"/>
                  </a:cubicBezTo>
                  <a:cubicBezTo>
                    <a:pt x="8942" y="1946"/>
                    <a:pt x="8878" y="1984"/>
                    <a:pt x="8859" y="2060"/>
                  </a:cubicBezTo>
                  <a:cubicBezTo>
                    <a:pt x="8823" y="2143"/>
                    <a:pt x="8870" y="2239"/>
                    <a:pt x="8966" y="2263"/>
                  </a:cubicBezTo>
                  <a:lnTo>
                    <a:pt x="10133" y="2655"/>
                  </a:lnTo>
                  <a:cubicBezTo>
                    <a:pt x="10156" y="2655"/>
                    <a:pt x="10168" y="2667"/>
                    <a:pt x="10192" y="2667"/>
                  </a:cubicBezTo>
                  <a:cubicBezTo>
                    <a:pt x="10240" y="2667"/>
                    <a:pt x="10275" y="2655"/>
                    <a:pt x="10299" y="2620"/>
                  </a:cubicBezTo>
                  <a:cubicBezTo>
                    <a:pt x="10347" y="2596"/>
                    <a:pt x="10359" y="2536"/>
                    <a:pt x="10359" y="2477"/>
                  </a:cubicBezTo>
                  <a:lnTo>
                    <a:pt x="10168" y="1108"/>
                  </a:lnTo>
                  <a:cubicBezTo>
                    <a:pt x="10158" y="1027"/>
                    <a:pt x="10088" y="971"/>
                    <a:pt x="10016" y="971"/>
                  </a:cubicBezTo>
                  <a:cubicBezTo>
                    <a:pt x="10003" y="971"/>
                    <a:pt x="9990" y="973"/>
                    <a:pt x="9978" y="977"/>
                  </a:cubicBezTo>
                  <a:cubicBezTo>
                    <a:pt x="9882" y="989"/>
                    <a:pt x="9823" y="1072"/>
                    <a:pt x="9835" y="1167"/>
                  </a:cubicBezTo>
                  <a:lnTo>
                    <a:pt x="9942" y="1941"/>
                  </a:lnTo>
                  <a:cubicBezTo>
                    <a:pt x="8870" y="703"/>
                    <a:pt x="7323"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64"/>
            <p:cNvSpPr/>
            <p:nvPr/>
          </p:nvSpPr>
          <p:spPr>
            <a:xfrm>
              <a:off x="6351252" y="2064875"/>
              <a:ext cx="17855" cy="28072"/>
            </a:xfrm>
            <a:custGeom>
              <a:avLst/>
              <a:gdLst/>
              <a:ahLst/>
              <a:cxnLst/>
              <a:rect l="l" t="t" r="r" b="b"/>
              <a:pathLst>
                <a:path w="561" h="882" extrusionOk="0">
                  <a:moveTo>
                    <a:pt x="358" y="1"/>
                  </a:moveTo>
                  <a:cubicBezTo>
                    <a:pt x="275" y="1"/>
                    <a:pt x="203" y="84"/>
                    <a:pt x="203" y="168"/>
                  </a:cubicBezTo>
                  <a:lnTo>
                    <a:pt x="203" y="477"/>
                  </a:lnTo>
                  <a:lnTo>
                    <a:pt x="84" y="596"/>
                  </a:lnTo>
                  <a:cubicBezTo>
                    <a:pt x="25" y="656"/>
                    <a:pt x="1" y="763"/>
                    <a:pt x="84" y="834"/>
                  </a:cubicBezTo>
                  <a:cubicBezTo>
                    <a:pt x="108" y="870"/>
                    <a:pt x="156" y="882"/>
                    <a:pt x="203" y="882"/>
                  </a:cubicBezTo>
                  <a:cubicBezTo>
                    <a:pt x="239" y="882"/>
                    <a:pt x="287" y="870"/>
                    <a:pt x="322" y="834"/>
                  </a:cubicBezTo>
                  <a:lnTo>
                    <a:pt x="501" y="680"/>
                  </a:lnTo>
                  <a:cubicBezTo>
                    <a:pt x="525" y="644"/>
                    <a:pt x="561" y="596"/>
                    <a:pt x="537" y="560"/>
                  </a:cubicBezTo>
                  <a:lnTo>
                    <a:pt x="525" y="168"/>
                  </a:lnTo>
                  <a:cubicBezTo>
                    <a:pt x="525" y="84"/>
                    <a:pt x="453"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64"/>
            <p:cNvSpPr/>
            <p:nvPr/>
          </p:nvSpPr>
          <p:spPr>
            <a:xfrm>
              <a:off x="6260321" y="2016688"/>
              <a:ext cx="272857" cy="269929"/>
            </a:xfrm>
            <a:custGeom>
              <a:avLst/>
              <a:gdLst/>
              <a:ahLst/>
              <a:cxnLst/>
              <a:rect l="l" t="t" r="r" b="b"/>
              <a:pathLst>
                <a:path w="8573" h="8481" extrusionOk="0">
                  <a:moveTo>
                    <a:pt x="2822" y="3182"/>
                  </a:moveTo>
                  <a:lnTo>
                    <a:pt x="3037" y="3217"/>
                  </a:lnTo>
                  <a:lnTo>
                    <a:pt x="3144" y="3217"/>
                  </a:lnTo>
                  <a:lnTo>
                    <a:pt x="2965" y="3598"/>
                  </a:lnTo>
                  <a:lnTo>
                    <a:pt x="2679" y="3527"/>
                  </a:lnTo>
                  <a:lnTo>
                    <a:pt x="2822" y="3182"/>
                  </a:lnTo>
                  <a:close/>
                  <a:moveTo>
                    <a:pt x="3918" y="3110"/>
                  </a:moveTo>
                  <a:lnTo>
                    <a:pt x="4251" y="3515"/>
                  </a:lnTo>
                  <a:lnTo>
                    <a:pt x="4203" y="3634"/>
                  </a:lnTo>
                  <a:cubicBezTo>
                    <a:pt x="4168" y="3718"/>
                    <a:pt x="4215" y="3813"/>
                    <a:pt x="4310" y="3837"/>
                  </a:cubicBezTo>
                  <a:cubicBezTo>
                    <a:pt x="4322" y="3837"/>
                    <a:pt x="4334" y="3860"/>
                    <a:pt x="4370" y="3860"/>
                  </a:cubicBezTo>
                  <a:cubicBezTo>
                    <a:pt x="4441" y="3860"/>
                    <a:pt x="4501" y="3813"/>
                    <a:pt x="4525" y="3741"/>
                  </a:cubicBezTo>
                  <a:lnTo>
                    <a:pt x="4572" y="3622"/>
                  </a:lnTo>
                  <a:cubicBezTo>
                    <a:pt x="4608" y="3515"/>
                    <a:pt x="4584" y="3408"/>
                    <a:pt x="4513" y="3325"/>
                  </a:cubicBezTo>
                  <a:lnTo>
                    <a:pt x="4430" y="3217"/>
                  </a:lnTo>
                  <a:lnTo>
                    <a:pt x="4727" y="3444"/>
                  </a:lnTo>
                  <a:cubicBezTo>
                    <a:pt x="4749" y="3458"/>
                    <a:pt x="4780" y="3469"/>
                    <a:pt x="4815" y="3469"/>
                  </a:cubicBezTo>
                  <a:cubicBezTo>
                    <a:pt x="4836" y="3469"/>
                    <a:pt x="4859" y="3465"/>
                    <a:pt x="4882" y="3456"/>
                  </a:cubicBezTo>
                  <a:lnTo>
                    <a:pt x="5096" y="3360"/>
                  </a:lnTo>
                  <a:lnTo>
                    <a:pt x="5227" y="3515"/>
                  </a:lnTo>
                  <a:cubicBezTo>
                    <a:pt x="5263" y="3563"/>
                    <a:pt x="5323" y="3575"/>
                    <a:pt x="5358" y="3575"/>
                  </a:cubicBezTo>
                  <a:lnTo>
                    <a:pt x="5775" y="3539"/>
                  </a:lnTo>
                  <a:lnTo>
                    <a:pt x="5799" y="3622"/>
                  </a:lnTo>
                  <a:cubicBezTo>
                    <a:pt x="5811" y="3658"/>
                    <a:pt x="5775" y="3694"/>
                    <a:pt x="5775" y="3706"/>
                  </a:cubicBezTo>
                  <a:cubicBezTo>
                    <a:pt x="5763" y="3718"/>
                    <a:pt x="5739" y="3753"/>
                    <a:pt x="5692" y="3753"/>
                  </a:cubicBezTo>
                  <a:lnTo>
                    <a:pt x="4977" y="3813"/>
                  </a:lnTo>
                  <a:cubicBezTo>
                    <a:pt x="4882" y="3813"/>
                    <a:pt x="4811" y="3872"/>
                    <a:pt x="4751" y="3944"/>
                  </a:cubicBezTo>
                  <a:cubicBezTo>
                    <a:pt x="4727" y="4003"/>
                    <a:pt x="4691" y="4063"/>
                    <a:pt x="4703" y="4122"/>
                  </a:cubicBezTo>
                  <a:lnTo>
                    <a:pt x="4227" y="3956"/>
                  </a:lnTo>
                  <a:cubicBezTo>
                    <a:pt x="4215" y="3956"/>
                    <a:pt x="4215" y="3944"/>
                    <a:pt x="4203" y="3932"/>
                  </a:cubicBezTo>
                  <a:cubicBezTo>
                    <a:pt x="4168" y="3753"/>
                    <a:pt x="4025" y="3610"/>
                    <a:pt x="3846" y="3610"/>
                  </a:cubicBezTo>
                  <a:lnTo>
                    <a:pt x="3834" y="3610"/>
                  </a:lnTo>
                  <a:lnTo>
                    <a:pt x="3322" y="3634"/>
                  </a:lnTo>
                  <a:lnTo>
                    <a:pt x="3477" y="3289"/>
                  </a:lnTo>
                  <a:cubicBezTo>
                    <a:pt x="3489" y="3265"/>
                    <a:pt x="3513" y="3229"/>
                    <a:pt x="3548" y="3229"/>
                  </a:cubicBezTo>
                  <a:lnTo>
                    <a:pt x="3918" y="3110"/>
                  </a:lnTo>
                  <a:close/>
                  <a:moveTo>
                    <a:pt x="7775" y="3646"/>
                  </a:moveTo>
                  <a:cubicBezTo>
                    <a:pt x="7787" y="3646"/>
                    <a:pt x="7835" y="3646"/>
                    <a:pt x="7859" y="3682"/>
                  </a:cubicBezTo>
                  <a:lnTo>
                    <a:pt x="8204" y="4003"/>
                  </a:lnTo>
                  <a:lnTo>
                    <a:pt x="8204" y="4349"/>
                  </a:lnTo>
                  <a:cubicBezTo>
                    <a:pt x="8156" y="5325"/>
                    <a:pt x="7763" y="6254"/>
                    <a:pt x="7061" y="6956"/>
                  </a:cubicBezTo>
                  <a:cubicBezTo>
                    <a:pt x="6954" y="7051"/>
                    <a:pt x="6835" y="7158"/>
                    <a:pt x="6716" y="7254"/>
                  </a:cubicBezTo>
                  <a:cubicBezTo>
                    <a:pt x="6775" y="7158"/>
                    <a:pt x="6835" y="7075"/>
                    <a:pt x="6870" y="6968"/>
                  </a:cubicBezTo>
                  <a:lnTo>
                    <a:pt x="7620" y="5194"/>
                  </a:lnTo>
                  <a:cubicBezTo>
                    <a:pt x="7656" y="5134"/>
                    <a:pt x="7644" y="5075"/>
                    <a:pt x="7609" y="5027"/>
                  </a:cubicBezTo>
                  <a:cubicBezTo>
                    <a:pt x="7585" y="4992"/>
                    <a:pt x="7525" y="4956"/>
                    <a:pt x="7466" y="4956"/>
                  </a:cubicBezTo>
                  <a:lnTo>
                    <a:pt x="7382" y="4956"/>
                  </a:lnTo>
                  <a:lnTo>
                    <a:pt x="7799" y="4134"/>
                  </a:lnTo>
                  <a:cubicBezTo>
                    <a:pt x="7882" y="4003"/>
                    <a:pt x="7835" y="3837"/>
                    <a:pt x="7704" y="3753"/>
                  </a:cubicBezTo>
                  <a:lnTo>
                    <a:pt x="7668" y="3718"/>
                  </a:lnTo>
                  <a:lnTo>
                    <a:pt x="7680" y="3706"/>
                  </a:lnTo>
                  <a:cubicBezTo>
                    <a:pt x="7716" y="3658"/>
                    <a:pt x="7739" y="3658"/>
                    <a:pt x="7775" y="3646"/>
                  </a:cubicBezTo>
                  <a:close/>
                  <a:moveTo>
                    <a:pt x="4257" y="0"/>
                  </a:moveTo>
                  <a:cubicBezTo>
                    <a:pt x="4208" y="0"/>
                    <a:pt x="4158" y="1"/>
                    <a:pt x="4108" y="3"/>
                  </a:cubicBezTo>
                  <a:cubicBezTo>
                    <a:pt x="3037" y="50"/>
                    <a:pt x="2048" y="491"/>
                    <a:pt x="1286" y="1241"/>
                  </a:cubicBezTo>
                  <a:cubicBezTo>
                    <a:pt x="524" y="1991"/>
                    <a:pt x="96" y="2991"/>
                    <a:pt x="48" y="4063"/>
                  </a:cubicBezTo>
                  <a:cubicBezTo>
                    <a:pt x="0" y="5122"/>
                    <a:pt x="358" y="6158"/>
                    <a:pt x="1048" y="6968"/>
                  </a:cubicBezTo>
                  <a:cubicBezTo>
                    <a:pt x="1072" y="7016"/>
                    <a:pt x="1120" y="7027"/>
                    <a:pt x="1179" y="7027"/>
                  </a:cubicBezTo>
                  <a:cubicBezTo>
                    <a:pt x="1227" y="7027"/>
                    <a:pt x="1251" y="7016"/>
                    <a:pt x="1286" y="6980"/>
                  </a:cubicBezTo>
                  <a:cubicBezTo>
                    <a:pt x="1358" y="6920"/>
                    <a:pt x="1358" y="6813"/>
                    <a:pt x="1298" y="6742"/>
                  </a:cubicBezTo>
                  <a:cubicBezTo>
                    <a:pt x="679" y="6004"/>
                    <a:pt x="346" y="5051"/>
                    <a:pt x="393" y="4063"/>
                  </a:cubicBezTo>
                  <a:cubicBezTo>
                    <a:pt x="441" y="3087"/>
                    <a:pt x="834" y="2158"/>
                    <a:pt x="1536" y="1455"/>
                  </a:cubicBezTo>
                  <a:cubicBezTo>
                    <a:pt x="2239" y="765"/>
                    <a:pt x="3156" y="360"/>
                    <a:pt x="4144" y="312"/>
                  </a:cubicBezTo>
                  <a:cubicBezTo>
                    <a:pt x="4200" y="309"/>
                    <a:pt x="4256" y="308"/>
                    <a:pt x="4312" y="308"/>
                  </a:cubicBezTo>
                  <a:cubicBezTo>
                    <a:pt x="4478" y="308"/>
                    <a:pt x="4641" y="321"/>
                    <a:pt x="4811" y="348"/>
                  </a:cubicBezTo>
                  <a:lnTo>
                    <a:pt x="5037" y="622"/>
                  </a:lnTo>
                  <a:lnTo>
                    <a:pt x="4942" y="848"/>
                  </a:lnTo>
                  <a:lnTo>
                    <a:pt x="4811" y="610"/>
                  </a:lnTo>
                  <a:cubicBezTo>
                    <a:pt x="4787" y="550"/>
                    <a:pt x="4727" y="527"/>
                    <a:pt x="4668" y="527"/>
                  </a:cubicBezTo>
                  <a:lnTo>
                    <a:pt x="4132" y="527"/>
                  </a:lnTo>
                  <a:cubicBezTo>
                    <a:pt x="4072" y="527"/>
                    <a:pt x="4013" y="550"/>
                    <a:pt x="3977" y="610"/>
                  </a:cubicBezTo>
                  <a:lnTo>
                    <a:pt x="3608" y="1324"/>
                  </a:lnTo>
                  <a:cubicBezTo>
                    <a:pt x="3560" y="1432"/>
                    <a:pt x="3560" y="1539"/>
                    <a:pt x="3608" y="1634"/>
                  </a:cubicBezTo>
                  <a:cubicBezTo>
                    <a:pt x="3668" y="1729"/>
                    <a:pt x="3751" y="1801"/>
                    <a:pt x="3858" y="1801"/>
                  </a:cubicBezTo>
                  <a:lnTo>
                    <a:pt x="4156" y="1836"/>
                  </a:lnTo>
                  <a:cubicBezTo>
                    <a:pt x="4215" y="1836"/>
                    <a:pt x="4275" y="1813"/>
                    <a:pt x="4310" y="1753"/>
                  </a:cubicBezTo>
                  <a:lnTo>
                    <a:pt x="4430" y="1598"/>
                  </a:lnTo>
                  <a:lnTo>
                    <a:pt x="4489" y="1670"/>
                  </a:lnTo>
                  <a:lnTo>
                    <a:pt x="4441" y="1955"/>
                  </a:lnTo>
                  <a:lnTo>
                    <a:pt x="3929" y="2027"/>
                  </a:lnTo>
                  <a:cubicBezTo>
                    <a:pt x="3906" y="2027"/>
                    <a:pt x="3894" y="2039"/>
                    <a:pt x="3858" y="2051"/>
                  </a:cubicBezTo>
                  <a:lnTo>
                    <a:pt x="3203" y="2527"/>
                  </a:lnTo>
                  <a:cubicBezTo>
                    <a:pt x="3179" y="2563"/>
                    <a:pt x="3144" y="2586"/>
                    <a:pt x="3144" y="2622"/>
                  </a:cubicBezTo>
                  <a:lnTo>
                    <a:pt x="3072" y="2920"/>
                  </a:lnTo>
                  <a:lnTo>
                    <a:pt x="2846" y="2884"/>
                  </a:lnTo>
                  <a:cubicBezTo>
                    <a:pt x="2836" y="2883"/>
                    <a:pt x="2826" y="2883"/>
                    <a:pt x="2816" y="2883"/>
                  </a:cubicBezTo>
                  <a:cubicBezTo>
                    <a:pt x="2686" y="2883"/>
                    <a:pt x="2580" y="2954"/>
                    <a:pt x="2525" y="3087"/>
                  </a:cubicBezTo>
                  <a:lnTo>
                    <a:pt x="2382" y="3456"/>
                  </a:lnTo>
                  <a:cubicBezTo>
                    <a:pt x="2358" y="3527"/>
                    <a:pt x="2358" y="3622"/>
                    <a:pt x="2405" y="3694"/>
                  </a:cubicBezTo>
                  <a:cubicBezTo>
                    <a:pt x="2441" y="3765"/>
                    <a:pt x="2501" y="3825"/>
                    <a:pt x="2596" y="3860"/>
                  </a:cubicBezTo>
                  <a:cubicBezTo>
                    <a:pt x="2441" y="3932"/>
                    <a:pt x="2322" y="4075"/>
                    <a:pt x="2322" y="4241"/>
                  </a:cubicBezTo>
                  <a:lnTo>
                    <a:pt x="2322" y="4313"/>
                  </a:lnTo>
                  <a:lnTo>
                    <a:pt x="1870" y="4849"/>
                  </a:lnTo>
                  <a:cubicBezTo>
                    <a:pt x="1786" y="4932"/>
                    <a:pt x="1763" y="5051"/>
                    <a:pt x="1763" y="5146"/>
                  </a:cubicBezTo>
                  <a:lnTo>
                    <a:pt x="1763" y="5777"/>
                  </a:lnTo>
                  <a:cubicBezTo>
                    <a:pt x="1763" y="5944"/>
                    <a:pt x="1822" y="6087"/>
                    <a:pt x="1941" y="6194"/>
                  </a:cubicBezTo>
                  <a:lnTo>
                    <a:pt x="2382" y="6623"/>
                  </a:lnTo>
                  <a:cubicBezTo>
                    <a:pt x="2489" y="6718"/>
                    <a:pt x="2608" y="6777"/>
                    <a:pt x="2739" y="6789"/>
                  </a:cubicBezTo>
                  <a:lnTo>
                    <a:pt x="4049" y="6908"/>
                  </a:lnTo>
                  <a:lnTo>
                    <a:pt x="4049" y="6956"/>
                  </a:lnTo>
                  <a:cubicBezTo>
                    <a:pt x="4037" y="7111"/>
                    <a:pt x="4096" y="7266"/>
                    <a:pt x="4227" y="7373"/>
                  </a:cubicBezTo>
                  <a:lnTo>
                    <a:pt x="4465" y="7551"/>
                  </a:lnTo>
                  <a:lnTo>
                    <a:pt x="4453" y="7587"/>
                  </a:lnTo>
                  <a:cubicBezTo>
                    <a:pt x="4394" y="7766"/>
                    <a:pt x="4453" y="7944"/>
                    <a:pt x="4584" y="8063"/>
                  </a:cubicBezTo>
                  <a:lnTo>
                    <a:pt x="4668" y="8123"/>
                  </a:lnTo>
                  <a:cubicBezTo>
                    <a:pt x="4608" y="8123"/>
                    <a:pt x="4561" y="8147"/>
                    <a:pt x="4501" y="8147"/>
                  </a:cubicBezTo>
                  <a:cubicBezTo>
                    <a:pt x="4451" y="8148"/>
                    <a:pt x="4402" y="8149"/>
                    <a:pt x="4353" y="8149"/>
                  </a:cubicBezTo>
                  <a:cubicBezTo>
                    <a:pt x="3418" y="8149"/>
                    <a:pt x="2523" y="7829"/>
                    <a:pt x="1822" y="7230"/>
                  </a:cubicBezTo>
                  <a:cubicBezTo>
                    <a:pt x="1793" y="7206"/>
                    <a:pt x="1759" y="7195"/>
                    <a:pt x="1724" y="7195"/>
                  </a:cubicBezTo>
                  <a:cubicBezTo>
                    <a:pt x="1672" y="7195"/>
                    <a:pt x="1619" y="7218"/>
                    <a:pt x="1584" y="7254"/>
                  </a:cubicBezTo>
                  <a:cubicBezTo>
                    <a:pt x="1524" y="7325"/>
                    <a:pt x="1536" y="7432"/>
                    <a:pt x="1596" y="7492"/>
                  </a:cubicBezTo>
                  <a:cubicBezTo>
                    <a:pt x="2358" y="8123"/>
                    <a:pt x="3322" y="8480"/>
                    <a:pt x="4322" y="8480"/>
                  </a:cubicBezTo>
                  <a:lnTo>
                    <a:pt x="4501" y="8480"/>
                  </a:lnTo>
                  <a:cubicBezTo>
                    <a:pt x="5573" y="8444"/>
                    <a:pt x="6573" y="7992"/>
                    <a:pt x="7323" y="7254"/>
                  </a:cubicBezTo>
                  <a:cubicBezTo>
                    <a:pt x="8085" y="6492"/>
                    <a:pt x="8513" y="5492"/>
                    <a:pt x="8561" y="4420"/>
                  </a:cubicBezTo>
                  <a:cubicBezTo>
                    <a:pt x="8573" y="3289"/>
                    <a:pt x="8216" y="2265"/>
                    <a:pt x="7537" y="1455"/>
                  </a:cubicBezTo>
                  <a:cubicBezTo>
                    <a:pt x="7506" y="1418"/>
                    <a:pt x="7462" y="1400"/>
                    <a:pt x="7417" y="1400"/>
                  </a:cubicBezTo>
                  <a:cubicBezTo>
                    <a:pt x="7375" y="1400"/>
                    <a:pt x="7333" y="1415"/>
                    <a:pt x="7299" y="1443"/>
                  </a:cubicBezTo>
                  <a:cubicBezTo>
                    <a:pt x="7228" y="1503"/>
                    <a:pt x="7228" y="1610"/>
                    <a:pt x="7287" y="1682"/>
                  </a:cubicBezTo>
                  <a:cubicBezTo>
                    <a:pt x="7728" y="2217"/>
                    <a:pt x="8025" y="2860"/>
                    <a:pt x="8144" y="3539"/>
                  </a:cubicBezTo>
                  <a:lnTo>
                    <a:pt x="8097" y="3503"/>
                  </a:lnTo>
                  <a:cubicBezTo>
                    <a:pt x="8018" y="3424"/>
                    <a:pt x="7923" y="3378"/>
                    <a:pt x="7804" y="3378"/>
                  </a:cubicBezTo>
                  <a:cubicBezTo>
                    <a:pt x="7780" y="3378"/>
                    <a:pt x="7754" y="3380"/>
                    <a:pt x="7728" y="3384"/>
                  </a:cubicBezTo>
                  <a:cubicBezTo>
                    <a:pt x="7597" y="3396"/>
                    <a:pt x="7478" y="3468"/>
                    <a:pt x="7406" y="3587"/>
                  </a:cubicBezTo>
                  <a:lnTo>
                    <a:pt x="7370" y="3634"/>
                  </a:lnTo>
                  <a:cubicBezTo>
                    <a:pt x="7299" y="3634"/>
                    <a:pt x="7228" y="3658"/>
                    <a:pt x="7168" y="3718"/>
                  </a:cubicBezTo>
                  <a:lnTo>
                    <a:pt x="6942" y="3468"/>
                  </a:lnTo>
                  <a:cubicBezTo>
                    <a:pt x="6911" y="3430"/>
                    <a:pt x="6866" y="3412"/>
                    <a:pt x="6821" y="3412"/>
                  </a:cubicBezTo>
                  <a:cubicBezTo>
                    <a:pt x="6780" y="3412"/>
                    <a:pt x="6738" y="3427"/>
                    <a:pt x="6704" y="3456"/>
                  </a:cubicBezTo>
                  <a:cubicBezTo>
                    <a:pt x="6632" y="3515"/>
                    <a:pt x="6632" y="3622"/>
                    <a:pt x="6692" y="3694"/>
                  </a:cubicBezTo>
                  <a:lnTo>
                    <a:pt x="7013" y="4099"/>
                  </a:lnTo>
                  <a:cubicBezTo>
                    <a:pt x="7049" y="4122"/>
                    <a:pt x="7085" y="4146"/>
                    <a:pt x="7132" y="4146"/>
                  </a:cubicBezTo>
                  <a:cubicBezTo>
                    <a:pt x="7180" y="4146"/>
                    <a:pt x="7228" y="4134"/>
                    <a:pt x="7251" y="4110"/>
                  </a:cubicBezTo>
                  <a:lnTo>
                    <a:pt x="7358" y="4003"/>
                  </a:lnTo>
                  <a:lnTo>
                    <a:pt x="7489" y="4099"/>
                  </a:lnTo>
                  <a:lnTo>
                    <a:pt x="7001" y="5075"/>
                  </a:lnTo>
                  <a:lnTo>
                    <a:pt x="6966" y="5075"/>
                  </a:lnTo>
                  <a:cubicBezTo>
                    <a:pt x="6930" y="5075"/>
                    <a:pt x="6894" y="5063"/>
                    <a:pt x="6870" y="5027"/>
                  </a:cubicBezTo>
                  <a:lnTo>
                    <a:pt x="6215" y="4230"/>
                  </a:lnTo>
                  <a:cubicBezTo>
                    <a:pt x="6181" y="4188"/>
                    <a:pt x="6129" y="4170"/>
                    <a:pt x="6079" y="4170"/>
                  </a:cubicBezTo>
                  <a:cubicBezTo>
                    <a:pt x="6043" y="4170"/>
                    <a:pt x="6007" y="4179"/>
                    <a:pt x="5977" y="4194"/>
                  </a:cubicBezTo>
                  <a:cubicBezTo>
                    <a:pt x="5894" y="4253"/>
                    <a:pt x="5894" y="4360"/>
                    <a:pt x="5942" y="4432"/>
                  </a:cubicBezTo>
                  <a:lnTo>
                    <a:pt x="6596" y="5242"/>
                  </a:lnTo>
                  <a:cubicBezTo>
                    <a:pt x="6684" y="5351"/>
                    <a:pt x="6811" y="5410"/>
                    <a:pt x="6932" y="5410"/>
                  </a:cubicBezTo>
                  <a:cubicBezTo>
                    <a:pt x="6944" y="5410"/>
                    <a:pt x="6955" y="5409"/>
                    <a:pt x="6966" y="5408"/>
                  </a:cubicBezTo>
                  <a:lnTo>
                    <a:pt x="7180" y="5384"/>
                  </a:lnTo>
                  <a:lnTo>
                    <a:pt x="6525" y="6908"/>
                  </a:lnTo>
                  <a:cubicBezTo>
                    <a:pt x="6477" y="7016"/>
                    <a:pt x="6418" y="7111"/>
                    <a:pt x="6335" y="7206"/>
                  </a:cubicBezTo>
                  <a:lnTo>
                    <a:pt x="5811" y="7825"/>
                  </a:lnTo>
                  <a:cubicBezTo>
                    <a:pt x="5537" y="7944"/>
                    <a:pt x="5275" y="8028"/>
                    <a:pt x="4989" y="8087"/>
                  </a:cubicBezTo>
                  <a:lnTo>
                    <a:pt x="4703" y="7825"/>
                  </a:lnTo>
                  <a:cubicBezTo>
                    <a:pt x="4680" y="7801"/>
                    <a:pt x="4668" y="7754"/>
                    <a:pt x="4680" y="7706"/>
                  </a:cubicBezTo>
                  <a:lnTo>
                    <a:pt x="4727" y="7551"/>
                  </a:lnTo>
                  <a:cubicBezTo>
                    <a:pt x="4739" y="7468"/>
                    <a:pt x="4727" y="7408"/>
                    <a:pt x="4668" y="7373"/>
                  </a:cubicBezTo>
                  <a:lnTo>
                    <a:pt x="4334" y="7123"/>
                  </a:lnTo>
                  <a:cubicBezTo>
                    <a:pt x="4310" y="7099"/>
                    <a:pt x="4287" y="7075"/>
                    <a:pt x="4287" y="7027"/>
                  </a:cubicBezTo>
                  <a:lnTo>
                    <a:pt x="4322" y="6813"/>
                  </a:lnTo>
                  <a:cubicBezTo>
                    <a:pt x="4322" y="6777"/>
                    <a:pt x="4322" y="6730"/>
                    <a:pt x="4287" y="6694"/>
                  </a:cubicBezTo>
                  <a:cubicBezTo>
                    <a:pt x="4263" y="6670"/>
                    <a:pt x="4215" y="6635"/>
                    <a:pt x="4168" y="6635"/>
                  </a:cubicBezTo>
                  <a:lnTo>
                    <a:pt x="2679" y="6504"/>
                  </a:lnTo>
                  <a:cubicBezTo>
                    <a:pt x="2620" y="6504"/>
                    <a:pt x="2560" y="6480"/>
                    <a:pt x="2536" y="6432"/>
                  </a:cubicBezTo>
                  <a:lnTo>
                    <a:pt x="2084" y="6004"/>
                  </a:lnTo>
                  <a:cubicBezTo>
                    <a:pt x="2048" y="5956"/>
                    <a:pt x="2013" y="5884"/>
                    <a:pt x="2013" y="5825"/>
                  </a:cubicBezTo>
                  <a:lnTo>
                    <a:pt x="2013" y="5194"/>
                  </a:lnTo>
                  <a:cubicBezTo>
                    <a:pt x="2013" y="5170"/>
                    <a:pt x="2024" y="5134"/>
                    <a:pt x="2048" y="5122"/>
                  </a:cubicBezTo>
                  <a:lnTo>
                    <a:pt x="2548" y="4539"/>
                  </a:lnTo>
                  <a:cubicBezTo>
                    <a:pt x="2584" y="4515"/>
                    <a:pt x="2596" y="4480"/>
                    <a:pt x="2596" y="4432"/>
                  </a:cubicBezTo>
                  <a:lnTo>
                    <a:pt x="2596" y="4301"/>
                  </a:lnTo>
                  <a:cubicBezTo>
                    <a:pt x="2596" y="4253"/>
                    <a:pt x="2620" y="4218"/>
                    <a:pt x="2667" y="4194"/>
                  </a:cubicBezTo>
                  <a:lnTo>
                    <a:pt x="3072" y="4015"/>
                  </a:lnTo>
                  <a:lnTo>
                    <a:pt x="3810" y="4003"/>
                  </a:lnTo>
                  <a:cubicBezTo>
                    <a:pt x="3834" y="4003"/>
                    <a:pt x="3846" y="4015"/>
                    <a:pt x="3846" y="4039"/>
                  </a:cubicBezTo>
                  <a:cubicBezTo>
                    <a:pt x="3858" y="4170"/>
                    <a:pt x="3965" y="4289"/>
                    <a:pt x="4096" y="4313"/>
                  </a:cubicBezTo>
                  <a:lnTo>
                    <a:pt x="4632" y="4491"/>
                  </a:lnTo>
                  <a:cubicBezTo>
                    <a:pt x="4668" y="4503"/>
                    <a:pt x="4705" y="4510"/>
                    <a:pt x="4741" y="4510"/>
                  </a:cubicBezTo>
                  <a:cubicBezTo>
                    <a:pt x="4813" y="4510"/>
                    <a:pt x="4882" y="4484"/>
                    <a:pt x="4930" y="4420"/>
                  </a:cubicBezTo>
                  <a:cubicBezTo>
                    <a:pt x="5001" y="4360"/>
                    <a:pt x="5037" y="4253"/>
                    <a:pt x="5025" y="4170"/>
                  </a:cubicBezTo>
                  <a:lnTo>
                    <a:pt x="5692" y="4110"/>
                  </a:lnTo>
                  <a:cubicBezTo>
                    <a:pt x="5823" y="4099"/>
                    <a:pt x="5930" y="4039"/>
                    <a:pt x="6013" y="3932"/>
                  </a:cubicBezTo>
                  <a:cubicBezTo>
                    <a:pt x="6096" y="3825"/>
                    <a:pt x="6120" y="3694"/>
                    <a:pt x="6096" y="3575"/>
                  </a:cubicBezTo>
                  <a:lnTo>
                    <a:pt x="6073" y="3479"/>
                  </a:lnTo>
                  <a:cubicBezTo>
                    <a:pt x="6050" y="3344"/>
                    <a:pt x="5931" y="3240"/>
                    <a:pt x="5776" y="3240"/>
                  </a:cubicBezTo>
                  <a:cubicBezTo>
                    <a:pt x="5768" y="3240"/>
                    <a:pt x="5760" y="3241"/>
                    <a:pt x="5751" y="3241"/>
                  </a:cubicBezTo>
                  <a:lnTo>
                    <a:pt x="5406" y="3277"/>
                  </a:lnTo>
                  <a:lnTo>
                    <a:pt x="5346" y="3217"/>
                  </a:lnTo>
                  <a:lnTo>
                    <a:pt x="5811" y="2753"/>
                  </a:lnTo>
                  <a:cubicBezTo>
                    <a:pt x="5870" y="2694"/>
                    <a:pt x="5870" y="2586"/>
                    <a:pt x="5811" y="2515"/>
                  </a:cubicBezTo>
                  <a:cubicBezTo>
                    <a:pt x="5781" y="2485"/>
                    <a:pt x="5739" y="2470"/>
                    <a:pt x="5696" y="2470"/>
                  </a:cubicBezTo>
                  <a:cubicBezTo>
                    <a:pt x="5653" y="2470"/>
                    <a:pt x="5608" y="2485"/>
                    <a:pt x="5573" y="2515"/>
                  </a:cubicBezTo>
                  <a:lnTo>
                    <a:pt x="5001" y="3063"/>
                  </a:lnTo>
                  <a:lnTo>
                    <a:pt x="4811" y="3146"/>
                  </a:lnTo>
                  <a:lnTo>
                    <a:pt x="4287" y="2741"/>
                  </a:lnTo>
                  <a:cubicBezTo>
                    <a:pt x="4260" y="2714"/>
                    <a:pt x="4220" y="2701"/>
                    <a:pt x="4181" y="2701"/>
                  </a:cubicBezTo>
                  <a:cubicBezTo>
                    <a:pt x="4168" y="2701"/>
                    <a:pt x="4156" y="2703"/>
                    <a:pt x="4144" y="2706"/>
                  </a:cubicBezTo>
                  <a:lnTo>
                    <a:pt x="3418" y="2944"/>
                  </a:lnTo>
                  <a:cubicBezTo>
                    <a:pt x="3394" y="2944"/>
                    <a:pt x="3370" y="2967"/>
                    <a:pt x="3358" y="2979"/>
                  </a:cubicBezTo>
                  <a:lnTo>
                    <a:pt x="3394" y="2753"/>
                  </a:lnTo>
                  <a:lnTo>
                    <a:pt x="3977" y="2336"/>
                  </a:lnTo>
                  <a:lnTo>
                    <a:pt x="4572" y="2253"/>
                  </a:lnTo>
                  <a:cubicBezTo>
                    <a:pt x="4644" y="2229"/>
                    <a:pt x="4703" y="2170"/>
                    <a:pt x="4703" y="2110"/>
                  </a:cubicBezTo>
                  <a:lnTo>
                    <a:pt x="4787" y="1634"/>
                  </a:lnTo>
                  <a:cubicBezTo>
                    <a:pt x="4787" y="1598"/>
                    <a:pt x="4787" y="1551"/>
                    <a:pt x="4751" y="1515"/>
                  </a:cubicBezTo>
                  <a:lnTo>
                    <a:pt x="4513" y="1205"/>
                  </a:lnTo>
                  <a:cubicBezTo>
                    <a:pt x="4489" y="1158"/>
                    <a:pt x="4430" y="1146"/>
                    <a:pt x="4382" y="1146"/>
                  </a:cubicBezTo>
                  <a:cubicBezTo>
                    <a:pt x="4322" y="1146"/>
                    <a:pt x="4275" y="1182"/>
                    <a:pt x="4251" y="1217"/>
                  </a:cubicBezTo>
                  <a:lnTo>
                    <a:pt x="4072" y="1491"/>
                  </a:lnTo>
                  <a:lnTo>
                    <a:pt x="3870" y="1479"/>
                  </a:lnTo>
                  <a:lnTo>
                    <a:pt x="4203" y="860"/>
                  </a:lnTo>
                  <a:lnTo>
                    <a:pt x="4525" y="860"/>
                  </a:lnTo>
                  <a:lnTo>
                    <a:pt x="4787" y="1324"/>
                  </a:lnTo>
                  <a:cubicBezTo>
                    <a:pt x="4811" y="1384"/>
                    <a:pt x="4870" y="1420"/>
                    <a:pt x="4930" y="1420"/>
                  </a:cubicBezTo>
                  <a:cubicBezTo>
                    <a:pt x="4989" y="1420"/>
                    <a:pt x="5049" y="1372"/>
                    <a:pt x="5084" y="1312"/>
                  </a:cubicBezTo>
                  <a:lnTo>
                    <a:pt x="5323" y="765"/>
                  </a:lnTo>
                  <a:cubicBezTo>
                    <a:pt x="5358" y="658"/>
                    <a:pt x="5346" y="550"/>
                    <a:pt x="5287" y="467"/>
                  </a:cubicBezTo>
                  <a:lnTo>
                    <a:pt x="5287" y="467"/>
                  </a:lnTo>
                  <a:cubicBezTo>
                    <a:pt x="5834" y="610"/>
                    <a:pt x="6346" y="884"/>
                    <a:pt x="6787" y="1253"/>
                  </a:cubicBezTo>
                  <a:cubicBezTo>
                    <a:pt x="6825" y="1280"/>
                    <a:pt x="6864" y="1292"/>
                    <a:pt x="6903" y="1292"/>
                  </a:cubicBezTo>
                  <a:cubicBezTo>
                    <a:pt x="6949" y="1292"/>
                    <a:pt x="6992" y="1274"/>
                    <a:pt x="7025" y="1241"/>
                  </a:cubicBezTo>
                  <a:cubicBezTo>
                    <a:pt x="7085" y="1158"/>
                    <a:pt x="7073" y="1062"/>
                    <a:pt x="7013" y="1003"/>
                  </a:cubicBezTo>
                  <a:cubicBezTo>
                    <a:pt x="6253" y="345"/>
                    <a:pt x="5266" y="0"/>
                    <a:pt x="42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8" name="Google Shape;10408;p64"/>
          <p:cNvGrpSpPr/>
          <p:nvPr/>
        </p:nvGrpSpPr>
        <p:grpSpPr>
          <a:xfrm>
            <a:off x="1289311" y="2751972"/>
            <a:ext cx="408156" cy="299783"/>
            <a:chOff x="1289311" y="2926222"/>
            <a:chExt cx="408156" cy="299783"/>
          </a:xfrm>
        </p:grpSpPr>
        <p:sp>
          <p:nvSpPr>
            <p:cNvPr id="10409" name="Google Shape;10409;p64"/>
            <p:cNvSpPr/>
            <p:nvPr/>
          </p:nvSpPr>
          <p:spPr>
            <a:xfrm>
              <a:off x="1334029" y="2952385"/>
              <a:ext cx="318339" cy="216395"/>
            </a:xfrm>
            <a:custGeom>
              <a:avLst/>
              <a:gdLst/>
              <a:ahLst/>
              <a:cxnLst/>
              <a:rect l="l" t="t" r="r" b="b"/>
              <a:pathLst>
                <a:path w="10002" h="6799" extrusionOk="0">
                  <a:moveTo>
                    <a:pt x="3203" y="1369"/>
                  </a:moveTo>
                  <a:cubicBezTo>
                    <a:pt x="3429" y="1369"/>
                    <a:pt x="3620" y="1548"/>
                    <a:pt x="3620" y="1786"/>
                  </a:cubicBezTo>
                  <a:lnTo>
                    <a:pt x="3620" y="2179"/>
                  </a:lnTo>
                  <a:cubicBezTo>
                    <a:pt x="3620" y="2524"/>
                    <a:pt x="3334" y="2798"/>
                    <a:pt x="3012" y="2798"/>
                  </a:cubicBezTo>
                  <a:cubicBezTo>
                    <a:pt x="2679" y="2798"/>
                    <a:pt x="2381" y="2524"/>
                    <a:pt x="2381" y="2179"/>
                  </a:cubicBezTo>
                  <a:lnTo>
                    <a:pt x="2381" y="1786"/>
                  </a:lnTo>
                  <a:cubicBezTo>
                    <a:pt x="2381" y="1560"/>
                    <a:pt x="2560" y="1369"/>
                    <a:pt x="2798" y="1369"/>
                  </a:cubicBezTo>
                  <a:close/>
                  <a:moveTo>
                    <a:pt x="8013" y="1191"/>
                  </a:moveTo>
                  <a:cubicBezTo>
                    <a:pt x="8132" y="1191"/>
                    <a:pt x="8215" y="1274"/>
                    <a:pt x="8215" y="1393"/>
                  </a:cubicBezTo>
                  <a:lnTo>
                    <a:pt x="8215" y="1989"/>
                  </a:lnTo>
                  <a:cubicBezTo>
                    <a:pt x="8215" y="2060"/>
                    <a:pt x="8168" y="2131"/>
                    <a:pt x="8108" y="2167"/>
                  </a:cubicBezTo>
                  <a:cubicBezTo>
                    <a:pt x="8061" y="2203"/>
                    <a:pt x="8025" y="2262"/>
                    <a:pt x="8025" y="2334"/>
                  </a:cubicBezTo>
                  <a:lnTo>
                    <a:pt x="8025" y="2632"/>
                  </a:lnTo>
                  <a:cubicBezTo>
                    <a:pt x="8025" y="2715"/>
                    <a:pt x="8085" y="2798"/>
                    <a:pt x="8168" y="2810"/>
                  </a:cubicBezTo>
                  <a:lnTo>
                    <a:pt x="8680" y="2929"/>
                  </a:lnTo>
                  <a:cubicBezTo>
                    <a:pt x="8763" y="2953"/>
                    <a:pt x="8847" y="3036"/>
                    <a:pt x="8847" y="3132"/>
                  </a:cubicBezTo>
                  <a:lnTo>
                    <a:pt x="8847" y="3191"/>
                  </a:lnTo>
                  <a:lnTo>
                    <a:pt x="6799" y="3191"/>
                  </a:lnTo>
                  <a:lnTo>
                    <a:pt x="6799" y="3132"/>
                  </a:lnTo>
                  <a:cubicBezTo>
                    <a:pt x="6799" y="3024"/>
                    <a:pt x="6858" y="2953"/>
                    <a:pt x="6965" y="2929"/>
                  </a:cubicBezTo>
                  <a:lnTo>
                    <a:pt x="7477" y="2810"/>
                  </a:lnTo>
                  <a:cubicBezTo>
                    <a:pt x="7561" y="2798"/>
                    <a:pt x="7620" y="2715"/>
                    <a:pt x="7620" y="2632"/>
                  </a:cubicBezTo>
                  <a:lnTo>
                    <a:pt x="7620" y="2334"/>
                  </a:lnTo>
                  <a:cubicBezTo>
                    <a:pt x="7596" y="2274"/>
                    <a:pt x="7561" y="2215"/>
                    <a:pt x="7501" y="2167"/>
                  </a:cubicBezTo>
                  <a:cubicBezTo>
                    <a:pt x="7430" y="2120"/>
                    <a:pt x="7406" y="2060"/>
                    <a:pt x="7406" y="1989"/>
                  </a:cubicBezTo>
                  <a:lnTo>
                    <a:pt x="7406" y="1393"/>
                  </a:lnTo>
                  <a:cubicBezTo>
                    <a:pt x="7406" y="1274"/>
                    <a:pt x="7489" y="1191"/>
                    <a:pt x="7608" y="1191"/>
                  </a:cubicBezTo>
                  <a:close/>
                  <a:moveTo>
                    <a:pt x="9620" y="369"/>
                  </a:moveTo>
                  <a:lnTo>
                    <a:pt x="9620" y="3191"/>
                  </a:lnTo>
                  <a:lnTo>
                    <a:pt x="9192" y="3191"/>
                  </a:lnTo>
                  <a:lnTo>
                    <a:pt x="9192" y="3132"/>
                  </a:lnTo>
                  <a:cubicBezTo>
                    <a:pt x="9192" y="2870"/>
                    <a:pt x="9013" y="2632"/>
                    <a:pt x="8739" y="2572"/>
                  </a:cubicBezTo>
                  <a:lnTo>
                    <a:pt x="8382" y="2477"/>
                  </a:lnTo>
                  <a:lnTo>
                    <a:pt x="8382" y="2417"/>
                  </a:lnTo>
                  <a:cubicBezTo>
                    <a:pt x="8501" y="2322"/>
                    <a:pt x="8573" y="2155"/>
                    <a:pt x="8573" y="1977"/>
                  </a:cubicBezTo>
                  <a:lnTo>
                    <a:pt x="8573" y="1381"/>
                  </a:lnTo>
                  <a:cubicBezTo>
                    <a:pt x="8573" y="1048"/>
                    <a:pt x="8311" y="786"/>
                    <a:pt x="7977" y="786"/>
                  </a:cubicBezTo>
                  <a:lnTo>
                    <a:pt x="7584" y="786"/>
                  </a:lnTo>
                  <a:cubicBezTo>
                    <a:pt x="7251" y="786"/>
                    <a:pt x="6989" y="1048"/>
                    <a:pt x="6989" y="1381"/>
                  </a:cubicBezTo>
                  <a:lnTo>
                    <a:pt x="6989" y="1977"/>
                  </a:lnTo>
                  <a:cubicBezTo>
                    <a:pt x="6989" y="2143"/>
                    <a:pt x="7061" y="2298"/>
                    <a:pt x="7180" y="2417"/>
                  </a:cubicBezTo>
                  <a:lnTo>
                    <a:pt x="7180" y="2477"/>
                  </a:lnTo>
                  <a:lnTo>
                    <a:pt x="6822" y="2572"/>
                  </a:lnTo>
                  <a:cubicBezTo>
                    <a:pt x="6549" y="2632"/>
                    <a:pt x="6370" y="2870"/>
                    <a:pt x="6370" y="3132"/>
                  </a:cubicBezTo>
                  <a:lnTo>
                    <a:pt x="6370" y="3191"/>
                  </a:lnTo>
                  <a:lnTo>
                    <a:pt x="5941" y="3191"/>
                  </a:lnTo>
                  <a:lnTo>
                    <a:pt x="5941" y="369"/>
                  </a:lnTo>
                  <a:close/>
                  <a:moveTo>
                    <a:pt x="3227" y="3179"/>
                  </a:moveTo>
                  <a:lnTo>
                    <a:pt x="3227" y="3274"/>
                  </a:lnTo>
                  <a:cubicBezTo>
                    <a:pt x="3203" y="3346"/>
                    <a:pt x="3239" y="3405"/>
                    <a:pt x="3262" y="3465"/>
                  </a:cubicBezTo>
                  <a:lnTo>
                    <a:pt x="3012" y="3715"/>
                  </a:lnTo>
                  <a:lnTo>
                    <a:pt x="3001" y="3715"/>
                  </a:lnTo>
                  <a:lnTo>
                    <a:pt x="2739" y="3465"/>
                  </a:lnTo>
                  <a:cubicBezTo>
                    <a:pt x="2774" y="3405"/>
                    <a:pt x="2798" y="3346"/>
                    <a:pt x="2798" y="3274"/>
                  </a:cubicBezTo>
                  <a:lnTo>
                    <a:pt x="2798" y="3179"/>
                  </a:lnTo>
                  <a:close/>
                  <a:moveTo>
                    <a:pt x="3572" y="3667"/>
                  </a:moveTo>
                  <a:lnTo>
                    <a:pt x="3953" y="3822"/>
                  </a:lnTo>
                  <a:cubicBezTo>
                    <a:pt x="4108" y="3882"/>
                    <a:pt x="4215" y="4048"/>
                    <a:pt x="4215" y="4203"/>
                  </a:cubicBezTo>
                  <a:lnTo>
                    <a:pt x="4215" y="5394"/>
                  </a:lnTo>
                  <a:cubicBezTo>
                    <a:pt x="4215" y="5513"/>
                    <a:pt x="4132" y="5608"/>
                    <a:pt x="4013" y="5608"/>
                  </a:cubicBezTo>
                  <a:lnTo>
                    <a:pt x="3191" y="5608"/>
                  </a:lnTo>
                  <a:lnTo>
                    <a:pt x="3191" y="5382"/>
                  </a:lnTo>
                  <a:lnTo>
                    <a:pt x="3608" y="5382"/>
                  </a:lnTo>
                  <a:cubicBezTo>
                    <a:pt x="3715" y="5382"/>
                    <a:pt x="3798" y="5299"/>
                    <a:pt x="3798" y="5191"/>
                  </a:cubicBezTo>
                  <a:lnTo>
                    <a:pt x="3798" y="4596"/>
                  </a:lnTo>
                  <a:cubicBezTo>
                    <a:pt x="3798" y="4489"/>
                    <a:pt x="3715" y="4406"/>
                    <a:pt x="3608" y="4406"/>
                  </a:cubicBezTo>
                  <a:cubicBezTo>
                    <a:pt x="3501" y="4406"/>
                    <a:pt x="3417" y="4489"/>
                    <a:pt x="3417" y="4596"/>
                  </a:cubicBezTo>
                  <a:lnTo>
                    <a:pt x="3417" y="5013"/>
                  </a:lnTo>
                  <a:lnTo>
                    <a:pt x="2584" y="5013"/>
                  </a:lnTo>
                  <a:lnTo>
                    <a:pt x="2584" y="4596"/>
                  </a:lnTo>
                  <a:cubicBezTo>
                    <a:pt x="2584" y="4489"/>
                    <a:pt x="2489" y="4406"/>
                    <a:pt x="2381" y="4406"/>
                  </a:cubicBezTo>
                  <a:cubicBezTo>
                    <a:pt x="2286" y="4406"/>
                    <a:pt x="2191" y="4489"/>
                    <a:pt x="2191" y="4596"/>
                  </a:cubicBezTo>
                  <a:lnTo>
                    <a:pt x="2191" y="5191"/>
                  </a:lnTo>
                  <a:cubicBezTo>
                    <a:pt x="2191" y="5299"/>
                    <a:pt x="2286" y="5382"/>
                    <a:pt x="2381" y="5382"/>
                  </a:cubicBezTo>
                  <a:lnTo>
                    <a:pt x="2798" y="5382"/>
                  </a:lnTo>
                  <a:lnTo>
                    <a:pt x="2798" y="5608"/>
                  </a:lnTo>
                  <a:lnTo>
                    <a:pt x="1989" y="5608"/>
                  </a:lnTo>
                  <a:cubicBezTo>
                    <a:pt x="1869" y="5608"/>
                    <a:pt x="1774" y="5513"/>
                    <a:pt x="1774" y="5394"/>
                  </a:cubicBezTo>
                  <a:lnTo>
                    <a:pt x="1774" y="4203"/>
                  </a:lnTo>
                  <a:cubicBezTo>
                    <a:pt x="1774" y="4048"/>
                    <a:pt x="1881" y="3882"/>
                    <a:pt x="2048" y="3822"/>
                  </a:cubicBezTo>
                  <a:lnTo>
                    <a:pt x="2417" y="3667"/>
                  </a:lnTo>
                  <a:lnTo>
                    <a:pt x="2727" y="3989"/>
                  </a:lnTo>
                  <a:cubicBezTo>
                    <a:pt x="2798" y="4060"/>
                    <a:pt x="2905" y="4108"/>
                    <a:pt x="3001" y="4108"/>
                  </a:cubicBezTo>
                  <a:cubicBezTo>
                    <a:pt x="3096" y="4108"/>
                    <a:pt x="3191" y="4060"/>
                    <a:pt x="3262" y="3989"/>
                  </a:cubicBezTo>
                  <a:lnTo>
                    <a:pt x="3572" y="3667"/>
                  </a:lnTo>
                  <a:close/>
                  <a:moveTo>
                    <a:pt x="5632" y="5596"/>
                  </a:moveTo>
                  <a:lnTo>
                    <a:pt x="5632" y="6406"/>
                  </a:lnTo>
                  <a:lnTo>
                    <a:pt x="381" y="6406"/>
                  </a:lnTo>
                  <a:lnTo>
                    <a:pt x="381" y="5596"/>
                  </a:lnTo>
                  <a:lnTo>
                    <a:pt x="1429" y="5596"/>
                  </a:lnTo>
                  <a:cubicBezTo>
                    <a:pt x="1512" y="5834"/>
                    <a:pt x="1727" y="5989"/>
                    <a:pt x="2000" y="5989"/>
                  </a:cubicBezTo>
                  <a:lnTo>
                    <a:pt x="4013" y="5989"/>
                  </a:lnTo>
                  <a:cubicBezTo>
                    <a:pt x="4263" y="5989"/>
                    <a:pt x="4489" y="5834"/>
                    <a:pt x="4572" y="5596"/>
                  </a:cubicBezTo>
                  <a:close/>
                  <a:moveTo>
                    <a:pt x="8025" y="4406"/>
                  </a:moveTo>
                  <a:cubicBezTo>
                    <a:pt x="8144" y="4406"/>
                    <a:pt x="8227" y="4489"/>
                    <a:pt x="8227" y="4608"/>
                  </a:cubicBezTo>
                  <a:lnTo>
                    <a:pt x="8227" y="5203"/>
                  </a:lnTo>
                  <a:cubicBezTo>
                    <a:pt x="8227" y="5275"/>
                    <a:pt x="8192" y="5358"/>
                    <a:pt x="8132" y="5382"/>
                  </a:cubicBezTo>
                  <a:cubicBezTo>
                    <a:pt x="8073" y="5418"/>
                    <a:pt x="8037" y="5477"/>
                    <a:pt x="8037" y="5549"/>
                  </a:cubicBezTo>
                  <a:lnTo>
                    <a:pt x="8037" y="5846"/>
                  </a:lnTo>
                  <a:cubicBezTo>
                    <a:pt x="8037" y="5930"/>
                    <a:pt x="8096" y="6013"/>
                    <a:pt x="8192" y="6025"/>
                  </a:cubicBezTo>
                  <a:lnTo>
                    <a:pt x="8692" y="6144"/>
                  </a:lnTo>
                  <a:cubicBezTo>
                    <a:pt x="8787" y="6168"/>
                    <a:pt x="8858" y="6251"/>
                    <a:pt x="8858" y="6346"/>
                  </a:cubicBezTo>
                  <a:lnTo>
                    <a:pt x="8858" y="6406"/>
                  </a:lnTo>
                  <a:lnTo>
                    <a:pt x="6787" y="6406"/>
                  </a:lnTo>
                  <a:lnTo>
                    <a:pt x="6787" y="6346"/>
                  </a:lnTo>
                  <a:cubicBezTo>
                    <a:pt x="6787" y="6251"/>
                    <a:pt x="6846" y="6168"/>
                    <a:pt x="6953" y="6144"/>
                  </a:cubicBezTo>
                  <a:lnTo>
                    <a:pt x="7465" y="6025"/>
                  </a:lnTo>
                  <a:cubicBezTo>
                    <a:pt x="7549" y="6013"/>
                    <a:pt x="7608" y="5930"/>
                    <a:pt x="7608" y="5846"/>
                  </a:cubicBezTo>
                  <a:lnTo>
                    <a:pt x="7608" y="5549"/>
                  </a:lnTo>
                  <a:cubicBezTo>
                    <a:pt x="7608" y="5489"/>
                    <a:pt x="7584" y="5418"/>
                    <a:pt x="7513" y="5382"/>
                  </a:cubicBezTo>
                  <a:cubicBezTo>
                    <a:pt x="7442" y="5334"/>
                    <a:pt x="7418" y="5275"/>
                    <a:pt x="7418" y="5203"/>
                  </a:cubicBezTo>
                  <a:lnTo>
                    <a:pt x="7418" y="4608"/>
                  </a:lnTo>
                  <a:cubicBezTo>
                    <a:pt x="7418" y="4489"/>
                    <a:pt x="7501" y="4406"/>
                    <a:pt x="7620" y="4406"/>
                  </a:cubicBezTo>
                  <a:close/>
                  <a:moveTo>
                    <a:pt x="9585" y="3584"/>
                  </a:moveTo>
                  <a:lnTo>
                    <a:pt x="9585" y="6406"/>
                  </a:lnTo>
                  <a:lnTo>
                    <a:pt x="9204" y="6406"/>
                  </a:lnTo>
                  <a:lnTo>
                    <a:pt x="9204" y="6346"/>
                  </a:lnTo>
                  <a:cubicBezTo>
                    <a:pt x="9204" y="6084"/>
                    <a:pt x="9025" y="5846"/>
                    <a:pt x="8751" y="5787"/>
                  </a:cubicBezTo>
                  <a:lnTo>
                    <a:pt x="8394" y="5691"/>
                  </a:lnTo>
                  <a:lnTo>
                    <a:pt x="8394" y="5632"/>
                  </a:lnTo>
                  <a:cubicBezTo>
                    <a:pt x="8513" y="5537"/>
                    <a:pt x="8596" y="5370"/>
                    <a:pt x="8596" y="5191"/>
                  </a:cubicBezTo>
                  <a:lnTo>
                    <a:pt x="8596" y="4596"/>
                  </a:lnTo>
                  <a:cubicBezTo>
                    <a:pt x="8596" y="4263"/>
                    <a:pt x="8323" y="4001"/>
                    <a:pt x="8001" y="4001"/>
                  </a:cubicBezTo>
                  <a:lnTo>
                    <a:pt x="7596" y="4001"/>
                  </a:lnTo>
                  <a:cubicBezTo>
                    <a:pt x="7263" y="4001"/>
                    <a:pt x="7001" y="4263"/>
                    <a:pt x="7001" y="4596"/>
                  </a:cubicBezTo>
                  <a:lnTo>
                    <a:pt x="7001" y="5191"/>
                  </a:lnTo>
                  <a:cubicBezTo>
                    <a:pt x="7001" y="5358"/>
                    <a:pt x="7072" y="5513"/>
                    <a:pt x="7192" y="5632"/>
                  </a:cubicBezTo>
                  <a:lnTo>
                    <a:pt x="7192" y="5691"/>
                  </a:lnTo>
                  <a:lnTo>
                    <a:pt x="6834" y="5787"/>
                  </a:lnTo>
                  <a:cubicBezTo>
                    <a:pt x="6572" y="5846"/>
                    <a:pt x="6394" y="6084"/>
                    <a:pt x="6394" y="6346"/>
                  </a:cubicBezTo>
                  <a:lnTo>
                    <a:pt x="6394" y="6406"/>
                  </a:lnTo>
                  <a:lnTo>
                    <a:pt x="5953" y="6406"/>
                  </a:lnTo>
                  <a:lnTo>
                    <a:pt x="5953" y="3584"/>
                  </a:lnTo>
                  <a:close/>
                  <a:moveTo>
                    <a:pt x="203" y="0"/>
                  </a:moveTo>
                  <a:cubicBezTo>
                    <a:pt x="95" y="0"/>
                    <a:pt x="0" y="84"/>
                    <a:pt x="0" y="191"/>
                  </a:cubicBezTo>
                  <a:lnTo>
                    <a:pt x="0" y="6596"/>
                  </a:lnTo>
                  <a:cubicBezTo>
                    <a:pt x="0" y="6703"/>
                    <a:pt x="95" y="6799"/>
                    <a:pt x="203" y="6799"/>
                  </a:cubicBezTo>
                  <a:lnTo>
                    <a:pt x="9811" y="6799"/>
                  </a:lnTo>
                  <a:cubicBezTo>
                    <a:pt x="9918" y="6799"/>
                    <a:pt x="10001" y="6703"/>
                    <a:pt x="10001" y="6596"/>
                  </a:cubicBezTo>
                  <a:lnTo>
                    <a:pt x="10001" y="191"/>
                  </a:lnTo>
                  <a:cubicBezTo>
                    <a:pt x="10001" y="84"/>
                    <a:pt x="9918" y="0"/>
                    <a:pt x="9811" y="0"/>
                  </a:cubicBezTo>
                  <a:lnTo>
                    <a:pt x="1584" y="0"/>
                  </a:lnTo>
                  <a:cubicBezTo>
                    <a:pt x="1477" y="0"/>
                    <a:pt x="1381" y="84"/>
                    <a:pt x="1381" y="191"/>
                  </a:cubicBezTo>
                  <a:cubicBezTo>
                    <a:pt x="1381" y="286"/>
                    <a:pt x="1477" y="381"/>
                    <a:pt x="1584" y="381"/>
                  </a:cubicBezTo>
                  <a:lnTo>
                    <a:pt x="5596" y="381"/>
                  </a:lnTo>
                  <a:lnTo>
                    <a:pt x="5596" y="5215"/>
                  </a:lnTo>
                  <a:lnTo>
                    <a:pt x="4572" y="5215"/>
                  </a:lnTo>
                  <a:lnTo>
                    <a:pt x="4572" y="4203"/>
                  </a:lnTo>
                  <a:cubicBezTo>
                    <a:pt x="4572" y="3882"/>
                    <a:pt x="4370" y="3584"/>
                    <a:pt x="4072" y="3477"/>
                  </a:cubicBezTo>
                  <a:lnTo>
                    <a:pt x="3572" y="3286"/>
                  </a:lnTo>
                  <a:lnTo>
                    <a:pt x="3572" y="3274"/>
                  </a:lnTo>
                  <a:lnTo>
                    <a:pt x="3572" y="2989"/>
                  </a:lnTo>
                  <a:cubicBezTo>
                    <a:pt x="3810" y="2810"/>
                    <a:pt x="3977" y="2512"/>
                    <a:pt x="3977" y="2203"/>
                  </a:cubicBezTo>
                  <a:lnTo>
                    <a:pt x="3977" y="1798"/>
                  </a:lnTo>
                  <a:cubicBezTo>
                    <a:pt x="3977" y="1369"/>
                    <a:pt x="3620" y="1012"/>
                    <a:pt x="3191" y="1012"/>
                  </a:cubicBezTo>
                  <a:lnTo>
                    <a:pt x="2786" y="1012"/>
                  </a:lnTo>
                  <a:cubicBezTo>
                    <a:pt x="2358" y="1012"/>
                    <a:pt x="2000" y="1369"/>
                    <a:pt x="2000" y="1798"/>
                  </a:cubicBezTo>
                  <a:lnTo>
                    <a:pt x="2000" y="2203"/>
                  </a:lnTo>
                  <a:cubicBezTo>
                    <a:pt x="2000" y="2524"/>
                    <a:pt x="2167" y="2810"/>
                    <a:pt x="2405" y="2989"/>
                  </a:cubicBezTo>
                  <a:lnTo>
                    <a:pt x="2405" y="3274"/>
                  </a:lnTo>
                  <a:lnTo>
                    <a:pt x="2405" y="3286"/>
                  </a:lnTo>
                  <a:lnTo>
                    <a:pt x="1905" y="3477"/>
                  </a:lnTo>
                  <a:cubicBezTo>
                    <a:pt x="1608" y="3596"/>
                    <a:pt x="1405" y="3894"/>
                    <a:pt x="1405" y="4203"/>
                  </a:cubicBezTo>
                  <a:lnTo>
                    <a:pt x="1405" y="5215"/>
                  </a:lnTo>
                  <a:lnTo>
                    <a:pt x="381" y="5215"/>
                  </a:lnTo>
                  <a:lnTo>
                    <a:pt x="381" y="381"/>
                  </a:lnTo>
                  <a:lnTo>
                    <a:pt x="798" y="381"/>
                  </a:lnTo>
                  <a:cubicBezTo>
                    <a:pt x="893" y="381"/>
                    <a:pt x="988" y="286"/>
                    <a:pt x="988" y="191"/>
                  </a:cubicBezTo>
                  <a:cubicBezTo>
                    <a:pt x="988" y="84"/>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64"/>
            <p:cNvSpPr/>
            <p:nvPr/>
          </p:nvSpPr>
          <p:spPr>
            <a:xfrm>
              <a:off x="1289311" y="2926222"/>
              <a:ext cx="408156" cy="299783"/>
            </a:xfrm>
            <a:custGeom>
              <a:avLst/>
              <a:gdLst/>
              <a:ahLst/>
              <a:cxnLst/>
              <a:rect l="l" t="t" r="r" b="b"/>
              <a:pathLst>
                <a:path w="12824" h="9419" extrusionOk="0">
                  <a:moveTo>
                    <a:pt x="11621" y="382"/>
                  </a:moveTo>
                  <a:cubicBezTo>
                    <a:pt x="11740" y="382"/>
                    <a:pt x="11823" y="477"/>
                    <a:pt x="11823" y="596"/>
                  </a:cubicBezTo>
                  <a:lnTo>
                    <a:pt x="11823" y="8037"/>
                  </a:lnTo>
                  <a:lnTo>
                    <a:pt x="11406" y="8037"/>
                  </a:lnTo>
                  <a:cubicBezTo>
                    <a:pt x="11299" y="8037"/>
                    <a:pt x="11216" y="8121"/>
                    <a:pt x="11216" y="8228"/>
                  </a:cubicBezTo>
                  <a:cubicBezTo>
                    <a:pt x="11216" y="8335"/>
                    <a:pt x="11299" y="8418"/>
                    <a:pt x="11406" y="8418"/>
                  </a:cubicBezTo>
                  <a:lnTo>
                    <a:pt x="12407" y="8418"/>
                  </a:lnTo>
                  <a:cubicBezTo>
                    <a:pt x="12407" y="8418"/>
                    <a:pt x="12418" y="8418"/>
                    <a:pt x="12418" y="8442"/>
                  </a:cubicBezTo>
                  <a:lnTo>
                    <a:pt x="12418" y="8835"/>
                  </a:lnTo>
                  <a:cubicBezTo>
                    <a:pt x="12442" y="8942"/>
                    <a:pt x="12347" y="9049"/>
                    <a:pt x="12228" y="9049"/>
                  </a:cubicBezTo>
                  <a:lnTo>
                    <a:pt x="596" y="9049"/>
                  </a:lnTo>
                  <a:cubicBezTo>
                    <a:pt x="476" y="9049"/>
                    <a:pt x="381" y="8954"/>
                    <a:pt x="381" y="8835"/>
                  </a:cubicBezTo>
                  <a:lnTo>
                    <a:pt x="381" y="8442"/>
                  </a:lnTo>
                  <a:cubicBezTo>
                    <a:pt x="381" y="8442"/>
                    <a:pt x="381" y="8418"/>
                    <a:pt x="393" y="8418"/>
                  </a:cubicBezTo>
                  <a:lnTo>
                    <a:pt x="10621" y="8418"/>
                  </a:lnTo>
                  <a:cubicBezTo>
                    <a:pt x="10728" y="8418"/>
                    <a:pt x="10811" y="8335"/>
                    <a:pt x="10811" y="8228"/>
                  </a:cubicBezTo>
                  <a:cubicBezTo>
                    <a:pt x="10811" y="8121"/>
                    <a:pt x="10728" y="8037"/>
                    <a:pt x="10621" y="8037"/>
                  </a:cubicBezTo>
                  <a:lnTo>
                    <a:pt x="977" y="8037"/>
                  </a:lnTo>
                  <a:lnTo>
                    <a:pt x="977" y="596"/>
                  </a:lnTo>
                  <a:cubicBezTo>
                    <a:pt x="977" y="477"/>
                    <a:pt x="1072" y="382"/>
                    <a:pt x="1179" y="382"/>
                  </a:cubicBezTo>
                  <a:close/>
                  <a:moveTo>
                    <a:pt x="1191" y="1"/>
                  </a:moveTo>
                  <a:cubicBezTo>
                    <a:pt x="857" y="1"/>
                    <a:pt x="596" y="263"/>
                    <a:pt x="596" y="596"/>
                  </a:cubicBezTo>
                  <a:lnTo>
                    <a:pt x="596" y="8037"/>
                  </a:lnTo>
                  <a:lnTo>
                    <a:pt x="381" y="8037"/>
                  </a:lnTo>
                  <a:cubicBezTo>
                    <a:pt x="179" y="8037"/>
                    <a:pt x="0" y="8216"/>
                    <a:pt x="0" y="8418"/>
                  </a:cubicBezTo>
                  <a:lnTo>
                    <a:pt x="0" y="8823"/>
                  </a:lnTo>
                  <a:cubicBezTo>
                    <a:pt x="0" y="9157"/>
                    <a:pt x="262" y="9419"/>
                    <a:pt x="596" y="9419"/>
                  </a:cubicBezTo>
                  <a:lnTo>
                    <a:pt x="12228" y="9419"/>
                  </a:lnTo>
                  <a:cubicBezTo>
                    <a:pt x="12561" y="9419"/>
                    <a:pt x="12823" y="9157"/>
                    <a:pt x="12823" y="8823"/>
                  </a:cubicBezTo>
                  <a:lnTo>
                    <a:pt x="12823" y="8418"/>
                  </a:lnTo>
                  <a:cubicBezTo>
                    <a:pt x="12811" y="8216"/>
                    <a:pt x="12645" y="8037"/>
                    <a:pt x="12418" y="8037"/>
                  </a:cubicBezTo>
                  <a:lnTo>
                    <a:pt x="12216" y="8037"/>
                  </a:lnTo>
                  <a:lnTo>
                    <a:pt x="12216" y="596"/>
                  </a:lnTo>
                  <a:cubicBezTo>
                    <a:pt x="12216" y="263"/>
                    <a:pt x="11942" y="1"/>
                    <a:pt x="1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1" name="Google Shape;10411;p64"/>
          <p:cNvGrpSpPr/>
          <p:nvPr/>
        </p:nvGrpSpPr>
        <p:grpSpPr>
          <a:xfrm>
            <a:off x="7978465" y="1795142"/>
            <a:ext cx="361147" cy="360797"/>
            <a:chOff x="7978465" y="1969392"/>
            <a:chExt cx="361147" cy="360797"/>
          </a:xfrm>
        </p:grpSpPr>
        <p:sp>
          <p:nvSpPr>
            <p:cNvPr id="10412" name="Google Shape;10412;p64"/>
            <p:cNvSpPr/>
            <p:nvPr/>
          </p:nvSpPr>
          <p:spPr>
            <a:xfrm>
              <a:off x="8136871" y="2285821"/>
              <a:ext cx="44368" cy="44368"/>
            </a:xfrm>
            <a:custGeom>
              <a:avLst/>
              <a:gdLst/>
              <a:ahLst/>
              <a:cxnLst/>
              <a:rect l="l" t="t" r="r" b="b"/>
              <a:pathLst>
                <a:path w="1394" h="1394" extrusionOk="0">
                  <a:moveTo>
                    <a:pt x="691" y="322"/>
                  </a:moveTo>
                  <a:cubicBezTo>
                    <a:pt x="905" y="322"/>
                    <a:pt x="1072" y="488"/>
                    <a:pt x="1072" y="703"/>
                  </a:cubicBezTo>
                  <a:cubicBezTo>
                    <a:pt x="1072" y="905"/>
                    <a:pt x="893" y="1072"/>
                    <a:pt x="691" y="1072"/>
                  </a:cubicBezTo>
                  <a:cubicBezTo>
                    <a:pt x="488" y="1072"/>
                    <a:pt x="322" y="905"/>
                    <a:pt x="322" y="703"/>
                  </a:cubicBezTo>
                  <a:cubicBezTo>
                    <a:pt x="322" y="488"/>
                    <a:pt x="488" y="322"/>
                    <a:pt x="691" y="322"/>
                  </a:cubicBezTo>
                  <a:close/>
                  <a:moveTo>
                    <a:pt x="691" y="0"/>
                  </a:moveTo>
                  <a:cubicBezTo>
                    <a:pt x="310" y="0"/>
                    <a:pt x="0" y="310"/>
                    <a:pt x="0" y="703"/>
                  </a:cubicBezTo>
                  <a:cubicBezTo>
                    <a:pt x="0" y="1084"/>
                    <a:pt x="310" y="1393"/>
                    <a:pt x="691" y="1393"/>
                  </a:cubicBezTo>
                  <a:cubicBezTo>
                    <a:pt x="1084" y="1393"/>
                    <a:pt x="1393" y="1084"/>
                    <a:pt x="1393" y="703"/>
                  </a:cubicBezTo>
                  <a:cubicBezTo>
                    <a:pt x="1393" y="310"/>
                    <a:pt x="108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64"/>
            <p:cNvSpPr/>
            <p:nvPr/>
          </p:nvSpPr>
          <p:spPr>
            <a:xfrm>
              <a:off x="8210010" y="2121719"/>
              <a:ext cx="56112" cy="56112"/>
            </a:xfrm>
            <a:custGeom>
              <a:avLst/>
              <a:gdLst/>
              <a:ahLst/>
              <a:cxnLst/>
              <a:rect l="l" t="t" r="r" b="b"/>
              <a:pathLst>
                <a:path w="1763" h="1763" extrusionOk="0">
                  <a:moveTo>
                    <a:pt x="881" y="334"/>
                  </a:moveTo>
                  <a:cubicBezTo>
                    <a:pt x="1191" y="334"/>
                    <a:pt x="1429" y="572"/>
                    <a:pt x="1429" y="882"/>
                  </a:cubicBezTo>
                  <a:cubicBezTo>
                    <a:pt x="1417" y="1180"/>
                    <a:pt x="1179" y="1430"/>
                    <a:pt x="881" y="1430"/>
                  </a:cubicBezTo>
                  <a:cubicBezTo>
                    <a:pt x="583" y="1430"/>
                    <a:pt x="333" y="1191"/>
                    <a:pt x="333" y="882"/>
                  </a:cubicBezTo>
                  <a:cubicBezTo>
                    <a:pt x="333" y="584"/>
                    <a:pt x="572" y="334"/>
                    <a:pt x="881" y="334"/>
                  </a:cubicBezTo>
                  <a:close/>
                  <a:moveTo>
                    <a:pt x="881" y="1"/>
                  </a:moveTo>
                  <a:cubicBezTo>
                    <a:pt x="405" y="1"/>
                    <a:pt x="0" y="394"/>
                    <a:pt x="0" y="882"/>
                  </a:cubicBezTo>
                  <a:cubicBezTo>
                    <a:pt x="0" y="1358"/>
                    <a:pt x="393" y="1763"/>
                    <a:pt x="881" y="1763"/>
                  </a:cubicBezTo>
                  <a:cubicBezTo>
                    <a:pt x="1357" y="1763"/>
                    <a:pt x="1762" y="1370"/>
                    <a:pt x="1762" y="882"/>
                  </a:cubicBezTo>
                  <a:cubicBezTo>
                    <a:pt x="1762"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64"/>
            <p:cNvSpPr/>
            <p:nvPr/>
          </p:nvSpPr>
          <p:spPr>
            <a:xfrm>
              <a:off x="8051987" y="2121719"/>
              <a:ext cx="55730" cy="56112"/>
            </a:xfrm>
            <a:custGeom>
              <a:avLst/>
              <a:gdLst/>
              <a:ahLst/>
              <a:cxnLst/>
              <a:rect l="l" t="t" r="r" b="b"/>
              <a:pathLst>
                <a:path w="1751" h="1763" extrusionOk="0">
                  <a:moveTo>
                    <a:pt x="881" y="334"/>
                  </a:moveTo>
                  <a:cubicBezTo>
                    <a:pt x="1179" y="334"/>
                    <a:pt x="1429" y="572"/>
                    <a:pt x="1429" y="882"/>
                  </a:cubicBezTo>
                  <a:cubicBezTo>
                    <a:pt x="1417" y="1180"/>
                    <a:pt x="1179" y="1430"/>
                    <a:pt x="881" y="1430"/>
                  </a:cubicBezTo>
                  <a:cubicBezTo>
                    <a:pt x="584" y="1430"/>
                    <a:pt x="322" y="1191"/>
                    <a:pt x="322" y="882"/>
                  </a:cubicBezTo>
                  <a:cubicBezTo>
                    <a:pt x="322" y="572"/>
                    <a:pt x="560" y="334"/>
                    <a:pt x="881" y="334"/>
                  </a:cubicBezTo>
                  <a:close/>
                  <a:moveTo>
                    <a:pt x="881" y="1"/>
                  </a:moveTo>
                  <a:cubicBezTo>
                    <a:pt x="405" y="1"/>
                    <a:pt x="0" y="394"/>
                    <a:pt x="0" y="882"/>
                  </a:cubicBezTo>
                  <a:cubicBezTo>
                    <a:pt x="0" y="1358"/>
                    <a:pt x="381" y="1763"/>
                    <a:pt x="881" y="1763"/>
                  </a:cubicBezTo>
                  <a:cubicBezTo>
                    <a:pt x="1357" y="1763"/>
                    <a:pt x="1750" y="1370"/>
                    <a:pt x="1750" y="882"/>
                  </a:cubicBezTo>
                  <a:cubicBezTo>
                    <a:pt x="1750"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64"/>
            <p:cNvSpPr/>
            <p:nvPr/>
          </p:nvSpPr>
          <p:spPr>
            <a:xfrm>
              <a:off x="7978465" y="2285821"/>
              <a:ext cx="44749" cy="44368"/>
            </a:xfrm>
            <a:custGeom>
              <a:avLst/>
              <a:gdLst/>
              <a:ahLst/>
              <a:cxnLst/>
              <a:rect l="l" t="t" r="r" b="b"/>
              <a:pathLst>
                <a:path w="1406" h="1394" extrusionOk="0">
                  <a:moveTo>
                    <a:pt x="703" y="322"/>
                  </a:moveTo>
                  <a:cubicBezTo>
                    <a:pt x="905" y="322"/>
                    <a:pt x="1072" y="488"/>
                    <a:pt x="1072" y="703"/>
                  </a:cubicBezTo>
                  <a:cubicBezTo>
                    <a:pt x="1072" y="905"/>
                    <a:pt x="893" y="1072"/>
                    <a:pt x="703" y="1072"/>
                  </a:cubicBezTo>
                  <a:cubicBezTo>
                    <a:pt x="489" y="1072"/>
                    <a:pt x="334" y="905"/>
                    <a:pt x="334" y="703"/>
                  </a:cubicBezTo>
                  <a:cubicBezTo>
                    <a:pt x="334" y="488"/>
                    <a:pt x="489"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64"/>
            <p:cNvSpPr/>
            <p:nvPr/>
          </p:nvSpPr>
          <p:spPr>
            <a:xfrm>
              <a:off x="8294894" y="2285821"/>
              <a:ext cx="44718" cy="44368"/>
            </a:xfrm>
            <a:custGeom>
              <a:avLst/>
              <a:gdLst/>
              <a:ahLst/>
              <a:cxnLst/>
              <a:rect l="l" t="t" r="r" b="b"/>
              <a:pathLst>
                <a:path w="1405" h="1394" extrusionOk="0">
                  <a:moveTo>
                    <a:pt x="703" y="322"/>
                  </a:moveTo>
                  <a:cubicBezTo>
                    <a:pt x="905" y="322"/>
                    <a:pt x="1072" y="488"/>
                    <a:pt x="1072" y="703"/>
                  </a:cubicBezTo>
                  <a:cubicBezTo>
                    <a:pt x="1072" y="905"/>
                    <a:pt x="893" y="1072"/>
                    <a:pt x="703" y="1072"/>
                  </a:cubicBezTo>
                  <a:cubicBezTo>
                    <a:pt x="488" y="1072"/>
                    <a:pt x="333" y="905"/>
                    <a:pt x="333" y="703"/>
                  </a:cubicBezTo>
                  <a:cubicBezTo>
                    <a:pt x="333" y="488"/>
                    <a:pt x="488"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64"/>
            <p:cNvSpPr/>
            <p:nvPr/>
          </p:nvSpPr>
          <p:spPr>
            <a:xfrm>
              <a:off x="8119811" y="1969392"/>
              <a:ext cx="78455" cy="78487"/>
            </a:xfrm>
            <a:custGeom>
              <a:avLst/>
              <a:gdLst/>
              <a:ahLst/>
              <a:cxnLst/>
              <a:rect l="l" t="t" r="r" b="b"/>
              <a:pathLst>
                <a:path w="2465" h="2466" extrusionOk="0">
                  <a:moveTo>
                    <a:pt x="1227" y="346"/>
                  </a:moveTo>
                  <a:cubicBezTo>
                    <a:pt x="1727" y="346"/>
                    <a:pt x="2120" y="739"/>
                    <a:pt x="2120" y="1239"/>
                  </a:cubicBezTo>
                  <a:cubicBezTo>
                    <a:pt x="2120" y="1727"/>
                    <a:pt x="1727" y="2132"/>
                    <a:pt x="1227" y="2132"/>
                  </a:cubicBezTo>
                  <a:cubicBezTo>
                    <a:pt x="739" y="2132"/>
                    <a:pt x="334" y="1727"/>
                    <a:pt x="334" y="1239"/>
                  </a:cubicBezTo>
                  <a:cubicBezTo>
                    <a:pt x="334" y="739"/>
                    <a:pt x="739" y="346"/>
                    <a:pt x="1227" y="346"/>
                  </a:cubicBezTo>
                  <a:close/>
                  <a:moveTo>
                    <a:pt x="1227" y="1"/>
                  </a:moveTo>
                  <a:cubicBezTo>
                    <a:pt x="548" y="1"/>
                    <a:pt x="0" y="548"/>
                    <a:pt x="0" y="1239"/>
                  </a:cubicBezTo>
                  <a:cubicBezTo>
                    <a:pt x="0" y="1917"/>
                    <a:pt x="548" y="2465"/>
                    <a:pt x="1227" y="2465"/>
                  </a:cubicBezTo>
                  <a:cubicBezTo>
                    <a:pt x="1917" y="2465"/>
                    <a:pt x="2465" y="1917"/>
                    <a:pt x="2465" y="1239"/>
                  </a:cubicBezTo>
                  <a:cubicBezTo>
                    <a:pt x="2465" y="548"/>
                    <a:pt x="1905"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64"/>
            <p:cNvSpPr/>
            <p:nvPr/>
          </p:nvSpPr>
          <p:spPr>
            <a:xfrm>
              <a:off x="8012202" y="2189575"/>
              <a:ext cx="134917" cy="89690"/>
            </a:xfrm>
            <a:custGeom>
              <a:avLst/>
              <a:gdLst/>
              <a:ahLst/>
              <a:cxnLst/>
              <a:rect l="l" t="t" r="r" b="b"/>
              <a:pathLst>
                <a:path w="4239" h="2818" extrusionOk="0">
                  <a:moveTo>
                    <a:pt x="2107" y="0"/>
                  </a:moveTo>
                  <a:cubicBezTo>
                    <a:pt x="2024" y="0"/>
                    <a:pt x="1953" y="71"/>
                    <a:pt x="1953" y="167"/>
                  </a:cubicBezTo>
                  <a:lnTo>
                    <a:pt x="1953" y="1417"/>
                  </a:lnTo>
                  <a:lnTo>
                    <a:pt x="1072" y="1417"/>
                  </a:lnTo>
                  <a:cubicBezTo>
                    <a:pt x="822" y="1417"/>
                    <a:pt x="583" y="1560"/>
                    <a:pt x="464" y="1786"/>
                  </a:cubicBezTo>
                  <a:lnTo>
                    <a:pt x="48" y="2560"/>
                  </a:lnTo>
                  <a:cubicBezTo>
                    <a:pt x="0" y="2631"/>
                    <a:pt x="24" y="2738"/>
                    <a:pt x="119" y="2786"/>
                  </a:cubicBezTo>
                  <a:cubicBezTo>
                    <a:pt x="143" y="2798"/>
                    <a:pt x="167" y="2798"/>
                    <a:pt x="191" y="2798"/>
                  </a:cubicBezTo>
                  <a:cubicBezTo>
                    <a:pt x="250" y="2798"/>
                    <a:pt x="310" y="2774"/>
                    <a:pt x="345" y="2715"/>
                  </a:cubicBezTo>
                  <a:lnTo>
                    <a:pt x="762" y="1941"/>
                  </a:lnTo>
                  <a:cubicBezTo>
                    <a:pt x="822" y="1822"/>
                    <a:pt x="953" y="1738"/>
                    <a:pt x="1083" y="1738"/>
                  </a:cubicBezTo>
                  <a:lnTo>
                    <a:pt x="3167" y="1738"/>
                  </a:lnTo>
                  <a:cubicBezTo>
                    <a:pt x="3298" y="1738"/>
                    <a:pt x="3417" y="1822"/>
                    <a:pt x="3500" y="1941"/>
                  </a:cubicBezTo>
                  <a:lnTo>
                    <a:pt x="3917" y="2727"/>
                  </a:lnTo>
                  <a:cubicBezTo>
                    <a:pt x="3943" y="2778"/>
                    <a:pt x="4006" y="2817"/>
                    <a:pt x="4066" y="2817"/>
                  </a:cubicBezTo>
                  <a:cubicBezTo>
                    <a:pt x="4089" y="2817"/>
                    <a:pt x="4112" y="2811"/>
                    <a:pt x="4131" y="2798"/>
                  </a:cubicBezTo>
                  <a:cubicBezTo>
                    <a:pt x="4215" y="2774"/>
                    <a:pt x="4239" y="2667"/>
                    <a:pt x="4191" y="2572"/>
                  </a:cubicBezTo>
                  <a:lnTo>
                    <a:pt x="3774" y="1786"/>
                  </a:lnTo>
                  <a:cubicBezTo>
                    <a:pt x="3655" y="1560"/>
                    <a:pt x="3417" y="1417"/>
                    <a:pt x="3155" y="1417"/>
                  </a:cubicBezTo>
                  <a:lnTo>
                    <a:pt x="2274" y="1417"/>
                  </a:lnTo>
                  <a:lnTo>
                    <a:pt x="2274" y="167"/>
                  </a:lnTo>
                  <a:cubicBezTo>
                    <a:pt x="2274" y="71"/>
                    <a:pt x="2203" y="0"/>
                    <a:pt x="2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64"/>
            <p:cNvSpPr/>
            <p:nvPr/>
          </p:nvSpPr>
          <p:spPr>
            <a:xfrm>
              <a:off x="8099346" y="2059973"/>
              <a:ext cx="119385" cy="56016"/>
            </a:xfrm>
            <a:custGeom>
              <a:avLst/>
              <a:gdLst/>
              <a:ahLst/>
              <a:cxnLst/>
              <a:rect l="l" t="t" r="r" b="b"/>
              <a:pathLst>
                <a:path w="3751" h="1760" extrusionOk="0">
                  <a:moveTo>
                    <a:pt x="1870" y="0"/>
                  </a:moveTo>
                  <a:cubicBezTo>
                    <a:pt x="1786" y="0"/>
                    <a:pt x="1715" y="72"/>
                    <a:pt x="1715" y="155"/>
                  </a:cubicBezTo>
                  <a:lnTo>
                    <a:pt x="1715" y="714"/>
                  </a:lnTo>
                  <a:lnTo>
                    <a:pt x="774" y="714"/>
                  </a:lnTo>
                  <a:cubicBezTo>
                    <a:pt x="584" y="714"/>
                    <a:pt x="405" y="810"/>
                    <a:pt x="310" y="988"/>
                  </a:cubicBezTo>
                  <a:lnTo>
                    <a:pt x="48" y="1512"/>
                  </a:lnTo>
                  <a:cubicBezTo>
                    <a:pt x="0" y="1584"/>
                    <a:pt x="24" y="1691"/>
                    <a:pt x="120" y="1738"/>
                  </a:cubicBezTo>
                  <a:cubicBezTo>
                    <a:pt x="141" y="1753"/>
                    <a:pt x="167" y="1760"/>
                    <a:pt x="192" y="1760"/>
                  </a:cubicBezTo>
                  <a:cubicBezTo>
                    <a:pt x="251" y="1760"/>
                    <a:pt x="313" y="1725"/>
                    <a:pt x="346" y="1667"/>
                  </a:cubicBezTo>
                  <a:lnTo>
                    <a:pt x="608" y="1143"/>
                  </a:lnTo>
                  <a:cubicBezTo>
                    <a:pt x="643" y="1084"/>
                    <a:pt x="715" y="1036"/>
                    <a:pt x="774" y="1036"/>
                  </a:cubicBezTo>
                  <a:lnTo>
                    <a:pt x="2977" y="1036"/>
                  </a:lnTo>
                  <a:cubicBezTo>
                    <a:pt x="3048" y="1036"/>
                    <a:pt x="3108" y="1084"/>
                    <a:pt x="3144" y="1143"/>
                  </a:cubicBezTo>
                  <a:lnTo>
                    <a:pt x="3406" y="1667"/>
                  </a:lnTo>
                  <a:cubicBezTo>
                    <a:pt x="3441" y="1727"/>
                    <a:pt x="3501" y="1750"/>
                    <a:pt x="3560" y="1750"/>
                  </a:cubicBezTo>
                  <a:cubicBezTo>
                    <a:pt x="3584" y="1750"/>
                    <a:pt x="3620" y="1750"/>
                    <a:pt x="3632" y="1738"/>
                  </a:cubicBezTo>
                  <a:cubicBezTo>
                    <a:pt x="3715" y="1691"/>
                    <a:pt x="3751" y="1584"/>
                    <a:pt x="3703" y="1512"/>
                  </a:cubicBezTo>
                  <a:lnTo>
                    <a:pt x="3441" y="988"/>
                  </a:lnTo>
                  <a:cubicBezTo>
                    <a:pt x="3346" y="810"/>
                    <a:pt x="3168" y="714"/>
                    <a:pt x="2977" y="714"/>
                  </a:cubicBezTo>
                  <a:lnTo>
                    <a:pt x="2036" y="714"/>
                  </a:lnTo>
                  <a:lnTo>
                    <a:pt x="2036" y="155"/>
                  </a:lnTo>
                  <a:cubicBezTo>
                    <a:pt x="2036" y="72"/>
                    <a:pt x="1965"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64"/>
            <p:cNvSpPr/>
            <p:nvPr/>
          </p:nvSpPr>
          <p:spPr>
            <a:xfrm>
              <a:off x="8170194" y="2189925"/>
              <a:ext cx="135331" cy="89849"/>
            </a:xfrm>
            <a:custGeom>
              <a:avLst/>
              <a:gdLst/>
              <a:ahLst/>
              <a:cxnLst/>
              <a:rect l="l" t="t" r="r" b="b"/>
              <a:pathLst>
                <a:path w="4252" h="2823" extrusionOk="0">
                  <a:moveTo>
                    <a:pt x="2132" y="1"/>
                  </a:moveTo>
                  <a:cubicBezTo>
                    <a:pt x="2049" y="1"/>
                    <a:pt x="1965" y="84"/>
                    <a:pt x="1965" y="168"/>
                  </a:cubicBezTo>
                  <a:lnTo>
                    <a:pt x="1965" y="1418"/>
                  </a:lnTo>
                  <a:lnTo>
                    <a:pt x="1096" y="1418"/>
                  </a:lnTo>
                  <a:cubicBezTo>
                    <a:pt x="834" y="1418"/>
                    <a:pt x="596" y="1573"/>
                    <a:pt x="465" y="1787"/>
                  </a:cubicBezTo>
                  <a:lnTo>
                    <a:pt x="49" y="2585"/>
                  </a:lnTo>
                  <a:cubicBezTo>
                    <a:pt x="1" y="2656"/>
                    <a:pt x="37" y="2763"/>
                    <a:pt x="120" y="2799"/>
                  </a:cubicBezTo>
                  <a:cubicBezTo>
                    <a:pt x="148" y="2815"/>
                    <a:pt x="177" y="2823"/>
                    <a:pt x="205" y="2823"/>
                  </a:cubicBezTo>
                  <a:cubicBezTo>
                    <a:pt x="262" y="2823"/>
                    <a:pt x="314" y="2791"/>
                    <a:pt x="346" y="2727"/>
                  </a:cubicBezTo>
                  <a:lnTo>
                    <a:pt x="763" y="1942"/>
                  </a:lnTo>
                  <a:cubicBezTo>
                    <a:pt x="822" y="1823"/>
                    <a:pt x="953" y="1751"/>
                    <a:pt x="1096" y="1751"/>
                  </a:cubicBezTo>
                  <a:lnTo>
                    <a:pt x="3180" y="1751"/>
                  </a:lnTo>
                  <a:cubicBezTo>
                    <a:pt x="3311" y="1751"/>
                    <a:pt x="3430" y="1823"/>
                    <a:pt x="3501" y="1942"/>
                  </a:cubicBezTo>
                  <a:lnTo>
                    <a:pt x="3918" y="2716"/>
                  </a:lnTo>
                  <a:cubicBezTo>
                    <a:pt x="3954" y="2775"/>
                    <a:pt x="4013" y="2799"/>
                    <a:pt x="4073" y="2799"/>
                  </a:cubicBezTo>
                  <a:cubicBezTo>
                    <a:pt x="4097" y="2799"/>
                    <a:pt x="4132" y="2799"/>
                    <a:pt x="4144" y="2787"/>
                  </a:cubicBezTo>
                  <a:cubicBezTo>
                    <a:pt x="4216" y="2763"/>
                    <a:pt x="4251" y="2656"/>
                    <a:pt x="4204" y="2561"/>
                  </a:cubicBezTo>
                  <a:lnTo>
                    <a:pt x="3787" y="1787"/>
                  </a:lnTo>
                  <a:cubicBezTo>
                    <a:pt x="3668" y="1573"/>
                    <a:pt x="3430" y="1418"/>
                    <a:pt x="3180" y="1418"/>
                  </a:cubicBezTo>
                  <a:lnTo>
                    <a:pt x="2299" y="1418"/>
                  </a:lnTo>
                  <a:lnTo>
                    <a:pt x="2299" y="168"/>
                  </a:lnTo>
                  <a:cubicBezTo>
                    <a:pt x="2299" y="84"/>
                    <a:pt x="2227" y="1"/>
                    <a:pt x="2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21" name="Google Shape;10421;p64"/>
          <p:cNvSpPr/>
          <p:nvPr/>
        </p:nvSpPr>
        <p:spPr>
          <a:xfrm>
            <a:off x="2206357" y="2716357"/>
            <a:ext cx="372159" cy="372159"/>
          </a:xfrm>
          <a:custGeom>
            <a:avLst/>
            <a:gdLst/>
            <a:ahLst/>
            <a:cxnLst/>
            <a:rect l="l" t="t" r="r" b="b"/>
            <a:pathLst>
              <a:path w="11693" h="11693" extrusionOk="0">
                <a:moveTo>
                  <a:pt x="10252" y="584"/>
                </a:moveTo>
                <a:lnTo>
                  <a:pt x="10252" y="1263"/>
                </a:lnTo>
                <a:cubicBezTo>
                  <a:pt x="10252" y="1358"/>
                  <a:pt x="10323" y="1429"/>
                  <a:pt x="10406" y="1429"/>
                </a:cubicBezTo>
                <a:lnTo>
                  <a:pt x="11097" y="1429"/>
                </a:lnTo>
                <a:lnTo>
                  <a:pt x="9609" y="2918"/>
                </a:lnTo>
                <a:lnTo>
                  <a:pt x="9001" y="2918"/>
                </a:lnTo>
                <a:lnTo>
                  <a:pt x="9978" y="1941"/>
                </a:lnTo>
                <a:cubicBezTo>
                  <a:pt x="10037" y="1882"/>
                  <a:pt x="10037" y="1751"/>
                  <a:pt x="9978" y="1691"/>
                </a:cubicBezTo>
                <a:cubicBezTo>
                  <a:pt x="9948" y="1667"/>
                  <a:pt x="9903" y="1656"/>
                  <a:pt x="9859" y="1656"/>
                </a:cubicBezTo>
                <a:cubicBezTo>
                  <a:pt x="9814" y="1656"/>
                  <a:pt x="9769" y="1667"/>
                  <a:pt x="9740" y="1691"/>
                </a:cubicBezTo>
                <a:lnTo>
                  <a:pt x="8763" y="2679"/>
                </a:lnTo>
                <a:lnTo>
                  <a:pt x="8763" y="2072"/>
                </a:lnTo>
                <a:lnTo>
                  <a:pt x="10252" y="584"/>
                </a:lnTo>
                <a:close/>
                <a:moveTo>
                  <a:pt x="4739" y="2537"/>
                </a:moveTo>
                <a:cubicBezTo>
                  <a:pt x="5894" y="2537"/>
                  <a:pt x="6942" y="2977"/>
                  <a:pt x="7739" y="3703"/>
                </a:cubicBezTo>
                <a:lnTo>
                  <a:pt x="4620" y="6811"/>
                </a:lnTo>
                <a:cubicBezTo>
                  <a:pt x="4560" y="6870"/>
                  <a:pt x="4560" y="7001"/>
                  <a:pt x="4620" y="7049"/>
                </a:cubicBezTo>
                <a:cubicBezTo>
                  <a:pt x="4656" y="7085"/>
                  <a:pt x="4703" y="7097"/>
                  <a:pt x="4739" y="7097"/>
                </a:cubicBezTo>
                <a:cubicBezTo>
                  <a:pt x="4787" y="7097"/>
                  <a:pt x="4834" y="7085"/>
                  <a:pt x="4858" y="7049"/>
                </a:cubicBezTo>
                <a:lnTo>
                  <a:pt x="5632" y="6275"/>
                </a:lnTo>
                <a:cubicBezTo>
                  <a:pt x="5775" y="6478"/>
                  <a:pt x="5846" y="6692"/>
                  <a:pt x="5846" y="6930"/>
                </a:cubicBezTo>
                <a:cubicBezTo>
                  <a:pt x="5846" y="7549"/>
                  <a:pt x="5358" y="8037"/>
                  <a:pt x="4739" y="8037"/>
                </a:cubicBezTo>
                <a:cubicBezTo>
                  <a:pt x="4132" y="8037"/>
                  <a:pt x="3644" y="7549"/>
                  <a:pt x="3644" y="6930"/>
                </a:cubicBezTo>
                <a:cubicBezTo>
                  <a:pt x="3644" y="6323"/>
                  <a:pt x="4132" y="5835"/>
                  <a:pt x="4739" y="5835"/>
                </a:cubicBezTo>
                <a:cubicBezTo>
                  <a:pt x="4822" y="5835"/>
                  <a:pt x="4882" y="5835"/>
                  <a:pt x="4953" y="5847"/>
                </a:cubicBezTo>
                <a:cubicBezTo>
                  <a:pt x="4962" y="5848"/>
                  <a:pt x="4970" y="5848"/>
                  <a:pt x="4979" y="5848"/>
                </a:cubicBezTo>
                <a:cubicBezTo>
                  <a:pt x="5055" y="5848"/>
                  <a:pt x="5133" y="5801"/>
                  <a:pt x="5144" y="5716"/>
                </a:cubicBezTo>
                <a:cubicBezTo>
                  <a:pt x="5156" y="5620"/>
                  <a:pt x="5096" y="5537"/>
                  <a:pt x="5013" y="5525"/>
                </a:cubicBezTo>
                <a:cubicBezTo>
                  <a:pt x="4918" y="5513"/>
                  <a:pt x="4834" y="5489"/>
                  <a:pt x="4739" y="5489"/>
                </a:cubicBezTo>
                <a:cubicBezTo>
                  <a:pt x="3941" y="5489"/>
                  <a:pt x="3298" y="6144"/>
                  <a:pt x="3298" y="6942"/>
                </a:cubicBezTo>
                <a:cubicBezTo>
                  <a:pt x="3298" y="7740"/>
                  <a:pt x="3953" y="8383"/>
                  <a:pt x="4739" y="8383"/>
                </a:cubicBezTo>
                <a:cubicBezTo>
                  <a:pt x="5549" y="8383"/>
                  <a:pt x="6192" y="7728"/>
                  <a:pt x="6192" y="6942"/>
                </a:cubicBezTo>
                <a:cubicBezTo>
                  <a:pt x="6192" y="6609"/>
                  <a:pt x="6084" y="6299"/>
                  <a:pt x="5870" y="6049"/>
                </a:cubicBezTo>
                <a:lnTo>
                  <a:pt x="6406" y="5513"/>
                </a:lnTo>
                <a:cubicBezTo>
                  <a:pt x="6751" y="5906"/>
                  <a:pt x="6942" y="6418"/>
                  <a:pt x="6942" y="6942"/>
                </a:cubicBezTo>
                <a:cubicBezTo>
                  <a:pt x="6942" y="8156"/>
                  <a:pt x="5965" y="9133"/>
                  <a:pt x="4739" y="9133"/>
                </a:cubicBezTo>
                <a:cubicBezTo>
                  <a:pt x="3525" y="9133"/>
                  <a:pt x="2536" y="8156"/>
                  <a:pt x="2536" y="6942"/>
                </a:cubicBezTo>
                <a:cubicBezTo>
                  <a:pt x="2536" y="5716"/>
                  <a:pt x="3525" y="4739"/>
                  <a:pt x="4739" y="4739"/>
                </a:cubicBezTo>
                <a:cubicBezTo>
                  <a:pt x="5120" y="4739"/>
                  <a:pt x="5477" y="4823"/>
                  <a:pt x="5787" y="5001"/>
                </a:cubicBezTo>
                <a:cubicBezTo>
                  <a:pt x="5812" y="5016"/>
                  <a:pt x="5840" y="5022"/>
                  <a:pt x="5868" y="5022"/>
                </a:cubicBezTo>
                <a:cubicBezTo>
                  <a:pt x="5930" y="5022"/>
                  <a:pt x="5992" y="4988"/>
                  <a:pt x="6025" y="4930"/>
                </a:cubicBezTo>
                <a:cubicBezTo>
                  <a:pt x="6073" y="4834"/>
                  <a:pt x="6037" y="4739"/>
                  <a:pt x="5953" y="4692"/>
                </a:cubicBezTo>
                <a:cubicBezTo>
                  <a:pt x="5572" y="4501"/>
                  <a:pt x="5156" y="4370"/>
                  <a:pt x="4739" y="4370"/>
                </a:cubicBezTo>
                <a:cubicBezTo>
                  <a:pt x="3346" y="4370"/>
                  <a:pt x="2203" y="5525"/>
                  <a:pt x="2203" y="6918"/>
                </a:cubicBezTo>
                <a:cubicBezTo>
                  <a:pt x="2203" y="8323"/>
                  <a:pt x="3346" y="9466"/>
                  <a:pt x="4739" y="9466"/>
                </a:cubicBezTo>
                <a:cubicBezTo>
                  <a:pt x="6144" y="9466"/>
                  <a:pt x="7287" y="8323"/>
                  <a:pt x="7287" y="6918"/>
                </a:cubicBezTo>
                <a:cubicBezTo>
                  <a:pt x="7287" y="6299"/>
                  <a:pt x="7061" y="5716"/>
                  <a:pt x="6668" y="5239"/>
                </a:cubicBezTo>
                <a:lnTo>
                  <a:pt x="7204" y="4704"/>
                </a:lnTo>
                <a:cubicBezTo>
                  <a:pt x="7751" y="5311"/>
                  <a:pt x="8049" y="6085"/>
                  <a:pt x="8049" y="6918"/>
                </a:cubicBezTo>
                <a:cubicBezTo>
                  <a:pt x="8049" y="8740"/>
                  <a:pt x="6561" y="10228"/>
                  <a:pt x="4739" y="10228"/>
                </a:cubicBezTo>
                <a:cubicBezTo>
                  <a:pt x="2929" y="10228"/>
                  <a:pt x="1441" y="8740"/>
                  <a:pt x="1441" y="6918"/>
                </a:cubicBezTo>
                <a:cubicBezTo>
                  <a:pt x="1441" y="5108"/>
                  <a:pt x="2929" y="3620"/>
                  <a:pt x="4739" y="3620"/>
                </a:cubicBezTo>
                <a:cubicBezTo>
                  <a:pt x="5382" y="3620"/>
                  <a:pt x="5989" y="3799"/>
                  <a:pt x="6525" y="4132"/>
                </a:cubicBezTo>
                <a:cubicBezTo>
                  <a:pt x="6558" y="4151"/>
                  <a:pt x="6594" y="4161"/>
                  <a:pt x="6628" y="4161"/>
                </a:cubicBezTo>
                <a:cubicBezTo>
                  <a:pt x="6679" y="4161"/>
                  <a:pt x="6727" y="4139"/>
                  <a:pt x="6763" y="4096"/>
                </a:cubicBezTo>
                <a:cubicBezTo>
                  <a:pt x="6811" y="4025"/>
                  <a:pt x="6799" y="3918"/>
                  <a:pt x="6727" y="3858"/>
                </a:cubicBezTo>
                <a:cubicBezTo>
                  <a:pt x="6144" y="3477"/>
                  <a:pt x="5453" y="3275"/>
                  <a:pt x="4763" y="3275"/>
                </a:cubicBezTo>
                <a:cubicBezTo>
                  <a:pt x="2751" y="3275"/>
                  <a:pt x="1108" y="4918"/>
                  <a:pt x="1108" y="6918"/>
                </a:cubicBezTo>
                <a:cubicBezTo>
                  <a:pt x="1108" y="8930"/>
                  <a:pt x="2751" y="10573"/>
                  <a:pt x="4763" y="10573"/>
                </a:cubicBezTo>
                <a:cubicBezTo>
                  <a:pt x="6763" y="10573"/>
                  <a:pt x="8406" y="8930"/>
                  <a:pt x="8406" y="6918"/>
                </a:cubicBezTo>
                <a:cubicBezTo>
                  <a:pt x="8406" y="6013"/>
                  <a:pt x="8061" y="5132"/>
                  <a:pt x="7454" y="4465"/>
                </a:cubicBezTo>
                <a:lnTo>
                  <a:pt x="7989" y="3930"/>
                </a:lnTo>
                <a:cubicBezTo>
                  <a:pt x="8704" y="4739"/>
                  <a:pt x="9144" y="5775"/>
                  <a:pt x="9144" y="6942"/>
                </a:cubicBezTo>
                <a:cubicBezTo>
                  <a:pt x="9144" y="9359"/>
                  <a:pt x="7168" y="11347"/>
                  <a:pt x="4739" y="11347"/>
                </a:cubicBezTo>
                <a:cubicBezTo>
                  <a:pt x="2322" y="11347"/>
                  <a:pt x="334" y="9359"/>
                  <a:pt x="334" y="6942"/>
                </a:cubicBezTo>
                <a:cubicBezTo>
                  <a:pt x="334" y="4513"/>
                  <a:pt x="2322" y="2537"/>
                  <a:pt x="4739" y="2537"/>
                </a:cubicBezTo>
                <a:close/>
                <a:moveTo>
                  <a:pt x="10403" y="1"/>
                </a:moveTo>
                <a:cubicBezTo>
                  <a:pt x="10360" y="1"/>
                  <a:pt x="10315" y="16"/>
                  <a:pt x="10275" y="48"/>
                </a:cubicBezTo>
                <a:lnTo>
                  <a:pt x="8466" y="1882"/>
                </a:lnTo>
                <a:cubicBezTo>
                  <a:pt x="8430" y="1906"/>
                  <a:pt x="8418" y="1953"/>
                  <a:pt x="8418" y="1989"/>
                </a:cubicBezTo>
                <a:lnTo>
                  <a:pt x="8418" y="3025"/>
                </a:lnTo>
                <a:lnTo>
                  <a:pt x="7978" y="3465"/>
                </a:lnTo>
                <a:cubicBezTo>
                  <a:pt x="7120" y="2679"/>
                  <a:pt x="5989" y="2203"/>
                  <a:pt x="4739" y="2203"/>
                </a:cubicBezTo>
                <a:cubicBezTo>
                  <a:pt x="2120" y="2203"/>
                  <a:pt x="0" y="4334"/>
                  <a:pt x="0" y="6954"/>
                </a:cubicBezTo>
                <a:cubicBezTo>
                  <a:pt x="0" y="9573"/>
                  <a:pt x="2120" y="11692"/>
                  <a:pt x="4739" y="11692"/>
                </a:cubicBezTo>
                <a:cubicBezTo>
                  <a:pt x="7358" y="11692"/>
                  <a:pt x="9490" y="9573"/>
                  <a:pt x="9490" y="6954"/>
                </a:cubicBezTo>
                <a:cubicBezTo>
                  <a:pt x="9490" y="5704"/>
                  <a:pt x="9013" y="4573"/>
                  <a:pt x="8228" y="3715"/>
                </a:cubicBezTo>
                <a:lnTo>
                  <a:pt x="8668" y="3275"/>
                </a:lnTo>
                <a:lnTo>
                  <a:pt x="9704" y="3275"/>
                </a:lnTo>
                <a:cubicBezTo>
                  <a:pt x="9740" y="3275"/>
                  <a:pt x="9787" y="3263"/>
                  <a:pt x="9823" y="3227"/>
                </a:cubicBezTo>
                <a:lnTo>
                  <a:pt x="11645" y="1394"/>
                </a:lnTo>
                <a:cubicBezTo>
                  <a:pt x="11680" y="1346"/>
                  <a:pt x="11692" y="1263"/>
                  <a:pt x="11668" y="1203"/>
                </a:cubicBezTo>
                <a:cubicBezTo>
                  <a:pt x="11633" y="1144"/>
                  <a:pt x="11573" y="1096"/>
                  <a:pt x="11502" y="1096"/>
                </a:cubicBezTo>
                <a:lnTo>
                  <a:pt x="10573" y="1096"/>
                </a:lnTo>
                <a:lnTo>
                  <a:pt x="10573" y="179"/>
                </a:lnTo>
                <a:cubicBezTo>
                  <a:pt x="10573" y="108"/>
                  <a:pt x="10537" y="48"/>
                  <a:pt x="10466" y="12"/>
                </a:cubicBezTo>
                <a:cubicBezTo>
                  <a:pt x="10446" y="5"/>
                  <a:pt x="10425" y="1"/>
                  <a:pt x="104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22" name="Google Shape;10422;p64"/>
          <p:cNvGrpSpPr/>
          <p:nvPr/>
        </p:nvGrpSpPr>
        <p:grpSpPr>
          <a:xfrm>
            <a:off x="854261" y="2734563"/>
            <a:ext cx="377474" cy="335748"/>
            <a:chOff x="854261" y="2908813"/>
            <a:chExt cx="377474" cy="335748"/>
          </a:xfrm>
        </p:grpSpPr>
        <p:sp>
          <p:nvSpPr>
            <p:cNvPr id="10423" name="Google Shape;10423;p64"/>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64"/>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64"/>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64"/>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64"/>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8" name="Google Shape;10428;p64"/>
          <p:cNvGrpSpPr/>
          <p:nvPr/>
        </p:nvGrpSpPr>
        <p:grpSpPr>
          <a:xfrm>
            <a:off x="1749728" y="2720527"/>
            <a:ext cx="386927" cy="363438"/>
            <a:chOff x="1749728" y="2894777"/>
            <a:chExt cx="386927" cy="363438"/>
          </a:xfrm>
        </p:grpSpPr>
        <p:sp>
          <p:nvSpPr>
            <p:cNvPr id="10429" name="Google Shape;10429;p64"/>
            <p:cNvSpPr/>
            <p:nvPr/>
          </p:nvSpPr>
          <p:spPr>
            <a:xfrm>
              <a:off x="1809595" y="3025333"/>
              <a:ext cx="97424" cy="32432"/>
            </a:xfrm>
            <a:custGeom>
              <a:avLst/>
              <a:gdLst/>
              <a:ahLst/>
              <a:cxnLst/>
              <a:rect l="l" t="t" r="r" b="b"/>
              <a:pathLst>
                <a:path w="3061" h="1019" extrusionOk="0">
                  <a:moveTo>
                    <a:pt x="1208" y="0"/>
                  </a:moveTo>
                  <a:cubicBezTo>
                    <a:pt x="852" y="0"/>
                    <a:pt x="531" y="35"/>
                    <a:pt x="322" y="66"/>
                  </a:cubicBezTo>
                  <a:cubicBezTo>
                    <a:pt x="143" y="101"/>
                    <a:pt x="1" y="244"/>
                    <a:pt x="1" y="423"/>
                  </a:cubicBezTo>
                  <a:lnTo>
                    <a:pt x="1" y="840"/>
                  </a:lnTo>
                  <a:cubicBezTo>
                    <a:pt x="1" y="947"/>
                    <a:pt x="84" y="1018"/>
                    <a:pt x="179" y="1018"/>
                  </a:cubicBezTo>
                  <a:cubicBezTo>
                    <a:pt x="286" y="1018"/>
                    <a:pt x="358" y="947"/>
                    <a:pt x="358" y="840"/>
                  </a:cubicBezTo>
                  <a:lnTo>
                    <a:pt x="358" y="423"/>
                  </a:lnTo>
                  <a:cubicBezTo>
                    <a:pt x="358" y="423"/>
                    <a:pt x="358" y="411"/>
                    <a:pt x="382" y="411"/>
                  </a:cubicBezTo>
                  <a:cubicBezTo>
                    <a:pt x="549" y="383"/>
                    <a:pt x="870" y="340"/>
                    <a:pt x="1231" y="340"/>
                  </a:cubicBezTo>
                  <a:cubicBezTo>
                    <a:pt x="1330" y="340"/>
                    <a:pt x="1433" y="344"/>
                    <a:pt x="1536" y="351"/>
                  </a:cubicBezTo>
                  <a:cubicBezTo>
                    <a:pt x="2084" y="387"/>
                    <a:pt x="2489" y="530"/>
                    <a:pt x="2727" y="768"/>
                  </a:cubicBezTo>
                  <a:cubicBezTo>
                    <a:pt x="2763" y="804"/>
                    <a:pt x="2807" y="822"/>
                    <a:pt x="2852" y="822"/>
                  </a:cubicBezTo>
                  <a:cubicBezTo>
                    <a:pt x="2897" y="822"/>
                    <a:pt x="2941" y="804"/>
                    <a:pt x="2977" y="768"/>
                  </a:cubicBezTo>
                  <a:cubicBezTo>
                    <a:pt x="3060" y="709"/>
                    <a:pt x="3060" y="590"/>
                    <a:pt x="2977" y="530"/>
                  </a:cubicBezTo>
                  <a:cubicBezTo>
                    <a:pt x="2554" y="107"/>
                    <a:pt x="1828" y="0"/>
                    <a:pt x="1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64"/>
            <p:cNvSpPr/>
            <p:nvPr/>
          </p:nvSpPr>
          <p:spPr>
            <a:xfrm>
              <a:off x="1749728" y="2974346"/>
              <a:ext cx="216777" cy="283869"/>
            </a:xfrm>
            <a:custGeom>
              <a:avLst/>
              <a:gdLst/>
              <a:ahLst/>
              <a:cxnLst/>
              <a:rect l="l" t="t" r="r" b="b"/>
              <a:pathLst>
                <a:path w="6811" h="8919" extrusionOk="0">
                  <a:moveTo>
                    <a:pt x="5311" y="334"/>
                  </a:moveTo>
                  <a:lnTo>
                    <a:pt x="5311" y="2061"/>
                  </a:lnTo>
                  <a:cubicBezTo>
                    <a:pt x="5311" y="2311"/>
                    <a:pt x="5251" y="2561"/>
                    <a:pt x="5132" y="2799"/>
                  </a:cubicBezTo>
                  <a:cubicBezTo>
                    <a:pt x="5120" y="2835"/>
                    <a:pt x="5120" y="2846"/>
                    <a:pt x="5120" y="2882"/>
                  </a:cubicBezTo>
                  <a:lnTo>
                    <a:pt x="5120" y="3382"/>
                  </a:lnTo>
                  <a:cubicBezTo>
                    <a:pt x="5120" y="3858"/>
                    <a:pt x="4918" y="4311"/>
                    <a:pt x="4560" y="4644"/>
                  </a:cubicBezTo>
                  <a:cubicBezTo>
                    <a:pt x="4227" y="4955"/>
                    <a:pt x="3811" y="5111"/>
                    <a:pt x="3369" y="5111"/>
                  </a:cubicBezTo>
                  <a:cubicBezTo>
                    <a:pt x="3338" y="5111"/>
                    <a:pt x="3306" y="5110"/>
                    <a:pt x="3275" y="5109"/>
                  </a:cubicBezTo>
                  <a:cubicBezTo>
                    <a:pt x="2382" y="5061"/>
                    <a:pt x="1679" y="4275"/>
                    <a:pt x="1679" y="3323"/>
                  </a:cubicBezTo>
                  <a:lnTo>
                    <a:pt x="1679" y="2882"/>
                  </a:lnTo>
                  <a:cubicBezTo>
                    <a:pt x="1679" y="2846"/>
                    <a:pt x="1679" y="2823"/>
                    <a:pt x="1667" y="2799"/>
                  </a:cubicBezTo>
                  <a:cubicBezTo>
                    <a:pt x="1548" y="2561"/>
                    <a:pt x="1489" y="2311"/>
                    <a:pt x="1489" y="2061"/>
                  </a:cubicBezTo>
                  <a:lnTo>
                    <a:pt x="1489" y="1668"/>
                  </a:lnTo>
                  <a:cubicBezTo>
                    <a:pt x="1489" y="930"/>
                    <a:pt x="2096" y="334"/>
                    <a:pt x="2822" y="334"/>
                  </a:cubicBezTo>
                  <a:close/>
                  <a:moveTo>
                    <a:pt x="4358" y="5240"/>
                  </a:moveTo>
                  <a:lnTo>
                    <a:pt x="4358" y="5573"/>
                  </a:lnTo>
                  <a:lnTo>
                    <a:pt x="3406" y="6228"/>
                  </a:lnTo>
                  <a:lnTo>
                    <a:pt x="2441" y="5573"/>
                  </a:lnTo>
                  <a:lnTo>
                    <a:pt x="2441" y="5240"/>
                  </a:lnTo>
                  <a:cubicBezTo>
                    <a:pt x="2691" y="5371"/>
                    <a:pt x="2977" y="5466"/>
                    <a:pt x="3251" y="5478"/>
                  </a:cubicBezTo>
                  <a:lnTo>
                    <a:pt x="3394" y="5478"/>
                  </a:lnTo>
                  <a:cubicBezTo>
                    <a:pt x="3727" y="5478"/>
                    <a:pt x="4060" y="5406"/>
                    <a:pt x="4358" y="5240"/>
                  </a:cubicBezTo>
                  <a:close/>
                  <a:moveTo>
                    <a:pt x="2286" y="5883"/>
                  </a:moveTo>
                  <a:lnTo>
                    <a:pt x="3120" y="6466"/>
                  </a:lnTo>
                  <a:lnTo>
                    <a:pt x="2679" y="6906"/>
                  </a:lnTo>
                  <a:lnTo>
                    <a:pt x="2655" y="6906"/>
                  </a:lnTo>
                  <a:lnTo>
                    <a:pt x="2108" y="6073"/>
                  </a:lnTo>
                  <a:lnTo>
                    <a:pt x="2286" y="5883"/>
                  </a:lnTo>
                  <a:close/>
                  <a:moveTo>
                    <a:pt x="4525" y="5883"/>
                  </a:moveTo>
                  <a:lnTo>
                    <a:pt x="4703" y="6073"/>
                  </a:lnTo>
                  <a:lnTo>
                    <a:pt x="4144" y="6906"/>
                  </a:lnTo>
                  <a:lnTo>
                    <a:pt x="4132" y="6906"/>
                  </a:lnTo>
                  <a:lnTo>
                    <a:pt x="3691" y="6466"/>
                  </a:lnTo>
                  <a:lnTo>
                    <a:pt x="4525" y="5883"/>
                  </a:lnTo>
                  <a:close/>
                  <a:moveTo>
                    <a:pt x="2834" y="1"/>
                  </a:moveTo>
                  <a:cubicBezTo>
                    <a:pt x="1905" y="1"/>
                    <a:pt x="1143" y="763"/>
                    <a:pt x="1143" y="1703"/>
                  </a:cubicBezTo>
                  <a:lnTo>
                    <a:pt x="1143" y="2084"/>
                  </a:lnTo>
                  <a:cubicBezTo>
                    <a:pt x="1143" y="2382"/>
                    <a:pt x="1203" y="2680"/>
                    <a:pt x="1334" y="2954"/>
                  </a:cubicBezTo>
                  <a:lnTo>
                    <a:pt x="1334" y="3358"/>
                  </a:lnTo>
                  <a:cubicBezTo>
                    <a:pt x="1334" y="4025"/>
                    <a:pt x="1631" y="4620"/>
                    <a:pt x="2096" y="5025"/>
                  </a:cubicBezTo>
                  <a:lnTo>
                    <a:pt x="2096" y="5621"/>
                  </a:lnTo>
                  <a:lnTo>
                    <a:pt x="1762" y="5954"/>
                  </a:lnTo>
                  <a:cubicBezTo>
                    <a:pt x="1739" y="6002"/>
                    <a:pt x="1703" y="6049"/>
                    <a:pt x="1727" y="6097"/>
                  </a:cubicBezTo>
                  <a:lnTo>
                    <a:pt x="619" y="6490"/>
                  </a:lnTo>
                  <a:cubicBezTo>
                    <a:pt x="250" y="6633"/>
                    <a:pt x="0" y="6990"/>
                    <a:pt x="0" y="7371"/>
                  </a:cubicBezTo>
                  <a:lnTo>
                    <a:pt x="0" y="8740"/>
                  </a:lnTo>
                  <a:cubicBezTo>
                    <a:pt x="0" y="8847"/>
                    <a:pt x="72" y="8919"/>
                    <a:pt x="179" y="8919"/>
                  </a:cubicBezTo>
                  <a:cubicBezTo>
                    <a:pt x="274" y="8919"/>
                    <a:pt x="358" y="8847"/>
                    <a:pt x="358" y="8740"/>
                  </a:cubicBezTo>
                  <a:lnTo>
                    <a:pt x="358" y="7371"/>
                  </a:lnTo>
                  <a:cubicBezTo>
                    <a:pt x="358" y="7133"/>
                    <a:pt x="500" y="6906"/>
                    <a:pt x="739" y="6823"/>
                  </a:cubicBezTo>
                  <a:lnTo>
                    <a:pt x="1905" y="6406"/>
                  </a:lnTo>
                  <a:lnTo>
                    <a:pt x="2382" y="7121"/>
                  </a:lnTo>
                  <a:cubicBezTo>
                    <a:pt x="2441" y="7204"/>
                    <a:pt x="2536" y="7264"/>
                    <a:pt x="2644" y="7287"/>
                  </a:cubicBezTo>
                  <a:lnTo>
                    <a:pt x="2679" y="7287"/>
                  </a:lnTo>
                  <a:cubicBezTo>
                    <a:pt x="2774" y="7287"/>
                    <a:pt x="2870" y="7240"/>
                    <a:pt x="2929" y="7180"/>
                  </a:cubicBezTo>
                  <a:lnTo>
                    <a:pt x="3227" y="6883"/>
                  </a:lnTo>
                  <a:lnTo>
                    <a:pt x="3227" y="8740"/>
                  </a:lnTo>
                  <a:cubicBezTo>
                    <a:pt x="3227" y="8847"/>
                    <a:pt x="3298" y="8919"/>
                    <a:pt x="3406" y="8919"/>
                  </a:cubicBezTo>
                  <a:cubicBezTo>
                    <a:pt x="3513" y="8919"/>
                    <a:pt x="3584" y="8847"/>
                    <a:pt x="3584" y="8740"/>
                  </a:cubicBezTo>
                  <a:lnTo>
                    <a:pt x="3584" y="6883"/>
                  </a:lnTo>
                  <a:lnTo>
                    <a:pt x="3882" y="7180"/>
                  </a:lnTo>
                  <a:cubicBezTo>
                    <a:pt x="3953" y="7252"/>
                    <a:pt x="4048" y="7287"/>
                    <a:pt x="4132" y="7287"/>
                  </a:cubicBezTo>
                  <a:lnTo>
                    <a:pt x="4168" y="7287"/>
                  </a:lnTo>
                  <a:cubicBezTo>
                    <a:pt x="4263" y="7264"/>
                    <a:pt x="4370" y="7204"/>
                    <a:pt x="4429" y="7121"/>
                  </a:cubicBezTo>
                  <a:lnTo>
                    <a:pt x="4906" y="6406"/>
                  </a:lnTo>
                  <a:lnTo>
                    <a:pt x="6073" y="6823"/>
                  </a:lnTo>
                  <a:cubicBezTo>
                    <a:pt x="6287" y="6906"/>
                    <a:pt x="6454" y="7121"/>
                    <a:pt x="6454" y="7371"/>
                  </a:cubicBezTo>
                  <a:lnTo>
                    <a:pt x="6454" y="8740"/>
                  </a:lnTo>
                  <a:cubicBezTo>
                    <a:pt x="6454" y="8847"/>
                    <a:pt x="6525" y="8919"/>
                    <a:pt x="6632" y="8919"/>
                  </a:cubicBezTo>
                  <a:cubicBezTo>
                    <a:pt x="6739" y="8919"/>
                    <a:pt x="6811" y="8847"/>
                    <a:pt x="6811" y="8740"/>
                  </a:cubicBezTo>
                  <a:lnTo>
                    <a:pt x="6811" y="7371"/>
                  </a:lnTo>
                  <a:cubicBezTo>
                    <a:pt x="6811" y="6954"/>
                    <a:pt x="6573" y="6609"/>
                    <a:pt x="6203" y="6478"/>
                  </a:cubicBezTo>
                  <a:lnTo>
                    <a:pt x="5096" y="6073"/>
                  </a:lnTo>
                  <a:cubicBezTo>
                    <a:pt x="5096" y="6037"/>
                    <a:pt x="5084" y="5966"/>
                    <a:pt x="5060" y="5942"/>
                  </a:cubicBezTo>
                  <a:lnTo>
                    <a:pt x="4727" y="5597"/>
                  </a:lnTo>
                  <a:lnTo>
                    <a:pt x="4727" y="5025"/>
                  </a:lnTo>
                  <a:cubicBezTo>
                    <a:pt x="4763" y="4990"/>
                    <a:pt x="4799" y="4966"/>
                    <a:pt x="4834" y="4930"/>
                  </a:cubicBezTo>
                  <a:cubicBezTo>
                    <a:pt x="5251" y="4549"/>
                    <a:pt x="5489" y="3978"/>
                    <a:pt x="5489" y="3418"/>
                  </a:cubicBezTo>
                  <a:lnTo>
                    <a:pt x="5489" y="2954"/>
                  </a:lnTo>
                  <a:cubicBezTo>
                    <a:pt x="5608" y="2680"/>
                    <a:pt x="5680" y="2382"/>
                    <a:pt x="5680" y="2084"/>
                  </a:cubicBezTo>
                  <a:lnTo>
                    <a:pt x="5680" y="179"/>
                  </a:lnTo>
                  <a:cubicBezTo>
                    <a:pt x="5680" y="84"/>
                    <a:pt x="5608"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64"/>
            <p:cNvSpPr/>
            <p:nvPr/>
          </p:nvSpPr>
          <p:spPr>
            <a:xfrm>
              <a:off x="1785725"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74"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64"/>
            <p:cNvSpPr/>
            <p:nvPr/>
          </p:nvSpPr>
          <p:spPr>
            <a:xfrm>
              <a:off x="1919114"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86"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64"/>
            <p:cNvSpPr/>
            <p:nvPr/>
          </p:nvSpPr>
          <p:spPr>
            <a:xfrm>
              <a:off x="1956257" y="2931156"/>
              <a:ext cx="180398" cy="188737"/>
            </a:xfrm>
            <a:custGeom>
              <a:avLst/>
              <a:gdLst/>
              <a:ahLst/>
              <a:cxnLst/>
              <a:rect l="l" t="t" r="r" b="b"/>
              <a:pathLst>
                <a:path w="5668" h="5930" extrusionOk="0">
                  <a:moveTo>
                    <a:pt x="738" y="1"/>
                  </a:moveTo>
                  <a:cubicBezTo>
                    <a:pt x="322" y="1"/>
                    <a:pt x="0" y="346"/>
                    <a:pt x="0" y="751"/>
                  </a:cubicBezTo>
                  <a:lnTo>
                    <a:pt x="0" y="3799"/>
                  </a:lnTo>
                  <a:cubicBezTo>
                    <a:pt x="0" y="4215"/>
                    <a:pt x="334" y="4549"/>
                    <a:pt x="738" y="4549"/>
                  </a:cubicBezTo>
                  <a:lnTo>
                    <a:pt x="1084" y="4549"/>
                  </a:lnTo>
                  <a:lnTo>
                    <a:pt x="810" y="5585"/>
                  </a:lnTo>
                  <a:cubicBezTo>
                    <a:pt x="786" y="5704"/>
                    <a:pt x="834" y="5811"/>
                    <a:pt x="929" y="5882"/>
                  </a:cubicBezTo>
                  <a:cubicBezTo>
                    <a:pt x="977" y="5918"/>
                    <a:pt x="1036" y="5930"/>
                    <a:pt x="1084" y="5930"/>
                  </a:cubicBezTo>
                  <a:cubicBezTo>
                    <a:pt x="1143" y="5930"/>
                    <a:pt x="1203" y="5918"/>
                    <a:pt x="1250" y="5870"/>
                  </a:cubicBezTo>
                  <a:lnTo>
                    <a:pt x="3072" y="4525"/>
                  </a:lnTo>
                  <a:lnTo>
                    <a:pt x="4918" y="4525"/>
                  </a:lnTo>
                  <a:cubicBezTo>
                    <a:pt x="5334" y="4525"/>
                    <a:pt x="5668" y="4192"/>
                    <a:pt x="5668" y="3787"/>
                  </a:cubicBezTo>
                  <a:lnTo>
                    <a:pt x="5668" y="751"/>
                  </a:lnTo>
                  <a:cubicBezTo>
                    <a:pt x="5656" y="334"/>
                    <a:pt x="5322" y="12"/>
                    <a:pt x="4906" y="12"/>
                  </a:cubicBezTo>
                  <a:lnTo>
                    <a:pt x="3953" y="12"/>
                  </a:lnTo>
                  <a:cubicBezTo>
                    <a:pt x="3846" y="12"/>
                    <a:pt x="3775" y="84"/>
                    <a:pt x="3775" y="191"/>
                  </a:cubicBezTo>
                  <a:cubicBezTo>
                    <a:pt x="3775" y="286"/>
                    <a:pt x="3846" y="370"/>
                    <a:pt x="3953" y="370"/>
                  </a:cubicBezTo>
                  <a:lnTo>
                    <a:pt x="4906" y="370"/>
                  </a:lnTo>
                  <a:cubicBezTo>
                    <a:pt x="5132" y="370"/>
                    <a:pt x="5299" y="548"/>
                    <a:pt x="5299" y="751"/>
                  </a:cubicBezTo>
                  <a:lnTo>
                    <a:pt x="5299" y="3799"/>
                  </a:lnTo>
                  <a:cubicBezTo>
                    <a:pt x="5299" y="4025"/>
                    <a:pt x="5120" y="4192"/>
                    <a:pt x="4906" y="4192"/>
                  </a:cubicBezTo>
                  <a:lnTo>
                    <a:pt x="3001" y="4192"/>
                  </a:lnTo>
                  <a:cubicBezTo>
                    <a:pt x="2953" y="4192"/>
                    <a:pt x="2929" y="4203"/>
                    <a:pt x="2893" y="4215"/>
                  </a:cubicBezTo>
                  <a:lnTo>
                    <a:pt x="1203" y="5454"/>
                  </a:lnTo>
                  <a:lnTo>
                    <a:pt x="1203" y="5454"/>
                  </a:lnTo>
                  <a:lnTo>
                    <a:pt x="1465" y="4418"/>
                  </a:lnTo>
                  <a:cubicBezTo>
                    <a:pt x="1489" y="4358"/>
                    <a:pt x="1465" y="4311"/>
                    <a:pt x="1441" y="4263"/>
                  </a:cubicBezTo>
                  <a:cubicBezTo>
                    <a:pt x="1405" y="4215"/>
                    <a:pt x="1346" y="4192"/>
                    <a:pt x="1310" y="4192"/>
                  </a:cubicBezTo>
                  <a:lnTo>
                    <a:pt x="738" y="4192"/>
                  </a:lnTo>
                  <a:cubicBezTo>
                    <a:pt x="512" y="4192"/>
                    <a:pt x="357" y="4013"/>
                    <a:pt x="357" y="3799"/>
                  </a:cubicBezTo>
                  <a:lnTo>
                    <a:pt x="357" y="751"/>
                  </a:lnTo>
                  <a:cubicBezTo>
                    <a:pt x="357" y="524"/>
                    <a:pt x="536" y="370"/>
                    <a:pt x="738" y="370"/>
                  </a:cubicBezTo>
                  <a:lnTo>
                    <a:pt x="1691" y="370"/>
                  </a:lnTo>
                  <a:cubicBezTo>
                    <a:pt x="1798" y="370"/>
                    <a:pt x="1870" y="286"/>
                    <a:pt x="1870" y="179"/>
                  </a:cubicBezTo>
                  <a:cubicBezTo>
                    <a:pt x="1870" y="84"/>
                    <a:pt x="179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64"/>
            <p:cNvSpPr/>
            <p:nvPr/>
          </p:nvSpPr>
          <p:spPr>
            <a:xfrm>
              <a:off x="2027487" y="2894777"/>
              <a:ext cx="36029" cy="108786"/>
            </a:xfrm>
            <a:custGeom>
              <a:avLst/>
              <a:gdLst/>
              <a:ahLst/>
              <a:cxnLst/>
              <a:rect l="l" t="t" r="r" b="b"/>
              <a:pathLst>
                <a:path w="1132" h="3418" extrusionOk="0">
                  <a:moveTo>
                    <a:pt x="775" y="358"/>
                  </a:moveTo>
                  <a:lnTo>
                    <a:pt x="596" y="3049"/>
                  </a:lnTo>
                  <a:lnTo>
                    <a:pt x="560" y="3049"/>
                  </a:lnTo>
                  <a:lnTo>
                    <a:pt x="394" y="358"/>
                  </a:lnTo>
                  <a:close/>
                  <a:moveTo>
                    <a:pt x="179" y="1"/>
                  </a:moveTo>
                  <a:cubicBezTo>
                    <a:pt x="143" y="1"/>
                    <a:pt x="96" y="24"/>
                    <a:pt x="48" y="60"/>
                  </a:cubicBezTo>
                  <a:cubicBezTo>
                    <a:pt x="24" y="96"/>
                    <a:pt x="1" y="155"/>
                    <a:pt x="1" y="203"/>
                  </a:cubicBezTo>
                  <a:lnTo>
                    <a:pt x="203" y="3251"/>
                  </a:lnTo>
                  <a:cubicBezTo>
                    <a:pt x="203" y="3334"/>
                    <a:pt x="286" y="3418"/>
                    <a:pt x="382" y="3418"/>
                  </a:cubicBezTo>
                  <a:lnTo>
                    <a:pt x="763" y="3418"/>
                  </a:lnTo>
                  <a:cubicBezTo>
                    <a:pt x="858" y="3418"/>
                    <a:pt x="941" y="3334"/>
                    <a:pt x="941" y="3251"/>
                  </a:cubicBezTo>
                  <a:lnTo>
                    <a:pt x="1132" y="203"/>
                  </a:lnTo>
                  <a:cubicBezTo>
                    <a:pt x="1132" y="155"/>
                    <a:pt x="1120" y="96"/>
                    <a:pt x="1072" y="60"/>
                  </a:cubicBezTo>
                  <a:cubicBezTo>
                    <a:pt x="1048" y="36"/>
                    <a:pt x="1001"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5" name="Google Shape;10435;p64"/>
            <p:cNvSpPr/>
            <p:nvPr/>
          </p:nvSpPr>
          <p:spPr>
            <a:xfrm>
              <a:off x="2027487" y="3009992"/>
              <a:ext cx="36029" cy="36029"/>
            </a:xfrm>
            <a:custGeom>
              <a:avLst/>
              <a:gdLst/>
              <a:ahLst/>
              <a:cxnLst/>
              <a:rect l="l" t="t" r="r" b="b"/>
              <a:pathLst>
                <a:path w="1132" h="1132" extrusionOk="0">
                  <a:moveTo>
                    <a:pt x="572" y="345"/>
                  </a:moveTo>
                  <a:cubicBezTo>
                    <a:pt x="691" y="345"/>
                    <a:pt x="775" y="429"/>
                    <a:pt x="775" y="548"/>
                  </a:cubicBezTo>
                  <a:cubicBezTo>
                    <a:pt x="775" y="667"/>
                    <a:pt x="691" y="762"/>
                    <a:pt x="572" y="762"/>
                  </a:cubicBezTo>
                  <a:cubicBezTo>
                    <a:pt x="453" y="762"/>
                    <a:pt x="358" y="667"/>
                    <a:pt x="358" y="548"/>
                  </a:cubicBezTo>
                  <a:cubicBezTo>
                    <a:pt x="358" y="429"/>
                    <a:pt x="453" y="345"/>
                    <a:pt x="572" y="345"/>
                  </a:cubicBezTo>
                  <a:close/>
                  <a:moveTo>
                    <a:pt x="572" y="0"/>
                  </a:moveTo>
                  <a:cubicBezTo>
                    <a:pt x="263" y="0"/>
                    <a:pt x="1" y="250"/>
                    <a:pt x="1" y="572"/>
                  </a:cubicBezTo>
                  <a:cubicBezTo>
                    <a:pt x="1" y="881"/>
                    <a:pt x="263" y="1131"/>
                    <a:pt x="572" y="1131"/>
                  </a:cubicBezTo>
                  <a:cubicBezTo>
                    <a:pt x="882" y="1131"/>
                    <a:pt x="1132" y="881"/>
                    <a:pt x="1132" y="572"/>
                  </a:cubicBezTo>
                  <a:cubicBezTo>
                    <a:pt x="1132" y="250"/>
                    <a:pt x="882"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6" name="Google Shape;10436;p64"/>
          <p:cNvGrpSpPr/>
          <p:nvPr/>
        </p:nvGrpSpPr>
        <p:grpSpPr>
          <a:xfrm>
            <a:off x="7098912" y="1795142"/>
            <a:ext cx="359651" cy="361560"/>
            <a:chOff x="7098912" y="1969392"/>
            <a:chExt cx="359651" cy="361560"/>
          </a:xfrm>
        </p:grpSpPr>
        <p:sp>
          <p:nvSpPr>
            <p:cNvPr id="10437" name="Google Shape;10437;p64"/>
            <p:cNvSpPr/>
            <p:nvPr/>
          </p:nvSpPr>
          <p:spPr>
            <a:xfrm>
              <a:off x="7098912" y="2127607"/>
              <a:ext cx="134567" cy="202582"/>
            </a:xfrm>
            <a:custGeom>
              <a:avLst/>
              <a:gdLst/>
              <a:ahLst/>
              <a:cxnLst/>
              <a:rect l="l" t="t" r="r" b="b"/>
              <a:pathLst>
                <a:path w="4228" h="6365" extrusionOk="0">
                  <a:moveTo>
                    <a:pt x="2108" y="331"/>
                  </a:moveTo>
                  <a:cubicBezTo>
                    <a:pt x="2153" y="331"/>
                    <a:pt x="2198" y="334"/>
                    <a:pt x="2239" y="340"/>
                  </a:cubicBezTo>
                  <a:cubicBezTo>
                    <a:pt x="2978" y="399"/>
                    <a:pt x="3537" y="1042"/>
                    <a:pt x="3537" y="1780"/>
                  </a:cubicBezTo>
                  <a:cubicBezTo>
                    <a:pt x="3537" y="2483"/>
                    <a:pt x="3704" y="3138"/>
                    <a:pt x="3847" y="3483"/>
                  </a:cubicBezTo>
                  <a:lnTo>
                    <a:pt x="3847" y="3495"/>
                  </a:lnTo>
                  <a:cubicBezTo>
                    <a:pt x="3656" y="3602"/>
                    <a:pt x="3335" y="3793"/>
                    <a:pt x="2787" y="3912"/>
                  </a:cubicBezTo>
                  <a:lnTo>
                    <a:pt x="2787" y="3864"/>
                  </a:lnTo>
                  <a:lnTo>
                    <a:pt x="2787" y="3531"/>
                  </a:lnTo>
                  <a:cubicBezTo>
                    <a:pt x="3001" y="3412"/>
                    <a:pt x="3180" y="3233"/>
                    <a:pt x="3299" y="3007"/>
                  </a:cubicBezTo>
                  <a:cubicBezTo>
                    <a:pt x="3537" y="2590"/>
                    <a:pt x="3454" y="2066"/>
                    <a:pt x="3108" y="1745"/>
                  </a:cubicBezTo>
                  <a:cubicBezTo>
                    <a:pt x="2870" y="1518"/>
                    <a:pt x="2430" y="1245"/>
                    <a:pt x="1727" y="1245"/>
                  </a:cubicBezTo>
                  <a:cubicBezTo>
                    <a:pt x="1680" y="1245"/>
                    <a:pt x="1632" y="1268"/>
                    <a:pt x="1608" y="1292"/>
                  </a:cubicBezTo>
                  <a:lnTo>
                    <a:pt x="1251" y="1649"/>
                  </a:lnTo>
                  <a:cubicBezTo>
                    <a:pt x="1192" y="1709"/>
                    <a:pt x="1192" y="1816"/>
                    <a:pt x="1251" y="1888"/>
                  </a:cubicBezTo>
                  <a:cubicBezTo>
                    <a:pt x="1281" y="1917"/>
                    <a:pt x="1323" y="1932"/>
                    <a:pt x="1366" y="1932"/>
                  </a:cubicBezTo>
                  <a:cubicBezTo>
                    <a:pt x="1409" y="1932"/>
                    <a:pt x="1454" y="1917"/>
                    <a:pt x="1489" y="1888"/>
                  </a:cubicBezTo>
                  <a:lnTo>
                    <a:pt x="1799" y="1578"/>
                  </a:lnTo>
                  <a:cubicBezTo>
                    <a:pt x="2239" y="1590"/>
                    <a:pt x="2608" y="1721"/>
                    <a:pt x="2882" y="1983"/>
                  </a:cubicBezTo>
                  <a:cubicBezTo>
                    <a:pt x="3120" y="2185"/>
                    <a:pt x="3180" y="2542"/>
                    <a:pt x="3025" y="2828"/>
                  </a:cubicBezTo>
                  <a:cubicBezTo>
                    <a:pt x="2823" y="3173"/>
                    <a:pt x="2466" y="3376"/>
                    <a:pt x="2085" y="3376"/>
                  </a:cubicBezTo>
                  <a:cubicBezTo>
                    <a:pt x="1489" y="3376"/>
                    <a:pt x="1013" y="2900"/>
                    <a:pt x="1013" y="2304"/>
                  </a:cubicBezTo>
                  <a:cubicBezTo>
                    <a:pt x="1013" y="2209"/>
                    <a:pt x="942" y="2138"/>
                    <a:pt x="846" y="2138"/>
                  </a:cubicBezTo>
                  <a:cubicBezTo>
                    <a:pt x="763" y="2138"/>
                    <a:pt x="680" y="2209"/>
                    <a:pt x="680" y="2304"/>
                  </a:cubicBezTo>
                  <a:cubicBezTo>
                    <a:pt x="680" y="2828"/>
                    <a:pt x="965" y="3292"/>
                    <a:pt x="1394" y="3519"/>
                  </a:cubicBezTo>
                  <a:lnTo>
                    <a:pt x="1394" y="3852"/>
                  </a:lnTo>
                  <a:lnTo>
                    <a:pt x="1394" y="3900"/>
                  </a:lnTo>
                  <a:cubicBezTo>
                    <a:pt x="834" y="3781"/>
                    <a:pt x="501" y="3602"/>
                    <a:pt x="370" y="3495"/>
                  </a:cubicBezTo>
                  <a:cubicBezTo>
                    <a:pt x="370" y="3495"/>
                    <a:pt x="358" y="3495"/>
                    <a:pt x="370" y="3483"/>
                  </a:cubicBezTo>
                  <a:cubicBezTo>
                    <a:pt x="525" y="3138"/>
                    <a:pt x="680" y="2483"/>
                    <a:pt x="680" y="1780"/>
                  </a:cubicBezTo>
                  <a:cubicBezTo>
                    <a:pt x="680" y="1042"/>
                    <a:pt x="1251" y="399"/>
                    <a:pt x="1977" y="340"/>
                  </a:cubicBezTo>
                  <a:cubicBezTo>
                    <a:pt x="2019" y="334"/>
                    <a:pt x="2064" y="331"/>
                    <a:pt x="2108" y="331"/>
                  </a:cubicBezTo>
                  <a:close/>
                  <a:moveTo>
                    <a:pt x="2442" y="3662"/>
                  </a:moveTo>
                  <a:lnTo>
                    <a:pt x="2442" y="3852"/>
                  </a:lnTo>
                  <a:cubicBezTo>
                    <a:pt x="2442" y="4043"/>
                    <a:pt x="2549" y="4221"/>
                    <a:pt x="2727" y="4316"/>
                  </a:cubicBezTo>
                  <a:lnTo>
                    <a:pt x="2823" y="4376"/>
                  </a:lnTo>
                  <a:cubicBezTo>
                    <a:pt x="2680" y="4626"/>
                    <a:pt x="2382" y="4793"/>
                    <a:pt x="2073" y="4793"/>
                  </a:cubicBezTo>
                  <a:cubicBezTo>
                    <a:pt x="1751" y="4793"/>
                    <a:pt x="1477" y="4626"/>
                    <a:pt x="1311" y="4376"/>
                  </a:cubicBezTo>
                  <a:lnTo>
                    <a:pt x="1418" y="4316"/>
                  </a:lnTo>
                  <a:cubicBezTo>
                    <a:pt x="1596" y="4221"/>
                    <a:pt x="1692" y="4043"/>
                    <a:pt x="1692" y="3852"/>
                  </a:cubicBezTo>
                  <a:lnTo>
                    <a:pt x="1692" y="3662"/>
                  </a:lnTo>
                  <a:cubicBezTo>
                    <a:pt x="1811" y="3685"/>
                    <a:pt x="1930" y="3709"/>
                    <a:pt x="2073" y="3709"/>
                  </a:cubicBezTo>
                  <a:cubicBezTo>
                    <a:pt x="2192" y="3709"/>
                    <a:pt x="2323" y="3685"/>
                    <a:pt x="2442" y="3662"/>
                  </a:cubicBezTo>
                  <a:close/>
                  <a:moveTo>
                    <a:pt x="2096" y="0"/>
                  </a:moveTo>
                  <a:cubicBezTo>
                    <a:pt x="2040" y="0"/>
                    <a:pt x="1983" y="6"/>
                    <a:pt x="1930" y="18"/>
                  </a:cubicBezTo>
                  <a:cubicBezTo>
                    <a:pt x="1037" y="102"/>
                    <a:pt x="334" y="875"/>
                    <a:pt x="334" y="1780"/>
                  </a:cubicBezTo>
                  <a:cubicBezTo>
                    <a:pt x="334" y="2435"/>
                    <a:pt x="180" y="3042"/>
                    <a:pt x="60" y="3364"/>
                  </a:cubicBezTo>
                  <a:cubicBezTo>
                    <a:pt x="1" y="3507"/>
                    <a:pt x="37" y="3673"/>
                    <a:pt x="180" y="3781"/>
                  </a:cubicBezTo>
                  <a:cubicBezTo>
                    <a:pt x="311" y="3888"/>
                    <a:pt x="596" y="4043"/>
                    <a:pt x="1037" y="4162"/>
                  </a:cubicBezTo>
                  <a:lnTo>
                    <a:pt x="382" y="4495"/>
                  </a:lnTo>
                  <a:cubicBezTo>
                    <a:pt x="144" y="4614"/>
                    <a:pt x="1" y="4852"/>
                    <a:pt x="1" y="5114"/>
                  </a:cubicBezTo>
                  <a:lnTo>
                    <a:pt x="1" y="6209"/>
                  </a:lnTo>
                  <a:cubicBezTo>
                    <a:pt x="1" y="6293"/>
                    <a:pt x="72" y="6364"/>
                    <a:pt x="156" y="6364"/>
                  </a:cubicBezTo>
                  <a:cubicBezTo>
                    <a:pt x="251" y="6364"/>
                    <a:pt x="322" y="6293"/>
                    <a:pt x="322" y="6209"/>
                  </a:cubicBezTo>
                  <a:lnTo>
                    <a:pt x="322" y="5114"/>
                  </a:lnTo>
                  <a:cubicBezTo>
                    <a:pt x="322" y="4983"/>
                    <a:pt x="394" y="4852"/>
                    <a:pt x="537" y="4793"/>
                  </a:cubicBezTo>
                  <a:lnTo>
                    <a:pt x="1049" y="4519"/>
                  </a:lnTo>
                  <a:cubicBezTo>
                    <a:pt x="1275" y="4900"/>
                    <a:pt x="1680" y="5138"/>
                    <a:pt x="2108" y="5138"/>
                  </a:cubicBezTo>
                  <a:cubicBezTo>
                    <a:pt x="2561" y="5138"/>
                    <a:pt x="2942" y="4900"/>
                    <a:pt x="3168" y="4519"/>
                  </a:cubicBezTo>
                  <a:lnTo>
                    <a:pt x="3692" y="4793"/>
                  </a:lnTo>
                  <a:cubicBezTo>
                    <a:pt x="3811" y="4852"/>
                    <a:pt x="3894" y="4983"/>
                    <a:pt x="3894" y="5114"/>
                  </a:cubicBezTo>
                  <a:lnTo>
                    <a:pt x="3894" y="6209"/>
                  </a:lnTo>
                  <a:cubicBezTo>
                    <a:pt x="3894" y="6293"/>
                    <a:pt x="3966" y="6364"/>
                    <a:pt x="4061" y="6364"/>
                  </a:cubicBezTo>
                  <a:cubicBezTo>
                    <a:pt x="4144" y="6364"/>
                    <a:pt x="4228" y="6293"/>
                    <a:pt x="4228" y="6209"/>
                  </a:cubicBezTo>
                  <a:lnTo>
                    <a:pt x="4228" y="5114"/>
                  </a:lnTo>
                  <a:cubicBezTo>
                    <a:pt x="4192" y="4852"/>
                    <a:pt x="4049" y="4614"/>
                    <a:pt x="3811" y="4495"/>
                  </a:cubicBezTo>
                  <a:lnTo>
                    <a:pt x="3156" y="4162"/>
                  </a:lnTo>
                  <a:cubicBezTo>
                    <a:pt x="3597" y="4043"/>
                    <a:pt x="3870" y="3888"/>
                    <a:pt x="4013" y="3781"/>
                  </a:cubicBezTo>
                  <a:cubicBezTo>
                    <a:pt x="4156" y="3685"/>
                    <a:pt x="4192" y="3507"/>
                    <a:pt x="4132" y="3364"/>
                  </a:cubicBezTo>
                  <a:cubicBezTo>
                    <a:pt x="4001" y="3042"/>
                    <a:pt x="3847" y="2435"/>
                    <a:pt x="3847" y="1780"/>
                  </a:cubicBezTo>
                  <a:cubicBezTo>
                    <a:pt x="3847" y="875"/>
                    <a:pt x="3156" y="90"/>
                    <a:pt x="2263" y="18"/>
                  </a:cubicBezTo>
                  <a:cubicBezTo>
                    <a:pt x="2210" y="6"/>
                    <a:pt x="2153"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64"/>
            <p:cNvSpPr/>
            <p:nvPr/>
          </p:nvSpPr>
          <p:spPr>
            <a:xfrm>
              <a:off x="7120141" y="2297184"/>
              <a:ext cx="10662" cy="33005"/>
            </a:xfrm>
            <a:custGeom>
              <a:avLst/>
              <a:gdLst/>
              <a:ahLst/>
              <a:cxnLst/>
              <a:rect l="l" t="t" r="r" b="b"/>
              <a:pathLst>
                <a:path w="335" h="1037" extrusionOk="0">
                  <a:moveTo>
                    <a:pt x="167" y="0"/>
                  </a:moveTo>
                  <a:cubicBezTo>
                    <a:pt x="72" y="0"/>
                    <a:pt x="1" y="72"/>
                    <a:pt x="1" y="167"/>
                  </a:cubicBezTo>
                  <a:lnTo>
                    <a:pt x="1" y="881"/>
                  </a:lnTo>
                  <a:cubicBezTo>
                    <a:pt x="1" y="965"/>
                    <a:pt x="72" y="1036"/>
                    <a:pt x="167" y="1036"/>
                  </a:cubicBezTo>
                  <a:cubicBezTo>
                    <a:pt x="251" y="1036"/>
                    <a:pt x="334" y="965"/>
                    <a:pt x="334" y="881"/>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64"/>
            <p:cNvSpPr/>
            <p:nvPr/>
          </p:nvSpPr>
          <p:spPr>
            <a:xfrm>
              <a:off x="7199360" y="2297184"/>
              <a:ext cx="10248" cy="33005"/>
            </a:xfrm>
            <a:custGeom>
              <a:avLst/>
              <a:gdLst/>
              <a:ahLst/>
              <a:cxnLst/>
              <a:rect l="l" t="t" r="r" b="b"/>
              <a:pathLst>
                <a:path w="322" h="1037" extrusionOk="0">
                  <a:moveTo>
                    <a:pt x="167" y="0"/>
                  </a:moveTo>
                  <a:cubicBezTo>
                    <a:pt x="72" y="0"/>
                    <a:pt x="0" y="72"/>
                    <a:pt x="0" y="167"/>
                  </a:cubicBezTo>
                  <a:lnTo>
                    <a:pt x="0" y="881"/>
                  </a:lnTo>
                  <a:cubicBezTo>
                    <a:pt x="0" y="965"/>
                    <a:pt x="72" y="1036"/>
                    <a:pt x="167" y="1036"/>
                  </a:cubicBezTo>
                  <a:cubicBezTo>
                    <a:pt x="250" y="1036"/>
                    <a:pt x="322" y="965"/>
                    <a:pt x="322" y="881"/>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64"/>
            <p:cNvSpPr/>
            <p:nvPr/>
          </p:nvSpPr>
          <p:spPr>
            <a:xfrm>
              <a:off x="7357001" y="2165704"/>
              <a:ext cx="56876" cy="17823"/>
            </a:xfrm>
            <a:custGeom>
              <a:avLst/>
              <a:gdLst/>
              <a:ahLst/>
              <a:cxnLst/>
              <a:rect l="l" t="t" r="r" b="b"/>
              <a:pathLst>
                <a:path w="1787" h="560" extrusionOk="0">
                  <a:moveTo>
                    <a:pt x="630" y="0"/>
                  </a:moveTo>
                  <a:cubicBezTo>
                    <a:pt x="478" y="0"/>
                    <a:pt x="311" y="14"/>
                    <a:pt x="131" y="48"/>
                  </a:cubicBezTo>
                  <a:cubicBezTo>
                    <a:pt x="60" y="71"/>
                    <a:pt x="0" y="143"/>
                    <a:pt x="0" y="214"/>
                  </a:cubicBezTo>
                  <a:lnTo>
                    <a:pt x="0" y="393"/>
                  </a:lnTo>
                  <a:cubicBezTo>
                    <a:pt x="0" y="488"/>
                    <a:pt x="72" y="560"/>
                    <a:pt x="167" y="560"/>
                  </a:cubicBezTo>
                  <a:cubicBezTo>
                    <a:pt x="250" y="560"/>
                    <a:pt x="322" y="488"/>
                    <a:pt x="322" y="393"/>
                  </a:cubicBezTo>
                  <a:lnTo>
                    <a:pt x="322" y="345"/>
                  </a:lnTo>
                  <a:cubicBezTo>
                    <a:pt x="436" y="334"/>
                    <a:pt x="543" y="328"/>
                    <a:pt x="642" y="328"/>
                  </a:cubicBezTo>
                  <a:cubicBezTo>
                    <a:pt x="851" y="328"/>
                    <a:pt x="1022" y="352"/>
                    <a:pt x="1143" y="393"/>
                  </a:cubicBezTo>
                  <a:cubicBezTo>
                    <a:pt x="1369" y="452"/>
                    <a:pt x="1488" y="524"/>
                    <a:pt x="1488" y="524"/>
                  </a:cubicBezTo>
                  <a:cubicBezTo>
                    <a:pt x="1512" y="548"/>
                    <a:pt x="1548" y="560"/>
                    <a:pt x="1572" y="560"/>
                  </a:cubicBezTo>
                  <a:cubicBezTo>
                    <a:pt x="1631" y="560"/>
                    <a:pt x="1679" y="524"/>
                    <a:pt x="1715" y="488"/>
                  </a:cubicBezTo>
                  <a:cubicBezTo>
                    <a:pt x="1786" y="405"/>
                    <a:pt x="1762" y="310"/>
                    <a:pt x="1679" y="262"/>
                  </a:cubicBezTo>
                  <a:cubicBezTo>
                    <a:pt x="1660" y="252"/>
                    <a:pt x="1280"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64"/>
            <p:cNvSpPr/>
            <p:nvPr/>
          </p:nvSpPr>
          <p:spPr>
            <a:xfrm>
              <a:off x="7312666" y="2133113"/>
              <a:ext cx="145897" cy="197840"/>
            </a:xfrm>
            <a:custGeom>
              <a:avLst/>
              <a:gdLst/>
              <a:ahLst/>
              <a:cxnLst/>
              <a:rect l="l" t="t" r="r" b="b"/>
              <a:pathLst>
                <a:path w="4584" h="6216" extrusionOk="0">
                  <a:moveTo>
                    <a:pt x="3536" y="345"/>
                  </a:moveTo>
                  <a:lnTo>
                    <a:pt x="3536" y="1167"/>
                  </a:lnTo>
                  <a:cubicBezTo>
                    <a:pt x="3536" y="1298"/>
                    <a:pt x="3512" y="1453"/>
                    <a:pt x="3453" y="1572"/>
                  </a:cubicBezTo>
                  <a:lnTo>
                    <a:pt x="3393" y="1703"/>
                  </a:lnTo>
                  <a:cubicBezTo>
                    <a:pt x="3370" y="1726"/>
                    <a:pt x="3370" y="1750"/>
                    <a:pt x="3370" y="1774"/>
                  </a:cubicBezTo>
                  <a:lnTo>
                    <a:pt x="3370" y="2131"/>
                  </a:lnTo>
                  <a:cubicBezTo>
                    <a:pt x="3358" y="2417"/>
                    <a:pt x="3239" y="2703"/>
                    <a:pt x="3036" y="2905"/>
                  </a:cubicBezTo>
                  <a:cubicBezTo>
                    <a:pt x="2834" y="3108"/>
                    <a:pt x="2568" y="3204"/>
                    <a:pt x="2288" y="3204"/>
                  </a:cubicBezTo>
                  <a:cubicBezTo>
                    <a:pt x="2271" y="3204"/>
                    <a:pt x="2255" y="3203"/>
                    <a:pt x="2238" y="3203"/>
                  </a:cubicBezTo>
                  <a:cubicBezTo>
                    <a:pt x="1667" y="3191"/>
                    <a:pt x="1203" y="2679"/>
                    <a:pt x="1203" y="2072"/>
                  </a:cubicBezTo>
                  <a:lnTo>
                    <a:pt x="1203" y="1774"/>
                  </a:lnTo>
                  <a:cubicBezTo>
                    <a:pt x="1203" y="1750"/>
                    <a:pt x="1203" y="1726"/>
                    <a:pt x="1191" y="1703"/>
                  </a:cubicBezTo>
                  <a:lnTo>
                    <a:pt x="1131" y="1572"/>
                  </a:lnTo>
                  <a:cubicBezTo>
                    <a:pt x="1072" y="1453"/>
                    <a:pt x="1036" y="1298"/>
                    <a:pt x="1036" y="1167"/>
                  </a:cubicBezTo>
                  <a:cubicBezTo>
                    <a:pt x="1036" y="702"/>
                    <a:pt x="1405" y="345"/>
                    <a:pt x="1857" y="345"/>
                  </a:cubicBezTo>
                  <a:close/>
                  <a:moveTo>
                    <a:pt x="1726" y="3417"/>
                  </a:moveTo>
                  <a:cubicBezTo>
                    <a:pt x="1869" y="3489"/>
                    <a:pt x="2048" y="3512"/>
                    <a:pt x="2227" y="3536"/>
                  </a:cubicBezTo>
                  <a:lnTo>
                    <a:pt x="2274" y="3536"/>
                  </a:lnTo>
                  <a:cubicBezTo>
                    <a:pt x="2465" y="3536"/>
                    <a:pt x="2643" y="3489"/>
                    <a:pt x="2822" y="3429"/>
                  </a:cubicBezTo>
                  <a:lnTo>
                    <a:pt x="2822" y="3655"/>
                  </a:lnTo>
                  <a:cubicBezTo>
                    <a:pt x="2822" y="3691"/>
                    <a:pt x="2834" y="3750"/>
                    <a:pt x="2834" y="3798"/>
                  </a:cubicBezTo>
                  <a:lnTo>
                    <a:pt x="2274" y="4227"/>
                  </a:lnTo>
                  <a:lnTo>
                    <a:pt x="1703" y="3798"/>
                  </a:lnTo>
                  <a:cubicBezTo>
                    <a:pt x="1726" y="3750"/>
                    <a:pt x="1726" y="3715"/>
                    <a:pt x="1726" y="3655"/>
                  </a:cubicBezTo>
                  <a:lnTo>
                    <a:pt x="1726" y="3417"/>
                  </a:lnTo>
                  <a:close/>
                  <a:moveTo>
                    <a:pt x="1857" y="0"/>
                  </a:moveTo>
                  <a:cubicBezTo>
                    <a:pt x="1215" y="0"/>
                    <a:pt x="691" y="524"/>
                    <a:pt x="691" y="1167"/>
                  </a:cubicBezTo>
                  <a:cubicBezTo>
                    <a:pt x="691" y="1357"/>
                    <a:pt x="738" y="1548"/>
                    <a:pt x="834" y="1715"/>
                  </a:cubicBezTo>
                  <a:lnTo>
                    <a:pt x="869" y="1810"/>
                  </a:lnTo>
                  <a:lnTo>
                    <a:pt x="869" y="2072"/>
                  </a:lnTo>
                  <a:cubicBezTo>
                    <a:pt x="869" y="2536"/>
                    <a:pt x="1084" y="2941"/>
                    <a:pt x="1405" y="3215"/>
                  </a:cubicBezTo>
                  <a:lnTo>
                    <a:pt x="1405" y="3667"/>
                  </a:lnTo>
                  <a:cubicBezTo>
                    <a:pt x="1405" y="3739"/>
                    <a:pt x="1369" y="3810"/>
                    <a:pt x="1286" y="3846"/>
                  </a:cubicBezTo>
                  <a:lnTo>
                    <a:pt x="441" y="4155"/>
                  </a:lnTo>
                  <a:cubicBezTo>
                    <a:pt x="179" y="4262"/>
                    <a:pt x="0" y="4512"/>
                    <a:pt x="0" y="4810"/>
                  </a:cubicBezTo>
                  <a:lnTo>
                    <a:pt x="0" y="6048"/>
                  </a:lnTo>
                  <a:cubicBezTo>
                    <a:pt x="0" y="6132"/>
                    <a:pt x="72" y="6215"/>
                    <a:pt x="155" y="6215"/>
                  </a:cubicBezTo>
                  <a:cubicBezTo>
                    <a:pt x="250" y="6215"/>
                    <a:pt x="322" y="6132"/>
                    <a:pt x="322" y="6048"/>
                  </a:cubicBezTo>
                  <a:lnTo>
                    <a:pt x="322" y="4810"/>
                  </a:lnTo>
                  <a:cubicBezTo>
                    <a:pt x="322" y="4655"/>
                    <a:pt x="417" y="4524"/>
                    <a:pt x="560" y="4465"/>
                  </a:cubicBezTo>
                  <a:lnTo>
                    <a:pt x="1405" y="4155"/>
                  </a:lnTo>
                  <a:cubicBezTo>
                    <a:pt x="1453" y="4143"/>
                    <a:pt x="1500" y="4108"/>
                    <a:pt x="1524" y="4084"/>
                  </a:cubicBezTo>
                  <a:lnTo>
                    <a:pt x="2119" y="4524"/>
                  </a:lnTo>
                  <a:lnTo>
                    <a:pt x="2119" y="6036"/>
                  </a:lnTo>
                  <a:cubicBezTo>
                    <a:pt x="2119" y="6120"/>
                    <a:pt x="2203" y="6191"/>
                    <a:pt x="2286" y="6191"/>
                  </a:cubicBezTo>
                  <a:cubicBezTo>
                    <a:pt x="2369" y="6191"/>
                    <a:pt x="2453" y="6120"/>
                    <a:pt x="2453" y="6036"/>
                  </a:cubicBezTo>
                  <a:lnTo>
                    <a:pt x="2453" y="4512"/>
                  </a:lnTo>
                  <a:lnTo>
                    <a:pt x="3048" y="4072"/>
                  </a:lnTo>
                  <a:cubicBezTo>
                    <a:pt x="3084" y="4096"/>
                    <a:pt x="3120" y="4108"/>
                    <a:pt x="3167" y="4143"/>
                  </a:cubicBezTo>
                  <a:lnTo>
                    <a:pt x="4012" y="4453"/>
                  </a:lnTo>
                  <a:cubicBezTo>
                    <a:pt x="4155" y="4512"/>
                    <a:pt x="4251" y="4643"/>
                    <a:pt x="4251" y="4798"/>
                  </a:cubicBezTo>
                  <a:lnTo>
                    <a:pt x="4251" y="6036"/>
                  </a:lnTo>
                  <a:cubicBezTo>
                    <a:pt x="4251" y="6120"/>
                    <a:pt x="4322" y="6191"/>
                    <a:pt x="4417" y="6191"/>
                  </a:cubicBezTo>
                  <a:cubicBezTo>
                    <a:pt x="4501" y="6191"/>
                    <a:pt x="4572" y="6120"/>
                    <a:pt x="4572" y="6036"/>
                  </a:cubicBezTo>
                  <a:lnTo>
                    <a:pt x="4572" y="4798"/>
                  </a:lnTo>
                  <a:cubicBezTo>
                    <a:pt x="4584" y="4512"/>
                    <a:pt x="4382" y="4251"/>
                    <a:pt x="4120" y="4143"/>
                  </a:cubicBezTo>
                  <a:lnTo>
                    <a:pt x="3274" y="3834"/>
                  </a:lnTo>
                  <a:cubicBezTo>
                    <a:pt x="3191" y="3798"/>
                    <a:pt x="3155" y="3727"/>
                    <a:pt x="3155" y="3655"/>
                  </a:cubicBezTo>
                  <a:lnTo>
                    <a:pt x="3155" y="3215"/>
                  </a:lnTo>
                  <a:cubicBezTo>
                    <a:pt x="3179" y="3191"/>
                    <a:pt x="3227" y="3155"/>
                    <a:pt x="3250" y="3131"/>
                  </a:cubicBezTo>
                  <a:cubicBezTo>
                    <a:pt x="3536" y="2858"/>
                    <a:pt x="3691" y="2500"/>
                    <a:pt x="3691" y="2119"/>
                  </a:cubicBezTo>
                  <a:lnTo>
                    <a:pt x="3691" y="1810"/>
                  </a:lnTo>
                  <a:lnTo>
                    <a:pt x="3727" y="1715"/>
                  </a:lnTo>
                  <a:cubicBezTo>
                    <a:pt x="3822" y="1548"/>
                    <a:pt x="3870" y="1357"/>
                    <a:pt x="3870" y="1167"/>
                  </a:cubicBezTo>
                  <a:lnTo>
                    <a:pt x="3870" y="167"/>
                  </a:lnTo>
                  <a:cubicBezTo>
                    <a:pt x="3870" y="71"/>
                    <a:pt x="378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64"/>
            <p:cNvSpPr/>
            <p:nvPr/>
          </p:nvSpPr>
          <p:spPr>
            <a:xfrm>
              <a:off x="7340324" y="2291486"/>
              <a:ext cx="10630" cy="38702"/>
            </a:xfrm>
            <a:custGeom>
              <a:avLst/>
              <a:gdLst/>
              <a:ahLst/>
              <a:cxnLst/>
              <a:rect l="l" t="t" r="r" b="b"/>
              <a:pathLst>
                <a:path w="334" h="1216" extrusionOk="0">
                  <a:moveTo>
                    <a:pt x="167" y="1"/>
                  </a:moveTo>
                  <a:cubicBezTo>
                    <a:pt x="84" y="1"/>
                    <a:pt x="0" y="72"/>
                    <a:pt x="0" y="167"/>
                  </a:cubicBezTo>
                  <a:lnTo>
                    <a:pt x="0" y="1060"/>
                  </a:lnTo>
                  <a:cubicBezTo>
                    <a:pt x="0" y="1144"/>
                    <a:pt x="84" y="1215"/>
                    <a:pt x="167" y="1215"/>
                  </a:cubicBezTo>
                  <a:cubicBezTo>
                    <a:pt x="262" y="1215"/>
                    <a:pt x="334" y="1144"/>
                    <a:pt x="334" y="1060"/>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64"/>
            <p:cNvSpPr/>
            <p:nvPr/>
          </p:nvSpPr>
          <p:spPr>
            <a:xfrm>
              <a:off x="7419511" y="2291486"/>
              <a:ext cx="10630" cy="38702"/>
            </a:xfrm>
            <a:custGeom>
              <a:avLst/>
              <a:gdLst/>
              <a:ahLst/>
              <a:cxnLst/>
              <a:rect l="l" t="t" r="r" b="b"/>
              <a:pathLst>
                <a:path w="334" h="1216" extrusionOk="0">
                  <a:moveTo>
                    <a:pt x="167" y="1"/>
                  </a:moveTo>
                  <a:cubicBezTo>
                    <a:pt x="72" y="1"/>
                    <a:pt x="1" y="72"/>
                    <a:pt x="1" y="167"/>
                  </a:cubicBezTo>
                  <a:lnTo>
                    <a:pt x="1" y="1060"/>
                  </a:lnTo>
                  <a:cubicBezTo>
                    <a:pt x="1" y="1144"/>
                    <a:pt x="72" y="1215"/>
                    <a:pt x="167" y="1215"/>
                  </a:cubicBezTo>
                  <a:cubicBezTo>
                    <a:pt x="251" y="1215"/>
                    <a:pt x="334" y="1144"/>
                    <a:pt x="334" y="1060"/>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64"/>
            <p:cNvSpPr/>
            <p:nvPr/>
          </p:nvSpPr>
          <p:spPr>
            <a:xfrm>
              <a:off x="7153878" y="1969392"/>
              <a:ext cx="225498" cy="188355"/>
            </a:xfrm>
            <a:custGeom>
              <a:avLst/>
              <a:gdLst/>
              <a:ahLst/>
              <a:cxnLst/>
              <a:rect l="l" t="t" r="r" b="b"/>
              <a:pathLst>
                <a:path w="7085" h="5918" extrusionOk="0">
                  <a:moveTo>
                    <a:pt x="2441" y="4227"/>
                  </a:moveTo>
                  <a:lnTo>
                    <a:pt x="2346" y="4608"/>
                  </a:lnTo>
                  <a:lnTo>
                    <a:pt x="2132" y="4608"/>
                  </a:lnTo>
                  <a:cubicBezTo>
                    <a:pt x="1917" y="4608"/>
                    <a:pt x="1751" y="4442"/>
                    <a:pt x="1751" y="4239"/>
                  </a:cubicBezTo>
                  <a:lnTo>
                    <a:pt x="1751" y="4227"/>
                  </a:lnTo>
                  <a:close/>
                  <a:moveTo>
                    <a:pt x="5668" y="310"/>
                  </a:moveTo>
                  <a:cubicBezTo>
                    <a:pt x="5882" y="310"/>
                    <a:pt x="6037" y="477"/>
                    <a:pt x="6037" y="679"/>
                  </a:cubicBezTo>
                  <a:lnTo>
                    <a:pt x="6037" y="3525"/>
                  </a:lnTo>
                  <a:cubicBezTo>
                    <a:pt x="6037" y="3739"/>
                    <a:pt x="5882" y="3894"/>
                    <a:pt x="5668" y="3894"/>
                  </a:cubicBezTo>
                  <a:lnTo>
                    <a:pt x="4251" y="3894"/>
                  </a:lnTo>
                  <a:cubicBezTo>
                    <a:pt x="4227" y="3894"/>
                    <a:pt x="4179" y="3918"/>
                    <a:pt x="4156" y="3930"/>
                  </a:cubicBezTo>
                  <a:lnTo>
                    <a:pt x="2572" y="5084"/>
                  </a:lnTo>
                  <a:lnTo>
                    <a:pt x="2810" y="4108"/>
                  </a:lnTo>
                  <a:cubicBezTo>
                    <a:pt x="2822" y="4061"/>
                    <a:pt x="2810" y="4001"/>
                    <a:pt x="2786" y="3953"/>
                  </a:cubicBezTo>
                  <a:cubicBezTo>
                    <a:pt x="2751" y="3918"/>
                    <a:pt x="2703" y="3894"/>
                    <a:pt x="2644" y="3894"/>
                  </a:cubicBezTo>
                  <a:lnTo>
                    <a:pt x="703" y="3894"/>
                  </a:lnTo>
                  <a:cubicBezTo>
                    <a:pt x="489" y="3894"/>
                    <a:pt x="322" y="3739"/>
                    <a:pt x="322" y="3525"/>
                  </a:cubicBezTo>
                  <a:lnTo>
                    <a:pt x="322" y="679"/>
                  </a:lnTo>
                  <a:cubicBezTo>
                    <a:pt x="322" y="477"/>
                    <a:pt x="489" y="310"/>
                    <a:pt x="703" y="310"/>
                  </a:cubicBezTo>
                  <a:close/>
                  <a:moveTo>
                    <a:pt x="6382" y="1036"/>
                  </a:moveTo>
                  <a:cubicBezTo>
                    <a:pt x="6585" y="1036"/>
                    <a:pt x="6751" y="1203"/>
                    <a:pt x="6751" y="1417"/>
                  </a:cubicBezTo>
                  <a:lnTo>
                    <a:pt x="6751" y="4251"/>
                  </a:lnTo>
                  <a:lnTo>
                    <a:pt x="6739" y="4251"/>
                  </a:lnTo>
                  <a:cubicBezTo>
                    <a:pt x="6739" y="4465"/>
                    <a:pt x="6573" y="4632"/>
                    <a:pt x="6370" y="4632"/>
                  </a:cubicBezTo>
                  <a:lnTo>
                    <a:pt x="4953" y="4632"/>
                  </a:lnTo>
                  <a:cubicBezTo>
                    <a:pt x="4906" y="4632"/>
                    <a:pt x="4870" y="4644"/>
                    <a:pt x="4822" y="4692"/>
                  </a:cubicBezTo>
                  <a:cubicBezTo>
                    <a:pt x="4787" y="4727"/>
                    <a:pt x="4775" y="4775"/>
                    <a:pt x="4787" y="4823"/>
                  </a:cubicBezTo>
                  <a:lnTo>
                    <a:pt x="4906" y="5501"/>
                  </a:lnTo>
                  <a:lnTo>
                    <a:pt x="3691" y="4692"/>
                  </a:lnTo>
                  <a:lnTo>
                    <a:pt x="4299" y="4239"/>
                  </a:lnTo>
                  <a:lnTo>
                    <a:pt x="5668" y="4239"/>
                  </a:lnTo>
                  <a:cubicBezTo>
                    <a:pt x="6049" y="4239"/>
                    <a:pt x="6370" y="3930"/>
                    <a:pt x="6370" y="3537"/>
                  </a:cubicBezTo>
                  <a:lnTo>
                    <a:pt x="6370" y="1036"/>
                  </a:lnTo>
                  <a:close/>
                  <a:moveTo>
                    <a:pt x="703" y="1"/>
                  </a:moveTo>
                  <a:cubicBezTo>
                    <a:pt x="310" y="1"/>
                    <a:pt x="0" y="310"/>
                    <a:pt x="0" y="703"/>
                  </a:cubicBezTo>
                  <a:lnTo>
                    <a:pt x="0" y="3537"/>
                  </a:lnTo>
                  <a:cubicBezTo>
                    <a:pt x="0" y="3930"/>
                    <a:pt x="310" y="4239"/>
                    <a:pt x="703" y="4239"/>
                  </a:cubicBezTo>
                  <a:lnTo>
                    <a:pt x="1405" y="4239"/>
                  </a:lnTo>
                  <a:lnTo>
                    <a:pt x="1405" y="4251"/>
                  </a:lnTo>
                  <a:cubicBezTo>
                    <a:pt x="1405" y="4644"/>
                    <a:pt x="1727" y="4954"/>
                    <a:pt x="2108" y="4954"/>
                  </a:cubicBezTo>
                  <a:lnTo>
                    <a:pt x="2263" y="4954"/>
                  </a:lnTo>
                  <a:lnTo>
                    <a:pt x="2203" y="5227"/>
                  </a:lnTo>
                  <a:cubicBezTo>
                    <a:pt x="2167" y="5323"/>
                    <a:pt x="2215" y="5430"/>
                    <a:pt x="2298" y="5489"/>
                  </a:cubicBezTo>
                  <a:cubicBezTo>
                    <a:pt x="2346" y="5525"/>
                    <a:pt x="2394" y="5537"/>
                    <a:pt x="2453" y="5537"/>
                  </a:cubicBezTo>
                  <a:cubicBezTo>
                    <a:pt x="2513" y="5537"/>
                    <a:pt x="2560" y="5525"/>
                    <a:pt x="2596" y="5489"/>
                  </a:cubicBezTo>
                  <a:lnTo>
                    <a:pt x="3334" y="4954"/>
                  </a:lnTo>
                  <a:lnTo>
                    <a:pt x="3489" y="4954"/>
                  </a:lnTo>
                  <a:lnTo>
                    <a:pt x="4882" y="5882"/>
                  </a:lnTo>
                  <a:cubicBezTo>
                    <a:pt x="4918" y="5906"/>
                    <a:pt x="4965" y="5918"/>
                    <a:pt x="5013" y="5918"/>
                  </a:cubicBezTo>
                  <a:cubicBezTo>
                    <a:pt x="5061" y="5918"/>
                    <a:pt x="5096" y="5906"/>
                    <a:pt x="5144" y="5882"/>
                  </a:cubicBezTo>
                  <a:cubicBezTo>
                    <a:pt x="5239" y="5823"/>
                    <a:pt x="5287" y="5727"/>
                    <a:pt x="5263" y="5620"/>
                  </a:cubicBezTo>
                  <a:lnTo>
                    <a:pt x="5168" y="4954"/>
                  </a:lnTo>
                  <a:lnTo>
                    <a:pt x="6382" y="4954"/>
                  </a:lnTo>
                  <a:cubicBezTo>
                    <a:pt x="6763" y="4954"/>
                    <a:pt x="7085" y="4644"/>
                    <a:pt x="7085" y="4251"/>
                  </a:cubicBezTo>
                  <a:lnTo>
                    <a:pt x="7085" y="1417"/>
                  </a:lnTo>
                  <a:cubicBezTo>
                    <a:pt x="7085" y="1024"/>
                    <a:pt x="6775" y="715"/>
                    <a:pt x="6382" y="715"/>
                  </a:cubicBezTo>
                  <a:cubicBezTo>
                    <a:pt x="6370" y="310"/>
                    <a:pt x="6061"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64"/>
            <p:cNvSpPr/>
            <p:nvPr/>
          </p:nvSpPr>
          <p:spPr>
            <a:xfrm>
              <a:off x="7193663" y="2003511"/>
              <a:ext cx="27308" cy="10248"/>
            </a:xfrm>
            <a:custGeom>
              <a:avLst/>
              <a:gdLst/>
              <a:ahLst/>
              <a:cxnLst/>
              <a:rect l="l" t="t" r="r" b="b"/>
              <a:pathLst>
                <a:path w="858" h="322" extrusionOk="0">
                  <a:moveTo>
                    <a:pt x="167" y="0"/>
                  </a:moveTo>
                  <a:cubicBezTo>
                    <a:pt x="72" y="0"/>
                    <a:pt x="1" y="72"/>
                    <a:pt x="1" y="167"/>
                  </a:cubicBezTo>
                  <a:cubicBezTo>
                    <a:pt x="1" y="250"/>
                    <a:pt x="72" y="322"/>
                    <a:pt x="167" y="322"/>
                  </a:cubicBezTo>
                  <a:lnTo>
                    <a:pt x="703" y="322"/>
                  </a:lnTo>
                  <a:cubicBezTo>
                    <a:pt x="786" y="322"/>
                    <a:pt x="858" y="250"/>
                    <a:pt x="858" y="167"/>
                  </a:cubicBezTo>
                  <a:cubicBezTo>
                    <a:pt x="858" y="72"/>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64"/>
            <p:cNvSpPr/>
            <p:nvPr/>
          </p:nvSpPr>
          <p:spPr>
            <a:xfrm>
              <a:off x="7233065" y="2003511"/>
              <a:ext cx="83802" cy="10248"/>
            </a:xfrm>
            <a:custGeom>
              <a:avLst/>
              <a:gdLst/>
              <a:ahLst/>
              <a:cxnLst/>
              <a:rect l="l" t="t" r="r" b="b"/>
              <a:pathLst>
                <a:path w="2633" h="322" extrusionOk="0">
                  <a:moveTo>
                    <a:pt x="156" y="0"/>
                  </a:moveTo>
                  <a:cubicBezTo>
                    <a:pt x="72" y="0"/>
                    <a:pt x="1" y="72"/>
                    <a:pt x="1" y="167"/>
                  </a:cubicBezTo>
                  <a:cubicBezTo>
                    <a:pt x="1" y="250"/>
                    <a:pt x="72" y="322"/>
                    <a:pt x="156" y="322"/>
                  </a:cubicBezTo>
                  <a:lnTo>
                    <a:pt x="2465" y="322"/>
                  </a:lnTo>
                  <a:cubicBezTo>
                    <a:pt x="2561" y="322"/>
                    <a:pt x="2632" y="250"/>
                    <a:pt x="2632" y="167"/>
                  </a:cubicBezTo>
                  <a:cubicBezTo>
                    <a:pt x="2632" y="72"/>
                    <a:pt x="2573"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64"/>
            <p:cNvSpPr/>
            <p:nvPr/>
          </p:nvSpPr>
          <p:spPr>
            <a:xfrm>
              <a:off x="7193281" y="2031933"/>
              <a:ext cx="123936" cy="10248"/>
            </a:xfrm>
            <a:custGeom>
              <a:avLst/>
              <a:gdLst/>
              <a:ahLst/>
              <a:cxnLst/>
              <a:rect l="l" t="t" r="r" b="b"/>
              <a:pathLst>
                <a:path w="3894" h="322" extrusionOk="0">
                  <a:moveTo>
                    <a:pt x="155" y="0"/>
                  </a:moveTo>
                  <a:cubicBezTo>
                    <a:pt x="72" y="0"/>
                    <a:pt x="1" y="71"/>
                    <a:pt x="1" y="167"/>
                  </a:cubicBezTo>
                  <a:cubicBezTo>
                    <a:pt x="1" y="250"/>
                    <a:pt x="72" y="322"/>
                    <a:pt x="155" y="322"/>
                  </a:cubicBezTo>
                  <a:lnTo>
                    <a:pt x="3715" y="322"/>
                  </a:lnTo>
                  <a:cubicBezTo>
                    <a:pt x="3811" y="322"/>
                    <a:pt x="3882" y="250"/>
                    <a:pt x="3882" y="167"/>
                  </a:cubicBezTo>
                  <a:cubicBezTo>
                    <a:pt x="3894" y="71"/>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64"/>
            <p:cNvSpPr/>
            <p:nvPr/>
          </p:nvSpPr>
          <p:spPr>
            <a:xfrm>
              <a:off x="7193663" y="2059973"/>
              <a:ext cx="83770" cy="10248"/>
            </a:xfrm>
            <a:custGeom>
              <a:avLst/>
              <a:gdLst/>
              <a:ahLst/>
              <a:cxnLst/>
              <a:rect l="l" t="t" r="r" b="b"/>
              <a:pathLst>
                <a:path w="2632" h="322" extrusionOk="0">
                  <a:moveTo>
                    <a:pt x="167" y="0"/>
                  </a:moveTo>
                  <a:cubicBezTo>
                    <a:pt x="72" y="0"/>
                    <a:pt x="1" y="72"/>
                    <a:pt x="1" y="155"/>
                  </a:cubicBezTo>
                  <a:cubicBezTo>
                    <a:pt x="1" y="250"/>
                    <a:pt x="72" y="322"/>
                    <a:pt x="167" y="322"/>
                  </a:cubicBezTo>
                  <a:lnTo>
                    <a:pt x="2465" y="322"/>
                  </a:lnTo>
                  <a:cubicBezTo>
                    <a:pt x="2560" y="322"/>
                    <a:pt x="2632" y="250"/>
                    <a:pt x="2632" y="155"/>
                  </a:cubicBezTo>
                  <a:cubicBezTo>
                    <a:pt x="2632" y="72"/>
                    <a:pt x="2560"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64"/>
            <p:cNvSpPr/>
            <p:nvPr/>
          </p:nvSpPr>
          <p:spPr>
            <a:xfrm>
              <a:off x="7289145" y="2059973"/>
              <a:ext cx="27722" cy="10248"/>
            </a:xfrm>
            <a:custGeom>
              <a:avLst/>
              <a:gdLst/>
              <a:ahLst/>
              <a:cxnLst/>
              <a:rect l="l" t="t" r="r" b="b"/>
              <a:pathLst>
                <a:path w="871" h="322" extrusionOk="0">
                  <a:moveTo>
                    <a:pt x="168" y="0"/>
                  </a:moveTo>
                  <a:cubicBezTo>
                    <a:pt x="84" y="0"/>
                    <a:pt x="1" y="72"/>
                    <a:pt x="1" y="155"/>
                  </a:cubicBezTo>
                  <a:cubicBezTo>
                    <a:pt x="1" y="250"/>
                    <a:pt x="84" y="322"/>
                    <a:pt x="168" y="322"/>
                  </a:cubicBezTo>
                  <a:lnTo>
                    <a:pt x="703" y="322"/>
                  </a:lnTo>
                  <a:cubicBezTo>
                    <a:pt x="799" y="322"/>
                    <a:pt x="870" y="250"/>
                    <a:pt x="870" y="155"/>
                  </a:cubicBezTo>
                  <a:cubicBezTo>
                    <a:pt x="870" y="72"/>
                    <a:pt x="811"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50" name="Google Shape;10450;p64"/>
          <p:cNvSpPr/>
          <p:nvPr/>
        </p:nvSpPr>
        <p:spPr>
          <a:xfrm>
            <a:off x="3094217" y="2720909"/>
            <a:ext cx="394152" cy="361529"/>
          </a:xfrm>
          <a:custGeom>
            <a:avLst/>
            <a:gdLst/>
            <a:ahLst/>
            <a:cxnLst/>
            <a:rect l="l" t="t" r="r" b="b"/>
            <a:pathLst>
              <a:path w="12384" h="11359" extrusionOk="0">
                <a:moveTo>
                  <a:pt x="2775" y="1024"/>
                </a:moveTo>
                <a:cubicBezTo>
                  <a:pt x="3346" y="1024"/>
                  <a:pt x="3811" y="1501"/>
                  <a:pt x="3811" y="2060"/>
                </a:cubicBezTo>
                <a:cubicBezTo>
                  <a:pt x="3811" y="2298"/>
                  <a:pt x="3727" y="2536"/>
                  <a:pt x="3573" y="2727"/>
                </a:cubicBezTo>
                <a:cubicBezTo>
                  <a:pt x="3525" y="2786"/>
                  <a:pt x="3513" y="2870"/>
                  <a:pt x="3549" y="2941"/>
                </a:cubicBezTo>
                <a:cubicBezTo>
                  <a:pt x="3573" y="3013"/>
                  <a:pt x="3644" y="3060"/>
                  <a:pt x="3727" y="3060"/>
                </a:cubicBezTo>
                <a:lnTo>
                  <a:pt x="4096" y="3060"/>
                </a:lnTo>
                <a:cubicBezTo>
                  <a:pt x="4120" y="3060"/>
                  <a:pt x="4156" y="3084"/>
                  <a:pt x="4156" y="3120"/>
                </a:cubicBezTo>
                <a:lnTo>
                  <a:pt x="4156" y="3370"/>
                </a:lnTo>
                <a:cubicBezTo>
                  <a:pt x="4156" y="3406"/>
                  <a:pt x="4120" y="3429"/>
                  <a:pt x="4096" y="3429"/>
                </a:cubicBezTo>
                <a:lnTo>
                  <a:pt x="1846" y="3429"/>
                </a:lnTo>
                <a:lnTo>
                  <a:pt x="1453" y="3418"/>
                </a:lnTo>
                <a:cubicBezTo>
                  <a:pt x="1418" y="3418"/>
                  <a:pt x="1394" y="3382"/>
                  <a:pt x="1394" y="3358"/>
                </a:cubicBezTo>
                <a:lnTo>
                  <a:pt x="1394" y="3096"/>
                </a:lnTo>
                <a:cubicBezTo>
                  <a:pt x="1394" y="3072"/>
                  <a:pt x="1418" y="3037"/>
                  <a:pt x="1453" y="3037"/>
                </a:cubicBezTo>
                <a:lnTo>
                  <a:pt x="3132" y="3037"/>
                </a:lnTo>
                <a:cubicBezTo>
                  <a:pt x="3239" y="3037"/>
                  <a:pt x="3323" y="2953"/>
                  <a:pt x="3323" y="2846"/>
                </a:cubicBezTo>
                <a:cubicBezTo>
                  <a:pt x="3323" y="2739"/>
                  <a:pt x="3227" y="2656"/>
                  <a:pt x="3132" y="2656"/>
                </a:cubicBezTo>
                <a:lnTo>
                  <a:pt x="1906" y="2656"/>
                </a:lnTo>
                <a:cubicBezTo>
                  <a:pt x="1787" y="2477"/>
                  <a:pt x="1727" y="2275"/>
                  <a:pt x="1727" y="2060"/>
                </a:cubicBezTo>
                <a:cubicBezTo>
                  <a:pt x="1727" y="1477"/>
                  <a:pt x="2203" y="1024"/>
                  <a:pt x="2775" y="1024"/>
                </a:cubicBezTo>
                <a:close/>
                <a:moveTo>
                  <a:pt x="9597" y="1024"/>
                </a:moveTo>
                <a:cubicBezTo>
                  <a:pt x="10169" y="1024"/>
                  <a:pt x="10645" y="1501"/>
                  <a:pt x="10645" y="2060"/>
                </a:cubicBezTo>
                <a:cubicBezTo>
                  <a:pt x="10645" y="2298"/>
                  <a:pt x="10550" y="2536"/>
                  <a:pt x="10407" y="2727"/>
                </a:cubicBezTo>
                <a:cubicBezTo>
                  <a:pt x="10359" y="2786"/>
                  <a:pt x="10347" y="2870"/>
                  <a:pt x="10371" y="2941"/>
                </a:cubicBezTo>
                <a:cubicBezTo>
                  <a:pt x="10407" y="3013"/>
                  <a:pt x="10478" y="3060"/>
                  <a:pt x="10550" y="3060"/>
                </a:cubicBezTo>
                <a:lnTo>
                  <a:pt x="10931" y="3060"/>
                </a:lnTo>
                <a:cubicBezTo>
                  <a:pt x="10954" y="3060"/>
                  <a:pt x="10990" y="3084"/>
                  <a:pt x="10990" y="3120"/>
                </a:cubicBezTo>
                <a:lnTo>
                  <a:pt x="10990" y="3370"/>
                </a:lnTo>
                <a:cubicBezTo>
                  <a:pt x="10990" y="3406"/>
                  <a:pt x="10954" y="3429"/>
                  <a:pt x="10931" y="3429"/>
                </a:cubicBezTo>
                <a:lnTo>
                  <a:pt x="8276" y="3429"/>
                </a:lnTo>
                <a:lnTo>
                  <a:pt x="8276" y="3418"/>
                </a:lnTo>
                <a:cubicBezTo>
                  <a:pt x="8252" y="3418"/>
                  <a:pt x="8216" y="3382"/>
                  <a:pt x="8216" y="3358"/>
                </a:cubicBezTo>
                <a:lnTo>
                  <a:pt x="8216" y="3096"/>
                </a:lnTo>
                <a:cubicBezTo>
                  <a:pt x="8216" y="3072"/>
                  <a:pt x="8252" y="3037"/>
                  <a:pt x="8276" y="3037"/>
                </a:cubicBezTo>
                <a:lnTo>
                  <a:pt x="9954" y="3037"/>
                </a:lnTo>
                <a:cubicBezTo>
                  <a:pt x="10061" y="3037"/>
                  <a:pt x="10157" y="2953"/>
                  <a:pt x="10157" y="2846"/>
                </a:cubicBezTo>
                <a:cubicBezTo>
                  <a:pt x="10157" y="2739"/>
                  <a:pt x="10061" y="2656"/>
                  <a:pt x="9954" y="2656"/>
                </a:cubicBezTo>
                <a:lnTo>
                  <a:pt x="8740" y="2656"/>
                </a:lnTo>
                <a:cubicBezTo>
                  <a:pt x="8621" y="2477"/>
                  <a:pt x="8561" y="2275"/>
                  <a:pt x="8561" y="2060"/>
                </a:cubicBezTo>
                <a:cubicBezTo>
                  <a:pt x="8561" y="1477"/>
                  <a:pt x="9038" y="1024"/>
                  <a:pt x="9597" y="1024"/>
                </a:cubicBezTo>
                <a:close/>
                <a:moveTo>
                  <a:pt x="6192" y="2691"/>
                </a:moveTo>
                <a:cubicBezTo>
                  <a:pt x="6763" y="2691"/>
                  <a:pt x="7240" y="3167"/>
                  <a:pt x="7240" y="3727"/>
                </a:cubicBezTo>
                <a:cubicBezTo>
                  <a:pt x="7240" y="3965"/>
                  <a:pt x="7144" y="4203"/>
                  <a:pt x="7002" y="4394"/>
                </a:cubicBezTo>
                <a:cubicBezTo>
                  <a:pt x="6954" y="4453"/>
                  <a:pt x="6942" y="4537"/>
                  <a:pt x="6966" y="4608"/>
                </a:cubicBezTo>
                <a:cubicBezTo>
                  <a:pt x="7002" y="4680"/>
                  <a:pt x="7073" y="4727"/>
                  <a:pt x="7144" y="4727"/>
                </a:cubicBezTo>
                <a:lnTo>
                  <a:pt x="7514" y="4727"/>
                </a:lnTo>
                <a:cubicBezTo>
                  <a:pt x="7549" y="4727"/>
                  <a:pt x="7573" y="4751"/>
                  <a:pt x="7573" y="4787"/>
                </a:cubicBezTo>
                <a:lnTo>
                  <a:pt x="7573" y="5037"/>
                </a:lnTo>
                <a:cubicBezTo>
                  <a:pt x="7573" y="5072"/>
                  <a:pt x="7549" y="5096"/>
                  <a:pt x="7514" y="5096"/>
                </a:cubicBezTo>
                <a:lnTo>
                  <a:pt x="4870" y="5096"/>
                </a:lnTo>
                <a:lnTo>
                  <a:pt x="4870" y="5084"/>
                </a:lnTo>
                <a:cubicBezTo>
                  <a:pt x="4847" y="5084"/>
                  <a:pt x="4811" y="5049"/>
                  <a:pt x="4811" y="5025"/>
                </a:cubicBezTo>
                <a:lnTo>
                  <a:pt x="4811" y="4775"/>
                </a:lnTo>
                <a:cubicBezTo>
                  <a:pt x="4811" y="4739"/>
                  <a:pt x="4847" y="4715"/>
                  <a:pt x="4870" y="4715"/>
                </a:cubicBezTo>
                <a:lnTo>
                  <a:pt x="6549" y="4715"/>
                </a:lnTo>
                <a:cubicBezTo>
                  <a:pt x="6656" y="4715"/>
                  <a:pt x="6740" y="4620"/>
                  <a:pt x="6740" y="4513"/>
                </a:cubicBezTo>
                <a:cubicBezTo>
                  <a:pt x="6740" y="4418"/>
                  <a:pt x="6656" y="4322"/>
                  <a:pt x="6549" y="4322"/>
                </a:cubicBezTo>
                <a:lnTo>
                  <a:pt x="5335" y="4322"/>
                </a:lnTo>
                <a:cubicBezTo>
                  <a:pt x="5216" y="4144"/>
                  <a:pt x="5156" y="3941"/>
                  <a:pt x="5156" y="3727"/>
                </a:cubicBezTo>
                <a:cubicBezTo>
                  <a:pt x="5156" y="3144"/>
                  <a:pt x="5632" y="2691"/>
                  <a:pt x="6192" y="2691"/>
                </a:cubicBezTo>
                <a:close/>
                <a:moveTo>
                  <a:pt x="3477" y="3799"/>
                </a:moveTo>
                <a:cubicBezTo>
                  <a:pt x="3442" y="4203"/>
                  <a:pt x="3442" y="5072"/>
                  <a:pt x="3870" y="6335"/>
                </a:cubicBezTo>
                <a:lnTo>
                  <a:pt x="1703" y="6335"/>
                </a:lnTo>
                <a:cubicBezTo>
                  <a:pt x="2132" y="5072"/>
                  <a:pt x="2132" y="4203"/>
                  <a:pt x="2108" y="3799"/>
                </a:cubicBezTo>
                <a:close/>
                <a:moveTo>
                  <a:pt x="10288" y="3799"/>
                </a:moveTo>
                <a:cubicBezTo>
                  <a:pt x="10264" y="4203"/>
                  <a:pt x="10264" y="5072"/>
                  <a:pt x="10693" y="6335"/>
                </a:cubicBezTo>
                <a:lnTo>
                  <a:pt x="8514" y="6335"/>
                </a:lnTo>
                <a:cubicBezTo>
                  <a:pt x="8954" y="5072"/>
                  <a:pt x="8966" y="4203"/>
                  <a:pt x="8918" y="3799"/>
                </a:cubicBezTo>
                <a:close/>
                <a:moveTo>
                  <a:pt x="4037" y="6739"/>
                </a:moveTo>
                <a:lnTo>
                  <a:pt x="4096" y="7097"/>
                </a:lnTo>
                <a:lnTo>
                  <a:pt x="1489" y="7097"/>
                </a:lnTo>
                <a:lnTo>
                  <a:pt x="1549" y="6739"/>
                </a:lnTo>
                <a:close/>
                <a:moveTo>
                  <a:pt x="10859" y="6739"/>
                </a:moveTo>
                <a:lnTo>
                  <a:pt x="10919" y="7097"/>
                </a:lnTo>
                <a:lnTo>
                  <a:pt x="8311" y="7097"/>
                </a:lnTo>
                <a:lnTo>
                  <a:pt x="8371" y="6739"/>
                </a:lnTo>
                <a:close/>
                <a:moveTo>
                  <a:pt x="6883" y="5465"/>
                </a:moveTo>
                <a:cubicBezTo>
                  <a:pt x="6847" y="5870"/>
                  <a:pt x="6847" y="6739"/>
                  <a:pt x="7287" y="8001"/>
                </a:cubicBezTo>
                <a:lnTo>
                  <a:pt x="5108" y="8001"/>
                </a:lnTo>
                <a:cubicBezTo>
                  <a:pt x="5537" y="6751"/>
                  <a:pt x="5537" y="5870"/>
                  <a:pt x="5513" y="5465"/>
                </a:cubicBezTo>
                <a:close/>
                <a:moveTo>
                  <a:pt x="4513" y="7478"/>
                </a:moveTo>
                <a:lnTo>
                  <a:pt x="4668" y="8049"/>
                </a:lnTo>
                <a:lnTo>
                  <a:pt x="4668" y="8061"/>
                </a:lnTo>
                <a:cubicBezTo>
                  <a:pt x="4632" y="8085"/>
                  <a:pt x="4608" y="8132"/>
                  <a:pt x="4608" y="8180"/>
                </a:cubicBezTo>
                <a:lnTo>
                  <a:pt x="4525" y="8561"/>
                </a:lnTo>
                <a:lnTo>
                  <a:pt x="775" y="8561"/>
                </a:lnTo>
                <a:lnTo>
                  <a:pt x="1072" y="7478"/>
                </a:lnTo>
                <a:close/>
                <a:moveTo>
                  <a:pt x="11335" y="7478"/>
                </a:moveTo>
                <a:lnTo>
                  <a:pt x="11633" y="8561"/>
                </a:lnTo>
                <a:lnTo>
                  <a:pt x="7883" y="8561"/>
                </a:lnTo>
                <a:lnTo>
                  <a:pt x="7799" y="8180"/>
                </a:lnTo>
                <a:cubicBezTo>
                  <a:pt x="7787" y="8120"/>
                  <a:pt x="7764" y="8085"/>
                  <a:pt x="7740" y="8049"/>
                </a:cubicBezTo>
                <a:lnTo>
                  <a:pt x="7895" y="7478"/>
                </a:lnTo>
                <a:close/>
                <a:moveTo>
                  <a:pt x="7442" y="8394"/>
                </a:moveTo>
                <a:lnTo>
                  <a:pt x="7502" y="8752"/>
                </a:lnTo>
                <a:lnTo>
                  <a:pt x="4906" y="8752"/>
                </a:lnTo>
                <a:lnTo>
                  <a:pt x="4966" y="8394"/>
                </a:lnTo>
                <a:close/>
                <a:moveTo>
                  <a:pt x="4132" y="8954"/>
                </a:moveTo>
                <a:lnTo>
                  <a:pt x="4037" y="9311"/>
                </a:lnTo>
                <a:lnTo>
                  <a:pt x="406" y="9311"/>
                </a:lnTo>
                <a:lnTo>
                  <a:pt x="406" y="8954"/>
                </a:lnTo>
                <a:close/>
                <a:moveTo>
                  <a:pt x="12002" y="8954"/>
                </a:moveTo>
                <a:lnTo>
                  <a:pt x="12002" y="9311"/>
                </a:lnTo>
                <a:lnTo>
                  <a:pt x="8371" y="9311"/>
                </a:lnTo>
                <a:lnTo>
                  <a:pt x="8276" y="8954"/>
                </a:lnTo>
                <a:close/>
                <a:moveTo>
                  <a:pt x="7906" y="9144"/>
                </a:moveTo>
                <a:lnTo>
                  <a:pt x="8204" y="10228"/>
                </a:lnTo>
                <a:lnTo>
                  <a:pt x="4192" y="10228"/>
                </a:lnTo>
                <a:lnTo>
                  <a:pt x="4489" y="9144"/>
                </a:lnTo>
                <a:close/>
                <a:moveTo>
                  <a:pt x="8573" y="10621"/>
                </a:moveTo>
                <a:lnTo>
                  <a:pt x="8573" y="10978"/>
                </a:lnTo>
                <a:lnTo>
                  <a:pt x="3799" y="10978"/>
                </a:lnTo>
                <a:lnTo>
                  <a:pt x="3799" y="10621"/>
                </a:lnTo>
                <a:close/>
                <a:moveTo>
                  <a:pt x="9621" y="0"/>
                </a:moveTo>
                <a:cubicBezTo>
                  <a:pt x="9514" y="0"/>
                  <a:pt x="9430" y="96"/>
                  <a:pt x="9430" y="203"/>
                </a:cubicBezTo>
                <a:lnTo>
                  <a:pt x="9430" y="596"/>
                </a:lnTo>
                <a:cubicBezTo>
                  <a:pt x="8728" y="691"/>
                  <a:pt x="8180" y="1298"/>
                  <a:pt x="8180" y="2024"/>
                </a:cubicBezTo>
                <a:cubicBezTo>
                  <a:pt x="8180" y="2239"/>
                  <a:pt x="8216" y="2441"/>
                  <a:pt x="8311" y="2620"/>
                </a:cubicBezTo>
                <a:lnTo>
                  <a:pt x="8299" y="2620"/>
                </a:lnTo>
                <a:cubicBezTo>
                  <a:pt x="8037" y="2620"/>
                  <a:pt x="7835" y="2834"/>
                  <a:pt x="7835" y="3084"/>
                </a:cubicBezTo>
                <a:lnTo>
                  <a:pt x="7835" y="3334"/>
                </a:lnTo>
                <a:cubicBezTo>
                  <a:pt x="7835" y="3596"/>
                  <a:pt x="8037" y="3799"/>
                  <a:pt x="8299" y="3799"/>
                </a:cubicBezTo>
                <a:lnTo>
                  <a:pt x="8549" y="3799"/>
                </a:lnTo>
                <a:cubicBezTo>
                  <a:pt x="8573" y="4144"/>
                  <a:pt x="8597" y="5037"/>
                  <a:pt x="8121" y="6358"/>
                </a:cubicBezTo>
                <a:cubicBezTo>
                  <a:pt x="8073" y="6394"/>
                  <a:pt x="8037" y="6442"/>
                  <a:pt x="8026" y="6501"/>
                </a:cubicBezTo>
                <a:lnTo>
                  <a:pt x="7918" y="7073"/>
                </a:lnTo>
                <a:lnTo>
                  <a:pt x="7764" y="7073"/>
                </a:lnTo>
                <a:cubicBezTo>
                  <a:pt x="7668" y="7073"/>
                  <a:pt x="7597" y="7132"/>
                  <a:pt x="7561" y="7228"/>
                </a:cubicBezTo>
                <a:lnTo>
                  <a:pt x="7525" y="7394"/>
                </a:lnTo>
                <a:cubicBezTo>
                  <a:pt x="7252" y="6418"/>
                  <a:pt x="7264" y="5751"/>
                  <a:pt x="7299" y="5465"/>
                </a:cubicBezTo>
                <a:lnTo>
                  <a:pt x="7549" y="5465"/>
                </a:lnTo>
                <a:cubicBezTo>
                  <a:pt x="7799" y="5465"/>
                  <a:pt x="8014" y="5263"/>
                  <a:pt x="8014" y="5013"/>
                </a:cubicBezTo>
                <a:lnTo>
                  <a:pt x="8014" y="4751"/>
                </a:lnTo>
                <a:cubicBezTo>
                  <a:pt x="8014" y="4501"/>
                  <a:pt x="7799" y="4287"/>
                  <a:pt x="7549" y="4287"/>
                </a:cubicBezTo>
                <a:lnTo>
                  <a:pt x="7537" y="4287"/>
                </a:lnTo>
                <a:cubicBezTo>
                  <a:pt x="7621" y="4108"/>
                  <a:pt x="7668" y="3906"/>
                  <a:pt x="7668" y="3691"/>
                </a:cubicBezTo>
                <a:cubicBezTo>
                  <a:pt x="7668" y="2965"/>
                  <a:pt x="7121" y="2358"/>
                  <a:pt x="6418" y="2263"/>
                </a:cubicBezTo>
                <a:lnTo>
                  <a:pt x="6418" y="1882"/>
                </a:lnTo>
                <a:cubicBezTo>
                  <a:pt x="6418" y="1774"/>
                  <a:pt x="6335" y="1691"/>
                  <a:pt x="6228" y="1691"/>
                </a:cubicBezTo>
                <a:cubicBezTo>
                  <a:pt x="6121" y="1691"/>
                  <a:pt x="6037" y="1774"/>
                  <a:pt x="6037" y="1882"/>
                </a:cubicBezTo>
                <a:lnTo>
                  <a:pt x="6037" y="2286"/>
                </a:lnTo>
                <a:cubicBezTo>
                  <a:pt x="5335" y="2370"/>
                  <a:pt x="4787" y="2989"/>
                  <a:pt x="4787" y="3715"/>
                </a:cubicBezTo>
                <a:cubicBezTo>
                  <a:pt x="4787" y="3918"/>
                  <a:pt x="4823" y="4132"/>
                  <a:pt x="4918" y="4310"/>
                </a:cubicBezTo>
                <a:lnTo>
                  <a:pt x="4906" y="4310"/>
                </a:lnTo>
                <a:cubicBezTo>
                  <a:pt x="4644" y="4310"/>
                  <a:pt x="4442" y="4513"/>
                  <a:pt x="4442" y="4775"/>
                </a:cubicBezTo>
                <a:lnTo>
                  <a:pt x="4442" y="5025"/>
                </a:lnTo>
                <a:cubicBezTo>
                  <a:pt x="4442" y="5275"/>
                  <a:pt x="4644" y="5489"/>
                  <a:pt x="4906" y="5489"/>
                </a:cubicBezTo>
                <a:lnTo>
                  <a:pt x="5156" y="5489"/>
                </a:lnTo>
                <a:cubicBezTo>
                  <a:pt x="5180" y="5763"/>
                  <a:pt x="5180" y="6442"/>
                  <a:pt x="4930" y="7406"/>
                </a:cubicBezTo>
                <a:lnTo>
                  <a:pt x="4882" y="7239"/>
                </a:lnTo>
                <a:cubicBezTo>
                  <a:pt x="4858" y="7156"/>
                  <a:pt x="4787" y="7097"/>
                  <a:pt x="4692" y="7097"/>
                </a:cubicBezTo>
                <a:lnTo>
                  <a:pt x="4525" y="7097"/>
                </a:lnTo>
                <a:lnTo>
                  <a:pt x="4430" y="6513"/>
                </a:lnTo>
                <a:cubicBezTo>
                  <a:pt x="4406" y="6454"/>
                  <a:pt x="4382" y="6406"/>
                  <a:pt x="4335" y="6382"/>
                </a:cubicBezTo>
                <a:cubicBezTo>
                  <a:pt x="3858" y="5049"/>
                  <a:pt x="3870" y="4156"/>
                  <a:pt x="3906" y="3822"/>
                </a:cubicBezTo>
                <a:lnTo>
                  <a:pt x="4156" y="3822"/>
                </a:lnTo>
                <a:cubicBezTo>
                  <a:pt x="4406" y="3822"/>
                  <a:pt x="4620" y="3608"/>
                  <a:pt x="4620" y="3358"/>
                </a:cubicBezTo>
                <a:lnTo>
                  <a:pt x="4620" y="3108"/>
                </a:lnTo>
                <a:cubicBezTo>
                  <a:pt x="4620" y="2846"/>
                  <a:pt x="4406" y="2644"/>
                  <a:pt x="4156" y="2644"/>
                </a:cubicBezTo>
                <a:lnTo>
                  <a:pt x="4144" y="2644"/>
                </a:lnTo>
                <a:cubicBezTo>
                  <a:pt x="4227" y="2465"/>
                  <a:pt x="4275" y="2251"/>
                  <a:pt x="4275" y="2048"/>
                </a:cubicBezTo>
                <a:cubicBezTo>
                  <a:pt x="4275" y="1322"/>
                  <a:pt x="3727" y="703"/>
                  <a:pt x="3025" y="620"/>
                </a:cubicBezTo>
                <a:lnTo>
                  <a:pt x="3025" y="215"/>
                </a:lnTo>
                <a:cubicBezTo>
                  <a:pt x="3025" y="108"/>
                  <a:pt x="2942" y="24"/>
                  <a:pt x="2834" y="24"/>
                </a:cubicBezTo>
                <a:cubicBezTo>
                  <a:pt x="2727" y="24"/>
                  <a:pt x="2644" y="108"/>
                  <a:pt x="2644" y="215"/>
                </a:cubicBezTo>
                <a:lnTo>
                  <a:pt x="2644" y="620"/>
                </a:lnTo>
                <a:cubicBezTo>
                  <a:pt x="1941" y="703"/>
                  <a:pt x="1394" y="1322"/>
                  <a:pt x="1394" y="2048"/>
                </a:cubicBezTo>
                <a:cubicBezTo>
                  <a:pt x="1394" y="2251"/>
                  <a:pt x="1429" y="2465"/>
                  <a:pt x="1525" y="2644"/>
                </a:cubicBezTo>
                <a:lnTo>
                  <a:pt x="1513" y="2644"/>
                </a:lnTo>
                <a:cubicBezTo>
                  <a:pt x="1251" y="2644"/>
                  <a:pt x="1048" y="2846"/>
                  <a:pt x="1048" y="3108"/>
                </a:cubicBezTo>
                <a:lnTo>
                  <a:pt x="1048" y="3358"/>
                </a:lnTo>
                <a:cubicBezTo>
                  <a:pt x="1048" y="3608"/>
                  <a:pt x="1251" y="3822"/>
                  <a:pt x="1513" y="3822"/>
                </a:cubicBezTo>
                <a:lnTo>
                  <a:pt x="1763" y="3822"/>
                </a:lnTo>
                <a:cubicBezTo>
                  <a:pt x="1787" y="4156"/>
                  <a:pt x="1810" y="5049"/>
                  <a:pt x="1334" y="6382"/>
                </a:cubicBezTo>
                <a:cubicBezTo>
                  <a:pt x="1287" y="6406"/>
                  <a:pt x="1251" y="6454"/>
                  <a:pt x="1239" y="6513"/>
                </a:cubicBezTo>
                <a:lnTo>
                  <a:pt x="1132" y="7097"/>
                </a:lnTo>
                <a:lnTo>
                  <a:pt x="977" y="7097"/>
                </a:lnTo>
                <a:cubicBezTo>
                  <a:pt x="882" y="7097"/>
                  <a:pt x="810" y="7156"/>
                  <a:pt x="775" y="7239"/>
                </a:cubicBezTo>
                <a:lnTo>
                  <a:pt x="417" y="8561"/>
                </a:lnTo>
                <a:lnTo>
                  <a:pt x="203" y="8561"/>
                </a:lnTo>
                <a:cubicBezTo>
                  <a:pt x="96" y="8561"/>
                  <a:pt x="1" y="8656"/>
                  <a:pt x="1" y="8763"/>
                </a:cubicBezTo>
                <a:lnTo>
                  <a:pt x="1" y="9502"/>
                </a:lnTo>
                <a:cubicBezTo>
                  <a:pt x="1" y="9609"/>
                  <a:pt x="96" y="9692"/>
                  <a:pt x="203" y="9692"/>
                </a:cubicBezTo>
                <a:lnTo>
                  <a:pt x="3918" y="9692"/>
                </a:lnTo>
                <a:lnTo>
                  <a:pt x="3775" y="10228"/>
                </a:lnTo>
                <a:lnTo>
                  <a:pt x="3620" y="10228"/>
                </a:lnTo>
                <a:cubicBezTo>
                  <a:pt x="3513" y="10228"/>
                  <a:pt x="3430" y="10323"/>
                  <a:pt x="3430" y="10430"/>
                </a:cubicBezTo>
                <a:lnTo>
                  <a:pt x="3430" y="11168"/>
                </a:lnTo>
                <a:cubicBezTo>
                  <a:pt x="3430" y="11276"/>
                  <a:pt x="3513" y="11359"/>
                  <a:pt x="3620" y="11359"/>
                </a:cubicBezTo>
                <a:lnTo>
                  <a:pt x="8788" y="11359"/>
                </a:lnTo>
                <a:cubicBezTo>
                  <a:pt x="8895" y="11359"/>
                  <a:pt x="8978" y="11276"/>
                  <a:pt x="8978" y="11168"/>
                </a:cubicBezTo>
                <a:lnTo>
                  <a:pt x="8978" y="10430"/>
                </a:lnTo>
                <a:cubicBezTo>
                  <a:pt x="8978" y="10323"/>
                  <a:pt x="8895" y="10228"/>
                  <a:pt x="8788" y="10228"/>
                </a:cubicBezTo>
                <a:lnTo>
                  <a:pt x="8621" y="10228"/>
                </a:lnTo>
                <a:lnTo>
                  <a:pt x="8478" y="9692"/>
                </a:lnTo>
                <a:lnTo>
                  <a:pt x="12193" y="9692"/>
                </a:lnTo>
                <a:cubicBezTo>
                  <a:pt x="12300" y="9692"/>
                  <a:pt x="12383" y="9609"/>
                  <a:pt x="12383" y="9502"/>
                </a:cubicBezTo>
                <a:lnTo>
                  <a:pt x="12383" y="8763"/>
                </a:lnTo>
                <a:cubicBezTo>
                  <a:pt x="12383" y="8656"/>
                  <a:pt x="12300" y="8561"/>
                  <a:pt x="12193" y="8561"/>
                </a:cubicBezTo>
                <a:lnTo>
                  <a:pt x="12026" y="8561"/>
                </a:lnTo>
                <a:lnTo>
                  <a:pt x="11669" y="7239"/>
                </a:lnTo>
                <a:cubicBezTo>
                  <a:pt x="11645" y="7156"/>
                  <a:pt x="11574" y="7097"/>
                  <a:pt x="11478" y="7097"/>
                </a:cubicBezTo>
                <a:lnTo>
                  <a:pt x="11312" y="7097"/>
                </a:lnTo>
                <a:lnTo>
                  <a:pt x="11216" y="6501"/>
                </a:lnTo>
                <a:cubicBezTo>
                  <a:pt x="11193" y="6442"/>
                  <a:pt x="11169" y="6394"/>
                  <a:pt x="11121" y="6358"/>
                </a:cubicBezTo>
                <a:cubicBezTo>
                  <a:pt x="10645" y="5037"/>
                  <a:pt x="10657" y="4144"/>
                  <a:pt x="10693" y="3799"/>
                </a:cubicBezTo>
                <a:lnTo>
                  <a:pt x="10943" y="3799"/>
                </a:lnTo>
                <a:cubicBezTo>
                  <a:pt x="11193" y="3799"/>
                  <a:pt x="11407" y="3596"/>
                  <a:pt x="11407" y="3334"/>
                </a:cubicBezTo>
                <a:lnTo>
                  <a:pt x="11407" y="3084"/>
                </a:lnTo>
                <a:cubicBezTo>
                  <a:pt x="11407" y="2834"/>
                  <a:pt x="11193" y="2620"/>
                  <a:pt x="10943" y="2620"/>
                </a:cubicBezTo>
                <a:lnTo>
                  <a:pt x="10931" y="2620"/>
                </a:lnTo>
                <a:cubicBezTo>
                  <a:pt x="11014" y="2441"/>
                  <a:pt x="11062" y="2239"/>
                  <a:pt x="11062" y="2024"/>
                </a:cubicBezTo>
                <a:cubicBezTo>
                  <a:pt x="11062" y="1298"/>
                  <a:pt x="10514" y="691"/>
                  <a:pt x="9811" y="596"/>
                </a:cubicBezTo>
                <a:lnTo>
                  <a:pt x="9811" y="203"/>
                </a:lnTo>
                <a:cubicBezTo>
                  <a:pt x="9811" y="96"/>
                  <a:pt x="9728" y="0"/>
                  <a:pt x="9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51" name="Google Shape;10451;p64"/>
          <p:cNvGrpSpPr/>
          <p:nvPr/>
        </p:nvGrpSpPr>
        <p:grpSpPr>
          <a:xfrm>
            <a:off x="5352728" y="1815989"/>
            <a:ext cx="327091" cy="322508"/>
            <a:chOff x="5352728" y="1990239"/>
            <a:chExt cx="327091" cy="322508"/>
          </a:xfrm>
        </p:grpSpPr>
        <p:sp>
          <p:nvSpPr>
            <p:cNvPr id="10452" name="Google Shape;10452;p64"/>
            <p:cNvSpPr/>
            <p:nvPr/>
          </p:nvSpPr>
          <p:spPr>
            <a:xfrm>
              <a:off x="5575935" y="2093297"/>
              <a:ext cx="103885" cy="217923"/>
            </a:xfrm>
            <a:custGeom>
              <a:avLst/>
              <a:gdLst/>
              <a:ahLst/>
              <a:cxnLst/>
              <a:rect l="l" t="t" r="r" b="b"/>
              <a:pathLst>
                <a:path w="3264" h="6847" extrusionOk="0">
                  <a:moveTo>
                    <a:pt x="1084" y="322"/>
                  </a:moveTo>
                  <a:cubicBezTo>
                    <a:pt x="1144" y="322"/>
                    <a:pt x="1203" y="358"/>
                    <a:pt x="1203" y="441"/>
                  </a:cubicBezTo>
                  <a:lnTo>
                    <a:pt x="1203" y="513"/>
                  </a:lnTo>
                  <a:lnTo>
                    <a:pt x="1203" y="1061"/>
                  </a:lnTo>
                  <a:cubicBezTo>
                    <a:pt x="1203" y="1156"/>
                    <a:pt x="1275" y="1227"/>
                    <a:pt x="1370" y="1227"/>
                  </a:cubicBezTo>
                  <a:cubicBezTo>
                    <a:pt x="1453" y="1227"/>
                    <a:pt x="1537" y="1156"/>
                    <a:pt x="1537" y="1061"/>
                  </a:cubicBezTo>
                  <a:lnTo>
                    <a:pt x="1537" y="537"/>
                  </a:lnTo>
                  <a:cubicBezTo>
                    <a:pt x="1549" y="513"/>
                    <a:pt x="1596" y="477"/>
                    <a:pt x="1632" y="477"/>
                  </a:cubicBezTo>
                  <a:lnTo>
                    <a:pt x="1656" y="477"/>
                  </a:lnTo>
                  <a:cubicBezTo>
                    <a:pt x="1715" y="477"/>
                    <a:pt x="1775" y="525"/>
                    <a:pt x="1775" y="596"/>
                  </a:cubicBezTo>
                  <a:lnTo>
                    <a:pt x="1775" y="632"/>
                  </a:lnTo>
                  <a:lnTo>
                    <a:pt x="1775" y="1061"/>
                  </a:lnTo>
                  <a:cubicBezTo>
                    <a:pt x="1775" y="1156"/>
                    <a:pt x="1846" y="1227"/>
                    <a:pt x="1930" y="1227"/>
                  </a:cubicBezTo>
                  <a:cubicBezTo>
                    <a:pt x="2025" y="1227"/>
                    <a:pt x="2096" y="1156"/>
                    <a:pt x="2096" y="1061"/>
                  </a:cubicBezTo>
                  <a:lnTo>
                    <a:pt x="2096" y="656"/>
                  </a:lnTo>
                  <a:cubicBezTo>
                    <a:pt x="2108" y="620"/>
                    <a:pt x="2156" y="596"/>
                    <a:pt x="2203" y="596"/>
                  </a:cubicBezTo>
                  <a:lnTo>
                    <a:pt x="2215" y="596"/>
                  </a:lnTo>
                  <a:cubicBezTo>
                    <a:pt x="2275" y="596"/>
                    <a:pt x="2334" y="644"/>
                    <a:pt x="2334" y="715"/>
                  </a:cubicBezTo>
                  <a:lnTo>
                    <a:pt x="2334" y="822"/>
                  </a:lnTo>
                  <a:lnTo>
                    <a:pt x="2334" y="1156"/>
                  </a:lnTo>
                  <a:cubicBezTo>
                    <a:pt x="2334" y="1239"/>
                    <a:pt x="2406" y="1311"/>
                    <a:pt x="2501" y="1311"/>
                  </a:cubicBezTo>
                  <a:cubicBezTo>
                    <a:pt x="2584" y="1311"/>
                    <a:pt x="2668" y="1239"/>
                    <a:pt x="2668" y="1156"/>
                  </a:cubicBezTo>
                  <a:lnTo>
                    <a:pt x="2668" y="822"/>
                  </a:lnTo>
                  <a:cubicBezTo>
                    <a:pt x="2668" y="763"/>
                    <a:pt x="2703" y="703"/>
                    <a:pt x="2787" y="703"/>
                  </a:cubicBezTo>
                  <a:lnTo>
                    <a:pt x="2799" y="703"/>
                  </a:lnTo>
                  <a:cubicBezTo>
                    <a:pt x="2858" y="703"/>
                    <a:pt x="2918" y="751"/>
                    <a:pt x="2918" y="822"/>
                  </a:cubicBezTo>
                  <a:lnTo>
                    <a:pt x="2918" y="1584"/>
                  </a:lnTo>
                  <a:lnTo>
                    <a:pt x="2918" y="1596"/>
                  </a:lnTo>
                  <a:cubicBezTo>
                    <a:pt x="2930" y="1787"/>
                    <a:pt x="2918" y="2346"/>
                    <a:pt x="2632" y="2596"/>
                  </a:cubicBezTo>
                  <a:cubicBezTo>
                    <a:pt x="2608" y="2620"/>
                    <a:pt x="2572" y="2668"/>
                    <a:pt x="2572" y="2715"/>
                  </a:cubicBezTo>
                  <a:lnTo>
                    <a:pt x="2572" y="3216"/>
                  </a:lnTo>
                  <a:lnTo>
                    <a:pt x="1025" y="3216"/>
                  </a:lnTo>
                  <a:lnTo>
                    <a:pt x="1025" y="2858"/>
                  </a:lnTo>
                  <a:cubicBezTo>
                    <a:pt x="1025" y="2823"/>
                    <a:pt x="1001" y="2763"/>
                    <a:pt x="965" y="2727"/>
                  </a:cubicBezTo>
                  <a:cubicBezTo>
                    <a:pt x="929" y="2727"/>
                    <a:pt x="394" y="2311"/>
                    <a:pt x="358" y="1870"/>
                  </a:cubicBezTo>
                  <a:cubicBezTo>
                    <a:pt x="346" y="1608"/>
                    <a:pt x="334" y="1287"/>
                    <a:pt x="417" y="1215"/>
                  </a:cubicBezTo>
                  <a:cubicBezTo>
                    <a:pt x="453" y="1189"/>
                    <a:pt x="496" y="1175"/>
                    <a:pt x="560" y="1175"/>
                  </a:cubicBezTo>
                  <a:cubicBezTo>
                    <a:pt x="581" y="1175"/>
                    <a:pt x="605" y="1177"/>
                    <a:pt x="632" y="1180"/>
                  </a:cubicBezTo>
                  <a:lnTo>
                    <a:pt x="632" y="1406"/>
                  </a:lnTo>
                  <a:cubicBezTo>
                    <a:pt x="632" y="1489"/>
                    <a:pt x="703" y="1572"/>
                    <a:pt x="787" y="1572"/>
                  </a:cubicBezTo>
                  <a:cubicBezTo>
                    <a:pt x="882" y="1572"/>
                    <a:pt x="953" y="1489"/>
                    <a:pt x="953" y="1406"/>
                  </a:cubicBezTo>
                  <a:lnTo>
                    <a:pt x="953" y="441"/>
                  </a:lnTo>
                  <a:cubicBezTo>
                    <a:pt x="953" y="382"/>
                    <a:pt x="1001" y="322"/>
                    <a:pt x="1072" y="322"/>
                  </a:cubicBezTo>
                  <a:close/>
                  <a:moveTo>
                    <a:pt x="2799" y="3537"/>
                  </a:moveTo>
                  <a:lnTo>
                    <a:pt x="2799" y="4037"/>
                  </a:lnTo>
                  <a:lnTo>
                    <a:pt x="751" y="4037"/>
                  </a:lnTo>
                  <a:lnTo>
                    <a:pt x="751" y="3537"/>
                  </a:lnTo>
                  <a:close/>
                  <a:moveTo>
                    <a:pt x="2799" y="4370"/>
                  </a:moveTo>
                  <a:lnTo>
                    <a:pt x="2799" y="6525"/>
                  </a:lnTo>
                  <a:lnTo>
                    <a:pt x="751" y="6525"/>
                  </a:lnTo>
                  <a:lnTo>
                    <a:pt x="751" y="4370"/>
                  </a:lnTo>
                  <a:close/>
                  <a:moveTo>
                    <a:pt x="1072" y="1"/>
                  </a:moveTo>
                  <a:cubicBezTo>
                    <a:pt x="834" y="1"/>
                    <a:pt x="644" y="203"/>
                    <a:pt x="644" y="429"/>
                  </a:cubicBezTo>
                  <a:lnTo>
                    <a:pt x="644" y="846"/>
                  </a:lnTo>
                  <a:cubicBezTo>
                    <a:pt x="621" y="845"/>
                    <a:pt x="600" y="844"/>
                    <a:pt x="579" y="844"/>
                  </a:cubicBezTo>
                  <a:cubicBezTo>
                    <a:pt x="433" y="844"/>
                    <a:pt x="321" y="880"/>
                    <a:pt x="227" y="953"/>
                  </a:cubicBezTo>
                  <a:cubicBezTo>
                    <a:pt x="1" y="1144"/>
                    <a:pt x="13" y="1525"/>
                    <a:pt x="48" y="1882"/>
                  </a:cubicBezTo>
                  <a:cubicBezTo>
                    <a:pt x="72" y="2370"/>
                    <a:pt x="525" y="2787"/>
                    <a:pt x="679" y="2930"/>
                  </a:cubicBezTo>
                  <a:lnTo>
                    <a:pt x="679" y="3216"/>
                  </a:lnTo>
                  <a:lnTo>
                    <a:pt x="596" y="3216"/>
                  </a:lnTo>
                  <a:cubicBezTo>
                    <a:pt x="513" y="3216"/>
                    <a:pt x="429" y="3287"/>
                    <a:pt x="429" y="3382"/>
                  </a:cubicBezTo>
                  <a:lnTo>
                    <a:pt x="429" y="4216"/>
                  </a:lnTo>
                  <a:lnTo>
                    <a:pt x="429" y="6692"/>
                  </a:lnTo>
                  <a:cubicBezTo>
                    <a:pt x="429" y="6775"/>
                    <a:pt x="513" y="6847"/>
                    <a:pt x="596" y="6847"/>
                  </a:cubicBezTo>
                  <a:lnTo>
                    <a:pt x="2977" y="6847"/>
                  </a:lnTo>
                  <a:cubicBezTo>
                    <a:pt x="3061" y="6847"/>
                    <a:pt x="3144" y="6775"/>
                    <a:pt x="3144" y="6692"/>
                  </a:cubicBezTo>
                  <a:lnTo>
                    <a:pt x="3144" y="4204"/>
                  </a:lnTo>
                  <a:lnTo>
                    <a:pt x="3144" y="3370"/>
                  </a:lnTo>
                  <a:cubicBezTo>
                    <a:pt x="3120" y="3275"/>
                    <a:pt x="3049" y="3204"/>
                    <a:pt x="2965" y="3204"/>
                  </a:cubicBezTo>
                  <a:lnTo>
                    <a:pt x="2858" y="3204"/>
                  </a:lnTo>
                  <a:lnTo>
                    <a:pt x="2858" y="2763"/>
                  </a:lnTo>
                  <a:cubicBezTo>
                    <a:pt x="3263" y="2358"/>
                    <a:pt x="3215" y="1644"/>
                    <a:pt x="3204" y="1549"/>
                  </a:cubicBezTo>
                  <a:lnTo>
                    <a:pt x="3204" y="810"/>
                  </a:lnTo>
                  <a:cubicBezTo>
                    <a:pt x="3204" y="572"/>
                    <a:pt x="3013" y="382"/>
                    <a:pt x="2763" y="382"/>
                  </a:cubicBezTo>
                  <a:lnTo>
                    <a:pt x="2751" y="382"/>
                  </a:lnTo>
                  <a:cubicBezTo>
                    <a:pt x="2680" y="382"/>
                    <a:pt x="2608" y="394"/>
                    <a:pt x="2549" y="441"/>
                  </a:cubicBezTo>
                  <a:cubicBezTo>
                    <a:pt x="2465" y="334"/>
                    <a:pt x="2334" y="275"/>
                    <a:pt x="2203" y="275"/>
                  </a:cubicBezTo>
                  <a:lnTo>
                    <a:pt x="2191" y="275"/>
                  </a:lnTo>
                  <a:cubicBezTo>
                    <a:pt x="2120" y="275"/>
                    <a:pt x="2037" y="287"/>
                    <a:pt x="1977" y="322"/>
                  </a:cubicBezTo>
                  <a:cubicBezTo>
                    <a:pt x="1906" y="227"/>
                    <a:pt x="1787" y="168"/>
                    <a:pt x="1656" y="168"/>
                  </a:cubicBezTo>
                  <a:lnTo>
                    <a:pt x="1632" y="168"/>
                  </a:lnTo>
                  <a:cubicBezTo>
                    <a:pt x="1572" y="168"/>
                    <a:pt x="1525" y="179"/>
                    <a:pt x="1453" y="203"/>
                  </a:cubicBezTo>
                  <a:cubicBezTo>
                    <a:pt x="1382" y="84"/>
                    <a:pt x="1251"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64"/>
            <p:cNvSpPr/>
            <p:nvPr/>
          </p:nvSpPr>
          <p:spPr>
            <a:xfrm>
              <a:off x="5426250" y="1990239"/>
              <a:ext cx="191029" cy="322508"/>
            </a:xfrm>
            <a:custGeom>
              <a:avLst/>
              <a:gdLst/>
              <a:ahLst/>
              <a:cxnLst/>
              <a:rect l="l" t="t" r="r" b="b"/>
              <a:pathLst>
                <a:path w="6002" h="10133" extrusionOk="0">
                  <a:moveTo>
                    <a:pt x="584" y="298"/>
                  </a:moveTo>
                  <a:lnTo>
                    <a:pt x="977" y="322"/>
                  </a:lnTo>
                  <a:lnTo>
                    <a:pt x="870" y="584"/>
                  </a:lnTo>
                  <a:lnTo>
                    <a:pt x="584" y="298"/>
                  </a:lnTo>
                  <a:close/>
                  <a:moveTo>
                    <a:pt x="1299" y="381"/>
                  </a:moveTo>
                  <a:lnTo>
                    <a:pt x="2322" y="810"/>
                  </a:lnTo>
                  <a:lnTo>
                    <a:pt x="2203" y="1239"/>
                  </a:lnTo>
                  <a:lnTo>
                    <a:pt x="1120" y="774"/>
                  </a:lnTo>
                  <a:lnTo>
                    <a:pt x="1299" y="381"/>
                  </a:lnTo>
                  <a:close/>
                  <a:moveTo>
                    <a:pt x="4739" y="1834"/>
                  </a:moveTo>
                  <a:lnTo>
                    <a:pt x="5097" y="1977"/>
                  </a:lnTo>
                  <a:lnTo>
                    <a:pt x="4918" y="2382"/>
                  </a:lnTo>
                  <a:lnTo>
                    <a:pt x="4620" y="2263"/>
                  </a:lnTo>
                  <a:cubicBezTo>
                    <a:pt x="4632" y="2251"/>
                    <a:pt x="4632" y="2227"/>
                    <a:pt x="4632" y="2227"/>
                  </a:cubicBezTo>
                  <a:lnTo>
                    <a:pt x="4739" y="1834"/>
                  </a:lnTo>
                  <a:close/>
                  <a:moveTo>
                    <a:pt x="5406" y="2108"/>
                  </a:moveTo>
                  <a:lnTo>
                    <a:pt x="5585" y="2191"/>
                  </a:lnTo>
                  <a:cubicBezTo>
                    <a:pt x="5609" y="2203"/>
                    <a:pt x="5632" y="2215"/>
                    <a:pt x="5644" y="2251"/>
                  </a:cubicBezTo>
                  <a:cubicBezTo>
                    <a:pt x="5656" y="2274"/>
                    <a:pt x="5656" y="2298"/>
                    <a:pt x="5644" y="2322"/>
                  </a:cubicBezTo>
                  <a:lnTo>
                    <a:pt x="5549" y="2524"/>
                  </a:lnTo>
                  <a:cubicBezTo>
                    <a:pt x="5537" y="2560"/>
                    <a:pt x="5525" y="2572"/>
                    <a:pt x="5490" y="2584"/>
                  </a:cubicBezTo>
                  <a:cubicBezTo>
                    <a:pt x="5478" y="2590"/>
                    <a:pt x="5463" y="2593"/>
                    <a:pt x="5449" y="2593"/>
                  </a:cubicBezTo>
                  <a:cubicBezTo>
                    <a:pt x="5436" y="2593"/>
                    <a:pt x="5424" y="2590"/>
                    <a:pt x="5418" y="2584"/>
                  </a:cubicBezTo>
                  <a:lnTo>
                    <a:pt x="5228" y="2513"/>
                  </a:lnTo>
                  <a:lnTo>
                    <a:pt x="5406" y="2108"/>
                  </a:lnTo>
                  <a:close/>
                  <a:moveTo>
                    <a:pt x="2906" y="405"/>
                  </a:moveTo>
                  <a:cubicBezTo>
                    <a:pt x="2930" y="405"/>
                    <a:pt x="2965" y="429"/>
                    <a:pt x="2977" y="441"/>
                  </a:cubicBezTo>
                  <a:cubicBezTo>
                    <a:pt x="2989" y="477"/>
                    <a:pt x="2989" y="500"/>
                    <a:pt x="2989" y="536"/>
                  </a:cubicBezTo>
                  <a:lnTo>
                    <a:pt x="2977" y="608"/>
                  </a:lnTo>
                  <a:lnTo>
                    <a:pt x="2787" y="1262"/>
                  </a:lnTo>
                  <a:cubicBezTo>
                    <a:pt x="2751" y="1358"/>
                    <a:pt x="2811" y="1441"/>
                    <a:pt x="2882" y="1453"/>
                  </a:cubicBezTo>
                  <a:lnTo>
                    <a:pt x="2930" y="1453"/>
                  </a:lnTo>
                  <a:cubicBezTo>
                    <a:pt x="3001" y="1453"/>
                    <a:pt x="3061" y="1417"/>
                    <a:pt x="3084" y="1334"/>
                  </a:cubicBezTo>
                  <a:lnTo>
                    <a:pt x="3263" y="703"/>
                  </a:lnTo>
                  <a:cubicBezTo>
                    <a:pt x="3287" y="667"/>
                    <a:pt x="3335" y="655"/>
                    <a:pt x="3382" y="655"/>
                  </a:cubicBezTo>
                  <a:lnTo>
                    <a:pt x="3394" y="655"/>
                  </a:lnTo>
                  <a:cubicBezTo>
                    <a:pt x="3418" y="655"/>
                    <a:pt x="3454" y="679"/>
                    <a:pt x="3465" y="703"/>
                  </a:cubicBezTo>
                  <a:cubicBezTo>
                    <a:pt x="3477" y="727"/>
                    <a:pt x="3477" y="762"/>
                    <a:pt x="3477" y="786"/>
                  </a:cubicBezTo>
                  <a:lnTo>
                    <a:pt x="3323" y="1358"/>
                  </a:lnTo>
                  <a:cubicBezTo>
                    <a:pt x="3287" y="1441"/>
                    <a:pt x="3346" y="1536"/>
                    <a:pt x="3418" y="1548"/>
                  </a:cubicBezTo>
                  <a:lnTo>
                    <a:pt x="3465" y="1548"/>
                  </a:lnTo>
                  <a:cubicBezTo>
                    <a:pt x="3537" y="1548"/>
                    <a:pt x="3596" y="1501"/>
                    <a:pt x="3620" y="1429"/>
                  </a:cubicBezTo>
                  <a:lnTo>
                    <a:pt x="3763" y="905"/>
                  </a:lnTo>
                  <a:cubicBezTo>
                    <a:pt x="3794" y="885"/>
                    <a:pt x="3825" y="855"/>
                    <a:pt x="3863" y="855"/>
                  </a:cubicBezTo>
                  <a:cubicBezTo>
                    <a:pt x="3869" y="855"/>
                    <a:pt x="3876" y="856"/>
                    <a:pt x="3882" y="858"/>
                  </a:cubicBezTo>
                  <a:lnTo>
                    <a:pt x="3894" y="858"/>
                  </a:lnTo>
                  <a:cubicBezTo>
                    <a:pt x="3954" y="881"/>
                    <a:pt x="4001" y="941"/>
                    <a:pt x="3989" y="1000"/>
                  </a:cubicBezTo>
                  <a:lnTo>
                    <a:pt x="3954" y="1096"/>
                  </a:lnTo>
                  <a:lnTo>
                    <a:pt x="3823" y="1536"/>
                  </a:lnTo>
                  <a:cubicBezTo>
                    <a:pt x="3799" y="1620"/>
                    <a:pt x="3835" y="1703"/>
                    <a:pt x="3930" y="1739"/>
                  </a:cubicBezTo>
                  <a:lnTo>
                    <a:pt x="3977" y="1739"/>
                  </a:lnTo>
                  <a:cubicBezTo>
                    <a:pt x="4049" y="1739"/>
                    <a:pt x="4108" y="1691"/>
                    <a:pt x="4120" y="1620"/>
                  </a:cubicBezTo>
                  <a:lnTo>
                    <a:pt x="4251" y="1167"/>
                  </a:lnTo>
                  <a:cubicBezTo>
                    <a:pt x="4272" y="1115"/>
                    <a:pt x="4320" y="1082"/>
                    <a:pt x="4371" y="1082"/>
                  </a:cubicBezTo>
                  <a:cubicBezTo>
                    <a:pt x="4379" y="1082"/>
                    <a:pt x="4386" y="1082"/>
                    <a:pt x="4394" y="1084"/>
                  </a:cubicBezTo>
                  <a:lnTo>
                    <a:pt x="4406" y="1084"/>
                  </a:lnTo>
                  <a:cubicBezTo>
                    <a:pt x="4466" y="1096"/>
                    <a:pt x="4513" y="1155"/>
                    <a:pt x="4489" y="1215"/>
                  </a:cubicBezTo>
                  <a:lnTo>
                    <a:pt x="4251" y="2084"/>
                  </a:lnTo>
                  <a:lnTo>
                    <a:pt x="4251" y="2096"/>
                  </a:lnTo>
                  <a:cubicBezTo>
                    <a:pt x="4323" y="2191"/>
                    <a:pt x="4216" y="2870"/>
                    <a:pt x="3811" y="3084"/>
                  </a:cubicBezTo>
                  <a:cubicBezTo>
                    <a:pt x="3751" y="3108"/>
                    <a:pt x="3727" y="3167"/>
                    <a:pt x="3727" y="3227"/>
                  </a:cubicBezTo>
                  <a:lnTo>
                    <a:pt x="3727" y="3715"/>
                  </a:lnTo>
                  <a:lnTo>
                    <a:pt x="2192" y="3715"/>
                  </a:lnTo>
                  <a:lnTo>
                    <a:pt x="2192" y="2941"/>
                  </a:lnTo>
                  <a:cubicBezTo>
                    <a:pt x="2192" y="2905"/>
                    <a:pt x="2180" y="2870"/>
                    <a:pt x="2144" y="2846"/>
                  </a:cubicBezTo>
                  <a:cubicBezTo>
                    <a:pt x="2144" y="2846"/>
                    <a:pt x="1715" y="2310"/>
                    <a:pt x="1787" y="1870"/>
                  </a:cubicBezTo>
                  <a:cubicBezTo>
                    <a:pt x="1822" y="1739"/>
                    <a:pt x="1834" y="1572"/>
                    <a:pt x="1870" y="1453"/>
                  </a:cubicBezTo>
                  <a:lnTo>
                    <a:pt x="2168" y="1572"/>
                  </a:lnTo>
                  <a:cubicBezTo>
                    <a:pt x="2192" y="1620"/>
                    <a:pt x="2239" y="1667"/>
                    <a:pt x="2275" y="1679"/>
                  </a:cubicBezTo>
                  <a:cubicBezTo>
                    <a:pt x="2294" y="1686"/>
                    <a:pt x="2312" y="1690"/>
                    <a:pt x="2330" y="1690"/>
                  </a:cubicBezTo>
                  <a:cubicBezTo>
                    <a:pt x="2401" y="1690"/>
                    <a:pt x="2456" y="1636"/>
                    <a:pt x="2465" y="1560"/>
                  </a:cubicBezTo>
                  <a:lnTo>
                    <a:pt x="2751" y="489"/>
                  </a:lnTo>
                  <a:cubicBezTo>
                    <a:pt x="2751" y="465"/>
                    <a:pt x="2787" y="429"/>
                    <a:pt x="2799" y="417"/>
                  </a:cubicBezTo>
                  <a:cubicBezTo>
                    <a:pt x="2834" y="405"/>
                    <a:pt x="2858" y="405"/>
                    <a:pt x="2882" y="405"/>
                  </a:cubicBezTo>
                  <a:close/>
                  <a:moveTo>
                    <a:pt x="3942" y="4048"/>
                  </a:moveTo>
                  <a:lnTo>
                    <a:pt x="3942" y="4549"/>
                  </a:lnTo>
                  <a:lnTo>
                    <a:pt x="1894" y="4549"/>
                  </a:lnTo>
                  <a:lnTo>
                    <a:pt x="1894" y="4048"/>
                  </a:lnTo>
                  <a:close/>
                  <a:moveTo>
                    <a:pt x="191" y="0"/>
                  </a:moveTo>
                  <a:cubicBezTo>
                    <a:pt x="120" y="0"/>
                    <a:pt x="60" y="24"/>
                    <a:pt x="36" y="84"/>
                  </a:cubicBezTo>
                  <a:cubicBezTo>
                    <a:pt x="1" y="143"/>
                    <a:pt x="13" y="227"/>
                    <a:pt x="60" y="262"/>
                  </a:cubicBezTo>
                  <a:lnTo>
                    <a:pt x="822" y="1012"/>
                  </a:lnTo>
                  <a:lnTo>
                    <a:pt x="834" y="1024"/>
                  </a:lnTo>
                  <a:lnTo>
                    <a:pt x="846" y="1024"/>
                  </a:lnTo>
                  <a:cubicBezTo>
                    <a:pt x="870" y="1036"/>
                    <a:pt x="894" y="1060"/>
                    <a:pt x="906" y="1060"/>
                  </a:cubicBezTo>
                  <a:lnTo>
                    <a:pt x="1596" y="1358"/>
                  </a:lnTo>
                  <a:cubicBezTo>
                    <a:pt x="1549" y="1501"/>
                    <a:pt x="1501" y="1679"/>
                    <a:pt x="1489" y="1846"/>
                  </a:cubicBezTo>
                  <a:cubicBezTo>
                    <a:pt x="1406" y="2346"/>
                    <a:pt x="1763" y="2870"/>
                    <a:pt x="1870" y="3036"/>
                  </a:cubicBezTo>
                  <a:lnTo>
                    <a:pt x="1870" y="3763"/>
                  </a:lnTo>
                  <a:lnTo>
                    <a:pt x="1739" y="3763"/>
                  </a:lnTo>
                  <a:cubicBezTo>
                    <a:pt x="1656" y="3763"/>
                    <a:pt x="1572" y="3834"/>
                    <a:pt x="1572" y="3929"/>
                  </a:cubicBezTo>
                  <a:lnTo>
                    <a:pt x="1572" y="4763"/>
                  </a:lnTo>
                  <a:lnTo>
                    <a:pt x="1572" y="9966"/>
                  </a:lnTo>
                  <a:cubicBezTo>
                    <a:pt x="1572" y="10061"/>
                    <a:pt x="1656" y="10133"/>
                    <a:pt x="1739" y="10133"/>
                  </a:cubicBezTo>
                  <a:lnTo>
                    <a:pt x="4120" y="10133"/>
                  </a:lnTo>
                  <a:cubicBezTo>
                    <a:pt x="4216" y="10133"/>
                    <a:pt x="4287" y="10061"/>
                    <a:pt x="4287" y="9966"/>
                  </a:cubicBezTo>
                  <a:lnTo>
                    <a:pt x="4287" y="5942"/>
                  </a:lnTo>
                  <a:cubicBezTo>
                    <a:pt x="4287" y="5846"/>
                    <a:pt x="4216" y="5775"/>
                    <a:pt x="4120" y="5775"/>
                  </a:cubicBezTo>
                  <a:cubicBezTo>
                    <a:pt x="4037" y="5775"/>
                    <a:pt x="3954" y="5846"/>
                    <a:pt x="3954" y="5942"/>
                  </a:cubicBezTo>
                  <a:lnTo>
                    <a:pt x="3954" y="9811"/>
                  </a:lnTo>
                  <a:lnTo>
                    <a:pt x="1906" y="9811"/>
                  </a:lnTo>
                  <a:lnTo>
                    <a:pt x="1906" y="4930"/>
                  </a:lnTo>
                  <a:lnTo>
                    <a:pt x="3954" y="4930"/>
                  </a:lnTo>
                  <a:lnTo>
                    <a:pt x="3954" y="5191"/>
                  </a:lnTo>
                  <a:lnTo>
                    <a:pt x="3954" y="5370"/>
                  </a:lnTo>
                  <a:cubicBezTo>
                    <a:pt x="3954" y="5465"/>
                    <a:pt x="4037" y="5537"/>
                    <a:pt x="4120" y="5537"/>
                  </a:cubicBezTo>
                  <a:cubicBezTo>
                    <a:pt x="4216" y="5537"/>
                    <a:pt x="4287" y="5465"/>
                    <a:pt x="4287" y="5370"/>
                  </a:cubicBezTo>
                  <a:lnTo>
                    <a:pt x="4287" y="5191"/>
                  </a:lnTo>
                  <a:lnTo>
                    <a:pt x="4287" y="4715"/>
                  </a:lnTo>
                  <a:lnTo>
                    <a:pt x="4287" y="3882"/>
                  </a:lnTo>
                  <a:cubicBezTo>
                    <a:pt x="4287" y="3787"/>
                    <a:pt x="4216" y="3715"/>
                    <a:pt x="4120" y="3715"/>
                  </a:cubicBezTo>
                  <a:lnTo>
                    <a:pt x="4049" y="3715"/>
                  </a:lnTo>
                  <a:lnTo>
                    <a:pt x="4049" y="3298"/>
                  </a:lnTo>
                  <a:cubicBezTo>
                    <a:pt x="4323" y="3120"/>
                    <a:pt x="4466" y="2810"/>
                    <a:pt x="4549" y="2572"/>
                  </a:cubicBezTo>
                  <a:lnTo>
                    <a:pt x="5299" y="2882"/>
                  </a:lnTo>
                  <a:cubicBezTo>
                    <a:pt x="5359" y="2917"/>
                    <a:pt x="5406" y="2917"/>
                    <a:pt x="5466" y="2917"/>
                  </a:cubicBezTo>
                  <a:cubicBezTo>
                    <a:pt x="5525" y="2917"/>
                    <a:pt x="5561" y="2905"/>
                    <a:pt x="5621" y="2882"/>
                  </a:cubicBezTo>
                  <a:cubicBezTo>
                    <a:pt x="5728" y="2846"/>
                    <a:pt x="5823" y="2763"/>
                    <a:pt x="5859" y="2667"/>
                  </a:cubicBezTo>
                  <a:lnTo>
                    <a:pt x="5954" y="2453"/>
                  </a:lnTo>
                  <a:cubicBezTo>
                    <a:pt x="6002" y="2346"/>
                    <a:pt x="6002" y="2227"/>
                    <a:pt x="5954" y="2132"/>
                  </a:cubicBezTo>
                  <a:cubicBezTo>
                    <a:pt x="5906" y="2024"/>
                    <a:pt x="5835" y="1929"/>
                    <a:pt x="5728" y="1893"/>
                  </a:cubicBezTo>
                  <a:lnTo>
                    <a:pt x="4847" y="1512"/>
                  </a:lnTo>
                  <a:lnTo>
                    <a:pt x="4894" y="1370"/>
                  </a:lnTo>
                  <a:cubicBezTo>
                    <a:pt x="4930" y="1251"/>
                    <a:pt x="4906" y="1131"/>
                    <a:pt x="4835" y="1036"/>
                  </a:cubicBezTo>
                  <a:cubicBezTo>
                    <a:pt x="4775" y="941"/>
                    <a:pt x="4668" y="881"/>
                    <a:pt x="4573" y="846"/>
                  </a:cubicBezTo>
                  <a:lnTo>
                    <a:pt x="4549" y="846"/>
                  </a:lnTo>
                  <a:cubicBezTo>
                    <a:pt x="4513" y="840"/>
                    <a:pt x="4478" y="837"/>
                    <a:pt x="4442" y="837"/>
                  </a:cubicBezTo>
                  <a:cubicBezTo>
                    <a:pt x="4406" y="837"/>
                    <a:pt x="4370" y="840"/>
                    <a:pt x="4335" y="846"/>
                  </a:cubicBezTo>
                  <a:cubicBezTo>
                    <a:pt x="4275" y="727"/>
                    <a:pt x="4168" y="643"/>
                    <a:pt x="4037" y="608"/>
                  </a:cubicBezTo>
                  <a:lnTo>
                    <a:pt x="4013" y="608"/>
                  </a:lnTo>
                  <a:cubicBezTo>
                    <a:pt x="3977" y="602"/>
                    <a:pt x="3942" y="599"/>
                    <a:pt x="3907" y="599"/>
                  </a:cubicBezTo>
                  <a:cubicBezTo>
                    <a:pt x="3873" y="599"/>
                    <a:pt x="3841" y="602"/>
                    <a:pt x="3811" y="608"/>
                  </a:cubicBezTo>
                  <a:cubicBezTo>
                    <a:pt x="3811" y="596"/>
                    <a:pt x="3799" y="596"/>
                    <a:pt x="3799" y="584"/>
                  </a:cubicBezTo>
                  <a:cubicBezTo>
                    <a:pt x="3739" y="477"/>
                    <a:pt x="3632" y="417"/>
                    <a:pt x="3525" y="381"/>
                  </a:cubicBezTo>
                  <a:lnTo>
                    <a:pt x="3513" y="381"/>
                  </a:lnTo>
                  <a:cubicBezTo>
                    <a:pt x="3483" y="375"/>
                    <a:pt x="3454" y="372"/>
                    <a:pt x="3424" y="372"/>
                  </a:cubicBezTo>
                  <a:cubicBezTo>
                    <a:pt x="3394" y="372"/>
                    <a:pt x="3364" y="375"/>
                    <a:pt x="3335" y="381"/>
                  </a:cubicBezTo>
                  <a:cubicBezTo>
                    <a:pt x="3323" y="358"/>
                    <a:pt x="3299" y="322"/>
                    <a:pt x="3287" y="310"/>
                  </a:cubicBezTo>
                  <a:cubicBezTo>
                    <a:pt x="3227" y="203"/>
                    <a:pt x="3120" y="143"/>
                    <a:pt x="3025" y="119"/>
                  </a:cubicBezTo>
                  <a:lnTo>
                    <a:pt x="3001" y="119"/>
                  </a:lnTo>
                  <a:cubicBezTo>
                    <a:pt x="2964" y="108"/>
                    <a:pt x="2927" y="103"/>
                    <a:pt x="2892" y="103"/>
                  </a:cubicBezTo>
                  <a:cubicBezTo>
                    <a:pt x="2812" y="103"/>
                    <a:pt x="2737" y="130"/>
                    <a:pt x="2680" y="179"/>
                  </a:cubicBezTo>
                  <a:cubicBezTo>
                    <a:pt x="2573" y="238"/>
                    <a:pt x="2513" y="346"/>
                    <a:pt x="2489" y="441"/>
                  </a:cubicBezTo>
                  <a:lnTo>
                    <a:pt x="2453" y="548"/>
                  </a:lnTo>
                  <a:lnTo>
                    <a:pt x="1322" y="72"/>
                  </a:lnTo>
                  <a:lnTo>
                    <a:pt x="1263" y="72"/>
                  </a:lnTo>
                  <a:lnTo>
                    <a:pt x="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64"/>
            <p:cNvSpPr/>
            <p:nvPr/>
          </p:nvSpPr>
          <p:spPr>
            <a:xfrm>
              <a:off x="5352728" y="2121719"/>
              <a:ext cx="103503" cy="189501"/>
            </a:xfrm>
            <a:custGeom>
              <a:avLst/>
              <a:gdLst/>
              <a:ahLst/>
              <a:cxnLst/>
              <a:rect l="l" t="t" r="r" b="b"/>
              <a:pathLst>
                <a:path w="3252" h="5954" extrusionOk="0">
                  <a:moveTo>
                    <a:pt x="1073" y="322"/>
                  </a:moveTo>
                  <a:cubicBezTo>
                    <a:pt x="1132" y="322"/>
                    <a:pt x="1192" y="358"/>
                    <a:pt x="1192" y="441"/>
                  </a:cubicBezTo>
                  <a:lnTo>
                    <a:pt x="1192" y="513"/>
                  </a:lnTo>
                  <a:lnTo>
                    <a:pt x="1192" y="1060"/>
                  </a:lnTo>
                  <a:cubicBezTo>
                    <a:pt x="1192" y="1156"/>
                    <a:pt x="1263" y="1227"/>
                    <a:pt x="1358" y="1227"/>
                  </a:cubicBezTo>
                  <a:cubicBezTo>
                    <a:pt x="1442" y="1227"/>
                    <a:pt x="1525" y="1156"/>
                    <a:pt x="1525" y="1060"/>
                  </a:cubicBezTo>
                  <a:lnTo>
                    <a:pt x="1525" y="537"/>
                  </a:lnTo>
                  <a:cubicBezTo>
                    <a:pt x="1537" y="513"/>
                    <a:pt x="1584" y="477"/>
                    <a:pt x="1620" y="477"/>
                  </a:cubicBezTo>
                  <a:lnTo>
                    <a:pt x="1644" y="477"/>
                  </a:lnTo>
                  <a:cubicBezTo>
                    <a:pt x="1704" y="477"/>
                    <a:pt x="1763" y="525"/>
                    <a:pt x="1763" y="596"/>
                  </a:cubicBezTo>
                  <a:lnTo>
                    <a:pt x="1763" y="632"/>
                  </a:lnTo>
                  <a:lnTo>
                    <a:pt x="1763" y="1060"/>
                  </a:lnTo>
                  <a:cubicBezTo>
                    <a:pt x="1763" y="1156"/>
                    <a:pt x="1835" y="1227"/>
                    <a:pt x="1918" y="1227"/>
                  </a:cubicBezTo>
                  <a:cubicBezTo>
                    <a:pt x="2013" y="1227"/>
                    <a:pt x="2085" y="1156"/>
                    <a:pt x="2085" y="1060"/>
                  </a:cubicBezTo>
                  <a:lnTo>
                    <a:pt x="2085" y="656"/>
                  </a:lnTo>
                  <a:cubicBezTo>
                    <a:pt x="2096" y="620"/>
                    <a:pt x="2144" y="596"/>
                    <a:pt x="2192" y="596"/>
                  </a:cubicBezTo>
                  <a:lnTo>
                    <a:pt x="2204" y="596"/>
                  </a:lnTo>
                  <a:cubicBezTo>
                    <a:pt x="2263" y="596"/>
                    <a:pt x="2323" y="644"/>
                    <a:pt x="2323" y="715"/>
                  </a:cubicBezTo>
                  <a:lnTo>
                    <a:pt x="2323" y="822"/>
                  </a:lnTo>
                  <a:lnTo>
                    <a:pt x="2323" y="1156"/>
                  </a:lnTo>
                  <a:cubicBezTo>
                    <a:pt x="2323" y="1239"/>
                    <a:pt x="2394" y="1311"/>
                    <a:pt x="2489" y="1311"/>
                  </a:cubicBezTo>
                  <a:cubicBezTo>
                    <a:pt x="2573" y="1311"/>
                    <a:pt x="2656" y="1239"/>
                    <a:pt x="2656" y="1156"/>
                  </a:cubicBezTo>
                  <a:lnTo>
                    <a:pt x="2656" y="822"/>
                  </a:lnTo>
                  <a:cubicBezTo>
                    <a:pt x="2656" y="763"/>
                    <a:pt x="2692" y="703"/>
                    <a:pt x="2775" y="703"/>
                  </a:cubicBezTo>
                  <a:lnTo>
                    <a:pt x="2787" y="703"/>
                  </a:lnTo>
                  <a:cubicBezTo>
                    <a:pt x="2847" y="703"/>
                    <a:pt x="2906" y="751"/>
                    <a:pt x="2906" y="822"/>
                  </a:cubicBezTo>
                  <a:lnTo>
                    <a:pt x="2906" y="1584"/>
                  </a:lnTo>
                  <a:lnTo>
                    <a:pt x="2906" y="1596"/>
                  </a:lnTo>
                  <a:cubicBezTo>
                    <a:pt x="2894" y="1775"/>
                    <a:pt x="2882" y="2323"/>
                    <a:pt x="2597" y="2584"/>
                  </a:cubicBezTo>
                  <a:cubicBezTo>
                    <a:pt x="2561" y="2608"/>
                    <a:pt x="2537" y="2656"/>
                    <a:pt x="2537" y="2704"/>
                  </a:cubicBezTo>
                  <a:lnTo>
                    <a:pt x="2537" y="3204"/>
                  </a:lnTo>
                  <a:lnTo>
                    <a:pt x="989" y="3204"/>
                  </a:lnTo>
                  <a:lnTo>
                    <a:pt x="989" y="2846"/>
                  </a:lnTo>
                  <a:cubicBezTo>
                    <a:pt x="989" y="2799"/>
                    <a:pt x="953" y="2739"/>
                    <a:pt x="930" y="2715"/>
                  </a:cubicBezTo>
                  <a:cubicBezTo>
                    <a:pt x="775" y="2596"/>
                    <a:pt x="370" y="2227"/>
                    <a:pt x="346" y="1846"/>
                  </a:cubicBezTo>
                  <a:cubicBezTo>
                    <a:pt x="334" y="1596"/>
                    <a:pt x="311" y="1275"/>
                    <a:pt x="406" y="1191"/>
                  </a:cubicBezTo>
                  <a:cubicBezTo>
                    <a:pt x="441" y="1174"/>
                    <a:pt x="482" y="1163"/>
                    <a:pt x="539" y="1163"/>
                  </a:cubicBezTo>
                  <a:cubicBezTo>
                    <a:pt x="560" y="1163"/>
                    <a:pt x="583" y="1164"/>
                    <a:pt x="608" y="1168"/>
                  </a:cubicBezTo>
                  <a:lnTo>
                    <a:pt x="608" y="1394"/>
                  </a:lnTo>
                  <a:cubicBezTo>
                    <a:pt x="608" y="1477"/>
                    <a:pt x="692" y="1549"/>
                    <a:pt x="775" y="1549"/>
                  </a:cubicBezTo>
                  <a:cubicBezTo>
                    <a:pt x="870" y="1549"/>
                    <a:pt x="942" y="1477"/>
                    <a:pt x="942" y="1394"/>
                  </a:cubicBezTo>
                  <a:lnTo>
                    <a:pt x="942" y="441"/>
                  </a:lnTo>
                  <a:cubicBezTo>
                    <a:pt x="942" y="382"/>
                    <a:pt x="989" y="322"/>
                    <a:pt x="1061" y="322"/>
                  </a:cubicBezTo>
                  <a:close/>
                  <a:moveTo>
                    <a:pt x="2799" y="3537"/>
                  </a:moveTo>
                  <a:lnTo>
                    <a:pt x="2799" y="4037"/>
                  </a:lnTo>
                  <a:lnTo>
                    <a:pt x="751" y="4037"/>
                  </a:lnTo>
                  <a:lnTo>
                    <a:pt x="751" y="3537"/>
                  </a:lnTo>
                  <a:close/>
                  <a:moveTo>
                    <a:pt x="2799" y="4347"/>
                  </a:moveTo>
                  <a:lnTo>
                    <a:pt x="2799" y="5632"/>
                  </a:lnTo>
                  <a:lnTo>
                    <a:pt x="751" y="5632"/>
                  </a:lnTo>
                  <a:lnTo>
                    <a:pt x="751" y="4347"/>
                  </a:lnTo>
                  <a:close/>
                  <a:moveTo>
                    <a:pt x="1073" y="1"/>
                  </a:moveTo>
                  <a:cubicBezTo>
                    <a:pt x="834" y="1"/>
                    <a:pt x="644" y="203"/>
                    <a:pt x="644" y="429"/>
                  </a:cubicBezTo>
                  <a:lnTo>
                    <a:pt x="644" y="846"/>
                  </a:lnTo>
                  <a:cubicBezTo>
                    <a:pt x="622" y="845"/>
                    <a:pt x="600" y="844"/>
                    <a:pt x="579" y="844"/>
                  </a:cubicBezTo>
                  <a:cubicBezTo>
                    <a:pt x="433" y="844"/>
                    <a:pt x="321" y="880"/>
                    <a:pt x="227" y="953"/>
                  </a:cubicBezTo>
                  <a:cubicBezTo>
                    <a:pt x="1" y="1144"/>
                    <a:pt x="13" y="1525"/>
                    <a:pt x="49" y="1882"/>
                  </a:cubicBezTo>
                  <a:cubicBezTo>
                    <a:pt x="84" y="2370"/>
                    <a:pt x="525" y="2787"/>
                    <a:pt x="692" y="2930"/>
                  </a:cubicBezTo>
                  <a:lnTo>
                    <a:pt x="692" y="3216"/>
                  </a:lnTo>
                  <a:lnTo>
                    <a:pt x="596" y="3216"/>
                  </a:lnTo>
                  <a:cubicBezTo>
                    <a:pt x="513" y="3216"/>
                    <a:pt x="441" y="3287"/>
                    <a:pt x="441" y="3382"/>
                  </a:cubicBezTo>
                  <a:lnTo>
                    <a:pt x="441" y="4216"/>
                  </a:lnTo>
                  <a:lnTo>
                    <a:pt x="441" y="5799"/>
                  </a:lnTo>
                  <a:cubicBezTo>
                    <a:pt x="441" y="5882"/>
                    <a:pt x="513" y="5954"/>
                    <a:pt x="596" y="5954"/>
                  </a:cubicBezTo>
                  <a:lnTo>
                    <a:pt x="2978" y="5954"/>
                  </a:lnTo>
                  <a:cubicBezTo>
                    <a:pt x="3073" y="5954"/>
                    <a:pt x="3144" y="5882"/>
                    <a:pt x="3144" y="5799"/>
                  </a:cubicBezTo>
                  <a:lnTo>
                    <a:pt x="3144" y="4204"/>
                  </a:lnTo>
                  <a:lnTo>
                    <a:pt x="3144" y="3370"/>
                  </a:lnTo>
                  <a:cubicBezTo>
                    <a:pt x="3144" y="3275"/>
                    <a:pt x="3073" y="3204"/>
                    <a:pt x="2978" y="3204"/>
                  </a:cubicBezTo>
                  <a:lnTo>
                    <a:pt x="2882" y="3204"/>
                  </a:lnTo>
                  <a:lnTo>
                    <a:pt x="2882" y="2763"/>
                  </a:lnTo>
                  <a:cubicBezTo>
                    <a:pt x="3251" y="2370"/>
                    <a:pt x="3204" y="1644"/>
                    <a:pt x="3204" y="1549"/>
                  </a:cubicBezTo>
                  <a:lnTo>
                    <a:pt x="3204" y="810"/>
                  </a:lnTo>
                  <a:cubicBezTo>
                    <a:pt x="3204" y="572"/>
                    <a:pt x="3013" y="382"/>
                    <a:pt x="2775" y="382"/>
                  </a:cubicBezTo>
                  <a:lnTo>
                    <a:pt x="2763" y="382"/>
                  </a:lnTo>
                  <a:cubicBezTo>
                    <a:pt x="2680" y="382"/>
                    <a:pt x="2608" y="394"/>
                    <a:pt x="2549" y="441"/>
                  </a:cubicBezTo>
                  <a:cubicBezTo>
                    <a:pt x="2477" y="334"/>
                    <a:pt x="2335" y="275"/>
                    <a:pt x="2204" y="275"/>
                  </a:cubicBezTo>
                  <a:lnTo>
                    <a:pt x="2192" y="275"/>
                  </a:lnTo>
                  <a:cubicBezTo>
                    <a:pt x="2120" y="275"/>
                    <a:pt x="2049" y="287"/>
                    <a:pt x="1989" y="322"/>
                  </a:cubicBezTo>
                  <a:cubicBezTo>
                    <a:pt x="1906" y="227"/>
                    <a:pt x="1787" y="168"/>
                    <a:pt x="1656" y="168"/>
                  </a:cubicBezTo>
                  <a:lnTo>
                    <a:pt x="1644" y="168"/>
                  </a:lnTo>
                  <a:cubicBezTo>
                    <a:pt x="1584" y="168"/>
                    <a:pt x="1525" y="179"/>
                    <a:pt x="1465" y="203"/>
                  </a:cubicBezTo>
                  <a:cubicBezTo>
                    <a:pt x="1394" y="84"/>
                    <a:pt x="1251"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64"/>
          <p:cNvGrpSpPr/>
          <p:nvPr/>
        </p:nvGrpSpPr>
        <p:grpSpPr>
          <a:xfrm>
            <a:off x="7538896" y="1795906"/>
            <a:ext cx="361147" cy="361529"/>
            <a:chOff x="7538896" y="1970156"/>
            <a:chExt cx="361147" cy="361529"/>
          </a:xfrm>
        </p:grpSpPr>
        <p:sp>
          <p:nvSpPr>
            <p:cNvPr id="10456" name="Google Shape;10456;p64"/>
            <p:cNvSpPr/>
            <p:nvPr/>
          </p:nvSpPr>
          <p:spPr>
            <a:xfrm>
              <a:off x="7538896" y="1970156"/>
              <a:ext cx="361147" cy="361529"/>
            </a:xfrm>
            <a:custGeom>
              <a:avLst/>
              <a:gdLst/>
              <a:ahLst/>
              <a:cxnLst/>
              <a:rect l="l" t="t" r="r" b="b"/>
              <a:pathLst>
                <a:path w="11347" h="11359" extrusionOk="0">
                  <a:moveTo>
                    <a:pt x="8918" y="584"/>
                  </a:moveTo>
                  <a:lnTo>
                    <a:pt x="9477" y="1155"/>
                  </a:lnTo>
                  <a:lnTo>
                    <a:pt x="9632" y="1298"/>
                  </a:lnTo>
                  <a:lnTo>
                    <a:pt x="10239" y="1905"/>
                  </a:lnTo>
                  <a:lnTo>
                    <a:pt x="10704" y="2370"/>
                  </a:lnTo>
                  <a:lnTo>
                    <a:pt x="8918" y="2370"/>
                  </a:lnTo>
                  <a:lnTo>
                    <a:pt x="8918" y="584"/>
                  </a:lnTo>
                  <a:close/>
                  <a:moveTo>
                    <a:pt x="2631" y="4644"/>
                  </a:moveTo>
                  <a:cubicBezTo>
                    <a:pt x="3322" y="4644"/>
                    <a:pt x="3882" y="5215"/>
                    <a:pt x="3882" y="5894"/>
                  </a:cubicBezTo>
                  <a:lnTo>
                    <a:pt x="3882" y="6192"/>
                  </a:lnTo>
                  <a:lnTo>
                    <a:pt x="3810" y="6192"/>
                  </a:lnTo>
                  <a:cubicBezTo>
                    <a:pt x="3429" y="6108"/>
                    <a:pt x="3310" y="5596"/>
                    <a:pt x="3286" y="5596"/>
                  </a:cubicBezTo>
                  <a:cubicBezTo>
                    <a:pt x="3274" y="5525"/>
                    <a:pt x="3215" y="5477"/>
                    <a:pt x="3155" y="5465"/>
                  </a:cubicBezTo>
                  <a:cubicBezTo>
                    <a:pt x="3143" y="5463"/>
                    <a:pt x="3132" y="5462"/>
                    <a:pt x="3121" y="5462"/>
                  </a:cubicBezTo>
                  <a:cubicBezTo>
                    <a:pt x="3064" y="5462"/>
                    <a:pt x="3016" y="5487"/>
                    <a:pt x="2977" y="5537"/>
                  </a:cubicBezTo>
                  <a:cubicBezTo>
                    <a:pt x="2477" y="6156"/>
                    <a:pt x="1429" y="6156"/>
                    <a:pt x="1417" y="6156"/>
                  </a:cubicBezTo>
                  <a:lnTo>
                    <a:pt x="1298" y="6156"/>
                  </a:lnTo>
                  <a:lnTo>
                    <a:pt x="1286" y="6168"/>
                  </a:lnTo>
                  <a:lnTo>
                    <a:pt x="1262" y="6180"/>
                  </a:lnTo>
                  <a:lnTo>
                    <a:pt x="1262" y="5894"/>
                  </a:lnTo>
                  <a:cubicBezTo>
                    <a:pt x="1262" y="5215"/>
                    <a:pt x="1834" y="4644"/>
                    <a:pt x="2512" y="4644"/>
                  </a:cubicBezTo>
                  <a:close/>
                  <a:moveTo>
                    <a:pt x="1238" y="6644"/>
                  </a:moveTo>
                  <a:lnTo>
                    <a:pt x="1238" y="7192"/>
                  </a:lnTo>
                  <a:cubicBezTo>
                    <a:pt x="1107" y="7180"/>
                    <a:pt x="1000" y="7061"/>
                    <a:pt x="1000" y="6930"/>
                  </a:cubicBezTo>
                  <a:cubicBezTo>
                    <a:pt x="1000" y="6846"/>
                    <a:pt x="1024" y="6775"/>
                    <a:pt x="1084" y="6715"/>
                  </a:cubicBezTo>
                  <a:cubicBezTo>
                    <a:pt x="1143" y="6715"/>
                    <a:pt x="1191" y="6692"/>
                    <a:pt x="1226" y="6644"/>
                  </a:cubicBezTo>
                  <a:close/>
                  <a:moveTo>
                    <a:pt x="3929" y="6656"/>
                  </a:moveTo>
                  <a:cubicBezTo>
                    <a:pt x="3965" y="6680"/>
                    <a:pt x="4001" y="6715"/>
                    <a:pt x="4048" y="6715"/>
                  </a:cubicBezTo>
                  <a:cubicBezTo>
                    <a:pt x="4108" y="6763"/>
                    <a:pt x="4132" y="6835"/>
                    <a:pt x="4132" y="6918"/>
                  </a:cubicBezTo>
                  <a:cubicBezTo>
                    <a:pt x="4155" y="7061"/>
                    <a:pt x="4048" y="7180"/>
                    <a:pt x="3917" y="7192"/>
                  </a:cubicBezTo>
                  <a:lnTo>
                    <a:pt x="3917" y="6656"/>
                  </a:lnTo>
                  <a:close/>
                  <a:moveTo>
                    <a:pt x="3036" y="5942"/>
                  </a:moveTo>
                  <a:cubicBezTo>
                    <a:pt x="3120" y="6132"/>
                    <a:pt x="3286" y="6358"/>
                    <a:pt x="3572" y="6465"/>
                  </a:cubicBezTo>
                  <a:lnTo>
                    <a:pt x="3572" y="7227"/>
                  </a:lnTo>
                  <a:cubicBezTo>
                    <a:pt x="3560" y="7704"/>
                    <a:pt x="3167" y="8085"/>
                    <a:pt x="2691" y="8085"/>
                  </a:cubicBezTo>
                  <a:lnTo>
                    <a:pt x="2477" y="8085"/>
                  </a:lnTo>
                  <a:cubicBezTo>
                    <a:pt x="2000" y="8085"/>
                    <a:pt x="1607" y="7692"/>
                    <a:pt x="1607" y="7227"/>
                  </a:cubicBezTo>
                  <a:lnTo>
                    <a:pt x="1607" y="6501"/>
                  </a:lnTo>
                  <a:cubicBezTo>
                    <a:pt x="1917" y="6477"/>
                    <a:pt x="2572" y="6370"/>
                    <a:pt x="3036" y="5942"/>
                  </a:cubicBezTo>
                  <a:close/>
                  <a:moveTo>
                    <a:pt x="2917" y="8418"/>
                  </a:moveTo>
                  <a:lnTo>
                    <a:pt x="2917" y="8656"/>
                  </a:lnTo>
                  <a:lnTo>
                    <a:pt x="2917" y="8668"/>
                  </a:lnTo>
                  <a:lnTo>
                    <a:pt x="2572" y="9025"/>
                  </a:lnTo>
                  <a:lnTo>
                    <a:pt x="2250" y="8692"/>
                  </a:lnTo>
                  <a:lnTo>
                    <a:pt x="2250" y="8418"/>
                  </a:lnTo>
                  <a:cubicBezTo>
                    <a:pt x="2322" y="8430"/>
                    <a:pt x="2393" y="8430"/>
                    <a:pt x="2477" y="8430"/>
                  </a:cubicBezTo>
                  <a:lnTo>
                    <a:pt x="2691" y="8430"/>
                  </a:lnTo>
                  <a:cubicBezTo>
                    <a:pt x="2774" y="8430"/>
                    <a:pt x="2846" y="8418"/>
                    <a:pt x="2917" y="8418"/>
                  </a:cubicBezTo>
                  <a:close/>
                  <a:moveTo>
                    <a:pt x="8561" y="346"/>
                  </a:moveTo>
                  <a:lnTo>
                    <a:pt x="8561" y="2560"/>
                  </a:lnTo>
                  <a:cubicBezTo>
                    <a:pt x="8561" y="2667"/>
                    <a:pt x="8632" y="2739"/>
                    <a:pt x="8739" y="2739"/>
                  </a:cubicBezTo>
                  <a:lnTo>
                    <a:pt x="10954" y="2739"/>
                  </a:lnTo>
                  <a:lnTo>
                    <a:pt x="10954" y="10954"/>
                  </a:lnTo>
                  <a:lnTo>
                    <a:pt x="5167" y="10954"/>
                  </a:lnTo>
                  <a:lnTo>
                    <a:pt x="5167" y="10263"/>
                  </a:lnTo>
                  <a:cubicBezTo>
                    <a:pt x="5167" y="9454"/>
                    <a:pt x="4608" y="9049"/>
                    <a:pt x="4310" y="8954"/>
                  </a:cubicBezTo>
                  <a:lnTo>
                    <a:pt x="3274" y="8537"/>
                  </a:lnTo>
                  <a:lnTo>
                    <a:pt x="3274" y="8311"/>
                  </a:lnTo>
                  <a:cubicBezTo>
                    <a:pt x="3560" y="8156"/>
                    <a:pt x="3786" y="7894"/>
                    <a:pt x="3870" y="7561"/>
                  </a:cubicBezTo>
                  <a:cubicBezTo>
                    <a:pt x="4215" y="7561"/>
                    <a:pt x="4489" y="7287"/>
                    <a:pt x="4489" y="6930"/>
                  </a:cubicBezTo>
                  <a:cubicBezTo>
                    <a:pt x="4489" y="6715"/>
                    <a:pt x="4394" y="6525"/>
                    <a:pt x="4239" y="6418"/>
                  </a:cubicBezTo>
                  <a:lnTo>
                    <a:pt x="4239" y="5942"/>
                  </a:lnTo>
                  <a:cubicBezTo>
                    <a:pt x="4239" y="5108"/>
                    <a:pt x="3620" y="4429"/>
                    <a:pt x="2810" y="4346"/>
                  </a:cubicBezTo>
                  <a:lnTo>
                    <a:pt x="2810" y="346"/>
                  </a:lnTo>
                  <a:close/>
                  <a:moveTo>
                    <a:pt x="2679" y="0"/>
                  </a:moveTo>
                  <a:cubicBezTo>
                    <a:pt x="2572" y="0"/>
                    <a:pt x="2500" y="72"/>
                    <a:pt x="2500" y="179"/>
                  </a:cubicBezTo>
                  <a:lnTo>
                    <a:pt x="2500" y="4358"/>
                  </a:lnTo>
                  <a:cubicBezTo>
                    <a:pt x="1643" y="4394"/>
                    <a:pt x="953" y="5108"/>
                    <a:pt x="953" y="5965"/>
                  </a:cubicBezTo>
                  <a:lnTo>
                    <a:pt x="953" y="6442"/>
                  </a:lnTo>
                  <a:cubicBezTo>
                    <a:pt x="786" y="6561"/>
                    <a:pt x="691" y="6739"/>
                    <a:pt x="691" y="6954"/>
                  </a:cubicBezTo>
                  <a:cubicBezTo>
                    <a:pt x="691" y="7299"/>
                    <a:pt x="965" y="7597"/>
                    <a:pt x="1322" y="7597"/>
                  </a:cubicBezTo>
                  <a:cubicBezTo>
                    <a:pt x="1417" y="7918"/>
                    <a:pt x="1643" y="8192"/>
                    <a:pt x="1917" y="8335"/>
                  </a:cubicBezTo>
                  <a:lnTo>
                    <a:pt x="1917" y="8561"/>
                  </a:lnTo>
                  <a:lnTo>
                    <a:pt x="845" y="8978"/>
                  </a:lnTo>
                  <a:cubicBezTo>
                    <a:pt x="548" y="9085"/>
                    <a:pt x="0" y="9478"/>
                    <a:pt x="0" y="10287"/>
                  </a:cubicBezTo>
                  <a:lnTo>
                    <a:pt x="0" y="11180"/>
                  </a:lnTo>
                  <a:cubicBezTo>
                    <a:pt x="0" y="11287"/>
                    <a:pt x="72" y="11359"/>
                    <a:pt x="179" y="11359"/>
                  </a:cubicBezTo>
                  <a:lnTo>
                    <a:pt x="965" y="11359"/>
                  </a:lnTo>
                  <a:cubicBezTo>
                    <a:pt x="1072" y="11359"/>
                    <a:pt x="1143" y="11287"/>
                    <a:pt x="1143" y="11180"/>
                  </a:cubicBezTo>
                  <a:cubicBezTo>
                    <a:pt x="1143" y="11073"/>
                    <a:pt x="1072" y="11002"/>
                    <a:pt x="965" y="11002"/>
                  </a:cubicBezTo>
                  <a:lnTo>
                    <a:pt x="357" y="11002"/>
                  </a:lnTo>
                  <a:lnTo>
                    <a:pt x="357" y="10263"/>
                  </a:lnTo>
                  <a:cubicBezTo>
                    <a:pt x="357" y="9513"/>
                    <a:pt x="941" y="9287"/>
                    <a:pt x="965" y="9287"/>
                  </a:cubicBezTo>
                  <a:lnTo>
                    <a:pt x="988" y="9287"/>
                  </a:lnTo>
                  <a:lnTo>
                    <a:pt x="1965" y="8906"/>
                  </a:lnTo>
                  <a:lnTo>
                    <a:pt x="1977" y="8918"/>
                  </a:lnTo>
                  <a:lnTo>
                    <a:pt x="2500" y="9430"/>
                  </a:lnTo>
                  <a:cubicBezTo>
                    <a:pt x="2536" y="9454"/>
                    <a:pt x="2572" y="9466"/>
                    <a:pt x="2619" y="9466"/>
                  </a:cubicBezTo>
                  <a:cubicBezTo>
                    <a:pt x="2667" y="9466"/>
                    <a:pt x="2715" y="9454"/>
                    <a:pt x="2739" y="9406"/>
                  </a:cubicBezTo>
                  <a:lnTo>
                    <a:pt x="3251" y="8894"/>
                  </a:lnTo>
                  <a:lnTo>
                    <a:pt x="4227" y="9275"/>
                  </a:lnTo>
                  <a:lnTo>
                    <a:pt x="4239" y="9275"/>
                  </a:lnTo>
                  <a:cubicBezTo>
                    <a:pt x="4239" y="9275"/>
                    <a:pt x="4858" y="9490"/>
                    <a:pt x="4858" y="10240"/>
                  </a:cubicBezTo>
                  <a:lnTo>
                    <a:pt x="4858" y="10954"/>
                  </a:lnTo>
                  <a:lnTo>
                    <a:pt x="1607" y="10954"/>
                  </a:lnTo>
                  <a:cubicBezTo>
                    <a:pt x="1500" y="10954"/>
                    <a:pt x="1429" y="11037"/>
                    <a:pt x="1429" y="11133"/>
                  </a:cubicBezTo>
                  <a:cubicBezTo>
                    <a:pt x="1429" y="11240"/>
                    <a:pt x="1500" y="11311"/>
                    <a:pt x="1607" y="11311"/>
                  </a:cubicBezTo>
                  <a:lnTo>
                    <a:pt x="11168" y="11311"/>
                  </a:lnTo>
                  <a:cubicBezTo>
                    <a:pt x="11263" y="11311"/>
                    <a:pt x="11347" y="11240"/>
                    <a:pt x="11347" y="11133"/>
                  </a:cubicBezTo>
                  <a:lnTo>
                    <a:pt x="11311" y="2536"/>
                  </a:lnTo>
                  <a:lnTo>
                    <a:pt x="11311" y="2501"/>
                  </a:lnTo>
                  <a:lnTo>
                    <a:pt x="11311" y="2489"/>
                  </a:lnTo>
                  <a:cubicBezTo>
                    <a:pt x="11311" y="2489"/>
                    <a:pt x="11311" y="2477"/>
                    <a:pt x="11299" y="2477"/>
                  </a:cubicBezTo>
                  <a:lnTo>
                    <a:pt x="11287" y="2465"/>
                  </a:lnTo>
                  <a:lnTo>
                    <a:pt x="11263" y="2441"/>
                  </a:lnTo>
                  <a:lnTo>
                    <a:pt x="9882" y="1060"/>
                  </a:lnTo>
                  <a:lnTo>
                    <a:pt x="8870" y="48"/>
                  </a:lnTo>
                  <a:lnTo>
                    <a:pt x="8858" y="36"/>
                  </a:lnTo>
                  <a:lnTo>
                    <a:pt x="8846" y="12"/>
                  </a:lnTo>
                  <a:cubicBezTo>
                    <a:pt x="8846" y="12"/>
                    <a:pt x="8823" y="12"/>
                    <a:pt x="8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64"/>
            <p:cNvSpPr/>
            <p:nvPr/>
          </p:nvSpPr>
          <p:spPr>
            <a:xfrm>
              <a:off x="7685907" y="2066784"/>
              <a:ext cx="101211" cy="11394"/>
            </a:xfrm>
            <a:custGeom>
              <a:avLst/>
              <a:gdLst/>
              <a:ahLst/>
              <a:cxnLst/>
              <a:rect l="l" t="t" r="r" b="b"/>
              <a:pathLst>
                <a:path w="3180" h="358" extrusionOk="0">
                  <a:moveTo>
                    <a:pt x="179" y="0"/>
                  </a:moveTo>
                  <a:cubicBezTo>
                    <a:pt x="72" y="0"/>
                    <a:pt x="1" y="84"/>
                    <a:pt x="1" y="179"/>
                  </a:cubicBezTo>
                  <a:cubicBezTo>
                    <a:pt x="1" y="286"/>
                    <a:pt x="72" y="358"/>
                    <a:pt x="179" y="358"/>
                  </a:cubicBezTo>
                  <a:lnTo>
                    <a:pt x="3001" y="358"/>
                  </a:lnTo>
                  <a:cubicBezTo>
                    <a:pt x="3108" y="358"/>
                    <a:pt x="3180" y="286"/>
                    <a:pt x="3180" y="179"/>
                  </a:cubicBezTo>
                  <a:cubicBezTo>
                    <a:pt x="3180" y="84"/>
                    <a:pt x="3108" y="0"/>
                    <a:pt x="3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64"/>
            <p:cNvSpPr/>
            <p:nvPr/>
          </p:nvSpPr>
          <p:spPr>
            <a:xfrm>
              <a:off x="7685907" y="2106187"/>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72"/>
                    <a:pt x="4549"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64"/>
            <p:cNvSpPr/>
            <p:nvPr/>
          </p:nvSpPr>
          <p:spPr>
            <a:xfrm>
              <a:off x="7685907" y="2145239"/>
              <a:ext cx="147075" cy="11394"/>
            </a:xfrm>
            <a:custGeom>
              <a:avLst/>
              <a:gdLst/>
              <a:ahLst/>
              <a:cxnLst/>
              <a:rect l="l" t="t" r="r" b="b"/>
              <a:pathLst>
                <a:path w="4621" h="358" extrusionOk="0">
                  <a:moveTo>
                    <a:pt x="179" y="0"/>
                  </a:moveTo>
                  <a:cubicBezTo>
                    <a:pt x="72" y="0"/>
                    <a:pt x="1" y="71"/>
                    <a:pt x="1" y="179"/>
                  </a:cubicBezTo>
                  <a:cubicBezTo>
                    <a:pt x="1" y="274"/>
                    <a:pt x="72" y="357"/>
                    <a:pt x="179" y="357"/>
                  </a:cubicBezTo>
                  <a:lnTo>
                    <a:pt x="4442" y="357"/>
                  </a:lnTo>
                  <a:cubicBezTo>
                    <a:pt x="4549" y="357"/>
                    <a:pt x="4620" y="274"/>
                    <a:pt x="4620" y="179"/>
                  </a:cubicBezTo>
                  <a:cubicBezTo>
                    <a:pt x="4620" y="83"/>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64"/>
            <p:cNvSpPr/>
            <p:nvPr/>
          </p:nvSpPr>
          <p:spPr>
            <a:xfrm>
              <a:off x="7685907" y="2184260"/>
              <a:ext cx="147075" cy="11394"/>
            </a:xfrm>
            <a:custGeom>
              <a:avLst/>
              <a:gdLst/>
              <a:ahLst/>
              <a:cxnLst/>
              <a:rect l="l" t="t" r="r" b="b"/>
              <a:pathLst>
                <a:path w="4621" h="358" extrusionOk="0">
                  <a:moveTo>
                    <a:pt x="179" y="0"/>
                  </a:moveTo>
                  <a:cubicBezTo>
                    <a:pt x="72" y="0"/>
                    <a:pt x="1" y="84"/>
                    <a:pt x="1" y="179"/>
                  </a:cubicBezTo>
                  <a:cubicBezTo>
                    <a:pt x="1" y="286"/>
                    <a:pt x="72" y="358"/>
                    <a:pt x="179" y="358"/>
                  </a:cubicBezTo>
                  <a:lnTo>
                    <a:pt x="4442" y="358"/>
                  </a:lnTo>
                  <a:cubicBezTo>
                    <a:pt x="4549" y="358"/>
                    <a:pt x="4620" y="286"/>
                    <a:pt x="4620" y="179"/>
                  </a:cubicBezTo>
                  <a:cubicBezTo>
                    <a:pt x="4620" y="84"/>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64"/>
            <p:cNvSpPr/>
            <p:nvPr/>
          </p:nvSpPr>
          <p:spPr>
            <a:xfrm>
              <a:off x="7685907" y="2223280"/>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84"/>
                    <a:pt x="4537"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2" name="Google Shape;10462;p64"/>
          <p:cNvGrpSpPr/>
          <p:nvPr/>
        </p:nvGrpSpPr>
        <p:grpSpPr>
          <a:xfrm>
            <a:off x="4896099" y="1796670"/>
            <a:ext cx="358155" cy="358123"/>
            <a:chOff x="4896099" y="1970920"/>
            <a:chExt cx="358155" cy="358123"/>
          </a:xfrm>
        </p:grpSpPr>
        <p:sp>
          <p:nvSpPr>
            <p:cNvPr id="10463" name="Google Shape;10463;p64"/>
            <p:cNvSpPr/>
            <p:nvPr/>
          </p:nvSpPr>
          <p:spPr>
            <a:xfrm>
              <a:off x="4896099" y="1970920"/>
              <a:ext cx="358155" cy="358123"/>
            </a:xfrm>
            <a:custGeom>
              <a:avLst/>
              <a:gdLst/>
              <a:ahLst/>
              <a:cxnLst/>
              <a:rect l="l" t="t" r="r" b="b"/>
              <a:pathLst>
                <a:path w="11253" h="11252" extrusionOk="0">
                  <a:moveTo>
                    <a:pt x="5621" y="0"/>
                  </a:moveTo>
                  <a:cubicBezTo>
                    <a:pt x="4109" y="0"/>
                    <a:pt x="2704" y="595"/>
                    <a:pt x="1644" y="1643"/>
                  </a:cubicBezTo>
                  <a:cubicBezTo>
                    <a:pt x="584" y="2715"/>
                    <a:pt x="1" y="4132"/>
                    <a:pt x="1" y="5632"/>
                  </a:cubicBezTo>
                  <a:cubicBezTo>
                    <a:pt x="1" y="6930"/>
                    <a:pt x="465" y="8192"/>
                    <a:pt x="1263" y="9192"/>
                  </a:cubicBezTo>
                  <a:cubicBezTo>
                    <a:pt x="1300" y="9235"/>
                    <a:pt x="1343" y="9252"/>
                    <a:pt x="1386" y="9252"/>
                  </a:cubicBezTo>
                  <a:cubicBezTo>
                    <a:pt x="1509" y="9252"/>
                    <a:pt x="1622" y="9104"/>
                    <a:pt x="1525" y="8989"/>
                  </a:cubicBezTo>
                  <a:cubicBezTo>
                    <a:pt x="751" y="8049"/>
                    <a:pt x="334" y="6858"/>
                    <a:pt x="334" y="5632"/>
                  </a:cubicBezTo>
                  <a:cubicBezTo>
                    <a:pt x="334" y="4227"/>
                    <a:pt x="882" y="2881"/>
                    <a:pt x="1882" y="1881"/>
                  </a:cubicBezTo>
                  <a:cubicBezTo>
                    <a:pt x="2882" y="893"/>
                    <a:pt x="4204" y="322"/>
                    <a:pt x="5621" y="322"/>
                  </a:cubicBezTo>
                  <a:cubicBezTo>
                    <a:pt x="7026" y="322"/>
                    <a:pt x="8371" y="869"/>
                    <a:pt x="9371" y="1869"/>
                  </a:cubicBezTo>
                  <a:cubicBezTo>
                    <a:pt x="10359" y="2870"/>
                    <a:pt x="10931" y="4191"/>
                    <a:pt x="10931" y="5608"/>
                  </a:cubicBezTo>
                  <a:cubicBezTo>
                    <a:pt x="10931" y="7025"/>
                    <a:pt x="10383" y="8358"/>
                    <a:pt x="9383" y="9358"/>
                  </a:cubicBezTo>
                  <a:cubicBezTo>
                    <a:pt x="8383" y="10359"/>
                    <a:pt x="7061" y="10918"/>
                    <a:pt x="5644" y="10918"/>
                  </a:cubicBezTo>
                  <a:cubicBezTo>
                    <a:pt x="4323" y="10918"/>
                    <a:pt x="3037" y="10430"/>
                    <a:pt x="2061" y="9537"/>
                  </a:cubicBezTo>
                  <a:cubicBezTo>
                    <a:pt x="2025" y="9504"/>
                    <a:pt x="1987" y="9490"/>
                    <a:pt x="1951" y="9490"/>
                  </a:cubicBezTo>
                  <a:cubicBezTo>
                    <a:pt x="1823" y="9490"/>
                    <a:pt x="1723" y="9673"/>
                    <a:pt x="1834" y="9775"/>
                  </a:cubicBezTo>
                  <a:cubicBezTo>
                    <a:pt x="2882" y="10728"/>
                    <a:pt x="4228" y="11252"/>
                    <a:pt x="5644" y="11252"/>
                  </a:cubicBezTo>
                  <a:cubicBezTo>
                    <a:pt x="7145" y="11252"/>
                    <a:pt x="8562" y="10656"/>
                    <a:pt x="9621" y="9597"/>
                  </a:cubicBezTo>
                  <a:cubicBezTo>
                    <a:pt x="10681" y="8525"/>
                    <a:pt x="11252" y="7108"/>
                    <a:pt x="11252" y="5608"/>
                  </a:cubicBezTo>
                  <a:cubicBezTo>
                    <a:pt x="11252" y="4120"/>
                    <a:pt x="10657" y="2703"/>
                    <a:pt x="9597" y="1631"/>
                  </a:cubicBezTo>
                  <a:cubicBezTo>
                    <a:pt x="8526"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64"/>
            <p:cNvSpPr/>
            <p:nvPr/>
          </p:nvSpPr>
          <p:spPr>
            <a:xfrm>
              <a:off x="4991454" y="2067835"/>
              <a:ext cx="166999" cy="164325"/>
            </a:xfrm>
            <a:custGeom>
              <a:avLst/>
              <a:gdLst/>
              <a:ahLst/>
              <a:cxnLst/>
              <a:rect l="l" t="t" r="r" b="b"/>
              <a:pathLst>
                <a:path w="5247" h="5163" extrusionOk="0">
                  <a:moveTo>
                    <a:pt x="4506" y="706"/>
                  </a:moveTo>
                  <a:lnTo>
                    <a:pt x="3160" y="2861"/>
                  </a:lnTo>
                  <a:lnTo>
                    <a:pt x="2351" y="2075"/>
                  </a:lnTo>
                  <a:lnTo>
                    <a:pt x="4506" y="706"/>
                  </a:lnTo>
                  <a:close/>
                  <a:moveTo>
                    <a:pt x="2113" y="2289"/>
                  </a:moveTo>
                  <a:lnTo>
                    <a:pt x="2922" y="3099"/>
                  </a:lnTo>
                  <a:lnTo>
                    <a:pt x="755" y="4468"/>
                  </a:lnTo>
                  <a:lnTo>
                    <a:pt x="755" y="4468"/>
                  </a:lnTo>
                  <a:lnTo>
                    <a:pt x="2113" y="2289"/>
                  </a:lnTo>
                  <a:close/>
                  <a:moveTo>
                    <a:pt x="5032" y="0"/>
                  </a:moveTo>
                  <a:cubicBezTo>
                    <a:pt x="5004" y="0"/>
                    <a:pt x="4974" y="8"/>
                    <a:pt x="4946" y="27"/>
                  </a:cubicBezTo>
                  <a:lnTo>
                    <a:pt x="2006" y="1896"/>
                  </a:lnTo>
                  <a:cubicBezTo>
                    <a:pt x="1970" y="1908"/>
                    <a:pt x="1934" y="1932"/>
                    <a:pt x="1922" y="1980"/>
                  </a:cubicBezTo>
                  <a:lnTo>
                    <a:pt x="77" y="4909"/>
                  </a:lnTo>
                  <a:cubicBezTo>
                    <a:pt x="1" y="5032"/>
                    <a:pt x="99" y="5163"/>
                    <a:pt x="214" y="5163"/>
                  </a:cubicBezTo>
                  <a:cubicBezTo>
                    <a:pt x="243" y="5163"/>
                    <a:pt x="274" y="5154"/>
                    <a:pt x="303" y="5135"/>
                  </a:cubicBezTo>
                  <a:lnTo>
                    <a:pt x="3232" y="3277"/>
                  </a:lnTo>
                  <a:cubicBezTo>
                    <a:pt x="3280" y="3265"/>
                    <a:pt x="3303" y="3230"/>
                    <a:pt x="3315" y="3182"/>
                  </a:cubicBezTo>
                  <a:lnTo>
                    <a:pt x="5161" y="253"/>
                  </a:lnTo>
                  <a:cubicBezTo>
                    <a:pt x="5247" y="138"/>
                    <a:pt x="5148" y="0"/>
                    <a:pt x="5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64"/>
            <p:cNvSpPr/>
            <p:nvPr/>
          </p:nvSpPr>
          <p:spPr>
            <a:xfrm>
              <a:off x="4923789" y="1998578"/>
              <a:ext cx="302043" cy="302425"/>
            </a:xfrm>
            <a:custGeom>
              <a:avLst/>
              <a:gdLst/>
              <a:ahLst/>
              <a:cxnLst/>
              <a:rect l="l" t="t" r="r" b="b"/>
              <a:pathLst>
                <a:path w="9490" h="9502" extrusionOk="0">
                  <a:moveTo>
                    <a:pt x="4727" y="0"/>
                  </a:moveTo>
                  <a:cubicBezTo>
                    <a:pt x="3465" y="0"/>
                    <a:pt x="2274" y="500"/>
                    <a:pt x="1381" y="1405"/>
                  </a:cubicBezTo>
                  <a:cubicBezTo>
                    <a:pt x="488" y="2298"/>
                    <a:pt x="0" y="3489"/>
                    <a:pt x="0" y="4763"/>
                  </a:cubicBezTo>
                  <a:cubicBezTo>
                    <a:pt x="0" y="6049"/>
                    <a:pt x="488" y="7227"/>
                    <a:pt x="1393" y="8120"/>
                  </a:cubicBezTo>
                  <a:cubicBezTo>
                    <a:pt x="2286" y="9013"/>
                    <a:pt x="3477" y="9501"/>
                    <a:pt x="4763" y="9501"/>
                  </a:cubicBezTo>
                  <a:cubicBezTo>
                    <a:pt x="6025" y="9501"/>
                    <a:pt x="7215" y="9013"/>
                    <a:pt x="8108" y="8097"/>
                  </a:cubicBezTo>
                  <a:cubicBezTo>
                    <a:pt x="9001" y="7204"/>
                    <a:pt x="9489" y="6013"/>
                    <a:pt x="9489" y="4739"/>
                  </a:cubicBezTo>
                  <a:cubicBezTo>
                    <a:pt x="9489" y="3620"/>
                    <a:pt x="9096" y="2524"/>
                    <a:pt x="8358" y="1667"/>
                  </a:cubicBezTo>
                  <a:cubicBezTo>
                    <a:pt x="8325" y="1625"/>
                    <a:pt x="8284" y="1607"/>
                    <a:pt x="8243" y="1607"/>
                  </a:cubicBezTo>
                  <a:cubicBezTo>
                    <a:pt x="8124" y="1607"/>
                    <a:pt x="8011" y="1757"/>
                    <a:pt x="8108" y="1881"/>
                  </a:cubicBezTo>
                  <a:cubicBezTo>
                    <a:pt x="8751" y="2620"/>
                    <a:pt x="9108" y="3560"/>
                    <a:pt x="9156" y="4537"/>
                  </a:cubicBezTo>
                  <a:lnTo>
                    <a:pt x="8477" y="4537"/>
                  </a:lnTo>
                  <a:cubicBezTo>
                    <a:pt x="8275" y="4537"/>
                    <a:pt x="8275" y="4870"/>
                    <a:pt x="8477" y="4870"/>
                  </a:cubicBezTo>
                  <a:lnTo>
                    <a:pt x="9156" y="4870"/>
                  </a:lnTo>
                  <a:cubicBezTo>
                    <a:pt x="9120" y="6001"/>
                    <a:pt x="8656" y="7037"/>
                    <a:pt x="7870" y="7847"/>
                  </a:cubicBezTo>
                  <a:cubicBezTo>
                    <a:pt x="7084" y="8632"/>
                    <a:pt x="6037" y="9097"/>
                    <a:pt x="4929" y="9144"/>
                  </a:cubicBezTo>
                  <a:lnTo>
                    <a:pt x="4929" y="8466"/>
                  </a:lnTo>
                  <a:cubicBezTo>
                    <a:pt x="4929" y="8364"/>
                    <a:pt x="4846" y="8314"/>
                    <a:pt x="4763" y="8314"/>
                  </a:cubicBezTo>
                  <a:cubicBezTo>
                    <a:pt x="4679" y="8314"/>
                    <a:pt x="4596" y="8364"/>
                    <a:pt x="4596" y="8466"/>
                  </a:cubicBezTo>
                  <a:lnTo>
                    <a:pt x="4596" y="9144"/>
                  </a:lnTo>
                  <a:cubicBezTo>
                    <a:pt x="3477" y="9097"/>
                    <a:pt x="2441" y="8644"/>
                    <a:pt x="1631" y="7858"/>
                  </a:cubicBezTo>
                  <a:cubicBezTo>
                    <a:pt x="834" y="7061"/>
                    <a:pt x="369" y="6013"/>
                    <a:pt x="345" y="4882"/>
                  </a:cubicBezTo>
                  <a:lnTo>
                    <a:pt x="1012" y="4882"/>
                  </a:lnTo>
                  <a:cubicBezTo>
                    <a:pt x="1215" y="4882"/>
                    <a:pt x="1215" y="4560"/>
                    <a:pt x="1012" y="4560"/>
                  </a:cubicBezTo>
                  <a:lnTo>
                    <a:pt x="345" y="4560"/>
                  </a:lnTo>
                  <a:cubicBezTo>
                    <a:pt x="381" y="3441"/>
                    <a:pt x="834" y="2417"/>
                    <a:pt x="1619" y="1620"/>
                  </a:cubicBezTo>
                  <a:cubicBezTo>
                    <a:pt x="2405" y="834"/>
                    <a:pt x="3453" y="369"/>
                    <a:pt x="4560" y="334"/>
                  </a:cubicBezTo>
                  <a:lnTo>
                    <a:pt x="4560" y="1000"/>
                  </a:lnTo>
                  <a:cubicBezTo>
                    <a:pt x="4560" y="1102"/>
                    <a:pt x="4644" y="1152"/>
                    <a:pt x="4727" y="1152"/>
                  </a:cubicBezTo>
                  <a:cubicBezTo>
                    <a:pt x="4810" y="1152"/>
                    <a:pt x="4894" y="1102"/>
                    <a:pt x="4894" y="1000"/>
                  </a:cubicBezTo>
                  <a:lnTo>
                    <a:pt x="4894" y="334"/>
                  </a:lnTo>
                  <a:cubicBezTo>
                    <a:pt x="5834" y="357"/>
                    <a:pt x="6727" y="691"/>
                    <a:pt x="7465" y="1262"/>
                  </a:cubicBezTo>
                  <a:cubicBezTo>
                    <a:pt x="7510" y="1301"/>
                    <a:pt x="7556" y="1319"/>
                    <a:pt x="7597" y="1319"/>
                  </a:cubicBezTo>
                  <a:cubicBezTo>
                    <a:pt x="7645" y="1319"/>
                    <a:pt x="7684" y="1295"/>
                    <a:pt x="7703" y="1250"/>
                  </a:cubicBezTo>
                  <a:cubicBezTo>
                    <a:pt x="7763" y="1179"/>
                    <a:pt x="7751" y="1072"/>
                    <a:pt x="7680" y="1012"/>
                  </a:cubicBezTo>
                  <a:cubicBezTo>
                    <a:pt x="6834" y="346"/>
                    <a:pt x="5822"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6" name="Google Shape;10466;p64"/>
          <p:cNvGrpSpPr/>
          <p:nvPr/>
        </p:nvGrpSpPr>
        <p:grpSpPr>
          <a:xfrm>
            <a:off x="4048787" y="2802769"/>
            <a:ext cx="283488" cy="198604"/>
            <a:chOff x="4048787" y="2977019"/>
            <a:chExt cx="283488" cy="198604"/>
          </a:xfrm>
        </p:grpSpPr>
        <p:sp>
          <p:nvSpPr>
            <p:cNvPr id="10467" name="Google Shape;10467;p64"/>
            <p:cNvSpPr/>
            <p:nvPr/>
          </p:nvSpPr>
          <p:spPr>
            <a:xfrm>
              <a:off x="4277659" y="3015880"/>
              <a:ext cx="25048" cy="19128"/>
            </a:xfrm>
            <a:custGeom>
              <a:avLst/>
              <a:gdLst/>
              <a:ahLst/>
              <a:cxnLst/>
              <a:rect l="l" t="t" r="r" b="b"/>
              <a:pathLst>
                <a:path w="787" h="601" extrusionOk="0">
                  <a:moveTo>
                    <a:pt x="157" y="1"/>
                  </a:moveTo>
                  <a:cubicBezTo>
                    <a:pt x="113" y="1"/>
                    <a:pt x="70" y="22"/>
                    <a:pt x="49" y="65"/>
                  </a:cubicBezTo>
                  <a:cubicBezTo>
                    <a:pt x="1" y="125"/>
                    <a:pt x="13" y="220"/>
                    <a:pt x="84" y="256"/>
                  </a:cubicBezTo>
                  <a:cubicBezTo>
                    <a:pt x="239" y="363"/>
                    <a:pt x="382" y="470"/>
                    <a:pt x="549" y="577"/>
                  </a:cubicBezTo>
                  <a:cubicBezTo>
                    <a:pt x="584" y="589"/>
                    <a:pt x="608" y="601"/>
                    <a:pt x="620" y="601"/>
                  </a:cubicBezTo>
                  <a:cubicBezTo>
                    <a:pt x="668" y="601"/>
                    <a:pt x="715" y="589"/>
                    <a:pt x="739" y="541"/>
                  </a:cubicBezTo>
                  <a:cubicBezTo>
                    <a:pt x="787" y="482"/>
                    <a:pt x="775" y="398"/>
                    <a:pt x="703" y="351"/>
                  </a:cubicBezTo>
                  <a:cubicBezTo>
                    <a:pt x="537" y="232"/>
                    <a:pt x="382" y="125"/>
                    <a:pt x="239" y="29"/>
                  </a:cubicBezTo>
                  <a:cubicBezTo>
                    <a:pt x="215" y="10"/>
                    <a:pt x="186" y="1"/>
                    <a:pt x="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8" name="Google Shape;10468;p64"/>
            <p:cNvSpPr/>
            <p:nvPr/>
          </p:nvSpPr>
          <p:spPr>
            <a:xfrm>
              <a:off x="4101462" y="2977019"/>
              <a:ext cx="165630" cy="42458"/>
            </a:xfrm>
            <a:custGeom>
              <a:avLst/>
              <a:gdLst/>
              <a:ahLst/>
              <a:cxnLst/>
              <a:rect l="l" t="t" r="r" b="b"/>
              <a:pathLst>
                <a:path w="5204" h="1334" extrusionOk="0">
                  <a:moveTo>
                    <a:pt x="2810" y="0"/>
                  </a:moveTo>
                  <a:cubicBezTo>
                    <a:pt x="2132" y="0"/>
                    <a:pt x="1239" y="357"/>
                    <a:pt x="84" y="1084"/>
                  </a:cubicBezTo>
                  <a:cubicBezTo>
                    <a:pt x="24" y="1119"/>
                    <a:pt x="1" y="1215"/>
                    <a:pt x="48" y="1274"/>
                  </a:cubicBezTo>
                  <a:cubicBezTo>
                    <a:pt x="72" y="1322"/>
                    <a:pt x="120" y="1334"/>
                    <a:pt x="167" y="1334"/>
                  </a:cubicBezTo>
                  <a:cubicBezTo>
                    <a:pt x="191" y="1334"/>
                    <a:pt x="203" y="1334"/>
                    <a:pt x="239" y="1322"/>
                  </a:cubicBezTo>
                  <a:cubicBezTo>
                    <a:pt x="1334" y="619"/>
                    <a:pt x="2167" y="274"/>
                    <a:pt x="2798" y="274"/>
                  </a:cubicBezTo>
                  <a:cubicBezTo>
                    <a:pt x="3346" y="274"/>
                    <a:pt x="4061" y="524"/>
                    <a:pt x="4965" y="1060"/>
                  </a:cubicBezTo>
                  <a:cubicBezTo>
                    <a:pt x="4987" y="1077"/>
                    <a:pt x="5014" y="1085"/>
                    <a:pt x="5041" y="1085"/>
                  </a:cubicBezTo>
                  <a:cubicBezTo>
                    <a:pt x="5088" y="1085"/>
                    <a:pt x="5138" y="1062"/>
                    <a:pt x="5168" y="1024"/>
                  </a:cubicBezTo>
                  <a:cubicBezTo>
                    <a:pt x="5204" y="953"/>
                    <a:pt x="5180" y="869"/>
                    <a:pt x="5120" y="834"/>
                  </a:cubicBezTo>
                  <a:cubicBezTo>
                    <a:pt x="4168" y="262"/>
                    <a:pt x="3406"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64"/>
            <p:cNvSpPr/>
            <p:nvPr/>
          </p:nvSpPr>
          <p:spPr>
            <a:xfrm>
              <a:off x="4048787" y="3000508"/>
              <a:ext cx="283488" cy="175115"/>
            </a:xfrm>
            <a:custGeom>
              <a:avLst/>
              <a:gdLst/>
              <a:ahLst/>
              <a:cxnLst/>
              <a:rect l="l" t="t" r="r" b="b"/>
              <a:pathLst>
                <a:path w="8907" h="5502" extrusionOk="0">
                  <a:moveTo>
                    <a:pt x="4453" y="286"/>
                  </a:moveTo>
                  <a:cubicBezTo>
                    <a:pt x="5596" y="286"/>
                    <a:pt x="7894" y="2072"/>
                    <a:pt x="8561" y="2620"/>
                  </a:cubicBezTo>
                  <a:cubicBezTo>
                    <a:pt x="8609" y="2655"/>
                    <a:pt x="8621" y="2691"/>
                    <a:pt x="8621" y="2751"/>
                  </a:cubicBezTo>
                  <a:cubicBezTo>
                    <a:pt x="8621" y="2810"/>
                    <a:pt x="8609" y="2858"/>
                    <a:pt x="8561" y="2894"/>
                  </a:cubicBezTo>
                  <a:cubicBezTo>
                    <a:pt x="7894" y="3441"/>
                    <a:pt x="5596" y="5227"/>
                    <a:pt x="4453" y="5227"/>
                  </a:cubicBezTo>
                  <a:cubicBezTo>
                    <a:pt x="3310" y="5227"/>
                    <a:pt x="1013" y="3441"/>
                    <a:pt x="346" y="2894"/>
                  </a:cubicBezTo>
                  <a:cubicBezTo>
                    <a:pt x="298" y="2858"/>
                    <a:pt x="286" y="2810"/>
                    <a:pt x="286" y="2751"/>
                  </a:cubicBezTo>
                  <a:cubicBezTo>
                    <a:pt x="286" y="2691"/>
                    <a:pt x="310" y="2655"/>
                    <a:pt x="346" y="2620"/>
                  </a:cubicBezTo>
                  <a:cubicBezTo>
                    <a:pt x="1013" y="2072"/>
                    <a:pt x="3310" y="286"/>
                    <a:pt x="4453" y="286"/>
                  </a:cubicBezTo>
                  <a:close/>
                  <a:moveTo>
                    <a:pt x="4453" y="0"/>
                  </a:moveTo>
                  <a:cubicBezTo>
                    <a:pt x="3251" y="0"/>
                    <a:pt x="1060" y="1679"/>
                    <a:pt x="167" y="2405"/>
                  </a:cubicBezTo>
                  <a:cubicBezTo>
                    <a:pt x="60" y="2501"/>
                    <a:pt x="1" y="2620"/>
                    <a:pt x="1" y="2751"/>
                  </a:cubicBezTo>
                  <a:cubicBezTo>
                    <a:pt x="1" y="2882"/>
                    <a:pt x="60" y="3025"/>
                    <a:pt x="167" y="3096"/>
                  </a:cubicBezTo>
                  <a:cubicBezTo>
                    <a:pt x="1060" y="3822"/>
                    <a:pt x="3251" y="5501"/>
                    <a:pt x="4453" y="5501"/>
                  </a:cubicBezTo>
                  <a:cubicBezTo>
                    <a:pt x="5656" y="5501"/>
                    <a:pt x="7847" y="3822"/>
                    <a:pt x="8740" y="3096"/>
                  </a:cubicBezTo>
                  <a:cubicBezTo>
                    <a:pt x="8847" y="3001"/>
                    <a:pt x="8906" y="2882"/>
                    <a:pt x="8906" y="2751"/>
                  </a:cubicBezTo>
                  <a:cubicBezTo>
                    <a:pt x="8906" y="2620"/>
                    <a:pt x="8847" y="2501"/>
                    <a:pt x="8740" y="2405"/>
                  </a:cubicBezTo>
                  <a:cubicBezTo>
                    <a:pt x="7847" y="1679"/>
                    <a:pt x="5656" y="0"/>
                    <a:pt x="4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64"/>
            <p:cNvSpPr/>
            <p:nvPr/>
          </p:nvSpPr>
          <p:spPr>
            <a:xfrm>
              <a:off x="4126478" y="3024347"/>
              <a:ext cx="129220" cy="127437"/>
            </a:xfrm>
            <a:custGeom>
              <a:avLst/>
              <a:gdLst/>
              <a:ahLst/>
              <a:cxnLst/>
              <a:rect l="l" t="t" r="r" b="b"/>
              <a:pathLst>
                <a:path w="4060" h="4004" extrusionOk="0">
                  <a:moveTo>
                    <a:pt x="2016" y="0"/>
                  </a:moveTo>
                  <a:cubicBezTo>
                    <a:pt x="1995" y="0"/>
                    <a:pt x="1974" y="1"/>
                    <a:pt x="1953" y="1"/>
                  </a:cubicBezTo>
                  <a:cubicBezTo>
                    <a:pt x="893" y="25"/>
                    <a:pt x="48" y="894"/>
                    <a:pt x="12" y="1930"/>
                  </a:cubicBezTo>
                  <a:cubicBezTo>
                    <a:pt x="0" y="2454"/>
                    <a:pt x="179" y="2942"/>
                    <a:pt x="512" y="3299"/>
                  </a:cubicBezTo>
                  <a:cubicBezTo>
                    <a:pt x="542" y="3329"/>
                    <a:pt x="578" y="3344"/>
                    <a:pt x="613" y="3344"/>
                  </a:cubicBezTo>
                  <a:cubicBezTo>
                    <a:pt x="649" y="3344"/>
                    <a:pt x="685" y="3329"/>
                    <a:pt x="715" y="3299"/>
                  </a:cubicBezTo>
                  <a:cubicBezTo>
                    <a:pt x="762" y="3252"/>
                    <a:pt x="774" y="3169"/>
                    <a:pt x="715" y="3109"/>
                  </a:cubicBezTo>
                  <a:cubicBezTo>
                    <a:pt x="429" y="2776"/>
                    <a:pt x="286" y="2359"/>
                    <a:pt x="298" y="1906"/>
                  </a:cubicBezTo>
                  <a:cubicBezTo>
                    <a:pt x="346" y="1025"/>
                    <a:pt x="1060" y="299"/>
                    <a:pt x="1941" y="263"/>
                  </a:cubicBezTo>
                  <a:cubicBezTo>
                    <a:pt x="1969" y="262"/>
                    <a:pt x="1996" y="261"/>
                    <a:pt x="2024" y="261"/>
                  </a:cubicBezTo>
                  <a:cubicBezTo>
                    <a:pt x="2975" y="261"/>
                    <a:pt x="3762" y="1053"/>
                    <a:pt x="3739" y="2026"/>
                  </a:cubicBezTo>
                  <a:cubicBezTo>
                    <a:pt x="3727" y="2930"/>
                    <a:pt x="2977" y="3692"/>
                    <a:pt x="2072" y="3716"/>
                  </a:cubicBezTo>
                  <a:cubicBezTo>
                    <a:pt x="2050" y="3717"/>
                    <a:pt x="2027" y="3717"/>
                    <a:pt x="2005" y="3717"/>
                  </a:cubicBezTo>
                  <a:cubicBezTo>
                    <a:pt x="1717" y="3717"/>
                    <a:pt x="1423" y="3646"/>
                    <a:pt x="1191" y="3514"/>
                  </a:cubicBezTo>
                  <a:cubicBezTo>
                    <a:pt x="1167" y="3500"/>
                    <a:pt x="1144" y="3493"/>
                    <a:pt x="1121" y="3493"/>
                  </a:cubicBezTo>
                  <a:cubicBezTo>
                    <a:pt x="1086" y="3493"/>
                    <a:pt x="1053" y="3509"/>
                    <a:pt x="1024" y="3538"/>
                  </a:cubicBezTo>
                  <a:cubicBezTo>
                    <a:pt x="965" y="3597"/>
                    <a:pt x="989" y="3716"/>
                    <a:pt x="1060" y="3764"/>
                  </a:cubicBezTo>
                  <a:cubicBezTo>
                    <a:pt x="1339" y="3920"/>
                    <a:pt x="1660" y="4003"/>
                    <a:pt x="1993" y="4003"/>
                  </a:cubicBezTo>
                  <a:cubicBezTo>
                    <a:pt x="2015" y="4003"/>
                    <a:pt x="2038" y="4003"/>
                    <a:pt x="2060" y="4002"/>
                  </a:cubicBezTo>
                  <a:cubicBezTo>
                    <a:pt x="3108" y="3966"/>
                    <a:pt x="3989" y="3121"/>
                    <a:pt x="4025" y="2061"/>
                  </a:cubicBezTo>
                  <a:cubicBezTo>
                    <a:pt x="4060" y="939"/>
                    <a:pt x="3142" y="0"/>
                    <a:pt x="2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64"/>
            <p:cNvSpPr/>
            <p:nvPr/>
          </p:nvSpPr>
          <p:spPr>
            <a:xfrm>
              <a:off x="4156778" y="3054678"/>
              <a:ext cx="68238" cy="68270"/>
            </a:xfrm>
            <a:custGeom>
              <a:avLst/>
              <a:gdLst/>
              <a:ahLst/>
              <a:cxnLst/>
              <a:rect l="l" t="t" r="r" b="b"/>
              <a:pathLst>
                <a:path w="2144" h="2145" extrusionOk="0">
                  <a:moveTo>
                    <a:pt x="1072" y="1"/>
                  </a:moveTo>
                  <a:cubicBezTo>
                    <a:pt x="477" y="1"/>
                    <a:pt x="1" y="477"/>
                    <a:pt x="1" y="1073"/>
                  </a:cubicBezTo>
                  <a:cubicBezTo>
                    <a:pt x="1" y="1668"/>
                    <a:pt x="477" y="2144"/>
                    <a:pt x="1072" y="2144"/>
                  </a:cubicBezTo>
                  <a:cubicBezTo>
                    <a:pt x="1668" y="2144"/>
                    <a:pt x="2144" y="1668"/>
                    <a:pt x="2144" y="1073"/>
                  </a:cubicBezTo>
                  <a:cubicBezTo>
                    <a:pt x="2132" y="977"/>
                    <a:pt x="2073" y="918"/>
                    <a:pt x="2001" y="918"/>
                  </a:cubicBezTo>
                  <a:cubicBezTo>
                    <a:pt x="1918" y="918"/>
                    <a:pt x="1858" y="977"/>
                    <a:pt x="1858" y="1049"/>
                  </a:cubicBezTo>
                  <a:cubicBezTo>
                    <a:pt x="1858" y="1489"/>
                    <a:pt x="1501" y="1846"/>
                    <a:pt x="1072" y="1846"/>
                  </a:cubicBezTo>
                  <a:cubicBezTo>
                    <a:pt x="644" y="1846"/>
                    <a:pt x="287" y="1489"/>
                    <a:pt x="287" y="1049"/>
                  </a:cubicBezTo>
                  <a:cubicBezTo>
                    <a:pt x="287" y="620"/>
                    <a:pt x="644" y="263"/>
                    <a:pt x="1072" y="263"/>
                  </a:cubicBezTo>
                  <a:cubicBezTo>
                    <a:pt x="1144" y="263"/>
                    <a:pt x="1203" y="203"/>
                    <a:pt x="1203" y="132"/>
                  </a:cubicBezTo>
                  <a:cubicBezTo>
                    <a:pt x="1203" y="60"/>
                    <a:pt x="1144"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64"/>
            <p:cNvSpPr/>
            <p:nvPr/>
          </p:nvSpPr>
          <p:spPr>
            <a:xfrm>
              <a:off x="4198090" y="3060375"/>
              <a:ext cx="20879" cy="20879"/>
            </a:xfrm>
            <a:custGeom>
              <a:avLst/>
              <a:gdLst/>
              <a:ahLst/>
              <a:cxnLst/>
              <a:rect l="l" t="t" r="r" b="b"/>
              <a:pathLst>
                <a:path w="656" h="656" extrusionOk="0">
                  <a:moveTo>
                    <a:pt x="322" y="1"/>
                  </a:moveTo>
                  <a:cubicBezTo>
                    <a:pt x="143" y="1"/>
                    <a:pt x="1" y="143"/>
                    <a:pt x="1" y="322"/>
                  </a:cubicBezTo>
                  <a:cubicBezTo>
                    <a:pt x="1" y="501"/>
                    <a:pt x="143" y="655"/>
                    <a:pt x="322" y="655"/>
                  </a:cubicBezTo>
                  <a:cubicBezTo>
                    <a:pt x="501" y="655"/>
                    <a:pt x="655" y="501"/>
                    <a:pt x="655" y="322"/>
                  </a:cubicBezTo>
                  <a:cubicBezTo>
                    <a:pt x="655" y="143"/>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3" name="Google Shape;10473;p64"/>
          <p:cNvGrpSpPr/>
          <p:nvPr/>
        </p:nvGrpSpPr>
        <p:grpSpPr>
          <a:xfrm>
            <a:off x="4054103" y="2255941"/>
            <a:ext cx="218687" cy="349052"/>
            <a:chOff x="4054103" y="2430191"/>
            <a:chExt cx="218687" cy="349052"/>
          </a:xfrm>
        </p:grpSpPr>
        <p:sp>
          <p:nvSpPr>
            <p:cNvPr id="10474" name="Google Shape;10474;p64"/>
            <p:cNvSpPr/>
            <p:nvPr/>
          </p:nvSpPr>
          <p:spPr>
            <a:xfrm>
              <a:off x="4054103" y="2430191"/>
              <a:ext cx="218687" cy="349052"/>
            </a:xfrm>
            <a:custGeom>
              <a:avLst/>
              <a:gdLst/>
              <a:ahLst/>
              <a:cxnLst/>
              <a:rect l="l" t="t" r="r" b="b"/>
              <a:pathLst>
                <a:path w="6871" h="10967" extrusionOk="0">
                  <a:moveTo>
                    <a:pt x="6513" y="846"/>
                  </a:moveTo>
                  <a:cubicBezTo>
                    <a:pt x="6513" y="846"/>
                    <a:pt x="6537" y="846"/>
                    <a:pt x="6537" y="870"/>
                  </a:cubicBezTo>
                  <a:lnTo>
                    <a:pt x="6537" y="1203"/>
                  </a:lnTo>
                  <a:lnTo>
                    <a:pt x="6513" y="1203"/>
                  </a:lnTo>
                  <a:lnTo>
                    <a:pt x="6001" y="1227"/>
                  </a:lnTo>
                  <a:cubicBezTo>
                    <a:pt x="5906" y="1227"/>
                    <a:pt x="5834" y="1298"/>
                    <a:pt x="5834" y="1382"/>
                  </a:cubicBezTo>
                  <a:cubicBezTo>
                    <a:pt x="5834" y="1477"/>
                    <a:pt x="5906" y="1548"/>
                    <a:pt x="6001" y="1548"/>
                  </a:cubicBezTo>
                  <a:lnTo>
                    <a:pt x="6180" y="1548"/>
                  </a:lnTo>
                  <a:lnTo>
                    <a:pt x="6180" y="7239"/>
                  </a:lnTo>
                  <a:cubicBezTo>
                    <a:pt x="6180" y="7239"/>
                    <a:pt x="6180" y="7251"/>
                    <a:pt x="6156" y="7251"/>
                  </a:cubicBezTo>
                  <a:lnTo>
                    <a:pt x="655" y="7251"/>
                  </a:lnTo>
                  <a:cubicBezTo>
                    <a:pt x="655" y="7251"/>
                    <a:pt x="643" y="7251"/>
                    <a:pt x="643" y="7239"/>
                  </a:cubicBezTo>
                  <a:lnTo>
                    <a:pt x="643" y="1548"/>
                  </a:lnTo>
                  <a:lnTo>
                    <a:pt x="5310" y="1548"/>
                  </a:lnTo>
                  <a:cubicBezTo>
                    <a:pt x="5406" y="1548"/>
                    <a:pt x="5477" y="1477"/>
                    <a:pt x="5477" y="1382"/>
                  </a:cubicBezTo>
                  <a:cubicBezTo>
                    <a:pt x="5477" y="1298"/>
                    <a:pt x="5406" y="1227"/>
                    <a:pt x="5310" y="1227"/>
                  </a:cubicBezTo>
                  <a:lnTo>
                    <a:pt x="322" y="1227"/>
                  </a:lnTo>
                  <a:cubicBezTo>
                    <a:pt x="322" y="1227"/>
                    <a:pt x="310" y="1227"/>
                    <a:pt x="310" y="1203"/>
                  </a:cubicBezTo>
                  <a:lnTo>
                    <a:pt x="310" y="870"/>
                  </a:lnTo>
                  <a:cubicBezTo>
                    <a:pt x="310" y="870"/>
                    <a:pt x="310" y="846"/>
                    <a:pt x="322" y="846"/>
                  </a:cubicBezTo>
                  <a:close/>
                  <a:moveTo>
                    <a:pt x="5179" y="7561"/>
                  </a:moveTo>
                  <a:lnTo>
                    <a:pt x="5656" y="9990"/>
                  </a:lnTo>
                  <a:lnTo>
                    <a:pt x="3572" y="9990"/>
                  </a:lnTo>
                  <a:lnTo>
                    <a:pt x="3572" y="8085"/>
                  </a:lnTo>
                  <a:cubicBezTo>
                    <a:pt x="3572" y="7990"/>
                    <a:pt x="3501" y="7918"/>
                    <a:pt x="3405" y="7918"/>
                  </a:cubicBezTo>
                  <a:cubicBezTo>
                    <a:pt x="3310" y="7918"/>
                    <a:pt x="3239" y="7990"/>
                    <a:pt x="3239" y="8085"/>
                  </a:cubicBezTo>
                  <a:lnTo>
                    <a:pt x="3239" y="9990"/>
                  </a:lnTo>
                  <a:lnTo>
                    <a:pt x="1155" y="9990"/>
                  </a:lnTo>
                  <a:lnTo>
                    <a:pt x="1643" y="7561"/>
                  </a:lnTo>
                  <a:close/>
                  <a:moveTo>
                    <a:pt x="3417" y="0"/>
                  </a:moveTo>
                  <a:cubicBezTo>
                    <a:pt x="3334" y="0"/>
                    <a:pt x="3263" y="72"/>
                    <a:pt x="3263" y="167"/>
                  </a:cubicBezTo>
                  <a:lnTo>
                    <a:pt x="3263" y="524"/>
                  </a:lnTo>
                  <a:lnTo>
                    <a:pt x="322" y="524"/>
                  </a:lnTo>
                  <a:cubicBezTo>
                    <a:pt x="143" y="524"/>
                    <a:pt x="0" y="667"/>
                    <a:pt x="0" y="846"/>
                  </a:cubicBezTo>
                  <a:lnTo>
                    <a:pt x="0" y="1191"/>
                  </a:lnTo>
                  <a:cubicBezTo>
                    <a:pt x="0" y="1370"/>
                    <a:pt x="143" y="1524"/>
                    <a:pt x="322" y="1524"/>
                  </a:cubicBezTo>
                  <a:lnTo>
                    <a:pt x="334" y="1524"/>
                  </a:lnTo>
                  <a:lnTo>
                    <a:pt x="334" y="7204"/>
                  </a:lnTo>
                  <a:cubicBezTo>
                    <a:pt x="334" y="7382"/>
                    <a:pt x="488" y="7525"/>
                    <a:pt x="667" y="7525"/>
                  </a:cubicBezTo>
                  <a:lnTo>
                    <a:pt x="1334" y="7525"/>
                  </a:lnTo>
                  <a:lnTo>
                    <a:pt x="679" y="10776"/>
                  </a:lnTo>
                  <a:cubicBezTo>
                    <a:pt x="667" y="10859"/>
                    <a:pt x="727" y="10954"/>
                    <a:pt x="798" y="10966"/>
                  </a:cubicBezTo>
                  <a:lnTo>
                    <a:pt x="834" y="10966"/>
                  </a:lnTo>
                  <a:cubicBezTo>
                    <a:pt x="905" y="10966"/>
                    <a:pt x="977" y="10907"/>
                    <a:pt x="1000" y="10835"/>
                  </a:cubicBezTo>
                  <a:lnTo>
                    <a:pt x="1119" y="10264"/>
                  </a:lnTo>
                  <a:lnTo>
                    <a:pt x="3274" y="10264"/>
                  </a:lnTo>
                  <a:lnTo>
                    <a:pt x="3274" y="10788"/>
                  </a:lnTo>
                  <a:cubicBezTo>
                    <a:pt x="3274" y="10883"/>
                    <a:pt x="3346" y="10954"/>
                    <a:pt x="3441" y="10954"/>
                  </a:cubicBezTo>
                  <a:cubicBezTo>
                    <a:pt x="3524" y="10954"/>
                    <a:pt x="3596" y="10883"/>
                    <a:pt x="3596" y="10788"/>
                  </a:cubicBezTo>
                  <a:lnTo>
                    <a:pt x="3596" y="10264"/>
                  </a:lnTo>
                  <a:lnTo>
                    <a:pt x="5763" y="10264"/>
                  </a:lnTo>
                  <a:lnTo>
                    <a:pt x="5882" y="10835"/>
                  </a:lnTo>
                  <a:cubicBezTo>
                    <a:pt x="5894" y="10907"/>
                    <a:pt x="5965" y="10966"/>
                    <a:pt x="6037" y="10966"/>
                  </a:cubicBezTo>
                  <a:lnTo>
                    <a:pt x="6072" y="10966"/>
                  </a:lnTo>
                  <a:cubicBezTo>
                    <a:pt x="6156" y="10954"/>
                    <a:pt x="6215" y="10859"/>
                    <a:pt x="6191" y="10776"/>
                  </a:cubicBezTo>
                  <a:lnTo>
                    <a:pt x="5537" y="7525"/>
                  </a:lnTo>
                  <a:lnTo>
                    <a:pt x="6203" y="7525"/>
                  </a:lnTo>
                  <a:cubicBezTo>
                    <a:pt x="6382" y="7525"/>
                    <a:pt x="6537" y="7382"/>
                    <a:pt x="6537" y="7204"/>
                  </a:cubicBezTo>
                  <a:lnTo>
                    <a:pt x="6537" y="1513"/>
                  </a:lnTo>
                  <a:lnTo>
                    <a:pt x="6549" y="1513"/>
                  </a:lnTo>
                  <a:cubicBezTo>
                    <a:pt x="6727" y="1513"/>
                    <a:pt x="6870" y="1370"/>
                    <a:pt x="6870" y="1191"/>
                  </a:cubicBezTo>
                  <a:lnTo>
                    <a:pt x="6870" y="870"/>
                  </a:lnTo>
                  <a:cubicBezTo>
                    <a:pt x="6846" y="667"/>
                    <a:pt x="6692" y="524"/>
                    <a:pt x="6513" y="524"/>
                  </a:cubicBezTo>
                  <a:lnTo>
                    <a:pt x="3584" y="524"/>
                  </a:lnTo>
                  <a:lnTo>
                    <a:pt x="3584" y="167"/>
                  </a:lnTo>
                  <a:cubicBezTo>
                    <a:pt x="3584" y="72"/>
                    <a:pt x="3513" y="0"/>
                    <a:pt x="3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64"/>
            <p:cNvSpPr/>
            <p:nvPr/>
          </p:nvSpPr>
          <p:spPr>
            <a:xfrm>
              <a:off x="4091595" y="2517716"/>
              <a:ext cx="142524" cy="103503"/>
            </a:xfrm>
            <a:custGeom>
              <a:avLst/>
              <a:gdLst/>
              <a:ahLst/>
              <a:cxnLst/>
              <a:rect l="l" t="t" r="r" b="b"/>
              <a:pathLst>
                <a:path w="4478" h="3252" extrusionOk="0">
                  <a:moveTo>
                    <a:pt x="3430" y="1"/>
                  </a:moveTo>
                  <a:cubicBezTo>
                    <a:pt x="3347" y="1"/>
                    <a:pt x="3275" y="84"/>
                    <a:pt x="3275" y="168"/>
                  </a:cubicBezTo>
                  <a:cubicBezTo>
                    <a:pt x="3275" y="263"/>
                    <a:pt x="3347" y="334"/>
                    <a:pt x="3430" y="334"/>
                  </a:cubicBezTo>
                  <a:lnTo>
                    <a:pt x="3906" y="334"/>
                  </a:lnTo>
                  <a:lnTo>
                    <a:pt x="2335" y="1906"/>
                  </a:lnTo>
                  <a:lnTo>
                    <a:pt x="2323" y="1906"/>
                  </a:lnTo>
                  <a:lnTo>
                    <a:pt x="1965" y="1549"/>
                  </a:lnTo>
                  <a:cubicBezTo>
                    <a:pt x="1894" y="1483"/>
                    <a:pt x="1808" y="1450"/>
                    <a:pt x="1723" y="1450"/>
                  </a:cubicBezTo>
                  <a:cubicBezTo>
                    <a:pt x="1638" y="1450"/>
                    <a:pt x="1555" y="1483"/>
                    <a:pt x="1489" y="1549"/>
                  </a:cubicBezTo>
                  <a:lnTo>
                    <a:pt x="60" y="2977"/>
                  </a:lnTo>
                  <a:cubicBezTo>
                    <a:pt x="1" y="3037"/>
                    <a:pt x="1" y="3144"/>
                    <a:pt x="60" y="3204"/>
                  </a:cubicBezTo>
                  <a:cubicBezTo>
                    <a:pt x="84" y="3239"/>
                    <a:pt x="132" y="3251"/>
                    <a:pt x="180" y="3251"/>
                  </a:cubicBezTo>
                  <a:cubicBezTo>
                    <a:pt x="215" y="3251"/>
                    <a:pt x="263" y="3239"/>
                    <a:pt x="299" y="3204"/>
                  </a:cubicBezTo>
                  <a:lnTo>
                    <a:pt x="1727" y="1775"/>
                  </a:lnTo>
                  <a:lnTo>
                    <a:pt x="1739" y="1775"/>
                  </a:lnTo>
                  <a:lnTo>
                    <a:pt x="2096" y="2132"/>
                  </a:lnTo>
                  <a:cubicBezTo>
                    <a:pt x="2156" y="2192"/>
                    <a:pt x="2239" y="2239"/>
                    <a:pt x="2335" y="2239"/>
                  </a:cubicBezTo>
                  <a:cubicBezTo>
                    <a:pt x="2418" y="2239"/>
                    <a:pt x="2513" y="2203"/>
                    <a:pt x="2573" y="2132"/>
                  </a:cubicBezTo>
                  <a:lnTo>
                    <a:pt x="4144" y="560"/>
                  </a:lnTo>
                  <a:lnTo>
                    <a:pt x="4144" y="1037"/>
                  </a:lnTo>
                  <a:cubicBezTo>
                    <a:pt x="4144" y="1120"/>
                    <a:pt x="4228" y="1191"/>
                    <a:pt x="4311" y="1191"/>
                  </a:cubicBezTo>
                  <a:cubicBezTo>
                    <a:pt x="4406" y="1191"/>
                    <a:pt x="4478" y="1120"/>
                    <a:pt x="4478" y="1037"/>
                  </a:cubicBezTo>
                  <a:lnTo>
                    <a:pt x="4478" y="168"/>
                  </a:lnTo>
                  <a:cubicBezTo>
                    <a:pt x="4466" y="84"/>
                    <a:pt x="4382"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6" name="Google Shape;10476;p64"/>
          <p:cNvGrpSpPr/>
          <p:nvPr/>
        </p:nvGrpSpPr>
        <p:grpSpPr>
          <a:xfrm>
            <a:off x="2185128" y="2253299"/>
            <a:ext cx="382758" cy="356595"/>
            <a:chOff x="2185128" y="2427549"/>
            <a:chExt cx="382758" cy="356595"/>
          </a:xfrm>
        </p:grpSpPr>
        <p:sp>
          <p:nvSpPr>
            <p:cNvPr id="10477" name="Google Shape;10477;p64"/>
            <p:cNvSpPr/>
            <p:nvPr/>
          </p:nvSpPr>
          <p:spPr>
            <a:xfrm>
              <a:off x="2313584" y="2612467"/>
              <a:ext cx="119417" cy="103853"/>
            </a:xfrm>
            <a:custGeom>
              <a:avLst/>
              <a:gdLst/>
              <a:ahLst/>
              <a:cxnLst/>
              <a:rect l="l" t="t" r="r" b="b"/>
              <a:pathLst>
                <a:path w="3752" h="3263" extrusionOk="0">
                  <a:moveTo>
                    <a:pt x="1882" y="0"/>
                  </a:moveTo>
                  <a:cubicBezTo>
                    <a:pt x="1775" y="0"/>
                    <a:pt x="1692" y="96"/>
                    <a:pt x="1692" y="203"/>
                  </a:cubicBezTo>
                  <a:lnTo>
                    <a:pt x="1692" y="2013"/>
                  </a:lnTo>
                  <a:lnTo>
                    <a:pt x="120" y="2917"/>
                  </a:lnTo>
                  <a:cubicBezTo>
                    <a:pt x="37" y="2977"/>
                    <a:pt x="1" y="3084"/>
                    <a:pt x="48" y="3179"/>
                  </a:cubicBezTo>
                  <a:cubicBezTo>
                    <a:pt x="84" y="3239"/>
                    <a:pt x="156" y="3263"/>
                    <a:pt x="215" y="3263"/>
                  </a:cubicBezTo>
                  <a:cubicBezTo>
                    <a:pt x="239" y="3263"/>
                    <a:pt x="275" y="3251"/>
                    <a:pt x="298" y="3239"/>
                  </a:cubicBezTo>
                  <a:lnTo>
                    <a:pt x="1870" y="2322"/>
                  </a:lnTo>
                  <a:lnTo>
                    <a:pt x="3430" y="3239"/>
                  </a:lnTo>
                  <a:cubicBezTo>
                    <a:pt x="3454" y="3251"/>
                    <a:pt x="3489" y="3263"/>
                    <a:pt x="3513" y="3263"/>
                  </a:cubicBezTo>
                  <a:cubicBezTo>
                    <a:pt x="3573" y="3263"/>
                    <a:pt x="3656" y="3239"/>
                    <a:pt x="3680" y="3179"/>
                  </a:cubicBezTo>
                  <a:cubicBezTo>
                    <a:pt x="3751" y="3072"/>
                    <a:pt x="3727" y="2965"/>
                    <a:pt x="3632" y="2906"/>
                  </a:cubicBezTo>
                  <a:lnTo>
                    <a:pt x="2073" y="2001"/>
                  </a:lnTo>
                  <a:lnTo>
                    <a:pt x="2073" y="203"/>
                  </a:lnTo>
                  <a:cubicBezTo>
                    <a:pt x="2073" y="96"/>
                    <a:pt x="1989"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64"/>
            <p:cNvSpPr/>
            <p:nvPr/>
          </p:nvSpPr>
          <p:spPr>
            <a:xfrm>
              <a:off x="2311706" y="2427549"/>
              <a:ext cx="129633" cy="171327"/>
            </a:xfrm>
            <a:custGeom>
              <a:avLst/>
              <a:gdLst/>
              <a:ahLst/>
              <a:cxnLst/>
              <a:rect l="l" t="t" r="r" b="b"/>
              <a:pathLst>
                <a:path w="4073" h="5383" extrusionOk="0">
                  <a:moveTo>
                    <a:pt x="2084" y="369"/>
                  </a:moveTo>
                  <a:cubicBezTo>
                    <a:pt x="2584" y="369"/>
                    <a:pt x="2977" y="774"/>
                    <a:pt x="2977" y="1262"/>
                  </a:cubicBezTo>
                  <a:lnTo>
                    <a:pt x="2977" y="1381"/>
                  </a:lnTo>
                  <a:lnTo>
                    <a:pt x="2965" y="1381"/>
                  </a:lnTo>
                  <a:cubicBezTo>
                    <a:pt x="2703" y="1322"/>
                    <a:pt x="2620" y="965"/>
                    <a:pt x="2620" y="965"/>
                  </a:cubicBezTo>
                  <a:cubicBezTo>
                    <a:pt x="2608" y="893"/>
                    <a:pt x="2548" y="834"/>
                    <a:pt x="2477" y="810"/>
                  </a:cubicBezTo>
                  <a:cubicBezTo>
                    <a:pt x="2468" y="808"/>
                    <a:pt x="2458" y="807"/>
                    <a:pt x="2449" y="807"/>
                  </a:cubicBezTo>
                  <a:cubicBezTo>
                    <a:pt x="2385" y="807"/>
                    <a:pt x="2317" y="841"/>
                    <a:pt x="2286" y="893"/>
                  </a:cubicBezTo>
                  <a:cubicBezTo>
                    <a:pt x="1941" y="1369"/>
                    <a:pt x="1179" y="1369"/>
                    <a:pt x="1167" y="1369"/>
                  </a:cubicBezTo>
                  <a:cubicBezTo>
                    <a:pt x="1155" y="1369"/>
                    <a:pt x="1119" y="1369"/>
                    <a:pt x="1108" y="1381"/>
                  </a:cubicBezTo>
                  <a:lnTo>
                    <a:pt x="1108" y="1262"/>
                  </a:lnTo>
                  <a:cubicBezTo>
                    <a:pt x="1108" y="774"/>
                    <a:pt x="1512" y="369"/>
                    <a:pt x="2001" y="369"/>
                  </a:cubicBezTo>
                  <a:close/>
                  <a:moveTo>
                    <a:pt x="3132" y="1905"/>
                  </a:moveTo>
                  <a:cubicBezTo>
                    <a:pt x="3155" y="1929"/>
                    <a:pt x="3179" y="1953"/>
                    <a:pt x="3179" y="2000"/>
                  </a:cubicBezTo>
                  <a:cubicBezTo>
                    <a:pt x="3179" y="2048"/>
                    <a:pt x="3144" y="2096"/>
                    <a:pt x="3120" y="2119"/>
                  </a:cubicBezTo>
                  <a:lnTo>
                    <a:pt x="3120" y="1905"/>
                  </a:lnTo>
                  <a:close/>
                  <a:moveTo>
                    <a:pt x="977" y="1881"/>
                  </a:moveTo>
                  <a:lnTo>
                    <a:pt x="977" y="2143"/>
                  </a:lnTo>
                  <a:cubicBezTo>
                    <a:pt x="929" y="2108"/>
                    <a:pt x="893" y="2060"/>
                    <a:pt x="893" y="2000"/>
                  </a:cubicBezTo>
                  <a:cubicBezTo>
                    <a:pt x="893" y="1965"/>
                    <a:pt x="917" y="1929"/>
                    <a:pt x="941" y="1905"/>
                  </a:cubicBezTo>
                  <a:cubicBezTo>
                    <a:pt x="953" y="1905"/>
                    <a:pt x="953" y="1905"/>
                    <a:pt x="977" y="1881"/>
                  </a:cubicBezTo>
                  <a:close/>
                  <a:moveTo>
                    <a:pt x="2358" y="1346"/>
                  </a:moveTo>
                  <a:cubicBezTo>
                    <a:pt x="2429" y="1477"/>
                    <a:pt x="2548" y="1619"/>
                    <a:pt x="2715" y="1691"/>
                  </a:cubicBezTo>
                  <a:lnTo>
                    <a:pt x="2715" y="2227"/>
                  </a:lnTo>
                  <a:cubicBezTo>
                    <a:pt x="2739" y="2572"/>
                    <a:pt x="2465" y="2834"/>
                    <a:pt x="2132" y="2834"/>
                  </a:cubicBezTo>
                  <a:lnTo>
                    <a:pt x="1953" y="2834"/>
                  </a:lnTo>
                  <a:cubicBezTo>
                    <a:pt x="1631" y="2834"/>
                    <a:pt x="1346" y="2572"/>
                    <a:pt x="1346" y="2227"/>
                  </a:cubicBezTo>
                  <a:lnTo>
                    <a:pt x="1346" y="1738"/>
                  </a:lnTo>
                  <a:cubicBezTo>
                    <a:pt x="1596" y="1703"/>
                    <a:pt x="2024" y="1619"/>
                    <a:pt x="2358" y="1346"/>
                  </a:cubicBezTo>
                  <a:close/>
                  <a:moveTo>
                    <a:pt x="2262" y="3215"/>
                  </a:moveTo>
                  <a:lnTo>
                    <a:pt x="2262" y="3310"/>
                  </a:lnTo>
                  <a:lnTo>
                    <a:pt x="2251" y="3310"/>
                  </a:lnTo>
                  <a:lnTo>
                    <a:pt x="2048" y="3536"/>
                  </a:lnTo>
                  <a:lnTo>
                    <a:pt x="1846" y="3346"/>
                  </a:lnTo>
                  <a:lnTo>
                    <a:pt x="1846" y="3215"/>
                  </a:lnTo>
                  <a:close/>
                  <a:moveTo>
                    <a:pt x="2001" y="0"/>
                  </a:moveTo>
                  <a:cubicBezTo>
                    <a:pt x="1298" y="0"/>
                    <a:pt x="727" y="560"/>
                    <a:pt x="727" y="1262"/>
                  </a:cubicBezTo>
                  <a:lnTo>
                    <a:pt x="727" y="1584"/>
                  </a:lnTo>
                  <a:cubicBezTo>
                    <a:pt x="608" y="1691"/>
                    <a:pt x="536" y="1846"/>
                    <a:pt x="536" y="2000"/>
                  </a:cubicBezTo>
                  <a:cubicBezTo>
                    <a:pt x="536" y="2286"/>
                    <a:pt x="762" y="2524"/>
                    <a:pt x="1024" y="2536"/>
                  </a:cubicBezTo>
                  <a:cubicBezTo>
                    <a:pt x="1108" y="2762"/>
                    <a:pt x="1262" y="2953"/>
                    <a:pt x="1465" y="3072"/>
                  </a:cubicBezTo>
                  <a:lnTo>
                    <a:pt x="1465" y="3179"/>
                  </a:lnTo>
                  <a:lnTo>
                    <a:pt x="691" y="3477"/>
                  </a:lnTo>
                  <a:cubicBezTo>
                    <a:pt x="608" y="3512"/>
                    <a:pt x="0" y="3751"/>
                    <a:pt x="0" y="4525"/>
                  </a:cubicBezTo>
                  <a:lnTo>
                    <a:pt x="0" y="5191"/>
                  </a:lnTo>
                  <a:cubicBezTo>
                    <a:pt x="0" y="5298"/>
                    <a:pt x="96" y="5382"/>
                    <a:pt x="191" y="5382"/>
                  </a:cubicBezTo>
                  <a:lnTo>
                    <a:pt x="667" y="5382"/>
                  </a:lnTo>
                  <a:cubicBezTo>
                    <a:pt x="774" y="5382"/>
                    <a:pt x="869" y="5298"/>
                    <a:pt x="869" y="5191"/>
                  </a:cubicBezTo>
                  <a:cubicBezTo>
                    <a:pt x="869" y="5084"/>
                    <a:pt x="774" y="5001"/>
                    <a:pt x="667" y="5001"/>
                  </a:cubicBezTo>
                  <a:lnTo>
                    <a:pt x="369" y="5001"/>
                  </a:lnTo>
                  <a:lnTo>
                    <a:pt x="369" y="4501"/>
                  </a:lnTo>
                  <a:cubicBezTo>
                    <a:pt x="369" y="3989"/>
                    <a:pt x="786" y="3834"/>
                    <a:pt x="810" y="3822"/>
                  </a:cubicBezTo>
                  <a:lnTo>
                    <a:pt x="822" y="3822"/>
                  </a:lnTo>
                  <a:lnTo>
                    <a:pt x="1536" y="3536"/>
                  </a:lnTo>
                  <a:lnTo>
                    <a:pt x="1905" y="3905"/>
                  </a:lnTo>
                  <a:cubicBezTo>
                    <a:pt x="1941" y="3941"/>
                    <a:pt x="2001" y="3965"/>
                    <a:pt x="2036" y="3965"/>
                  </a:cubicBezTo>
                  <a:cubicBezTo>
                    <a:pt x="2084" y="3965"/>
                    <a:pt x="2143" y="3953"/>
                    <a:pt x="2179" y="3905"/>
                  </a:cubicBezTo>
                  <a:lnTo>
                    <a:pt x="2536" y="3536"/>
                  </a:lnTo>
                  <a:lnTo>
                    <a:pt x="3251" y="3822"/>
                  </a:lnTo>
                  <a:lnTo>
                    <a:pt x="3263" y="3822"/>
                  </a:lnTo>
                  <a:cubicBezTo>
                    <a:pt x="3275" y="3822"/>
                    <a:pt x="3691" y="3989"/>
                    <a:pt x="3691" y="4501"/>
                  </a:cubicBezTo>
                  <a:lnTo>
                    <a:pt x="3691" y="5001"/>
                  </a:lnTo>
                  <a:lnTo>
                    <a:pt x="1310" y="5001"/>
                  </a:lnTo>
                  <a:cubicBezTo>
                    <a:pt x="1203" y="5001"/>
                    <a:pt x="1119" y="5084"/>
                    <a:pt x="1119" y="5191"/>
                  </a:cubicBezTo>
                  <a:cubicBezTo>
                    <a:pt x="1119" y="5298"/>
                    <a:pt x="1203" y="5382"/>
                    <a:pt x="1310" y="5382"/>
                  </a:cubicBezTo>
                  <a:lnTo>
                    <a:pt x="3882" y="5382"/>
                  </a:lnTo>
                  <a:cubicBezTo>
                    <a:pt x="3888" y="5383"/>
                    <a:pt x="3894" y="5383"/>
                    <a:pt x="3900" y="5383"/>
                  </a:cubicBezTo>
                  <a:cubicBezTo>
                    <a:pt x="3989" y="5383"/>
                    <a:pt x="4072" y="5303"/>
                    <a:pt x="4072" y="5203"/>
                  </a:cubicBezTo>
                  <a:lnTo>
                    <a:pt x="4072" y="4536"/>
                  </a:lnTo>
                  <a:cubicBezTo>
                    <a:pt x="4072" y="3763"/>
                    <a:pt x="3477" y="3524"/>
                    <a:pt x="3382" y="3489"/>
                  </a:cubicBezTo>
                  <a:lnTo>
                    <a:pt x="2620" y="3191"/>
                  </a:lnTo>
                  <a:lnTo>
                    <a:pt x="2620" y="3096"/>
                  </a:lnTo>
                  <a:cubicBezTo>
                    <a:pt x="2834" y="2977"/>
                    <a:pt x="2977" y="2774"/>
                    <a:pt x="3048" y="2536"/>
                  </a:cubicBezTo>
                  <a:cubicBezTo>
                    <a:pt x="3322" y="2524"/>
                    <a:pt x="3548" y="2286"/>
                    <a:pt x="3548" y="2000"/>
                  </a:cubicBezTo>
                  <a:cubicBezTo>
                    <a:pt x="3548" y="1846"/>
                    <a:pt x="3465" y="1691"/>
                    <a:pt x="3346" y="1584"/>
                  </a:cubicBezTo>
                  <a:lnTo>
                    <a:pt x="3346" y="1262"/>
                  </a:lnTo>
                  <a:cubicBezTo>
                    <a:pt x="3346" y="560"/>
                    <a:pt x="2786"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9" name="Google Shape;10479;p64"/>
            <p:cNvSpPr/>
            <p:nvPr/>
          </p:nvSpPr>
          <p:spPr>
            <a:xfrm>
              <a:off x="2438252" y="2611703"/>
              <a:ext cx="129633" cy="172441"/>
            </a:xfrm>
            <a:custGeom>
              <a:avLst/>
              <a:gdLst/>
              <a:ahLst/>
              <a:cxnLst/>
              <a:rect l="l" t="t" r="r" b="b"/>
              <a:pathLst>
                <a:path w="4073" h="5418" extrusionOk="0">
                  <a:moveTo>
                    <a:pt x="2085" y="370"/>
                  </a:moveTo>
                  <a:cubicBezTo>
                    <a:pt x="2573" y="370"/>
                    <a:pt x="2978" y="774"/>
                    <a:pt x="2978" y="1263"/>
                  </a:cubicBezTo>
                  <a:lnTo>
                    <a:pt x="2978" y="1382"/>
                  </a:lnTo>
                  <a:lnTo>
                    <a:pt x="2966" y="1382"/>
                  </a:lnTo>
                  <a:cubicBezTo>
                    <a:pt x="2692" y="1322"/>
                    <a:pt x="2620" y="965"/>
                    <a:pt x="2620" y="965"/>
                  </a:cubicBezTo>
                  <a:cubicBezTo>
                    <a:pt x="2608" y="894"/>
                    <a:pt x="2549" y="834"/>
                    <a:pt x="2466" y="822"/>
                  </a:cubicBezTo>
                  <a:cubicBezTo>
                    <a:pt x="2450" y="817"/>
                    <a:pt x="2435" y="815"/>
                    <a:pt x="2420" y="815"/>
                  </a:cubicBezTo>
                  <a:cubicBezTo>
                    <a:pt x="2365" y="815"/>
                    <a:pt x="2313" y="847"/>
                    <a:pt x="2275" y="894"/>
                  </a:cubicBezTo>
                  <a:cubicBezTo>
                    <a:pt x="1942" y="1370"/>
                    <a:pt x="1180" y="1382"/>
                    <a:pt x="1168" y="1382"/>
                  </a:cubicBezTo>
                  <a:lnTo>
                    <a:pt x="1096" y="1382"/>
                  </a:lnTo>
                  <a:lnTo>
                    <a:pt x="1096" y="1263"/>
                  </a:lnTo>
                  <a:cubicBezTo>
                    <a:pt x="1096" y="774"/>
                    <a:pt x="1501" y="370"/>
                    <a:pt x="1989" y="370"/>
                  </a:cubicBezTo>
                  <a:close/>
                  <a:moveTo>
                    <a:pt x="3132" y="1906"/>
                  </a:moveTo>
                  <a:cubicBezTo>
                    <a:pt x="3156" y="1929"/>
                    <a:pt x="3168" y="1965"/>
                    <a:pt x="3168" y="2013"/>
                  </a:cubicBezTo>
                  <a:cubicBezTo>
                    <a:pt x="3168" y="2048"/>
                    <a:pt x="3144" y="2096"/>
                    <a:pt x="3109" y="2132"/>
                  </a:cubicBezTo>
                  <a:lnTo>
                    <a:pt x="3109" y="1906"/>
                  </a:lnTo>
                  <a:close/>
                  <a:moveTo>
                    <a:pt x="965" y="1894"/>
                  </a:moveTo>
                  <a:lnTo>
                    <a:pt x="965" y="2144"/>
                  </a:lnTo>
                  <a:cubicBezTo>
                    <a:pt x="930" y="2108"/>
                    <a:pt x="894" y="2072"/>
                    <a:pt x="894" y="2013"/>
                  </a:cubicBezTo>
                  <a:cubicBezTo>
                    <a:pt x="894" y="1965"/>
                    <a:pt x="906" y="1929"/>
                    <a:pt x="942" y="1906"/>
                  </a:cubicBezTo>
                  <a:cubicBezTo>
                    <a:pt x="953" y="1906"/>
                    <a:pt x="953" y="1906"/>
                    <a:pt x="965" y="1894"/>
                  </a:cubicBezTo>
                  <a:close/>
                  <a:moveTo>
                    <a:pt x="2347" y="1358"/>
                  </a:moveTo>
                  <a:cubicBezTo>
                    <a:pt x="2430" y="1489"/>
                    <a:pt x="2549" y="1620"/>
                    <a:pt x="2704" y="1691"/>
                  </a:cubicBezTo>
                  <a:lnTo>
                    <a:pt x="2704" y="2227"/>
                  </a:lnTo>
                  <a:cubicBezTo>
                    <a:pt x="2739" y="2572"/>
                    <a:pt x="2454" y="2846"/>
                    <a:pt x="2132" y="2846"/>
                  </a:cubicBezTo>
                  <a:lnTo>
                    <a:pt x="1954" y="2846"/>
                  </a:lnTo>
                  <a:cubicBezTo>
                    <a:pt x="1620" y="2846"/>
                    <a:pt x="1334" y="2572"/>
                    <a:pt x="1334" y="2227"/>
                  </a:cubicBezTo>
                  <a:lnTo>
                    <a:pt x="1334" y="1739"/>
                  </a:lnTo>
                  <a:cubicBezTo>
                    <a:pt x="1596" y="1715"/>
                    <a:pt x="2025" y="1620"/>
                    <a:pt x="2347" y="1358"/>
                  </a:cubicBezTo>
                  <a:close/>
                  <a:moveTo>
                    <a:pt x="2263" y="3215"/>
                  </a:moveTo>
                  <a:lnTo>
                    <a:pt x="2251" y="3322"/>
                  </a:lnTo>
                  <a:lnTo>
                    <a:pt x="2037" y="3537"/>
                  </a:lnTo>
                  <a:lnTo>
                    <a:pt x="1846" y="3346"/>
                  </a:lnTo>
                  <a:lnTo>
                    <a:pt x="1846" y="3215"/>
                  </a:lnTo>
                  <a:close/>
                  <a:moveTo>
                    <a:pt x="1989" y="1"/>
                  </a:moveTo>
                  <a:cubicBezTo>
                    <a:pt x="1299" y="1"/>
                    <a:pt x="727" y="560"/>
                    <a:pt x="727" y="1263"/>
                  </a:cubicBezTo>
                  <a:lnTo>
                    <a:pt x="727" y="1596"/>
                  </a:lnTo>
                  <a:cubicBezTo>
                    <a:pt x="608" y="1691"/>
                    <a:pt x="537" y="1846"/>
                    <a:pt x="537" y="2013"/>
                  </a:cubicBezTo>
                  <a:cubicBezTo>
                    <a:pt x="537" y="2287"/>
                    <a:pt x="763" y="2525"/>
                    <a:pt x="1025" y="2549"/>
                  </a:cubicBezTo>
                  <a:cubicBezTo>
                    <a:pt x="1096" y="2763"/>
                    <a:pt x="1263" y="2965"/>
                    <a:pt x="1454" y="3084"/>
                  </a:cubicBezTo>
                  <a:lnTo>
                    <a:pt x="1454" y="3180"/>
                  </a:lnTo>
                  <a:lnTo>
                    <a:pt x="680" y="3477"/>
                  </a:lnTo>
                  <a:cubicBezTo>
                    <a:pt x="608" y="3513"/>
                    <a:pt x="1" y="3751"/>
                    <a:pt x="1" y="4525"/>
                  </a:cubicBezTo>
                  <a:lnTo>
                    <a:pt x="1" y="5192"/>
                  </a:lnTo>
                  <a:cubicBezTo>
                    <a:pt x="1" y="5299"/>
                    <a:pt x="84" y="5382"/>
                    <a:pt x="191" y="5382"/>
                  </a:cubicBezTo>
                  <a:lnTo>
                    <a:pt x="668" y="5382"/>
                  </a:lnTo>
                  <a:cubicBezTo>
                    <a:pt x="775" y="5382"/>
                    <a:pt x="858" y="5299"/>
                    <a:pt x="858" y="5192"/>
                  </a:cubicBezTo>
                  <a:cubicBezTo>
                    <a:pt x="858" y="5085"/>
                    <a:pt x="775" y="5001"/>
                    <a:pt x="668" y="5001"/>
                  </a:cubicBezTo>
                  <a:lnTo>
                    <a:pt x="370" y="5001"/>
                  </a:lnTo>
                  <a:lnTo>
                    <a:pt x="370" y="4537"/>
                  </a:lnTo>
                  <a:cubicBezTo>
                    <a:pt x="370" y="4013"/>
                    <a:pt x="787" y="3870"/>
                    <a:pt x="799" y="3858"/>
                  </a:cubicBezTo>
                  <a:lnTo>
                    <a:pt x="823" y="3858"/>
                  </a:lnTo>
                  <a:lnTo>
                    <a:pt x="1537" y="3572"/>
                  </a:lnTo>
                  <a:lnTo>
                    <a:pt x="1906" y="3942"/>
                  </a:lnTo>
                  <a:cubicBezTo>
                    <a:pt x="1930" y="3977"/>
                    <a:pt x="1989" y="4001"/>
                    <a:pt x="2037" y="4001"/>
                  </a:cubicBezTo>
                  <a:cubicBezTo>
                    <a:pt x="2085" y="4001"/>
                    <a:pt x="2144" y="3989"/>
                    <a:pt x="2168" y="3942"/>
                  </a:cubicBezTo>
                  <a:lnTo>
                    <a:pt x="2525" y="3572"/>
                  </a:lnTo>
                  <a:lnTo>
                    <a:pt x="3239" y="3858"/>
                  </a:lnTo>
                  <a:lnTo>
                    <a:pt x="3263" y="3858"/>
                  </a:lnTo>
                  <a:cubicBezTo>
                    <a:pt x="3275" y="3858"/>
                    <a:pt x="3692" y="4013"/>
                    <a:pt x="3692" y="4537"/>
                  </a:cubicBezTo>
                  <a:lnTo>
                    <a:pt x="3692" y="5025"/>
                  </a:lnTo>
                  <a:lnTo>
                    <a:pt x="1311" y="5025"/>
                  </a:lnTo>
                  <a:cubicBezTo>
                    <a:pt x="1204" y="5025"/>
                    <a:pt x="1120" y="5120"/>
                    <a:pt x="1120" y="5215"/>
                  </a:cubicBezTo>
                  <a:cubicBezTo>
                    <a:pt x="1120" y="5323"/>
                    <a:pt x="1204" y="5418"/>
                    <a:pt x="1311" y="5418"/>
                  </a:cubicBezTo>
                  <a:lnTo>
                    <a:pt x="3882" y="5418"/>
                  </a:lnTo>
                  <a:cubicBezTo>
                    <a:pt x="3990" y="5418"/>
                    <a:pt x="4073" y="5323"/>
                    <a:pt x="4073" y="5215"/>
                  </a:cubicBezTo>
                  <a:lnTo>
                    <a:pt x="4073" y="4537"/>
                  </a:lnTo>
                  <a:cubicBezTo>
                    <a:pt x="4061" y="3763"/>
                    <a:pt x="3454" y="3525"/>
                    <a:pt x="3382" y="3501"/>
                  </a:cubicBezTo>
                  <a:lnTo>
                    <a:pt x="2620" y="3203"/>
                  </a:lnTo>
                  <a:lnTo>
                    <a:pt x="2620" y="3096"/>
                  </a:lnTo>
                  <a:cubicBezTo>
                    <a:pt x="2823" y="2977"/>
                    <a:pt x="2978" y="2787"/>
                    <a:pt x="3049" y="2560"/>
                  </a:cubicBezTo>
                  <a:cubicBezTo>
                    <a:pt x="3323" y="2549"/>
                    <a:pt x="3537" y="2310"/>
                    <a:pt x="3537" y="2025"/>
                  </a:cubicBezTo>
                  <a:cubicBezTo>
                    <a:pt x="3537" y="1858"/>
                    <a:pt x="3466" y="1703"/>
                    <a:pt x="3347" y="1608"/>
                  </a:cubicBezTo>
                  <a:lnTo>
                    <a:pt x="3347" y="1263"/>
                  </a:lnTo>
                  <a:cubicBezTo>
                    <a:pt x="3347" y="560"/>
                    <a:pt x="2787" y="1"/>
                    <a:pt x="2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64"/>
            <p:cNvSpPr/>
            <p:nvPr/>
          </p:nvSpPr>
          <p:spPr>
            <a:xfrm>
              <a:off x="2185128" y="2611703"/>
              <a:ext cx="130015" cy="172441"/>
            </a:xfrm>
            <a:custGeom>
              <a:avLst/>
              <a:gdLst/>
              <a:ahLst/>
              <a:cxnLst/>
              <a:rect l="l" t="t" r="r" b="b"/>
              <a:pathLst>
                <a:path w="4085" h="5418" extrusionOk="0">
                  <a:moveTo>
                    <a:pt x="2084" y="370"/>
                  </a:moveTo>
                  <a:cubicBezTo>
                    <a:pt x="2584" y="370"/>
                    <a:pt x="2977" y="774"/>
                    <a:pt x="2977" y="1263"/>
                  </a:cubicBezTo>
                  <a:lnTo>
                    <a:pt x="2977" y="1382"/>
                  </a:lnTo>
                  <a:lnTo>
                    <a:pt x="2965" y="1382"/>
                  </a:lnTo>
                  <a:cubicBezTo>
                    <a:pt x="2703" y="1322"/>
                    <a:pt x="2620" y="965"/>
                    <a:pt x="2620" y="965"/>
                  </a:cubicBezTo>
                  <a:cubicBezTo>
                    <a:pt x="2608" y="894"/>
                    <a:pt x="2549" y="834"/>
                    <a:pt x="2477" y="822"/>
                  </a:cubicBezTo>
                  <a:cubicBezTo>
                    <a:pt x="2462" y="817"/>
                    <a:pt x="2446" y="815"/>
                    <a:pt x="2430" y="815"/>
                  </a:cubicBezTo>
                  <a:cubicBezTo>
                    <a:pt x="2372" y="815"/>
                    <a:pt x="2315" y="847"/>
                    <a:pt x="2287" y="894"/>
                  </a:cubicBezTo>
                  <a:cubicBezTo>
                    <a:pt x="1941" y="1370"/>
                    <a:pt x="1179" y="1382"/>
                    <a:pt x="1167" y="1382"/>
                  </a:cubicBezTo>
                  <a:lnTo>
                    <a:pt x="1108" y="1382"/>
                  </a:lnTo>
                  <a:lnTo>
                    <a:pt x="1108" y="1263"/>
                  </a:lnTo>
                  <a:cubicBezTo>
                    <a:pt x="1108" y="774"/>
                    <a:pt x="1513" y="370"/>
                    <a:pt x="2001" y="370"/>
                  </a:cubicBezTo>
                  <a:close/>
                  <a:moveTo>
                    <a:pt x="3132" y="1906"/>
                  </a:moveTo>
                  <a:cubicBezTo>
                    <a:pt x="3168" y="1929"/>
                    <a:pt x="3180" y="1965"/>
                    <a:pt x="3180" y="2013"/>
                  </a:cubicBezTo>
                  <a:cubicBezTo>
                    <a:pt x="3180" y="2048"/>
                    <a:pt x="3144" y="2096"/>
                    <a:pt x="3120" y="2132"/>
                  </a:cubicBezTo>
                  <a:lnTo>
                    <a:pt x="3120" y="1906"/>
                  </a:lnTo>
                  <a:close/>
                  <a:moveTo>
                    <a:pt x="977" y="1894"/>
                  </a:moveTo>
                  <a:lnTo>
                    <a:pt x="977" y="2144"/>
                  </a:lnTo>
                  <a:cubicBezTo>
                    <a:pt x="929" y="2108"/>
                    <a:pt x="905" y="2072"/>
                    <a:pt x="905" y="2013"/>
                  </a:cubicBezTo>
                  <a:cubicBezTo>
                    <a:pt x="905" y="1965"/>
                    <a:pt x="917" y="1929"/>
                    <a:pt x="941" y="1906"/>
                  </a:cubicBezTo>
                  <a:cubicBezTo>
                    <a:pt x="965" y="1906"/>
                    <a:pt x="965" y="1906"/>
                    <a:pt x="977" y="1894"/>
                  </a:cubicBezTo>
                  <a:close/>
                  <a:moveTo>
                    <a:pt x="2358" y="1358"/>
                  </a:moveTo>
                  <a:cubicBezTo>
                    <a:pt x="2429" y="1489"/>
                    <a:pt x="2549" y="1620"/>
                    <a:pt x="2715" y="1691"/>
                  </a:cubicBezTo>
                  <a:lnTo>
                    <a:pt x="2715" y="2227"/>
                  </a:lnTo>
                  <a:cubicBezTo>
                    <a:pt x="2727" y="2572"/>
                    <a:pt x="2465" y="2846"/>
                    <a:pt x="2132" y="2846"/>
                  </a:cubicBezTo>
                  <a:lnTo>
                    <a:pt x="1953" y="2846"/>
                  </a:lnTo>
                  <a:cubicBezTo>
                    <a:pt x="1632" y="2846"/>
                    <a:pt x="1346" y="2572"/>
                    <a:pt x="1346" y="2227"/>
                  </a:cubicBezTo>
                  <a:lnTo>
                    <a:pt x="1346" y="1739"/>
                  </a:lnTo>
                  <a:cubicBezTo>
                    <a:pt x="1596" y="1715"/>
                    <a:pt x="2037" y="1620"/>
                    <a:pt x="2358" y="1358"/>
                  </a:cubicBezTo>
                  <a:close/>
                  <a:moveTo>
                    <a:pt x="2275" y="3215"/>
                  </a:moveTo>
                  <a:lnTo>
                    <a:pt x="2251" y="3322"/>
                  </a:lnTo>
                  <a:lnTo>
                    <a:pt x="2048" y="3537"/>
                  </a:lnTo>
                  <a:lnTo>
                    <a:pt x="1858" y="3346"/>
                  </a:lnTo>
                  <a:lnTo>
                    <a:pt x="1858" y="3215"/>
                  </a:lnTo>
                  <a:close/>
                  <a:moveTo>
                    <a:pt x="2001" y="1"/>
                  </a:moveTo>
                  <a:cubicBezTo>
                    <a:pt x="1298" y="1"/>
                    <a:pt x="739" y="560"/>
                    <a:pt x="739" y="1263"/>
                  </a:cubicBezTo>
                  <a:lnTo>
                    <a:pt x="739" y="1596"/>
                  </a:lnTo>
                  <a:cubicBezTo>
                    <a:pt x="620" y="1691"/>
                    <a:pt x="536" y="1846"/>
                    <a:pt x="536" y="2013"/>
                  </a:cubicBezTo>
                  <a:cubicBezTo>
                    <a:pt x="536" y="2287"/>
                    <a:pt x="763" y="2525"/>
                    <a:pt x="1036" y="2549"/>
                  </a:cubicBezTo>
                  <a:cubicBezTo>
                    <a:pt x="1108" y="2763"/>
                    <a:pt x="1275" y="2965"/>
                    <a:pt x="1465" y="3084"/>
                  </a:cubicBezTo>
                  <a:lnTo>
                    <a:pt x="1465" y="3180"/>
                  </a:lnTo>
                  <a:lnTo>
                    <a:pt x="691" y="3477"/>
                  </a:lnTo>
                  <a:cubicBezTo>
                    <a:pt x="620" y="3513"/>
                    <a:pt x="1" y="3751"/>
                    <a:pt x="1" y="4525"/>
                  </a:cubicBezTo>
                  <a:lnTo>
                    <a:pt x="1" y="5192"/>
                  </a:lnTo>
                  <a:cubicBezTo>
                    <a:pt x="1" y="5299"/>
                    <a:pt x="96" y="5382"/>
                    <a:pt x="203" y="5382"/>
                  </a:cubicBezTo>
                  <a:lnTo>
                    <a:pt x="679" y="5382"/>
                  </a:lnTo>
                  <a:cubicBezTo>
                    <a:pt x="775" y="5382"/>
                    <a:pt x="870" y="5299"/>
                    <a:pt x="870" y="5192"/>
                  </a:cubicBezTo>
                  <a:cubicBezTo>
                    <a:pt x="870" y="5085"/>
                    <a:pt x="775" y="5001"/>
                    <a:pt x="679" y="5001"/>
                  </a:cubicBezTo>
                  <a:lnTo>
                    <a:pt x="382" y="5001"/>
                  </a:lnTo>
                  <a:lnTo>
                    <a:pt x="382" y="4537"/>
                  </a:lnTo>
                  <a:cubicBezTo>
                    <a:pt x="382" y="4013"/>
                    <a:pt x="798" y="3870"/>
                    <a:pt x="810" y="3858"/>
                  </a:cubicBezTo>
                  <a:lnTo>
                    <a:pt x="822" y="3858"/>
                  </a:lnTo>
                  <a:lnTo>
                    <a:pt x="1537" y="3572"/>
                  </a:lnTo>
                  <a:lnTo>
                    <a:pt x="1906" y="3942"/>
                  </a:lnTo>
                  <a:cubicBezTo>
                    <a:pt x="1941" y="3977"/>
                    <a:pt x="2001" y="4001"/>
                    <a:pt x="2048" y="4001"/>
                  </a:cubicBezTo>
                  <a:cubicBezTo>
                    <a:pt x="2084" y="4001"/>
                    <a:pt x="2144" y="3989"/>
                    <a:pt x="2179" y="3942"/>
                  </a:cubicBezTo>
                  <a:lnTo>
                    <a:pt x="2537" y="3572"/>
                  </a:lnTo>
                  <a:lnTo>
                    <a:pt x="3251" y="3858"/>
                  </a:lnTo>
                  <a:lnTo>
                    <a:pt x="3263" y="3858"/>
                  </a:lnTo>
                  <a:cubicBezTo>
                    <a:pt x="3275" y="3858"/>
                    <a:pt x="3692" y="4013"/>
                    <a:pt x="3692" y="4537"/>
                  </a:cubicBezTo>
                  <a:lnTo>
                    <a:pt x="3692" y="5025"/>
                  </a:lnTo>
                  <a:lnTo>
                    <a:pt x="1310" y="5025"/>
                  </a:lnTo>
                  <a:cubicBezTo>
                    <a:pt x="1215" y="5025"/>
                    <a:pt x="1120" y="5120"/>
                    <a:pt x="1120" y="5215"/>
                  </a:cubicBezTo>
                  <a:cubicBezTo>
                    <a:pt x="1120" y="5323"/>
                    <a:pt x="1215" y="5418"/>
                    <a:pt x="1310" y="5418"/>
                  </a:cubicBezTo>
                  <a:lnTo>
                    <a:pt x="3894" y="5418"/>
                  </a:lnTo>
                  <a:cubicBezTo>
                    <a:pt x="3989" y="5418"/>
                    <a:pt x="4084" y="5323"/>
                    <a:pt x="4084" y="5215"/>
                  </a:cubicBezTo>
                  <a:lnTo>
                    <a:pt x="4084" y="4537"/>
                  </a:lnTo>
                  <a:cubicBezTo>
                    <a:pt x="4061" y="3763"/>
                    <a:pt x="3465" y="3525"/>
                    <a:pt x="3382" y="3501"/>
                  </a:cubicBezTo>
                  <a:lnTo>
                    <a:pt x="2632" y="3203"/>
                  </a:lnTo>
                  <a:lnTo>
                    <a:pt x="2632" y="3096"/>
                  </a:lnTo>
                  <a:cubicBezTo>
                    <a:pt x="2834" y="2977"/>
                    <a:pt x="2977" y="2787"/>
                    <a:pt x="3061" y="2560"/>
                  </a:cubicBezTo>
                  <a:cubicBezTo>
                    <a:pt x="3322" y="2549"/>
                    <a:pt x="3549" y="2310"/>
                    <a:pt x="3549" y="2025"/>
                  </a:cubicBezTo>
                  <a:cubicBezTo>
                    <a:pt x="3549" y="1858"/>
                    <a:pt x="3477" y="1703"/>
                    <a:pt x="3358" y="1608"/>
                  </a:cubicBezTo>
                  <a:lnTo>
                    <a:pt x="3358" y="1263"/>
                  </a:lnTo>
                  <a:cubicBezTo>
                    <a:pt x="3358" y="560"/>
                    <a:pt x="278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1" name="Google Shape;10481;p64"/>
          <p:cNvGrpSpPr/>
          <p:nvPr/>
        </p:nvGrpSpPr>
        <p:grpSpPr>
          <a:xfrm>
            <a:off x="3539102" y="2253299"/>
            <a:ext cx="355099" cy="355481"/>
            <a:chOff x="3539102" y="2427549"/>
            <a:chExt cx="355099" cy="355481"/>
          </a:xfrm>
        </p:grpSpPr>
        <p:sp>
          <p:nvSpPr>
            <p:cNvPr id="10482" name="Google Shape;10482;p64"/>
            <p:cNvSpPr/>
            <p:nvPr/>
          </p:nvSpPr>
          <p:spPr>
            <a:xfrm>
              <a:off x="3539102" y="2561320"/>
              <a:ext cx="355099" cy="221710"/>
            </a:xfrm>
            <a:custGeom>
              <a:avLst/>
              <a:gdLst/>
              <a:ahLst/>
              <a:cxnLst/>
              <a:rect l="l" t="t" r="r" b="b"/>
              <a:pathLst>
                <a:path w="11157" h="6966" extrusionOk="0">
                  <a:moveTo>
                    <a:pt x="2953" y="3131"/>
                  </a:moveTo>
                  <a:lnTo>
                    <a:pt x="2953" y="6644"/>
                  </a:lnTo>
                  <a:lnTo>
                    <a:pt x="1537" y="6644"/>
                  </a:lnTo>
                  <a:lnTo>
                    <a:pt x="1537" y="3131"/>
                  </a:lnTo>
                  <a:close/>
                  <a:moveTo>
                    <a:pt x="6263" y="2250"/>
                  </a:moveTo>
                  <a:lnTo>
                    <a:pt x="6263" y="6644"/>
                  </a:lnTo>
                  <a:lnTo>
                    <a:pt x="4858" y="6644"/>
                  </a:lnTo>
                  <a:lnTo>
                    <a:pt x="4858" y="2250"/>
                  </a:lnTo>
                  <a:close/>
                  <a:moveTo>
                    <a:pt x="9585" y="333"/>
                  </a:moveTo>
                  <a:lnTo>
                    <a:pt x="9585" y="6644"/>
                  </a:lnTo>
                  <a:lnTo>
                    <a:pt x="8168" y="6644"/>
                  </a:lnTo>
                  <a:lnTo>
                    <a:pt x="8168" y="333"/>
                  </a:lnTo>
                  <a:close/>
                  <a:moveTo>
                    <a:pt x="8025" y="0"/>
                  </a:moveTo>
                  <a:cubicBezTo>
                    <a:pt x="7930" y="0"/>
                    <a:pt x="7859" y="83"/>
                    <a:pt x="7859" y="167"/>
                  </a:cubicBezTo>
                  <a:lnTo>
                    <a:pt x="7859" y="6644"/>
                  </a:lnTo>
                  <a:lnTo>
                    <a:pt x="6609" y="6644"/>
                  </a:lnTo>
                  <a:lnTo>
                    <a:pt x="6609" y="2084"/>
                  </a:lnTo>
                  <a:cubicBezTo>
                    <a:pt x="6609" y="2000"/>
                    <a:pt x="6537" y="1917"/>
                    <a:pt x="6442" y="1917"/>
                  </a:cubicBezTo>
                  <a:lnTo>
                    <a:pt x="4704" y="1917"/>
                  </a:lnTo>
                  <a:cubicBezTo>
                    <a:pt x="4608" y="1917"/>
                    <a:pt x="4537" y="2000"/>
                    <a:pt x="4537" y="2084"/>
                  </a:cubicBezTo>
                  <a:lnTo>
                    <a:pt x="4537" y="6644"/>
                  </a:lnTo>
                  <a:lnTo>
                    <a:pt x="3287" y="6644"/>
                  </a:lnTo>
                  <a:lnTo>
                    <a:pt x="3287" y="2965"/>
                  </a:lnTo>
                  <a:cubicBezTo>
                    <a:pt x="3287" y="2881"/>
                    <a:pt x="3215" y="2798"/>
                    <a:pt x="3120" y="2798"/>
                  </a:cubicBezTo>
                  <a:lnTo>
                    <a:pt x="1382" y="2798"/>
                  </a:lnTo>
                  <a:cubicBezTo>
                    <a:pt x="1298" y="2798"/>
                    <a:pt x="1215" y="2881"/>
                    <a:pt x="1215" y="2965"/>
                  </a:cubicBezTo>
                  <a:lnTo>
                    <a:pt x="1215" y="6644"/>
                  </a:lnTo>
                  <a:lnTo>
                    <a:pt x="167" y="6644"/>
                  </a:lnTo>
                  <a:cubicBezTo>
                    <a:pt x="72" y="6644"/>
                    <a:pt x="1" y="6715"/>
                    <a:pt x="1" y="6810"/>
                  </a:cubicBezTo>
                  <a:cubicBezTo>
                    <a:pt x="1" y="6894"/>
                    <a:pt x="72" y="6965"/>
                    <a:pt x="167" y="6965"/>
                  </a:cubicBezTo>
                  <a:lnTo>
                    <a:pt x="11002" y="6965"/>
                  </a:lnTo>
                  <a:cubicBezTo>
                    <a:pt x="11085" y="6965"/>
                    <a:pt x="11157" y="6894"/>
                    <a:pt x="11157" y="6810"/>
                  </a:cubicBezTo>
                  <a:cubicBezTo>
                    <a:pt x="11145" y="6715"/>
                    <a:pt x="11073" y="6644"/>
                    <a:pt x="10990" y="6644"/>
                  </a:cubicBezTo>
                  <a:lnTo>
                    <a:pt x="9930" y="6644"/>
                  </a:lnTo>
                  <a:lnTo>
                    <a:pt x="9930" y="167"/>
                  </a:lnTo>
                  <a:cubicBezTo>
                    <a:pt x="9930" y="83"/>
                    <a:pt x="9859" y="0"/>
                    <a:pt x="9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64"/>
            <p:cNvSpPr/>
            <p:nvPr/>
          </p:nvSpPr>
          <p:spPr>
            <a:xfrm>
              <a:off x="3544417" y="2427549"/>
              <a:ext cx="339568" cy="205415"/>
            </a:xfrm>
            <a:custGeom>
              <a:avLst/>
              <a:gdLst/>
              <a:ahLst/>
              <a:cxnLst/>
              <a:rect l="l" t="t" r="r" b="b"/>
              <a:pathLst>
                <a:path w="10669" h="6454" extrusionOk="0">
                  <a:moveTo>
                    <a:pt x="10157" y="0"/>
                  </a:moveTo>
                  <a:cubicBezTo>
                    <a:pt x="10125" y="0"/>
                    <a:pt x="10093" y="4"/>
                    <a:pt x="10061" y="12"/>
                  </a:cubicBezTo>
                  <a:lnTo>
                    <a:pt x="8656" y="191"/>
                  </a:lnTo>
                  <a:cubicBezTo>
                    <a:pt x="8382" y="214"/>
                    <a:pt x="8180" y="488"/>
                    <a:pt x="8216" y="762"/>
                  </a:cubicBezTo>
                  <a:cubicBezTo>
                    <a:pt x="8238" y="1032"/>
                    <a:pt x="8483" y="1217"/>
                    <a:pt x="8751" y="1217"/>
                  </a:cubicBezTo>
                  <a:cubicBezTo>
                    <a:pt x="8767" y="1217"/>
                    <a:pt x="8783" y="1216"/>
                    <a:pt x="8799" y="1215"/>
                  </a:cubicBezTo>
                  <a:lnTo>
                    <a:pt x="8906" y="1203"/>
                  </a:lnTo>
                  <a:lnTo>
                    <a:pt x="8906" y="1203"/>
                  </a:lnTo>
                  <a:cubicBezTo>
                    <a:pt x="7204" y="3191"/>
                    <a:pt x="5156" y="4215"/>
                    <a:pt x="3715" y="4727"/>
                  </a:cubicBezTo>
                  <a:cubicBezTo>
                    <a:pt x="1917" y="5370"/>
                    <a:pt x="524" y="5429"/>
                    <a:pt x="500" y="5429"/>
                  </a:cubicBezTo>
                  <a:cubicBezTo>
                    <a:pt x="227" y="5441"/>
                    <a:pt x="0" y="5679"/>
                    <a:pt x="12" y="5965"/>
                  </a:cubicBezTo>
                  <a:cubicBezTo>
                    <a:pt x="24" y="6239"/>
                    <a:pt x="250" y="6453"/>
                    <a:pt x="524" y="6453"/>
                  </a:cubicBezTo>
                  <a:lnTo>
                    <a:pt x="536" y="6453"/>
                  </a:lnTo>
                  <a:cubicBezTo>
                    <a:pt x="596" y="6453"/>
                    <a:pt x="2084" y="6394"/>
                    <a:pt x="4037" y="5703"/>
                  </a:cubicBezTo>
                  <a:cubicBezTo>
                    <a:pt x="5132" y="5322"/>
                    <a:pt x="6156" y="4798"/>
                    <a:pt x="7096" y="4167"/>
                  </a:cubicBezTo>
                  <a:cubicBezTo>
                    <a:pt x="7168" y="4120"/>
                    <a:pt x="7192" y="4013"/>
                    <a:pt x="7144" y="3941"/>
                  </a:cubicBezTo>
                  <a:cubicBezTo>
                    <a:pt x="7113" y="3895"/>
                    <a:pt x="7058" y="3869"/>
                    <a:pt x="7003" y="3869"/>
                  </a:cubicBezTo>
                  <a:cubicBezTo>
                    <a:pt x="6973" y="3869"/>
                    <a:pt x="6943" y="3877"/>
                    <a:pt x="6918" y="3893"/>
                  </a:cubicBezTo>
                  <a:cubicBezTo>
                    <a:pt x="5989" y="4513"/>
                    <a:pt x="5001" y="5025"/>
                    <a:pt x="3929" y="5394"/>
                  </a:cubicBezTo>
                  <a:cubicBezTo>
                    <a:pt x="2024" y="6084"/>
                    <a:pt x="596" y="6120"/>
                    <a:pt x="536" y="6120"/>
                  </a:cubicBezTo>
                  <a:cubicBezTo>
                    <a:pt x="429" y="6120"/>
                    <a:pt x="358" y="6049"/>
                    <a:pt x="358" y="5953"/>
                  </a:cubicBezTo>
                  <a:cubicBezTo>
                    <a:pt x="358" y="5846"/>
                    <a:pt x="429" y="5751"/>
                    <a:pt x="536" y="5751"/>
                  </a:cubicBezTo>
                  <a:cubicBezTo>
                    <a:pt x="548" y="5751"/>
                    <a:pt x="1989" y="5691"/>
                    <a:pt x="3834" y="5036"/>
                  </a:cubicBezTo>
                  <a:cubicBezTo>
                    <a:pt x="5406" y="4489"/>
                    <a:pt x="7632" y="3346"/>
                    <a:pt x="9454" y="1084"/>
                  </a:cubicBezTo>
                  <a:cubicBezTo>
                    <a:pt x="9534" y="969"/>
                    <a:pt x="9459" y="809"/>
                    <a:pt x="9315" y="809"/>
                  </a:cubicBezTo>
                  <a:cubicBezTo>
                    <a:pt x="9310" y="809"/>
                    <a:pt x="9304" y="809"/>
                    <a:pt x="9299" y="810"/>
                  </a:cubicBezTo>
                  <a:lnTo>
                    <a:pt x="8775" y="869"/>
                  </a:lnTo>
                  <a:cubicBezTo>
                    <a:pt x="8768" y="870"/>
                    <a:pt x="8761" y="871"/>
                    <a:pt x="8754" y="871"/>
                  </a:cubicBezTo>
                  <a:cubicBezTo>
                    <a:pt x="8676" y="871"/>
                    <a:pt x="8595" y="815"/>
                    <a:pt x="8573" y="738"/>
                  </a:cubicBezTo>
                  <a:cubicBezTo>
                    <a:pt x="8537" y="631"/>
                    <a:pt x="8620" y="512"/>
                    <a:pt x="8740" y="500"/>
                  </a:cubicBezTo>
                  <a:lnTo>
                    <a:pt x="10133" y="322"/>
                  </a:lnTo>
                  <a:cubicBezTo>
                    <a:pt x="10139" y="321"/>
                    <a:pt x="10146" y="320"/>
                    <a:pt x="10153" y="320"/>
                  </a:cubicBezTo>
                  <a:cubicBezTo>
                    <a:pt x="10253" y="320"/>
                    <a:pt x="10347" y="400"/>
                    <a:pt x="10347" y="500"/>
                  </a:cubicBezTo>
                  <a:lnTo>
                    <a:pt x="10347" y="1893"/>
                  </a:lnTo>
                  <a:cubicBezTo>
                    <a:pt x="10347" y="2000"/>
                    <a:pt x="10252" y="2072"/>
                    <a:pt x="10168" y="2072"/>
                  </a:cubicBezTo>
                  <a:cubicBezTo>
                    <a:pt x="10073" y="2072"/>
                    <a:pt x="9990" y="1988"/>
                    <a:pt x="9990" y="1893"/>
                  </a:cubicBezTo>
                  <a:lnTo>
                    <a:pt x="9990" y="1477"/>
                  </a:lnTo>
                  <a:cubicBezTo>
                    <a:pt x="9990" y="1417"/>
                    <a:pt x="9942" y="1346"/>
                    <a:pt x="9883" y="1334"/>
                  </a:cubicBezTo>
                  <a:cubicBezTo>
                    <a:pt x="9866" y="1324"/>
                    <a:pt x="9848" y="1319"/>
                    <a:pt x="9830" y="1319"/>
                  </a:cubicBezTo>
                  <a:cubicBezTo>
                    <a:pt x="9784" y="1319"/>
                    <a:pt x="9738" y="1347"/>
                    <a:pt x="9704" y="1381"/>
                  </a:cubicBezTo>
                  <a:cubicBezTo>
                    <a:pt x="9085" y="2119"/>
                    <a:pt x="8394" y="2810"/>
                    <a:pt x="7632" y="3382"/>
                  </a:cubicBezTo>
                  <a:cubicBezTo>
                    <a:pt x="7561" y="3441"/>
                    <a:pt x="7537" y="3548"/>
                    <a:pt x="7597" y="3608"/>
                  </a:cubicBezTo>
                  <a:cubicBezTo>
                    <a:pt x="7635" y="3646"/>
                    <a:pt x="7692" y="3674"/>
                    <a:pt x="7744" y="3674"/>
                  </a:cubicBezTo>
                  <a:cubicBezTo>
                    <a:pt x="7773" y="3674"/>
                    <a:pt x="7801" y="3665"/>
                    <a:pt x="7823" y="3643"/>
                  </a:cubicBezTo>
                  <a:cubicBezTo>
                    <a:pt x="8489" y="3131"/>
                    <a:pt x="9109" y="2548"/>
                    <a:pt x="9656" y="1917"/>
                  </a:cubicBezTo>
                  <a:cubicBezTo>
                    <a:pt x="9668" y="2179"/>
                    <a:pt x="9894" y="2405"/>
                    <a:pt x="10156" y="2405"/>
                  </a:cubicBezTo>
                  <a:cubicBezTo>
                    <a:pt x="10442" y="2405"/>
                    <a:pt x="10668" y="2179"/>
                    <a:pt x="10668" y="1893"/>
                  </a:cubicBezTo>
                  <a:lnTo>
                    <a:pt x="10668" y="500"/>
                  </a:lnTo>
                  <a:cubicBezTo>
                    <a:pt x="10621" y="369"/>
                    <a:pt x="10561" y="238"/>
                    <a:pt x="10466" y="131"/>
                  </a:cubicBezTo>
                  <a:cubicBezTo>
                    <a:pt x="10382" y="48"/>
                    <a:pt x="10270" y="0"/>
                    <a:pt x="10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4" name="Google Shape;10484;p64"/>
          <p:cNvGrpSpPr/>
          <p:nvPr/>
        </p:nvGrpSpPr>
        <p:grpSpPr>
          <a:xfrm>
            <a:off x="2656907" y="2265043"/>
            <a:ext cx="332757" cy="332343"/>
            <a:chOff x="2656907" y="2439293"/>
            <a:chExt cx="332757" cy="332343"/>
          </a:xfrm>
        </p:grpSpPr>
        <p:sp>
          <p:nvSpPr>
            <p:cNvPr id="10485" name="Google Shape;10485;p64"/>
            <p:cNvSpPr/>
            <p:nvPr/>
          </p:nvSpPr>
          <p:spPr>
            <a:xfrm>
              <a:off x="2868751" y="2547666"/>
              <a:ext cx="53088" cy="53088"/>
            </a:xfrm>
            <a:custGeom>
              <a:avLst/>
              <a:gdLst/>
              <a:ahLst/>
              <a:cxnLst/>
              <a:rect l="l" t="t" r="r" b="b"/>
              <a:pathLst>
                <a:path w="1668" h="1668" extrusionOk="0">
                  <a:moveTo>
                    <a:pt x="834" y="334"/>
                  </a:moveTo>
                  <a:cubicBezTo>
                    <a:pt x="1120" y="334"/>
                    <a:pt x="1346" y="548"/>
                    <a:pt x="1346" y="834"/>
                  </a:cubicBezTo>
                  <a:cubicBezTo>
                    <a:pt x="1346" y="1120"/>
                    <a:pt x="1120" y="1334"/>
                    <a:pt x="834" y="1334"/>
                  </a:cubicBezTo>
                  <a:cubicBezTo>
                    <a:pt x="560" y="1334"/>
                    <a:pt x="334" y="1120"/>
                    <a:pt x="334" y="834"/>
                  </a:cubicBezTo>
                  <a:cubicBezTo>
                    <a:pt x="334" y="548"/>
                    <a:pt x="572" y="334"/>
                    <a:pt x="834" y="334"/>
                  </a:cubicBezTo>
                  <a:close/>
                  <a:moveTo>
                    <a:pt x="834" y="0"/>
                  </a:moveTo>
                  <a:cubicBezTo>
                    <a:pt x="381" y="0"/>
                    <a:pt x="0" y="370"/>
                    <a:pt x="0" y="834"/>
                  </a:cubicBezTo>
                  <a:cubicBezTo>
                    <a:pt x="0" y="1298"/>
                    <a:pt x="381"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64"/>
            <p:cNvSpPr/>
            <p:nvPr/>
          </p:nvSpPr>
          <p:spPr>
            <a:xfrm>
              <a:off x="2870661" y="2611703"/>
              <a:ext cx="68970" cy="49301"/>
            </a:xfrm>
            <a:custGeom>
              <a:avLst/>
              <a:gdLst/>
              <a:ahLst/>
              <a:cxnLst/>
              <a:rect l="l" t="t" r="r" b="b"/>
              <a:pathLst>
                <a:path w="2167" h="1549" extrusionOk="0">
                  <a:moveTo>
                    <a:pt x="774" y="1"/>
                  </a:moveTo>
                  <a:cubicBezTo>
                    <a:pt x="560" y="1"/>
                    <a:pt x="333" y="60"/>
                    <a:pt x="119" y="167"/>
                  </a:cubicBezTo>
                  <a:cubicBezTo>
                    <a:pt x="48" y="203"/>
                    <a:pt x="0" y="310"/>
                    <a:pt x="48" y="382"/>
                  </a:cubicBezTo>
                  <a:cubicBezTo>
                    <a:pt x="83" y="443"/>
                    <a:pt x="150" y="479"/>
                    <a:pt x="212" y="479"/>
                  </a:cubicBezTo>
                  <a:cubicBezTo>
                    <a:pt x="234" y="479"/>
                    <a:pt x="255" y="474"/>
                    <a:pt x="274" y="465"/>
                  </a:cubicBezTo>
                  <a:cubicBezTo>
                    <a:pt x="417" y="382"/>
                    <a:pt x="595" y="346"/>
                    <a:pt x="762" y="346"/>
                  </a:cubicBezTo>
                  <a:cubicBezTo>
                    <a:pt x="1286" y="346"/>
                    <a:pt x="1715" y="727"/>
                    <a:pt x="1786" y="1215"/>
                  </a:cubicBezTo>
                  <a:lnTo>
                    <a:pt x="762" y="1215"/>
                  </a:lnTo>
                  <a:cubicBezTo>
                    <a:pt x="679" y="1215"/>
                    <a:pt x="595" y="1298"/>
                    <a:pt x="595" y="1382"/>
                  </a:cubicBezTo>
                  <a:cubicBezTo>
                    <a:pt x="595" y="1477"/>
                    <a:pt x="679" y="1548"/>
                    <a:pt x="762" y="1548"/>
                  </a:cubicBezTo>
                  <a:lnTo>
                    <a:pt x="1988" y="1548"/>
                  </a:lnTo>
                  <a:cubicBezTo>
                    <a:pt x="2072" y="1548"/>
                    <a:pt x="2143" y="1477"/>
                    <a:pt x="2143" y="1382"/>
                  </a:cubicBezTo>
                  <a:cubicBezTo>
                    <a:pt x="2167" y="608"/>
                    <a:pt x="1536"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64"/>
            <p:cNvSpPr/>
            <p:nvPr/>
          </p:nvSpPr>
          <p:spPr>
            <a:xfrm>
              <a:off x="2705794" y="2611321"/>
              <a:ext cx="68620" cy="49301"/>
            </a:xfrm>
            <a:custGeom>
              <a:avLst/>
              <a:gdLst/>
              <a:ahLst/>
              <a:cxnLst/>
              <a:rect l="l" t="t" r="r" b="b"/>
              <a:pathLst>
                <a:path w="2156" h="1549" extrusionOk="0">
                  <a:moveTo>
                    <a:pt x="1394" y="1"/>
                  </a:moveTo>
                  <a:cubicBezTo>
                    <a:pt x="632" y="1"/>
                    <a:pt x="1" y="620"/>
                    <a:pt x="1" y="1382"/>
                  </a:cubicBezTo>
                  <a:cubicBezTo>
                    <a:pt x="1" y="1465"/>
                    <a:pt x="84" y="1548"/>
                    <a:pt x="167" y="1548"/>
                  </a:cubicBezTo>
                  <a:lnTo>
                    <a:pt x="1406" y="1548"/>
                  </a:lnTo>
                  <a:cubicBezTo>
                    <a:pt x="1489" y="1548"/>
                    <a:pt x="1572" y="1465"/>
                    <a:pt x="1572" y="1382"/>
                  </a:cubicBezTo>
                  <a:cubicBezTo>
                    <a:pt x="1572" y="1287"/>
                    <a:pt x="1501" y="1215"/>
                    <a:pt x="1418" y="1215"/>
                  </a:cubicBezTo>
                  <a:lnTo>
                    <a:pt x="382" y="1215"/>
                  </a:lnTo>
                  <a:cubicBezTo>
                    <a:pt x="453" y="727"/>
                    <a:pt x="882" y="334"/>
                    <a:pt x="1406" y="334"/>
                  </a:cubicBezTo>
                  <a:cubicBezTo>
                    <a:pt x="1584" y="334"/>
                    <a:pt x="1751" y="382"/>
                    <a:pt x="1894" y="453"/>
                  </a:cubicBezTo>
                  <a:cubicBezTo>
                    <a:pt x="1918" y="469"/>
                    <a:pt x="1945" y="477"/>
                    <a:pt x="1974" y="477"/>
                  </a:cubicBezTo>
                  <a:cubicBezTo>
                    <a:pt x="2030" y="477"/>
                    <a:pt x="2088" y="445"/>
                    <a:pt x="2120" y="382"/>
                  </a:cubicBezTo>
                  <a:cubicBezTo>
                    <a:pt x="2156" y="310"/>
                    <a:pt x="2132" y="203"/>
                    <a:pt x="2049" y="155"/>
                  </a:cubicBezTo>
                  <a:cubicBezTo>
                    <a:pt x="1846" y="60"/>
                    <a:pt x="1632" y="1"/>
                    <a:pt x="1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64"/>
            <p:cNvSpPr/>
            <p:nvPr/>
          </p:nvSpPr>
          <p:spPr>
            <a:xfrm>
              <a:off x="2724000" y="2547666"/>
              <a:ext cx="53088" cy="53088"/>
            </a:xfrm>
            <a:custGeom>
              <a:avLst/>
              <a:gdLst/>
              <a:ahLst/>
              <a:cxnLst/>
              <a:rect l="l" t="t" r="r" b="b"/>
              <a:pathLst>
                <a:path w="1668" h="1668" extrusionOk="0">
                  <a:moveTo>
                    <a:pt x="834" y="334"/>
                  </a:moveTo>
                  <a:cubicBezTo>
                    <a:pt x="1119" y="334"/>
                    <a:pt x="1334" y="548"/>
                    <a:pt x="1334" y="834"/>
                  </a:cubicBezTo>
                  <a:cubicBezTo>
                    <a:pt x="1334" y="1120"/>
                    <a:pt x="1119" y="1334"/>
                    <a:pt x="834" y="1334"/>
                  </a:cubicBezTo>
                  <a:cubicBezTo>
                    <a:pt x="548" y="1334"/>
                    <a:pt x="322" y="1120"/>
                    <a:pt x="322" y="834"/>
                  </a:cubicBezTo>
                  <a:cubicBezTo>
                    <a:pt x="322" y="548"/>
                    <a:pt x="548" y="334"/>
                    <a:pt x="834" y="334"/>
                  </a:cubicBezTo>
                  <a:close/>
                  <a:moveTo>
                    <a:pt x="834" y="0"/>
                  </a:moveTo>
                  <a:cubicBezTo>
                    <a:pt x="369" y="0"/>
                    <a:pt x="0" y="370"/>
                    <a:pt x="0" y="834"/>
                  </a:cubicBezTo>
                  <a:cubicBezTo>
                    <a:pt x="0" y="1298"/>
                    <a:pt x="369"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64"/>
            <p:cNvSpPr/>
            <p:nvPr/>
          </p:nvSpPr>
          <p:spPr>
            <a:xfrm>
              <a:off x="2788800" y="2534394"/>
              <a:ext cx="68238" cy="68238"/>
            </a:xfrm>
            <a:custGeom>
              <a:avLst/>
              <a:gdLst/>
              <a:ahLst/>
              <a:cxnLst/>
              <a:rect l="l" t="t" r="r" b="b"/>
              <a:pathLst>
                <a:path w="2144" h="2144" extrusionOk="0">
                  <a:moveTo>
                    <a:pt x="1072" y="334"/>
                  </a:moveTo>
                  <a:cubicBezTo>
                    <a:pt x="1489" y="334"/>
                    <a:pt x="1822" y="656"/>
                    <a:pt x="1822" y="1072"/>
                  </a:cubicBezTo>
                  <a:cubicBezTo>
                    <a:pt x="1822" y="1489"/>
                    <a:pt x="1489" y="1822"/>
                    <a:pt x="1072" y="1822"/>
                  </a:cubicBezTo>
                  <a:cubicBezTo>
                    <a:pt x="655" y="1822"/>
                    <a:pt x="334" y="1489"/>
                    <a:pt x="334" y="1072"/>
                  </a:cubicBezTo>
                  <a:cubicBezTo>
                    <a:pt x="334" y="656"/>
                    <a:pt x="667" y="334"/>
                    <a:pt x="1072" y="334"/>
                  </a:cubicBezTo>
                  <a:close/>
                  <a:moveTo>
                    <a:pt x="1072" y="1"/>
                  </a:moveTo>
                  <a:cubicBezTo>
                    <a:pt x="477" y="1"/>
                    <a:pt x="0" y="477"/>
                    <a:pt x="0" y="1072"/>
                  </a:cubicBezTo>
                  <a:cubicBezTo>
                    <a:pt x="0" y="1668"/>
                    <a:pt x="477" y="2144"/>
                    <a:pt x="1072" y="2144"/>
                  </a:cubicBezTo>
                  <a:cubicBezTo>
                    <a:pt x="1667" y="2144"/>
                    <a:pt x="2143" y="1668"/>
                    <a:pt x="2143" y="1072"/>
                  </a:cubicBezTo>
                  <a:cubicBezTo>
                    <a:pt x="2143"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64"/>
            <p:cNvSpPr/>
            <p:nvPr/>
          </p:nvSpPr>
          <p:spPr>
            <a:xfrm>
              <a:off x="2764930" y="2613613"/>
              <a:ext cx="115979" cy="62923"/>
            </a:xfrm>
            <a:custGeom>
              <a:avLst/>
              <a:gdLst/>
              <a:ahLst/>
              <a:cxnLst/>
              <a:rect l="l" t="t" r="r" b="b"/>
              <a:pathLst>
                <a:path w="3644" h="1977" extrusionOk="0">
                  <a:moveTo>
                    <a:pt x="1822" y="345"/>
                  </a:moveTo>
                  <a:cubicBezTo>
                    <a:pt x="2584" y="345"/>
                    <a:pt x="3203" y="917"/>
                    <a:pt x="3298" y="1655"/>
                  </a:cubicBezTo>
                  <a:lnTo>
                    <a:pt x="345" y="1655"/>
                  </a:lnTo>
                  <a:cubicBezTo>
                    <a:pt x="441" y="905"/>
                    <a:pt x="1060" y="345"/>
                    <a:pt x="1822" y="345"/>
                  </a:cubicBezTo>
                  <a:close/>
                  <a:moveTo>
                    <a:pt x="1822" y="0"/>
                  </a:moveTo>
                  <a:cubicBezTo>
                    <a:pt x="822" y="0"/>
                    <a:pt x="0" y="822"/>
                    <a:pt x="0" y="1810"/>
                  </a:cubicBezTo>
                  <a:cubicBezTo>
                    <a:pt x="0" y="1905"/>
                    <a:pt x="84" y="1977"/>
                    <a:pt x="167" y="1977"/>
                  </a:cubicBezTo>
                  <a:lnTo>
                    <a:pt x="3477" y="1977"/>
                  </a:lnTo>
                  <a:cubicBezTo>
                    <a:pt x="3560" y="1977"/>
                    <a:pt x="3643" y="1905"/>
                    <a:pt x="3643" y="1810"/>
                  </a:cubicBezTo>
                  <a:cubicBezTo>
                    <a:pt x="3643" y="798"/>
                    <a:pt x="282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64"/>
            <p:cNvSpPr/>
            <p:nvPr/>
          </p:nvSpPr>
          <p:spPr>
            <a:xfrm>
              <a:off x="2656907" y="2439293"/>
              <a:ext cx="332757" cy="332343"/>
            </a:xfrm>
            <a:custGeom>
              <a:avLst/>
              <a:gdLst/>
              <a:ahLst/>
              <a:cxnLst/>
              <a:rect l="l" t="t" r="r" b="b"/>
              <a:pathLst>
                <a:path w="10455" h="10442" extrusionOk="0">
                  <a:moveTo>
                    <a:pt x="5383" y="893"/>
                  </a:moveTo>
                  <a:cubicBezTo>
                    <a:pt x="7645" y="977"/>
                    <a:pt x="9454" y="2798"/>
                    <a:pt x="9550" y="5060"/>
                  </a:cubicBezTo>
                  <a:lnTo>
                    <a:pt x="9145" y="5060"/>
                  </a:lnTo>
                  <a:cubicBezTo>
                    <a:pt x="9050" y="5060"/>
                    <a:pt x="8978" y="5132"/>
                    <a:pt x="8978" y="5227"/>
                  </a:cubicBezTo>
                  <a:cubicBezTo>
                    <a:pt x="8978" y="5310"/>
                    <a:pt x="9050" y="5382"/>
                    <a:pt x="9145" y="5382"/>
                  </a:cubicBezTo>
                  <a:lnTo>
                    <a:pt x="9550" y="5382"/>
                  </a:lnTo>
                  <a:cubicBezTo>
                    <a:pt x="9454" y="7644"/>
                    <a:pt x="7645" y="9466"/>
                    <a:pt x="5383" y="9549"/>
                  </a:cubicBezTo>
                  <a:lnTo>
                    <a:pt x="5383" y="9156"/>
                  </a:lnTo>
                  <a:cubicBezTo>
                    <a:pt x="5383" y="9061"/>
                    <a:pt x="5311" y="8989"/>
                    <a:pt x="5216" y="8989"/>
                  </a:cubicBezTo>
                  <a:cubicBezTo>
                    <a:pt x="5121" y="8989"/>
                    <a:pt x="5049" y="9061"/>
                    <a:pt x="5049" y="9156"/>
                  </a:cubicBezTo>
                  <a:lnTo>
                    <a:pt x="5049" y="9549"/>
                  </a:lnTo>
                  <a:cubicBezTo>
                    <a:pt x="2787" y="9466"/>
                    <a:pt x="977" y="7644"/>
                    <a:pt x="882" y="5382"/>
                  </a:cubicBezTo>
                  <a:lnTo>
                    <a:pt x="1287" y="5382"/>
                  </a:lnTo>
                  <a:cubicBezTo>
                    <a:pt x="1382" y="5382"/>
                    <a:pt x="1453" y="5310"/>
                    <a:pt x="1453" y="5227"/>
                  </a:cubicBezTo>
                  <a:cubicBezTo>
                    <a:pt x="1453" y="5132"/>
                    <a:pt x="1382" y="5060"/>
                    <a:pt x="1287" y="5060"/>
                  </a:cubicBezTo>
                  <a:lnTo>
                    <a:pt x="882" y="5060"/>
                  </a:lnTo>
                  <a:cubicBezTo>
                    <a:pt x="977" y="2798"/>
                    <a:pt x="2787" y="977"/>
                    <a:pt x="5049" y="893"/>
                  </a:cubicBezTo>
                  <a:lnTo>
                    <a:pt x="5049" y="1286"/>
                  </a:lnTo>
                  <a:cubicBezTo>
                    <a:pt x="5049" y="1381"/>
                    <a:pt x="5121" y="1453"/>
                    <a:pt x="5216" y="1453"/>
                  </a:cubicBezTo>
                  <a:cubicBezTo>
                    <a:pt x="5311" y="1453"/>
                    <a:pt x="5383" y="1381"/>
                    <a:pt x="5383" y="1286"/>
                  </a:cubicBezTo>
                  <a:lnTo>
                    <a:pt x="5383" y="893"/>
                  </a:lnTo>
                  <a:close/>
                  <a:moveTo>
                    <a:pt x="5228" y="0"/>
                  </a:moveTo>
                  <a:cubicBezTo>
                    <a:pt x="5144" y="0"/>
                    <a:pt x="5061" y="72"/>
                    <a:pt x="5061" y="167"/>
                  </a:cubicBezTo>
                  <a:lnTo>
                    <a:pt x="5061" y="560"/>
                  </a:lnTo>
                  <a:cubicBezTo>
                    <a:pt x="2620" y="655"/>
                    <a:pt x="656" y="2620"/>
                    <a:pt x="572" y="5060"/>
                  </a:cubicBezTo>
                  <a:lnTo>
                    <a:pt x="168" y="5060"/>
                  </a:lnTo>
                  <a:cubicBezTo>
                    <a:pt x="84" y="5060"/>
                    <a:pt x="1" y="5132"/>
                    <a:pt x="1" y="5227"/>
                  </a:cubicBezTo>
                  <a:cubicBezTo>
                    <a:pt x="1" y="5310"/>
                    <a:pt x="84" y="5382"/>
                    <a:pt x="168" y="5382"/>
                  </a:cubicBezTo>
                  <a:lnTo>
                    <a:pt x="572" y="5382"/>
                  </a:lnTo>
                  <a:cubicBezTo>
                    <a:pt x="656" y="7823"/>
                    <a:pt x="2620" y="9787"/>
                    <a:pt x="5061" y="9882"/>
                  </a:cubicBezTo>
                  <a:lnTo>
                    <a:pt x="5061" y="10287"/>
                  </a:lnTo>
                  <a:cubicBezTo>
                    <a:pt x="5061" y="10371"/>
                    <a:pt x="5144" y="10442"/>
                    <a:pt x="5228" y="10442"/>
                  </a:cubicBezTo>
                  <a:cubicBezTo>
                    <a:pt x="5323" y="10442"/>
                    <a:pt x="5394" y="10371"/>
                    <a:pt x="5394" y="10287"/>
                  </a:cubicBezTo>
                  <a:lnTo>
                    <a:pt x="5394" y="9882"/>
                  </a:lnTo>
                  <a:cubicBezTo>
                    <a:pt x="7835" y="9787"/>
                    <a:pt x="9800" y="7823"/>
                    <a:pt x="9883" y="5382"/>
                  </a:cubicBezTo>
                  <a:lnTo>
                    <a:pt x="10288" y="5382"/>
                  </a:lnTo>
                  <a:cubicBezTo>
                    <a:pt x="10383" y="5382"/>
                    <a:pt x="10455" y="5310"/>
                    <a:pt x="10455" y="5227"/>
                  </a:cubicBezTo>
                  <a:cubicBezTo>
                    <a:pt x="10455" y="5132"/>
                    <a:pt x="10383" y="5060"/>
                    <a:pt x="10288" y="5060"/>
                  </a:cubicBezTo>
                  <a:lnTo>
                    <a:pt x="9883" y="5060"/>
                  </a:lnTo>
                  <a:cubicBezTo>
                    <a:pt x="9800" y="2620"/>
                    <a:pt x="7835" y="655"/>
                    <a:pt x="5394" y="560"/>
                  </a:cubicBezTo>
                  <a:lnTo>
                    <a:pt x="5394" y="167"/>
                  </a:lnTo>
                  <a:cubicBezTo>
                    <a:pt x="5394" y="72"/>
                    <a:pt x="5323" y="0"/>
                    <a:pt x="5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2" name="Google Shape;10492;p64"/>
          <p:cNvGrpSpPr/>
          <p:nvPr/>
        </p:nvGrpSpPr>
        <p:grpSpPr>
          <a:xfrm>
            <a:off x="1731523" y="2248366"/>
            <a:ext cx="399435" cy="365698"/>
            <a:chOff x="1731523" y="2422616"/>
            <a:chExt cx="399435" cy="365698"/>
          </a:xfrm>
        </p:grpSpPr>
        <p:sp>
          <p:nvSpPr>
            <p:cNvPr id="10493" name="Google Shape;10493;p64"/>
            <p:cNvSpPr/>
            <p:nvPr/>
          </p:nvSpPr>
          <p:spPr>
            <a:xfrm>
              <a:off x="1865294" y="2725009"/>
              <a:ext cx="43604" cy="43604"/>
            </a:xfrm>
            <a:custGeom>
              <a:avLst/>
              <a:gdLst/>
              <a:ahLst/>
              <a:cxnLst/>
              <a:rect l="l" t="t" r="r" b="b"/>
              <a:pathLst>
                <a:path w="1370" h="1370" extrusionOk="0">
                  <a:moveTo>
                    <a:pt x="679" y="370"/>
                  </a:moveTo>
                  <a:cubicBezTo>
                    <a:pt x="858" y="370"/>
                    <a:pt x="1013" y="512"/>
                    <a:pt x="1013" y="691"/>
                  </a:cubicBezTo>
                  <a:cubicBezTo>
                    <a:pt x="1013" y="870"/>
                    <a:pt x="858" y="1024"/>
                    <a:pt x="679" y="1024"/>
                  </a:cubicBezTo>
                  <a:cubicBezTo>
                    <a:pt x="501" y="1024"/>
                    <a:pt x="358" y="870"/>
                    <a:pt x="358" y="691"/>
                  </a:cubicBezTo>
                  <a:cubicBezTo>
                    <a:pt x="370" y="501"/>
                    <a:pt x="501" y="370"/>
                    <a:pt x="679" y="370"/>
                  </a:cubicBezTo>
                  <a:close/>
                  <a:moveTo>
                    <a:pt x="679" y="1"/>
                  </a:moveTo>
                  <a:cubicBezTo>
                    <a:pt x="310" y="1"/>
                    <a:pt x="1" y="310"/>
                    <a:pt x="1" y="679"/>
                  </a:cubicBezTo>
                  <a:cubicBezTo>
                    <a:pt x="1" y="1072"/>
                    <a:pt x="310" y="1370"/>
                    <a:pt x="679" y="1370"/>
                  </a:cubicBezTo>
                  <a:cubicBezTo>
                    <a:pt x="1048" y="1370"/>
                    <a:pt x="1370" y="1048"/>
                    <a:pt x="1370" y="679"/>
                  </a:cubicBezTo>
                  <a:cubicBezTo>
                    <a:pt x="1370" y="310"/>
                    <a:pt x="104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64"/>
            <p:cNvSpPr/>
            <p:nvPr/>
          </p:nvSpPr>
          <p:spPr>
            <a:xfrm>
              <a:off x="2005876" y="2725009"/>
              <a:ext cx="43636" cy="43604"/>
            </a:xfrm>
            <a:custGeom>
              <a:avLst/>
              <a:gdLst/>
              <a:ahLst/>
              <a:cxnLst/>
              <a:rect l="l" t="t" r="r" b="b"/>
              <a:pathLst>
                <a:path w="1371" h="1370" extrusionOk="0">
                  <a:moveTo>
                    <a:pt x="680" y="370"/>
                  </a:moveTo>
                  <a:cubicBezTo>
                    <a:pt x="858" y="370"/>
                    <a:pt x="1013" y="512"/>
                    <a:pt x="1013" y="691"/>
                  </a:cubicBezTo>
                  <a:cubicBezTo>
                    <a:pt x="1013" y="870"/>
                    <a:pt x="858" y="1024"/>
                    <a:pt x="680" y="1024"/>
                  </a:cubicBezTo>
                  <a:cubicBezTo>
                    <a:pt x="501" y="1024"/>
                    <a:pt x="358" y="870"/>
                    <a:pt x="358" y="691"/>
                  </a:cubicBezTo>
                  <a:cubicBezTo>
                    <a:pt x="370" y="501"/>
                    <a:pt x="501" y="370"/>
                    <a:pt x="680" y="370"/>
                  </a:cubicBezTo>
                  <a:close/>
                  <a:moveTo>
                    <a:pt x="680" y="1"/>
                  </a:moveTo>
                  <a:cubicBezTo>
                    <a:pt x="311" y="1"/>
                    <a:pt x="1" y="310"/>
                    <a:pt x="1" y="679"/>
                  </a:cubicBezTo>
                  <a:cubicBezTo>
                    <a:pt x="1" y="1072"/>
                    <a:pt x="311" y="1370"/>
                    <a:pt x="680" y="1370"/>
                  </a:cubicBezTo>
                  <a:cubicBezTo>
                    <a:pt x="1061" y="1370"/>
                    <a:pt x="1370" y="1048"/>
                    <a:pt x="1370" y="679"/>
                  </a:cubicBezTo>
                  <a:cubicBezTo>
                    <a:pt x="1370" y="310"/>
                    <a:pt x="1061"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64"/>
            <p:cNvSpPr/>
            <p:nvPr/>
          </p:nvSpPr>
          <p:spPr>
            <a:xfrm>
              <a:off x="1731523" y="2422616"/>
              <a:ext cx="399435" cy="365698"/>
            </a:xfrm>
            <a:custGeom>
              <a:avLst/>
              <a:gdLst/>
              <a:ahLst/>
              <a:cxnLst/>
              <a:rect l="l" t="t" r="r" b="b"/>
              <a:pathLst>
                <a:path w="12550" h="11490" extrusionOk="0">
                  <a:moveTo>
                    <a:pt x="4323" y="2143"/>
                  </a:moveTo>
                  <a:lnTo>
                    <a:pt x="4323" y="3215"/>
                  </a:lnTo>
                  <a:lnTo>
                    <a:pt x="3585" y="3215"/>
                  </a:lnTo>
                  <a:lnTo>
                    <a:pt x="3216" y="2143"/>
                  </a:lnTo>
                  <a:close/>
                  <a:moveTo>
                    <a:pt x="5787" y="2143"/>
                  </a:moveTo>
                  <a:lnTo>
                    <a:pt x="5787" y="3215"/>
                  </a:lnTo>
                  <a:lnTo>
                    <a:pt x="4692" y="3215"/>
                  </a:lnTo>
                  <a:lnTo>
                    <a:pt x="4692" y="2143"/>
                  </a:lnTo>
                  <a:close/>
                  <a:moveTo>
                    <a:pt x="7252" y="2143"/>
                  </a:moveTo>
                  <a:lnTo>
                    <a:pt x="7252" y="3215"/>
                  </a:lnTo>
                  <a:lnTo>
                    <a:pt x="6144" y="3215"/>
                  </a:lnTo>
                  <a:lnTo>
                    <a:pt x="6144" y="2143"/>
                  </a:lnTo>
                  <a:close/>
                  <a:moveTo>
                    <a:pt x="8704" y="2143"/>
                  </a:moveTo>
                  <a:lnTo>
                    <a:pt x="8704" y="3215"/>
                  </a:lnTo>
                  <a:lnTo>
                    <a:pt x="7609" y="3215"/>
                  </a:lnTo>
                  <a:lnTo>
                    <a:pt x="7609" y="2143"/>
                  </a:lnTo>
                  <a:close/>
                  <a:moveTo>
                    <a:pt x="10169" y="2143"/>
                  </a:moveTo>
                  <a:lnTo>
                    <a:pt x="10169" y="3215"/>
                  </a:lnTo>
                  <a:lnTo>
                    <a:pt x="9061" y="3215"/>
                  </a:lnTo>
                  <a:lnTo>
                    <a:pt x="9061" y="2143"/>
                  </a:lnTo>
                  <a:close/>
                  <a:moveTo>
                    <a:pt x="11050" y="2143"/>
                  </a:moveTo>
                  <a:lnTo>
                    <a:pt x="10788" y="3215"/>
                  </a:lnTo>
                  <a:lnTo>
                    <a:pt x="10538" y="3215"/>
                  </a:lnTo>
                  <a:lnTo>
                    <a:pt x="10538" y="2143"/>
                  </a:lnTo>
                  <a:close/>
                  <a:moveTo>
                    <a:pt x="10716" y="3572"/>
                  </a:moveTo>
                  <a:lnTo>
                    <a:pt x="10538" y="4334"/>
                  </a:lnTo>
                  <a:lnTo>
                    <a:pt x="10538" y="3572"/>
                  </a:lnTo>
                  <a:close/>
                  <a:moveTo>
                    <a:pt x="4323" y="3572"/>
                  </a:moveTo>
                  <a:lnTo>
                    <a:pt x="4323" y="4680"/>
                  </a:lnTo>
                  <a:lnTo>
                    <a:pt x="4108" y="4680"/>
                  </a:lnTo>
                  <a:lnTo>
                    <a:pt x="3727" y="3572"/>
                  </a:lnTo>
                  <a:close/>
                  <a:moveTo>
                    <a:pt x="5787" y="3572"/>
                  </a:moveTo>
                  <a:lnTo>
                    <a:pt x="5787" y="4680"/>
                  </a:lnTo>
                  <a:lnTo>
                    <a:pt x="4692" y="4680"/>
                  </a:lnTo>
                  <a:lnTo>
                    <a:pt x="4692" y="3572"/>
                  </a:lnTo>
                  <a:close/>
                  <a:moveTo>
                    <a:pt x="7252" y="3572"/>
                  </a:moveTo>
                  <a:lnTo>
                    <a:pt x="7252" y="4680"/>
                  </a:lnTo>
                  <a:lnTo>
                    <a:pt x="6144" y="4680"/>
                  </a:lnTo>
                  <a:lnTo>
                    <a:pt x="6144" y="3572"/>
                  </a:lnTo>
                  <a:close/>
                  <a:moveTo>
                    <a:pt x="8704" y="3572"/>
                  </a:moveTo>
                  <a:lnTo>
                    <a:pt x="8704" y="4680"/>
                  </a:lnTo>
                  <a:lnTo>
                    <a:pt x="7609" y="4680"/>
                  </a:lnTo>
                  <a:lnTo>
                    <a:pt x="7609" y="3572"/>
                  </a:lnTo>
                  <a:close/>
                  <a:moveTo>
                    <a:pt x="10169" y="3572"/>
                  </a:moveTo>
                  <a:lnTo>
                    <a:pt x="10169" y="4680"/>
                  </a:lnTo>
                  <a:lnTo>
                    <a:pt x="9061" y="4680"/>
                  </a:lnTo>
                  <a:lnTo>
                    <a:pt x="9061" y="3572"/>
                  </a:lnTo>
                  <a:close/>
                  <a:moveTo>
                    <a:pt x="4335" y="5037"/>
                  </a:moveTo>
                  <a:lnTo>
                    <a:pt x="4335" y="5275"/>
                  </a:lnTo>
                  <a:lnTo>
                    <a:pt x="4239" y="5037"/>
                  </a:lnTo>
                  <a:close/>
                  <a:moveTo>
                    <a:pt x="5787" y="5037"/>
                  </a:moveTo>
                  <a:lnTo>
                    <a:pt x="5787" y="5894"/>
                  </a:lnTo>
                  <a:cubicBezTo>
                    <a:pt x="5706" y="5890"/>
                    <a:pt x="5631" y="5889"/>
                    <a:pt x="5561" y="5889"/>
                  </a:cubicBezTo>
                  <a:cubicBezTo>
                    <a:pt x="5443" y="5889"/>
                    <a:pt x="5341" y="5892"/>
                    <a:pt x="5248" y="5892"/>
                  </a:cubicBezTo>
                  <a:cubicBezTo>
                    <a:pt x="5036" y="5892"/>
                    <a:pt x="4874" y="5875"/>
                    <a:pt x="4692" y="5763"/>
                  </a:cubicBezTo>
                  <a:lnTo>
                    <a:pt x="4692" y="5037"/>
                  </a:lnTo>
                  <a:close/>
                  <a:moveTo>
                    <a:pt x="7252" y="5037"/>
                  </a:moveTo>
                  <a:lnTo>
                    <a:pt x="7252" y="5894"/>
                  </a:lnTo>
                  <a:lnTo>
                    <a:pt x="6144" y="5894"/>
                  </a:lnTo>
                  <a:lnTo>
                    <a:pt x="6144" y="5037"/>
                  </a:lnTo>
                  <a:close/>
                  <a:moveTo>
                    <a:pt x="8704" y="5037"/>
                  </a:moveTo>
                  <a:lnTo>
                    <a:pt x="8704" y="5894"/>
                  </a:lnTo>
                  <a:lnTo>
                    <a:pt x="7609" y="5894"/>
                  </a:lnTo>
                  <a:lnTo>
                    <a:pt x="7609" y="5037"/>
                  </a:lnTo>
                  <a:close/>
                  <a:moveTo>
                    <a:pt x="10169" y="5037"/>
                  </a:moveTo>
                  <a:lnTo>
                    <a:pt x="10169" y="5894"/>
                  </a:lnTo>
                  <a:lnTo>
                    <a:pt x="9061" y="5894"/>
                  </a:lnTo>
                  <a:lnTo>
                    <a:pt x="9061" y="5037"/>
                  </a:lnTo>
                  <a:close/>
                  <a:moveTo>
                    <a:pt x="4882" y="9240"/>
                  </a:moveTo>
                  <a:cubicBezTo>
                    <a:pt x="5406" y="9240"/>
                    <a:pt x="5823" y="9680"/>
                    <a:pt x="5823" y="10180"/>
                  </a:cubicBezTo>
                  <a:cubicBezTo>
                    <a:pt x="5823" y="10704"/>
                    <a:pt x="5406" y="11121"/>
                    <a:pt x="4882" y="11121"/>
                  </a:cubicBezTo>
                  <a:cubicBezTo>
                    <a:pt x="4359" y="11121"/>
                    <a:pt x="3942" y="10704"/>
                    <a:pt x="3942" y="10180"/>
                  </a:cubicBezTo>
                  <a:cubicBezTo>
                    <a:pt x="3942" y="9656"/>
                    <a:pt x="4359" y="9240"/>
                    <a:pt x="4882" y="9240"/>
                  </a:cubicBezTo>
                  <a:close/>
                  <a:moveTo>
                    <a:pt x="9300" y="9240"/>
                  </a:moveTo>
                  <a:cubicBezTo>
                    <a:pt x="9823" y="9263"/>
                    <a:pt x="10240" y="9680"/>
                    <a:pt x="10240" y="10180"/>
                  </a:cubicBezTo>
                  <a:cubicBezTo>
                    <a:pt x="10240" y="10704"/>
                    <a:pt x="9823" y="11121"/>
                    <a:pt x="9300" y="11121"/>
                  </a:cubicBezTo>
                  <a:cubicBezTo>
                    <a:pt x="8788" y="11121"/>
                    <a:pt x="8371" y="10704"/>
                    <a:pt x="8371" y="10180"/>
                  </a:cubicBezTo>
                  <a:cubicBezTo>
                    <a:pt x="8371" y="9656"/>
                    <a:pt x="8788" y="9240"/>
                    <a:pt x="9300" y="9240"/>
                  </a:cubicBezTo>
                  <a:close/>
                  <a:moveTo>
                    <a:pt x="668" y="0"/>
                  </a:moveTo>
                  <a:cubicBezTo>
                    <a:pt x="298" y="0"/>
                    <a:pt x="1" y="298"/>
                    <a:pt x="1" y="667"/>
                  </a:cubicBezTo>
                  <a:cubicBezTo>
                    <a:pt x="1" y="1048"/>
                    <a:pt x="298" y="1346"/>
                    <a:pt x="668" y="1346"/>
                  </a:cubicBezTo>
                  <a:lnTo>
                    <a:pt x="1489" y="1346"/>
                  </a:lnTo>
                  <a:lnTo>
                    <a:pt x="2513" y="4227"/>
                  </a:lnTo>
                  <a:cubicBezTo>
                    <a:pt x="2540" y="4299"/>
                    <a:pt x="2608" y="4351"/>
                    <a:pt x="2681" y="4351"/>
                  </a:cubicBezTo>
                  <a:cubicBezTo>
                    <a:pt x="2704" y="4351"/>
                    <a:pt x="2728" y="4346"/>
                    <a:pt x="2751" y="4334"/>
                  </a:cubicBezTo>
                  <a:cubicBezTo>
                    <a:pt x="2846" y="4299"/>
                    <a:pt x="2906" y="4203"/>
                    <a:pt x="2858" y="4096"/>
                  </a:cubicBezTo>
                  <a:cubicBezTo>
                    <a:pt x="1858" y="1262"/>
                    <a:pt x="1822" y="1143"/>
                    <a:pt x="1822" y="1143"/>
                  </a:cubicBezTo>
                  <a:cubicBezTo>
                    <a:pt x="1775" y="1048"/>
                    <a:pt x="1668" y="965"/>
                    <a:pt x="1549" y="965"/>
                  </a:cubicBezTo>
                  <a:lnTo>
                    <a:pt x="668" y="965"/>
                  </a:lnTo>
                  <a:cubicBezTo>
                    <a:pt x="513" y="965"/>
                    <a:pt x="370" y="834"/>
                    <a:pt x="370" y="667"/>
                  </a:cubicBezTo>
                  <a:cubicBezTo>
                    <a:pt x="370" y="500"/>
                    <a:pt x="513" y="369"/>
                    <a:pt x="668" y="369"/>
                  </a:cubicBezTo>
                  <a:lnTo>
                    <a:pt x="1549" y="369"/>
                  </a:lnTo>
                  <a:cubicBezTo>
                    <a:pt x="1906" y="369"/>
                    <a:pt x="2215" y="584"/>
                    <a:pt x="2370" y="905"/>
                  </a:cubicBezTo>
                  <a:cubicBezTo>
                    <a:pt x="2596" y="1524"/>
                    <a:pt x="3811" y="5001"/>
                    <a:pt x="4001" y="5525"/>
                  </a:cubicBezTo>
                  <a:cubicBezTo>
                    <a:pt x="4144" y="5894"/>
                    <a:pt x="4573" y="6251"/>
                    <a:pt x="5109" y="6251"/>
                  </a:cubicBezTo>
                  <a:lnTo>
                    <a:pt x="11717" y="6251"/>
                  </a:lnTo>
                  <a:cubicBezTo>
                    <a:pt x="11883" y="6251"/>
                    <a:pt x="12014" y="6382"/>
                    <a:pt x="12014" y="6549"/>
                  </a:cubicBezTo>
                  <a:cubicBezTo>
                    <a:pt x="12014" y="6715"/>
                    <a:pt x="11883" y="6846"/>
                    <a:pt x="11717" y="6846"/>
                  </a:cubicBezTo>
                  <a:lnTo>
                    <a:pt x="5109" y="6846"/>
                  </a:lnTo>
                  <a:cubicBezTo>
                    <a:pt x="4394" y="6846"/>
                    <a:pt x="3739" y="6418"/>
                    <a:pt x="3466" y="5763"/>
                  </a:cubicBezTo>
                  <a:lnTo>
                    <a:pt x="3096" y="4715"/>
                  </a:lnTo>
                  <a:cubicBezTo>
                    <a:pt x="3078" y="4652"/>
                    <a:pt x="3013" y="4603"/>
                    <a:pt x="2936" y="4603"/>
                  </a:cubicBezTo>
                  <a:cubicBezTo>
                    <a:pt x="2911" y="4603"/>
                    <a:pt x="2885" y="4608"/>
                    <a:pt x="2858" y="4620"/>
                  </a:cubicBezTo>
                  <a:cubicBezTo>
                    <a:pt x="2751" y="4656"/>
                    <a:pt x="2715" y="4751"/>
                    <a:pt x="2751" y="4858"/>
                  </a:cubicBezTo>
                  <a:cubicBezTo>
                    <a:pt x="3049" y="5596"/>
                    <a:pt x="3073" y="5942"/>
                    <a:pt x="3406" y="6406"/>
                  </a:cubicBezTo>
                  <a:lnTo>
                    <a:pt x="3013" y="7001"/>
                  </a:lnTo>
                  <a:cubicBezTo>
                    <a:pt x="2394" y="7894"/>
                    <a:pt x="2930" y="9097"/>
                    <a:pt x="3989" y="9240"/>
                  </a:cubicBezTo>
                  <a:cubicBezTo>
                    <a:pt x="3144" y="10049"/>
                    <a:pt x="3692" y="11490"/>
                    <a:pt x="4870" y="11490"/>
                  </a:cubicBezTo>
                  <a:cubicBezTo>
                    <a:pt x="6025" y="11490"/>
                    <a:pt x="6597" y="10061"/>
                    <a:pt x="5763" y="9251"/>
                  </a:cubicBezTo>
                  <a:lnTo>
                    <a:pt x="8383" y="9251"/>
                  </a:lnTo>
                  <a:cubicBezTo>
                    <a:pt x="7549" y="10061"/>
                    <a:pt x="8109" y="11490"/>
                    <a:pt x="9276" y="11490"/>
                  </a:cubicBezTo>
                  <a:cubicBezTo>
                    <a:pt x="10431" y="11490"/>
                    <a:pt x="11002" y="10061"/>
                    <a:pt x="10169" y="9251"/>
                  </a:cubicBezTo>
                  <a:lnTo>
                    <a:pt x="10407" y="9251"/>
                  </a:lnTo>
                  <a:cubicBezTo>
                    <a:pt x="10776" y="9251"/>
                    <a:pt x="11074" y="8954"/>
                    <a:pt x="11074" y="8585"/>
                  </a:cubicBezTo>
                  <a:cubicBezTo>
                    <a:pt x="11074" y="8216"/>
                    <a:pt x="10776" y="7918"/>
                    <a:pt x="10407" y="7918"/>
                  </a:cubicBezTo>
                  <a:lnTo>
                    <a:pt x="8788" y="7918"/>
                  </a:lnTo>
                  <a:cubicBezTo>
                    <a:pt x="8680" y="7918"/>
                    <a:pt x="8609" y="7989"/>
                    <a:pt x="8609" y="8097"/>
                  </a:cubicBezTo>
                  <a:cubicBezTo>
                    <a:pt x="8609" y="8204"/>
                    <a:pt x="8680" y="8275"/>
                    <a:pt x="8788" y="8275"/>
                  </a:cubicBezTo>
                  <a:lnTo>
                    <a:pt x="10431" y="8275"/>
                  </a:lnTo>
                  <a:cubicBezTo>
                    <a:pt x="10597" y="8275"/>
                    <a:pt x="10728" y="8406"/>
                    <a:pt x="10728" y="8573"/>
                  </a:cubicBezTo>
                  <a:cubicBezTo>
                    <a:pt x="10728" y="8740"/>
                    <a:pt x="10597" y="8871"/>
                    <a:pt x="10431" y="8871"/>
                  </a:cubicBezTo>
                  <a:lnTo>
                    <a:pt x="4204" y="8871"/>
                  </a:lnTo>
                  <a:cubicBezTo>
                    <a:pt x="3323" y="8871"/>
                    <a:pt x="2811" y="7882"/>
                    <a:pt x="3311" y="7168"/>
                  </a:cubicBezTo>
                  <a:lnTo>
                    <a:pt x="3668" y="6656"/>
                  </a:lnTo>
                  <a:cubicBezTo>
                    <a:pt x="3811" y="6787"/>
                    <a:pt x="3978" y="6906"/>
                    <a:pt x="4168" y="7001"/>
                  </a:cubicBezTo>
                  <a:lnTo>
                    <a:pt x="3799" y="7537"/>
                  </a:lnTo>
                  <a:cubicBezTo>
                    <a:pt x="3573" y="7847"/>
                    <a:pt x="3799" y="8275"/>
                    <a:pt x="4180" y="8275"/>
                  </a:cubicBezTo>
                  <a:lnTo>
                    <a:pt x="8085" y="8275"/>
                  </a:lnTo>
                  <a:cubicBezTo>
                    <a:pt x="8192" y="8275"/>
                    <a:pt x="8264" y="8204"/>
                    <a:pt x="8264" y="8097"/>
                  </a:cubicBezTo>
                  <a:cubicBezTo>
                    <a:pt x="8264" y="7989"/>
                    <a:pt x="8192" y="7918"/>
                    <a:pt x="8085" y="7918"/>
                  </a:cubicBezTo>
                  <a:lnTo>
                    <a:pt x="4180" y="7918"/>
                  </a:lnTo>
                  <a:cubicBezTo>
                    <a:pt x="4097" y="7918"/>
                    <a:pt x="4037" y="7811"/>
                    <a:pt x="4097" y="7739"/>
                  </a:cubicBezTo>
                  <a:lnTo>
                    <a:pt x="4513" y="7132"/>
                  </a:lnTo>
                  <a:cubicBezTo>
                    <a:pt x="4753" y="7201"/>
                    <a:pt x="4820" y="7217"/>
                    <a:pt x="5587" y="7217"/>
                  </a:cubicBezTo>
                  <a:cubicBezTo>
                    <a:pt x="6309" y="7217"/>
                    <a:pt x="7651" y="7202"/>
                    <a:pt x="10341" y="7202"/>
                  </a:cubicBezTo>
                  <a:cubicBezTo>
                    <a:pt x="10765" y="7202"/>
                    <a:pt x="11223" y="7203"/>
                    <a:pt x="11717" y="7204"/>
                  </a:cubicBezTo>
                  <a:cubicBezTo>
                    <a:pt x="12086" y="7204"/>
                    <a:pt x="12383" y="6906"/>
                    <a:pt x="12383" y="6537"/>
                  </a:cubicBezTo>
                  <a:cubicBezTo>
                    <a:pt x="12383" y="6168"/>
                    <a:pt x="12098" y="5894"/>
                    <a:pt x="11728" y="5894"/>
                  </a:cubicBezTo>
                  <a:lnTo>
                    <a:pt x="11538" y="5894"/>
                  </a:lnTo>
                  <a:lnTo>
                    <a:pt x="12383" y="2191"/>
                  </a:lnTo>
                  <a:cubicBezTo>
                    <a:pt x="12550" y="1489"/>
                    <a:pt x="12014" y="822"/>
                    <a:pt x="11300" y="822"/>
                  </a:cubicBezTo>
                  <a:lnTo>
                    <a:pt x="7752" y="822"/>
                  </a:lnTo>
                  <a:cubicBezTo>
                    <a:pt x="7657" y="822"/>
                    <a:pt x="7573" y="893"/>
                    <a:pt x="7573" y="1000"/>
                  </a:cubicBezTo>
                  <a:cubicBezTo>
                    <a:pt x="7573" y="1108"/>
                    <a:pt x="7657" y="1179"/>
                    <a:pt x="7752" y="1179"/>
                  </a:cubicBezTo>
                  <a:lnTo>
                    <a:pt x="11300" y="1179"/>
                  </a:lnTo>
                  <a:cubicBezTo>
                    <a:pt x="11788" y="1179"/>
                    <a:pt x="12145" y="1620"/>
                    <a:pt x="12026" y="2096"/>
                  </a:cubicBezTo>
                  <a:lnTo>
                    <a:pt x="11145" y="5894"/>
                  </a:lnTo>
                  <a:lnTo>
                    <a:pt x="10526" y="5894"/>
                  </a:lnTo>
                  <a:cubicBezTo>
                    <a:pt x="10609" y="5489"/>
                    <a:pt x="11300" y="2548"/>
                    <a:pt x="11419" y="2001"/>
                  </a:cubicBezTo>
                  <a:cubicBezTo>
                    <a:pt x="11443" y="1882"/>
                    <a:pt x="11359" y="1774"/>
                    <a:pt x="11240" y="1774"/>
                  </a:cubicBezTo>
                  <a:lnTo>
                    <a:pt x="3073" y="1774"/>
                  </a:lnTo>
                  <a:lnTo>
                    <a:pt x="2858" y="1167"/>
                  </a:lnTo>
                  <a:lnTo>
                    <a:pt x="7073" y="1167"/>
                  </a:lnTo>
                  <a:cubicBezTo>
                    <a:pt x="7180" y="1167"/>
                    <a:pt x="7252" y="1084"/>
                    <a:pt x="7252" y="989"/>
                  </a:cubicBezTo>
                  <a:cubicBezTo>
                    <a:pt x="7252" y="881"/>
                    <a:pt x="7180" y="810"/>
                    <a:pt x="7073" y="810"/>
                  </a:cubicBezTo>
                  <a:lnTo>
                    <a:pt x="2727" y="810"/>
                  </a:lnTo>
                  <a:cubicBezTo>
                    <a:pt x="2561" y="346"/>
                    <a:pt x="2096" y="0"/>
                    <a:pt x="1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6" name="Google Shape;10496;p64"/>
          <p:cNvGrpSpPr/>
          <p:nvPr/>
        </p:nvGrpSpPr>
        <p:grpSpPr>
          <a:xfrm>
            <a:off x="3097241" y="2259314"/>
            <a:ext cx="344883" cy="343387"/>
            <a:chOff x="3097241" y="2433564"/>
            <a:chExt cx="344883" cy="343387"/>
          </a:xfrm>
        </p:grpSpPr>
        <p:sp>
          <p:nvSpPr>
            <p:cNvPr id="10497" name="Google Shape;10497;p64"/>
            <p:cNvSpPr/>
            <p:nvPr/>
          </p:nvSpPr>
          <p:spPr>
            <a:xfrm>
              <a:off x="3151825" y="2465806"/>
              <a:ext cx="235746" cy="311146"/>
            </a:xfrm>
            <a:custGeom>
              <a:avLst/>
              <a:gdLst/>
              <a:ahLst/>
              <a:cxnLst/>
              <a:rect l="l" t="t" r="r" b="b"/>
              <a:pathLst>
                <a:path w="7407" h="9776" extrusionOk="0">
                  <a:moveTo>
                    <a:pt x="3703" y="322"/>
                  </a:moveTo>
                  <a:cubicBezTo>
                    <a:pt x="5573" y="322"/>
                    <a:pt x="7097" y="1846"/>
                    <a:pt x="7097" y="3715"/>
                  </a:cubicBezTo>
                  <a:cubicBezTo>
                    <a:pt x="7097" y="5239"/>
                    <a:pt x="6144" y="6728"/>
                    <a:pt x="5358" y="7704"/>
                  </a:cubicBezTo>
                  <a:cubicBezTo>
                    <a:pt x="4656" y="8573"/>
                    <a:pt x="3953" y="9192"/>
                    <a:pt x="3703" y="9418"/>
                  </a:cubicBezTo>
                  <a:cubicBezTo>
                    <a:pt x="3441" y="9192"/>
                    <a:pt x="2751" y="8573"/>
                    <a:pt x="2048" y="7704"/>
                  </a:cubicBezTo>
                  <a:cubicBezTo>
                    <a:pt x="1263" y="6728"/>
                    <a:pt x="310" y="5239"/>
                    <a:pt x="310" y="3715"/>
                  </a:cubicBezTo>
                  <a:cubicBezTo>
                    <a:pt x="310" y="1846"/>
                    <a:pt x="1822" y="322"/>
                    <a:pt x="3703" y="322"/>
                  </a:cubicBezTo>
                  <a:close/>
                  <a:moveTo>
                    <a:pt x="3703" y="1"/>
                  </a:moveTo>
                  <a:cubicBezTo>
                    <a:pt x="1667" y="1"/>
                    <a:pt x="0" y="1668"/>
                    <a:pt x="0" y="3704"/>
                  </a:cubicBezTo>
                  <a:cubicBezTo>
                    <a:pt x="0" y="4418"/>
                    <a:pt x="191" y="5192"/>
                    <a:pt x="560" y="5978"/>
                  </a:cubicBezTo>
                  <a:cubicBezTo>
                    <a:pt x="858" y="6609"/>
                    <a:pt x="1274" y="7263"/>
                    <a:pt x="1798" y="7894"/>
                  </a:cubicBezTo>
                  <a:cubicBezTo>
                    <a:pt x="2691" y="9002"/>
                    <a:pt x="3549" y="9716"/>
                    <a:pt x="3596" y="9740"/>
                  </a:cubicBezTo>
                  <a:cubicBezTo>
                    <a:pt x="3626" y="9764"/>
                    <a:pt x="3665" y="9776"/>
                    <a:pt x="3700" y="9776"/>
                  </a:cubicBezTo>
                  <a:cubicBezTo>
                    <a:pt x="3736" y="9776"/>
                    <a:pt x="3769" y="9764"/>
                    <a:pt x="3787" y="9740"/>
                  </a:cubicBezTo>
                  <a:cubicBezTo>
                    <a:pt x="3822" y="9716"/>
                    <a:pt x="4703" y="9002"/>
                    <a:pt x="5596" y="7894"/>
                  </a:cubicBezTo>
                  <a:cubicBezTo>
                    <a:pt x="6108" y="7252"/>
                    <a:pt x="6525" y="6609"/>
                    <a:pt x="6823" y="5978"/>
                  </a:cubicBezTo>
                  <a:cubicBezTo>
                    <a:pt x="7204" y="5192"/>
                    <a:pt x="7394" y="4418"/>
                    <a:pt x="7394" y="3704"/>
                  </a:cubicBezTo>
                  <a:cubicBezTo>
                    <a:pt x="7406" y="1668"/>
                    <a:pt x="5739" y="1"/>
                    <a:pt x="3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64"/>
            <p:cNvSpPr/>
            <p:nvPr/>
          </p:nvSpPr>
          <p:spPr>
            <a:xfrm>
              <a:off x="3179483" y="2492732"/>
              <a:ext cx="181926" cy="181894"/>
            </a:xfrm>
            <a:custGeom>
              <a:avLst/>
              <a:gdLst/>
              <a:ahLst/>
              <a:cxnLst/>
              <a:rect l="l" t="t" r="r" b="b"/>
              <a:pathLst>
                <a:path w="5716" h="5715" extrusionOk="0">
                  <a:moveTo>
                    <a:pt x="2858" y="0"/>
                  </a:moveTo>
                  <a:cubicBezTo>
                    <a:pt x="1286" y="0"/>
                    <a:pt x="1" y="1286"/>
                    <a:pt x="1" y="2858"/>
                  </a:cubicBezTo>
                  <a:cubicBezTo>
                    <a:pt x="1" y="4441"/>
                    <a:pt x="1286" y="5715"/>
                    <a:pt x="2858" y="5715"/>
                  </a:cubicBezTo>
                  <a:cubicBezTo>
                    <a:pt x="4442" y="5715"/>
                    <a:pt x="5716" y="4429"/>
                    <a:pt x="5716" y="2858"/>
                  </a:cubicBezTo>
                  <a:cubicBezTo>
                    <a:pt x="5692" y="2131"/>
                    <a:pt x="5418" y="1429"/>
                    <a:pt x="4918" y="893"/>
                  </a:cubicBezTo>
                  <a:cubicBezTo>
                    <a:pt x="4888" y="863"/>
                    <a:pt x="4846" y="848"/>
                    <a:pt x="4805" y="848"/>
                  </a:cubicBezTo>
                  <a:cubicBezTo>
                    <a:pt x="4763" y="848"/>
                    <a:pt x="4721" y="863"/>
                    <a:pt x="4692" y="893"/>
                  </a:cubicBezTo>
                  <a:cubicBezTo>
                    <a:pt x="4632" y="953"/>
                    <a:pt x="4632" y="1060"/>
                    <a:pt x="4692" y="1119"/>
                  </a:cubicBezTo>
                  <a:cubicBezTo>
                    <a:pt x="5144" y="1595"/>
                    <a:pt x="5394" y="2215"/>
                    <a:pt x="5394" y="2869"/>
                  </a:cubicBezTo>
                  <a:cubicBezTo>
                    <a:pt x="5394" y="4274"/>
                    <a:pt x="4251" y="5417"/>
                    <a:pt x="2846" y="5417"/>
                  </a:cubicBezTo>
                  <a:cubicBezTo>
                    <a:pt x="1453" y="5417"/>
                    <a:pt x="298" y="4274"/>
                    <a:pt x="298" y="2869"/>
                  </a:cubicBezTo>
                  <a:cubicBezTo>
                    <a:pt x="298" y="1476"/>
                    <a:pt x="1453" y="333"/>
                    <a:pt x="2846" y="333"/>
                  </a:cubicBezTo>
                  <a:cubicBezTo>
                    <a:pt x="3299" y="333"/>
                    <a:pt x="3739" y="452"/>
                    <a:pt x="4132" y="667"/>
                  </a:cubicBezTo>
                  <a:cubicBezTo>
                    <a:pt x="4157" y="683"/>
                    <a:pt x="4185" y="691"/>
                    <a:pt x="4214" y="691"/>
                  </a:cubicBezTo>
                  <a:cubicBezTo>
                    <a:pt x="4269" y="691"/>
                    <a:pt x="4323" y="662"/>
                    <a:pt x="4346" y="607"/>
                  </a:cubicBezTo>
                  <a:cubicBezTo>
                    <a:pt x="4394" y="536"/>
                    <a:pt x="4370" y="429"/>
                    <a:pt x="4287" y="393"/>
                  </a:cubicBezTo>
                  <a:cubicBezTo>
                    <a:pt x="3858" y="131"/>
                    <a:pt x="3370" y="0"/>
                    <a:pt x="2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64"/>
            <p:cNvSpPr/>
            <p:nvPr/>
          </p:nvSpPr>
          <p:spPr>
            <a:xfrm>
              <a:off x="3242024" y="2524941"/>
              <a:ext cx="54202" cy="117857"/>
            </a:xfrm>
            <a:custGeom>
              <a:avLst/>
              <a:gdLst/>
              <a:ahLst/>
              <a:cxnLst/>
              <a:rect l="l" t="t" r="r" b="b"/>
              <a:pathLst>
                <a:path w="1703" h="3703" extrusionOk="0">
                  <a:moveTo>
                    <a:pt x="857" y="0"/>
                  </a:moveTo>
                  <a:cubicBezTo>
                    <a:pt x="762" y="0"/>
                    <a:pt x="691" y="71"/>
                    <a:pt x="691" y="167"/>
                  </a:cubicBezTo>
                  <a:lnTo>
                    <a:pt x="691" y="524"/>
                  </a:lnTo>
                  <a:cubicBezTo>
                    <a:pt x="322" y="560"/>
                    <a:pt x="24" y="881"/>
                    <a:pt x="24" y="1262"/>
                  </a:cubicBezTo>
                  <a:cubicBezTo>
                    <a:pt x="24" y="1679"/>
                    <a:pt x="357" y="2012"/>
                    <a:pt x="762" y="2012"/>
                  </a:cubicBezTo>
                  <a:lnTo>
                    <a:pt x="929" y="2012"/>
                  </a:lnTo>
                  <a:cubicBezTo>
                    <a:pt x="1167" y="2012"/>
                    <a:pt x="1357" y="2203"/>
                    <a:pt x="1357" y="2441"/>
                  </a:cubicBezTo>
                  <a:cubicBezTo>
                    <a:pt x="1357" y="2679"/>
                    <a:pt x="1167" y="2869"/>
                    <a:pt x="929" y="2869"/>
                  </a:cubicBezTo>
                  <a:lnTo>
                    <a:pt x="679" y="2869"/>
                  </a:lnTo>
                  <a:cubicBezTo>
                    <a:pt x="476" y="2869"/>
                    <a:pt x="334" y="2703"/>
                    <a:pt x="334" y="2524"/>
                  </a:cubicBezTo>
                  <a:cubicBezTo>
                    <a:pt x="334" y="2441"/>
                    <a:pt x="262" y="2369"/>
                    <a:pt x="167" y="2369"/>
                  </a:cubicBezTo>
                  <a:cubicBezTo>
                    <a:pt x="83" y="2369"/>
                    <a:pt x="0" y="2441"/>
                    <a:pt x="0" y="2524"/>
                  </a:cubicBezTo>
                  <a:cubicBezTo>
                    <a:pt x="0" y="2905"/>
                    <a:pt x="298" y="3203"/>
                    <a:pt x="679" y="3203"/>
                  </a:cubicBezTo>
                  <a:lnTo>
                    <a:pt x="691" y="3203"/>
                  </a:lnTo>
                  <a:lnTo>
                    <a:pt x="691" y="3536"/>
                  </a:lnTo>
                  <a:cubicBezTo>
                    <a:pt x="691" y="3631"/>
                    <a:pt x="762" y="3703"/>
                    <a:pt x="857" y="3703"/>
                  </a:cubicBezTo>
                  <a:cubicBezTo>
                    <a:pt x="941" y="3703"/>
                    <a:pt x="1012" y="3631"/>
                    <a:pt x="1012" y="3536"/>
                  </a:cubicBezTo>
                  <a:lnTo>
                    <a:pt x="1012" y="3179"/>
                  </a:lnTo>
                  <a:cubicBezTo>
                    <a:pt x="1393" y="3143"/>
                    <a:pt x="1691" y="2822"/>
                    <a:pt x="1691" y="2441"/>
                  </a:cubicBezTo>
                  <a:cubicBezTo>
                    <a:pt x="1691" y="2024"/>
                    <a:pt x="1346" y="1691"/>
                    <a:pt x="941" y="1691"/>
                  </a:cubicBezTo>
                  <a:lnTo>
                    <a:pt x="774" y="1691"/>
                  </a:lnTo>
                  <a:cubicBezTo>
                    <a:pt x="536" y="1691"/>
                    <a:pt x="345" y="1500"/>
                    <a:pt x="345" y="1262"/>
                  </a:cubicBezTo>
                  <a:cubicBezTo>
                    <a:pt x="345" y="1024"/>
                    <a:pt x="536" y="833"/>
                    <a:pt x="774" y="833"/>
                  </a:cubicBezTo>
                  <a:lnTo>
                    <a:pt x="1036" y="833"/>
                  </a:lnTo>
                  <a:cubicBezTo>
                    <a:pt x="1226" y="833"/>
                    <a:pt x="1369" y="1000"/>
                    <a:pt x="1369" y="1179"/>
                  </a:cubicBezTo>
                  <a:lnTo>
                    <a:pt x="1369" y="1345"/>
                  </a:lnTo>
                  <a:cubicBezTo>
                    <a:pt x="1393" y="1429"/>
                    <a:pt x="1453" y="1500"/>
                    <a:pt x="1536" y="1500"/>
                  </a:cubicBezTo>
                  <a:cubicBezTo>
                    <a:pt x="1631" y="1500"/>
                    <a:pt x="1703" y="1429"/>
                    <a:pt x="1703" y="1345"/>
                  </a:cubicBezTo>
                  <a:lnTo>
                    <a:pt x="1703" y="1179"/>
                  </a:lnTo>
                  <a:cubicBezTo>
                    <a:pt x="1703" y="810"/>
                    <a:pt x="1405" y="512"/>
                    <a:pt x="1036" y="512"/>
                  </a:cubicBezTo>
                  <a:lnTo>
                    <a:pt x="1012" y="512"/>
                  </a:lnTo>
                  <a:lnTo>
                    <a:pt x="1012" y="167"/>
                  </a:lnTo>
                  <a:cubicBezTo>
                    <a:pt x="1012" y="71"/>
                    <a:pt x="941"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0" name="Google Shape;10500;p64"/>
            <p:cNvSpPr/>
            <p:nvPr/>
          </p:nvSpPr>
          <p:spPr>
            <a:xfrm>
              <a:off x="3390945" y="2433724"/>
              <a:ext cx="51179" cy="85934"/>
            </a:xfrm>
            <a:custGeom>
              <a:avLst/>
              <a:gdLst/>
              <a:ahLst/>
              <a:cxnLst/>
              <a:rect l="l" t="t" r="r" b="b"/>
              <a:pathLst>
                <a:path w="1608" h="2700" extrusionOk="0">
                  <a:moveTo>
                    <a:pt x="182" y="1"/>
                  </a:moveTo>
                  <a:cubicBezTo>
                    <a:pt x="134" y="1"/>
                    <a:pt x="86" y="22"/>
                    <a:pt x="48" y="68"/>
                  </a:cubicBezTo>
                  <a:cubicBezTo>
                    <a:pt x="0" y="140"/>
                    <a:pt x="12" y="235"/>
                    <a:pt x="84" y="294"/>
                  </a:cubicBezTo>
                  <a:cubicBezTo>
                    <a:pt x="834" y="794"/>
                    <a:pt x="1274" y="1628"/>
                    <a:pt x="1274" y="2545"/>
                  </a:cubicBezTo>
                  <a:cubicBezTo>
                    <a:pt x="1274" y="2628"/>
                    <a:pt x="1358" y="2699"/>
                    <a:pt x="1441" y="2699"/>
                  </a:cubicBezTo>
                  <a:cubicBezTo>
                    <a:pt x="1536" y="2699"/>
                    <a:pt x="1608" y="2628"/>
                    <a:pt x="1608" y="2545"/>
                  </a:cubicBezTo>
                  <a:cubicBezTo>
                    <a:pt x="1596" y="1533"/>
                    <a:pt x="1096" y="592"/>
                    <a:pt x="262" y="20"/>
                  </a:cubicBezTo>
                  <a:cubicBezTo>
                    <a:pt x="237" y="8"/>
                    <a:pt x="20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64"/>
            <p:cNvSpPr/>
            <p:nvPr/>
          </p:nvSpPr>
          <p:spPr>
            <a:xfrm>
              <a:off x="3360613" y="2478187"/>
              <a:ext cx="27340" cy="41471"/>
            </a:xfrm>
            <a:custGeom>
              <a:avLst/>
              <a:gdLst/>
              <a:ahLst/>
              <a:cxnLst/>
              <a:rect l="l" t="t" r="r" b="b"/>
              <a:pathLst>
                <a:path w="859" h="1303" extrusionOk="0">
                  <a:moveTo>
                    <a:pt x="177" y="1"/>
                  </a:moveTo>
                  <a:cubicBezTo>
                    <a:pt x="131" y="1"/>
                    <a:pt x="85" y="25"/>
                    <a:pt x="48" y="76"/>
                  </a:cubicBezTo>
                  <a:cubicBezTo>
                    <a:pt x="1" y="147"/>
                    <a:pt x="13" y="231"/>
                    <a:pt x="84" y="290"/>
                  </a:cubicBezTo>
                  <a:cubicBezTo>
                    <a:pt x="370" y="493"/>
                    <a:pt x="537" y="802"/>
                    <a:pt x="537" y="1148"/>
                  </a:cubicBezTo>
                  <a:cubicBezTo>
                    <a:pt x="537" y="1231"/>
                    <a:pt x="608" y="1302"/>
                    <a:pt x="703" y="1302"/>
                  </a:cubicBezTo>
                  <a:cubicBezTo>
                    <a:pt x="787" y="1302"/>
                    <a:pt x="858" y="1231"/>
                    <a:pt x="858" y="1148"/>
                  </a:cubicBezTo>
                  <a:cubicBezTo>
                    <a:pt x="858" y="683"/>
                    <a:pt x="644" y="278"/>
                    <a:pt x="263" y="28"/>
                  </a:cubicBezTo>
                  <a:cubicBezTo>
                    <a:pt x="235" y="10"/>
                    <a:pt x="206"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64"/>
            <p:cNvSpPr/>
            <p:nvPr/>
          </p:nvSpPr>
          <p:spPr>
            <a:xfrm>
              <a:off x="3375795" y="2455939"/>
              <a:ext cx="39434" cy="63719"/>
            </a:xfrm>
            <a:custGeom>
              <a:avLst/>
              <a:gdLst/>
              <a:ahLst/>
              <a:cxnLst/>
              <a:rect l="l" t="t" r="r" b="b"/>
              <a:pathLst>
                <a:path w="1239" h="2002" extrusionOk="0">
                  <a:moveTo>
                    <a:pt x="183" y="0"/>
                  </a:moveTo>
                  <a:cubicBezTo>
                    <a:pt x="134" y="0"/>
                    <a:pt x="86" y="26"/>
                    <a:pt x="48" y="73"/>
                  </a:cubicBezTo>
                  <a:cubicBezTo>
                    <a:pt x="0" y="144"/>
                    <a:pt x="12" y="239"/>
                    <a:pt x="83" y="299"/>
                  </a:cubicBezTo>
                  <a:cubicBezTo>
                    <a:pt x="595" y="632"/>
                    <a:pt x="905" y="1216"/>
                    <a:pt x="905" y="1847"/>
                  </a:cubicBezTo>
                  <a:cubicBezTo>
                    <a:pt x="905" y="1930"/>
                    <a:pt x="976" y="2001"/>
                    <a:pt x="1072" y="2001"/>
                  </a:cubicBezTo>
                  <a:cubicBezTo>
                    <a:pt x="1155" y="2001"/>
                    <a:pt x="1238" y="1930"/>
                    <a:pt x="1238" y="1847"/>
                  </a:cubicBezTo>
                  <a:cubicBezTo>
                    <a:pt x="1238" y="1108"/>
                    <a:pt x="881" y="430"/>
                    <a:pt x="262" y="25"/>
                  </a:cubicBezTo>
                  <a:cubicBezTo>
                    <a:pt x="237" y="8"/>
                    <a:pt x="21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64"/>
            <p:cNvSpPr/>
            <p:nvPr/>
          </p:nvSpPr>
          <p:spPr>
            <a:xfrm>
              <a:off x="3097241" y="2433564"/>
              <a:ext cx="50829" cy="85711"/>
            </a:xfrm>
            <a:custGeom>
              <a:avLst/>
              <a:gdLst/>
              <a:ahLst/>
              <a:cxnLst/>
              <a:rect l="l" t="t" r="r" b="b"/>
              <a:pathLst>
                <a:path w="1597" h="2693" extrusionOk="0">
                  <a:moveTo>
                    <a:pt x="1408" y="1"/>
                  </a:moveTo>
                  <a:cubicBezTo>
                    <a:pt x="1378" y="1"/>
                    <a:pt x="1348" y="9"/>
                    <a:pt x="1323" y="25"/>
                  </a:cubicBezTo>
                  <a:cubicBezTo>
                    <a:pt x="489" y="597"/>
                    <a:pt x="1" y="1538"/>
                    <a:pt x="1" y="2526"/>
                  </a:cubicBezTo>
                  <a:cubicBezTo>
                    <a:pt x="1" y="2621"/>
                    <a:pt x="72" y="2692"/>
                    <a:pt x="168" y="2692"/>
                  </a:cubicBezTo>
                  <a:cubicBezTo>
                    <a:pt x="251" y="2692"/>
                    <a:pt x="322" y="2621"/>
                    <a:pt x="322" y="2526"/>
                  </a:cubicBezTo>
                  <a:cubicBezTo>
                    <a:pt x="322" y="1633"/>
                    <a:pt x="775" y="787"/>
                    <a:pt x="1513" y="275"/>
                  </a:cubicBezTo>
                  <a:cubicBezTo>
                    <a:pt x="1573" y="240"/>
                    <a:pt x="1596" y="133"/>
                    <a:pt x="1549" y="73"/>
                  </a:cubicBezTo>
                  <a:cubicBezTo>
                    <a:pt x="1518" y="27"/>
                    <a:pt x="1462" y="1"/>
                    <a:pt x="1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64"/>
            <p:cNvSpPr/>
            <p:nvPr/>
          </p:nvSpPr>
          <p:spPr>
            <a:xfrm>
              <a:off x="3151061" y="2477773"/>
              <a:ext cx="27690" cy="41503"/>
            </a:xfrm>
            <a:custGeom>
              <a:avLst/>
              <a:gdLst/>
              <a:ahLst/>
              <a:cxnLst/>
              <a:rect l="l" t="t" r="r" b="b"/>
              <a:pathLst>
                <a:path w="870" h="1304" extrusionOk="0">
                  <a:moveTo>
                    <a:pt x="681" y="1"/>
                  </a:moveTo>
                  <a:cubicBezTo>
                    <a:pt x="647" y="1"/>
                    <a:pt x="613" y="10"/>
                    <a:pt x="584" y="29"/>
                  </a:cubicBezTo>
                  <a:cubicBezTo>
                    <a:pt x="215" y="280"/>
                    <a:pt x="1" y="696"/>
                    <a:pt x="1" y="1137"/>
                  </a:cubicBezTo>
                  <a:cubicBezTo>
                    <a:pt x="1" y="1232"/>
                    <a:pt x="84" y="1303"/>
                    <a:pt x="167" y="1303"/>
                  </a:cubicBezTo>
                  <a:cubicBezTo>
                    <a:pt x="263" y="1303"/>
                    <a:pt x="334" y="1232"/>
                    <a:pt x="334" y="1137"/>
                  </a:cubicBezTo>
                  <a:cubicBezTo>
                    <a:pt x="334" y="803"/>
                    <a:pt x="501" y="482"/>
                    <a:pt x="775" y="291"/>
                  </a:cubicBezTo>
                  <a:cubicBezTo>
                    <a:pt x="834" y="244"/>
                    <a:pt x="870" y="149"/>
                    <a:pt x="810" y="65"/>
                  </a:cubicBezTo>
                  <a:cubicBezTo>
                    <a:pt x="782" y="22"/>
                    <a:pt x="732" y="1"/>
                    <a:pt x="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64"/>
            <p:cNvSpPr/>
            <p:nvPr/>
          </p:nvSpPr>
          <p:spPr>
            <a:xfrm>
              <a:off x="3124167" y="2455939"/>
              <a:ext cx="39434" cy="63337"/>
            </a:xfrm>
            <a:custGeom>
              <a:avLst/>
              <a:gdLst/>
              <a:ahLst/>
              <a:cxnLst/>
              <a:rect l="l" t="t" r="r" b="b"/>
              <a:pathLst>
                <a:path w="1239" h="1990" extrusionOk="0">
                  <a:moveTo>
                    <a:pt x="1038" y="0"/>
                  </a:moveTo>
                  <a:cubicBezTo>
                    <a:pt x="1008" y="0"/>
                    <a:pt x="978" y="8"/>
                    <a:pt x="953" y="25"/>
                  </a:cubicBezTo>
                  <a:cubicBezTo>
                    <a:pt x="357" y="430"/>
                    <a:pt x="0" y="1108"/>
                    <a:pt x="0" y="1823"/>
                  </a:cubicBezTo>
                  <a:cubicBezTo>
                    <a:pt x="0" y="1918"/>
                    <a:pt x="72" y="1989"/>
                    <a:pt x="167" y="1989"/>
                  </a:cubicBezTo>
                  <a:cubicBezTo>
                    <a:pt x="250" y="1989"/>
                    <a:pt x="334" y="1918"/>
                    <a:pt x="334" y="1823"/>
                  </a:cubicBezTo>
                  <a:cubicBezTo>
                    <a:pt x="334" y="1204"/>
                    <a:pt x="643" y="632"/>
                    <a:pt x="1143" y="275"/>
                  </a:cubicBezTo>
                  <a:cubicBezTo>
                    <a:pt x="1203" y="239"/>
                    <a:pt x="1239" y="132"/>
                    <a:pt x="1179" y="73"/>
                  </a:cubicBezTo>
                  <a:cubicBezTo>
                    <a:pt x="1148" y="26"/>
                    <a:pt x="1093" y="0"/>
                    <a:pt x="1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6" name="Google Shape;10506;p64"/>
          <p:cNvGrpSpPr/>
          <p:nvPr/>
        </p:nvGrpSpPr>
        <p:grpSpPr>
          <a:xfrm>
            <a:off x="1278299" y="2265043"/>
            <a:ext cx="410829" cy="332343"/>
            <a:chOff x="1278299" y="2439293"/>
            <a:chExt cx="410829" cy="332343"/>
          </a:xfrm>
        </p:grpSpPr>
        <p:sp>
          <p:nvSpPr>
            <p:cNvPr id="10507" name="Google Shape;10507;p64"/>
            <p:cNvSpPr/>
            <p:nvPr/>
          </p:nvSpPr>
          <p:spPr>
            <a:xfrm>
              <a:off x="1360159" y="2510141"/>
              <a:ext cx="245963" cy="12540"/>
            </a:xfrm>
            <a:custGeom>
              <a:avLst/>
              <a:gdLst/>
              <a:ahLst/>
              <a:cxnLst/>
              <a:rect l="l" t="t" r="r" b="b"/>
              <a:pathLst>
                <a:path w="7728" h="394" extrusionOk="0">
                  <a:moveTo>
                    <a:pt x="191" y="1"/>
                  </a:moveTo>
                  <a:cubicBezTo>
                    <a:pt x="96" y="1"/>
                    <a:pt x="1" y="96"/>
                    <a:pt x="1" y="203"/>
                  </a:cubicBezTo>
                  <a:cubicBezTo>
                    <a:pt x="1" y="298"/>
                    <a:pt x="96" y="394"/>
                    <a:pt x="191" y="394"/>
                  </a:cubicBezTo>
                  <a:lnTo>
                    <a:pt x="7537" y="394"/>
                  </a:lnTo>
                  <a:cubicBezTo>
                    <a:pt x="7633" y="394"/>
                    <a:pt x="7728" y="298"/>
                    <a:pt x="7728" y="203"/>
                  </a:cubicBezTo>
                  <a:cubicBezTo>
                    <a:pt x="7728" y="96"/>
                    <a:pt x="7633" y="1"/>
                    <a:pt x="7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64"/>
            <p:cNvSpPr/>
            <p:nvPr/>
          </p:nvSpPr>
          <p:spPr>
            <a:xfrm>
              <a:off x="1360159" y="2575706"/>
              <a:ext cx="245963" cy="12158"/>
            </a:xfrm>
            <a:custGeom>
              <a:avLst/>
              <a:gdLst/>
              <a:ahLst/>
              <a:cxnLst/>
              <a:rect l="l" t="t" r="r" b="b"/>
              <a:pathLst>
                <a:path w="7728" h="382" extrusionOk="0">
                  <a:moveTo>
                    <a:pt x="191" y="0"/>
                  </a:moveTo>
                  <a:cubicBezTo>
                    <a:pt x="96" y="0"/>
                    <a:pt x="1" y="84"/>
                    <a:pt x="1" y="191"/>
                  </a:cubicBezTo>
                  <a:cubicBezTo>
                    <a:pt x="1" y="298"/>
                    <a:pt x="96" y="381"/>
                    <a:pt x="191" y="381"/>
                  </a:cubicBezTo>
                  <a:lnTo>
                    <a:pt x="7537" y="381"/>
                  </a:lnTo>
                  <a:cubicBezTo>
                    <a:pt x="7633" y="381"/>
                    <a:pt x="7728" y="298"/>
                    <a:pt x="7728" y="191"/>
                  </a:cubicBezTo>
                  <a:cubicBezTo>
                    <a:pt x="7728" y="84"/>
                    <a:pt x="7633" y="0"/>
                    <a:pt x="7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64"/>
            <p:cNvSpPr/>
            <p:nvPr/>
          </p:nvSpPr>
          <p:spPr>
            <a:xfrm>
              <a:off x="1437086" y="2618132"/>
              <a:ext cx="92873" cy="12540"/>
            </a:xfrm>
            <a:custGeom>
              <a:avLst/>
              <a:gdLst/>
              <a:ahLst/>
              <a:cxnLst/>
              <a:rect l="l" t="t" r="r" b="b"/>
              <a:pathLst>
                <a:path w="2918" h="394" extrusionOk="0">
                  <a:moveTo>
                    <a:pt x="191" y="1"/>
                  </a:moveTo>
                  <a:cubicBezTo>
                    <a:pt x="84" y="1"/>
                    <a:pt x="1" y="96"/>
                    <a:pt x="1" y="203"/>
                  </a:cubicBezTo>
                  <a:cubicBezTo>
                    <a:pt x="1" y="299"/>
                    <a:pt x="84" y="394"/>
                    <a:pt x="191" y="394"/>
                  </a:cubicBezTo>
                  <a:lnTo>
                    <a:pt x="2715" y="394"/>
                  </a:lnTo>
                  <a:cubicBezTo>
                    <a:pt x="2822" y="394"/>
                    <a:pt x="2918" y="299"/>
                    <a:pt x="2918" y="203"/>
                  </a:cubicBezTo>
                  <a:cubicBezTo>
                    <a:pt x="2918" y="96"/>
                    <a:pt x="2822" y="1"/>
                    <a:pt x="2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64"/>
            <p:cNvSpPr/>
            <p:nvPr/>
          </p:nvSpPr>
          <p:spPr>
            <a:xfrm>
              <a:off x="1419295" y="2543115"/>
              <a:ext cx="186827" cy="12158"/>
            </a:xfrm>
            <a:custGeom>
              <a:avLst/>
              <a:gdLst/>
              <a:ahLst/>
              <a:cxnLst/>
              <a:rect l="l" t="t" r="r" b="b"/>
              <a:pathLst>
                <a:path w="5870" h="382" extrusionOk="0">
                  <a:moveTo>
                    <a:pt x="191" y="1"/>
                  </a:moveTo>
                  <a:cubicBezTo>
                    <a:pt x="95" y="1"/>
                    <a:pt x="0" y="84"/>
                    <a:pt x="0" y="191"/>
                  </a:cubicBezTo>
                  <a:cubicBezTo>
                    <a:pt x="0" y="298"/>
                    <a:pt x="95" y="382"/>
                    <a:pt x="191" y="382"/>
                  </a:cubicBezTo>
                  <a:lnTo>
                    <a:pt x="5679" y="382"/>
                  </a:lnTo>
                  <a:cubicBezTo>
                    <a:pt x="5775" y="382"/>
                    <a:pt x="5870" y="298"/>
                    <a:pt x="5870" y="191"/>
                  </a:cubicBezTo>
                  <a:cubicBezTo>
                    <a:pt x="5870" y="84"/>
                    <a:pt x="5775" y="1"/>
                    <a:pt x="5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64"/>
            <p:cNvSpPr/>
            <p:nvPr/>
          </p:nvSpPr>
          <p:spPr>
            <a:xfrm>
              <a:off x="1360541" y="2543115"/>
              <a:ext cx="43604" cy="12158"/>
            </a:xfrm>
            <a:custGeom>
              <a:avLst/>
              <a:gdLst/>
              <a:ahLst/>
              <a:cxnLst/>
              <a:rect l="l" t="t" r="r" b="b"/>
              <a:pathLst>
                <a:path w="1370" h="382" extrusionOk="0">
                  <a:moveTo>
                    <a:pt x="203" y="1"/>
                  </a:moveTo>
                  <a:cubicBezTo>
                    <a:pt x="96" y="1"/>
                    <a:pt x="1" y="84"/>
                    <a:pt x="1" y="191"/>
                  </a:cubicBezTo>
                  <a:cubicBezTo>
                    <a:pt x="1" y="298"/>
                    <a:pt x="96" y="382"/>
                    <a:pt x="203" y="382"/>
                  </a:cubicBezTo>
                  <a:lnTo>
                    <a:pt x="1179" y="382"/>
                  </a:lnTo>
                  <a:cubicBezTo>
                    <a:pt x="1286" y="382"/>
                    <a:pt x="1370" y="298"/>
                    <a:pt x="1370" y="191"/>
                  </a:cubicBezTo>
                  <a:cubicBezTo>
                    <a:pt x="1358" y="72"/>
                    <a:pt x="1286"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64"/>
            <p:cNvSpPr/>
            <p:nvPr/>
          </p:nvSpPr>
          <p:spPr>
            <a:xfrm>
              <a:off x="1306721" y="2469211"/>
              <a:ext cx="353222" cy="228171"/>
            </a:xfrm>
            <a:custGeom>
              <a:avLst/>
              <a:gdLst/>
              <a:ahLst/>
              <a:cxnLst/>
              <a:rect l="l" t="t" r="r" b="b"/>
              <a:pathLst>
                <a:path w="11098" h="7169" extrusionOk="0">
                  <a:moveTo>
                    <a:pt x="1144" y="1"/>
                  </a:moveTo>
                  <a:cubicBezTo>
                    <a:pt x="1025" y="1"/>
                    <a:pt x="918" y="96"/>
                    <a:pt x="906" y="215"/>
                  </a:cubicBezTo>
                  <a:cubicBezTo>
                    <a:pt x="894" y="596"/>
                    <a:pt x="596" y="894"/>
                    <a:pt x="215" y="906"/>
                  </a:cubicBezTo>
                  <a:cubicBezTo>
                    <a:pt x="96" y="906"/>
                    <a:pt x="1" y="1013"/>
                    <a:pt x="1" y="1144"/>
                  </a:cubicBezTo>
                  <a:lnTo>
                    <a:pt x="1" y="6025"/>
                  </a:lnTo>
                  <a:cubicBezTo>
                    <a:pt x="1" y="6144"/>
                    <a:pt x="96" y="6252"/>
                    <a:pt x="215" y="6264"/>
                  </a:cubicBezTo>
                  <a:cubicBezTo>
                    <a:pt x="596" y="6275"/>
                    <a:pt x="894" y="6573"/>
                    <a:pt x="906" y="6942"/>
                  </a:cubicBezTo>
                  <a:cubicBezTo>
                    <a:pt x="906" y="7061"/>
                    <a:pt x="1013" y="7168"/>
                    <a:pt x="1144" y="7168"/>
                  </a:cubicBezTo>
                  <a:lnTo>
                    <a:pt x="6728" y="7168"/>
                  </a:lnTo>
                  <a:cubicBezTo>
                    <a:pt x="6835" y="7168"/>
                    <a:pt x="6918" y="7085"/>
                    <a:pt x="6918" y="6978"/>
                  </a:cubicBezTo>
                  <a:cubicBezTo>
                    <a:pt x="6918" y="6871"/>
                    <a:pt x="6835" y="6787"/>
                    <a:pt x="6728" y="6787"/>
                  </a:cubicBezTo>
                  <a:lnTo>
                    <a:pt x="1275" y="6787"/>
                  </a:lnTo>
                  <a:cubicBezTo>
                    <a:pt x="1203" y="6323"/>
                    <a:pt x="846" y="5978"/>
                    <a:pt x="382" y="5894"/>
                  </a:cubicBezTo>
                  <a:lnTo>
                    <a:pt x="382" y="1263"/>
                  </a:lnTo>
                  <a:cubicBezTo>
                    <a:pt x="846" y="1191"/>
                    <a:pt x="1192" y="834"/>
                    <a:pt x="1275" y="370"/>
                  </a:cubicBezTo>
                  <a:lnTo>
                    <a:pt x="9776" y="370"/>
                  </a:lnTo>
                  <a:cubicBezTo>
                    <a:pt x="9847" y="846"/>
                    <a:pt x="10240" y="1203"/>
                    <a:pt x="10717" y="1263"/>
                  </a:cubicBezTo>
                  <a:lnTo>
                    <a:pt x="10717" y="4466"/>
                  </a:lnTo>
                  <a:cubicBezTo>
                    <a:pt x="10717" y="4561"/>
                    <a:pt x="10800" y="4656"/>
                    <a:pt x="10907" y="4656"/>
                  </a:cubicBezTo>
                  <a:cubicBezTo>
                    <a:pt x="11014" y="4656"/>
                    <a:pt x="11098" y="4561"/>
                    <a:pt x="11098" y="4466"/>
                  </a:cubicBezTo>
                  <a:lnTo>
                    <a:pt x="11098" y="1108"/>
                  </a:lnTo>
                  <a:cubicBezTo>
                    <a:pt x="11086" y="1072"/>
                    <a:pt x="11062" y="1013"/>
                    <a:pt x="11014" y="965"/>
                  </a:cubicBezTo>
                  <a:cubicBezTo>
                    <a:pt x="10967" y="918"/>
                    <a:pt x="10907" y="906"/>
                    <a:pt x="10848" y="906"/>
                  </a:cubicBezTo>
                  <a:cubicBezTo>
                    <a:pt x="10467" y="906"/>
                    <a:pt x="10145" y="608"/>
                    <a:pt x="10133" y="215"/>
                  </a:cubicBezTo>
                  <a:cubicBezTo>
                    <a:pt x="10133" y="96"/>
                    <a:pt x="10026" y="1"/>
                    <a:pt x="9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64"/>
            <p:cNvSpPr/>
            <p:nvPr/>
          </p:nvSpPr>
          <p:spPr>
            <a:xfrm>
              <a:off x="1278299" y="2439293"/>
              <a:ext cx="410829" cy="332343"/>
            </a:xfrm>
            <a:custGeom>
              <a:avLst/>
              <a:gdLst/>
              <a:ahLst/>
              <a:cxnLst/>
              <a:rect l="l" t="t" r="r" b="b"/>
              <a:pathLst>
                <a:path w="12908" h="10442" extrusionOk="0">
                  <a:moveTo>
                    <a:pt x="12348" y="369"/>
                  </a:moveTo>
                  <a:cubicBezTo>
                    <a:pt x="12431" y="369"/>
                    <a:pt x="12503" y="429"/>
                    <a:pt x="12503" y="524"/>
                  </a:cubicBezTo>
                  <a:lnTo>
                    <a:pt x="12503" y="8513"/>
                  </a:lnTo>
                  <a:cubicBezTo>
                    <a:pt x="12503" y="8585"/>
                    <a:pt x="12443" y="8656"/>
                    <a:pt x="12348" y="8656"/>
                  </a:cubicBezTo>
                  <a:lnTo>
                    <a:pt x="11610" y="8656"/>
                  </a:lnTo>
                  <a:lnTo>
                    <a:pt x="11502" y="8454"/>
                  </a:lnTo>
                  <a:cubicBezTo>
                    <a:pt x="11502" y="8454"/>
                    <a:pt x="11514" y="8454"/>
                    <a:pt x="11514" y="8442"/>
                  </a:cubicBezTo>
                  <a:cubicBezTo>
                    <a:pt x="11776" y="8323"/>
                    <a:pt x="11931" y="8049"/>
                    <a:pt x="11907" y="7763"/>
                  </a:cubicBezTo>
                  <a:cubicBezTo>
                    <a:pt x="11907" y="7692"/>
                    <a:pt x="11919" y="7632"/>
                    <a:pt x="11967" y="7573"/>
                  </a:cubicBezTo>
                  <a:cubicBezTo>
                    <a:pt x="12133" y="7334"/>
                    <a:pt x="12133" y="7025"/>
                    <a:pt x="11967" y="6799"/>
                  </a:cubicBezTo>
                  <a:cubicBezTo>
                    <a:pt x="11919" y="6739"/>
                    <a:pt x="11907" y="6668"/>
                    <a:pt x="11907" y="6608"/>
                  </a:cubicBezTo>
                  <a:cubicBezTo>
                    <a:pt x="11931" y="6322"/>
                    <a:pt x="11776" y="6061"/>
                    <a:pt x="11514" y="5941"/>
                  </a:cubicBezTo>
                  <a:cubicBezTo>
                    <a:pt x="11455" y="5906"/>
                    <a:pt x="11395" y="5858"/>
                    <a:pt x="11371" y="5787"/>
                  </a:cubicBezTo>
                  <a:cubicBezTo>
                    <a:pt x="11263" y="5559"/>
                    <a:pt x="11027" y="5401"/>
                    <a:pt x="10779" y="5401"/>
                  </a:cubicBezTo>
                  <a:cubicBezTo>
                    <a:pt x="10754" y="5401"/>
                    <a:pt x="10729" y="5402"/>
                    <a:pt x="10705" y="5406"/>
                  </a:cubicBezTo>
                  <a:cubicBezTo>
                    <a:pt x="10621" y="5406"/>
                    <a:pt x="10562" y="5382"/>
                    <a:pt x="10502" y="5346"/>
                  </a:cubicBezTo>
                  <a:cubicBezTo>
                    <a:pt x="10383" y="5263"/>
                    <a:pt x="10246" y="5221"/>
                    <a:pt x="10111" y="5221"/>
                  </a:cubicBezTo>
                  <a:cubicBezTo>
                    <a:pt x="9975" y="5221"/>
                    <a:pt x="9841" y="5263"/>
                    <a:pt x="9728" y="5346"/>
                  </a:cubicBezTo>
                  <a:cubicBezTo>
                    <a:pt x="9669" y="5382"/>
                    <a:pt x="9597" y="5406"/>
                    <a:pt x="9538" y="5406"/>
                  </a:cubicBezTo>
                  <a:cubicBezTo>
                    <a:pt x="9512" y="5402"/>
                    <a:pt x="9486" y="5401"/>
                    <a:pt x="9461" y="5401"/>
                  </a:cubicBezTo>
                  <a:cubicBezTo>
                    <a:pt x="9206" y="5401"/>
                    <a:pt x="8979" y="5559"/>
                    <a:pt x="8871" y="5787"/>
                  </a:cubicBezTo>
                  <a:cubicBezTo>
                    <a:pt x="8835" y="5846"/>
                    <a:pt x="8800" y="5906"/>
                    <a:pt x="8716" y="5941"/>
                  </a:cubicBezTo>
                  <a:cubicBezTo>
                    <a:pt x="8466" y="6061"/>
                    <a:pt x="8300" y="6322"/>
                    <a:pt x="8335" y="6608"/>
                  </a:cubicBezTo>
                  <a:cubicBezTo>
                    <a:pt x="8335" y="6680"/>
                    <a:pt x="8323" y="6739"/>
                    <a:pt x="8276" y="6799"/>
                  </a:cubicBezTo>
                  <a:cubicBezTo>
                    <a:pt x="8109" y="7037"/>
                    <a:pt x="8109" y="7346"/>
                    <a:pt x="8276" y="7573"/>
                  </a:cubicBezTo>
                  <a:cubicBezTo>
                    <a:pt x="8323" y="7632"/>
                    <a:pt x="8335" y="7704"/>
                    <a:pt x="8335" y="7763"/>
                  </a:cubicBezTo>
                  <a:cubicBezTo>
                    <a:pt x="8300" y="8049"/>
                    <a:pt x="8466" y="8323"/>
                    <a:pt x="8716" y="8442"/>
                  </a:cubicBezTo>
                  <a:cubicBezTo>
                    <a:pt x="8716" y="8442"/>
                    <a:pt x="8740" y="8442"/>
                    <a:pt x="8740" y="8454"/>
                  </a:cubicBezTo>
                  <a:lnTo>
                    <a:pt x="8633" y="8656"/>
                  </a:lnTo>
                  <a:lnTo>
                    <a:pt x="525" y="8656"/>
                  </a:lnTo>
                  <a:cubicBezTo>
                    <a:pt x="441" y="8656"/>
                    <a:pt x="370" y="8597"/>
                    <a:pt x="370" y="8513"/>
                  </a:cubicBezTo>
                  <a:lnTo>
                    <a:pt x="370" y="524"/>
                  </a:lnTo>
                  <a:cubicBezTo>
                    <a:pt x="370" y="441"/>
                    <a:pt x="430" y="369"/>
                    <a:pt x="525" y="369"/>
                  </a:cubicBezTo>
                  <a:close/>
                  <a:moveTo>
                    <a:pt x="10139" y="5638"/>
                  </a:moveTo>
                  <a:cubicBezTo>
                    <a:pt x="10199" y="5638"/>
                    <a:pt x="10258" y="5656"/>
                    <a:pt x="10312" y="5691"/>
                  </a:cubicBezTo>
                  <a:cubicBezTo>
                    <a:pt x="10420" y="5770"/>
                    <a:pt x="10553" y="5817"/>
                    <a:pt x="10684" y="5817"/>
                  </a:cubicBezTo>
                  <a:cubicBezTo>
                    <a:pt x="10711" y="5817"/>
                    <a:pt x="10738" y="5815"/>
                    <a:pt x="10764" y="5810"/>
                  </a:cubicBezTo>
                  <a:cubicBezTo>
                    <a:pt x="10773" y="5810"/>
                    <a:pt x="10782" y="5809"/>
                    <a:pt x="10790" y="5809"/>
                  </a:cubicBezTo>
                  <a:cubicBezTo>
                    <a:pt x="10900" y="5809"/>
                    <a:pt x="11007" y="5878"/>
                    <a:pt x="11062" y="5977"/>
                  </a:cubicBezTo>
                  <a:cubicBezTo>
                    <a:pt x="11133" y="6132"/>
                    <a:pt x="11229" y="6251"/>
                    <a:pt x="11383" y="6311"/>
                  </a:cubicBezTo>
                  <a:cubicBezTo>
                    <a:pt x="11502" y="6370"/>
                    <a:pt x="11562" y="6477"/>
                    <a:pt x="11550" y="6608"/>
                  </a:cubicBezTo>
                  <a:cubicBezTo>
                    <a:pt x="11526" y="6775"/>
                    <a:pt x="11574" y="6930"/>
                    <a:pt x="11669" y="7049"/>
                  </a:cubicBezTo>
                  <a:cubicBezTo>
                    <a:pt x="11741" y="7156"/>
                    <a:pt x="11741" y="7287"/>
                    <a:pt x="11669" y="7394"/>
                  </a:cubicBezTo>
                  <a:cubicBezTo>
                    <a:pt x="11574" y="7525"/>
                    <a:pt x="11538" y="7692"/>
                    <a:pt x="11550" y="7835"/>
                  </a:cubicBezTo>
                  <a:cubicBezTo>
                    <a:pt x="11562" y="7966"/>
                    <a:pt x="11490" y="8085"/>
                    <a:pt x="11383" y="8132"/>
                  </a:cubicBezTo>
                  <a:cubicBezTo>
                    <a:pt x="11288" y="8180"/>
                    <a:pt x="11217" y="8239"/>
                    <a:pt x="11157" y="8299"/>
                  </a:cubicBezTo>
                  <a:lnTo>
                    <a:pt x="11145" y="8323"/>
                  </a:lnTo>
                  <a:lnTo>
                    <a:pt x="11050" y="8454"/>
                  </a:lnTo>
                  <a:cubicBezTo>
                    <a:pt x="10995" y="8563"/>
                    <a:pt x="10911" y="8622"/>
                    <a:pt x="10787" y="8622"/>
                  </a:cubicBezTo>
                  <a:cubicBezTo>
                    <a:pt x="10776" y="8622"/>
                    <a:pt x="10764" y="8621"/>
                    <a:pt x="10752" y="8620"/>
                  </a:cubicBezTo>
                  <a:cubicBezTo>
                    <a:pt x="10726" y="8616"/>
                    <a:pt x="10699" y="8614"/>
                    <a:pt x="10672" y="8614"/>
                  </a:cubicBezTo>
                  <a:cubicBezTo>
                    <a:pt x="10542" y="8614"/>
                    <a:pt x="10410" y="8660"/>
                    <a:pt x="10312" y="8739"/>
                  </a:cubicBezTo>
                  <a:cubicBezTo>
                    <a:pt x="10252" y="8751"/>
                    <a:pt x="10205" y="8763"/>
                    <a:pt x="10169" y="8775"/>
                  </a:cubicBezTo>
                  <a:lnTo>
                    <a:pt x="10074" y="8775"/>
                  </a:lnTo>
                  <a:cubicBezTo>
                    <a:pt x="10026" y="8775"/>
                    <a:pt x="9978" y="8751"/>
                    <a:pt x="9955" y="8739"/>
                  </a:cubicBezTo>
                  <a:cubicBezTo>
                    <a:pt x="9836" y="8656"/>
                    <a:pt x="9705" y="8620"/>
                    <a:pt x="9562" y="8620"/>
                  </a:cubicBezTo>
                  <a:lnTo>
                    <a:pt x="9514" y="8620"/>
                  </a:lnTo>
                  <a:cubicBezTo>
                    <a:pt x="9504" y="8621"/>
                    <a:pt x="9495" y="8622"/>
                    <a:pt x="9486" y="8622"/>
                  </a:cubicBezTo>
                  <a:cubicBezTo>
                    <a:pt x="9366" y="8622"/>
                    <a:pt x="9261" y="8553"/>
                    <a:pt x="9216" y="8454"/>
                  </a:cubicBezTo>
                  <a:cubicBezTo>
                    <a:pt x="9181" y="8406"/>
                    <a:pt x="9157" y="8347"/>
                    <a:pt x="9121" y="8323"/>
                  </a:cubicBezTo>
                  <a:lnTo>
                    <a:pt x="9121" y="8299"/>
                  </a:lnTo>
                  <a:cubicBezTo>
                    <a:pt x="9062" y="8227"/>
                    <a:pt x="8990" y="8168"/>
                    <a:pt x="8895" y="8132"/>
                  </a:cubicBezTo>
                  <a:cubicBezTo>
                    <a:pt x="8776" y="8085"/>
                    <a:pt x="8716" y="7977"/>
                    <a:pt x="8728" y="7835"/>
                  </a:cubicBezTo>
                  <a:cubicBezTo>
                    <a:pt x="8752" y="7680"/>
                    <a:pt x="8704" y="7513"/>
                    <a:pt x="8609" y="7394"/>
                  </a:cubicBezTo>
                  <a:cubicBezTo>
                    <a:pt x="8538" y="7287"/>
                    <a:pt x="8538" y="7156"/>
                    <a:pt x="8609" y="7049"/>
                  </a:cubicBezTo>
                  <a:cubicBezTo>
                    <a:pt x="8704" y="6918"/>
                    <a:pt x="8752" y="6751"/>
                    <a:pt x="8728" y="6608"/>
                  </a:cubicBezTo>
                  <a:cubicBezTo>
                    <a:pt x="8716" y="6489"/>
                    <a:pt x="8788" y="6370"/>
                    <a:pt x="8895" y="6311"/>
                  </a:cubicBezTo>
                  <a:cubicBezTo>
                    <a:pt x="9050" y="6227"/>
                    <a:pt x="9169" y="6132"/>
                    <a:pt x="9228" y="5977"/>
                  </a:cubicBezTo>
                  <a:cubicBezTo>
                    <a:pt x="9283" y="5868"/>
                    <a:pt x="9387" y="5809"/>
                    <a:pt x="9496" y="5809"/>
                  </a:cubicBezTo>
                  <a:cubicBezTo>
                    <a:pt x="9506" y="5809"/>
                    <a:pt x="9516" y="5809"/>
                    <a:pt x="9526" y="5810"/>
                  </a:cubicBezTo>
                  <a:cubicBezTo>
                    <a:pt x="9552" y="5815"/>
                    <a:pt x="9579" y="5817"/>
                    <a:pt x="9606" y="5817"/>
                  </a:cubicBezTo>
                  <a:cubicBezTo>
                    <a:pt x="9737" y="5817"/>
                    <a:pt x="9868" y="5770"/>
                    <a:pt x="9966" y="5691"/>
                  </a:cubicBezTo>
                  <a:cubicBezTo>
                    <a:pt x="10020" y="5656"/>
                    <a:pt x="10080" y="5638"/>
                    <a:pt x="10139" y="5638"/>
                  </a:cubicBezTo>
                  <a:close/>
                  <a:moveTo>
                    <a:pt x="8990" y="8775"/>
                  </a:moveTo>
                  <a:cubicBezTo>
                    <a:pt x="9105" y="8910"/>
                    <a:pt x="9274" y="8982"/>
                    <a:pt x="9458" y="8982"/>
                  </a:cubicBezTo>
                  <a:cubicBezTo>
                    <a:pt x="9484" y="8982"/>
                    <a:pt x="9511" y="8981"/>
                    <a:pt x="9538" y="8978"/>
                  </a:cubicBezTo>
                  <a:cubicBezTo>
                    <a:pt x="9609" y="8978"/>
                    <a:pt x="9669" y="8989"/>
                    <a:pt x="9728" y="9037"/>
                  </a:cubicBezTo>
                  <a:cubicBezTo>
                    <a:pt x="9740" y="9049"/>
                    <a:pt x="9776" y="9061"/>
                    <a:pt x="9788" y="9061"/>
                  </a:cubicBezTo>
                  <a:lnTo>
                    <a:pt x="9383" y="9894"/>
                  </a:lnTo>
                  <a:lnTo>
                    <a:pt x="9193" y="9573"/>
                  </a:lnTo>
                  <a:cubicBezTo>
                    <a:pt x="9151" y="9500"/>
                    <a:pt x="9082" y="9463"/>
                    <a:pt x="9001" y="9463"/>
                  </a:cubicBezTo>
                  <a:cubicBezTo>
                    <a:pt x="8990" y="9463"/>
                    <a:pt x="8978" y="9464"/>
                    <a:pt x="8966" y="9466"/>
                  </a:cubicBezTo>
                  <a:lnTo>
                    <a:pt x="8633" y="9525"/>
                  </a:lnTo>
                  <a:lnTo>
                    <a:pt x="8990" y="8775"/>
                  </a:lnTo>
                  <a:close/>
                  <a:moveTo>
                    <a:pt x="11264" y="8775"/>
                  </a:moveTo>
                  <a:lnTo>
                    <a:pt x="11621" y="9525"/>
                  </a:lnTo>
                  <a:lnTo>
                    <a:pt x="11264" y="9466"/>
                  </a:lnTo>
                  <a:cubicBezTo>
                    <a:pt x="11254" y="9464"/>
                    <a:pt x="11243" y="9463"/>
                    <a:pt x="11233" y="9463"/>
                  </a:cubicBezTo>
                  <a:cubicBezTo>
                    <a:pt x="11158" y="9463"/>
                    <a:pt x="11080" y="9500"/>
                    <a:pt x="11038" y="9573"/>
                  </a:cubicBezTo>
                  <a:lnTo>
                    <a:pt x="10848" y="9894"/>
                  </a:lnTo>
                  <a:lnTo>
                    <a:pt x="10467" y="9061"/>
                  </a:lnTo>
                  <a:cubicBezTo>
                    <a:pt x="10478" y="9049"/>
                    <a:pt x="10502" y="9025"/>
                    <a:pt x="10514" y="9025"/>
                  </a:cubicBezTo>
                  <a:cubicBezTo>
                    <a:pt x="10574" y="8989"/>
                    <a:pt x="10657" y="8978"/>
                    <a:pt x="10717" y="8978"/>
                  </a:cubicBezTo>
                  <a:cubicBezTo>
                    <a:pt x="10731" y="8978"/>
                    <a:pt x="10746" y="8979"/>
                    <a:pt x="10760" y="8979"/>
                  </a:cubicBezTo>
                  <a:cubicBezTo>
                    <a:pt x="10946" y="8979"/>
                    <a:pt x="11121" y="8908"/>
                    <a:pt x="11264" y="8775"/>
                  </a:cubicBezTo>
                  <a:close/>
                  <a:moveTo>
                    <a:pt x="525" y="0"/>
                  </a:moveTo>
                  <a:cubicBezTo>
                    <a:pt x="239" y="0"/>
                    <a:pt x="1" y="238"/>
                    <a:pt x="1" y="524"/>
                  </a:cubicBezTo>
                  <a:lnTo>
                    <a:pt x="1" y="8513"/>
                  </a:lnTo>
                  <a:cubicBezTo>
                    <a:pt x="1" y="8799"/>
                    <a:pt x="239" y="9037"/>
                    <a:pt x="525" y="9037"/>
                  </a:cubicBezTo>
                  <a:lnTo>
                    <a:pt x="8454" y="9037"/>
                  </a:lnTo>
                  <a:lnTo>
                    <a:pt x="8169" y="9632"/>
                  </a:lnTo>
                  <a:cubicBezTo>
                    <a:pt x="8145" y="9704"/>
                    <a:pt x="8145" y="9787"/>
                    <a:pt x="8204" y="9870"/>
                  </a:cubicBezTo>
                  <a:cubicBezTo>
                    <a:pt x="8234" y="9930"/>
                    <a:pt x="8306" y="9957"/>
                    <a:pt x="8370" y="9957"/>
                  </a:cubicBezTo>
                  <a:cubicBezTo>
                    <a:pt x="8383" y="9957"/>
                    <a:pt x="8395" y="9956"/>
                    <a:pt x="8407" y="9954"/>
                  </a:cubicBezTo>
                  <a:lnTo>
                    <a:pt x="8931" y="9870"/>
                  </a:lnTo>
                  <a:lnTo>
                    <a:pt x="9228" y="10347"/>
                  </a:lnTo>
                  <a:cubicBezTo>
                    <a:pt x="9276" y="10418"/>
                    <a:pt x="9347" y="10442"/>
                    <a:pt x="9419" y="10442"/>
                  </a:cubicBezTo>
                  <a:lnTo>
                    <a:pt x="9431" y="10442"/>
                  </a:lnTo>
                  <a:cubicBezTo>
                    <a:pt x="9526" y="10442"/>
                    <a:pt x="9585" y="10382"/>
                    <a:pt x="9633" y="10311"/>
                  </a:cubicBezTo>
                  <a:lnTo>
                    <a:pt x="10133" y="9251"/>
                  </a:lnTo>
                  <a:lnTo>
                    <a:pt x="10645" y="10311"/>
                  </a:lnTo>
                  <a:cubicBezTo>
                    <a:pt x="10669" y="10382"/>
                    <a:pt x="10740" y="10430"/>
                    <a:pt x="10836" y="10442"/>
                  </a:cubicBezTo>
                  <a:lnTo>
                    <a:pt x="10848" y="10442"/>
                  </a:lnTo>
                  <a:cubicBezTo>
                    <a:pt x="10919" y="10442"/>
                    <a:pt x="11002" y="10406"/>
                    <a:pt x="11038" y="10347"/>
                  </a:cubicBezTo>
                  <a:lnTo>
                    <a:pt x="11336" y="9870"/>
                  </a:lnTo>
                  <a:lnTo>
                    <a:pt x="11860" y="9954"/>
                  </a:lnTo>
                  <a:cubicBezTo>
                    <a:pt x="11875" y="9956"/>
                    <a:pt x="11890" y="9957"/>
                    <a:pt x="11904" y="9957"/>
                  </a:cubicBezTo>
                  <a:cubicBezTo>
                    <a:pt x="11977" y="9957"/>
                    <a:pt x="12034" y="9930"/>
                    <a:pt x="12074" y="9870"/>
                  </a:cubicBezTo>
                  <a:cubicBezTo>
                    <a:pt x="12110" y="9787"/>
                    <a:pt x="12133" y="9716"/>
                    <a:pt x="12098" y="9620"/>
                  </a:cubicBezTo>
                  <a:lnTo>
                    <a:pt x="11812" y="9025"/>
                  </a:lnTo>
                  <a:lnTo>
                    <a:pt x="12383" y="9025"/>
                  </a:lnTo>
                  <a:cubicBezTo>
                    <a:pt x="12669" y="9025"/>
                    <a:pt x="12907" y="8787"/>
                    <a:pt x="12907" y="8513"/>
                  </a:cubicBezTo>
                  <a:lnTo>
                    <a:pt x="12907" y="524"/>
                  </a:lnTo>
                  <a:cubicBezTo>
                    <a:pt x="12884" y="238"/>
                    <a:pt x="12645" y="0"/>
                    <a:pt x="12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64"/>
            <p:cNvSpPr/>
            <p:nvPr/>
          </p:nvSpPr>
          <p:spPr>
            <a:xfrm>
              <a:off x="1562519" y="2630640"/>
              <a:ext cx="74699" cy="74699"/>
            </a:xfrm>
            <a:custGeom>
              <a:avLst/>
              <a:gdLst/>
              <a:ahLst/>
              <a:cxnLst/>
              <a:rect l="l" t="t" r="r" b="b"/>
              <a:pathLst>
                <a:path w="2347" h="2347" extrusionOk="0">
                  <a:moveTo>
                    <a:pt x="1179" y="382"/>
                  </a:moveTo>
                  <a:cubicBezTo>
                    <a:pt x="1608" y="382"/>
                    <a:pt x="1965" y="739"/>
                    <a:pt x="1965" y="1180"/>
                  </a:cubicBezTo>
                  <a:cubicBezTo>
                    <a:pt x="1977" y="1608"/>
                    <a:pt x="1620" y="1965"/>
                    <a:pt x="1179" y="1965"/>
                  </a:cubicBezTo>
                  <a:cubicBezTo>
                    <a:pt x="739" y="1965"/>
                    <a:pt x="382" y="1608"/>
                    <a:pt x="382" y="1180"/>
                  </a:cubicBezTo>
                  <a:cubicBezTo>
                    <a:pt x="382" y="739"/>
                    <a:pt x="739" y="382"/>
                    <a:pt x="1179" y="382"/>
                  </a:cubicBezTo>
                  <a:close/>
                  <a:moveTo>
                    <a:pt x="1179" y="1"/>
                  </a:moveTo>
                  <a:cubicBezTo>
                    <a:pt x="536" y="1"/>
                    <a:pt x="1" y="525"/>
                    <a:pt x="1" y="1180"/>
                  </a:cubicBezTo>
                  <a:cubicBezTo>
                    <a:pt x="1" y="1811"/>
                    <a:pt x="525" y="2346"/>
                    <a:pt x="1179" y="2346"/>
                  </a:cubicBezTo>
                  <a:cubicBezTo>
                    <a:pt x="1834" y="2346"/>
                    <a:pt x="2346" y="1823"/>
                    <a:pt x="2346" y="1180"/>
                  </a:cubicBezTo>
                  <a:cubicBezTo>
                    <a:pt x="2346" y="525"/>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5" name="Google Shape;10515;p64"/>
          <p:cNvGrpSpPr/>
          <p:nvPr/>
        </p:nvGrpSpPr>
        <p:grpSpPr>
          <a:xfrm>
            <a:off x="2661459" y="1840751"/>
            <a:ext cx="322508" cy="273494"/>
            <a:chOff x="2661459" y="2015001"/>
            <a:chExt cx="322508" cy="273494"/>
          </a:xfrm>
        </p:grpSpPr>
        <p:sp>
          <p:nvSpPr>
            <p:cNvPr id="10516" name="Google Shape;10516;p64"/>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64"/>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8" name="Google Shape;10518;p64"/>
          <p:cNvGrpSpPr/>
          <p:nvPr/>
        </p:nvGrpSpPr>
        <p:grpSpPr>
          <a:xfrm>
            <a:off x="870939" y="2265043"/>
            <a:ext cx="331993" cy="331993"/>
            <a:chOff x="870939" y="2439293"/>
            <a:chExt cx="331993" cy="331993"/>
          </a:xfrm>
        </p:grpSpPr>
        <p:sp>
          <p:nvSpPr>
            <p:cNvPr id="10519" name="Google Shape;10519;p64"/>
            <p:cNvSpPr/>
            <p:nvPr/>
          </p:nvSpPr>
          <p:spPr>
            <a:xfrm>
              <a:off x="870939" y="2439293"/>
              <a:ext cx="331993" cy="331993"/>
            </a:xfrm>
            <a:custGeom>
              <a:avLst/>
              <a:gdLst/>
              <a:ahLst/>
              <a:cxnLst/>
              <a:rect l="l" t="t" r="r" b="b"/>
              <a:pathLst>
                <a:path w="10431" h="10431" extrusionOk="0">
                  <a:moveTo>
                    <a:pt x="9490" y="298"/>
                  </a:moveTo>
                  <a:cubicBezTo>
                    <a:pt x="9835" y="298"/>
                    <a:pt x="10121" y="584"/>
                    <a:pt x="10121" y="917"/>
                  </a:cubicBezTo>
                  <a:lnTo>
                    <a:pt x="10121" y="9513"/>
                  </a:lnTo>
                  <a:cubicBezTo>
                    <a:pt x="10121" y="9847"/>
                    <a:pt x="9835" y="10132"/>
                    <a:pt x="9490" y="10132"/>
                  </a:cubicBezTo>
                  <a:lnTo>
                    <a:pt x="7037" y="10132"/>
                  </a:lnTo>
                  <a:lnTo>
                    <a:pt x="7037" y="9156"/>
                  </a:lnTo>
                  <a:cubicBezTo>
                    <a:pt x="7037" y="9055"/>
                    <a:pt x="6960" y="9004"/>
                    <a:pt x="6883" y="9004"/>
                  </a:cubicBezTo>
                  <a:cubicBezTo>
                    <a:pt x="6805" y="9004"/>
                    <a:pt x="6728" y="9055"/>
                    <a:pt x="6728" y="9156"/>
                  </a:cubicBezTo>
                  <a:lnTo>
                    <a:pt x="6728" y="10132"/>
                  </a:lnTo>
                  <a:lnTo>
                    <a:pt x="3644" y="10132"/>
                  </a:lnTo>
                  <a:lnTo>
                    <a:pt x="3644" y="298"/>
                  </a:lnTo>
                  <a:lnTo>
                    <a:pt x="6728" y="298"/>
                  </a:lnTo>
                  <a:lnTo>
                    <a:pt x="6728" y="8347"/>
                  </a:lnTo>
                  <a:cubicBezTo>
                    <a:pt x="6728" y="8442"/>
                    <a:pt x="6805" y="8489"/>
                    <a:pt x="6883" y="8489"/>
                  </a:cubicBezTo>
                  <a:cubicBezTo>
                    <a:pt x="6960" y="8489"/>
                    <a:pt x="7037" y="8442"/>
                    <a:pt x="7037" y="8347"/>
                  </a:cubicBezTo>
                  <a:lnTo>
                    <a:pt x="7037" y="298"/>
                  </a:lnTo>
                  <a:close/>
                  <a:moveTo>
                    <a:pt x="918" y="0"/>
                  </a:moveTo>
                  <a:cubicBezTo>
                    <a:pt x="417" y="0"/>
                    <a:pt x="1" y="417"/>
                    <a:pt x="1" y="917"/>
                  </a:cubicBezTo>
                  <a:lnTo>
                    <a:pt x="1" y="2096"/>
                  </a:lnTo>
                  <a:cubicBezTo>
                    <a:pt x="1" y="2191"/>
                    <a:pt x="78" y="2239"/>
                    <a:pt x="156" y="2239"/>
                  </a:cubicBezTo>
                  <a:cubicBezTo>
                    <a:pt x="233" y="2239"/>
                    <a:pt x="310" y="2191"/>
                    <a:pt x="310" y="2096"/>
                  </a:cubicBezTo>
                  <a:lnTo>
                    <a:pt x="310" y="917"/>
                  </a:lnTo>
                  <a:cubicBezTo>
                    <a:pt x="310" y="584"/>
                    <a:pt x="596" y="298"/>
                    <a:pt x="941" y="298"/>
                  </a:cubicBezTo>
                  <a:lnTo>
                    <a:pt x="3394" y="298"/>
                  </a:lnTo>
                  <a:lnTo>
                    <a:pt x="3394" y="10132"/>
                  </a:lnTo>
                  <a:lnTo>
                    <a:pt x="941" y="10132"/>
                  </a:lnTo>
                  <a:cubicBezTo>
                    <a:pt x="596" y="10132"/>
                    <a:pt x="310" y="9847"/>
                    <a:pt x="310" y="9513"/>
                  </a:cubicBezTo>
                  <a:lnTo>
                    <a:pt x="310" y="2965"/>
                  </a:lnTo>
                  <a:cubicBezTo>
                    <a:pt x="310" y="2864"/>
                    <a:pt x="233" y="2813"/>
                    <a:pt x="156" y="2813"/>
                  </a:cubicBezTo>
                  <a:cubicBezTo>
                    <a:pt x="78" y="2813"/>
                    <a:pt x="1" y="2864"/>
                    <a:pt x="1" y="2965"/>
                  </a:cubicBezTo>
                  <a:lnTo>
                    <a:pt x="1" y="9513"/>
                  </a:lnTo>
                  <a:cubicBezTo>
                    <a:pt x="1" y="10013"/>
                    <a:pt x="417" y="10430"/>
                    <a:pt x="918" y="10430"/>
                  </a:cubicBezTo>
                  <a:lnTo>
                    <a:pt x="9514" y="10430"/>
                  </a:lnTo>
                  <a:cubicBezTo>
                    <a:pt x="10014" y="10430"/>
                    <a:pt x="10431" y="10013"/>
                    <a:pt x="10431" y="9513"/>
                  </a:cubicBezTo>
                  <a:lnTo>
                    <a:pt x="10431" y="917"/>
                  </a:lnTo>
                  <a:cubicBezTo>
                    <a:pt x="10431" y="417"/>
                    <a:pt x="10014" y="0"/>
                    <a:pt x="9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64"/>
            <p:cNvSpPr/>
            <p:nvPr/>
          </p:nvSpPr>
          <p:spPr>
            <a:xfrm>
              <a:off x="908463" y="2696969"/>
              <a:ext cx="41726" cy="41726"/>
            </a:xfrm>
            <a:custGeom>
              <a:avLst/>
              <a:gdLst/>
              <a:ahLst/>
              <a:cxnLst/>
              <a:rect l="l" t="t" r="r" b="b"/>
              <a:pathLst>
                <a:path w="1311" h="1311" extrusionOk="0">
                  <a:moveTo>
                    <a:pt x="673" y="309"/>
                  </a:moveTo>
                  <a:cubicBezTo>
                    <a:pt x="844" y="309"/>
                    <a:pt x="989" y="471"/>
                    <a:pt x="989" y="655"/>
                  </a:cubicBezTo>
                  <a:cubicBezTo>
                    <a:pt x="989" y="846"/>
                    <a:pt x="846" y="1001"/>
                    <a:pt x="655" y="1001"/>
                  </a:cubicBezTo>
                  <a:cubicBezTo>
                    <a:pt x="453" y="1001"/>
                    <a:pt x="310" y="846"/>
                    <a:pt x="310" y="655"/>
                  </a:cubicBezTo>
                  <a:cubicBezTo>
                    <a:pt x="310" y="465"/>
                    <a:pt x="453" y="310"/>
                    <a:pt x="655" y="310"/>
                  </a:cubicBezTo>
                  <a:cubicBezTo>
                    <a:pt x="661" y="310"/>
                    <a:pt x="667" y="309"/>
                    <a:pt x="673" y="309"/>
                  </a:cubicBezTo>
                  <a:close/>
                  <a:moveTo>
                    <a:pt x="655" y="0"/>
                  </a:moveTo>
                  <a:cubicBezTo>
                    <a:pt x="274" y="0"/>
                    <a:pt x="0" y="286"/>
                    <a:pt x="0" y="655"/>
                  </a:cubicBezTo>
                  <a:cubicBezTo>
                    <a:pt x="0" y="1012"/>
                    <a:pt x="298" y="1310"/>
                    <a:pt x="655" y="1310"/>
                  </a:cubicBezTo>
                  <a:cubicBezTo>
                    <a:pt x="1012" y="1310"/>
                    <a:pt x="1310" y="1012"/>
                    <a:pt x="1310" y="655"/>
                  </a:cubicBezTo>
                  <a:cubicBezTo>
                    <a:pt x="1310" y="298"/>
                    <a:pt x="101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64"/>
            <p:cNvSpPr/>
            <p:nvPr/>
          </p:nvSpPr>
          <p:spPr>
            <a:xfrm>
              <a:off x="1015690" y="2696969"/>
              <a:ext cx="41726" cy="41726"/>
            </a:xfrm>
            <a:custGeom>
              <a:avLst/>
              <a:gdLst/>
              <a:ahLst/>
              <a:cxnLst/>
              <a:rect l="l" t="t" r="r" b="b"/>
              <a:pathLst>
                <a:path w="1311" h="1311" extrusionOk="0">
                  <a:moveTo>
                    <a:pt x="656" y="310"/>
                  </a:moveTo>
                  <a:cubicBezTo>
                    <a:pt x="858" y="310"/>
                    <a:pt x="1001" y="465"/>
                    <a:pt x="1001" y="655"/>
                  </a:cubicBezTo>
                  <a:cubicBezTo>
                    <a:pt x="1001" y="846"/>
                    <a:pt x="858" y="1001"/>
                    <a:pt x="656" y="1001"/>
                  </a:cubicBezTo>
                  <a:cubicBezTo>
                    <a:pt x="465" y="1001"/>
                    <a:pt x="322" y="846"/>
                    <a:pt x="322" y="655"/>
                  </a:cubicBezTo>
                  <a:cubicBezTo>
                    <a:pt x="322" y="465"/>
                    <a:pt x="465" y="310"/>
                    <a:pt x="656" y="310"/>
                  </a:cubicBezTo>
                  <a:close/>
                  <a:moveTo>
                    <a:pt x="656" y="0"/>
                  </a:moveTo>
                  <a:cubicBezTo>
                    <a:pt x="299" y="0"/>
                    <a:pt x="1" y="298"/>
                    <a:pt x="1" y="655"/>
                  </a:cubicBezTo>
                  <a:cubicBezTo>
                    <a:pt x="1" y="1012"/>
                    <a:pt x="299" y="1310"/>
                    <a:pt x="656" y="1310"/>
                  </a:cubicBezTo>
                  <a:cubicBezTo>
                    <a:pt x="1013" y="1310"/>
                    <a:pt x="1311" y="1012"/>
                    <a:pt x="1311" y="655"/>
                  </a:cubicBezTo>
                  <a:cubicBezTo>
                    <a:pt x="1311" y="298"/>
                    <a:pt x="1013"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64"/>
            <p:cNvSpPr/>
            <p:nvPr/>
          </p:nvSpPr>
          <p:spPr>
            <a:xfrm>
              <a:off x="1122567" y="2696969"/>
              <a:ext cx="41726" cy="41726"/>
            </a:xfrm>
            <a:custGeom>
              <a:avLst/>
              <a:gdLst/>
              <a:ahLst/>
              <a:cxnLst/>
              <a:rect l="l" t="t" r="r" b="b"/>
              <a:pathLst>
                <a:path w="1311" h="1311" extrusionOk="0">
                  <a:moveTo>
                    <a:pt x="655" y="310"/>
                  </a:moveTo>
                  <a:cubicBezTo>
                    <a:pt x="846" y="310"/>
                    <a:pt x="989" y="465"/>
                    <a:pt x="989" y="655"/>
                  </a:cubicBezTo>
                  <a:cubicBezTo>
                    <a:pt x="989" y="846"/>
                    <a:pt x="846" y="1001"/>
                    <a:pt x="655" y="1001"/>
                  </a:cubicBezTo>
                  <a:cubicBezTo>
                    <a:pt x="453" y="1001"/>
                    <a:pt x="310" y="846"/>
                    <a:pt x="310" y="655"/>
                  </a:cubicBezTo>
                  <a:cubicBezTo>
                    <a:pt x="310" y="465"/>
                    <a:pt x="453" y="310"/>
                    <a:pt x="655" y="310"/>
                  </a:cubicBezTo>
                  <a:close/>
                  <a:moveTo>
                    <a:pt x="655" y="0"/>
                  </a:moveTo>
                  <a:cubicBezTo>
                    <a:pt x="298" y="0"/>
                    <a:pt x="0" y="298"/>
                    <a:pt x="0" y="655"/>
                  </a:cubicBezTo>
                  <a:cubicBezTo>
                    <a:pt x="0"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64"/>
            <p:cNvSpPr/>
            <p:nvPr/>
          </p:nvSpPr>
          <p:spPr>
            <a:xfrm>
              <a:off x="913015"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64"/>
            <p:cNvSpPr/>
            <p:nvPr/>
          </p:nvSpPr>
          <p:spPr>
            <a:xfrm>
              <a:off x="913015"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64"/>
            <p:cNvSpPr/>
            <p:nvPr/>
          </p:nvSpPr>
          <p:spPr>
            <a:xfrm>
              <a:off x="913015"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64"/>
            <p:cNvSpPr/>
            <p:nvPr/>
          </p:nvSpPr>
          <p:spPr>
            <a:xfrm>
              <a:off x="894428" y="2474908"/>
              <a:ext cx="69384" cy="167508"/>
            </a:xfrm>
            <a:custGeom>
              <a:avLst/>
              <a:gdLst/>
              <a:ahLst/>
              <a:cxnLst/>
              <a:rect l="l" t="t" r="r" b="b"/>
              <a:pathLst>
                <a:path w="2180" h="5263" extrusionOk="0">
                  <a:moveTo>
                    <a:pt x="1870" y="298"/>
                  </a:moveTo>
                  <a:lnTo>
                    <a:pt x="1870" y="3703"/>
                  </a:lnTo>
                  <a:lnTo>
                    <a:pt x="287" y="3703"/>
                  </a:lnTo>
                  <a:lnTo>
                    <a:pt x="287" y="298"/>
                  </a:lnTo>
                  <a:close/>
                  <a:moveTo>
                    <a:pt x="1882" y="4001"/>
                  </a:moveTo>
                  <a:lnTo>
                    <a:pt x="1882" y="4953"/>
                  </a:lnTo>
                  <a:lnTo>
                    <a:pt x="299" y="4953"/>
                  </a:lnTo>
                  <a:lnTo>
                    <a:pt x="299" y="4001"/>
                  </a:lnTo>
                  <a:close/>
                  <a:moveTo>
                    <a:pt x="156" y="0"/>
                  </a:moveTo>
                  <a:cubicBezTo>
                    <a:pt x="60" y="0"/>
                    <a:pt x="1" y="72"/>
                    <a:pt x="1" y="143"/>
                  </a:cubicBezTo>
                  <a:lnTo>
                    <a:pt x="1" y="5120"/>
                  </a:lnTo>
                  <a:cubicBezTo>
                    <a:pt x="1" y="5203"/>
                    <a:pt x="84" y="5263"/>
                    <a:pt x="156" y="5263"/>
                  </a:cubicBezTo>
                  <a:lnTo>
                    <a:pt x="2025" y="5263"/>
                  </a:lnTo>
                  <a:cubicBezTo>
                    <a:pt x="2108" y="5263"/>
                    <a:pt x="2180" y="5192"/>
                    <a:pt x="2180" y="5120"/>
                  </a:cubicBezTo>
                  <a:lnTo>
                    <a:pt x="2180" y="143"/>
                  </a:lnTo>
                  <a:cubicBezTo>
                    <a:pt x="2180" y="60"/>
                    <a:pt x="2108"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64"/>
            <p:cNvSpPr/>
            <p:nvPr/>
          </p:nvSpPr>
          <p:spPr>
            <a:xfrm>
              <a:off x="1002068" y="2474145"/>
              <a:ext cx="69384" cy="168272"/>
            </a:xfrm>
            <a:custGeom>
              <a:avLst/>
              <a:gdLst/>
              <a:ahLst/>
              <a:cxnLst/>
              <a:rect l="l" t="t" r="r" b="b"/>
              <a:pathLst>
                <a:path w="2180" h="5287" extrusionOk="0">
                  <a:moveTo>
                    <a:pt x="1881" y="322"/>
                  </a:moveTo>
                  <a:lnTo>
                    <a:pt x="1881" y="3727"/>
                  </a:lnTo>
                  <a:lnTo>
                    <a:pt x="298" y="3727"/>
                  </a:lnTo>
                  <a:lnTo>
                    <a:pt x="298" y="322"/>
                  </a:lnTo>
                  <a:close/>
                  <a:moveTo>
                    <a:pt x="1881" y="4025"/>
                  </a:moveTo>
                  <a:lnTo>
                    <a:pt x="1881" y="4977"/>
                  </a:lnTo>
                  <a:lnTo>
                    <a:pt x="298" y="4977"/>
                  </a:lnTo>
                  <a:lnTo>
                    <a:pt x="298" y="4025"/>
                  </a:lnTo>
                  <a:close/>
                  <a:moveTo>
                    <a:pt x="155" y="1"/>
                  </a:moveTo>
                  <a:cubicBezTo>
                    <a:pt x="60" y="1"/>
                    <a:pt x="0" y="84"/>
                    <a:pt x="0" y="155"/>
                  </a:cubicBezTo>
                  <a:lnTo>
                    <a:pt x="0" y="5144"/>
                  </a:lnTo>
                  <a:cubicBezTo>
                    <a:pt x="0" y="5227"/>
                    <a:pt x="72" y="5287"/>
                    <a:pt x="155" y="5287"/>
                  </a:cubicBezTo>
                  <a:lnTo>
                    <a:pt x="2024" y="5287"/>
                  </a:lnTo>
                  <a:cubicBezTo>
                    <a:pt x="2120" y="5287"/>
                    <a:pt x="2179" y="5216"/>
                    <a:pt x="2179" y="5144"/>
                  </a:cubicBezTo>
                  <a:lnTo>
                    <a:pt x="2179" y="167"/>
                  </a:lnTo>
                  <a:cubicBezTo>
                    <a:pt x="2179" y="84"/>
                    <a:pt x="2120" y="1"/>
                    <a:pt x="2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64"/>
            <p:cNvSpPr/>
            <p:nvPr/>
          </p:nvSpPr>
          <p:spPr>
            <a:xfrm>
              <a:off x="1108531" y="2474145"/>
              <a:ext cx="69384" cy="168272"/>
            </a:xfrm>
            <a:custGeom>
              <a:avLst/>
              <a:gdLst/>
              <a:ahLst/>
              <a:cxnLst/>
              <a:rect l="l" t="t" r="r" b="b"/>
              <a:pathLst>
                <a:path w="2180" h="5287" extrusionOk="0">
                  <a:moveTo>
                    <a:pt x="1882" y="322"/>
                  </a:moveTo>
                  <a:lnTo>
                    <a:pt x="1882" y="3727"/>
                  </a:lnTo>
                  <a:lnTo>
                    <a:pt x="299" y="3727"/>
                  </a:lnTo>
                  <a:lnTo>
                    <a:pt x="299" y="322"/>
                  </a:lnTo>
                  <a:close/>
                  <a:moveTo>
                    <a:pt x="1882" y="4025"/>
                  </a:moveTo>
                  <a:lnTo>
                    <a:pt x="1882" y="4977"/>
                  </a:lnTo>
                  <a:lnTo>
                    <a:pt x="299" y="4977"/>
                  </a:lnTo>
                  <a:lnTo>
                    <a:pt x="299" y="4025"/>
                  </a:lnTo>
                  <a:close/>
                  <a:moveTo>
                    <a:pt x="156" y="1"/>
                  </a:moveTo>
                  <a:cubicBezTo>
                    <a:pt x="60" y="1"/>
                    <a:pt x="1" y="84"/>
                    <a:pt x="1" y="155"/>
                  </a:cubicBezTo>
                  <a:lnTo>
                    <a:pt x="1" y="5144"/>
                  </a:lnTo>
                  <a:cubicBezTo>
                    <a:pt x="1" y="5227"/>
                    <a:pt x="84" y="5287"/>
                    <a:pt x="156" y="5287"/>
                  </a:cubicBezTo>
                  <a:lnTo>
                    <a:pt x="2025" y="5287"/>
                  </a:lnTo>
                  <a:cubicBezTo>
                    <a:pt x="2120" y="5287"/>
                    <a:pt x="2180" y="5216"/>
                    <a:pt x="2180" y="5144"/>
                  </a:cubicBezTo>
                  <a:lnTo>
                    <a:pt x="2180" y="167"/>
                  </a:lnTo>
                  <a:cubicBezTo>
                    <a:pt x="2180"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64"/>
            <p:cNvSpPr/>
            <p:nvPr/>
          </p:nvSpPr>
          <p:spPr>
            <a:xfrm>
              <a:off x="1127118"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64"/>
            <p:cNvSpPr/>
            <p:nvPr/>
          </p:nvSpPr>
          <p:spPr>
            <a:xfrm>
              <a:off x="1127118"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64"/>
            <p:cNvSpPr/>
            <p:nvPr/>
          </p:nvSpPr>
          <p:spPr>
            <a:xfrm>
              <a:off x="1127118"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64"/>
            <p:cNvSpPr/>
            <p:nvPr/>
          </p:nvSpPr>
          <p:spPr>
            <a:xfrm>
              <a:off x="1020624" y="2504094"/>
              <a:ext cx="32241" cy="9867"/>
            </a:xfrm>
            <a:custGeom>
              <a:avLst/>
              <a:gdLst/>
              <a:ahLst/>
              <a:cxnLst/>
              <a:rect l="l" t="t" r="r" b="b"/>
              <a:pathLst>
                <a:path w="1013" h="310" extrusionOk="0">
                  <a:moveTo>
                    <a:pt x="203" y="0"/>
                  </a:moveTo>
                  <a:cubicBezTo>
                    <a:pt x="1" y="12"/>
                    <a:pt x="1" y="310"/>
                    <a:pt x="203" y="310"/>
                  </a:cubicBezTo>
                  <a:lnTo>
                    <a:pt x="822" y="310"/>
                  </a:lnTo>
                  <a:cubicBezTo>
                    <a:pt x="1013" y="310"/>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64"/>
            <p:cNvSpPr/>
            <p:nvPr/>
          </p:nvSpPr>
          <p:spPr>
            <a:xfrm>
              <a:off x="1020624" y="2532898"/>
              <a:ext cx="32241" cy="10248"/>
            </a:xfrm>
            <a:custGeom>
              <a:avLst/>
              <a:gdLst/>
              <a:ahLst/>
              <a:cxnLst/>
              <a:rect l="l" t="t" r="r" b="b"/>
              <a:pathLst>
                <a:path w="1013" h="322" extrusionOk="0">
                  <a:moveTo>
                    <a:pt x="203" y="0"/>
                  </a:moveTo>
                  <a:cubicBezTo>
                    <a:pt x="1" y="24"/>
                    <a:pt x="1" y="322"/>
                    <a:pt x="203" y="322"/>
                  </a:cubicBezTo>
                  <a:lnTo>
                    <a:pt x="822" y="322"/>
                  </a:lnTo>
                  <a:cubicBezTo>
                    <a:pt x="1013" y="322"/>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64"/>
            <p:cNvSpPr/>
            <p:nvPr/>
          </p:nvSpPr>
          <p:spPr>
            <a:xfrm>
              <a:off x="1020624" y="2562052"/>
              <a:ext cx="32241" cy="9898"/>
            </a:xfrm>
            <a:custGeom>
              <a:avLst/>
              <a:gdLst/>
              <a:ahLst/>
              <a:cxnLst/>
              <a:rect l="l" t="t" r="r" b="b"/>
              <a:pathLst>
                <a:path w="1013" h="311" extrusionOk="0">
                  <a:moveTo>
                    <a:pt x="203" y="1"/>
                  </a:moveTo>
                  <a:cubicBezTo>
                    <a:pt x="1" y="13"/>
                    <a:pt x="1" y="310"/>
                    <a:pt x="203" y="310"/>
                  </a:cubicBezTo>
                  <a:lnTo>
                    <a:pt x="822" y="310"/>
                  </a:lnTo>
                  <a:cubicBezTo>
                    <a:pt x="1013" y="310"/>
                    <a:pt x="101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5" name="Google Shape;10535;p64"/>
          <p:cNvGrpSpPr/>
          <p:nvPr/>
        </p:nvGrpSpPr>
        <p:grpSpPr>
          <a:xfrm>
            <a:off x="6644957" y="2282103"/>
            <a:ext cx="371395" cy="278904"/>
            <a:chOff x="6644957" y="2456353"/>
            <a:chExt cx="371395" cy="278904"/>
          </a:xfrm>
        </p:grpSpPr>
        <p:sp>
          <p:nvSpPr>
            <p:cNvPr id="10536" name="Google Shape;10536;p64"/>
            <p:cNvSpPr/>
            <p:nvPr/>
          </p:nvSpPr>
          <p:spPr>
            <a:xfrm>
              <a:off x="6644957" y="2456353"/>
              <a:ext cx="371395" cy="203123"/>
            </a:xfrm>
            <a:custGeom>
              <a:avLst/>
              <a:gdLst/>
              <a:ahLst/>
              <a:cxnLst/>
              <a:rect l="l" t="t" r="r" b="b"/>
              <a:pathLst>
                <a:path w="11669" h="6382" extrusionOk="0">
                  <a:moveTo>
                    <a:pt x="4763" y="0"/>
                  </a:moveTo>
                  <a:cubicBezTo>
                    <a:pt x="4167" y="0"/>
                    <a:pt x="3596" y="191"/>
                    <a:pt x="3120" y="548"/>
                  </a:cubicBezTo>
                  <a:cubicBezTo>
                    <a:pt x="2679" y="881"/>
                    <a:pt x="2358" y="1322"/>
                    <a:pt x="2179" y="1834"/>
                  </a:cubicBezTo>
                  <a:cubicBezTo>
                    <a:pt x="977" y="1893"/>
                    <a:pt x="0" y="2881"/>
                    <a:pt x="0" y="4108"/>
                  </a:cubicBezTo>
                  <a:cubicBezTo>
                    <a:pt x="0" y="5358"/>
                    <a:pt x="1036" y="6382"/>
                    <a:pt x="2286" y="6382"/>
                  </a:cubicBezTo>
                  <a:lnTo>
                    <a:pt x="3096" y="6382"/>
                  </a:lnTo>
                  <a:cubicBezTo>
                    <a:pt x="3191" y="6382"/>
                    <a:pt x="3274" y="6310"/>
                    <a:pt x="3274" y="6203"/>
                  </a:cubicBezTo>
                  <a:cubicBezTo>
                    <a:pt x="3274" y="6120"/>
                    <a:pt x="3203" y="6025"/>
                    <a:pt x="3096" y="6025"/>
                  </a:cubicBezTo>
                  <a:lnTo>
                    <a:pt x="2286" y="6025"/>
                  </a:lnTo>
                  <a:cubicBezTo>
                    <a:pt x="1215" y="6025"/>
                    <a:pt x="346" y="5167"/>
                    <a:pt x="346" y="4096"/>
                  </a:cubicBezTo>
                  <a:cubicBezTo>
                    <a:pt x="346" y="3024"/>
                    <a:pt x="1215" y="2155"/>
                    <a:pt x="2286" y="2155"/>
                  </a:cubicBezTo>
                  <a:lnTo>
                    <a:pt x="2298" y="2155"/>
                  </a:lnTo>
                  <a:cubicBezTo>
                    <a:pt x="2370" y="2155"/>
                    <a:pt x="2441" y="2107"/>
                    <a:pt x="2465" y="2036"/>
                  </a:cubicBezTo>
                  <a:cubicBezTo>
                    <a:pt x="2608" y="1548"/>
                    <a:pt x="2905" y="1119"/>
                    <a:pt x="3310" y="822"/>
                  </a:cubicBezTo>
                  <a:cubicBezTo>
                    <a:pt x="3727" y="500"/>
                    <a:pt x="4227" y="321"/>
                    <a:pt x="4751" y="321"/>
                  </a:cubicBezTo>
                  <a:cubicBezTo>
                    <a:pt x="5584" y="321"/>
                    <a:pt x="6346" y="738"/>
                    <a:pt x="6775" y="1453"/>
                  </a:cubicBezTo>
                  <a:cubicBezTo>
                    <a:pt x="6811" y="1516"/>
                    <a:pt x="6861" y="1545"/>
                    <a:pt x="6914" y="1545"/>
                  </a:cubicBezTo>
                  <a:cubicBezTo>
                    <a:pt x="6931" y="1545"/>
                    <a:pt x="6948" y="1542"/>
                    <a:pt x="6965" y="1536"/>
                  </a:cubicBezTo>
                  <a:cubicBezTo>
                    <a:pt x="7168" y="1476"/>
                    <a:pt x="7370" y="1429"/>
                    <a:pt x="7585" y="1429"/>
                  </a:cubicBezTo>
                  <a:cubicBezTo>
                    <a:pt x="8430" y="1429"/>
                    <a:pt x="9168" y="1976"/>
                    <a:pt x="9430" y="2786"/>
                  </a:cubicBezTo>
                  <a:cubicBezTo>
                    <a:pt x="9452" y="2851"/>
                    <a:pt x="9513" y="2907"/>
                    <a:pt x="9587" y="2907"/>
                  </a:cubicBezTo>
                  <a:cubicBezTo>
                    <a:pt x="9594" y="2907"/>
                    <a:pt x="9601" y="2906"/>
                    <a:pt x="9609" y="2905"/>
                  </a:cubicBezTo>
                  <a:cubicBezTo>
                    <a:pt x="9668" y="2905"/>
                    <a:pt x="9728" y="2881"/>
                    <a:pt x="9763" y="2881"/>
                  </a:cubicBezTo>
                  <a:cubicBezTo>
                    <a:pt x="10633" y="2881"/>
                    <a:pt x="11335" y="3584"/>
                    <a:pt x="11335" y="4453"/>
                  </a:cubicBezTo>
                  <a:cubicBezTo>
                    <a:pt x="11335" y="5310"/>
                    <a:pt x="10633" y="6013"/>
                    <a:pt x="9763" y="6013"/>
                  </a:cubicBezTo>
                  <a:lnTo>
                    <a:pt x="8573" y="6013"/>
                  </a:lnTo>
                  <a:cubicBezTo>
                    <a:pt x="8489" y="6013"/>
                    <a:pt x="8394" y="6084"/>
                    <a:pt x="8394" y="6191"/>
                  </a:cubicBezTo>
                  <a:cubicBezTo>
                    <a:pt x="8394" y="6298"/>
                    <a:pt x="8478" y="6370"/>
                    <a:pt x="8573" y="6370"/>
                  </a:cubicBezTo>
                  <a:lnTo>
                    <a:pt x="9763" y="6370"/>
                  </a:lnTo>
                  <a:cubicBezTo>
                    <a:pt x="10823" y="6370"/>
                    <a:pt x="11668" y="5501"/>
                    <a:pt x="11668" y="4465"/>
                  </a:cubicBezTo>
                  <a:cubicBezTo>
                    <a:pt x="11668" y="3417"/>
                    <a:pt x="10859" y="2560"/>
                    <a:pt x="9811" y="2560"/>
                  </a:cubicBezTo>
                  <a:lnTo>
                    <a:pt x="9740" y="2560"/>
                  </a:lnTo>
                  <a:cubicBezTo>
                    <a:pt x="9585" y="2155"/>
                    <a:pt x="9323" y="1798"/>
                    <a:pt x="8966" y="1548"/>
                  </a:cubicBezTo>
                  <a:cubicBezTo>
                    <a:pt x="8561" y="1250"/>
                    <a:pt x="8097" y="1095"/>
                    <a:pt x="7608" y="1095"/>
                  </a:cubicBezTo>
                  <a:cubicBezTo>
                    <a:pt x="7418" y="1095"/>
                    <a:pt x="7204" y="1131"/>
                    <a:pt x="7013" y="1179"/>
                  </a:cubicBezTo>
                  <a:cubicBezTo>
                    <a:pt x="6513" y="429"/>
                    <a:pt x="5680"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64"/>
            <p:cNvSpPr/>
            <p:nvPr/>
          </p:nvSpPr>
          <p:spPr>
            <a:xfrm>
              <a:off x="6761668" y="2549194"/>
              <a:ext cx="139850" cy="186064"/>
            </a:xfrm>
            <a:custGeom>
              <a:avLst/>
              <a:gdLst/>
              <a:ahLst/>
              <a:cxnLst/>
              <a:rect l="l" t="t" r="r" b="b"/>
              <a:pathLst>
                <a:path w="4394" h="5846" extrusionOk="0">
                  <a:moveTo>
                    <a:pt x="2584" y="357"/>
                  </a:moveTo>
                  <a:lnTo>
                    <a:pt x="2584" y="1476"/>
                  </a:lnTo>
                  <a:cubicBezTo>
                    <a:pt x="2584" y="1667"/>
                    <a:pt x="2751" y="1834"/>
                    <a:pt x="2941" y="1834"/>
                  </a:cubicBezTo>
                  <a:lnTo>
                    <a:pt x="3501" y="1834"/>
                  </a:lnTo>
                  <a:cubicBezTo>
                    <a:pt x="3584" y="1834"/>
                    <a:pt x="3679" y="1750"/>
                    <a:pt x="3679" y="1655"/>
                  </a:cubicBezTo>
                  <a:cubicBezTo>
                    <a:pt x="3679" y="1548"/>
                    <a:pt x="3596" y="1476"/>
                    <a:pt x="3501" y="1476"/>
                  </a:cubicBezTo>
                  <a:lnTo>
                    <a:pt x="2941" y="1476"/>
                  </a:lnTo>
                  <a:cubicBezTo>
                    <a:pt x="2941" y="1476"/>
                    <a:pt x="2929" y="1476"/>
                    <a:pt x="2929" y="1453"/>
                  </a:cubicBezTo>
                  <a:lnTo>
                    <a:pt x="2929" y="393"/>
                  </a:lnTo>
                  <a:lnTo>
                    <a:pt x="4001" y="1465"/>
                  </a:lnTo>
                  <a:cubicBezTo>
                    <a:pt x="4037" y="1500"/>
                    <a:pt x="4060" y="1560"/>
                    <a:pt x="4060" y="1607"/>
                  </a:cubicBezTo>
                  <a:lnTo>
                    <a:pt x="4060" y="5501"/>
                  </a:lnTo>
                  <a:lnTo>
                    <a:pt x="4049" y="5501"/>
                  </a:lnTo>
                  <a:lnTo>
                    <a:pt x="369" y="5525"/>
                  </a:lnTo>
                  <a:cubicBezTo>
                    <a:pt x="369" y="5525"/>
                    <a:pt x="358" y="5525"/>
                    <a:pt x="358" y="5501"/>
                  </a:cubicBezTo>
                  <a:lnTo>
                    <a:pt x="358" y="369"/>
                  </a:lnTo>
                  <a:cubicBezTo>
                    <a:pt x="358" y="369"/>
                    <a:pt x="358" y="357"/>
                    <a:pt x="369" y="357"/>
                  </a:cubicBezTo>
                  <a:close/>
                  <a:moveTo>
                    <a:pt x="358" y="0"/>
                  </a:moveTo>
                  <a:cubicBezTo>
                    <a:pt x="167" y="0"/>
                    <a:pt x="0" y="167"/>
                    <a:pt x="0" y="357"/>
                  </a:cubicBezTo>
                  <a:lnTo>
                    <a:pt x="0" y="5489"/>
                  </a:lnTo>
                  <a:cubicBezTo>
                    <a:pt x="0" y="5679"/>
                    <a:pt x="155" y="5846"/>
                    <a:pt x="358" y="5846"/>
                  </a:cubicBezTo>
                  <a:lnTo>
                    <a:pt x="4013" y="5846"/>
                  </a:lnTo>
                  <a:cubicBezTo>
                    <a:pt x="4203" y="5846"/>
                    <a:pt x="4370" y="5679"/>
                    <a:pt x="4370" y="5489"/>
                  </a:cubicBezTo>
                  <a:lnTo>
                    <a:pt x="4370" y="1607"/>
                  </a:lnTo>
                  <a:cubicBezTo>
                    <a:pt x="4394" y="1476"/>
                    <a:pt x="4334" y="1334"/>
                    <a:pt x="4227" y="1238"/>
                  </a:cubicBezTo>
                  <a:lnTo>
                    <a:pt x="3156" y="167"/>
                  </a:lnTo>
                  <a:cubicBezTo>
                    <a:pt x="3048" y="60"/>
                    <a:pt x="2917"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64"/>
            <p:cNvSpPr/>
            <p:nvPr/>
          </p:nvSpPr>
          <p:spPr>
            <a:xfrm>
              <a:off x="6802216" y="2625357"/>
              <a:ext cx="58754" cy="75431"/>
            </a:xfrm>
            <a:custGeom>
              <a:avLst/>
              <a:gdLst/>
              <a:ahLst/>
              <a:cxnLst/>
              <a:rect l="l" t="t" r="r" b="b"/>
              <a:pathLst>
                <a:path w="1846" h="2370" extrusionOk="0">
                  <a:moveTo>
                    <a:pt x="929" y="0"/>
                  </a:moveTo>
                  <a:cubicBezTo>
                    <a:pt x="881" y="0"/>
                    <a:pt x="822" y="36"/>
                    <a:pt x="786" y="60"/>
                  </a:cubicBezTo>
                  <a:lnTo>
                    <a:pt x="60" y="988"/>
                  </a:lnTo>
                  <a:cubicBezTo>
                    <a:pt x="0" y="1060"/>
                    <a:pt x="12" y="1167"/>
                    <a:pt x="96" y="1227"/>
                  </a:cubicBezTo>
                  <a:cubicBezTo>
                    <a:pt x="123" y="1250"/>
                    <a:pt x="157" y="1260"/>
                    <a:pt x="190" y="1260"/>
                  </a:cubicBezTo>
                  <a:cubicBezTo>
                    <a:pt x="243" y="1260"/>
                    <a:pt x="297" y="1234"/>
                    <a:pt x="334" y="1191"/>
                  </a:cubicBezTo>
                  <a:lnTo>
                    <a:pt x="762" y="655"/>
                  </a:lnTo>
                  <a:lnTo>
                    <a:pt x="762" y="2191"/>
                  </a:lnTo>
                  <a:cubicBezTo>
                    <a:pt x="762" y="2274"/>
                    <a:pt x="834" y="2370"/>
                    <a:pt x="941" y="2370"/>
                  </a:cubicBezTo>
                  <a:cubicBezTo>
                    <a:pt x="1024" y="2370"/>
                    <a:pt x="1120" y="2298"/>
                    <a:pt x="1120" y="2191"/>
                  </a:cubicBezTo>
                  <a:lnTo>
                    <a:pt x="1120" y="655"/>
                  </a:lnTo>
                  <a:lnTo>
                    <a:pt x="1548" y="1191"/>
                  </a:lnTo>
                  <a:cubicBezTo>
                    <a:pt x="1584" y="1238"/>
                    <a:pt x="1643" y="1250"/>
                    <a:pt x="1691" y="1250"/>
                  </a:cubicBezTo>
                  <a:cubicBezTo>
                    <a:pt x="1727" y="1250"/>
                    <a:pt x="1762" y="1238"/>
                    <a:pt x="1786" y="1203"/>
                  </a:cubicBezTo>
                  <a:cubicBezTo>
                    <a:pt x="1834" y="1167"/>
                    <a:pt x="1846" y="1060"/>
                    <a:pt x="1786" y="988"/>
                  </a:cubicBezTo>
                  <a:lnTo>
                    <a:pt x="1060" y="60"/>
                  </a:lnTo>
                  <a:cubicBezTo>
                    <a:pt x="1036" y="12"/>
                    <a:pt x="989"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64"/>
            <p:cNvSpPr/>
            <p:nvPr/>
          </p:nvSpPr>
          <p:spPr>
            <a:xfrm>
              <a:off x="6802216" y="2480828"/>
              <a:ext cx="47009" cy="33132"/>
            </a:xfrm>
            <a:custGeom>
              <a:avLst/>
              <a:gdLst/>
              <a:ahLst/>
              <a:cxnLst/>
              <a:rect l="l" t="t" r="r" b="b"/>
              <a:pathLst>
                <a:path w="1477" h="1041" extrusionOk="0">
                  <a:moveTo>
                    <a:pt x="193" y="0"/>
                  </a:moveTo>
                  <a:cubicBezTo>
                    <a:pt x="119" y="0"/>
                    <a:pt x="45" y="64"/>
                    <a:pt x="24" y="136"/>
                  </a:cubicBezTo>
                  <a:cubicBezTo>
                    <a:pt x="0" y="231"/>
                    <a:pt x="60" y="314"/>
                    <a:pt x="155" y="338"/>
                  </a:cubicBezTo>
                  <a:cubicBezTo>
                    <a:pt x="560" y="422"/>
                    <a:pt x="917" y="636"/>
                    <a:pt x="1155" y="969"/>
                  </a:cubicBezTo>
                  <a:cubicBezTo>
                    <a:pt x="1179" y="1017"/>
                    <a:pt x="1239" y="1041"/>
                    <a:pt x="1286" y="1041"/>
                  </a:cubicBezTo>
                  <a:cubicBezTo>
                    <a:pt x="1310" y="1041"/>
                    <a:pt x="1358" y="1029"/>
                    <a:pt x="1393" y="1017"/>
                  </a:cubicBezTo>
                  <a:cubicBezTo>
                    <a:pt x="1465" y="946"/>
                    <a:pt x="1477" y="838"/>
                    <a:pt x="1429" y="767"/>
                  </a:cubicBezTo>
                  <a:cubicBezTo>
                    <a:pt x="1131" y="374"/>
                    <a:pt x="703" y="88"/>
                    <a:pt x="227" y="5"/>
                  </a:cubicBezTo>
                  <a:cubicBezTo>
                    <a:pt x="216" y="2"/>
                    <a:pt x="204" y="0"/>
                    <a:pt x="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64"/>
            <p:cNvSpPr/>
            <p:nvPr/>
          </p:nvSpPr>
          <p:spPr>
            <a:xfrm>
              <a:off x="6895439" y="2517112"/>
              <a:ext cx="36793" cy="32114"/>
            </a:xfrm>
            <a:custGeom>
              <a:avLst/>
              <a:gdLst/>
              <a:ahLst/>
              <a:cxnLst/>
              <a:rect l="l" t="t" r="r" b="b"/>
              <a:pathLst>
                <a:path w="1156" h="1009" extrusionOk="0">
                  <a:moveTo>
                    <a:pt x="206" y="1"/>
                  </a:moveTo>
                  <a:cubicBezTo>
                    <a:pt x="131" y="1"/>
                    <a:pt x="65" y="39"/>
                    <a:pt x="36" y="115"/>
                  </a:cubicBezTo>
                  <a:cubicBezTo>
                    <a:pt x="0" y="198"/>
                    <a:pt x="48" y="306"/>
                    <a:pt x="143" y="341"/>
                  </a:cubicBezTo>
                  <a:cubicBezTo>
                    <a:pt x="429" y="437"/>
                    <a:pt x="667" y="639"/>
                    <a:pt x="810" y="913"/>
                  </a:cubicBezTo>
                  <a:cubicBezTo>
                    <a:pt x="846" y="972"/>
                    <a:pt x="893" y="1008"/>
                    <a:pt x="965" y="1008"/>
                  </a:cubicBezTo>
                  <a:cubicBezTo>
                    <a:pt x="989" y="1008"/>
                    <a:pt x="1024" y="1008"/>
                    <a:pt x="1036" y="996"/>
                  </a:cubicBezTo>
                  <a:cubicBezTo>
                    <a:pt x="1108" y="937"/>
                    <a:pt x="1155" y="829"/>
                    <a:pt x="1108" y="734"/>
                  </a:cubicBezTo>
                  <a:cubicBezTo>
                    <a:pt x="929" y="401"/>
                    <a:pt x="619" y="127"/>
                    <a:pt x="262" y="8"/>
                  </a:cubicBezTo>
                  <a:cubicBezTo>
                    <a:pt x="243" y="3"/>
                    <a:pt x="224"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1" name="Google Shape;10541;p64"/>
          <p:cNvGrpSpPr/>
          <p:nvPr/>
        </p:nvGrpSpPr>
        <p:grpSpPr>
          <a:xfrm>
            <a:off x="5388757" y="2240409"/>
            <a:ext cx="260349" cy="362292"/>
            <a:chOff x="5388757" y="2414659"/>
            <a:chExt cx="260349" cy="362292"/>
          </a:xfrm>
        </p:grpSpPr>
        <p:sp>
          <p:nvSpPr>
            <p:cNvPr id="10542" name="Google Shape;10542;p64"/>
            <p:cNvSpPr/>
            <p:nvPr/>
          </p:nvSpPr>
          <p:spPr>
            <a:xfrm>
              <a:off x="5388757" y="2414659"/>
              <a:ext cx="260349" cy="362292"/>
            </a:xfrm>
            <a:custGeom>
              <a:avLst/>
              <a:gdLst/>
              <a:ahLst/>
              <a:cxnLst/>
              <a:rect l="l" t="t" r="r" b="b"/>
              <a:pathLst>
                <a:path w="8180" h="11383" extrusionOk="0">
                  <a:moveTo>
                    <a:pt x="4096" y="322"/>
                  </a:moveTo>
                  <a:cubicBezTo>
                    <a:pt x="4286" y="322"/>
                    <a:pt x="4465" y="429"/>
                    <a:pt x="4572" y="596"/>
                  </a:cubicBezTo>
                  <a:cubicBezTo>
                    <a:pt x="4608" y="643"/>
                    <a:pt x="4655" y="679"/>
                    <a:pt x="4727" y="679"/>
                  </a:cubicBezTo>
                  <a:lnTo>
                    <a:pt x="5358" y="679"/>
                  </a:lnTo>
                  <a:cubicBezTo>
                    <a:pt x="5465" y="679"/>
                    <a:pt x="5548" y="774"/>
                    <a:pt x="5548" y="881"/>
                  </a:cubicBezTo>
                  <a:lnTo>
                    <a:pt x="5548" y="1429"/>
                  </a:lnTo>
                  <a:lnTo>
                    <a:pt x="2679" y="1429"/>
                  </a:lnTo>
                  <a:lnTo>
                    <a:pt x="2679" y="881"/>
                  </a:lnTo>
                  <a:lnTo>
                    <a:pt x="2643" y="881"/>
                  </a:lnTo>
                  <a:cubicBezTo>
                    <a:pt x="2643" y="774"/>
                    <a:pt x="2727" y="679"/>
                    <a:pt x="2834" y="679"/>
                  </a:cubicBezTo>
                  <a:lnTo>
                    <a:pt x="3465" y="679"/>
                  </a:lnTo>
                  <a:cubicBezTo>
                    <a:pt x="3536" y="679"/>
                    <a:pt x="3584" y="655"/>
                    <a:pt x="3620" y="596"/>
                  </a:cubicBezTo>
                  <a:cubicBezTo>
                    <a:pt x="3727" y="417"/>
                    <a:pt x="3905" y="322"/>
                    <a:pt x="4096" y="322"/>
                  </a:cubicBezTo>
                  <a:close/>
                  <a:moveTo>
                    <a:pt x="7477" y="1036"/>
                  </a:moveTo>
                  <a:cubicBezTo>
                    <a:pt x="7680" y="1036"/>
                    <a:pt x="7846" y="1203"/>
                    <a:pt x="7846" y="1417"/>
                  </a:cubicBezTo>
                  <a:lnTo>
                    <a:pt x="7846" y="10680"/>
                  </a:lnTo>
                  <a:lnTo>
                    <a:pt x="7834" y="10680"/>
                  </a:lnTo>
                  <a:cubicBezTo>
                    <a:pt x="7834" y="10895"/>
                    <a:pt x="7668" y="11061"/>
                    <a:pt x="7465" y="11061"/>
                  </a:cubicBezTo>
                  <a:lnTo>
                    <a:pt x="691" y="11061"/>
                  </a:lnTo>
                  <a:cubicBezTo>
                    <a:pt x="476" y="11061"/>
                    <a:pt x="322" y="10895"/>
                    <a:pt x="322" y="10680"/>
                  </a:cubicBezTo>
                  <a:lnTo>
                    <a:pt x="322" y="1417"/>
                  </a:lnTo>
                  <a:cubicBezTo>
                    <a:pt x="322" y="1203"/>
                    <a:pt x="476" y="1036"/>
                    <a:pt x="691" y="1036"/>
                  </a:cubicBezTo>
                  <a:lnTo>
                    <a:pt x="2310" y="1036"/>
                  </a:lnTo>
                  <a:lnTo>
                    <a:pt x="2310" y="1596"/>
                  </a:lnTo>
                  <a:cubicBezTo>
                    <a:pt x="2310" y="1679"/>
                    <a:pt x="2381" y="1751"/>
                    <a:pt x="2477" y="1751"/>
                  </a:cubicBezTo>
                  <a:lnTo>
                    <a:pt x="5691" y="1751"/>
                  </a:lnTo>
                  <a:cubicBezTo>
                    <a:pt x="5775" y="1751"/>
                    <a:pt x="5846" y="1679"/>
                    <a:pt x="5846" y="1596"/>
                  </a:cubicBezTo>
                  <a:lnTo>
                    <a:pt x="5846" y="1036"/>
                  </a:lnTo>
                  <a:close/>
                  <a:moveTo>
                    <a:pt x="4084" y="0"/>
                  </a:moveTo>
                  <a:cubicBezTo>
                    <a:pt x="3798" y="0"/>
                    <a:pt x="3548" y="131"/>
                    <a:pt x="3381" y="358"/>
                  </a:cubicBezTo>
                  <a:lnTo>
                    <a:pt x="2834" y="358"/>
                  </a:lnTo>
                  <a:cubicBezTo>
                    <a:pt x="2608" y="358"/>
                    <a:pt x="2393" y="500"/>
                    <a:pt x="2346" y="715"/>
                  </a:cubicBezTo>
                  <a:lnTo>
                    <a:pt x="703" y="715"/>
                  </a:lnTo>
                  <a:cubicBezTo>
                    <a:pt x="322" y="715"/>
                    <a:pt x="0" y="1024"/>
                    <a:pt x="0" y="1417"/>
                  </a:cubicBezTo>
                  <a:lnTo>
                    <a:pt x="0" y="10680"/>
                  </a:lnTo>
                  <a:cubicBezTo>
                    <a:pt x="0" y="11073"/>
                    <a:pt x="310" y="11383"/>
                    <a:pt x="703" y="11383"/>
                  </a:cubicBezTo>
                  <a:lnTo>
                    <a:pt x="7477" y="11383"/>
                  </a:lnTo>
                  <a:cubicBezTo>
                    <a:pt x="7858" y="11383"/>
                    <a:pt x="8180" y="11073"/>
                    <a:pt x="8180" y="10680"/>
                  </a:cubicBezTo>
                  <a:lnTo>
                    <a:pt x="8180" y="1417"/>
                  </a:lnTo>
                  <a:cubicBezTo>
                    <a:pt x="8156" y="1024"/>
                    <a:pt x="7846" y="715"/>
                    <a:pt x="7465" y="715"/>
                  </a:cubicBezTo>
                  <a:lnTo>
                    <a:pt x="5822" y="715"/>
                  </a:lnTo>
                  <a:cubicBezTo>
                    <a:pt x="5751" y="500"/>
                    <a:pt x="5560" y="358"/>
                    <a:pt x="5334" y="358"/>
                  </a:cubicBezTo>
                  <a:lnTo>
                    <a:pt x="4786" y="358"/>
                  </a:lnTo>
                  <a:cubicBezTo>
                    <a:pt x="4620" y="131"/>
                    <a:pt x="4346"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64"/>
            <p:cNvSpPr/>
            <p:nvPr/>
          </p:nvSpPr>
          <p:spPr>
            <a:xfrm>
              <a:off x="5513425" y="2437384"/>
              <a:ext cx="10248" cy="10280"/>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64"/>
            <p:cNvSpPr/>
            <p:nvPr/>
          </p:nvSpPr>
          <p:spPr>
            <a:xfrm>
              <a:off x="5411100" y="2460140"/>
              <a:ext cx="214517" cy="283106"/>
            </a:xfrm>
            <a:custGeom>
              <a:avLst/>
              <a:gdLst/>
              <a:ahLst/>
              <a:cxnLst/>
              <a:rect l="l" t="t" r="r" b="b"/>
              <a:pathLst>
                <a:path w="6740" h="8895" extrusionOk="0">
                  <a:moveTo>
                    <a:pt x="5692" y="0"/>
                  </a:moveTo>
                  <a:cubicBezTo>
                    <a:pt x="5596" y="0"/>
                    <a:pt x="5525" y="72"/>
                    <a:pt x="5525" y="167"/>
                  </a:cubicBezTo>
                  <a:cubicBezTo>
                    <a:pt x="5525" y="250"/>
                    <a:pt x="5596" y="322"/>
                    <a:pt x="5692" y="322"/>
                  </a:cubicBezTo>
                  <a:lnTo>
                    <a:pt x="6418" y="322"/>
                  </a:lnTo>
                  <a:lnTo>
                    <a:pt x="6418" y="8561"/>
                  </a:lnTo>
                  <a:lnTo>
                    <a:pt x="334" y="8561"/>
                  </a:lnTo>
                  <a:lnTo>
                    <a:pt x="334" y="345"/>
                  </a:lnTo>
                  <a:lnTo>
                    <a:pt x="1060" y="345"/>
                  </a:lnTo>
                  <a:cubicBezTo>
                    <a:pt x="1144" y="345"/>
                    <a:pt x="1227" y="262"/>
                    <a:pt x="1227" y="179"/>
                  </a:cubicBezTo>
                  <a:cubicBezTo>
                    <a:pt x="1227" y="83"/>
                    <a:pt x="1144" y="12"/>
                    <a:pt x="1060" y="12"/>
                  </a:cubicBezTo>
                  <a:lnTo>
                    <a:pt x="167" y="12"/>
                  </a:lnTo>
                  <a:cubicBezTo>
                    <a:pt x="72" y="12"/>
                    <a:pt x="1" y="83"/>
                    <a:pt x="1" y="179"/>
                  </a:cubicBezTo>
                  <a:lnTo>
                    <a:pt x="1" y="8739"/>
                  </a:lnTo>
                  <a:cubicBezTo>
                    <a:pt x="1" y="8823"/>
                    <a:pt x="72" y="8894"/>
                    <a:pt x="167" y="8894"/>
                  </a:cubicBezTo>
                  <a:lnTo>
                    <a:pt x="6585" y="8894"/>
                  </a:lnTo>
                  <a:cubicBezTo>
                    <a:pt x="6668" y="8894"/>
                    <a:pt x="6739" y="8823"/>
                    <a:pt x="6739" y="8739"/>
                  </a:cubicBezTo>
                  <a:lnTo>
                    <a:pt x="6739" y="179"/>
                  </a:lnTo>
                  <a:cubicBezTo>
                    <a:pt x="6739" y="72"/>
                    <a:pt x="6668"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64"/>
            <p:cNvSpPr/>
            <p:nvPr/>
          </p:nvSpPr>
          <p:spPr>
            <a:xfrm>
              <a:off x="5439904" y="2488562"/>
              <a:ext cx="78837" cy="106495"/>
            </a:xfrm>
            <a:custGeom>
              <a:avLst/>
              <a:gdLst/>
              <a:ahLst/>
              <a:cxnLst/>
              <a:rect l="l" t="t" r="r" b="b"/>
              <a:pathLst>
                <a:path w="2477" h="3346" extrusionOk="0">
                  <a:moveTo>
                    <a:pt x="1405" y="322"/>
                  </a:moveTo>
                  <a:cubicBezTo>
                    <a:pt x="1608" y="322"/>
                    <a:pt x="1774" y="488"/>
                    <a:pt x="1774" y="703"/>
                  </a:cubicBezTo>
                  <a:lnTo>
                    <a:pt x="1774" y="1060"/>
                  </a:lnTo>
                  <a:cubicBezTo>
                    <a:pt x="1774" y="1357"/>
                    <a:pt x="1536" y="1607"/>
                    <a:pt x="1227" y="1607"/>
                  </a:cubicBezTo>
                  <a:cubicBezTo>
                    <a:pt x="929" y="1607"/>
                    <a:pt x="679" y="1357"/>
                    <a:pt x="679" y="1060"/>
                  </a:cubicBezTo>
                  <a:lnTo>
                    <a:pt x="679" y="703"/>
                  </a:lnTo>
                  <a:cubicBezTo>
                    <a:pt x="679" y="488"/>
                    <a:pt x="834" y="322"/>
                    <a:pt x="1048" y="322"/>
                  </a:cubicBezTo>
                  <a:close/>
                  <a:moveTo>
                    <a:pt x="1417" y="1905"/>
                  </a:moveTo>
                  <a:lnTo>
                    <a:pt x="1417" y="2012"/>
                  </a:lnTo>
                  <a:cubicBezTo>
                    <a:pt x="1417" y="2084"/>
                    <a:pt x="1429" y="2143"/>
                    <a:pt x="1465" y="2191"/>
                  </a:cubicBezTo>
                  <a:lnTo>
                    <a:pt x="1239" y="2405"/>
                  </a:lnTo>
                  <a:lnTo>
                    <a:pt x="1215" y="2405"/>
                  </a:lnTo>
                  <a:lnTo>
                    <a:pt x="989" y="2191"/>
                  </a:lnTo>
                  <a:cubicBezTo>
                    <a:pt x="1012" y="2143"/>
                    <a:pt x="1036" y="2084"/>
                    <a:pt x="1036" y="2012"/>
                  </a:cubicBezTo>
                  <a:lnTo>
                    <a:pt x="1036" y="1905"/>
                  </a:lnTo>
                  <a:cubicBezTo>
                    <a:pt x="1096" y="1917"/>
                    <a:pt x="1155" y="1917"/>
                    <a:pt x="1227" y="1917"/>
                  </a:cubicBezTo>
                  <a:cubicBezTo>
                    <a:pt x="1286" y="1917"/>
                    <a:pt x="1358" y="1917"/>
                    <a:pt x="1417" y="1905"/>
                  </a:cubicBezTo>
                  <a:close/>
                  <a:moveTo>
                    <a:pt x="1703" y="2393"/>
                  </a:moveTo>
                  <a:lnTo>
                    <a:pt x="1989" y="2548"/>
                  </a:lnTo>
                  <a:cubicBezTo>
                    <a:pt x="2048" y="2572"/>
                    <a:pt x="2084" y="2643"/>
                    <a:pt x="2084" y="2703"/>
                  </a:cubicBezTo>
                  <a:lnTo>
                    <a:pt x="2084" y="3024"/>
                  </a:lnTo>
                  <a:lnTo>
                    <a:pt x="2120" y="3024"/>
                  </a:lnTo>
                  <a:lnTo>
                    <a:pt x="322" y="3036"/>
                  </a:lnTo>
                  <a:cubicBezTo>
                    <a:pt x="322" y="3036"/>
                    <a:pt x="298" y="3036"/>
                    <a:pt x="298" y="3024"/>
                  </a:cubicBezTo>
                  <a:lnTo>
                    <a:pt x="298" y="2703"/>
                  </a:lnTo>
                  <a:cubicBezTo>
                    <a:pt x="298" y="2631"/>
                    <a:pt x="346" y="2572"/>
                    <a:pt x="405" y="2548"/>
                  </a:cubicBezTo>
                  <a:lnTo>
                    <a:pt x="691" y="2393"/>
                  </a:lnTo>
                  <a:lnTo>
                    <a:pt x="953" y="2667"/>
                  </a:lnTo>
                  <a:cubicBezTo>
                    <a:pt x="1012" y="2715"/>
                    <a:pt x="1108" y="2762"/>
                    <a:pt x="1191" y="2762"/>
                  </a:cubicBezTo>
                  <a:cubicBezTo>
                    <a:pt x="1286" y="2762"/>
                    <a:pt x="1370" y="2738"/>
                    <a:pt x="1429" y="2667"/>
                  </a:cubicBezTo>
                  <a:lnTo>
                    <a:pt x="1703" y="2393"/>
                  </a:lnTo>
                  <a:close/>
                  <a:moveTo>
                    <a:pt x="1048" y="0"/>
                  </a:moveTo>
                  <a:cubicBezTo>
                    <a:pt x="655" y="0"/>
                    <a:pt x="346" y="310"/>
                    <a:pt x="346" y="703"/>
                  </a:cubicBezTo>
                  <a:lnTo>
                    <a:pt x="346" y="1060"/>
                  </a:lnTo>
                  <a:cubicBezTo>
                    <a:pt x="346" y="1334"/>
                    <a:pt x="477" y="1607"/>
                    <a:pt x="703" y="1750"/>
                  </a:cubicBezTo>
                  <a:lnTo>
                    <a:pt x="703" y="2012"/>
                  </a:lnTo>
                  <a:lnTo>
                    <a:pt x="703" y="2024"/>
                  </a:lnTo>
                  <a:lnTo>
                    <a:pt x="286" y="2227"/>
                  </a:lnTo>
                  <a:cubicBezTo>
                    <a:pt x="108" y="2322"/>
                    <a:pt x="0" y="2500"/>
                    <a:pt x="0" y="2691"/>
                  </a:cubicBezTo>
                  <a:lnTo>
                    <a:pt x="0" y="3000"/>
                  </a:lnTo>
                  <a:cubicBezTo>
                    <a:pt x="0" y="3203"/>
                    <a:pt x="155" y="3346"/>
                    <a:pt x="346" y="3346"/>
                  </a:cubicBezTo>
                  <a:lnTo>
                    <a:pt x="2132" y="3346"/>
                  </a:lnTo>
                  <a:cubicBezTo>
                    <a:pt x="2322" y="3346"/>
                    <a:pt x="2477" y="3203"/>
                    <a:pt x="2477" y="3000"/>
                  </a:cubicBezTo>
                  <a:lnTo>
                    <a:pt x="2477" y="2691"/>
                  </a:lnTo>
                  <a:cubicBezTo>
                    <a:pt x="2465" y="2500"/>
                    <a:pt x="2334" y="2322"/>
                    <a:pt x="2167" y="2227"/>
                  </a:cubicBezTo>
                  <a:lnTo>
                    <a:pt x="1751" y="2024"/>
                  </a:lnTo>
                  <a:lnTo>
                    <a:pt x="1751" y="2012"/>
                  </a:lnTo>
                  <a:lnTo>
                    <a:pt x="1751" y="1750"/>
                  </a:lnTo>
                  <a:cubicBezTo>
                    <a:pt x="1965" y="1595"/>
                    <a:pt x="2108" y="1334"/>
                    <a:pt x="2108" y="1060"/>
                  </a:cubicBezTo>
                  <a:lnTo>
                    <a:pt x="2108" y="703"/>
                  </a:lnTo>
                  <a:cubicBezTo>
                    <a:pt x="2108" y="310"/>
                    <a:pt x="1786" y="0"/>
                    <a:pt x="1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64"/>
            <p:cNvSpPr/>
            <p:nvPr/>
          </p:nvSpPr>
          <p:spPr>
            <a:xfrm>
              <a:off x="5530103" y="2494228"/>
              <a:ext cx="67856" cy="33005"/>
            </a:xfrm>
            <a:custGeom>
              <a:avLst/>
              <a:gdLst/>
              <a:ahLst/>
              <a:cxnLst/>
              <a:rect l="l" t="t" r="r" b="b"/>
              <a:pathLst>
                <a:path w="2132" h="1037" extrusionOk="0">
                  <a:moveTo>
                    <a:pt x="1786" y="346"/>
                  </a:moveTo>
                  <a:lnTo>
                    <a:pt x="1786" y="715"/>
                  </a:lnTo>
                  <a:lnTo>
                    <a:pt x="345" y="715"/>
                  </a:lnTo>
                  <a:lnTo>
                    <a:pt x="345" y="346"/>
                  </a:lnTo>
                  <a:close/>
                  <a:moveTo>
                    <a:pt x="167" y="1"/>
                  </a:moveTo>
                  <a:cubicBezTo>
                    <a:pt x="72" y="1"/>
                    <a:pt x="0" y="72"/>
                    <a:pt x="0" y="167"/>
                  </a:cubicBezTo>
                  <a:lnTo>
                    <a:pt x="0" y="882"/>
                  </a:lnTo>
                  <a:cubicBezTo>
                    <a:pt x="0" y="965"/>
                    <a:pt x="72" y="1036"/>
                    <a:pt x="167" y="1036"/>
                  </a:cubicBezTo>
                  <a:lnTo>
                    <a:pt x="1953" y="1036"/>
                  </a:lnTo>
                  <a:cubicBezTo>
                    <a:pt x="2036" y="1036"/>
                    <a:pt x="2107" y="965"/>
                    <a:pt x="2107" y="882"/>
                  </a:cubicBezTo>
                  <a:lnTo>
                    <a:pt x="2107" y="167"/>
                  </a:lnTo>
                  <a:cubicBezTo>
                    <a:pt x="2131" y="72"/>
                    <a:pt x="2048"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64"/>
            <p:cNvSpPr/>
            <p:nvPr/>
          </p:nvSpPr>
          <p:spPr>
            <a:xfrm>
              <a:off x="5530103" y="2539709"/>
              <a:ext cx="67092" cy="10248"/>
            </a:xfrm>
            <a:custGeom>
              <a:avLst/>
              <a:gdLst/>
              <a:ahLst/>
              <a:cxnLst/>
              <a:rect l="l" t="t" r="r" b="b"/>
              <a:pathLst>
                <a:path w="2108" h="322" extrusionOk="0">
                  <a:moveTo>
                    <a:pt x="167" y="0"/>
                  </a:moveTo>
                  <a:cubicBezTo>
                    <a:pt x="72" y="0"/>
                    <a:pt x="0" y="72"/>
                    <a:pt x="0" y="167"/>
                  </a:cubicBezTo>
                  <a:cubicBezTo>
                    <a:pt x="0" y="250"/>
                    <a:pt x="72" y="322"/>
                    <a:pt x="167" y="322"/>
                  </a:cubicBezTo>
                  <a:lnTo>
                    <a:pt x="1953" y="322"/>
                  </a:lnTo>
                  <a:cubicBezTo>
                    <a:pt x="2036" y="322"/>
                    <a:pt x="2107" y="250"/>
                    <a:pt x="2107" y="167"/>
                  </a:cubicBezTo>
                  <a:cubicBezTo>
                    <a:pt x="2107" y="72"/>
                    <a:pt x="2048"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64"/>
            <p:cNvSpPr/>
            <p:nvPr/>
          </p:nvSpPr>
          <p:spPr>
            <a:xfrm>
              <a:off x="5530103" y="2562434"/>
              <a:ext cx="32973" cy="10280"/>
            </a:xfrm>
            <a:custGeom>
              <a:avLst/>
              <a:gdLst/>
              <a:ahLst/>
              <a:cxnLst/>
              <a:rect l="l" t="t" r="r" b="b"/>
              <a:pathLst>
                <a:path w="1036" h="323" extrusionOk="0">
                  <a:moveTo>
                    <a:pt x="167" y="1"/>
                  </a:moveTo>
                  <a:cubicBezTo>
                    <a:pt x="72" y="1"/>
                    <a:pt x="0" y="72"/>
                    <a:pt x="0" y="167"/>
                  </a:cubicBezTo>
                  <a:cubicBezTo>
                    <a:pt x="0" y="251"/>
                    <a:pt x="72" y="322"/>
                    <a:pt x="167" y="322"/>
                  </a:cubicBezTo>
                  <a:lnTo>
                    <a:pt x="881" y="322"/>
                  </a:lnTo>
                  <a:cubicBezTo>
                    <a:pt x="964" y="322"/>
                    <a:pt x="1036" y="251"/>
                    <a:pt x="1036" y="167"/>
                  </a:cubicBezTo>
                  <a:cubicBezTo>
                    <a:pt x="1036" y="72"/>
                    <a:pt x="97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64"/>
            <p:cNvSpPr/>
            <p:nvPr/>
          </p:nvSpPr>
          <p:spPr>
            <a:xfrm>
              <a:off x="5439522" y="2607534"/>
              <a:ext cx="158437" cy="10280"/>
            </a:xfrm>
            <a:custGeom>
              <a:avLst/>
              <a:gdLst/>
              <a:ahLst/>
              <a:cxnLst/>
              <a:rect l="l" t="t" r="r" b="b"/>
              <a:pathLst>
                <a:path w="4978" h="323" extrusionOk="0">
                  <a:moveTo>
                    <a:pt x="167" y="1"/>
                  </a:moveTo>
                  <a:cubicBezTo>
                    <a:pt x="72" y="1"/>
                    <a:pt x="0" y="72"/>
                    <a:pt x="0" y="155"/>
                  </a:cubicBezTo>
                  <a:cubicBezTo>
                    <a:pt x="0" y="251"/>
                    <a:pt x="72" y="322"/>
                    <a:pt x="167" y="322"/>
                  </a:cubicBezTo>
                  <a:lnTo>
                    <a:pt x="4799" y="322"/>
                  </a:lnTo>
                  <a:cubicBezTo>
                    <a:pt x="4882" y="322"/>
                    <a:pt x="4953" y="251"/>
                    <a:pt x="4953" y="155"/>
                  </a:cubicBezTo>
                  <a:cubicBezTo>
                    <a:pt x="4977" y="72"/>
                    <a:pt x="4894" y="1"/>
                    <a:pt x="4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64"/>
            <p:cNvSpPr/>
            <p:nvPr/>
          </p:nvSpPr>
          <p:spPr>
            <a:xfrm>
              <a:off x="5439522" y="2630258"/>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64"/>
            <p:cNvSpPr/>
            <p:nvPr/>
          </p:nvSpPr>
          <p:spPr>
            <a:xfrm>
              <a:off x="5439522" y="2698497"/>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64"/>
            <p:cNvSpPr/>
            <p:nvPr/>
          </p:nvSpPr>
          <p:spPr>
            <a:xfrm>
              <a:off x="5439522" y="2675740"/>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64"/>
            <p:cNvSpPr/>
            <p:nvPr/>
          </p:nvSpPr>
          <p:spPr>
            <a:xfrm>
              <a:off x="5439522" y="2653015"/>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64"/>
            <p:cNvSpPr/>
            <p:nvPr/>
          </p:nvSpPr>
          <p:spPr>
            <a:xfrm>
              <a:off x="5473641" y="2630258"/>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64"/>
            <p:cNvSpPr/>
            <p:nvPr/>
          </p:nvSpPr>
          <p:spPr>
            <a:xfrm>
              <a:off x="5473641" y="2698497"/>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64"/>
            <p:cNvSpPr/>
            <p:nvPr/>
          </p:nvSpPr>
          <p:spPr>
            <a:xfrm>
              <a:off x="5473641" y="2675740"/>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64"/>
            <p:cNvSpPr/>
            <p:nvPr/>
          </p:nvSpPr>
          <p:spPr>
            <a:xfrm>
              <a:off x="5473641" y="2653015"/>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64"/>
            <p:cNvSpPr/>
            <p:nvPr/>
          </p:nvSpPr>
          <p:spPr>
            <a:xfrm>
              <a:off x="5558525" y="2653015"/>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64"/>
            <p:cNvSpPr/>
            <p:nvPr/>
          </p:nvSpPr>
          <p:spPr>
            <a:xfrm>
              <a:off x="5558525" y="2630258"/>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64"/>
            <p:cNvSpPr/>
            <p:nvPr/>
          </p:nvSpPr>
          <p:spPr>
            <a:xfrm>
              <a:off x="5558525" y="2675740"/>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64"/>
            <p:cNvSpPr/>
            <p:nvPr/>
          </p:nvSpPr>
          <p:spPr>
            <a:xfrm>
              <a:off x="5558525" y="2698497"/>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2" name="Google Shape;10562;p64"/>
          <p:cNvGrpSpPr/>
          <p:nvPr/>
        </p:nvGrpSpPr>
        <p:grpSpPr>
          <a:xfrm>
            <a:off x="3567142" y="2731507"/>
            <a:ext cx="348288" cy="340331"/>
            <a:chOff x="3567142" y="2905757"/>
            <a:chExt cx="348288" cy="340331"/>
          </a:xfrm>
        </p:grpSpPr>
        <p:sp>
          <p:nvSpPr>
            <p:cNvPr id="10563" name="Google Shape;10563;p64"/>
            <p:cNvSpPr/>
            <p:nvPr/>
          </p:nvSpPr>
          <p:spPr>
            <a:xfrm>
              <a:off x="3567142" y="2905757"/>
              <a:ext cx="348288" cy="340331"/>
            </a:xfrm>
            <a:custGeom>
              <a:avLst/>
              <a:gdLst/>
              <a:ahLst/>
              <a:cxnLst/>
              <a:rect l="l" t="t" r="r" b="b"/>
              <a:pathLst>
                <a:path w="10943" h="10693" extrusionOk="0">
                  <a:moveTo>
                    <a:pt x="2799" y="608"/>
                  </a:moveTo>
                  <a:lnTo>
                    <a:pt x="6811" y="620"/>
                  </a:lnTo>
                  <a:cubicBezTo>
                    <a:pt x="7013" y="620"/>
                    <a:pt x="7156" y="763"/>
                    <a:pt x="7204" y="941"/>
                  </a:cubicBezTo>
                  <a:cubicBezTo>
                    <a:pt x="7204" y="965"/>
                    <a:pt x="7216" y="1001"/>
                    <a:pt x="7216" y="1013"/>
                  </a:cubicBezTo>
                  <a:lnTo>
                    <a:pt x="7216" y="1715"/>
                  </a:lnTo>
                  <a:lnTo>
                    <a:pt x="3144" y="1703"/>
                  </a:lnTo>
                  <a:lnTo>
                    <a:pt x="3144" y="1596"/>
                  </a:lnTo>
                  <a:cubicBezTo>
                    <a:pt x="3144" y="1215"/>
                    <a:pt x="3001" y="882"/>
                    <a:pt x="2799" y="608"/>
                  </a:cubicBezTo>
                  <a:close/>
                  <a:moveTo>
                    <a:pt x="1560" y="346"/>
                  </a:moveTo>
                  <a:cubicBezTo>
                    <a:pt x="2251" y="346"/>
                    <a:pt x="2811" y="906"/>
                    <a:pt x="2811" y="1596"/>
                  </a:cubicBezTo>
                  <a:cubicBezTo>
                    <a:pt x="2811" y="2275"/>
                    <a:pt x="2263" y="2846"/>
                    <a:pt x="1560" y="2846"/>
                  </a:cubicBezTo>
                  <a:cubicBezTo>
                    <a:pt x="882" y="2846"/>
                    <a:pt x="310" y="2275"/>
                    <a:pt x="310" y="1596"/>
                  </a:cubicBezTo>
                  <a:cubicBezTo>
                    <a:pt x="310" y="906"/>
                    <a:pt x="882" y="346"/>
                    <a:pt x="1560" y="346"/>
                  </a:cubicBezTo>
                  <a:close/>
                  <a:moveTo>
                    <a:pt x="1799" y="9252"/>
                  </a:moveTo>
                  <a:lnTo>
                    <a:pt x="7168" y="9288"/>
                  </a:lnTo>
                  <a:lnTo>
                    <a:pt x="7168" y="9990"/>
                  </a:lnTo>
                  <a:cubicBezTo>
                    <a:pt x="7168" y="10014"/>
                    <a:pt x="7168" y="10050"/>
                    <a:pt x="7156" y="10062"/>
                  </a:cubicBezTo>
                  <a:cubicBezTo>
                    <a:pt x="7109" y="10240"/>
                    <a:pt x="6966" y="10371"/>
                    <a:pt x="6775" y="10371"/>
                  </a:cubicBezTo>
                  <a:lnTo>
                    <a:pt x="2191" y="10359"/>
                  </a:lnTo>
                  <a:cubicBezTo>
                    <a:pt x="1965" y="10359"/>
                    <a:pt x="1799" y="10181"/>
                    <a:pt x="1799" y="9954"/>
                  </a:cubicBezTo>
                  <a:lnTo>
                    <a:pt x="1799" y="9252"/>
                  </a:lnTo>
                  <a:close/>
                  <a:moveTo>
                    <a:pt x="1572" y="1"/>
                  </a:moveTo>
                  <a:cubicBezTo>
                    <a:pt x="715" y="1"/>
                    <a:pt x="1" y="703"/>
                    <a:pt x="1" y="1561"/>
                  </a:cubicBezTo>
                  <a:cubicBezTo>
                    <a:pt x="1" y="2418"/>
                    <a:pt x="667" y="3108"/>
                    <a:pt x="1501" y="3144"/>
                  </a:cubicBezTo>
                  <a:lnTo>
                    <a:pt x="1501" y="4644"/>
                  </a:lnTo>
                  <a:cubicBezTo>
                    <a:pt x="1501" y="4739"/>
                    <a:pt x="1572" y="4811"/>
                    <a:pt x="1668" y="4811"/>
                  </a:cubicBezTo>
                  <a:cubicBezTo>
                    <a:pt x="1751" y="4811"/>
                    <a:pt x="1834" y="4739"/>
                    <a:pt x="1834" y="4644"/>
                  </a:cubicBezTo>
                  <a:lnTo>
                    <a:pt x="1834" y="3132"/>
                  </a:lnTo>
                  <a:cubicBezTo>
                    <a:pt x="2441" y="3025"/>
                    <a:pt x="2918" y="2596"/>
                    <a:pt x="3096" y="2013"/>
                  </a:cubicBezTo>
                  <a:lnTo>
                    <a:pt x="7216" y="2025"/>
                  </a:lnTo>
                  <a:lnTo>
                    <a:pt x="7216" y="3323"/>
                  </a:lnTo>
                  <a:lnTo>
                    <a:pt x="4704" y="3311"/>
                  </a:lnTo>
                  <a:lnTo>
                    <a:pt x="4668" y="3311"/>
                  </a:lnTo>
                  <a:lnTo>
                    <a:pt x="4668" y="2751"/>
                  </a:lnTo>
                  <a:cubicBezTo>
                    <a:pt x="4668" y="2668"/>
                    <a:pt x="4597" y="2596"/>
                    <a:pt x="4513" y="2596"/>
                  </a:cubicBezTo>
                  <a:cubicBezTo>
                    <a:pt x="4418" y="2596"/>
                    <a:pt x="4346" y="2668"/>
                    <a:pt x="4346" y="2751"/>
                  </a:cubicBezTo>
                  <a:lnTo>
                    <a:pt x="4346" y="3668"/>
                  </a:lnTo>
                  <a:lnTo>
                    <a:pt x="4335" y="7276"/>
                  </a:lnTo>
                  <a:lnTo>
                    <a:pt x="4335" y="8204"/>
                  </a:lnTo>
                  <a:cubicBezTo>
                    <a:pt x="4335" y="8288"/>
                    <a:pt x="4406" y="8371"/>
                    <a:pt x="4489" y="8371"/>
                  </a:cubicBezTo>
                  <a:cubicBezTo>
                    <a:pt x="4585" y="8371"/>
                    <a:pt x="4656" y="8288"/>
                    <a:pt x="4656" y="8204"/>
                  </a:cubicBezTo>
                  <a:lnTo>
                    <a:pt x="4656" y="7633"/>
                  </a:lnTo>
                  <a:lnTo>
                    <a:pt x="4692" y="7633"/>
                  </a:lnTo>
                  <a:lnTo>
                    <a:pt x="7204" y="7657"/>
                  </a:lnTo>
                  <a:lnTo>
                    <a:pt x="7204" y="8966"/>
                  </a:lnTo>
                  <a:lnTo>
                    <a:pt x="1834" y="8930"/>
                  </a:lnTo>
                  <a:lnTo>
                    <a:pt x="1846" y="5335"/>
                  </a:lnTo>
                  <a:cubicBezTo>
                    <a:pt x="1846" y="5240"/>
                    <a:pt x="1775" y="5168"/>
                    <a:pt x="1679" y="5168"/>
                  </a:cubicBezTo>
                  <a:cubicBezTo>
                    <a:pt x="1596" y="5168"/>
                    <a:pt x="1513" y="5240"/>
                    <a:pt x="1513" y="5335"/>
                  </a:cubicBezTo>
                  <a:lnTo>
                    <a:pt x="1501" y="9097"/>
                  </a:lnTo>
                  <a:lnTo>
                    <a:pt x="1501" y="9954"/>
                  </a:lnTo>
                  <a:cubicBezTo>
                    <a:pt x="1501" y="10347"/>
                    <a:pt x="1810" y="10669"/>
                    <a:pt x="2215" y="10669"/>
                  </a:cubicBezTo>
                  <a:lnTo>
                    <a:pt x="6799" y="10693"/>
                  </a:lnTo>
                  <a:cubicBezTo>
                    <a:pt x="7168" y="10693"/>
                    <a:pt x="7466" y="10407"/>
                    <a:pt x="7514" y="10050"/>
                  </a:cubicBezTo>
                  <a:lnTo>
                    <a:pt x="7514" y="9978"/>
                  </a:lnTo>
                  <a:lnTo>
                    <a:pt x="7514" y="9109"/>
                  </a:lnTo>
                  <a:lnTo>
                    <a:pt x="7514" y="7633"/>
                  </a:lnTo>
                  <a:lnTo>
                    <a:pt x="8478" y="7633"/>
                  </a:lnTo>
                  <a:cubicBezTo>
                    <a:pt x="8573" y="7633"/>
                    <a:pt x="8645" y="7561"/>
                    <a:pt x="8645" y="7478"/>
                  </a:cubicBezTo>
                  <a:cubicBezTo>
                    <a:pt x="8645" y="7383"/>
                    <a:pt x="8573" y="7311"/>
                    <a:pt x="8478" y="7311"/>
                  </a:cubicBezTo>
                  <a:lnTo>
                    <a:pt x="4668" y="7299"/>
                  </a:lnTo>
                  <a:cubicBezTo>
                    <a:pt x="4656" y="7299"/>
                    <a:pt x="4644" y="7276"/>
                    <a:pt x="4644" y="7264"/>
                  </a:cubicBezTo>
                  <a:lnTo>
                    <a:pt x="4656" y="3644"/>
                  </a:lnTo>
                  <a:cubicBezTo>
                    <a:pt x="4656" y="3632"/>
                    <a:pt x="4668" y="3620"/>
                    <a:pt x="4692" y="3620"/>
                  </a:cubicBezTo>
                  <a:lnTo>
                    <a:pt x="10585" y="3644"/>
                  </a:lnTo>
                  <a:cubicBezTo>
                    <a:pt x="10597" y="3644"/>
                    <a:pt x="10609" y="3668"/>
                    <a:pt x="10609" y="3680"/>
                  </a:cubicBezTo>
                  <a:lnTo>
                    <a:pt x="10597" y="7299"/>
                  </a:lnTo>
                  <a:cubicBezTo>
                    <a:pt x="10597" y="7311"/>
                    <a:pt x="10585" y="7323"/>
                    <a:pt x="10562" y="7323"/>
                  </a:cubicBezTo>
                  <a:lnTo>
                    <a:pt x="9192" y="7323"/>
                  </a:lnTo>
                  <a:cubicBezTo>
                    <a:pt x="9109" y="7323"/>
                    <a:pt x="9038" y="7395"/>
                    <a:pt x="9038" y="7490"/>
                  </a:cubicBezTo>
                  <a:cubicBezTo>
                    <a:pt x="9038" y="7573"/>
                    <a:pt x="9109" y="7657"/>
                    <a:pt x="9192" y="7657"/>
                  </a:cubicBezTo>
                  <a:lnTo>
                    <a:pt x="10562" y="7657"/>
                  </a:lnTo>
                  <a:cubicBezTo>
                    <a:pt x="10764" y="7657"/>
                    <a:pt x="10919" y="7490"/>
                    <a:pt x="10919" y="7299"/>
                  </a:cubicBezTo>
                  <a:lnTo>
                    <a:pt x="10943" y="3680"/>
                  </a:lnTo>
                  <a:cubicBezTo>
                    <a:pt x="10919" y="3513"/>
                    <a:pt x="10776" y="3346"/>
                    <a:pt x="10562" y="3346"/>
                  </a:cubicBezTo>
                  <a:lnTo>
                    <a:pt x="7514" y="3335"/>
                  </a:lnTo>
                  <a:lnTo>
                    <a:pt x="7514" y="1882"/>
                  </a:lnTo>
                  <a:lnTo>
                    <a:pt x="7514" y="1013"/>
                  </a:lnTo>
                  <a:lnTo>
                    <a:pt x="7514" y="941"/>
                  </a:lnTo>
                  <a:cubicBezTo>
                    <a:pt x="7490" y="584"/>
                    <a:pt x="7168" y="298"/>
                    <a:pt x="6799" y="298"/>
                  </a:cubicBezTo>
                  <a:lnTo>
                    <a:pt x="2501" y="287"/>
                  </a:lnTo>
                  <a:lnTo>
                    <a:pt x="2453" y="287"/>
                  </a:lnTo>
                  <a:cubicBezTo>
                    <a:pt x="2203" y="108"/>
                    <a:pt x="1906"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64"/>
            <p:cNvSpPr/>
            <p:nvPr/>
          </p:nvSpPr>
          <p:spPr>
            <a:xfrm>
              <a:off x="3819534" y="3034977"/>
              <a:ext cx="73903" cy="48919"/>
            </a:xfrm>
            <a:custGeom>
              <a:avLst/>
              <a:gdLst/>
              <a:ahLst/>
              <a:cxnLst/>
              <a:rect l="l" t="t" r="r" b="b"/>
              <a:pathLst>
                <a:path w="2322" h="1537" extrusionOk="0">
                  <a:moveTo>
                    <a:pt x="1560" y="322"/>
                  </a:moveTo>
                  <a:cubicBezTo>
                    <a:pt x="1798" y="334"/>
                    <a:pt x="2001" y="525"/>
                    <a:pt x="2001" y="763"/>
                  </a:cubicBezTo>
                  <a:cubicBezTo>
                    <a:pt x="2001" y="1001"/>
                    <a:pt x="1798" y="1191"/>
                    <a:pt x="1548" y="1191"/>
                  </a:cubicBezTo>
                  <a:cubicBezTo>
                    <a:pt x="1310" y="1191"/>
                    <a:pt x="1119" y="1001"/>
                    <a:pt x="1119" y="751"/>
                  </a:cubicBezTo>
                  <a:cubicBezTo>
                    <a:pt x="1119" y="513"/>
                    <a:pt x="1310" y="322"/>
                    <a:pt x="1560" y="322"/>
                  </a:cubicBezTo>
                  <a:close/>
                  <a:moveTo>
                    <a:pt x="774" y="334"/>
                  </a:moveTo>
                  <a:cubicBezTo>
                    <a:pt x="834" y="334"/>
                    <a:pt x="881" y="346"/>
                    <a:pt x="929" y="358"/>
                  </a:cubicBezTo>
                  <a:cubicBezTo>
                    <a:pt x="846" y="477"/>
                    <a:pt x="810" y="620"/>
                    <a:pt x="810" y="775"/>
                  </a:cubicBezTo>
                  <a:cubicBezTo>
                    <a:pt x="810" y="930"/>
                    <a:pt x="846" y="1072"/>
                    <a:pt x="929" y="1191"/>
                  </a:cubicBezTo>
                  <a:cubicBezTo>
                    <a:pt x="881" y="1215"/>
                    <a:pt x="822" y="1227"/>
                    <a:pt x="774" y="1227"/>
                  </a:cubicBezTo>
                  <a:cubicBezTo>
                    <a:pt x="524" y="1191"/>
                    <a:pt x="334" y="1001"/>
                    <a:pt x="334" y="763"/>
                  </a:cubicBezTo>
                  <a:cubicBezTo>
                    <a:pt x="334" y="525"/>
                    <a:pt x="524" y="334"/>
                    <a:pt x="774" y="334"/>
                  </a:cubicBezTo>
                  <a:close/>
                  <a:moveTo>
                    <a:pt x="762" y="1"/>
                  </a:moveTo>
                  <a:cubicBezTo>
                    <a:pt x="346" y="1"/>
                    <a:pt x="0" y="346"/>
                    <a:pt x="0" y="763"/>
                  </a:cubicBezTo>
                  <a:cubicBezTo>
                    <a:pt x="0" y="1180"/>
                    <a:pt x="346" y="1525"/>
                    <a:pt x="762" y="1525"/>
                  </a:cubicBezTo>
                  <a:cubicBezTo>
                    <a:pt x="905" y="1525"/>
                    <a:pt x="1048" y="1489"/>
                    <a:pt x="1167" y="1418"/>
                  </a:cubicBezTo>
                  <a:cubicBezTo>
                    <a:pt x="1286" y="1489"/>
                    <a:pt x="1417" y="1537"/>
                    <a:pt x="1560" y="1537"/>
                  </a:cubicBezTo>
                  <a:cubicBezTo>
                    <a:pt x="1977" y="1537"/>
                    <a:pt x="2322" y="1191"/>
                    <a:pt x="2322" y="775"/>
                  </a:cubicBezTo>
                  <a:cubicBezTo>
                    <a:pt x="2322" y="358"/>
                    <a:pt x="1977" y="13"/>
                    <a:pt x="1560" y="13"/>
                  </a:cubicBezTo>
                  <a:cubicBezTo>
                    <a:pt x="1417" y="13"/>
                    <a:pt x="1286" y="60"/>
                    <a:pt x="1167" y="120"/>
                  </a:cubicBezTo>
                  <a:cubicBezTo>
                    <a:pt x="1048" y="48"/>
                    <a:pt x="90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64"/>
            <p:cNvSpPr/>
            <p:nvPr/>
          </p:nvSpPr>
          <p:spPr>
            <a:xfrm>
              <a:off x="3728571" y="3036123"/>
              <a:ext cx="67506" cy="45895"/>
            </a:xfrm>
            <a:custGeom>
              <a:avLst/>
              <a:gdLst/>
              <a:ahLst/>
              <a:cxnLst/>
              <a:rect l="l" t="t" r="r" b="b"/>
              <a:pathLst>
                <a:path w="2121" h="1442" extrusionOk="0">
                  <a:moveTo>
                    <a:pt x="1739" y="310"/>
                  </a:moveTo>
                  <a:cubicBezTo>
                    <a:pt x="1763" y="310"/>
                    <a:pt x="1775" y="322"/>
                    <a:pt x="1775" y="346"/>
                  </a:cubicBezTo>
                  <a:lnTo>
                    <a:pt x="1775" y="1072"/>
                  </a:lnTo>
                  <a:cubicBezTo>
                    <a:pt x="1775" y="1084"/>
                    <a:pt x="1763" y="1096"/>
                    <a:pt x="1739" y="1096"/>
                  </a:cubicBezTo>
                  <a:lnTo>
                    <a:pt x="346" y="1096"/>
                  </a:lnTo>
                  <a:cubicBezTo>
                    <a:pt x="343" y="1103"/>
                    <a:pt x="338" y="1106"/>
                    <a:pt x="333" y="1106"/>
                  </a:cubicBezTo>
                  <a:cubicBezTo>
                    <a:pt x="322" y="1106"/>
                    <a:pt x="310" y="1089"/>
                    <a:pt x="310" y="1072"/>
                  </a:cubicBezTo>
                  <a:lnTo>
                    <a:pt x="310" y="346"/>
                  </a:lnTo>
                  <a:cubicBezTo>
                    <a:pt x="310" y="322"/>
                    <a:pt x="334" y="310"/>
                    <a:pt x="346" y="310"/>
                  </a:cubicBezTo>
                  <a:close/>
                  <a:moveTo>
                    <a:pt x="358" y="1"/>
                  </a:moveTo>
                  <a:cubicBezTo>
                    <a:pt x="167" y="1"/>
                    <a:pt x="1" y="167"/>
                    <a:pt x="1" y="358"/>
                  </a:cubicBezTo>
                  <a:lnTo>
                    <a:pt x="1" y="1084"/>
                  </a:lnTo>
                  <a:cubicBezTo>
                    <a:pt x="1" y="1275"/>
                    <a:pt x="167" y="1441"/>
                    <a:pt x="358" y="1441"/>
                  </a:cubicBezTo>
                  <a:lnTo>
                    <a:pt x="1763" y="1441"/>
                  </a:lnTo>
                  <a:cubicBezTo>
                    <a:pt x="1953" y="1441"/>
                    <a:pt x="2120" y="1275"/>
                    <a:pt x="2120" y="1084"/>
                  </a:cubicBezTo>
                  <a:lnTo>
                    <a:pt x="2120" y="358"/>
                  </a:lnTo>
                  <a:cubicBezTo>
                    <a:pt x="2120" y="167"/>
                    <a:pt x="1953"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64"/>
            <p:cNvSpPr/>
            <p:nvPr/>
          </p:nvSpPr>
          <p:spPr>
            <a:xfrm>
              <a:off x="3724783" y="3091439"/>
              <a:ext cx="170946" cy="30745"/>
            </a:xfrm>
            <a:custGeom>
              <a:avLst/>
              <a:gdLst/>
              <a:ahLst/>
              <a:cxnLst/>
              <a:rect l="l" t="t" r="r" b="b"/>
              <a:pathLst>
                <a:path w="5371" h="966" extrusionOk="0">
                  <a:moveTo>
                    <a:pt x="358" y="346"/>
                  </a:moveTo>
                  <a:lnTo>
                    <a:pt x="5013" y="358"/>
                  </a:lnTo>
                  <a:cubicBezTo>
                    <a:pt x="5037" y="358"/>
                    <a:pt x="5049" y="370"/>
                    <a:pt x="5049" y="394"/>
                  </a:cubicBezTo>
                  <a:lnTo>
                    <a:pt x="5049" y="632"/>
                  </a:lnTo>
                  <a:cubicBezTo>
                    <a:pt x="5049" y="644"/>
                    <a:pt x="5037" y="656"/>
                    <a:pt x="5013" y="656"/>
                  </a:cubicBezTo>
                  <a:lnTo>
                    <a:pt x="358" y="644"/>
                  </a:lnTo>
                  <a:cubicBezTo>
                    <a:pt x="346" y="644"/>
                    <a:pt x="334" y="632"/>
                    <a:pt x="334" y="608"/>
                  </a:cubicBezTo>
                  <a:lnTo>
                    <a:pt x="334" y="370"/>
                  </a:lnTo>
                  <a:cubicBezTo>
                    <a:pt x="334" y="358"/>
                    <a:pt x="346" y="346"/>
                    <a:pt x="358" y="346"/>
                  </a:cubicBezTo>
                  <a:close/>
                  <a:moveTo>
                    <a:pt x="358" y="1"/>
                  </a:moveTo>
                  <a:cubicBezTo>
                    <a:pt x="167" y="13"/>
                    <a:pt x="1" y="168"/>
                    <a:pt x="1" y="358"/>
                  </a:cubicBezTo>
                  <a:lnTo>
                    <a:pt x="1" y="596"/>
                  </a:lnTo>
                  <a:cubicBezTo>
                    <a:pt x="1" y="787"/>
                    <a:pt x="167" y="953"/>
                    <a:pt x="358" y="953"/>
                  </a:cubicBezTo>
                  <a:lnTo>
                    <a:pt x="5013" y="965"/>
                  </a:lnTo>
                  <a:cubicBezTo>
                    <a:pt x="5204" y="965"/>
                    <a:pt x="5370" y="810"/>
                    <a:pt x="5370" y="608"/>
                  </a:cubicBezTo>
                  <a:lnTo>
                    <a:pt x="5370" y="370"/>
                  </a:lnTo>
                  <a:cubicBezTo>
                    <a:pt x="5370" y="179"/>
                    <a:pt x="5204" y="13"/>
                    <a:pt x="5013" y="13"/>
                  </a:cubicBezTo>
                  <a:lnTo>
                    <a:pt x="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64"/>
            <p:cNvSpPr/>
            <p:nvPr/>
          </p:nvSpPr>
          <p:spPr>
            <a:xfrm>
              <a:off x="3597092" y="2940799"/>
              <a:ext cx="40580" cy="30936"/>
            </a:xfrm>
            <a:custGeom>
              <a:avLst/>
              <a:gdLst/>
              <a:ahLst/>
              <a:cxnLst/>
              <a:rect l="l" t="t" r="r" b="b"/>
              <a:pathLst>
                <a:path w="1275" h="972" extrusionOk="0">
                  <a:moveTo>
                    <a:pt x="1100" y="1"/>
                  </a:moveTo>
                  <a:cubicBezTo>
                    <a:pt x="1055" y="1"/>
                    <a:pt x="1009" y="21"/>
                    <a:pt x="977" y="67"/>
                  </a:cubicBezTo>
                  <a:lnTo>
                    <a:pt x="500" y="567"/>
                  </a:lnTo>
                  <a:lnTo>
                    <a:pt x="298" y="305"/>
                  </a:lnTo>
                  <a:cubicBezTo>
                    <a:pt x="264" y="257"/>
                    <a:pt x="215" y="237"/>
                    <a:pt x="167" y="237"/>
                  </a:cubicBezTo>
                  <a:cubicBezTo>
                    <a:pt x="132" y="237"/>
                    <a:pt x="97" y="249"/>
                    <a:pt x="72" y="269"/>
                  </a:cubicBezTo>
                  <a:cubicBezTo>
                    <a:pt x="0" y="329"/>
                    <a:pt x="0" y="436"/>
                    <a:pt x="36" y="495"/>
                  </a:cubicBezTo>
                  <a:lnTo>
                    <a:pt x="369" y="912"/>
                  </a:lnTo>
                  <a:cubicBezTo>
                    <a:pt x="393" y="936"/>
                    <a:pt x="441" y="971"/>
                    <a:pt x="488" y="971"/>
                  </a:cubicBezTo>
                  <a:cubicBezTo>
                    <a:pt x="524" y="971"/>
                    <a:pt x="572" y="948"/>
                    <a:pt x="608" y="924"/>
                  </a:cubicBezTo>
                  <a:lnTo>
                    <a:pt x="1215" y="269"/>
                  </a:lnTo>
                  <a:cubicBezTo>
                    <a:pt x="1274" y="209"/>
                    <a:pt x="1274" y="102"/>
                    <a:pt x="1203" y="43"/>
                  </a:cubicBezTo>
                  <a:cubicBezTo>
                    <a:pt x="1176" y="16"/>
                    <a:pt x="1138"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8" name="Google Shape;10568;p64"/>
          <p:cNvGrpSpPr/>
          <p:nvPr/>
        </p:nvGrpSpPr>
        <p:grpSpPr>
          <a:xfrm>
            <a:off x="870939" y="1801571"/>
            <a:ext cx="332375" cy="350071"/>
            <a:chOff x="870939" y="1975821"/>
            <a:chExt cx="332375" cy="350071"/>
          </a:xfrm>
        </p:grpSpPr>
        <p:sp>
          <p:nvSpPr>
            <p:cNvPr id="10569" name="Google Shape;10569;p64"/>
            <p:cNvSpPr/>
            <p:nvPr/>
          </p:nvSpPr>
          <p:spPr>
            <a:xfrm>
              <a:off x="870939" y="1975821"/>
              <a:ext cx="332375" cy="350071"/>
            </a:xfrm>
            <a:custGeom>
              <a:avLst/>
              <a:gdLst/>
              <a:ahLst/>
              <a:cxnLst/>
              <a:rect l="l" t="t" r="r" b="b"/>
              <a:pathLst>
                <a:path w="10443" h="10999" extrusionOk="0">
                  <a:moveTo>
                    <a:pt x="8049" y="334"/>
                  </a:moveTo>
                  <a:lnTo>
                    <a:pt x="5728" y="3573"/>
                  </a:lnTo>
                  <a:lnTo>
                    <a:pt x="5406" y="3120"/>
                  </a:lnTo>
                  <a:lnTo>
                    <a:pt x="7395" y="334"/>
                  </a:lnTo>
                  <a:close/>
                  <a:moveTo>
                    <a:pt x="9109" y="334"/>
                  </a:moveTo>
                  <a:lnTo>
                    <a:pt x="6263" y="4311"/>
                  </a:lnTo>
                  <a:lnTo>
                    <a:pt x="5942" y="3847"/>
                  </a:lnTo>
                  <a:lnTo>
                    <a:pt x="8454" y="334"/>
                  </a:lnTo>
                  <a:close/>
                  <a:moveTo>
                    <a:pt x="3025" y="334"/>
                  </a:moveTo>
                  <a:lnTo>
                    <a:pt x="6025" y="4525"/>
                  </a:lnTo>
                  <a:cubicBezTo>
                    <a:pt x="5998" y="4533"/>
                    <a:pt x="5970" y="4537"/>
                    <a:pt x="5942" y="4537"/>
                  </a:cubicBezTo>
                  <a:cubicBezTo>
                    <a:pt x="5849" y="4537"/>
                    <a:pt x="5759" y="4494"/>
                    <a:pt x="5704" y="4430"/>
                  </a:cubicBezTo>
                  <a:cubicBezTo>
                    <a:pt x="5561" y="4287"/>
                    <a:pt x="5382" y="4228"/>
                    <a:pt x="5228" y="4228"/>
                  </a:cubicBezTo>
                  <a:lnTo>
                    <a:pt x="2430" y="334"/>
                  </a:lnTo>
                  <a:close/>
                  <a:moveTo>
                    <a:pt x="2025" y="334"/>
                  </a:moveTo>
                  <a:lnTo>
                    <a:pt x="4882" y="4323"/>
                  </a:lnTo>
                  <a:cubicBezTo>
                    <a:pt x="4823" y="4347"/>
                    <a:pt x="4775" y="4394"/>
                    <a:pt x="4728" y="4442"/>
                  </a:cubicBezTo>
                  <a:cubicBezTo>
                    <a:pt x="4667" y="4503"/>
                    <a:pt x="4569" y="4544"/>
                    <a:pt x="4474" y="4544"/>
                  </a:cubicBezTo>
                  <a:cubicBezTo>
                    <a:pt x="4438" y="4544"/>
                    <a:pt x="4403" y="4538"/>
                    <a:pt x="4370" y="4525"/>
                  </a:cubicBezTo>
                  <a:lnTo>
                    <a:pt x="1370" y="334"/>
                  </a:lnTo>
                  <a:close/>
                  <a:moveTo>
                    <a:pt x="965" y="334"/>
                  </a:moveTo>
                  <a:lnTo>
                    <a:pt x="3942" y="4490"/>
                  </a:lnTo>
                  <a:cubicBezTo>
                    <a:pt x="3775" y="4525"/>
                    <a:pt x="3632" y="4621"/>
                    <a:pt x="3525" y="4763"/>
                  </a:cubicBezTo>
                  <a:lnTo>
                    <a:pt x="358" y="334"/>
                  </a:lnTo>
                  <a:close/>
                  <a:moveTo>
                    <a:pt x="10062" y="334"/>
                  </a:moveTo>
                  <a:lnTo>
                    <a:pt x="6894" y="4763"/>
                  </a:lnTo>
                  <a:cubicBezTo>
                    <a:pt x="6799" y="4632"/>
                    <a:pt x="6668" y="4549"/>
                    <a:pt x="6513" y="4501"/>
                  </a:cubicBezTo>
                  <a:lnTo>
                    <a:pt x="9514" y="334"/>
                  </a:lnTo>
                  <a:close/>
                  <a:moveTo>
                    <a:pt x="5192" y="4582"/>
                  </a:moveTo>
                  <a:cubicBezTo>
                    <a:pt x="5284" y="4582"/>
                    <a:pt x="5376" y="4615"/>
                    <a:pt x="5442" y="4680"/>
                  </a:cubicBezTo>
                  <a:cubicBezTo>
                    <a:pt x="5577" y="4807"/>
                    <a:pt x="5744" y="4876"/>
                    <a:pt x="5917" y="4876"/>
                  </a:cubicBezTo>
                  <a:cubicBezTo>
                    <a:pt x="6004" y="4876"/>
                    <a:pt x="6093" y="4859"/>
                    <a:pt x="6180" y="4823"/>
                  </a:cubicBezTo>
                  <a:cubicBezTo>
                    <a:pt x="6216" y="4808"/>
                    <a:pt x="6254" y="4801"/>
                    <a:pt x="6293" y="4801"/>
                  </a:cubicBezTo>
                  <a:cubicBezTo>
                    <a:pt x="6436" y="4801"/>
                    <a:pt x="6586" y="4897"/>
                    <a:pt x="6633" y="5037"/>
                  </a:cubicBezTo>
                  <a:cubicBezTo>
                    <a:pt x="6633" y="5049"/>
                    <a:pt x="6644" y="5061"/>
                    <a:pt x="6644" y="5061"/>
                  </a:cubicBezTo>
                  <a:cubicBezTo>
                    <a:pt x="6728" y="5263"/>
                    <a:pt x="6859" y="5335"/>
                    <a:pt x="6859" y="5335"/>
                  </a:cubicBezTo>
                  <a:cubicBezTo>
                    <a:pt x="6990" y="5406"/>
                    <a:pt x="7133" y="5454"/>
                    <a:pt x="7264" y="5466"/>
                  </a:cubicBezTo>
                  <a:cubicBezTo>
                    <a:pt x="7454" y="5478"/>
                    <a:pt x="7621" y="5644"/>
                    <a:pt x="7609" y="5859"/>
                  </a:cubicBezTo>
                  <a:cubicBezTo>
                    <a:pt x="7585" y="6121"/>
                    <a:pt x="7740" y="6371"/>
                    <a:pt x="7978" y="6490"/>
                  </a:cubicBezTo>
                  <a:cubicBezTo>
                    <a:pt x="8157" y="6585"/>
                    <a:pt x="8228" y="6811"/>
                    <a:pt x="8145" y="6990"/>
                  </a:cubicBezTo>
                  <a:cubicBezTo>
                    <a:pt x="8026" y="7228"/>
                    <a:pt x="8049" y="7526"/>
                    <a:pt x="8216" y="7728"/>
                  </a:cubicBezTo>
                  <a:cubicBezTo>
                    <a:pt x="8335" y="7883"/>
                    <a:pt x="8323" y="8121"/>
                    <a:pt x="8157" y="8240"/>
                  </a:cubicBezTo>
                  <a:cubicBezTo>
                    <a:pt x="7942" y="8395"/>
                    <a:pt x="7859" y="8681"/>
                    <a:pt x="7930" y="8931"/>
                  </a:cubicBezTo>
                  <a:cubicBezTo>
                    <a:pt x="7978" y="9133"/>
                    <a:pt x="7871" y="9323"/>
                    <a:pt x="7680" y="9383"/>
                  </a:cubicBezTo>
                  <a:cubicBezTo>
                    <a:pt x="7430" y="9454"/>
                    <a:pt x="7228" y="9669"/>
                    <a:pt x="7192" y="9931"/>
                  </a:cubicBezTo>
                  <a:cubicBezTo>
                    <a:pt x="7160" y="10101"/>
                    <a:pt x="7004" y="10234"/>
                    <a:pt x="6835" y="10234"/>
                  </a:cubicBezTo>
                  <a:cubicBezTo>
                    <a:pt x="6815" y="10234"/>
                    <a:pt x="6795" y="10232"/>
                    <a:pt x="6775" y="10228"/>
                  </a:cubicBezTo>
                  <a:cubicBezTo>
                    <a:pt x="6735" y="10221"/>
                    <a:pt x="6695" y="10218"/>
                    <a:pt x="6656" y="10218"/>
                  </a:cubicBezTo>
                  <a:cubicBezTo>
                    <a:pt x="6427" y="10218"/>
                    <a:pt x="6217" y="10333"/>
                    <a:pt x="6085" y="10526"/>
                  </a:cubicBezTo>
                  <a:cubicBezTo>
                    <a:pt x="6016" y="10633"/>
                    <a:pt x="5904" y="10690"/>
                    <a:pt x="5786" y="10690"/>
                  </a:cubicBezTo>
                  <a:cubicBezTo>
                    <a:pt x="5718" y="10690"/>
                    <a:pt x="5649" y="10672"/>
                    <a:pt x="5585" y="10633"/>
                  </a:cubicBezTo>
                  <a:cubicBezTo>
                    <a:pt x="5454" y="10562"/>
                    <a:pt x="5347" y="10526"/>
                    <a:pt x="5204" y="10526"/>
                  </a:cubicBezTo>
                  <a:cubicBezTo>
                    <a:pt x="5073" y="10526"/>
                    <a:pt x="4954" y="10562"/>
                    <a:pt x="4835" y="10633"/>
                  </a:cubicBezTo>
                  <a:cubicBezTo>
                    <a:pt x="4774" y="10672"/>
                    <a:pt x="4708" y="10690"/>
                    <a:pt x="4642" y="10690"/>
                  </a:cubicBezTo>
                  <a:cubicBezTo>
                    <a:pt x="4524" y="10690"/>
                    <a:pt x="4406" y="10633"/>
                    <a:pt x="4323" y="10526"/>
                  </a:cubicBezTo>
                  <a:cubicBezTo>
                    <a:pt x="4201" y="10333"/>
                    <a:pt x="3983" y="10218"/>
                    <a:pt x="3760" y="10218"/>
                  </a:cubicBezTo>
                  <a:cubicBezTo>
                    <a:pt x="3721" y="10218"/>
                    <a:pt x="3682" y="10221"/>
                    <a:pt x="3644" y="10228"/>
                  </a:cubicBezTo>
                  <a:cubicBezTo>
                    <a:pt x="3624" y="10232"/>
                    <a:pt x="3604" y="10234"/>
                    <a:pt x="3585" y="10234"/>
                  </a:cubicBezTo>
                  <a:cubicBezTo>
                    <a:pt x="3416" y="10234"/>
                    <a:pt x="3259" y="10101"/>
                    <a:pt x="3227" y="9931"/>
                  </a:cubicBezTo>
                  <a:cubicBezTo>
                    <a:pt x="3180" y="9669"/>
                    <a:pt x="2989" y="9454"/>
                    <a:pt x="2739" y="9383"/>
                  </a:cubicBezTo>
                  <a:cubicBezTo>
                    <a:pt x="2537" y="9323"/>
                    <a:pt x="2418" y="9133"/>
                    <a:pt x="2477" y="8931"/>
                  </a:cubicBezTo>
                  <a:cubicBezTo>
                    <a:pt x="2561" y="8681"/>
                    <a:pt x="2465" y="8395"/>
                    <a:pt x="2263" y="8240"/>
                  </a:cubicBezTo>
                  <a:cubicBezTo>
                    <a:pt x="2108" y="8121"/>
                    <a:pt x="2084" y="7883"/>
                    <a:pt x="2203" y="7728"/>
                  </a:cubicBezTo>
                  <a:cubicBezTo>
                    <a:pt x="2358" y="7526"/>
                    <a:pt x="2394" y="7228"/>
                    <a:pt x="2275" y="6990"/>
                  </a:cubicBezTo>
                  <a:cubicBezTo>
                    <a:pt x="2180" y="6811"/>
                    <a:pt x="2263" y="6585"/>
                    <a:pt x="2442" y="6490"/>
                  </a:cubicBezTo>
                  <a:cubicBezTo>
                    <a:pt x="2680" y="6371"/>
                    <a:pt x="2823" y="6121"/>
                    <a:pt x="2811" y="5859"/>
                  </a:cubicBezTo>
                  <a:cubicBezTo>
                    <a:pt x="2799" y="5656"/>
                    <a:pt x="2953" y="5478"/>
                    <a:pt x="3156" y="5466"/>
                  </a:cubicBezTo>
                  <a:cubicBezTo>
                    <a:pt x="3358" y="5454"/>
                    <a:pt x="3549" y="5347"/>
                    <a:pt x="3668" y="5180"/>
                  </a:cubicBezTo>
                  <a:lnTo>
                    <a:pt x="3668" y="5168"/>
                  </a:lnTo>
                  <a:cubicBezTo>
                    <a:pt x="3704" y="5121"/>
                    <a:pt x="3727" y="5085"/>
                    <a:pt x="3751" y="5037"/>
                  </a:cubicBezTo>
                  <a:cubicBezTo>
                    <a:pt x="3807" y="4897"/>
                    <a:pt x="3945" y="4801"/>
                    <a:pt x="4087" y="4801"/>
                  </a:cubicBezTo>
                  <a:cubicBezTo>
                    <a:pt x="4126" y="4801"/>
                    <a:pt x="4165" y="4808"/>
                    <a:pt x="4204" y="4823"/>
                  </a:cubicBezTo>
                  <a:cubicBezTo>
                    <a:pt x="4287" y="4853"/>
                    <a:pt x="4372" y="4868"/>
                    <a:pt x="4456" y="4868"/>
                  </a:cubicBezTo>
                  <a:cubicBezTo>
                    <a:pt x="4633" y="4868"/>
                    <a:pt x="4804" y="4802"/>
                    <a:pt x="4942" y="4680"/>
                  </a:cubicBezTo>
                  <a:cubicBezTo>
                    <a:pt x="5007" y="4615"/>
                    <a:pt x="5100" y="4582"/>
                    <a:pt x="5192" y="4582"/>
                  </a:cubicBezTo>
                  <a:close/>
                  <a:moveTo>
                    <a:pt x="286" y="1"/>
                  </a:moveTo>
                  <a:cubicBezTo>
                    <a:pt x="179" y="1"/>
                    <a:pt x="84" y="60"/>
                    <a:pt x="48" y="156"/>
                  </a:cubicBezTo>
                  <a:cubicBezTo>
                    <a:pt x="1" y="239"/>
                    <a:pt x="1" y="346"/>
                    <a:pt x="60" y="441"/>
                  </a:cubicBezTo>
                  <a:lnTo>
                    <a:pt x="3358" y="5049"/>
                  </a:lnTo>
                  <a:cubicBezTo>
                    <a:pt x="3299" y="5097"/>
                    <a:pt x="3227" y="5121"/>
                    <a:pt x="3156" y="5121"/>
                  </a:cubicBezTo>
                  <a:cubicBezTo>
                    <a:pt x="2787" y="5144"/>
                    <a:pt x="2489" y="5466"/>
                    <a:pt x="2513" y="5835"/>
                  </a:cubicBezTo>
                  <a:cubicBezTo>
                    <a:pt x="2513" y="5990"/>
                    <a:pt x="2442" y="6121"/>
                    <a:pt x="2322" y="6180"/>
                  </a:cubicBezTo>
                  <a:cubicBezTo>
                    <a:pt x="1989" y="6359"/>
                    <a:pt x="1858" y="6764"/>
                    <a:pt x="2025" y="7109"/>
                  </a:cubicBezTo>
                  <a:cubicBezTo>
                    <a:pt x="2084" y="7240"/>
                    <a:pt x="2072" y="7383"/>
                    <a:pt x="1977" y="7490"/>
                  </a:cubicBezTo>
                  <a:cubicBezTo>
                    <a:pt x="1739" y="7788"/>
                    <a:pt x="1787" y="8216"/>
                    <a:pt x="2084" y="8454"/>
                  </a:cubicBezTo>
                  <a:cubicBezTo>
                    <a:pt x="2180" y="8550"/>
                    <a:pt x="2239" y="8692"/>
                    <a:pt x="2203" y="8835"/>
                  </a:cubicBezTo>
                  <a:cubicBezTo>
                    <a:pt x="2108" y="9193"/>
                    <a:pt x="2322" y="9574"/>
                    <a:pt x="2680" y="9669"/>
                  </a:cubicBezTo>
                  <a:cubicBezTo>
                    <a:pt x="2811" y="9704"/>
                    <a:pt x="2918" y="9812"/>
                    <a:pt x="2942" y="9966"/>
                  </a:cubicBezTo>
                  <a:cubicBezTo>
                    <a:pt x="2995" y="10299"/>
                    <a:pt x="3290" y="10535"/>
                    <a:pt x="3609" y="10535"/>
                  </a:cubicBezTo>
                  <a:cubicBezTo>
                    <a:pt x="3645" y="10535"/>
                    <a:pt x="3680" y="10532"/>
                    <a:pt x="3715" y="10526"/>
                  </a:cubicBezTo>
                  <a:cubicBezTo>
                    <a:pt x="3726" y="10525"/>
                    <a:pt x="3738" y="10525"/>
                    <a:pt x="3749" y="10525"/>
                  </a:cubicBezTo>
                  <a:cubicBezTo>
                    <a:pt x="3872" y="10525"/>
                    <a:pt x="4007" y="10584"/>
                    <a:pt x="4073" y="10693"/>
                  </a:cubicBezTo>
                  <a:cubicBezTo>
                    <a:pt x="4208" y="10889"/>
                    <a:pt x="4425" y="10999"/>
                    <a:pt x="4645" y="10999"/>
                  </a:cubicBezTo>
                  <a:cubicBezTo>
                    <a:pt x="4772" y="10999"/>
                    <a:pt x="4900" y="10962"/>
                    <a:pt x="5013" y="10883"/>
                  </a:cubicBezTo>
                  <a:cubicBezTo>
                    <a:pt x="5073" y="10847"/>
                    <a:pt x="5141" y="10830"/>
                    <a:pt x="5208" y="10830"/>
                  </a:cubicBezTo>
                  <a:cubicBezTo>
                    <a:pt x="5275" y="10830"/>
                    <a:pt x="5341" y="10847"/>
                    <a:pt x="5394" y="10883"/>
                  </a:cubicBezTo>
                  <a:cubicBezTo>
                    <a:pt x="5513" y="10955"/>
                    <a:pt x="5632" y="10990"/>
                    <a:pt x="5775" y="10990"/>
                  </a:cubicBezTo>
                  <a:cubicBezTo>
                    <a:pt x="5990" y="10990"/>
                    <a:pt x="6216" y="10883"/>
                    <a:pt x="6347" y="10681"/>
                  </a:cubicBezTo>
                  <a:cubicBezTo>
                    <a:pt x="6423" y="10572"/>
                    <a:pt x="6549" y="10513"/>
                    <a:pt x="6671" y="10513"/>
                  </a:cubicBezTo>
                  <a:cubicBezTo>
                    <a:pt x="6682" y="10513"/>
                    <a:pt x="6693" y="10513"/>
                    <a:pt x="6704" y="10514"/>
                  </a:cubicBezTo>
                  <a:cubicBezTo>
                    <a:pt x="6742" y="10520"/>
                    <a:pt x="6779" y="10523"/>
                    <a:pt x="6816" y="10523"/>
                  </a:cubicBezTo>
                  <a:cubicBezTo>
                    <a:pt x="7150" y="10523"/>
                    <a:pt x="7435" y="10286"/>
                    <a:pt x="7478" y="9943"/>
                  </a:cubicBezTo>
                  <a:cubicBezTo>
                    <a:pt x="7514" y="9812"/>
                    <a:pt x="7597" y="9693"/>
                    <a:pt x="7752" y="9645"/>
                  </a:cubicBezTo>
                  <a:cubicBezTo>
                    <a:pt x="8109" y="9550"/>
                    <a:pt x="8335" y="9169"/>
                    <a:pt x="8228" y="8812"/>
                  </a:cubicBezTo>
                  <a:cubicBezTo>
                    <a:pt x="8192" y="8681"/>
                    <a:pt x="8240" y="8538"/>
                    <a:pt x="8347" y="8442"/>
                  </a:cubicBezTo>
                  <a:cubicBezTo>
                    <a:pt x="8645" y="8204"/>
                    <a:pt x="8692" y="7776"/>
                    <a:pt x="8454" y="7478"/>
                  </a:cubicBezTo>
                  <a:cubicBezTo>
                    <a:pt x="8359" y="7371"/>
                    <a:pt x="8347" y="7204"/>
                    <a:pt x="8407" y="7085"/>
                  </a:cubicBezTo>
                  <a:cubicBezTo>
                    <a:pt x="8573" y="6764"/>
                    <a:pt x="8430" y="6347"/>
                    <a:pt x="8109" y="6168"/>
                  </a:cubicBezTo>
                  <a:cubicBezTo>
                    <a:pt x="7990" y="6109"/>
                    <a:pt x="7895" y="5978"/>
                    <a:pt x="7918" y="5823"/>
                  </a:cubicBezTo>
                  <a:cubicBezTo>
                    <a:pt x="7930" y="5454"/>
                    <a:pt x="7645" y="5121"/>
                    <a:pt x="7275" y="5109"/>
                  </a:cubicBezTo>
                  <a:cubicBezTo>
                    <a:pt x="7204" y="5109"/>
                    <a:pt x="7121" y="5085"/>
                    <a:pt x="7061" y="5037"/>
                  </a:cubicBezTo>
                  <a:lnTo>
                    <a:pt x="10371" y="418"/>
                  </a:lnTo>
                  <a:cubicBezTo>
                    <a:pt x="10431" y="358"/>
                    <a:pt x="10443" y="263"/>
                    <a:pt x="10407" y="156"/>
                  </a:cubicBezTo>
                  <a:cubicBezTo>
                    <a:pt x="10359" y="60"/>
                    <a:pt x="10264" y="1"/>
                    <a:pt x="10169" y="1"/>
                  </a:cubicBezTo>
                  <a:lnTo>
                    <a:pt x="7383" y="1"/>
                  </a:lnTo>
                  <a:cubicBezTo>
                    <a:pt x="7287" y="1"/>
                    <a:pt x="7216" y="49"/>
                    <a:pt x="7156" y="120"/>
                  </a:cubicBezTo>
                  <a:lnTo>
                    <a:pt x="5228" y="2835"/>
                  </a:lnTo>
                  <a:lnTo>
                    <a:pt x="3287" y="120"/>
                  </a:lnTo>
                  <a:cubicBezTo>
                    <a:pt x="3239" y="49"/>
                    <a:pt x="3156"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64"/>
            <p:cNvSpPr/>
            <p:nvPr/>
          </p:nvSpPr>
          <p:spPr>
            <a:xfrm>
              <a:off x="955059" y="2135755"/>
              <a:ext cx="164134" cy="75877"/>
            </a:xfrm>
            <a:custGeom>
              <a:avLst/>
              <a:gdLst/>
              <a:ahLst/>
              <a:cxnLst/>
              <a:rect l="l" t="t" r="r" b="b"/>
              <a:pathLst>
                <a:path w="5157" h="2384" extrusionOk="0">
                  <a:moveTo>
                    <a:pt x="2573" y="0"/>
                  </a:moveTo>
                  <a:cubicBezTo>
                    <a:pt x="1954" y="0"/>
                    <a:pt x="1346" y="215"/>
                    <a:pt x="882" y="631"/>
                  </a:cubicBezTo>
                  <a:cubicBezTo>
                    <a:pt x="418" y="1036"/>
                    <a:pt x="108" y="1608"/>
                    <a:pt x="13" y="2203"/>
                  </a:cubicBezTo>
                  <a:cubicBezTo>
                    <a:pt x="1" y="2286"/>
                    <a:pt x="60" y="2358"/>
                    <a:pt x="156" y="2382"/>
                  </a:cubicBezTo>
                  <a:lnTo>
                    <a:pt x="180" y="2382"/>
                  </a:lnTo>
                  <a:cubicBezTo>
                    <a:pt x="251" y="2382"/>
                    <a:pt x="334" y="2322"/>
                    <a:pt x="346" y="2239"/>
                  </a:cubicBezTo>
                  <a:cubicBezTo>
                    <a:pt x="418" y="1703"/>
                    <a:pt x="703" y="1215"/>
                    <a:pt x="1108" y="870"/>
                  </a:cubicBezTo>
                  <a:cubicBezTo>
                    <a:pt x="1525" y="512"/>
                    <a:pt x="2037" y="322"/>
                    <a:pt x="2596" y="322"/>
                  </a:cubicBezTo>
                  <a:cubicBezTo>
                    <a:pt x="3144" y="322"/>
                    <a:pt x="3668" y="512"/>
                    <a:pt x="4085" y="870"/>
                  </a:cubicBezTo>
                  <a:cubicBezTo>
                    <a:pt x="4478" y="1227"/>
                    <a:pt x="4763" y="1727"/>
                    <a:pt x="4835" y="2239"/>
                  </a:cubicBezTo>
                  <a:cubicBezTo>
                    <a:pt x="4857" y="2326"/>
                    <a:pt x="4918" y="2383"/>
                    <a:pt x="4992" y="2383"/>
                  </a:cubicBezTo>
                  <a:cubicBezTo>
                    <a:pt x="4999" y="2383"/>
                    <a:pt x="5006" y="2383"/>
                    <a:pt x="5013" y="2382"/>
                  </a:cubicBezTo>
                  <a:cubicBezTo>
                    <a:pt x="5085" y="2382"/>
                    <a:pt x="5156" y="2286"/>
                    <a:pt x="5144" y="2203"/>
                  </a:cubicBezTo>
                  <a:cubicBezTo>
                    <a:pt x="5049" y="1584"/>
                    <a:pt x="4740" y="1036"/>
                    <a:pt x="4275" y="631"/>
                  </a:cubicBezTo>
                  <a:cubicBezTo>
                    <a:pt x="3799" y="238"/>
                    <a:pt x="3204" y="0"/>
                    <a:pt x="2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64"/>
            <p:cNvSpPr/>
            <p:nvPr/>
          </p:nvSpPr>
          <p:spPr>
            <a:xfrm>
              <a:off x="955059" y="2224999"/>
              <a:ext cx="164134" cy="75240"/>
            </a:xfrm>
            <a:custGeom>
              <a:avLst/>
              <a:gdLst/>
              <a:ahLst/>
              <a:cxnLst/>
              <a:rect l="l" t="t" r="r" b="b"/>
              <a:pathLst>
                <a:path w="5157" h="2364" extrusionOk="0">
                  <a:moveTo>
                    <a:pt x="193" y="1"/>
                  </a:moveTo>
                  <a:cubicBezTo>
                    <a:pt x="181" y="1"/>
                    <a:pt x="168" y="3"/>
                    <a:pt x="156" y="6"/>
                  </a:cubicBezTo>
                  <a:cubicBezTo>
                    <a:pt x="60" y="18"/>
                    <a:pt x="1" y="90"/>
                    <a:pt x="25" y="185"/>
                  </a:cubicBezTo>
                  <a:cubicBezTo>
                    <a:pt x="108" y="792"/>
                    <a:pt x="418" y="1340"/>
                    <a:pt x="882" y="1745"/>
                  </a:cubicBezTo>
                  <a:cubicBezTo>
                    <a:pt x="1358" y="2149"/>
                    <a:pt x="1954" y="2364"/>
                    <a:pt x="2585" y="2364"/>
                  </a:cubicBezTo>
                  <a:cubicBezTo>
                    <a:pt x="3204" y="2364"/>
                    <a:pt x="3811" y="2149"/>
                    <a:pt x="4275" y="1733"/>
                  </a:cubicBezTo>
                  <a:cubicBezTo>
                    <a:pt x="4740" y="1328"/>
                    <a:pt x="5049" y="756"/>
                    <a:pt x="5144" y="161"/>
                  </a:cubicBezTo>
                  <a:cubicBezTo>
                    <a:pt x="5156" y="90"/>
                    <a:pt x="5085" y="18"/>
                    <a:pt x="5002" y="6"/>
                  </a:cubicBezTo>
                  <a:cubicBezTo>
                    <a:pt x="4990" y="3"/>
                    <a:pt x="4980" y="2"/>
                    <a:pt x="4969" y="2"/>
                  </a:cubicBezTo>
                  <a:cubicBezTo>
                    <a:pt x="4900" y="2"/>
                    <a:pt x="4844" y="65"/>
                    <a:pt x="4823" y="137"/>
                  </a:cubicBezTo>
                  <a:cubicBezTo>
                    <a:pt x="4752" y="673"/>
                    <a:pt x="4466" y="1161"/>
                    <a:pt x="4073" y="1506"/>
                  </a:cubicBezTo>
                  <a:cubicBezTo>
                    <a:pt x="3656" y="1864"/>
                    <a:pt x="3132" y="2054"/>
                    <a:pt x="2585" y="2054"/>
                  </a:cubicBezTo>
                  <a:cubicBezTo>
                    <a:pt x="2025" y="2054"/>
                    <a:pt x="1513" y="1864"/>
                    <a:pt x="1096" y="1506"/>
                  </a:cubicBezTo>
                  <a:cubicBezTo>
                    <a:pt x="691" y="1149"/>
                    <a:pt x="406" y="673"/>
                    <a:pt x="334" y="137"/>
                  </a:cubicBezTo>
                  <a:cubicBezTo>
                    <a:pt x="324" y="56"/>
                    <a:pt x="262"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64"/>
            <p:cNvSpPr/>
            <p:nvPr/>
          </p:nvSpPr>
          <p:spPr>
            <a:xfrm>
              <a:off x="1021387" y="2183496"/>
              <a:ext cx="18969" cy="69766"/>
            </a:xfrm>
            <a:custGeom>
              <a:avLst/>
              <a:gdLst/>
              <a:ahLst/>
              <a:cxnLst/>
              <a:rect l="l" t="t" r="r" b="b"/>
              <a:pathLst>
                <a:path w="596" h="2192" extrusionOk="0">
                  <a:moveTo>
                    <a:pt x="453" y="1"/>
                  </a:moveTo>
                  <a:cubicBezTo>
                    <a:pt x="417" y="1"/>
                    <a:pt x="393" y="12"/>
                    <a:pt x="382" y="24"/>
                  </a:cubicBezTo>
                  <a:lnTo>
                    <a:pt x="60" y="322"/>
                  </a:lnTo>
                  <a:cubicBezTo>
                    <a:pt x="24" y="358"/>
                    <a:pt x="1" y="405"/>
                    <a:pt x="1" y="441"/>
                  </a:cubicBezTo>
                  <a:cubicBezTo>
                    <a:pt x="1" y="501"/>
                    <a:pt x="48" y="584"/>
                    <a:pt x="108" y="584"/>
                  </a:cubicBezTo>
                  <a:cubicBezTo>
                    <a:pt x="120" y="584"/>
                    <a:pt x="155" y="560"/>
                    <a:pt x="167" y="548"/>
                  </a:cubicBezTo>
                  <a:lnTo>
                    <a:pt x="274" y="417"/>
                  </a:lnTo>
                  <a:lnTo>
                    <a:pt x="274" y="2084"/>
                  </a:lnTo>
                  <a:cubicBezTo>
                    <a:pt x="274" y="2156"/>
                    <a:pt x="346" y="2191"/>
                    <a:pt x="429" y="2191"/>
                  </a:cubicBezTo>
                  <a:cubicBezTo>
                    <a:pt x="512" y="2191"/>
                    <a:pt x="596" y="2156"/>
                    <a:pt x="596" y="2084"/>
                  </a:cubicBezTo>
                  <a:lnTo>
                    <a:pt x="596" y="108"/>
                  </a:lnTo>
                  <a:cubicBezTo>
                    <a:pt x="596" y="48"/>
                    <a:pt x="524"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3" name="Google Shape;10573;p64"/>
          <p:cNvGrpSpPr/>
          <p:nvPr/>
        </p:nvGrpSpPr>
        <p:grpSpPr>
          <a:xfrm>
            <a:off x="7967103" y="2240791"/>
            <a:ext cx="355863" cy="361911"/>
            <a:chOff x="7967103" y="2415041"/>
            <a:chExt cx="355863" cy="361911"/>
          </a:xfrm>
        </p:grpSpPr>
        <p:sp>
          <p:nvSpPr>
            <p:cNvPr id="10574" name="Google Shape;10574;p64"/>
            <p:cNvSpPr/>
            <p:nvPr/>
          </p:nvSpPr>
          <p:spPr>
            <a:xfrm>
              <a:off x="7967103" y="2584427"/>
              <a:ext cx="111810" cy="192525"/>
            </a:xfrm>
            <a:custGeom>
              <a:avLst/>
              <a:gdLst/>
              <a:ahLst/>
              <a:cxnLst/>
              <a:rect l="l" t="t" r="r" b="b"/>
              <a:pathLst>
                <a:path w="3513" h="6049" extrusionOk="0">
                  <a:moveTo>
                    <a:pt x="1738" y="346"/>
                  </a:moveTo>
                  <a:cubicBezTo>
                    <a:pt x="2036" y="346"/>
                    <a:pt x="2298" y="560"/>
                    <a:pt x="2298" y="810"/>
                  </a:cubicBezTo>
                  <a:lnTo>
                    <a:pt x="2298" y="846"/>
                  </a:lnTo>
                  <a:cubicBezTo>
                    <a:pt x="2131" y="762"/>
                    <a:pt x="1941" y="739"/>
                    <a:pt x="1738" y="739"/>
                  </a:cubicBezTo>
                  <a:cubicBezTo>
                    <a:pt x="1548" y="739"/>
                    <a:pt x="1369" y="786"/>
                    <a:pt x="1191" y="846"/>
                  </a:cubicBezTo>
                  <a:lnTo>
                    <a:pt x="1191" y="810"/>
                  </a:lnTo>
                  <a:cubicBezTo>
                    <a:pt x="1203" y="560"/>
                    <a:pt x="1441" y="346"/>
                    <a:pt x="1738" y="346"/>
                  </a:cubicBezTo>
                  <a:close/>
                  <a:moveTo>
                    <a:pt x="1738" y="1048"/>
                  </a:moveTo>
                  <a:cubicBezTo>
                    <a:pt x="2334" y="1048"/>
                    <a:pt x="2834" y="1536"/>
                    <a:pt x="2834" y="2132"/>
                  </a:cubicBezTo>
                  <a:cubicBezTo>
                    <a:pt x="2834"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17" y="2346"/>
                    <a:pt x="1477" y="2239"/>
                    <a:pt x="1500" y="2167"/>
                  </a:cubicBezTo>
                  <a:cubicBezTo>
                    <a:pt x="1786" y="2251"/>
                    <a:pt x="2370" y="2465"/>
                    <a:pt x="2631" y="2834"/>
                  </a:cubicBezTo>
                  <a:cubicBezTo>
                    <a:pt x="2560" y="3263"/>
                    <a:pt x="2191" y="3584"/>
                    <a:pt x="1738" y="3584"/>
                  </a:cubicBezTo>
                  <a:cubicBezTo>
                    <a:pt x="1286" y="3584"/>
                    <a:pt x="893" y="3239"/>
                    <a:pt x="846" y="2774"/>
                  </a:cubicBezTo>
                  <a:cubicBezTo>
                    <a:pt x="846" y="2751"/>
                    <a:pt x="834" y="2727"/>
                    <a:pt x="822" y="2703"/>
                  </a:cubicBezTo>
                  <a:cubicBezTo>
                    <a:pt x="715" y="2536"/>
                    <a:pt x="655" y="2334"/>
                    <a:pt x="655" y="2132"/>
                  </a:cubicBezTo>
                  <a:cubicBezTo>
                    <a:pt x="655" y="1536"/>
                    <a:pt x="1143" y="1048"/>
                    <a:pt x="1738" y="1048"/>
                  </a:cubicBezTo>
                  <a:close/>
                  <a:moveTo>
                    <a:pt x="2131" y="3858"/>
                  </a:moveTo>
                  <a:lnTo>
                    <a:pt x="2131" y="4037"/>
                  </a:lnTo>
                  <a:cubicBezTo>
                    <a:pt x="2131" y="4096"/>
                    <a:pt x="2143" y="4156"/>
                    <a:pt x="2167" y="4203"/>
                  </a:cubicBezTo>
                  <a:lnTo>
                    <a:pt x="1738" y="4596"/>
                  </a:lnTo>
                  <a:lnTo>
                    <a:pt x="1346" y="4203"/>
                  </a:lnTo>
                  <a:cubicBezTo>
                    <a:pt x="1369" y="4156"/>
                    <a:pt x="1381" y="4096"/>
                    <a:pt x="1381" y="4037"/>
                  </a:cubicBezTo>
                  <a:lnTo>
                    <a:pt x="1381" y="3858"/>
                  </a:lnTo>
                  <a:cubicBezTo>
                    <a:pt x="1500" y="3894"/>
                    <a:pt x="1619" y="3917"/>
                    <a:pt x="1750" y="3917"/>
                  </a:cubicBezTo>
                  <a:cubicBezTo>
                    <a:pt x="1893" y="3917"/>
                    <a:pt x="2012" y="3906"/>
                    <a:pt x="2131" y="3858"/>
                  </a:cubicBezTo>
                  <a:close/>
                  <a:moveTo>
                    <a:pt x="1762" y="0"/>
                  </a:moveTo>
                  <a:cubicBezTo>
                    <a:pt x="1286" y="0"/>
                    <a:pt x="881" y="358"/>
                    <a:pt x="881" y="798"/>
                  </a:cubicBezTo>
                  <a:cubicBezTo>
                    <a:pt x="881" y="869"/>
                    <a:pt x="893" y="929"/>
                    <a:pt x="905" y="1000"/>
                  </a:cubicBezTo>
                  <a:cubicBezTo>
                    <a:pt x="572" y="1250"/>
                    <a:pt x="345" y="1667"/>
                    <a:pt x="345" y="2132"/>
                  </a:cubicBezTo>
                  <a:cubicBezTo>
                    <a:pt x="345" y="2382"/>
                    <a:pt x="405" y="2632"/>
                    <a:pt x="536" y="2834"/>
                  </a:cubicBezTo>
                  <a:cubicBezTo>
                    <a:pt x="584" y="3191"/>
                    <a:pt x="774" y="3489"/>
                    <a:pt x="1060" y="3679"/>
                  </a:cubicBezTo>
                  <a:lnTo>
                    <a:pt x="1060" y="4025"/>
                  </a:lnTo>
                  <a:lnTo>
                    <a:pt x="1060" y="4037"/>
                  </a:lnTo>
                  <a:lnTo>
                    <a:pt x="393" y="4382"/>
                  </a:lnTo>
                  <a:cubicBezTo>
                    <a:pt x="155" y="4501"/>
                    <a:pt x="0" y="4739"/>
                    <a:pt x="0" y="5013"/>
                  </a:cubicBezTo>
                  <a:lnTo>
                    <a:pt x="0" y="5882"/>
                  </a:lnTo>
                  <a:cubicBezTo>
                    <a:pt x="0" y="5977"/>
                    <a:pt x="72" y="6049"/>
                    <a:pt x="167" y="6049"/>
                  </a:cubicBezTo>
                  <a:cubicBezTo>
                    <a:pt x="250" y="6049"/>
                    <a:pt x="334" y="5977"/>
                    <a:pt x="334" y="5882"/>
                  </a:cubicBezTo>
                  <a:lnTo>
                    <a:pt x="334" y="5013"/>
                  </a:lnTo>
                  <a:cubicBezTo>
                    <a:pt x="334" y="4870"/>
                    <a:pt x="405" y="4739"/>
                    <a:pt x="536" y="4679"/>
                  </a:cubicBezTo>
                  <a:lnTo>
                    <a:pt x="1084" y="4394"/>
                  </a:lnTo>
                  <a:lnTo>
                    <a:pt x="1596" y="4894"/>
                  </a:lnTo>
                  <a:lnTo>
                    <a:pt x="1596" y="5882"/>
                  </a:lnTo>
                  <a:cubicBezTo>
                    <a:pt x="1596" y="5977"/>
                    <a:pt x="1667" y="6049"/>
                    <a:pt x="1762" y="6049"/>
                  </a:cubicBezTo>
                  <a:cubicBezTo>
                    <a:pt x="1846" y="6049"/>
                    <a:pt x="1917" y="5977"/>
                    <a:pt x="1917" y="5882"/>
                  </a:cubicBezTo>
                  <a:lnTo>
                    <a:pt x="1917" y="4894"/>
                  </a:lnTo>
                  <a:lnTo>
                    <a:pt x="2429" y="4394"/>
                  </a:lnTo>
                  <a:lnTo>
                    <a:pt x="2977" y="4679"/>
                  </a:lnTo>
                  <a:cubicBezTo>
                    <a:pt x="3096" y="4739"/>
                    <a:pt x="3191" y="4870"/>
                    <a:pt x="3191" y="5013"/>
                  </a:cubicBezTo>
                  <a:lnTo>
                    <a:pt x="3191" y="5882"/>
                  </a:lnTo>
                  <a:cubicBezTo>
                    <a:pt x="3191" y="5977"/>
                    <a:pt x="3262" y="6049"/>
                    <a:pt x="3346" y="6049"/>
                  </a:cubicBezTo>
                  <a:cubicBezTo>
                    <a:pt x="3441" y="6049"/>
                    <a:pt x="3513" y="5977"/>
                    <a:pt x="3513" y="5882"/>
                  </a:cubicBezTo>
                  <a:lnTo>
                    <a:pt x="3513" y="5013"/>
                  </a:lnTo>
                  <a:cubicBezTo>
                    <a:pt x="3513" y="4739"/>
                    <a:pt x="3370" y="4501"/>
                    <a:pt x="3132"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53" y="1262"/>
                    <a:pt x="2608" y="1000"/>
                  </a:cubicBezTo>
                  <a:cubicBezTo>
                    <a:pt x="2620" y="941"/>
                    <a:pt x="2631" y="869"/>
                    <a:pt x="2631" y="798"/>
                  </a:cubicBezTo>
                  <a:cubicBezTo>
                    <a:pt x="2631" y="369"/>
                    <a:pt x="2239"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5" name="Google Shape;10575;p64"/>
            <p:cNvSpPr/>
            <p:nvPr/>
          </p:nvSpPr>
          <p:spPr>
            <a:xfrm>
              <a:off x="7989446" y="2750789"/>
              <a:ext cx="10280" cy="26162"/>
            </a:xfrm>
            <a:custGeom>
              <a:avLst/>
              <a:gdLst/>
              <a:ahLst/>
              <a:cxnLst/>
              <a:rect l="l" t="t" r="r" b="b"/>
              <a:pathLst>
                <a:path w="323" h="822" extrusionOk="0">
                  <a:moveTo>
                    <a:pt x="167" y="0"/>
                  </a:moveTo>
                  <a:cubicBezTo>
                    <a:pt x="72" y="0"/>
                    <a:pt x="1" y="83"/>
                    <a:pt x="1" y="167"/>
                  </a:cubicBezTo>
                  <a:lnTo>
                    <a:pt x="1" y="655"/>
                  </a:lnTo>
                  <a:cubicBezTo>
                    <a:pt x="1" y="750"/>
                    <a:pt x="72" y="822"/>
                    <a:pt x="167" y="822"/>
                  </a:cubicBezTo>
                  <a:cubicBezTo>
                    <a:pt x="251" y="822"/>
                    <a:pt x="322" y="750"/>
                    <a:pt x="322" y="655"/>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6" name="Google Shape;10576;p64"/>
            <p:cNvSpPr/>
            <p:nvPr/>
          </p:nvSpPr>
          <p:spPr>
            <a:xfrm>
              <a:off x="8045908" y="2750789"/>
              <a:ext cx="10662" cy="26162"/>
            </a:xfrm>
            <a:custGeom>
              <a:avLst/>
              <a:gdLst/>
              <a:ahLst/>
              <a:cxnLst/>
              <a:rect l="l" t="t" r="r" b="b"/>
              <a:pathLst>
                <a:path w="335" h="822" extrusionOk="0">
                  <a:moveTo>
                    <a:pt x="155" y="0"/>
                  </a:moveTo>
                  <a:cubicBezTo>
                    <a:pt x="72" y="0"/>
                    <a:pt x="1" y="83"/>
                    <a:pt x="1" y="167"/>
                  </a:cubicBezTo>
                  <a:lnTo>
                    <a:pt x="1" y="655"/>
                  </a:lnTo>
                  <a:cubicBezTo>
                    <a:pt x="1" y="750"/>
                    <a:pt x="72" y="822"/>
                    <a:pt x="155" y="822"/>
                  </a:cubicBezTo>
                  <a:cubicBezTo>
                    <a:pt x="251" y="822"/>
                    <a:pt x="322" y="750"/>
                    <a:pt x="322" y="655"/>
                  </a:cubicBezTo>
                  <a:lnTo>
                    <a:pt x="322" y="167"/>
                  </a:lnTo>
                  <a:cubicBezTo>
                    <a:pt x="334" y="83"/>
                    <a:pt x="26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64"/>
            <p:cNvSpPr/>
            <p:nvPr/>
          </p:nvSpPr>
          <p:spPr>
            <a:xfrm>
              <a:off x="8073184" y="2595789"/>
              <a:ext cx="136858" cy="112956"/>
            </a:xfrm>
            <a:custGeom>
              <a:avLst/>
              <a:gdLst/>
              <a:ahLst/>
              <a:cxnLst/>
              <a:rect l="l" t="t" r="r" b="b"/>
              <a:pathLst>
                <a:path w="4300" h="3549" extrusionOk="0">
                  <a:moveTo>
                    <a:pt x="2156" y="1"/>
                  </a:moveTo>
                  <a:cubicBezTo>
                    <a:pt x="2073" y="1"/>
                    <a:pt x="2001" y="84"/>
                    <a:pt x="2001" y="167"/>
                  </a:cubicBezTo>
                  <a:lnTo>
                    <a:pt x="2001" y="2048"/>
                  </a:lnTo>
                  <a:lnTo>
                    <a:pt x="108" y="3251"/>
                  </a:lnTo>
                  <a:cubicBezTo>
                    <a:pt x="37" y="3299"/>
                    <a:pt x="1" y="3406"/>
                    <a:pt x="60" y="3477"/>
                  </a:cubicBezTo>
                  <a:cubicBezTo>
                    <a:pt x="96" y="3525"/>
                    <a:pt x="156" y="3549"/>
                    <a:pt x="191" y="3549"/>
                  </a:cubicBezTo>
                  <a:cubicBezTo>
                    <a:pt x="227" y="3549"/>
                    <a:pt x="251" y="3537"/>
                    <a:pt x="287" y="3525"/>
                  </a:cubicBezTo>
                  <a:lnTo>
                    <a:pt x="2156" y="2334"/>
                  </a:lnTo>
                  <a:lnTo>
                    <a:pt x="4037" y="3525"/>
                  </a:lnTo>
                  <a:cubicBezTo>
                    <a:pt x="4063" y="3538"/>
                    <a:pt x="4093" y="3544"/>
                    <a:pt x="4123" y="3544"/>
                  </a:cubicBezTo>
                  <a:cubicBezTo>
                    <a:pt x="4178" y="3544"/>
                    <a:pt x="4233" y="3523"/>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64"/>
            <p:cNvSpPr/>
            <p:nvPr/>
          </p:nvSpPr>
          <p:spPr>
            <a:xfrm>
              <a:off x="8085310" y="2415041"/>
              <a:ext cx="112956" cy="169036"/>
            </a:xfrm>
            <a:custGeom>
              <a:avLst/>
              <a:gdLst/>
              <a:ahLst/>
              <a:cxnLst/>
              <a:rect l="l" t="t" r="r" b="b"/>
              <a:pathLst>
                <a:path w="3549" h="5311" extrusionOk="0">
                  <a:moveTo>
                    <a:pt x="1775" y="334"/>
                  </a:moveTo>
                  <a:cubicBezTo>
                    <a:pt x="2061" y="334"/>
                    <a:pt x="2335" y="453"/>
                    <a:pt x="2525" y="643"/>
                  </a:cubicBezTo>
                  <a:cubicBezTo>
                    <a:pt x="2716" y="846"/>
                    <a:pt x="2835" y="1119"/>
                    <a:pt x="2870" y="1417"/>
                  </a:cubicBezTo>
                  <a:cubicBezTo>
                    <a:pt x="2882" y="1524"/>
                    <a:pt x="2894" y="1655"/>
                    <a:pt x="2906" y="1822"/>
                  </a:cubicBezTo>
                  <a:cubicBezTo>
                    <a:pt x="2727" y="1500"/>
                    <a:pt x="2430" y="1286"/>
                    <a:pt x="2061" y="1167"/>
                  </a:cubicBezTo>
                  <a:cubicBezTo>
                    <a:pt x="1727" y="1060"/>
                    <a:pt x="1430" y="1060"/>
                    <a:pt x="1418" y="1060"/>
                  </a:cubicBezTo>
                  <a:cubicBezTo>
                    <a:pt x="1382" y="1060"/>
                    <a:pt x="1334" y="1072"/>
                    <a:pt x="1299" y="1108"/>
                  </a:cubicBezTo>
                  <a:lnTo>
                    <a:pt x="1001" y="1417"/>
                  </a:lnTo>
                  <a:cubicBezTo>
                    <a:pt x="942" y="1477"/>
                    <a:pt x="942" y="1596"/>
                    <a:pt x="1001" y="1655"/>
                  </a:cubicBezTo>
                  <a:cubicBezTo>
                    <a:pt x="1031" y="1685"/>
                    <a:pt x="1075" y="1700"/>
                    <a:pt x="1120" y="1700"/>
                  </a:cubicBezTo>
                  <a:cubicBezTo>
                    <a:pt x="1165" y="1700"/>
                    <a:pt x="1209" y="1685"/>
                    <a:pt x="1239" y="1655"/>
                  </a:cubicBezTo>
                  <a:lnTo>
                    <a:pt x="1501" y="1405"/>
                  </a:lnTo>
                  <a:cubicBezTo>
                    <a:pt x="1584" y="1405"/>
                    <a:pt x="1763" y="1417"/>
                    <a:pt x="1954" y="1489"/>
                  </a:cubicBezTo>
                  <a:cubicBezTo>
                    <a:pt x="2299" y="1608"/>
                    <a:pt x="2537" y="1798"/>
                    <a:pt x="2668" y="2084"/>
                  </a:cubicBezTo>
                  <a:cubicBezTo>
                    <a:pt x="2596" y="2512"/>
                    <a:pt x="2227" y="2846"/>
                    <a:pt x="1775" y="2846"/>
                  </a:cubicBezTo>
                  <a:cubicBezTo>
                    <a:pt x="1287" y="2846"/>
                    <a:pt x="870" y="2441"/>
                    <a:pt x="870" y="1941"/>
                  </a:cubicBezTo>
                  <a:cubicBezTo>
                    <a:pt x="870" y="1846"/>
                    <a:pt x="799" y="1774"/>
                    <a:pt x="703" y="1774"/>
                  </a:cubicBezTo>
                  <a:cubicBezTo>
                    <a:pt x="691" y="1774"/>
                    <a:pt x="680" y="1774"/>
                    <a:pt x="644" y="1786"/>
                  </a:cubicBezTo>
                  <a:cubicBezTo>
                    <a:pt x="668" y="1655"/>
                    <a:pt x="680" y="1524"/>
                    <a:pt x="691" y="1417"/>
                  </a:cubicBezTo>
                  <a:cubicBezTo>
                    <a:pt x="703" y="1119"/>
                    <a:pt x="822" y="834"/>
                    <a:pt x="1037" y="643"/>
                  </a:cubicBezTo>
                  <a:cubicBezTo>
                    <a:pt x="1227" y="429"/>
                    <a:pt x="1501" y="334"/>
                    <a:pt x="1775" y="334"/>
                  </a:cubicBezTo>
                  <a:close/>
                  <a:moveTo>
                    <a:pt x="572" y="2239"/>
                  </a:moveTo>
                  <a:cubicBezTo>
                    <a:pt x="644" y="2536"/>
                    <a:pt x="822" y="2786"/>
                    <a:pt x="1084" y="2965"/>
                  </a:cubicBezTo>
                  <a:lnTo>
                    <a:pt x="1084" y="3143"/>
                  </a:lnTo>
                  <a:cubicBezTo>
                    <a:pt x="763" y="3084"/>
                    <a:pt x="549" y="3013"/>
                    <a:pt x="394" y="2929"/>
                  </a:cubicBezTo>
                  <a:cubicBezTo>
                    <a:pt x="382" y="2929"/>
                    <a:pt x="394" y="2917"/>
                    <a:pt x="394" y="2917"/>
                  </a:cubicBezTo>
                  <a:cubicBezTo>
                    <a:pt x="465" y="2727"/>
                    <a:pt x="525" y="2477"/>
                    <a:pt x="572" y="2239"/>
                  </a:cubicBezTo>
                  <a:close/>
                  <a:moveTo>
                    <a:pt x="2989" y="2239"/>
                  </a:moveTo>
                  <a:cubicBezTo>
                    <a:pt x="3025" y="2489"/>
                    <a:pt x="3108" y="2727"/>
                    <a:pt x="3168" y="2917"/>
                  </a:cubicBezTo>
                  <a:lnTo>
                    <a:pt x="3168" y="2929"/>
                  </a:lnTo>
                  <a:cubicBezTo>
                    <a:pt x="3025" y="2989"/>
                    <a:pt x="2811" y="3084"/>
                    <a:pt x="2477" y="3143"/>
                  </a:cubicBezTo>
                  <a:lnTo>
                    <a:pt x="2477" y="2965"/>
                  </a:lnTo>
                  <a:cubicBezTo>
                    <a:pt x="2716" y="2798"/>
                    <a:pt x="2906" y="2536"/>
                    <a:pt x="2989" y="2239"/>
                  </a:cubicBezTo>
                  <a:close/>
                  <a:moveTo>
                    <a:pt x="2168" y="3108"/>
                  </a:moveTo>
                  <a:lnTo>
                    <a:pt x="2168" y="3286"/>
                  </a:lnTo>
                  <a:cubicBezTo>
                    <a:pt x="2168" y="3346"/>
                    <a:pt x="2180" y="3405"/>
                    <a:pt x="2204" y="3453"/>
                  </a:cubicBezTo>
                  <a:lnTo>
                    <a:pt x="2037" y="3608"/>
                  </a:lnTo>
                  <a:cubicBezTo>
                    <a:pt x="1960" y="3673"/>
                    <a:pt x="1864" y="3706"/>
                    <a:pt x="1772" y="3706"/>
                  </a:cubicBezTo>
                  <a:cubicBezTo>
                    <a:pt x="1680" y="3706"/>
                    <a:pt x="1590" y="3673"/>
                    <a:pt x="1525" y="3608"/>
                  </a:cubicBezTo>
                  <a:lnTo>
                    <a:pt x="1382" y="3453"/>
                  </a:lnTo>
                  <a:cubicBezTo>
                    <a:pt x="1406" y="3405"/>
                    <a:pt x="1418" y="3346"/>
                    <a:pt x="1418" y="3286"/>
                  </a:cubicBezTo>
                  <a:lnTo>
                    <a:pt x="1418" y="3108"/>
                  </a:lnTo>
                  <a:cubicBezTo>
                    <a:pt x="1537" y="3143"/>
                    <a:pt x="1656" y="3167"/>
                    <a:pt x="1799" y="3167"/>
                  </a:cubicBezTo>
                  <a:cubicBezTo>
                    <a:pt x="1930" y="3167"/>
                    <a:pt x="2049" y="3155"/>
                    <a:pt x="2168" y="3108"/>
                  </a:cubicBezTo>
                  <a:close/>
                  <a:moveTo>
                    <a:pt x="1775" y="0"/>
                  </a:moveTo>
                  <a:cubicBezTo>
                    <a:pt x="1037" y="0"/>
                    <a:pt x="418" y="607"/>
                    <a:pt x="358" y="1405"/>
                  </a:cubicBezTo>
                  <a:cubicBezTo>
                    <a:pt x="334" y="1727"/>
                    <a:pt x="227" y="2417"/>
                    <a:pt x="84" y="2810"/>
                  </a:cubicBezTo>
                  <a:cubicBezTo>
                    <a:pt x="25" y="2989"/>
                    <a:pt x="96" y="3167"/>
                    <a:pt x="263" y="3251"/>
                  </a:cubicBezTo>
                  <a:cubicBezTo>
                    <a:pt x="382" y="3310"/>
                    <a:pt x="572" y="3382"/>
                    <a:pt x="822" y="3441"/>
                  </a:cubicBezTo>
                  <a:lnTo>
                    <a:pt x="394" y="3644"/>
                  </a:lnTo>
                  <a:cubicBezTo>
                    <a:pt x="156" y="3763"/>
                    <a:pt x="1" y="4001"/>
                    <a:pt x="1" y="4275"/>
                  </a:cubicBezTo>
                  <a:lnTo>
                    <a:pt x="1" y="5156"/>
                  </a:lnTo>
                  <a:cubicBezTo>
                    <a:pt x="1" y="5239"/>
                    <a:pt x="84" y="5310"/>
                    <a:pt x="168" y="5310"/>
                  </a:cubicBezTo>
                  <a:cubicBezTo>
                    <a:pt x="263" y="5310"/>
                    <a:pt x="334" y="5239"/>
                    <a:pt x="334" y="5156"/>
                  </a:cubicBezTo>
                  <a:lnTo>
                    <a:pt x="334" y="4275"/>
                  </a:lnTo>
                  <a:cubicBezTo>
                    <a:pt x="334" y="4144"/>
                    <a:pt x="406" y="4001"/>
                    <a:pt x="537" y="3941"/>
                  </a:cubicBezTo>
                  <a:lnTo>
                    <a:pt x="1096" y="3667"/>
                  </a:lnTo>
                  <a:lnTo>
                    <a:pt x="1287" y="3846"/>
                  </a:lnTo>
                  <a:cubicBezTo>
                    <a:pt x="1418" y="3977"/>
                    <a:pt x="1596" y="4036"/>
                    <a:pt x="1763" y="4036"/>
                  </a:cubicBezTo>
                  <a:cubicBezTo>
                    <a:pt x="1942" y="4036"/>
                    <a:pt x="2108" y="3977"/>
                    <a:pt x="2239" y="3846"/>
                  </a:cubicBezTo>
                  <a:lnTo>
                    <a:pt x="2430" y="3667"/>
                  </a:lnTo>
                  <a:lnTo>
                    <a:pt x="2977" y="3941"/>
                  </a:lnTo>
                  <a:cubicBezTo>
                    <a:pt x="3097" y="4001"/>
                    <a:pt x="3192" y="4144"/>
                    <a:pt x="3192" y="4275"/>
                  </a:cubicBezTo>
                  <a:lnTo>
                    <a:pt x="3192" y="5156"/>
                  </a:lnTo>
                  <a:cubicBezTo>
                    <a:pt x="3192" y="5239"/>
                    <a:pt x="3263" y="5310"/>
                    <a:pt x="3358" y="5310"/>
                  </a:cubicBezTo>
                  <a:cubicBezTo>
                    <a:pt x="3442" y="5310"/>
                    <a:pt x="3513" y="5239"/>
                    <a:pt x="3513" y="5156"/>
                  </a:cubicBezTo>
                  <a:lnTo>
                    <a:pt x="3513" y="4275"/>
                  </a:lnTo>
                  <a:cubicBezTo>
                    <a:pt x="3549" y="4001"/>
                    <a:pt x="3406" y="3763"/>
                    <a:pt x="3168" y="3644"/>
                  </a:cubicBezTo>
                  <a:lnTo>
                    <a:pt x="2727" y="3441"/>
                  </a:lnTo>
                  <a:cubicBezTo>
                    <a:pt x="2989" y="3382"/>
                    <a:pt x="3180" y="3310"/>
                    <a:pt x="3299" y="3251"/>
                  </a:cubicBezTo>
                  <a:cubicBezTo>
                    <a:pt x="3454" y="3167"/>
                    <a:pt x="3537" y="2977"/>
                    <a:pt x="3478" y="2810"/>
                  </a:cubicBezTo>
                  <a:cubicBezTo>
                    <a:pt x="3323" y="2417"/>
                    <a:pt x="3204" y="1727"/>
                    <a:pt x="3192" y="1405"/>
                  </a:cubicBezTo>
                  <a:cubicBezTo>
                    <a:pt x="3132" y="596"/>
                    <a:pt x="252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64"/>
            <p:cNvSpPr/>
            <p:nvPr/>
          </p:nvSpPr>
          <p:spPr>
            <a:xfrm>
              <a:off x="8108449"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64"/>
            <p:cNvSpPr/>
            <p:nvPr/>
          </p:nvSpPr>
          <p:spPr>
            <a:xfrm>
              <a:off x="8165293"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64"/>
            <p:cNvSpPr/>
            <p:nvPr/>
          </p:nvSpPr>
          <p:spPr>
            <a:xfrm>
              <a:off x="8238432" y="2635956"/>
              <a:ext cx="45481" cy="15946"/>
            </a:xfrm>
            <a:custGeom>
              <a:avLst/>
              <a:gdLst/>
              <a:ahLst/>
              <a:cxnLst/>
              <a:rect l="l" t="t" r="r" b="b"/>
              <a:pathLst>
                <a:path w="1429" h="501" extrusionOk="0">
                  <a:moveTo>
                    <a:pt x="167" y="1"/>
                  </a:moveTo>
                  <a:cubicBezTo>
                    <a:pt x="83" y="1"/>
                    <a:pt x="0" y="72"/>
                    <a:pt x="0" y="155"/>
                  </a:cubicBezTo>
                  <a:cubicBezTo>
                    <a:pt x="0" y="251"/>
                    <a:pt x="83" y="322"/>
                    <a:pt x="167" y="322"/>
                  </a:cubicBezTo>
                  <a:cubicBezTo>
                    <a:pt x="357" y="322"/>
                    <a:pt x="893" y="358"/>
                    <a:pt x="1167" y="489"/>
                  </a:cubicBezTo>
                  <a:cubicBezTo>
                    <a:pt x="1191" y="501"/>
                    <a:pt x="1214" y="501"/>
                    <a:pt x="1238" y="501"/>
                  </a:cubicBezTo>
                  <a:cubicBezTo>
                    <a:pt x="1298" y="501"/>
                    <a:pt x="1357" y="477"/>
                    <a:pt x="1393" y="417"/>
                  </a:cubicBezTo>
                  <a:cubicBezTo>
                    <a:pt x="1429" y="334"/>
                    <a:pt x="1405" y="239"/>
                    <a:pt x="1310" y="191"/>
                  </a:cubicBezTo>
                  <a:cubicBezTo>
                    <a:pt x="929" y="1"/>
                    <a:pt x="20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64"/>
            <p:cNvSpPr/>
            <p:nvPr/>
          </p:nvSpPr>
          <p:spPr>
            <a:xfrm>
              <a:off x="8198998" y="2607534"/>
              <a:ext cx="123968" cy="169036"/>
            </a:xfrm>
            <a:custGeom>
              <a:avLst/>
              <a:gdLst/>
              <a:ahLst/>
              <a:cxnLst/>
              <a:rect l="l" t="t" r="r" b="b"/>
              <a:pathLst>
                <a:path w="3895" h="5311" extrusionOk="0">
                  <a:moveTo>
                    <a:pt x="3049" y="322"/>
                  </a:moveTo>
                  <a:lnTo>
                    <a:pt x="3049" y="1025"/>
                  </a:lnTo>
                  <a:cubicBezTo>
                    <a:pt x="3049" y="1144"/>
                    <a:pt x="3013" y="1251"/>
                    <a:pt x="2965" y="1346"/>
                  </a:cubicBezTo>
                  <a:lnTo>
                    <a:pt x="2882" y="1513"/>
                  </a:lnTo>
                  <a:cubicBezTo>
                    <a:pt x="2870" y="1548"/>
                    <a:pt x="2870" y="1560"/>
                    <a:pt x="2870" y="1584"/>
                  </a:cubicBezTo>
                  <a:lnTo>
                    <a:pt x="2870" y="1941"/>
                  </a:lnTo>
                  <a:cubicBezTo>
                    <a:pt x="2870" y="2203"/>
                    <a:pt x="2763" y="2418"/>
                    <a:pt x="2596" y="2596"/>
                  </a:cubicBezTo>
                  <a:cubicBezTo>
                    <a:pt x="2406" y="2763"/>
                    <a:pt x="2168" y="2858"/>
                    <a:pt x="1930" y="2858"/>
                  </a:cubicBezTo>
                  <a:cubicBezTo>
                    <a:pt x="1453" y="2834"/>
                    <a:pt x="1049" y="2406"/>
                    <a:pt x="1049" y="1906"/>
                  </a:cubicBezTo>
                  <a:lnTo>
                    <a:pt x="1049" y="1584"/>
                  </a:lnTo>
                  <a:cubicBezTo>
                    <a:pt x="1049" y="1560"/>
                    <a:pt x="1049" y="1548"/>
                    <a:pt x="1037" y="1513"/>
                  </a:cubicBezTo>
                  <a:lnTo>
                    <a:pt x="929" y="1310"/>
                  </a:lnTo>
                  <a:cubicBezTo>
                    <a:pt x="882" y="1227"/>
                    <a:pt x="870" y="1144"/>
                    <a:pt x="870" y="1072"/>
                  </a:cubicBezTo>
                  <a:lnTo>
                    <a:pt x="870" y="1048"/>
                  </a:lnTo>
                  <a:cubicBezTo>
                    <a:pt x="870" y="655"/>
                    <a:pt x="1203" y="322"/>
                    <a:pt x="1596" y="322"/>
                  </a:cubicBezTo>
                  <a:close/>
                  <a:moveTo>
                    <a:pt x="2334" y="3132"/>
                  </a:moveTo>
                  <a:cubicBezTo>
                    <a:pt x="2334" y="3180"/>
                    <a:pt x="2346" y="3239"/>
                    <a:pt x="2358" y="3287"/>
                  </a:cubicBezTo>
                  <a:lnTo>
                    <a:pt x="2215" y="3418"/>
                  </a:lnTo>
                  <a:cubicBezTo>
                    <a:pt x="2138" y="3495"/>
                    <a:pt x="2043" y="3534"/>
                    <a:pt x="1949" y="3534"/>
                  </a:cubicBezTo>
                  <a:cubicBezTo>
                    <a:pt x="1855" y="3534"/>
                    <a:pt x="1763" y="3495"/>
                    <a:pt x="1691" y="3418"/>
                  </a:cubicBezTo>
                  <a:lnTo>
                    <a:pt x="1561" y="3287"/>
                  </a:lnTo>
                  <a:cubicBezTo>
                    <a:pt x="1572" y="3239"/>
                    <a:pt x="1584" y="3180"/>
                    <a:pt x="1584" y="3132"/>
                  </a:cubicBezTo>
                  <a:cubicBezTo>
                    <a:pt x="1691" y="3168"/>
                    <a:pt x="1811" y="3191"/>
                    <a:pt x="1918" y="3191"/>
                  </a:cubicBezTo>
                  <a:lnTo>
                    <a:pt x="1953" y="3191"/>
                  </a:lnTo>
                  <a:cubicBezTo>
                    <a:pt x="2096" y="3191"/>
                    <a:pt x="2215" y="3180"/>
                    <a:pt x="2334" y="3132"/>
                  </a:cubicBezTo>
                  <a:close/>
                  <a:moveTo>
                    <a:pt x="1584" y="1"/>
                  </a:moveTo>
                  <a:cubicBezTo>
                    <a:pt x="1001" y="1"/>
                    <a:pt x="525" y="477"/>
                    <a:pt x="525" y="1048"/>
                  </a:cubicBezTo>
                  <a:lnTo>
                    <a:pt x="525" y="1072"/>
                  </a:lnTo>
                  <a:cubicBezTo>
                    <a:pt x="525" y="1203"/>
                    <a:pt x="560" y="1334"/>
                    <a:pt x="620" y="1453"/>
                  </a:cubicBezTo>
                  <a:lnTo>
                    <a:pt x="703" y="1620"/>
                  </a:lnTo>
                  <a:lnTo>
                    <a:pt x="703" y="1882"/>
                  </a:lnTo>
                  <a:cubicBezTo>
                    <a:pt x="703" y="2322"/>
                    <a:pt x="918" y="2703"/>
                    <a:pt x="1239" y="2941"/>
                  </a:cubicBezTo>
                  <a:lnTo>
                    <a:pt x="1239" y="3096"/>
                  </a:lnTo>
                  <a:cubicBezTo>
                    <a:pt x="1239" y="3180"/>
                    <a:pt x="1180" y="3251"/>
                    <a:pt x="1108" y="3275"/>
                  </a:cubicBezTo>
                  <a:lnTo>
                    <a:pt x="513" y="3453"/>
                  </a:lnTo>
                  <a:cubicBezTo>
                    <a:pt x="215" y="3537"/>
                    <a:pt x="1" y="3811"/>
                    <a:pt x="1" y="4120"/>
                  </a:cubicBezTo>
                  <a:lnTo>
                    <a:pt x="1" y="5144"/>
                  </a:lnTo>
                  <a:cubicBezTo>
                    <a:pt x="1" y="5239"/>
                    <a:pt x="84" y="5311"/>
                    <a:pt x="167" y="5311"/>
                  </a:cubicBezTo>
                  <a:cubicBezTo>
                    <a:pt x="263" y="5311"/>
                    <a:pt x="334" y="5239"/>
                    <a:pt x="334" y="5144"/>
                  </a:cubicBezTo>
                  <a:lnTo>
                    <a:pt x="334" y="4120"/>
                  </a:lnTo>
                  <a:cubicBezTo>
                    <a:pt x="334" y="3953"/>
                    <a:pt x="441" y="3811"/>
                    <a:pt x="596" y="3763"/>
                  </a:cubicBezTo>
                  <a:lnTo>
                    <a:pt x="1191" y="3584"/>
                  </a:lnTo>
                  <a:cubicBezTo>
                    <a:pt x="1251" y="3572"/>
                    <a:pt x="1299" y="3537"/>
                    <a:pt x="1346" y="3525"/>
                  </a:cubicBezTo>
                  <a:lnTo>
                    <a:pt x="1453" y="3632"/>
                  </a:lnTo>
                  <a:cubicBezTo>
                    <a:pt x="1584" y="3763"/>
                    <a:pt x="1763" y="3834"/>
                    <a:pt x="1942" y="3834"/>
                  </a:cubicBezTo>
                  <a:cubicBezTo>
                    <a:pt x="2120" y="3834"/>
                    <a:pt x="2299" y="3763"/>
                    <a:pt x="2430" y="3632"/>
                  </a:cubicBezTo>
                  <a:lnTo>
                    <a:pt x="2537" y="3525"/>
                  </a:lnTo>
                  <a:cubicBezTo>
                    <a:pt x="2584" y="3549"/>
                    <a:pt x="2620" y="3572"/>
                    <a:pt x="2680" y="3584"/>
                  </a:cubicBezTo>
                  <a:lnTo>
                    <a:pt x="3275" y="3763"/>
                  </a:lnTo>
                  <a:cubicBezTo>
                    <a:pt x="3442" y="3811"/>
                    <a:pt x="3549" y="3953"/>
                    <a:pt x="3549" y="4120"/>
                  </a:cubicBezTo>
                  <a:lnTo>
                    <a:pt x="3549" y="5144"/>
                  </a:lnTo>
                  <a:cubicBezTo>
                    <a:pt x="3549" y="5239"/>
                    <a:pt x="3620" y="5311"/>
                    <a:pt x="3716" y="5311"/>
                  </a:cubicBezTo>
                  <a:cubicBezTo>
                    <a:pt x="3799" y="5311"/>
                    <a:pt x="3870" y="5239"/>
                    <a:pt x="3870" y="5144"/>
                  </a:cubicBezTo>
                  <a:lnTo>
                    <a:pt x="3870" y="4120"/>
                  </a:lnTo>
                  <a:cubicBezTo>
                    <a:pt x="3894" y="3822"/>
                    <a:pt x="3680" y="3549"/>
                    <a:pt x="3382" y="3465"/>
                  </a:cubicBezTo>
                  <a:lnTo>
                    <a:pt x="2787" y="3287"/>
                  </a:lnTo>
                  <a:cubicBezTo>
                    <a:pt x="2715" y="3251"/>
                    <a:pt x="2656" y="3180"/>
                    <a:pt x="2656" y="3108"/>
                  </a:cubicBezTo>
                  <a:lnTo>
                    <a:pt x="2656" y="2977"/>
                  </a:lnTo>
                  <a:cubicBezTo>
                    <a:pt x="2715" y="2930"/>
                    <a:pt x="2763" y="2882"/>
                    <a:pt x="2823" y="2834"/>
                  </a:cubicBezTo>
                  <a:cubicBezTo>
                    <a:pt x="3061" y="2596"/>
                    <a:pt x="3192" y="2287"/>
                    <a:pt x="3192" y="1941"/>
                  </a:cubicBezTo>
                  <a:lnTo>
                    <a:pt x="3192" y="1632"/>
                  </a:lnTo>
                  <a:lnTo>
                    <a:pt x="3251" y="1501"/>
                  </a:lnTo>
                  <a:cubicBezTo>
                    <a:pt x="3323" y="1346"/>
                    <a:pt x="3370" y="1191"/>
                    <a:pt x="3370" y="1025"/>
                  </a:cubicBezTo>
                  <a:lnTo>
                    <a:pt x="3370" y="155"/>
                  </a:lnTo>
                  <a:cubicBezTo>
                    <a:pt x="3370" y="72"/>
                    <a:pt x="3299" y="1"/>
                    <a:pt x="3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64"/>
            <p:cNvSpPr/>
            <p:nvPr/>
          </p:nvSpPr>
          <p:spPr>
            <a:xfrm>
              <a:off x="8222137"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64"/>
            <p:cNvSpPr/>
            <p:nvPr/>
          </p:nvSpPr>
          <p:spPr>
            <a:xfrm>
              <a:off x="8289579" y="2743946"/>
              <a:ext cx="10630" cy="33005"/>
            </a:xfrm>
            <a:custGeom>
              <a:avLst/>
              <a:gdLst/>
              <a:ahLst/>
              <a:cxnLst/>
              <a:rect l="l" t="t" r="r" b="b"/>
              <a:pathLst>
                <a:path w="334" h="1037" extrusionOk="0">
                  <a:moveTo>
                    <a:pt x="167" y="1"/>
                  </a:moveTo>
                  <a:cubicBezTo>
                    <a:pt x="84" y="1"/>
                    <a:pt x="0" y="72"/>
                    <a:pt x="0" y="156"/>
                  </a:cubicBezTo>
                  <a:lnTo>
                    <a:pt x="0" y="870"/>
                  </a:lnTo>
                  <a:cubicBezTo>
                    <a:pt x="0" y="965"/>
                    <a:pt x="84" y="1037"/>
                    <a:pt x="167" y="1037"/>
                  </a:cubicBezTo>
                  <a:cubicBezTo>
                    <a:pt x="250" y="1037"/>
                    <a:pt x="334" y="965"/>
                    <a:pt x="334" y="870"/>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5" name="Google Shape;10585;p64"/>
          <p:cNvGrpSpPr/>
          <p:nvPr/>
        </p:nvGrpSpPr>
        <p:grpSpPr>
          <a:xfrm>
            <a:off x="7529411" y="2240409"/>
            <a:ext cx="355863" cy="362292"/>
            <a:chOff x="7529411" y="2414659"/>
            <a:chExt cx="355863" cy="362292"/>
          </a:xfrm>
        </p:grpSpPr>
        <p:sp>
          <p:nvSpPr>
            <p:cNvPr id="10586" name="Google Shape;10586;p64"/>
            <p:cNvSpPr/>
            <p:nvPr/>
          </p:nvSpPr>
          <p:spPr>
            <a:xfrm>
              <a:off x="7687816" y="2443081"/>
              <a:ext cx="45481" cy="15946"/>
            </a:xfrm>
            <a:custGeom>
              <a:avLst/>
              <a:gdLst/>
              <a:ahLst/>
              <a:cxnLst/>
              <a:rect l="l" t="t" r="r" b="b"/>
              <a:pathLst>
                <a:path w="1429" h="501" extrusionOk="0">
                  <a:moveTo>
                    <a:pt x="155" y="0"/>
                  </a:moveTo>
                  <a:cubicBezTo>
                    <a:pt x="72" y="0"/>
                    <a:pt x="0" y="72"/>
                    <a:pt x="0" y="167"/>
                  </a:cubicBezTo>
                  <a:cubicBezTo>
                    <a:pt x="0" y="250"/>
                    <a:pt x="72" y="322"/>
                    <a:pt x="155" y="322"/>
                  </a:cubicBezTo>
                  <a:cubicBezTo>
                    <a:pt x="357" y="322"/>
                    <a:pt x="893" y="357"/>
                    <a:pt x="1155" y="488"/>
                  </a:cubicBezTo>
                  <a:cubicBezTo>
                    <a:pt x="1191" y="500"/>
                    <a:pt x="1203" y="500"/>
                    <a:pt x="1227" y="500"/>
                  </a:cubicBezTo>
                  <a:cubicBezTo>
                    <a:pt x="1286" y="500"/>
                    <a:pt x="1346" y="477"/>
                    <a:pt x="1381" y="417"/>
                  </a:cubicBezTo>
                  <a:cubicBezTo>
                    <a:pt x="1429" y="346"/>
                    <a:pt x="1381" y="238"/>
                    <a:pt x="1310" y="191"/>
                  </a:cubicBezTo>
                  <a:cubicBezTo>
                    <a:pt x="917" y="0"/>
                    <a:pt x="19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64"/>
            <p:cNvSpPr/>
            <p:nvPr/>
          </p:nvSpPr>
          <p:spPr>
            <a:xfrm>
              <a:off x="7648764" y="2414659"/>
              <a:ext cx="123204" cy="168654"/>
            </a:xfrm>
            <a:custGeom>
              <a:avLst/>
              <a:gdLst/>
              <a:ahLst/>
              <a:cxnLst/>
              <a:rect l="l" t="t" r="r" b="b"/>
              <a:pathLst>
                <a:path w="3871" h="5299" extrusionOk="0">
                  <a:moveTo>
                    <a:pt x="3013" y="322"/>
                  </a:moveTo>
                  <a:lnTo>
                    <a:pt x="3013" y="1024"/>
                  </a:lnTo>
                  <a:cubicBezTo>
                    <a:pt x="3013" y="1143"/>
                    <a:pt x="2977" y="1250"/>
                    <a:pt x="2930" y="1358"/>
                  </a:cubicBezTo>
                  <a:lnTo>
                    <a:pt x="2847" y="1512"/>
                  </a:lnTo>
                  <a:cubicBezTo>
                    <a:pt x="2835" y="1548"/>
                    <a:pt x="2835" y="1560"/>
                    <a:pt x="2835" y="1596"/>
                  </a:cubicBezTo>
                  <a:lnTo>
                    <a:pt x="2835" y="1953"/>
                  </a:lnTo>
                  <a:cubicBezTo>
                    <a:pt x="2835" y="2203"/>
                    <a:pt x="2727" y="2429"/>
                    <a:pt x="2561" y="2608"/>
                  </a:cubicBezTo>
                  <a:cubicBezTo>
                    <a:pt x="2370" y="2763"/>
                    <a:pt x="2144" y="2858"/>
                    <a:pt x="1894" y="2858"/>
                  </a:cubicBezTo>
                  <a:cubicBezTo>
                    <a:pt x="1418" y="2846"/>
                    <a:pt x="1013" y="2405"/>
                    <a:pt x="1013" y="1905"/>
                  </a:cubicBezTo>
                  <a:lnTo>
                    <a:pt x="1013" y="1596"/>
                  </a:lnTo>
                  <a:cubicBezTo>
                    <a:pt x="1013" y="1560"/>
                    <a:pt x="1013" y="1548"/>
                    <a:pt x="1001" y="1512"/>
                  </a:cubicBezTo>
                  <a:lnTo>
                    <a:pt x="894" y="1310"/>
                  </a:lnTo>
                  <a:cubicBezTo>
                    <a:pt x="846" y="1239"/>
                    <a:pt x="834" y="1143"/>
                    <a:pt x="834" y="1072"/>
                  </a:cubicBezTo>
                  <a:lnTo>
                    <a:pt x="834" y="1060"/>
                  </a:lnTo>
                  <a:cubicBezTo>
                    <a:pt x="834" y="655"/>
                    <a:pt x="1168" y="322"/>
                    <a:pt x="1561" y="322"/>
                  </a:cubicBezTo>
                  <a:close/>
                  <a:moveTo>
                    <a:pt x="2299" y="3108"/>
                  </a:moveTo>
                  <a:cubicBezTo>
                    <a:pt x="2299" y="3155"/>
                    <a:pt x="2311" y="3215"/>
                    <a:pt x="2323" y="3263"/>
                  </a:cubicBezTo>
                  <a:lnTo>
                    <a:pt x="1918" y="3679"/>
                  </a:lnTo>
                  <a:lnTo>
                    <a:pt x="1537" y="3286"/>
                  </a:lnTo>
                  <a:cubicBezTo>
                    <a:pt x="1549" y="3263"/>
                    <a:pt x="1549" y="3227"/>
                    <a:pt x="1549" y="3179"/>
                  </a:cubicBezTo>
                  <a:lnTo>
                    <a:pt x="1549" y="3108"/>
                  </a:lnTo>
                  <a:cubicBezTo>
                    <a:pt x="1656" y="3144"/>
                    <a:pt x="1763" y="3167"/>
                    <a:pt x="1882" y="3167"/>
                  </a:cubicBezTo>
                  <a:lnTo>
                    <a:pt x="1918" y="3167"/>
                  </a:lnTo>
                  <a:cubicBezTo>
                    <a:pt x="2061" y="3167"/>
                    <a:pt x="2180" y="3155"/>
                    <a:pt x="2299" y="3108"/>
                  </a:cubicBezTo>
                  <a:close/>
                  <a:moveTo>
                    <a:pt x="1584" y="0"/>
                  </a:moveTo>
                  <a:cubicBezTo>
                    <a:pt x="1001" y="0"/>
                    <a:pt x="525" y="477"/>
                    <a:pt x="525" y="1060"/>
                  </a:cubicBezTo>
                  <a:lnTo>
                    <a:pt x="525" y="1072"/>
                  </a:lnTo>
                  <a:cubicBezTo>
                    <a:pt x="525" y="1203"/>
                    <a:pt x="549" y="1334"/>
                    <a:pt x="608" y="1453"/>
                  </a:cubicBezTo>
                  <a:lnTo>
                    <a:pt x="703" y="1620"/>
                  </a:lnTo>
                  <a:lnTo>
                    <a:pt x="703" y="1893"/>
                  </a:lnTo>
                  <a:cubicBezTo>
                    <a:pt x="703" y="2322"/>
                    <a:pt x="906" y="2703"/>
                    <a:pt x="1239" y="2941"/>
                  </a:cubicBezTo>
                  <a:lnTo>
                    <a:pt x="1239" y="3179"/>
                  </a:lnTo>
                  <a:cubicBezTo>
                    <a:pt x="1239" y="3215"/>
                    <a:pt x="1227" y="3239"/>
                    <a:pt x="1192" y="3239"/>
                  </a:cubicBezTo>
                  <a:lnTo>
                    <a:pt x="513" y="3441"/>
                  </a:lnTo>
                  <a:cubicBezTo>
                    <a:pt x="215" y="3525"/>
                    <a:pt x="1" y="3798"/>
                    <a:pt x="1" y="4108"/>
                  </a:cubicBezTo>
                  <a:lnTo>
                    <a:pt x="1" y="5132"/>
                  </a:lnTo>
                  <a:cubicBezTo>
                    <a:pt x="1" y="5227"/>
                    <a:pt x="72" y="5299"/>
                    <a:pt x="168" y="5299"/>
                  </a:cubicBezTo>
                  <a:cubicBezTo>
                    <a:pt x="251" y="5299"/>
                    <a:pt x="322" y="5227"/>
                    <a:pt x="322" y="5132"/>
                  </a:cubicBezTo>
                  <a:lnTo>
                    <a:pt x="322" y="4108"/>
                  </a:lnTo>
                  <a:cubicBezTo>
                    <a:pt x="322" y="3941"/>
                    <a:pt x="430" y="3798"/>
                    <a:pt x="596" y="3751"/>
                  </a:cubicBezTo>
                  <a:lnTo>
                    <a:pt x="1275" y="3560"/>
                  </a:lnTo>
                  <a:cubicBezTo>
                    <a:pt x="1311" y="3560"/>
                    <a:pt x="1323" y="3536"/>
                    <a:pt x="1358" y="3525"/>
                  </a:cubicBezTo>
                  <a:lnTo>
                    <a:pt x="1775" y="3941"/>
                  </a:lnTo>
                  <a:lnTo>
                    <a:pt x="1775" y="5120"/>
                  </a:lnTo>
                  <a:cubicBezTo>
                    <a:pt x="1775" y="5203"/>
                    <a:pt x="1846" y="5287"/>
                    <a:pt x="1930" y="5287"/>
                  </a:cubicBezTo>
                  <a:cubicBezTo>
                    <a:pt x="2025" y="5287"/>
                    <a:pt x="2096" y="5203"/>
                    <a:pt x="2096" y="5120"/>
                  </a:cubicBezTo>
                  <a:lnTo>
                    <a:pt x="2096" y="3941"/>
                  </a:lnTo>
                  <a:lnTo>
                    <a:pt x="2525" y="3513"/>
                  </a:lnTo>
                  <a:cubicBezTo>
                    <a:pt x="2573" y="3536"/>
                    <a:pt x="2620" y="3560"/>
                    <a:pt x="2680" y="3572"/>
                  </a:cubicBezTo>
                  <a:lnTo>
                    <a:pt x="3275" y="3751"/>
                  </a:lnTo>
                  <a:cubicBezTo>
                    <a:pt x="3442" y="3798"/>
                    <a:pt x="3537" y="3941"/>
                    <a:pt x="3537" y="4108"/>
                  </a:cubicBezTo>
                  <a:lnTo>
                    <a:pt x="3537" y="5132"/>
                  </a:lnTo>
                  <a:cubicBezTo>
                    <a:pt x="3537" y="5227"/>
                    <a:pt x="3620" y="5299"/>
                    <a:pt x="3704" y="5299"/>
                  </a:cubicBezTo>
                  <a:cubicBezTo>
                    <a:pt x="3799" y="5299"/>
                    <a:pt x="3870" y="5227"/>
                    <a:pt x="3870" y="5132"/>
                  </a:cubicBezTo>
                  <a:lnTo>
                    <a:pt x="3870" y="4108"/>
                  </a:lnTo>
                  <a:cubicBezTo>
                    <a:pt x="3870" y="3822"/>
                    <a:pt x="3668" y="3536"/>
                    <a:pt x="3370" y="3465"/>
                  </a:cubicBezTo>
                  <a:lnTo>
                    <a:pt x="2775" y="3286"/>
                  </a:lnTo>
                  <a:cubicBezTo>
                    <a:pt x="2692" y="3263"/>
                    <a:pt x="2632" y="3179"/>
                    <a:pt x="2632" y="3108"/>
                  </a:cubicBezTo>
                  <a:lnTo>
                    <a:pt x="2632" y="2977"/>
                  </a:lnTo>
                  <a:cubicBezTo>
                    <a:pt x="2692" y="2929"/>
                    <a:pt x="2739" y="2882"/>
                    <a:pt x="2799" y="2846"/>
                  </a:cubicBezTo>
                  <a:cubicBezTo>
                    <a:pt x="3037" y="2608"/>
                    <a:pt x="3168" y="2286"/>
                    <a:pt x="3168" y="1953"/>
                  </a:cubicBezTo>
                  <a:lnTo>
                    <a:pt x="3168" y="1631"/>
                  </a:lnTo>
                  <a:lnTo>
                    <a:pt x="3228" y="1501"/>
                  </a:lnTo>
                  <a:cubicBezTo>
                    <a:pt x="3311" y="1358"/>
                    <a:pt x="3347" y="1191"/>
                    <a:pt x="3347" y="1024"/>
                  </a:cubicBezTo>
                  <a:lnTo>
                    <a:pt x="3347" y="167"/>
                  </a:lnTo>
                  <a:cubicBezTo>
                    <a:pt x="3347" y="72"/>
                    <a:pt x="3275" y="0"/>
                    <a:pt x="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64"/>
            <p:cNvSpPr/>
            <p:nvPr/>
          </p:nvSpPr>
          <p:spPr>
            <a:xfrm>
              <a:off x="7670757" y="2551072"/>
              <a:ext cx="10248" cy="33005"/>
            </a:xfrm>
            <a:custGeom>
              <a:avLst/>
              <a:gdLst/>
              <a:ahLst/>
              <a:cxnLst/>
              <a:rect l="l" t="t" r="r" b="b"/>
              <a:pathLst>
                <a:path w="322" h="1037" extrusionOk="0">
                  <a:moveTo>
                    <a:pt x="155" y="1"/>
                  </a:moveTo>
                  <a:cubicBezTo>
                    <a:pt x="72" y="1"/>
                    <a:pt x="0" y="72"/>
                    <a:pt x="0" y="167"/>
                  </a:cubicBezTo>
                  <a:lnTo>
                    <a:pt x="0" y="882"/>
                  </a:lnTo>
                  <a:cubicBezTo>
                    <a:pt x="0"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64"/>
            <p:cNvSpPr/>
            <p:nvPr/>
          </p:nvSpPr>
          <p:spPr>
            <a:xfrm>
              <a:off x="7738963" y="2551072"/>
              <a:ext cx="10280" cy="33005"/>
            </a:xfrm>
            <a:custGeom>
              <a:avLst/>
              <a:gdLst/>
              <a:ahLst/>
              <a:cxnLst/>
              <a:rect l="l" t="t" r="r" b="b"/>
              <a:pathLst>
                <a:path w="323" h="1037" extrusionOk="0">
                  <a:moveTo>
                    <a:pt x="155" y="1"/>
                  </a:moveTo>
                  <a:cubicBezTo>
                    <a:pt x="72" y="1"/>
                    <a:pt x="1" y="72"/>
                    <a:pt x="1" y="167"/>
                  </a:cubicBezTo>
                  <a:lnTo>
                    <a:pt x="1" y="882"/>
                  </a:lnTo>
                  <a:cubicBezTo>
                    <a:pt x="1"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64"/>
            <p:cNvSpPr/>
            <p:nvPr/>
          </p:nvSpPr>
          <p:spPr>
            <a:xfrm>
              <a:off x="7568432" y="2635956"/>
              <a:ext cx="45513" cy="15946"/>
            </a:xfrm>
            <a:custGeom>
              <a:avLst/>
              <a:gdLst/>
              <a:ahLst/>
              <a:cxnLst/>
              <a:rect l="l" t="t" r="r" b="b"/>
              <a:pathLst>
                <a:path w="1430" h="501" extrusionOk="0">
                  <a:moveTo>
                    <a:pt x="156" y="1"/>
                  </a:moveTo>
                  <a:cubicBezTo>
                    <a:pt x="72" y="1"/>
                    <a:pt x="1" y="72"/>
                    <a:pt x="1" y="155"/>
                  </a:cubicBezTo>
                  <a:cubicBezTo>
                    <a:pt x="1" y="251"/>
                    <a:pt x="72" y="322"/>
                    <a:pt x="156" y="322"/>
                  </a:cubicBezTo>
                  <a:cubicBezTo>
                    <a:pt x="358" y="322"/>
                    <a:pt x="894" y="358"/>
                    <a:pt x="1156" y="489"/>
                  </a:cubicBezTo>
                  <a:cubicBezTo>
                    <a:pt x="1191" y="501"/>
                    <a:pt x="1203" y="501"/>
                    <a:pt x="1227" y="501"/>
                  </a:cubicBezTo>
                  <a:cubicBezTo>
                    <a:pt x="1287" y="501"/>
                    <a:pt x="1346" y="477"/>
                    <a:pt x="1382" y="417"/>
                  </a:cubicBezTo>
                  <a:cubicBezTo>
                    <a:pt x="1430" y="334"/>
                    <a:pt x="1394" y="239"/>
                    <a:pt x="1310" y="191"/>
                  </a:cubicBezTo>
                  <a:cubicBezTo>
                    <a:pt x="918" y="1"/>
                    <a:pt x="19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64"/>
            <p:cNvSpPr/>
            <p:nvPr/>
          </p:nvSpPr>
          <p:spPr>
            <a:xfrm>
              <a:off x="7529411" y="2607916"/>
              <a:ext cx="123172" cy="168654"/>
            </a:xfrm>
            <a:custGeom>
              <a:avLst/>
              <a:gdLst/>
              <a:ahLst/>
              <a:cxnLst/>
              <a:rect l="l" t="t" r="r" b="b"/>
              <a:pathLst>
                <a:path w="3870" h="5299" extrusionOk="0">
                  <a:moveTo>
                    <a:pt x="3025" y="310"/>
                  </a:moveTo>
                  <a:lnTo>
                    <a:pt x="3025" y="1013"/>
                  </a:lnTo>
                  <a:cubicBezTo>
                    <a:pt x="3025" y="1132"/>
                    <a:pt x="2989" y="1239"/>
                    <a:pt x="2953" y="1334"/>
                  </a:cubicBezTo>
                  <a:lnTo>
                    <a:pt x="2858" y="1501"/>
                  </a:lnTo>
                  <a:cubicBezTo>
                    <a:pt x="2846" y="1536"/>
                    <a:pt x="2846" y="1548"/>
                    <a:pt x="2846" y="1572"/>
                  </a:cubicBezTo>
                  <a:lnTo>
                    <a:pt x="2846" y="1929"/>
                  </a:lnTo>
                  <a:cubicBezTo>
                    <a:pt x="2834" y="2191"/>
                    <a:pt x="2727" y="2406"/>
                    <a:pt x="2560" y="2584"/>
                  </a:cubicBezTo>
                  <a:cubicBezTo>
                    <a:pt x="2392" y="2753"/>
                    <a:pt x="2170" y="2847"/>
                    <a:pt x="1945" y="2847"/>
                  </a:cubicBezTo>
                  <a:cubicBezTo>
                    <a:pt x="1932" y="2847"/>
                    <a:pt x="1919" y="2847"/>
                    <a:pt x="1905" y="2846"/>
                  </a:cubicBezTo>
                  <a:cubicBezTo>
                    <a:pt x="1429" y="2822"/>
                    <a:pt x="1024" y="2394"/>
                    <a:pt x="1024" y="1894"/>
                  </a:cubicBezTo>
                  <a:lnTo>
                    <a:pt x="1024" y="1572"/>
                  </a:lnTo>
                  <a:cubicBezTo>
                    <a:pt x="1024" y="1548"/>
                    <a:pt x="1024" y="1536"/>
                    <a:pt x="1012" y="1501"/>
                  </a:cubicBezTo>
                  <a:lnTo>
                    <a:pt x="905" y="1298"/>
                  </a:lnTo>
                  <a:cubicBezTo>
                    <a:pt x="870" y="1215"/>
                    <a:pt x="846" y="1132"/>
                    <a:pt x="846" y="1060"/>
                  </a:cubicBezTo>
                  <a:lnTo>
                    <a:pt x="846" y="1036"/>
                  </a:lnTo>
                  <a:cubicBezTo>
                    <a:pt x="846" y="643"/>
                    <a:pt x="1179" y="310"/>
                    <a:pt x="1584" y="310"/>
                  </a:cubicBezTo>
                  <a:close/>
                  <a:moveTo>
                    <a:pt x="2298" y="3096"/>
                  </a:moveTo>
                  <a:lnTo>
                    <a:pt x="2298" y="3156"/>
                  </a:lnTo>
                  <a:cubicBezTo>
                    <a:pt x="2298" y="3179"/>
                    <a:pt x="2298" y="3215"/>
                    <a:pt x="2310" y="3263"/>
                  </a:cubicBezTo>
                  <a:lnTo>
                    <a:pt x="1917" y="3656"/>
                  </a:lnTo>
                  <a:lnTo>
                    <a:pt x="1536" y="3275"/>
                  </a:lnTo>
                  <a:cubicBezTo>
                    <a:pt x="1548" y="3239"/>
                    <a:pt x="1548" y="3215"/>
                    <a:pt x="1548" y="3168"/>
                  </a:cubicBezTo>
                  <a:lnTo>
                    <a:pt x="1548" y="3096"/>
                  </a:lnTo>
                  <a:cubicBezTo>
                    <a:pt x="1655" y="3120"/>
                    <a:pt x="1763" y="3156"/>
                    <a:pt x="1882" y="3156"/>
                  </a:cubicBezTo>
                  <a:lnTo>
                    <a:pt x="1917" y="3156"/>
                  </a:lnTo>
                  <a:cubicBezTo>
                    <a:pt x="2036" y="3156"/>
                    <a:pt x="2179" y="3132"/>
                    <a:pt x="2298" y="3096"/>
                  </a:cubicBezTo>
                  <a:close/>
                  <a:moveTo>
                    <a:pt x="1584" y="1"/>
                  </a:moveTo>
                  <a:cubicBezTo>
                    <a:pt x="1001" y="1"/>
                    <a:pt x="524" y="477"/>
                    <a:pt x="524" y="1060"/>
                  </a:cubicBezTo>
                  <a:lnTo>
                    <a:pt x="524" y="1072"/>
                  </a:lnTo>
                  <a:cubicBezTo>
                    <a:pt x="524" y="1203"/>
                    <a:pt x="548" y="1334"/>
                    <a:pt x="608" y="1453"/>
                  </a:cubicBezTo>
                  <a:lnTo>
                    <a:pt x="703" y="1620"/>
                  </a:lnTo>
                  <a:lnTo>
                    <a:pt x="703" y="1894"/>
                  </a:lnTo>
                  <a:cubicBezTo>
                    <a:pt x="703" y="2322"/>
                    <a:pt x="905" y="2703"/>
                    <a:pt x="1239" y="2941"/>
                  </a:cubicBezTo>
                  <a:lnTo>
                    <a:pt x="1239" y="3179"/>
                  </a:lnTo>
                  <a:cubicBezTo>
                    <a:pt x="1239" y="3215"/>
                    <a:pt x="1227" y="3239"/>
                    <a:pt x="1191" y="3239"/>
                  </a:cubicBezTo>
                  <a:lnTo>
                    <a:pt x="512" y="3441"/>
                  </a:lnTo>
                  <a:cubicBezTo>
                    <a:pt x="215" y="3525"/>
                    <a:pt x="0" y="3799"/>
                    <a:pt x="0" y="4108"/>
                  </a:cubicBezTo>
                  <a:lnTo>
                    <a:pt x="0" y="5132"/>
                  </a:lnTo>
                  <a:cubicBezTo>
                    <a:pt x="0" y="5227"/>
                    <a:pt x="72" y="5299"/>
                    <a:pt x="167" y="5299"/>
                  </a:cubicBezTo>
                  <a:cubicBezTo>
                    <a:pt x="250" y="5299"/>
                    <a:pt x="322" y="5227"/>
                    <a:pt x="322" y="5132"/>
                  </a:cubicBezTo>
                  <a:lnTo>
                    <a:pt x="322" y="4108"/>
                  </a:lnTo>
                  <a:cubicBezTo>
                    <a:pt x="322" y="3941"/>
                    <a:pt x="429" y="3799"/>
                    <a:pt x="596" y="3751"/>
                  </a:cubicBezTo>
                  <a:lnTo>
                    <a:pt x="1274" y="3560"/>
                  </a:lnTo>
                  <a:cubicBezTo>
                    <a:pt x="1310" y="3560"/>
                    <a:pt x="1322" y="3537"/>
                    <a:pt x="1358" y="3525"/>
                  </a:cubicBezTo>
                  <a:lnTo>
                    <a:pt x="1774" y="3941"/>
                  </a:lnTo>
                  <a:lnTo>
                    <a:pt x="1774" y="5120"/>
                  </a:lnTo>
                  <a:cubicBezTo>
                    <a:pt x="1774" y="5204"/>
                    <a:pt x="1846" y="5287"/>
                    <a:pt x="1929" y="5287"/>
                  </a:cubicBezTo>
                  <a:cubicBezTo>
                    <a:pt x="2025" y="5287"/>
                    <a:pt x="2096" y="5204"/>
                    <a:pt x="2096" y="5120"/>
                  </a:cubicBezTo>
                  <a:lnTo>
                    <a:pt x="2096" y="3941"/>
                  </a:lnTo>
                  <a:lnTo>
                    <a:pt x="2513" y="3525"/>
                  </a:lnTo>
                  <a:cubicBezTo>
                    <a:pt x="2548" y="3537"/>
                    <a:pt x="2560" y="3537"/>
                    <a:pt x="2584" y="3560"/>
                  </a:cubicBezTo>
                  <a:lnTo>
                    <a:pt x="3275" y="3751"/>
                  </a:lnTo>
                  <a:cubicBezTo>
                    <a:pt x="3441" y="3799"/>
                    <a:pt x="3537" y="3941"/>
                    <a:pt x="3537" y="4108"/>
                  </a:cubicBezTo>
                  <a:lnTo>
                    <a:pt x="3537" y="5132"/>
                  </a:lnTo>
                  <a:cubicBezTo>
                    <a:pt x="3537" y="5227"/>
                    <a:pt x="3620" y="5299"/>
                    <a:pt x="3703" y="5299"/>
                  </a:cubicBezTo>
                  <a:cubicBezTo>
                    <a:pt x="3799" y="5299"/>
                    <a:pt x="3870" y="5227"/>
                    <a:pt x="3870" y="5132"/>
                  </a:cubicBezTo>
                  <a:lnTo>
                    <a:pt x="3870" y="4108"/>
                  </a:lnTo>
                  <a:cubicBezTo>
                    <a:pt x="3870" y="3810"/>
                    <a:pt x="3668" y="3537"/>
                    <a:pt x="3370" y="3453"/>
                  </a:cubicBezTo>
                  <a:lnTo>
                    <a:pt x="2679" y="3263"/>
                  </a:lnTo>
                  <a:cubicBezTo>
                    <a:pt x="2656" y="3239"/>
                    <a:pt x="2632" y="3227"/>
                    <a:pt x="2632" y="3203"/>
                  </a:cubicBezTo>
                  <a:lnTo>
                    <a:pt x="2632" y="2977"/>
                  </a:lnTo>
                  <a:cubicBezTo>
                    <a:pt x="2691" y="2929"/>
                    <a:pt x="2739" y="2882"/>
                    <a:pt x="2798" y="2846"/>
                  </a:cubicBezTo>
                  <a:cubicBezTo>
                    <a:pt x="3037" y="2608"/>
                    <a:pt x="3168" y="2287"/>
                    <a:pt x="3168" y="1953"/>
                  </a:cubicBezTo>
                  <a:lnTo>
                    <a:pt x="3168" y="1632"/>
                  </a:lnTo>
                  <a:lnTo>
                    <a:pt x="3227" y="1501"/>
                  </a:lnTo>
                  <a:cubicBezTo>
                    <a:pt x="3310" y="1358"/>
                    <a:pt x="3346" y="1191"/>
                    <a:pt x="3346" y="1024"/>
                  </a:cubicBezTo>
                  <a:lnTo>
                    <a:pt x="3346" y="167"/>
                  </a:lnTo>
                  <a:cubicBezTo>
                    <a:pt x="3346" y="72"/>
                    <a:pt x="3275"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64"/>
            <p:cNvSpPr/>
            <p:nvPr/>
          </p:nvSpPr>
          <p:spPr>
            <a:xfrm>
              <a:off x="7551754" y="2743946"/>
              <a:ext cx="10280" cy="33005"/>
            </a:xfrm>
            <a:custGeom>
              <a:avLst/>
              <a:gdLst/>
              <a:ahLst/>
              <a:cxnLst/>
              <a:rect l="l" t="t" r="r" b="b"/>
              <a:pathLst>
                <a:path w="323" h="1037" extrusionOk="0">
                  <a:moveTo>
                    <a:pt x="168" y="1"/>
                  </a:moveTo>
                  <a:cubicBezTo>
                    <a:pt x="72" y="1"/>
                    <a:pt x="1" y="72"/>
                    <a:pt x="1" y="156"/>
                  </a:cubicBezTo>
                  <a:lnTo>
                    <a:pt x="1" y="870"/>
                  </a:lnTo>
                  <a:cubicBezTo>
                    <a:pt x="1" y="965"/>
                    <a:pt x="72" y="1037"/>
                    <a:pt x="168" y="1037"/>
                  </a:cubicBezTo>
                  <a:cubicBezTo>
                    <a:pt x="251" y="1037"/>
                    <a:pt x="322" y="965"/>
                    <a:pt x="322" y="870"/>
                  </a:cubicBezTo>
                  <a:lnTo>
                    <a:pt x="322" y="156"/>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64"/>
            <p:cNvSpPr/>
            <p:nvPr/>
          </p:nvSpPr>
          <p:spPr>
            <a:xfrm>
              <a:off x="7619610"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64"/>
            <p:cNvSpPr/>
            <p:nvPr/>
          </p:nvSpPr>
          <p:spPr>
            <a:xfrm>
              <a:off x="7773464" y="2584427"/>
              <a:ext cx="111810" cy="192525"/>
            </a:xfrm>
            <a:custGeom>
              <a:avLst/>
              <a:gdLst/>
              <a:ahLst/>
              <a:cxnLst/>
              <a:rect l="l" t="t" r="r" b="b"/>
              <a:pathLst>
                <a:path w="3513" h="6049" extrusionOk="0">
                  <a:moveTo>
                    <a:pt x="1738" y="346"/>
                  </a:moveTo>
                  <a:cubicBezTo>
                    <a:pt x="2036" y="346"/>
                    <a:pt x="2286" y="560"/>
                    <a:pt x="2286" y="810"/>
                  </a:cubicBezTo>
                  <a:lnTo>
                    <a:pt x="2286" y="846"/>
                  </a:lnTo>
                  <a:cubicBezTo>
                    <a:pt x="2131" y="762"/>
                    <a:pt x="1929" y="739"/>
                    <a:pt x="1738" y="739"/>
                  </a:cubicBezTo>
                  <a:cubicBezTo>
                    <a:pt x="1548" y="739"/>
                    <a:pt x="1369" y="786"/>
                    <a:pt x="1191" y="846"/>
                  </a:cubicBezTo>
                  <a:lnTo>
                    <a:pt x="1191" y="810"/>
                  </a:lnTo>
                  <a:cubicBezTo>
                    <a:pt x="1203" y="560"/>
                    <a:pt x="1441" y="346"/>
                    <a:pt x="1738" y="346"/>
                  </a:cubicBezTo>
                  <a:close/>
                  <a:moveTo>
                    <a:pt x="1738" y="1048"/>
                  </a:moveTo>
                  <a:cubicBezTo>
                    <a:pt x="2334" y="1048"/>
                    <a:pt x="2822" y="1536"/>
                    <a:pt x="2822" y="2132"/>
                  </a:cubicBezTo>
                  <a:cubicBezTo>
                    <a:pt x="2822"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05" y="2346"/>
                    <a:pt x="1465" y="2239"/>
                    <a:pt x="1500" y="2167"/>
                  </a:cubicBezTo>
                  <a:cubicBezTo>
                    <a:pt x="1786" y="2251"/>
                    <a:pt x="2358" y="2465"/>
                    <a:pt x="2631" y="2834"/>
                  </a:cubicBezTo>
                  <a:cubicBezTo>
                    <a:pt x="2560" y="3263"/>
                    <a:pt x="2191" y="3584"/>
                    <a:pt x="1738" y="3584"/>
                  </a:cubicBezTo>
                  <a:cubicBezTo>
                    <a:pt x="1274" y="3584"/>
                    <a:pt x="893" y="3239"/>
                    <a:pt x="845" y="2774"/>
                  </a:cubicBezTo>
                  <a:cubicBezTo>
                    <a:pt x="845" y="2751"/>
                    <a:pt x="834" y="2727"/>
                    <a:pt x="822" y="2703"/>
                  </a:cubicBezTo>
                  <a:cubicBezTo>
                    <a:pt x="714" y="2536"/>
                    <a:pt x="655" y="2334"/>
                    <a:pt x="655" y="2132"/>
                  </a:cubicBezTo>
                  <a:cubicBezTo>
                    <a:pt x="655" y="1536"/>
                    <a:pt x="1143" y="1048"/>
                    <a:pt x="1738" y="1048"/>
                  </a:cubicBezTo>
                  <a:close/>
                  <a:moveTo>
                    <a:pt x="2131" y="3846"/>
                  </a:moveTo>
                  <a:lnTo>
                    <a:pt x="2131" y="4025"/>
                  </a:lnTo>
                  <a:cubicBezTo>
                    <a:pt x="2131" y="4084"/>
                    <a:pt x="2143" y="4144"/>
                    <a:pt x="2167" y="4191"/>
                  </a:cubicBezTo>
                  <a:lnTo>
                    <a:pt x="1988" y="4334"/>
                  </a:lnTo>
                  <a:cubicBezTo>
                    <a:pt x="1917" y="4400"/>
                    <a:pt x="1825" y="4432"/>
                    <a:pt x="1734" y="4432"/>
                  </a:cubicBezTo>
                  <a:cubicBezTo>
                    <a:pt x="1643" y="4432"/>
                    <a:pt x="1554" y="4400"/>
                    <a:pt x="1488" y="4334"/>
                  </a:cubicBezTo>
                  <a:lnTo>
                    <a:pt x="1334" y="4191"/>
                  </a:lnTo>
                  <a:cubicBezTo>
                    <a:pt x="1369" y="4144"/>
                    <a:pt x="1381" y="4084"/>
                    <a:pt x="1381" y="4025"/>
                  </a:cubicBezTo>
                  <a:lnTo>
                    <a:pt x="1381" y="3846"/>
                  </a:lnTo>
                  <a:cubicBezTo>
                    <a:pt x="1500" y="3870"/>
                    <a:pt x="1619" y="3906"/>
                    <a:pt x="1750" y="3906"/>
                  </a:cubicBezTo>
                  <a:cubicBezTo>
                    <a:pt x="1893" y="3906"/>
                    <a:pt x="2012" y="3894"/>
                    <a:pt x="2131" y="3846"/>
                  </a:cubicBezTo>
                  <a:close/>
                  <a:moveTo>
                    <a:pt x="1750" y="0"/>
                  </a:moveTo>
                  <a:cubicBezTo>
                    <a:pt x="1274" y="0"/>
                    <a:pt x="881" y="358"/>
                    <a:pt x="881" y="798"/>
                  </a:cubicBezTo>
                  <a:cubicBezTo>
                    <a:pt x="881" y="869"/>
                    <a:pt x="893" y="929"/>
                    <a:pt x="905" y="1000"/>
                  </a:cubicBezTo>
                  <a:cubicBezTo>
                    <a:pt x="560" y="1250"/>
                    <a:pt x="345" y="1667"/>
                    <a:pt x="345" y="2132"/>
                  </a:cubicBezTo>
                  <a:cubicBezTo>
                    <a:pt x="345" y="2382"/>
                    <a:pt x="405" y="2632"/>
                    <a:pt x="536" y="2834"/>
                  </a:cubicBezTo>
                  <a:cubicBezTo>
                    <a:pt x="583" y="3191"/>
                    <a:pt x="774" y="3489"/>
                    <a:pt x="1060" y="3679"/>
                  </a:cubicBezTo>
                  <a:lnTo>
                    <a:pt x="1060" y="4025"/>
                  </a:lnTo>
                  <a:lnTo>
                    <a:pt x="1060" y="4037"/>
                  </a:lnTo>
                  <a:lnTo>
                    <a:pt x="381" y="4382"/>
                  </a:lnTo>
                  <a:cubicBezTo>
                    <a:pt x="143" y="4501"/>
                    <a:pt x="0" y="4739"/>
                    <a:pt x="0" y="5013"/>
                  </a:cubicBezTo>
                  <a:lnTo>
                    <a:pt x="0" y="5882"/>
                  </a:lnTo>
                  <a:cubicBezTo>
                    <a:pt x="0" y="5977"/>
                    <a:pt x="72" y="6049"/>
                    <a:pt x="167" y="6049"/>
                  </a:cubicBezTo>
                  <a:cubicBezTo>
                    <a:pt x="250" y="6049"/>
                    <a:pt x="322" y="5977"/>
                    <a:pt x="322" y="5882"/>
                  </a:cubicBezTo>
                  <a:lnTo>
                    <a:pt x="322" y="5013"/>
                  </a:lnTo>
                  <a:cubicBezTo>
                    <a:pt x="322" y="4870"/>
                    <a:pt x="393" y="4739"/>
                    <a:pt x="536" y="4679"/>
                  </a:cubicBezTo>
                  <a:lnTo>
                    <a:pt x="1084" y="4394"/>
                  </a:lnTo>
                  <a:lnTo>
                    <a:pt x="1274" y="4572"/>
                  </a:lnTo>
                  <a:cubicBezTo>
                    <a:pt x="1417" y="4715"/>
                    <a:pt x="1584" y="4775"/>
                    <a:pt x="1750" y="4775"/>
                  </a:cubicBezTo>
                  <a:cubicBezTo>
                    <a:pt x="1929" y="4775"/>
                    <a:pt x="2096" y="4715"/>
                    <a:pt x="2227" y="4572"/>
                  </a:cubicBezTo>
                  <a:lnTo>
                    <a:pt x="2429" y="4394"/>
                  </a:lnTo>
                  <a:lnTo>
                    <a:pt x="2977" y="4679"/>
                  </a:lnTo>
                  <a:cubicBezTo>
                    <a:pt x="3096" y="4739"/>
                    <a:pt x="3179" y="4870"/>
                    <a:pt x="3179" y="5013"/>
                  </a:cubicBezTo>
                  <a:lnTo>
                    <a:pt x="3179" y="5882"/>
                  </a:lnTo>
                  <a:cubicBezTo>
                    <a:pt x="3179" y="5977"/>
                    <a:pt x="3262" y="6049"/>
                    <a:pt x="3346" y="6049"/>
                  </a:cubicBezTo>
                  <a:cubicBezTo>
                    <a:pt x="3441" y="6049"/>
                    <a:pt x="3512" y="5977"/>
                    <a:pt x="3512" y="5882"/>
                  </a:cubicBezTo>
                  <a:lnTo>
                    <a:pt x="3512" y="5013"/>
                  </a:lnTo>
                  <a:cubicBezTo>
                    <a:pt x="3512" y="4739"/>
                    <a:pt x="3358" y="4501"/>
                    <a:pt x="3120"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41" y="1262"/>
                    <a:pt x="2608" y="1000"/>
                  </a:cubicBezTo>
                  <a:cubicBezTo>
                    <a:pt x="2619" y="941"/>
                    <a:pt x="2631" y="869"/>
                    <a:pt x="2631" y="798"/>
                  </a:cubicBezTo>
                  <a:cubicBezTo>
                    <a:pt x="2631" y="369"/>
                    <a:pt x="2227" y="0"/>
                    <a:pt x="1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64"/>
            <p:cNvSpPr/>
            <p:nvPr/>
          </p:nvSpPr>
          <p:spPr>
            <a:xfrm>
              <a:off x="7795043" y="2750789"/>
              <a:ext cx="11012" cy="26162"/>
            </a:xfrm>
            <a:custGeom>
              <a:avLst/>
              <a:gdLst/>
              <a:ahLst/>
              <a:cxnLst/>
              <a:rect l="l" t="t" r="r" b="b"/>
              <a:pathLst>
                <a:path w="346"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46" y="83"/>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64"/>
            <p:cNvSpPr/>
            <p:nvPr/>
          </p:nvSpPr>
          <p:spPr>
            <a:xfrm>
              <a:off x="7851887" y="2750789"/>
              <a:ext cx="10662" cy="26162"/>
            </a:xfrm>
            <a:custGeom>
              <a:avLst/>
              <a:gdLst/>
              <a:ahLst/>
              <a:cxnLst/>
              <a:rect l="l" t="t" r="r" b="b"/>
              <a:pathLst>
                <a:path w="335"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34" y="83"/>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64"/>
            <p:cNvSpPr/>
            <p:nvPr/>
          </p:nvSpPr>
          <p:spPr>
            <a:xfrm>
              <a:off x="7641189" y="2595789"/>
              <a:ext cx="136826" cy="113147"/>
            </a:xfrm>
            <a:custGeom>
              <a:avLst/>
              <a:gdLst/>
              <a:ahLst/>
              <a:cxnLst/>
              <a:rect l="l" t="t" r="r" b="b"/>
              <a:pathLst>
                <a:path w="4299" h="3555" extrusionOk="0">
                  <a:moveTo>
                    <a:pt x="2156" y="1"/>
                  </a:moveTo>
                  <a:cubicBezTo>
                    <a:pt x="2072" y="1"/>
                    <a:pt x="2001" y="84"/>
                    <a:pt x="2001" y="167"/>
                  </a:cubicBezTo>
                  <a:lnTo>
                    <a:pt x="2001" y="2048"/>
                  </a:lnTo>
                  <a:lnTo>
                    <a:pt x="108" y="3251"/>
                  </a:lnTo>
                  <a:cubicBezTo>
                    <a:pt x="37" y="3299"/>
                    <a:pt x="1" y="3406"/>
                    <a:pt x="60" y="3477"/>
                  </a:cubicBezTo>
                  <a:cubicBezTo>
                    <a:pt x="91" y="3523"/>
                    <a:pt x="147" y="3555"/>
                    <a:pt x="202" y="3555"/>
                  </a:cubicBezTo>
                  <a:cubicBezTo>
                    <a:pt x="232" y="3555"/>
                    <a:pt x="261" y="3546"/>
                    <a:pt x="287" y="3525"/>
                  </a:cubicBezTo>
                  <a:lnTo>
                    <a:pt x="2156" y="2334"/>
                  </a:lnTo>
                  <a:lnTo>
                    <a:pt x="4037" y="3525"/>
                  </a:lnTo>
                  <a:cubicBezTo>
                    <a:pt x="4061" y="3537"/>
                    <a:pt x="4097" y="3549"/>
                    <a:pt x="4120" y="3549"/>
                  </a:cubicBezTo>
                  <a:cubicBezTo>
                    <a:pt x="4180" y="3549"/>
                    <a:pt x="4228" y="3525"/>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8" name="Google Shape;10598;p64"/>
          <p:cNvGrpSpPr/>
          <p:nvPr/>
        </p:nvGrpSpPr>
        <p:grpSpPr>
          <a:xfrm>
            <a:off x="5733194" y="2257468"/>
            <a:ext cx="446826" cy="327059"/>
            <a:chOff x="5733194" y="2431718"/>
            <a:chExt cx="446826" cy="327059"/>
          </a:xfrm>
        </p:grpSpPr>
        <p:sp>
          <p:nvSpPr>
            <p:cNvPr id="10599" name="Google Shape;10599;p64"/>
            <p:cNvSpPr/>
            <p:nvPr/>
          </p:nvSpPr>
          <p:spPr>
            <a:xfrm>
              <a:off x="6032946" y="2474145"/>
              <a:ext cx="56112" cy="20115"/>
            </a:xfrm>
            <a:custGeom>
              <a:avLst/>
              <a:gdLst/>
              <a:ahLst/>
              <a:cxnLst/>
              <a:rect l="l" t="t" r="r" b="b"/>
              <a:pathLst>
                <a:path w="1763" h="632" extrusionOk="0">
                  <a:moveTo>
                    <a:pt x="215" y="1"/>
                  </a:moveTo>
                  <a:cubicBezTo>
                    <a:pt x="96" y="1"/>
                    <a:pt x="1" y="96"/>
                    <a:pt x="1" y="215"/>
                  </a:cubicBezTo>
                  <a:cubicBezTo>
                    <a:pt x="1" y="334"/>
                    <a:pt x="96" y="417"/>
                    <a:pt x="215" y="417"/>
                  </a:cubicBezTo>
                  <a:cubicBezTo>
                    <a:pt x="441" y="417"/>
                    <a:pt x="1108" y="453"/>
                    <a:pt x="1429" y="620"/>
                  </a:cubicBezTo>
                  <a:cubicBezTo>
                    <a:pt x="1465" y="632"/>
                    <a:pt x="1489" y="632"/>
                    <a:pt x="1525" y="632"/>
                  </a:cubicBezTo>
                  <a:cubicBezTo>
                    <a:pt x="1596" y="632"/>
                    <a:pt x="1668" y="584"/>
                    <a:pt x="1703" y="513"/>
                  </a:cubicBezTo>
                  <a:cubicBezTo>
                    <a:pt x="1763" y="417"/>
                    <a:pt x="1727" y="298"/>
                    <a:pt x="1632" y="239"/>
                  </a:cubicBezTo>
                  <a:cubicBezTo>
                    <a:pt x="1156" y="1"/>
                    <a:pt x="263"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64"/>
            <p:cNvSpPr/>
            <p:nvPr/>
          </p:nvSpPr>
          <p:spPr>
            <a:xfrm>
              <a:off x="5733194" y="2431718"/>
              <a:ext cx="446826" cy="327059"/>
            </a:xfrm>
            <a:custGeom>
              <a:avLst/>
              <a:gdLst/>
              <a:ahLst/>
              <a:cxnLst/>
              <a:rect l="l" t="t" r="r" b="b"/>
              <a:pathLst>
                <a:path w="14039" h="10276" extrusionOk="0">
                  <a:moveTo>
                    <a:pt x="11621" y="655"/>
                  </a:moveTo>
                  <a:lnTo>
                    <a:pt x="11621" y="1500"/>
                  </a:lnTo>
                  <a:cubicBezTo>
                    <a:pt x="11621" y="1631"/>
                    <a:pt x="11598" y="1762"/>
                    <a:pt x="11538" y="1905"/>
                  </a:cubicBezTo>
                  <a:lnTo>
                    <a:pt x="11431" y="2108"/>
                  </a:lnTo>
                  <a:cubicBezTo>
                    <a:pt x="11419" y="2143"/>
                    <a:pt x="11419" y="2167"/>
                    <a:pt x="11419" y="2203"/>
                  </a:cubicBezTo>
                  <a:lnTo>
                    <a:pt x="11419" y="2631"/>
                  </a:lnTo>
                  <a:cubicBezTo>
                    <a:pt x="11419" y="2929"/>
                    <a:pt x="11300" y="3215"/>
                    <a:pt x="11074" y="3429"/>
                  </a:cubicBezTo>
                  <a:cubicBezTo>
                    <a:pt x="10858" y="3634"/>
                    <a:pt x="10599" y="3751"/>
                    <a:pt x="10317" y="3751"/>
                  </a:cubicBezTo>
                  <a:cubicBezTo>
                    <a:pt x="10303" y="3751"/>
                    <a:pt x="10290" y="3751"/>
                    <a:pt x="10276" y="3751"/>
                  </a:cubicBezTo>
                  <a:cubicBezTo>
                    <a:pt x="9657" y="3739"/>
                    <a:pt x="9181" y="3215"/>
                    <a:pt x="9181" y="2584"/>
                  </a:cubicBezTo>
                  <a:lnTo>
                    <a:pt x="9181" y="2203"/>
                  </a:lnTo>
                  <a:cubicBezTo>
                    <a:pt x="9181" y="2167"/>
                    <a:pt x="9181" y="2143"/>
                    <a:pt x="9169" y="2108"/>
                  </a:cubicBezTo>
                  <a:lnTo>
                    <a:pt x="9038" y="1857"/>
                  </a:lnTo>
                  <a:cubicBezTo>
                    <a:pt x="8990" y="1762"/>
                    <a:pt x="8966" y="1667"/>
                    <a:pt x="8966" y="1560"/>
                  </a:cubicBezTo>
                  <a:lnTo>
                    <a:pt x="8966" y="1548"/>
                  </a:lnTo>
                  <a:cubicBezTo>
                    <a:pt x="8966" y="1048"/>
                    <a:pt x="9359" y="655"/>
                    <a:pt x="9859" y="655"/>
                  </a:cubicBezTo>
                  <a:close/>
                  <a:moveTo>
                    <a:pt x="4156" y="429"/>
                  </a:moveTo>
                  <a:cubicBezTo>
                    <a:pt x="4513" y="429"/>
                    <a:pt x="4823" y="560"/>
                    <a:pt x="5061" y="822"/>
                  </a:cubicBezTo>
                  <a:cubicBezTo>
                    <a:pt x="5299" y="1072"/>
                    <a:pt x="5442" y="1417"/>
                    <a:pt x="5478" y="1786"/>
                  </a:cubicBezTo>
                  <a:cubicBezTo>
                    <a:pt x="5513" y="2215"/>
                    <a:pt x="5656" y="3108"/>
                    <a:pt x="5847" y="3643"/>
                  </a:cubicBezTo>
                  <a:lnTo>
                    <a:pt x="5835" y="3643"/>
                  </a:lnTo>
                  <a:cubicBezTo>
                    <a:pt x="5525" y="3762"/>
                    <a:pt x="4882" y="3941"/>
                    <a:pt x="4132" y="3941"/>
                  </a:cubicBezTo>
                  <a:cubicBezTo>
                    <a:pt x="4077" y="3944"/>
                    <a:pt x="4021" y="3945"/>
                    <a:pt x="3967" y="3945"/>
                  </a:cubicBezTo>
                  <a:cubicBezTo>
                    <a:pt x="3330" y="3945"/>
                    <a:pt x="2762" y="3765"/>
                    <a:pt x="2477" y="3655"/>
                  </a:cubicBezTo>
                  <a:cubicBezTo>
                    <a:pt x="2656" y="3108"/>
                    <a:pt x="2799" y="2215"/>
                    <a:pt x="2835" y="1786"/>
                  </a:cubicBezTo>
                  <a:cubicBezTo>
                    <a:pt x="2858" y="1417"/>
                    <a:pt x="3013" y="1072"/>
                    <a:pt x="3251" y="822"/>
                  </a:cubicBezTo>
                  <a:cubicBezTo>
                    <a:pt x="3501" y="560"/>
                    <a:pt x="3811" y="429"/>
                    <a:pt x="4156" y="429"/>
                  </a:cubicBezTo>
                  <a:close/>
                  <a:moveTo>
                    <a:pt x="10752" y="4096"/>
                  </a:moveTo>
                  <a:cubicBezTo>
                    <a:pt x="10752" y="4155"/>
                    <a:pt x="10764" y="4215"/>
                    <a:pt x="10776" y="4274"/>
                  </a:cubicBezTo>
                  <a:lnTo>
                    <a:pt x="10609" y="4429"/>
                  </a:lnTo>
                  <a:cubicBezTo>
                    <a:pt x="10526" y="4524"/>
                    <a:pt x="10419" y="4572"/>
                    <a:pt x="10300" y="4572"/>
                  </a:cubicBezTo>
                  <a:cubicBezTo>
                    <a:pt x="10181" y="4572"/>
                    <a:pt x="10062" y="4524"/>
                    <a:pt x="9990" y="4429"/>
                  </a:cubicBezTo>
                  <a:lnTo>
                    <a:pt x="9823" y="4274"/>
                  </a:lnTo>
                  <a:cubicBezTo>
                    <a:pt x="9835" y="4215"/>
                    <a:pt x="9859" y="4155"/>
                    <a:pt x="9859" y="4096"/>
                  </a:cubicBezTo>
                  <a:cubicBezTo>
                    <a:pt x="9990" y="4132"/>
                    <a:pt x="10121" y="4167"/>
                    <a:pt x="10252" y="4167"/>
                  </a:cubicBezTo>
                  <a:lnTo>
                    <a:pt x="10300" y="4167"/>
                  </a:lnTo>
                  <a:cubicBezTo>
                    <a:pt x="10455" y="4167"/>
                    <a:pt x="10609" y="4132"/>
                    <a:pt x="10752" y="4096"/>
                  </a:cubicBezTo>
                  <a:close/>
                  <a:moveTo>
                    <a:pt x="4692" y="4358"/>
                  </a:moveTo>
                  <a:cubicBezTo>
                    <a:pt x="4763" y="4524"/>
                    <a:pt x="4918" y="4644"/>
                    <a:pt x="5097" y="4691"/>
                  </a:cubicBezTo>
                  <a:lnTo>
                    <a:pt x="5835" y="4894"/>
                  </a:lnTo>
                  <a:cubicBezTo>
                    <a:pt x="6025" y="4953"/>
                    <a:pt x="6168" y="5132"/>
                    <a:pt x="6168" y="5322"/>
                  </a:cubicBezTo>
                  <a:lnTo>
                    <a:pt x="6168" y="7251"/>
                  </a:lnTo>
                  <a:cubicBezTo>
                    <a:pt x="6168" y="7501"/>
                    <a:pt x="5954" y="7692"/>
                    <a:pt x="5716" y="7692"/>
                  </a:cubicBezTo>
                  <a:lnTo>
                    <a:pt x="5704" y="7692"/>
                  </a:lnTo>
                  <a:lnTo>
                    <a:pt x="5704" y="6144"/>
                  </a:lnTo>
                  <a:cubicBezTo>
                    <a:pt x="5668" y="5787"/>
                    <a:pt x="5394" y="5501"/>
                    <a:pt x="5025" y="5501"/>
                  </a:cubicBezTo>
                  <a:lnTo>
                    <a:pt x="3275" y="5501"/>
                  </a:lnTo>
                  <a:cubicBezTo>
                    <a:pt x="2918" y="5501"/>
                    <a:pt x="2632" y="5787"/>
                    <a:pt x="2632" y="6144"/>
                  </a:cubicBezTo>
                  <a:lnTo>
                    <a:pt x="2632" y="7692"/>
                  </a:lnTo>
                  <a:lnTo>
                    <a:pt x="2620" y="7692"/>
                  </a:lnTo>
                  <a:cubicBezTo>
                    <a:pt x="2370" y="7692"/>
                    <a:pt x="2180" y="7489"/>
                    <a:pt x="2180" y="7251"/>
                  </a:cubicBezTo>
                  <a:lnTo>
                    <a:pt x="2180" y="5322"/>
                  </a:lnTo>
                  <a:cubicBezTo>
                    <a:pt x="2180" y="5132"/>
                    <a:pt x="2311" y="4941"/>
                    <a:pt x="2501" y="4894"/>
                  </a:cubicBezTo>
                  <a:lnTo>
                    <a:pt x="3251" y="4691"/>
                  </a:lnTo>
                  <a:cubicBezTo>
                    <a:pt x="3430" y="4644"/>
                    <a:pt x="3561" y="4524"/>
                    <a:pt x="3644" y="4358"/>
                  </a:cubicBezTo>
                  <a:cubicBezTo>
                    <a:pt x="3811" y="4370"/>
                    <a:pt x="3989" y="4394"/>
                    <a:pt x="4168" y="4394"/>
                  </a:cubicBezTo>
                  <a:cubicBezTo>
                    <a:pt x="4347" y="4394"/>
                    <a:pt x="4525" y="4370"/>
                    <a:pt x="4692" y="4358"/>
                  </a:cubicBezTo>
                  <a:close/>
                  <a:moveTo>
                    <a:pt x="10526" y="5906"/>
                  </a:moveTo>
                  <a:cubicBezTo>
                    <a:pt x="10538" y="5906"/>
                    <a:pt x="10538" y="5906"/>
                    <a:pt x="10538" y="5918"/>
                  </a:cubicBezTo>
                  <a:lnTo>
                    <a:pt x="10538" y="7680"/>
                  </a:lnTo>
                  <a:cubicBezTo>
                    <a:pt x="10538" y="7692"/>
                    <a:pt x="10538" y="7692"/>
                    <a:pt x="10526" y="7692"/>
                  </a:cubicBezTo>
                  <a:lnTo>
                    <a:pt x="7895" y="7692"/>
                  </a:lnTo>
                  <a:cubicBezTo>
                    <a:pt x="7871" y="7692"/>
                    <a:pt x="7871" y="7692"/>
                    <a:pt x="7871" y="7680"/>
                  </a:cubicBezTo>
                  <a:lnTo>
                    <a:pt x="7871" y="5918"/>
                  </a:lnTo>
                  <a:lnTo>
                    <a:pt x="10526" y="5906"/>
                  </a:lnTo>
                  <a:close/>
                  <a:moveTo>
                    <a:pt x="11050" y="4596"/>
                  </a:moveTo>
                  <a:lnTo>
                    <a:pt x="11228" y="4691"/>
                  </a:lnTo>
                  <a:lnTo>
                    <a:pt x="11967" y="4894"/>
                  </a:lnTo>
                  <a:cubicBezTo>
                    <a:pt x="12157" y="4953"/>
                    <a:pt x="12300" y="5132"/>
                    <a:pt x="12300" y="5322"/>
                  </a:cubicBezTo>
                  <a:lnTo>
                    <a:pt x="12300" y="7251"/>
                  </a:lnTo>
                  <a:cubicBezTo>
                    <a:pt x="12300" y="7501"/>
                    <a:pt x="12086" y="7692"/>
                    <a:pt x="11848" y="7692"/>
                  </a:cubicBezTo>
                  <a:lnTo>
                    <a:pt x="10955" y="7692"/>
                  </a:lnTo>
                  <a:lnTo>
                    <a:pt x="10955" y="7680"/>
                  </a:lnTo>
                  <a:lnTo>
                    <a:pt x="10955" y="7227"/>
                  </a:lnTo>
                  <a:lnTo>
                    <a:pt x="11621" y="7227"/>
                  </a:lnTo>
                  <a:cubicBezTo>
                    <a:pt x="11740" y="7227"/>
                    <a:pt x="11836" y="7144"/>
                    <a:pt x="11836" y="7025"/>
                  </a:cubicBezTo>
                  <a:lnTo>
                    <a:pt x="11836" y="5715"/>
                  </a:lnTo>
                  <a:cubicBezTo>
                    <a:pt x="11836" y="5596"/>
                    <a:pt x="11740" y="5501"/>
                    <a:pt x="11621" y="5501"/>
                  </a:cubicBezTo>
                  <a:cubicBezTo>
                    <a:pt x="11502" y="5501"/>
                    <a:pt x="11419" y="5596"/>
                    <a:pt x="11419" y="5715"/>
                  </a:cubicBezTo>
                  <a:lnTo>
                    <a:pt x="11419" y="6834"/>
                  </a:lnTo>
                  <a:lnTo>
                    <a:pt x="10955" y="6834"/>
                  </a:lnTo>
                  <a:lnTo>
                    <a:pt x="10955" y="5941"/>
                  </a:lnTo>
                  <a:cubicBezTo>
                    <a:pt x="10955" y="5691"/>
                    <a:pt x="10764" y="5525"/>
                    <a:pt x="10538" y="5525"/>
                  </a:cubicBezTo>
                  <a:lnTo>
                    <a:pt x="8335" y="5525"/>
                  </a:lnTo>
                  <a:lnTo>
                    <a:pt x="8335" y="5322"/>
                  </a:lnTo>
                  <a:lnTo>
                    <a:pt x="8299" y="5322"/>
                  </a:lnTo>
                  <a:cubicBezTo>
                    <a:pt x="8299" y="5132"/>
                    <a:pt x="8442" y="4941"/>
                    <a:pt x="8633" y="4894"/>
                  </a:cubicBezTo>
                  <a:lnTo>
                    <a:pt x="9383" y="4691"/>
                  </a:lnTo>
                  <a:cubicBezTo>
                    <a:pt x="9442" y="4667"/>
                    <a:pt x="9490" y="4644"/>
                    <a:pt x="9562" y="4596"/>
                  </a:cubicBezTo>
                  <a:lnTo>
                    <a:pt x="9693" y="4727"/>
                  </a:lnTo>
                  <a:cubicBezTo>
                    <a:pt x="9859" y="4894"/>
                    <a:pt x="10062" y="4989"/>
                    <a:pt x="10300" y="4989"/>
                  </a:cubicBezTo>
                  <a:cubicBezTo>
                    <a:pt x="10526" y="4989"/>
                    <a:pt x="10752" y="4894"/>
                    <a:pt x="10907" y="4727"/>
                  </a:cubicBezTo>
                  <a:lnTo>
                    <a:pt x="11050" y="4596"/>
                  </a:lnTo>
                  <a:close/>
                  <a:moveTo>
                    <a:pt x="2632" y="8108"/>
                  </a:moveTo>
                  <a:lnTo>
                    <a:pt x="2632" y="8573"/>
                  </a:lnTo>
                  <a:lnTo>
                    <a:pt x="846" y="8573"/>
                  </a:lnTo>
                  <a:lnTo>
                    <a:pt x="846" y="8108"/>
                  </a:lnTo>
                  <a:close/>
                  <a:moveTo>
                    <a:pt x="13157" y="8108"/>
                  </a:moveTo>
                  <a:lnTo>
                    <a:pt x="13157" y="8573"/>
                  </a:lnTo>
                  <a:lnTo>
                    <a:pt x="5668" y="8573"/>
                  </a:lnTo>
                  <a:lnTo>
                    <a:pt x="5668" y="8108"/>
                  </a:lnTo>
                  <a:close/>
                  <a:moveTo>
                    <a:pt x="5049" y="5906"/>
                  </a:moveTo>
                  <a:cubicBezTo>
                    <a:pt x="5180" y="5906"/>
                    <a:pt x="5287" y="6013"/>
                    <a:pt x="5287" y="6144"/>
                  </a:cubicBezTo>
                  <a:lnTo>
                    <a:pt x="5287" y="9001"/>
                  </a:lnTo>
                  <a:lnTo>
                    <a:pt x="3049" y="9001"/>
                  </a:lnTo>
                  <a:lnTo>
                    <a:pt x="3049" y="6144"/>
                  </a:lnTo>
                  <a:cubicBezTo>
                    <a:pt x="3049" y="6013"/>
                    <a:pt x="3156" y="5906"/>
                    <a:pt x="3287" y="5906"/>
                  </a:cubicBezTo>
                  <a:close/>
                  <a:moveTo>
                    <a:pt x="4168" y="0"/>
                  </a:moveTo>
                  <a:cubicBezTo>
                    <a:pt x="3239" y="0"/>
                    <a:pt x="2501" y="738"/>
                    <a:pt x="2430" y="1738"/>
                  </a:cubicBezTo>
                  <a:cubicBezTo>
                    <a:pt x="2394" y="2155"/>
                    <a:pt x="2263" y="2989"/>
                    <a:pt x="2084" y="3477"/>
                  </a:cubicBezTo>
                  <a:cubicBezTo>
                    <a:pt x="2037" y="3584"/>
                    <a:pt x="2049" y="3703"/>
                    <a:pt x="2096" y="3810"/>
                  </a:cubicBezTo>
                  <a:cubicBezTo>
                    <a:pt x="2144" y="3905"/>
                    <a:pt x="2239" y="3989"/>
                    <a:pt x="2334" y="4024"/>
                  </a:cubicBezTo>
                  <a:cubicBezTo>
                    <a:pt x="2513" y="4084"/>
                    <a:pt x="2811" y="4179"/>
                    <a:pt x="3156" y="4251"/>
                  </a:cubicBezTo>
                  <a:cubicBezTo>
                    <a:pt x="3144" y="4251"/>
                    <a:pt x="3144" y="4251"/>
                    <a:pt x="3120" y="4263"/>
                  </a:cubicBezTo>
                  <a:lnTo>
                    <a:pt x="2382" y="4477"/>
                  </a:lnTo>
                  <a:cubicBezTo>
                    <a:pt x="2013" y="4584"/>
                    <a:pt x="1751" y="4917"/>
                    <a:pt x="1751" y="5310"/>
                  </a:cubicBezTo>
                  <a:lnTo>
                    <a:pt x="1751" y="7227"/>
                  </a:lnTo>
                  <a:cubicBezTo>
                    <a:pt x="1751" y="7394"/>
                    <a:pt x="1799" y="7561"/>
                    <a:pt x="1894" y="7680"/>
                  </a:cubicBezTo>
                  <a:lnTo>
                    <a:pt x="203" y="7680"/>
                  </a:lnTo>
                  <a:cubicBezTo>
                    <a:pt x="84" y="7680"/>
                    <a:pt x="1" y="7763"/>
                    <a:pt x="1" y="7882"/>
                  </a:cubicBezTo>
                  <a:cubicBezTo>
                    <a:pt x="1" y="8001"/>
                    <a:pt x="84" y="8096"/>
                    <a:pt x="203" y="8096"/>
                  </a:cubicBezTo>
                  <a:lnTo>
                    <a:pt x="441" y="8096"/>
                  </a:lnTo>
                  <a:lnTo>
                    <a:pt x="441" y="10073"/>
                  </a:lnTo>
                  <a:cubicBezTo>
                    <a:pt x="441" y="10192"/>
                    <a:pt x="537" y="10275"/>
                    <a:pt x="656" y="10275"/>
                  </a:cubicBezTo>
                  <a:cubicBezTo>
                    <a:pt x="775" y="10275"/>
                    <a:pt x="858" y="10192"/>
                    <a:pt x="858" y="10073"/>
                  </a:cubicBezTo>
                  <a:lnTo>
                    <a:pt x="858" y="8954"/>
                  </a:lnTo>
                  <a:lnTo>
                    <a:pt x="2644" y="8954"/>
                  </a:lnTo>
                  <a:lnTo>
                    <a:pt x="2644" y="10073"/>
                  </a:lnTo>
                  <a:cubicBezTo>
                    <a:pt x="2644" y="10192"/>
                    <a:pt x="2739" y="10275"/>
                    <a:pt x="2858" y="10275"/>
                  </a:cubicBezTo>
                  <a:cubicBezTo>
                    <a:pt x="2977" y="10275"/>
                    <a:pt x="3073" y="10192"/>
                    <a:pt x="3073" y="10073"/>
                  </a:cubicBezTo>
                  <a:lnTo>
                    <a:pt x="3073" y="9406"/>
                  </a:lnTo>
                  <a:lnTo>
                    <a:pt x="5287" y="9406"/>
                  </a:lnTo>
                  <a:lnTo>
                    <a:pt x="5287" y="10073"/>
                  </a:lnTo>
                  <a:cubicBezTo>
                    <a:pt x="5287" y="10192"/>
                    <a:pt x="5371" y="10275"/>
                    <a:pt x="5490" y="10275"/>
                  </a:cubicBezTo>
                  <a:cubicBezTo>
                    <a:pt x="5609" y="10275"/>
                    <a:pt x="5704" y="10192"/>
                    <a:pt x="5704" y="10073"/>
                  </a:cubicBezTo>
                  <a:lnTo>
                    <a:pt x="5704" y="8954"/>
                  </a:lnTo>
                  <a:lnTo>
                    <a:pt x="13169" y="8954"/>
                  </a:lnTo>
                  <a:lnTo>
                    <a:pt x="13169" y="10073"/>
                  </a:lnTo>
                  <a:cubicBezTo>
                    <a:pt x="13169" y="10192"/>
                    <a:pt x="13264" y="10275"/>
                    <a:pt x="13383" y="10275"/>
                  </a:cubicBezTo>
                  <a:cubicBezTo>
                    <a:pt x="13503" y="10275"/>
                    <a:pt x="13586" y="10192"/>
                    <a:pt x="13586" y="10073"/>
                  </a:cubicBezTo>
                  <a:lnTo>
                    <a:pt x="13586" y="8096"/>
                  </a:lnTo>
                  <a:lnTo>
                    <a:pt x="13824" y="8096"/>
                  </a:lnTo>
                  <a:cubicBezTo>
                    <a:pt x="13943" y="8096"/>
                    <a:pt x="14038" y="8001"/>
                    <a:pt x="14038" y="7882"/>
                  </a:cubicBezTo>
                  <a:cubicBezTo>
                    <a:pt x="14003" y="7787"/>
                    <a:pt x="13919" y="7692"/>
                    <a:pt x="13800" y="7692"/>
                  </a:cubicBezTo>
                  <a:lnTo>
                    <a:pt x="12562" y="7692"/>
                  </a:lnTo>
                  <a:cubicBezTo>
                    <a:pt x="12633" y="7561"/>
                    <a:pt x="12693" y="7406"/>
                    <a:pt x="12693" y="7251"/>
                  </a:cubicBezTo>
                  <a:lnTo>
                    <a:pt x="12693" y="5322"/>
                  </a:lnTo>
                  <a:cubicBezTo>
                    <a:pt x="12693" y="4941"/>
                    <a:pt x="12443" y="4596"/>
                    <a:pt x="12074" y="4489"/>
                  </a:cubicBezTo>
                  <a:lnTo>
                    <a:pt x="11324" y="4286"/>
                  </a:lnTo>
                  <a:cubicBezTo>
                    <a:pt x="11228" y="4251"/>
                    <a:pt x="11169" y="4167"/>
                    <a:pt x="11169" y="4060"/>
                  </a:cubicBezTo>
                  <a:lnTo>
                    <a:pt x="11169" y="3893"/>
                  </a:lnTo>
                  <a:cubicBezTo>
                    <a:pt x="11240" y="3858"/>
                    <a:pt x="11300" y="3798"/>
                    <a:pt x="11359" y="3739"/>
                  </a:cubicBezTo>
                  <a:cubicBezTo>
                    <a:pt x="11657" y="3453"/>
                    <a:pt x="11824" y="3060"/>
                    <a:pt x="11824" y="2643"/>
                  </a:cubicBezTo>
                  <a:lnTo>
                    <a:pt x="11824" y="2262"/>
                  </a:lnTo>
                  <a:lnTo>
                    <a:pt x="11895" y="2096"/>
                  </a:lnTo>
                  <a:cubicBezTo>
                    <a:pt x="11979" y="1917"/>
                    <a:pt x="12026" y="1703"/>
                    <a:pt x="12026" y="1512"/>
                  </a:cubicBezTo>
                  <a:lnTo>
                    <a:pt x="12026" y="453"/>
                  </a:lnTo>
                  <a:cubicBezTo>
                    <a:pt x="12026" y="333"/>
                    <a:pt x="11943" y="250"/>
                    <a:pt x="11824" y="250"/>
                  </a:cubicBezTo>
                  <a:lnTo>
                    <a:pt x="9859" y="250"/>
                  </a:lnTo>
                  <a:cubicBezTo>
                    <a:pt x="9145" y="250"/>
                    <a:pt x="8561" y="834"/>
                    <a:pt x="8561" y="1548"/>
                  </a:cubicBezTo>
                  <a:lnTo>
                    <a:pt x="8561" y="1560"/>
                  </a:lnTo>
                  <a:cubicBezTo>
                    <a:pt x="8561" y="1727"/>
                    <a:pt x="8597" y="1881"/>
                    <a:pt x="8680" y="2036"/>
                  </a:cubicBezTo>
                  <a:lnTo>
                    <a:pt x="8788" y="2238"/>
                  </a:lnTo>
                  <a:lnTo>
                    <a:pt x="8788" y="2572"/>
                  </a:lnTo>
                  <a:cubicBezTo>
                    <a:pt x="8788" y="3108"/>
                    <a:pt x="9050" y="3584"/>
                    <a:pt x="9442" y="3870"/>
                  </a:cubicBezTo>
                  <a:lnTo>
                    <a:pt x="9442" y="4048"/>
                  </a:lnTo>
                  <a:cubicBezTo>
                    <a:pt x="9442" y="4143"/>
                    <a:pt x="9359" y="4239"/>
                    <a:pt x="9276" y="4263"/>
                  </a:cubicBezTo>
                  <a:lnTo>
                    <a:pt x="8526" y="4477"/>
                  </a:lnTo>
                  <a:cubicBezTo>
                    <a:pt x="8157" y="4584"/>
                    <a:pt x="7907" y="4917"/>
                    <a:pt x="7907" y="5310"/>
                  </a:cubicBezTo>
                  <a:lnTo>
                    <a:pt x="7907" y="5489"/>
                  </a:lnTo>
                  <a:lnTo>
                    <a:pt x="7895" y="5489"/>
                  </a:lnTo>
                  <a:cubicBezTo>
                    <a:pt x="7657" y="5489"/>
                    <a:pt x="7478" y="5679"/>
                    <a:pt x="7478" y="5906"/>
                  </a:cubicBezTo>
                  <a:lnTo>
                    <a:pt x="7478" y="7656"/>
                  </a:lnTo>
                  <a:lnTo>
                    <a:pt x="7478" y="7680"/>
                  </a:lnTo>
                  <a:lnTo>
                    <a:pt x="6442" y="7680"/>
                  </a:lnTo>
                  <a:cubicBezTo>
                    <a:pt x="6525" y="7537"/>
                    <a:pt x="6585" y="7394"/>
                    <a:pt x="6585" y="7227"/>
                  </a:cubicBezTo>
                  <a:lnTo>
                    <a:pt x="6585" y="5310"/>
                  </a:lnTo>
                  <a:cubicBezTo>
                    <a:pt x="6585" y="4917"/>
                    <a:pt x="6323" y="4584"/>
                    <a:pt x="5954" y="4477"/>
                  </a:cubicBezTo>
                  <a:lnTo>
                    <a:pt x="5216" y="4263"/>
                  </a:lnTo>
                  <a:cubicBezTo>
                    <a:pt x="5192" y="4263"/>
                    <a:pt x="5192" y="4263"/>
                    <a:pt x="5180" y="4251"/>
                  </a:cubicBezTo>
                  <a:cubicBezTo>
                    <a:pt x="5537" y="4179"/>
                    <a:pt x="5823" y="4084"/>
                    <a:pt x="6002" y="4024"/>
                  </a:cubicBezTo>
                  <a:cubicBezTo>
                    <a:pt x="6109" y="3989"/>
                    <a:pt x="6192" y="3905"/>
                    <a:pt x="6240" y="3810"/>
                  </a:cubicBezTo>
                  <a:cubicBezTo>
                    <a:pt x="6287" y="3703"/>
                    <a:pt x="6299" y="3596"/>
                    <a:pt x="6252" y="3477"/>
                  </a:cubicBezTo>
                  <a:cubicBezTo>
                    <a:pt x="6073" y="2977"/>
                    <a:pt x="5942" y="2143"/>
                    <a:pt x="5906" y="1738"/>
                  </a:cubicBezTo>
                  <a:cubicBezTo>
                    <a:pt x="5835" y="738"/>
                    <a:pt x="5097"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64"/>
            <p:cNvSpPr/>
            <p:nvPr/>
          </p:nvSpPr>
          <p:spPr>
            <a:xfrm>
              <a:off x="6019323" y="2641653"/>
              <a:ext cx="13272" cy="13272"/>
            </a:xfrm>
            <a:custGeom>
              <a:avLst/>
              <a:gdLst/>
              <a:ahLst/>
              <a:cxnLst/>
              <a:rect l="l" t="t" r="r" b="b"/>
              <a:pathLst>
                <a:path w="417" h="417" extrusionOk="0">
                  <a:moveTo>
                    <a:pt x="202" y="0"/>
                  </a:moveTo>
                  <a:cubicBezTo>
                    <a:pt x="95" y="0"/>
                    <a:pt x="0" y="84"/>
                    <a:pt x="0" y="203"/>
                  </a:cubicBezTo>
                  <a:cubicBezTo>
                    <a:pt x="0" y="322"/>
                    <a:pt x="95" y="417"/>
                    <a:pt x="202" y="417"/>
                  </a:cubicBezTo>
                  <a:cubicBezTo>
                    <a:pt x="322" y="417"/>
                    <a:pt x="417" y="322"/>
                    <a:pt x="417" y="203"/>
                  </a:cubicBezTo>
                  <a:cubicBezTo>
                    <a:pt x="417" y="84"/>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2" name="Google Shape;10602;p64"/>
          <p:cNvGrpSpPr/>
          <p:nvPr/>
        </p:nvGrpSpPr>
        <p:grpSpPr>
          <a:xfrm>
            <a:off x="4876780" y="2243814"/>
            <a:ext cx="407774" cy="356627"/>
            <a:chOff x="4876780" y="2418064"/>
            <a:chExt cx="407774" cy="356627"/>
          </a:xfrm>
        </p:grpSpPr>
        <p:sp>
          <p:nvSpPr>
            <p:cNvPr id="10603" name="Google Shape;10603;p64"/>
            <p:cNvSpPr/>
            <p:nvPr/>
          </p:nvSpPr>
          <p:spPr>
            <a:xfrm>
              <a:off x="4876780" y="2455589"/>
              <a:ext cx="407774" cy="319103"/>
            </a:xfrm>
            <a:custGeom>
              <a:avLst/>
              <a:gdLst/>
              <a:ahLst/>
              <a:cxnLst/>
              <a:rect l="l" t="t" r="r" b="b"/>
              <a:pathLst>
                <a:path w="12812" h="10026" extrusionOk="0">
                  <a:moveTo>
                    <a:pt x="3608" y="393"/>
                  </a:moveTo>
                  <a:cubicBezTo>
                    <a:pt x="3942" y="393"/>
                    <a:pt x="4216" y="619"/>
                    <a:pt x="4216" y="905"/>
                  </a:cubicBezTo>
                  <a:lnTo>
                    <a:pt x="4216" y="929"/>
                  </a:lnTo>
                  <a:cubicBezTo>
                    <a:pt x="4025" y="857"/>
                    <a:pt x="3811" y="810"/>
                    <a:pt x="3608" y="810"/>
                  </a:cubicBezTo>
                  <a:cubicBezTo>
                    <a:pt x="3382" y="810"/>
                    <a:pt x="3192" y="857"/>
                    <a:pt x="2989" y="929"/>
                  </a:cubicBezTo>
                  <a:lnTo>
                    <a:pt x="2989" y="905"/>
                  </a:lnTo>
                  <a:cubicBezTo>
                    <a:pt x="2989" y="619"/>
                    <a:pt x="3275" y="393"/>
                    <a:pt x="3608" y="393"/>
                  </a:cubicBezTo>
                  <a:close/>
                  <a:moveTo>
                    <a:pt x="3620" y="1179"/>
                  </a:moveTo>
                  <a:cubicBezTo>
                    <a:pt x="4287" y="1179"/>
                    <a:pt x="4835" y="1739"/>
                    <a:pt x="4835" y="2405"/>
                  </a:cubicBezTo>
                  <a:cubicBezTo>
                    <a:pt x="4835" y="2536"/>
                    <a:pt x="4823" y="2655"/>
                    <a:pt x="4775" y="2774"/>
                  </a:cubicBezTo>
                  <a:cubicBezTo>
                    <a:pt x="4239" y="2239"/>
                    <a:pt x="3299" y="2012"/>
                    <a:pt x="3263" y="2012"/>
                  </a:cubicBezTo>
                  <a:cubicBezTo>
                    <a:pt x="3248" y="2009"/>
                    <a:pt x="3233" y="2008"/>
                    <a:pt x="3219" y="2008"/>
                  </a:cubicBezTo>
                  <a:cubicBezTo>
                    <a:pt x="3174" y="2008"/>
                    <a:pt x="3132" y="2021"/>
                    <a:pt x="3096" y="2048"/>
                  </a:cubicBezTo>
                  <a:cubicBezTo>
                    <a:pt x="3049" y="2072"/>
                    <a:pt x="3025" y="2131"/>
                    <a:pt x="3037" y="2191"/>
                  </a:cubicBezTo>
                  <a:cubicBezTo>
                    <a:pt x="3037" y="2215"/>
                    <a:pt x="3025" y="2322"/>
                    <a:pt x="2882" y="2465"/>
                  </a:cubicBezTo>
                  <a:cubicBezTo>
                    <a:pt x="2811" y="2536"/>
                    <a:pt x="2811" y="2655"/>
                    <a:pt x="2882" y="2727"/>
                  </a:cubicBezTo>
                  <a:cubicBezTo>
                    <a:pt x="2924" y="2768"/>
                    <a:pt x="2974" y="2789"/>
                    <a:pt x="3023" y="2789"/>
                  </a:cubicBezTo>
                  <a:cubicBezTo>
                    <a:pt x="3073" y="2789"/>
                    <a:pt x="3120" y="2768"/>
                    <a:pt x="3156" y="2727"/>
                  </a:cubicBezTo>
                  <a:cubicBezTo>
                    <a:pt x="3263" y="2631"/>
                    <a:pt x="3323" y="2524"/>
                    <a:pt x="3358" y="2429"/>
                  </a:cubicBezTo>
                  <a:cubicBezTo>
                    <a:pt x="3680" y="2524"/>
                    <a:pt x="4335" y="2762"/>
                    <a:pt x="4632" y="3179"/>
                  </a:cubicBezTo>
                  <a:cubicBezTo>
                    <a:pt x="4537" y="3655"/>
                    <a:pt x="4120" y="4013"/>
                    <a:pt x="3632" y="4013"/>
                  </a:cubicBezTo>
                  <a:cubicBezTo>
                    <a:pt x="3624" y="4013"/>
                    <a:pt x="3616" y="4013"/>
                    <a:pt x="3608" y="4013"/>
                  </a:cubicBezTo>
                  <a:cubicBezTo>
                    <a:pt x="3083" y="4013"/>
                    <a:pt x="2655" y="3636"/>
                    <a:pt x="2608" y="3120"/>
                  </a:cubicBezTo>
                  <a:cubicBezTo>
                    <a:pt x="2608" y="3084"/>
                    <a:pt x="2596" y="3060"/>
                    <a:pt x="2572" y="3048"/>
                  </a:cubicBezTo>
                  <a:cubicBezTo>
                    <a:pt x="2453" y="2846"/>
                    <a:pt x="2394" y="2631"/>
                    <a:pt x="2394" y="2405"/>
                  </a:cubicBezTo>
                  <a:cubicBezTo>
                    <a:pt x="2394" y="1739"/>
                    <a:pt x="2953" y="1179"/>
                    <a:pt x="3620" y="1179"/>
                  </a:cubicBezTo>
                  <a:close/>
                  <a:moveTo>
                    <a:pt x="4013" y="4334"/>
                  </a:moveTo>
                  <a:lnTo>
                    <a:pt x="4013" y="4536"/>
                  </a:lnTo>
                  <a:cubicBezTo>
                    <a:pt x="4025" y="4596"/>
                    <a:pt x="4037" y="4667"/>
                    <a:pt x="4061" y="4715"/>
                  </a:cubicBezTo>
                  <a:lnTo>
                    <a:pt x="3882" y="4870"/>
                  </a:lnTo>
                  <a:cubicBezTo>
                    <a:pt x="3805" y="4947"/>
                    <a:pt x="3701" y="4986"/>
                    <a:pt x="3598" y="4986"/>
                  </a:cubicBezTo>
                  <a:cubicBezTo>
                    <a:pt x="3495" y="4986"/>
                    <a:pt x="3394" y="4947"/>
                    <a:pt x="3323" y="4870"/>
                  </a:cubicBezTo>
                  <a:lnTo>
                    <a:pt x="3144" y="4715"/>
                  </a:lnTo>
                  <a:cubicBezTo>
                    <a:pt x="3168" y="4656"/>
                    <a:pt x="3180" y="4596"/>
                    <a:pt x="3180" y="4536"/>
                  </a:cubicBezTo>
                  <a:lnTo>
                    <a:pt x="3180" y="4334"/>
                  </a:lnTo>
                  <a:cubicBezTo>
                    <a:pt x="3323" y="4382"/>
                    <a:pt x="3454" y="4394"/>
                    <a:pt x="3596" y="4394"/>
                  </a:cubicBezTo>
                  <a:cubicBezTo>
                    <a:pt x="3751" y="4394"/>
                    <a:pt x="3882" y="4382"/>
                    <a:pt x="4013" y="4334"/>
                  </a:cubicBezTo>
                  <a:close/>
                  <a:moveTo>
                    <a:pt x="6013" y="5977"/>
                  </a:moveTo>
                  <a:lnTo>
                    <a:pt x="6013" y="5989"/>
                  </a:lnTo>
                  <a:lnTo>
                    <a:pt x="6025" y="7596"/>
                  </a:lnTo>
                  <a:cubicBezTo>
                    <a:pt x="6025" y="7596"/>
                    <a:pt x="6025" y="7608"/>
                    <a:pt x="6013" y="7608"/>
                  </a:cubicBezTo>
                  <a:lnTo>
                    <a:pt x="3620" y="7608"/>
                  </a:lnTo>
                  <a:cubicBezTo>
                    <a:pt x="3620" y="7608"/>
                    <a:pt x="3608" y="7608"/>
                    <a:pt x="3608" y="7596"/>
                  </a:cubicBezTo>
                  <a:lnTo>
                    <a:pt x="3608" y="5989"/>
                  </a:lnTo>
                  <a:cubicBezTo>
                    <a:pt x="3608" y="5989"/>
                    <a:pt x="3608" y="5977"/>
                    <a:pt x="3620" y="5977"/>
                  </a:cubicBezTo>
                  <a:close/>
                  <a:moveTo>
                    <a:pt x="4358" y="4941"/>
                  </a:moveTo>
                  <a:lnTo>
                    <a:pt x="4989" y="5263"/>
                  </a:lnTo>
                  <a:cubicBezTo>
                    <a:pt x="5120" y="5334"/>
                    <a:pt x="5216" y="5465"/>
                    <a:pt x="5216" y="5620"/>
                  </a:cubicBezTo>
                  <a:lnTo>
                    <a:pt x="3608" y="5620"/>
                  </a:lnTo>
                  <a:cubicBezTo>
                    <a:pt x="3394" y="5620"/>
                    <a:pt x="3215" y="5799"/>
                    <a:pt x="3215" y="6001"/>
                  </a:cubicBezTo>
                  <a:lnTo>
                    <a:pt x="3215" y="6822"/>
                  </a:lnTo>
                  <a:lnTo>
                    <a:pt x="2787" y="6822"/>
                  </a:lnTo>
                  <a:lnTo>
                    <a:pt x="2787" y="6060"/>
                  </a:lnTo>
                  <a:cubicBezTo>
                    <a:pt x="2787" y="5965"/>
                    <a:pt x="2692" y="5870"/>
                    <a:pt x="2596" y="5870"/>
                  </a:cubicBezTo>
                  <a:cubicBezTo>
                    <a:pt x="2489" y="5870"/>
                    <a:pt x="2394" y="5965"/>
                    <a:pt x="2394" y="6060"/>
                  </a:cubicBezTo>
                  <a:lnTo>
                    <a:pt x="2394" y="7013"/>
                  </a:lnTo>
                  <a:cubicBezTo>
                    <a:pt x="2394" y="7120"/>
                    <a:pt x="2489" y="7203"/>
                    <a:pt x="2596" y="7203"/>
                  </a:cubicBezTo>
                  <a:lnTo>
                    <a:pt x="3203" y="7203"/>
                  </a:lnTo>
                  <a:lnTo>
                    <a:pt x="3203" y="7620"/>
                  </a:lnTo>
                  <a:lnTo>
                    <a:pt x="3203" y="7644"/>
                  </a:lnTo>
                  <a:lnTo>
                    <a:pt x="2382" y="7644"/>
                  </a:lnTo>
                  <a:cubicBezTo>
                    <a:pt x="2156" y="7644"/>
                    <a:pt x="1965" y="7465"/>
                    <a:pt x="1965" y="7227"/>
                  </a:cubicBezTo>
                  <a:lnTo>
                    <a:pt x="1965" y="5632"/>
                  </a:lnTo>
                  <a:lnTo>
                    <a:pt x="2001" y="5632"/>
                  </a:lnTo>
                  <a:cubicBezTo>
                    <a:pt x="2001" y="5465"/>
                    <a:pt x="2084" y="5334"/>
                    <a:pt x="2215" y="5263"/>
                  </a:cubicBezTo>
                  <a:lnTo>
                    <a:pt x="2846" y="4941"/>
                  </a:lnTo>
                  <a:lnTo>
                    <a:pt x="3073" y="5156"/>
                  </a:lnTo>
                  <a:cubicBezTo>
                    <a:pt x="3215" y="5298"/>
                    <a:pt x="3406" y="5382"/>
                    <a:pt x="3608" y="5382"/>
                  </a:cubicBezTo>
                  <a:cubicBezTo>
                    <a:pt x="3799" y="5382"/>
                    <a:pt x="3989" y="5298"/>
                    <a:pt x="4144" y="5156"/>
                  </a:cubicBezTo>
                  <a:lnTo>
                    <a:pt x="4358" y="4941"/>
                  </a:lnTo>
                  <a:close/>
                  <a:moveTo>
                    <a:pt x="12026" y="7989"/>
                  </a:moveTo>
                  <a:lnTo>
                    <a:pt x="12026" y="8418"/>
                  </a:lnTo>
                  <a:lnTo>
                    <a:pt x="787" y="8418"/>
                  </a:lnTo>
                  <a:lnTo>
                    <a:pt x="787" y="7989"/>
                  </a:lnTo>
                  <a:close/>
                  <a:moveTo>
                    <a:pt x="3608" y="0"/>
                  </a:moveTo>
                  <a:cubicBezTo>
                    <a:pt x="3049" y="0"/>
                    <a:pt x="2620" y="405"/>
                    <a:pt x="2620" y="893"/>
                  </a:cubicBezTo>
                  <a:cubicBezTo>
                    <a:pt x="2620" y="977"/>
                    <a:pt x="2632" y="1060"/>
                    <a:pt x="2656" y="1131"/>
                  </a:cubicBezTo>
                  <a:cubicBezTo>
                    <a:pt x="2263" y="1417"/>
                    <a:pt x="2013" y="1881"/>
                    <a:pt x="2013" y="2405"/>
                  </a:cubicBezTo>
                  <a:cubicBezTo>
                    <a:pt x="2013" y="2679"/>
                    <a:pt x="2084" y="2953"/>
                    <a:pt x="2215" y="3191"/>
                  </a:cubicBezTo>
                  <a:cubicBezTo>
                    <a:pt x="2275" y="3596"/>
                    <a:pt x="2501" y="3917"/>
                    <a:pt x="2799" y="4144"/>
                  </a:cubicBezTo>
                  <a:lnTo>
                    <a:pt x="2799" y="4525"/>
                  </a:lnTo>
                  <a:lnTo>
                    <a:pt x="2799" y="4548"/>
                  </a:lnTo>
                  <a:lnTo>
                    <a:pt x="2037" y="4917"/>
                  </a:lnTo>
                  <a:cubicBezTo>
                    <a:pt x="1775" y="5048"/>
                    <a:pt x="1608" y="5322"/>
                    <a:pt x="1608" y="5620"/>
                  </a:cubicBezTo>
                  <a:lnTo>
                    <a:pt x="1608" y="7215"/>
                  </a:lnTo>
                  <a:cubicBezTo>
                    <a:pt x="1608" y="7358"/>
                    <a:pt x="1656" y="7513"/>
                    <a:pt x="1727" y="7632"/>
                  </a:cubicBezTo>
                  <a:lnTo>
                    <a:pt x="191" y="7632"/>
                  </a:lnTo>
                  <a:cubicBezTo>
                    <a:pt x="96" y="7632"/>
                    <a:pt x="1" y="7715"/>
                    <a:pt x="1" y="7823"/>
                  </a:cubicBezTo>
                  <a:cubicBezTo>
                    <a:pt x="1" y="7930"/>
                    <a:pt x="96" y="8013"/>
                    <a:pt x="191" y="8013"/>
                  </a:cubicBezTo>
                  <a:lnTo>
                    <a:pt x="406" y="8013"/>
                  </a:lnTo>
                  <a:lnTo>
                    <a:pt x="406" y="9835"/>
                  </a:lnTo>
                  <a:cubicBezTo>
                    <a:pt x="406" y="9930"/>
                    <a:pt x="489" y="10025"/>
                    <a:pt x="596" y="10025"/>
                  </a:cubicBezTo>
                  <a:cubicBezTo>
                    <a:pt x="703" y="10025"/>
                    <a:pt x="787" y="9930"/>
                    <a:pt x="787" y="9835"/>
                  </a:cubicBezTo>
                  <a:lnTo>
                    <a:pt x="787" y="8823"/>
                  </a:lnTo>
                  <a:lnTo>
                    <a:pt x="12026" y="8823"/>
                  </a:lnTo>
                  <a:lnTo>
                    <a:pt x="12026" y="9835"/>
                  </a:lnTo>
                  <a:cubicBezTo>
                    <a:pt x="12026" y="9930"/>
                    <a:pt x="12121" y="10025"/>
                    <a:pt x="12217" y="10025"/>
                  </a:cubicBezTo>
                  <a:cubicBezTo>
                    <a:pt x="12324" y="10025"/>
                    <a:pt x="12419" y="9930"/>
                    <a:pt x="12419" y="9835"/>
                  </a:cubicBezTo>
                  <a:lnTo>
                    <a:pt x="12419" y="8013"/>
                  </a:lnTo>
                  <a:lnTo>
                    <a:pt x="12621" y="8013"/>
                  </a:lnTo>
                  <a:cubicBezTo>
                    <a:pt x="12728" y="8013"/>
                    <a:pt x="12812" y="7930"/>
                    <a:pt x="12812" y="7823"/>
                  </a:cubicBezTo>
                  <a:cubicBezTo>
                    <a:pt x="12800" y="7704"/>
                    <a:pt x="12717" y="7632"/>
                    <a:pt x="12609" y="7632"/>
                  </a:cubicBezTo>
                  <a:lnTo>
                    <a:pt x="6406" y="7632"/>
                  </a:lnTo>
                  <a:lnTo>
                    <a:pt x="6406" y="7608"/>
                  </a:lnTo>
                  <a:lnTo>
                    <a:pt x="6406" y="6001"/>
                  </a:lnTo>
                  <a:cubicBezTo>
                    <a:pt x="6406" y="5799"/>
                    <a:pt x="6228" y="5620"/>
                    <a:pt x="6013" y="5620"/>
                  </a:cubicBezTo>
                  <a:lnTo>
                    <a:pt x="5597" y="5620"/>
                  </a:lnTo>
                  <a:cubicBezTo>
                    <a:pt x="5597" y="5322"/>
                    <a:pt x="5430" y="5048"/>
                    <a:pt x="5168" y="4917"/>
                  </a:cubicBezTo>
                  <a:lnTo>
                    <a:pt x="4406" y="4548"/>
                  </a:lnTo>
                  <a:lnTo>
                    <a:pt x="4406" y="4525"/>
                  </a:lnTo>
                  <a:lnTo>
                    <a:pt x="4406" y="4144"/>
                  </a:lnTo>
                  <a:cubicBezTo>
                    <a:pt x="4716" y="3929"/>
                    <a:pt x="4942" y="3596"/>
                    <a:pt x="4989" y="3191"/>
                  </a:cubicBezTo>
                  <a:cubicBezTo>
                    <a:pt x="5120" y="2953"/>
                    <a:pt x="5192" y="2667"/>
                    <a:pt x="5192" y="2405"/>
                  </a:cubicBezTo>
                  <a:cubicBezTo>
                    <a:pt x="5192" y="1881"/>
                    <a:pt x="4942" y="1417"/>
                    <a:pt x="4561" y="1131"/>
                  </a:cubicBezTo>
                  <a:cubicBezTo>
                    <a:pt x="4585" y="1060"/>
                    <a:pt x="4585" y="988"/>
                    <a:pt x="4585" y="893"/>
                  </a:cubicBezTo>
                  <a:cubicBezTo>
                    <a:pt x="4585" y="405"/>
                    <a:pt x="4144"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64"/>
            <p:cNvSpPr/>
            <p:nvPr/>
          </p:nvSpPr>
          <p:spPr>
            <a:xfrm>
              <a:off x="5017012" y="2666287"/>
              <a:ext cx="25016" cy="12158"/>
            </a:xfrm>
            <a:custGeom>
              <a:avLst/>
              <a:gdLst/>
              <a:ahLst/>
              <a:cxnLst/>
              <a:rect l="l" t="t" r="r" b="b"/>
              <a:pathLst>
                <a:path w="786" h="382" extrusionOk="0">
                  <a:moveTo>
                    <a:pt x="191" y="0"/>
                  </a:moveTo>
                  <a:cubicBezTo>
                    <a:pt x="83" y="0"/>
                    <a:pt x="0" y="83"/>
                    <a:pt x="0" y="191"/>
                  </a:cubicBezTo>
                  <a:cubicBezTo>
                    <a:pt x="0" y="298"/>
                    <a:pt x="83" y="381"/>
                    <a:pt x="191" y="381"/>
                  </a:cubicBezTo>
                  <a:lnTo>
                    <a:pt x="595" y="381"/>
                  </a:lnTo>
                  <a:cubicBezTo>
                    <a:pt x="702" y="381"/>
                    <a:pt x="786" y="298"/>
                    <a:pt x="786" y="191"/>
                  </a:cubicBezTo>
                  <a:cubicBezTo>
                    <a:pt x="786" y="83"/>
                    <a:pt x="702"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64"/>
            <p:cNvSpPr/>
            <p:nvPr/>
          </p:nvSpPr>
          <p:spPr>
            <a:xfrm>
              <a:off x="5068159" y="2418064"/>
              <a:ext cx="203155" cy="198222"/>
            </a:xfrm>
            <a:custGeom>
              <a:avLst/>
              <a:gdLst/>
              <a:ahLst/>
              <a:cxnLst/>
              <a:rect l="l" t="t" r="r" b="b"/>
              <a:pathLst>
                <a:path w="6383" h="6228" extrusionOk="0">
                  <a:moveTo>
                    <a:pt x="5608" y="346"/>
                  </a:moveTo>
                  <a:cubicBezTo>
                    <a:pt x="5834" y="346"/>
                    <a:pt x="6025" y="524"/>
                    <a:pt x="6025" y="762"/>
                  </a:cubicBezTo>
                  <a:lnTo>
                    <a:pt x="6025" y="3989"/>
                  </a:lnTo>
                  <a:lnTo>
                    <a:pt x="6013" y="3989"/>
                  </a:lnTo>
                  <a:cubicBezTo>
                    <a:pt x="6013" y="4203"/>
                    <a:pt x="5834" y="4406"/>
                    <a:pt x="5596" y="4406"/>
                  </a:cubicBezTo>
                  <a:lnTo>
                    <a:pt x="3203" y="4406"/>
                  </a:lnTo>
                  <a:cubicBezTo>
                    <a:pt x="3156" y="4406"/>
                    <a:pt x="3132" y="4418"/>
                    <a:pt x="3096" y="4430"/>
                  </a:cubicBezTo>
                  <a:lnTo>
                    <a:pt x="1310" y="5727"/>
                  </a:lnTo>
                  <a:lnTo>
                    <a:pt x="1584" y="4620"/>
                  </a:lnTo>
                  <a:cubicBezTo>
                    <a:pt x="1596" y="4561"/>
                    <a:pt x="1584" y="4501"/>
                    <a:pt x="1548" y="4465"/>
                  </a:cubicBezTo>
                  <a:cubicBezTo>
                    <a:pt x="1512" y="4418"/>
                    <a:pt x="1465" y="4382"/>
                    <a:pt x="1405" y="4382"/>
                  </a:cubicBezTo>
                  <a:lnTo>
                    <a:pt x="810" y="4382"/>
                  </a:lnTo>
                  <a:cubicBezTo>
                    <a:pt x="584" y="4382"/>
                    <a:pt x="393" y="4203"/>
                    <a:pt x="393" y="3965"/>
                  </a:cubicBezTo>
                  <a:lnTo>
                    <a:pt x="393" y="762"/>
                  </a:lnTo>
                  <a:cubicBezTo>
                    <a:pt x="393" y="548"/>
                    <a:pt x="572" y="346"/>
                    <a:pt x="810" y="346"/>
                  </a:cubicBezTo>
                  <a:close/>
                  <a:moveTo>
                    <a:pt x="786" y="0"/>
                  </a:moveTo>
                  <a:cubicBezTo>
                    <a:pt x="358" y="0"/>
                    <a:pt x="0" y="358"/>
                    <a:pt x="0" y="786"/>
                  </a:cubicBezTo>
                  <a:lnTo>
                    <a:pt x="0" y="3989"/>
                  </a:lnTo>
                  <a:cubicBezTo>
                    <a:pt x="0" y="4418"/>
                    <a:pt x="358" y="4775"/>
                    <a:pt x="786" y="4775"/>
                  </a:cubicBezTo>
                  <a:lnTo>
                    <a:pt x="1143" y="4775"/>
                  </a:lnTo>
                  <a:lnTo>
                    <a:pt x="881" y="5870"/>
                  </a:lnTo>
                  <a:cubicBezTo>
                    <a:pt x="846" y="5989"/>
                    <a:pt x="893" y="6108"/>
                    <a:pt x="1000" y="6192"/>
                  </a:cubicBezTo>
                  <a:cubicBezTo>
                    <a:pt x="1048" y="6216"/>
                    <a:pt x="1108" y="6227"/>
                    <a:pt x="1167" y="6227"/>
                  </a:cubicBezTo>
                  <a:cubicBezTo>
                    <a:pt x="1227" y="6227"/>
                    <a:pt x="1286" y="6216"/>
                    <a:pt x="1322" y="6168"/>
                  </a:cubicBezTo>
                  <a:lnTo>
                    <a:pt x="3263" y="4775"/>
                  </a:lnTo>
                  <a:lnTo>
                    <a:pt x="5596" y="4775"/>
                  </a:lnTo>
                  <a:cubicBezTo>
                    <a:pt x="6025" y="4775"/>
                    <a:pt x="6382" y="4418"/>
                    <a:pt x="6382" y="3989"/>
                  </a:cubicBezTo>
                  <a:lnTo>
                    <a:pt x="6382" y="786"/>
                  </a:lnTo>
                  <a:cubicBezTo>
                    <a:pt x="6382" y="358"/>
                    <a:pt x="6025"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64"/>
            <p:cNvSpPr/>
            <p:nvPr/>
          </p:nvSpPr>
          <p:spPr>
            <a:xfrm>
              <a:off x="5106415" y="2456353"/>
              <a:ext cx="31509" cy="12158"/>
            </a:xfrm>
            <a:custGeom>
              <a:avLst/>
              <a:gdLst/>
              <a:ahLst/>
              <a:cxnLst/>
              <a:rect l="l" t="t" r="r" b="b"/>
              <a:pathLst>
                <a:path w="990" h="382" extrusionOk="0">
                  <a:moveTo>
                    <a:pt x="203" y="0"/>
                  </a:moveTo>
                  <a:cubicBezTo>
                    <a:pt x="96" y="0"/>
                    <a:pt x="1" y="83"/>
                    <a:pt x="1" y="191"/>
                  </a:cubicBezTo>
                  <a:cubicBezTo>
                    <a:pt x="1" y="298"/>
                    <a:pt x="96" y="381"/>
                    <a:pt x="203" y="381"/>
                  </a:cubicBezTo>
                  <a:lnTo>
                    <a:pt x="799" y="381"/>
                  </a:lnTo>
                  <a:cubicBezTo>
                    <a:pt x="894" y="381"/>
                    <a:pt x="989" y="298"/>
                    <a:pt x="989" y="191"/>
                  </a:cubicBezTo>
                  <a:cubicBezTo>
                    <a:pt x="989" y="83"/>
                    <a:pt x="894" y="0"/>
                    <a:pt x="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64"/>
            <p:cNvSpPr/>
            <p:nvPr/>
          </p:nvSpPr>
          <p:spPr>
            <a:xfrm>
              <a:off x="5151133" y="2456353"/>
              <a:ext cx="82274" cy="12158"/>
            </a:xfrm>
            <a:custGeom>
              <a:avLst/>
              <a:gdLst/>
              <a:ahLst/>
              <a:cxnLst/>
              <a:rect l="l" t="t" r="r" b="b"/>
              <a:pathLst>
                <a:path w="2585" h="382" extrusionOk="0">
                  <a:moveTo>
                    <a:pt x="191" y="0"/>
                  </a:moveTo>
                  <a:cubicBezTo>
                    <a:pt x="84" y="0"/>
                    <a:pt x="1" y="83"/>
                    <a:pt x="1" y="191"/>
                  </a:cubicBezTo>
                  <a:cubicBezTo>
                    <a:pt x="1" y="298"/>
                    <a:pt x="84" y="381"/>
                    <a:pt x="191" y="381"/>
                  </a:cubicBezTo>
                  <a:lnTo>
                    <a:pt x="2394" y="381"/>
                  </a:lnTo>
                  <a:cubicBezTo>
                    <a:pt x="2501" y="381"/>
                    <a:pt x="2584" y="298"/>
                    <a:pt x="2584" y="191"/>
                  </a:cubicBezTo>
                  <a:cubicBezTo>
                    <a:pt x="2584" y="83"/>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64"/>
            <p:cNvSpPr/>
            <p:nvPr/>
          </p:nvSpPr>
          <p:spPr>
            <a:xfrm>
              <a:off x="5106415" y="2488180"/>
              <a:ext cx="126992" cy="12158"/>
            </a:xfrm>
            <a:custGeom>
              <a:avLst/>
              <a:gdLst/>
              <a:ahLst/>
              <a:cxnLst/>
              <a:rect l="l" t="t" r="r" b="b"/>
              <a:pathLst>
                <a:path w="3990" h="382" extrusionOk="0">
                  <a:moveTo>
                    <a:pt x="203" y="0"/>
                  </a:moveTo>
                  <a:cubicBezTo>
                    <a:pt x="96" y="0"/>
                    <a:pt x="1" y="83"/>
                    <a:pt x="1" y="191"/>
                  </a:cubicBezTo>
                  <a:cubicBezTo>
                    <a:pt x="1" y="298"/>
                    <a:pt x="96" y="381"/>
                    <a:pt x="203" y="381"/>
                  </a:cubicBezTo>
                  <a:lnTo>
                    <a:pt x="3799" y="381"/>
                  </a:lnTo>
                  <a:cubicBezTo>
                    <a:pt x="3906" y="381"/>
                    <a:pt x="3989" y="298"/>
                    <a:pt x="3989" y="191"/>
                  </a:cubicBezTo>
                  <a:cubicBezTo>
                    <a:pt x="3978" y="83"/>
                    <a:pt x="3906" y="0"/>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64"/>
            <p:cNvSpPr/>
            <p:nvPr/>
          </p:nvSpPr>
          <p:spPr>
            <a:xfrm>
              <a:off x="5106415" y="2519626"/>
              <a:ext cx="82656" cy="12540"/>
            </a:xfrm>
            <a:custGeom>
              <a:avLst/>
              <a:gdLst/>
              <a:ahLst/>
              <a:cxnLst/>
              <a:rect l="l" t="t" r="r" b="b"/>
              <a:pathLst>
                <a:path w="2597" h="394" extrusionOk="0">
                  <a:moveTo>
                    <a:pt x="203" y="0"/>
                  </a:moveTo>
                  <a:cubicBezTo>
                    <a:pt x="96" y="0"/>
                    <a:pt x="1" y="96"/>
                    <a:pt x="1" y="203"/>
                  </a:cubicBezTo>
                  <a:cubicBezTo>
                    <a:pt x="1" y="298"/>
                    <a:pt x="96" y="393"/>
                    <a:pt x="203" y="393"/>
                  </a:cubicBezTo>
                  <a:lnTo>
                    <a:pt x="2394" y="393"/>
                  </a:lnTo>
                  <a:cubicBezTo>
                    <a:pt x="2501" y="393"/>
                    <a:pt x="2596" y="298"/>
                    <a:pt x="2596" y="203"/>
                  </a:cubicBezTo>
                  <a:cubicBezTo>
                    <a:pt x="2585" y="96"/>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64"/>
            <p:cNvSpPr/>
            <p:nvPr/>
          </p:nvSpPr>
          <p:spPr>
            <a:xfrm>
              <a:off x="5202312" y="2519626"/>
              <a:ext cx="31095" cy="12540"/>
            </a:xfrm>
            <a:custGeom>
              <a:avLst/>
              <a:gdLst/>
              <a:ahLst/>
              <a:cxnLst/>
              <a:rect l="l" t="t" r="r" b="b"/>
              <a:pathLst>
                <a:path w="977" h="394" extrusionOk="0">
                  <a:moveTo>
                    <a:pt x="191" y="0"/>
                  </a:moveTo>
                  <a:cubicBezTo>
                    <a:pt x="84" y="0"/>
                    <a:pt x="0" y="96"/>
                    <a:pt x="0" y="203"/>
                  </a:cubicBezTo>
                  <a:cubicBezTo>
                    <a:pt x="0" y="298"/>
                    <a:pt x="84" y="393"/>
                    <a:pt x="191" y="393"/>
                  </a:cubicBezTo>
                  <a:lnTo>
                    <a:pt x="786" y="393"/>
                  </a:lnTo>
                  <a:cubicBezTo>
                    <a:pt x="893" y="393"/>
                    <a:pt x="976" y="298"/>
                    <a:pt x="976" y="203"/>
                  </a:cubicBezTo>
                  <a:cubicBezTo>
                    <a:pt x="965" y="96"/>
                    <a:pt x="893"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1" name="Google Shape;10611;p64"/>
          <p:cNvGrpSpPr/>
          <p:nvPr/>
        </p:nvGrpSpPr>
        <p:grpSpPr>
          <a:xfrm>
            <a:off x="7070872" y="2236621"/>
            <a:ext cx="398321" cy="371013"/>
            <a:chOff x="7070872" y="2410871"/>
            <a:chExt cx="398321" cy="371013"/>
          </a:xfrm>
        </p:grpSpPr>
        <p:sp>
          <p:nvSpPr>
            <p:cNvPr id="10612" name="Google Shape;10612;p64"/>
            <p:cNvSpPr/>
            <p:nvPr/>
          </p:nvSpPr>
          <p:spPr>
            <a:xfrm>
              <a:off x="7204643" y="2603364"/>
              <a:ext cx="123586" cy="107641"/>
            </a:xfrm>
            <a:custGeom>
              <a:avLst/>
              <a:gdLst/>
              <a:ahLst/>
              <a:cxnLst/>
              <a:rect l="l" t="t" r="r" b="b"/>
              <a:pathLst>
                <a:path w="3883" h="3382" extrusionOk="0">
                  <a:moveTo>
                    <a:pt x="1942" y="1"/>
                  </a:moveTo>
                  <a:cubicBezTo>
                    <a:pt x="1846" y="1"/>
                    <a:pt x="1751" y="96"/>
                    <a:pt x="1751" y="203"/>
                  </a:cubicBezTo>
                  <a:lnTo>
                    <a:pt x="1751" y="2072"/>
                  </a:lnTo>
                  <a:lnTo>
                    <a:pt x="132" y="3013"/>
                  </a:lnTo>
                  <a:cubicBezTo>
                    <a:pt x="37" y="3072"/>
                    <a:pt x="1" y="3192"/>
                    <a:pt x="60" y="3287"/>
                  </a:cubicBezTo>
                  <a:cubicBezTo>
                    <a:pt x="84" y="3346"/>
                    <a:pt x="156" y="3382"/>
                    <a:pt x="215" y="3382"/>
                  </a:cubicBezTo>
                  <a:cubicBezTo>
                    <a:pt x="251" y="3382"/>
                    <a:pt x="298" y="3370"/>
                    <a:pt x="322" y="3358"/>
                  </a:cubicBezTo>
                  <a:lnTo>
                    <a:pt x="1942" y="2418"/>
                  </a:lnTo>
                  <a:lnTo>
                    <a:pt x="3573" y="3358"/>
                  </a:lnTo>
                  <a:cubicBezTo>
                    <a:pt x="3596" y="3370"/>
                    <a:pt x="3632" y="3382"/>
                    <a:pt x="3668" y="3382"/>
                  </a:cubicBezTo>
                  <a:cubicBezTo>
                    <a:pt x="3751" y="3382"/>
                    <a:pt x="3811" y="3358"/>
                    <a:pt x="3835" y="3287"/>
                  </a:cubicBezTo>
                  <a:cubicBezTo>
                    <a:pt x="3882" y="3192"/>
                    <a:pt x="3847" y="3072"/>
                    <a:pt x="3763" y="3013"/>
                  </a:cubicBezTo>
                  <a:lnTo>
                    <a:pt x="2144" y="2072"/>
                  </a:lnTo>
                  <a:lnTo>
                    <a:pt x="2144" y="203"/>
                  </a:lnTo>
                  <a:cubicBezTo>
                    <a:pt x="2144" y="96"/>
                    <a:pt x="2049"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64"/>
            <p:cNvSpPr/>
            <p:nvPr/>
          </p:nvSpPr>
          <p:spPr>
            <a:xfrm>
              <a:off x="7203147" y="2410871"/>
              <a:ext cx="133421" cy="178902"/>
            </a:xfrm>
            <a:custGeom>
              <a:avLst/>
              <a:gdLst/>
              <a:ahLst/>
              <a:cxnLst/>
              <a:rect l="l" t="t" r="r" b="b"/>
              <a:pathLst>
                <a:path w="4192" h="5621" extrusionOk="0">
                  <a:moveTo>
                    <a:pt x="2131" y="405"/>
                  </a:moveTo>
                  <a:cubicBezTo>
                    <a:pt x="2631" y="405"/>
                    <a:pt x="3048" y="822"/>
                    <a:pt x="3048" y="1322"/>
                  </a:cubicBezTo>
                  <a:lnTo>
                    <a:pt x="3048" y="1441"/>
                  </a:lnTo>
                  <a:lnTo>
                    <a:pt x="3036" y="1441"/>
                  </a:lnTo>
                  <a:cubicBezTo>
                    <a:pt x="2762" y="1381"/>
                    <a:pt x="2679" y="1012"/>
                    <a:pt x="2679" y="1012"/>
                  </a:cubicBezTo>
                  <a:cubicBezTo>
                    <a:pt x="2667" y="941"/>
                    <a:pt x="2608" y="881"/>
                    <a:pt x="2524" y="858"/>
                  </a:cubicBezTo>
                  <a:cubicBezTo>
                    <a:pt x="2515" y="856"/>
                    <a:pt x="2506" y="855"/>
                    <a:pt x="2497" y="855"/>
                  </a:cubicBezTo>
                  <a:cubicBezTo>
                    <a:pt x="2435" y="855"/>
                    <a:pt x="2375" y="889"/>
                    <a:pt x="2334" y="941"/>
                  </a:cubicBezTo>
                  <a:cubicBezTo>
                    <a:pt x="1977" y="1417"/>
                    <a:pt x="1191" y="1429"/>
                    <a:pt x="1179" y="1429"/>
                  </a:cubicBezTo>
                  <a:cubicBezTo>
                    <a:pt x="1143" y="1429"/>
                    <a:pt x="1131" y="1429"/>
                    <a:pt x="1119" y="1441"/>
                  </a:cubicBezTo>
                  <a:lnTo>
                    <a:pt x="1119" y="1322"/>
                  </a:lnTo>
                  <a:cubicBezTo>
                    <a:pt x="1119" y="822"/>
                    <a:pt x="1536" y="405"/>
                    <a:pt x="2036" y="405"/>
                  </a:cubicBezTo>
                  <a:close/>
                  <a:moveTo>
                    <a:pt x="976" y="1965"/>
                  </a:moveTo>
                  <a:lnTo>
                    <a:pt x="976" y="2215"/>
                  </a:lnTo>
                  <a:cubicBezTo>
                    <a:pt x="941" y="2191"/>
                    <a:pt x="905" y="2143"/>
                    <a:pt x="905" y="2084"/>
                  </a:cubicBezTo>
                  <a:cubicBezTo>
                    <a:pt x="905" y="2036"/>
                    <a:pt x="917" y="2012"/>
                    <a:pt x="953" y="1977"/>
                  </a:cubicBezTo>
                  <a:cubicBezTo>
                    <a:pt x="965" y="1977"/>
                    <a:pt x="965" y="1977"/>
                    <a:pt x="976" y="1965"/>
                  </a:cubicBezTo>
                  <a:close/>
                  <a:moveTo>
                    <a:pt x="3215" y="1977"/>
                  </a:moveTo>
                  <a:cubicBezTo>
                    <a:pt x="3239" y="2012"/>
                    <a:pt x="3251" y="2048"/>
                    <a:pt x="3251" y="2084"/>
                  </a:cubicBezTo>
                  <a:cubicBezTo>
                    <a:pt x="3251" y="2143"/>
                    <a:pt x="3227" y="2179"/>
                    <a:pt x="3191" y="2215"/>
                  </a:cubicBezTo>
                  <a:lnTo>
                    <a:pt x="3191" y="1977"/>
                  </a:lnTo>
                  <a:close/>
                  <a:moveTo>
                    <a:pt x="2441" y="1393"/>
                  </a:moveTo>
                  <a:cubicBezTo>
                    <a:pt x="2512" y="1536"/>
                    <a:pt x="2631" y="1679"/>
                    <a:pt x="2810" y="1750"/>
                  </a:cubicBezTo>
                  <a:lnTo>
                    <a:pt x="2810" y="2322"/>
                  </a:lnTo>
                  <a:cubicBezTo>
                    <a:pt x="2810" y="2679"/>
                    <a:pt x="2524" y="2941"/>
                    <a:pt x="2191" y="2941"/>
                  </a:cubicBezTo>
                  <a:lnTo>
                    <a:pt x="2012" y="2941"/>
                  </a:lnTo>
                  <a:cubicBezTo>
                    <a:pt x="1667" y="2941"/>
                    <a:pt x="1381" y="2667"/>
                    <a:pt x="1381" y="2322"/>
                  </a:cubicBezTo>
                  <a:lnTo>
                    <a:pt x="1381" y="1798"/>
                  </a:lnTo>
                  <a:cubicBezTo>
                    <a:pt x="1631" y="1774"/>
                    <a:pt x="2096" y="1679"/>
                    <a:pt x="2441" y="1393"/>
                  </a:cubicBezTo>
                  <a:close/>
                  <a:moveTo>
                    <a:pt x="2286" y="3346"/>
                  </a:moveTo>
                  <a:lnTo>
                    <a:pt x="2286" y="3453"/>
                  </a:lnTo>
                  <a:lnTo>
                    <a:pt x="2310" y="3453"/>
                  </a:lnTo>
                  <a:lnTo>
                    <a:pt x="2084" y="3679"/>
                  </a:lnTo>
                  <a:lnTo>
                    <a:pt x="1869" y="3477"/>
                  </a:lnTo>
                  <a:lnTo>
                    <a:pt x="1869" y="3346"/>
                  </a:lnTo>
                  <a:close/>
                  <a:moveTo>
                    <a:pt x="2048" y="0"/>
                  </a:moveTo>
                  <a:cubicBezTo>
                    <a:pt x="1322" y="0"/>
                    <a:pt x="726" y="596"/>
                    <a:pt x="726" y="1322"/>
                  </a:cubicBezTo>
                  <a:lnTo>
                    <a:pt x="726" y="1667"/>
                  </a:lnTo>
                  <a:cubicBezTo>
                    <a:pt x="607" y="1774"/>
                    <a:pt x="512" y="1917"/>
                    <a:pt x="512" y="2096"/>
                  </a:cubicBezTo>
                  <a:cubicBezTo>
                    <a:pt x="512" y="2393"/>
                    <a:pt x="738" y="2632"/>
                    <a:pt x="1036" y="2643"/>
                  </a:cubicBezTo>
                  <a:cubicBezTo>
                    <a:pt x="1107" y="2882"/>
                    <a:pt x="1274" y="3096"/>
                    <a:pt x="1500" y="3215"/>
                  </a:cubicBezTo>
                  <a:lnTo>
                    <a:pt x="1500" y="3322"/>
                  </a:lnTo>
                  <a:lnTo>
                    <a:pt x="691" y="3632"/>
                  </a:lnTo>
                  <a:cubicBezTo>
                    <a:pt x="619" y="3655"/>
                    <a:pt x="0" y="3917"/>
                    <a:pt x="0" y="4715"/>
                  </a:cubicBezTo>
                  <a:lnTo>
                    <a:pt x="0" y="5418"/>
                  </a:lnTo>
                  <a:cubicBezTo>
                    <a:pt x="0" y="5525"/>
                    <a:pt x="84" y="5608"/>
                    <a:pt x="191" y="5608"/>
                  </a:cubicBezTo>
                  <a:lnTo>
                    <a:pt x="691" y="5608"/>
                  </a:lnTo>
                  <a:cubicBezTo>
                    <a:pt x="798" y="5608"/>
                    <a:pt x="893" y="5525"/>
                    <a:pt x="893" y="5418"/>
                  </a:cubicBezTo>
                  <a:cubicBezTo>
                    <a:pt x="893" y="5310"/>
                    <a:pt x="798" y="5227"/>
                    <a:pt x="691" y="5227"/>
                  </a:cubicBezTo>
                  <a:lnTo>
                    <a:pt x="393" y="5227"/>
                  </a:lnTo>
                  <a:lnTo>
                    <a:pt x="393" y="4715"/>
                  </a:lnTo>
                  <a:cubicBezTo>
                    <a:pt x="393" y="4167"/>
                    <a:pt x="834" y="4013"/>
                    <a:pt x="846" y="4001"/>
                  </a:cubicBezTo>
                  <a:lnTo>
                    <a:pt x="857" y="4001"/>
                  </a:lnTo>
                  <a:lnTo>
                    <a:pt x="1608" y="3715"/>
                  </a:lnTo>
                  <a:lnTo>
                    <a:pt x="1989" y="4108"/>
                  </a:lnTo>
                  <a:cubicBezTo>
                    <a:pt x="2024" y="4132"/>
                    <a:pt x="2084" y="4167"/>
                    <a:pt x="2119" y="4167"/>
                  </a:cubicBezTo>
                  <a:cubicBezTo>
                    <a:pt x="2179" y="4167"/>
                    <a:pt x="2227" y="4132"/>
                    <a:pt x="2262" y="4108"/>
                  </a:cubicBezTo>
                  <a:lnTo>
                    <a:pt x="2631" y="3715"/>
                  </a:lnTo>
                  <a:lnTo>
                    <a:pt x="3370" y="4013"/>
                  </a:lnTo>
                  <a:lnTo>
                    <a:pt x="3393" y="4013"/>
                  </a:lnTo>
                  <a:cubicBezTo>
                    <a:pt x="3405" y="4013"/>
                    <a:pt x="3834" y="4179"/>
                    <a:pt x="3834" y="4727"/>
                  </a:cubicBezTo>
                  <a:lnTo>
                    <a:pt x="3834" y="5239"/>
                  </a:lnTo>
                  <a:lnTo>
                    <a:pt x="1334" y="5239"/>
                  </a:lnTo>
                  <a:cubicBezTo>
                    <a:pt x="1227" y="5239"/>
                    <a:pt x="1143" y="5322"/>
                    <a:pt x="1143" y="5430"/>
                  </a:cubicBezTo>
                  <a:cubicBezTo>
                    <a:pt x="1143" y="5537"/>
                    <a:pt x="1227" y="5620"/>
                    <a:pt x="1334" y="5620"/>
                  </a:cubicBezTo>
                  <a:lnTo>
                    <a:pt x="4048" y="5620"/>
                  </a:lnTo>
                  <a:cubicBezTo>
                    <a:pt x="4108" y="5608"/>
                    <a:pt x="4191" y="5525"/>
                    <a:pt x="4191" y="5418"/>
                  </a:cubicBezTo>
                  <a:lnTo>
                    <a:pt x="4191" y="4715"/>
                  </a:lnTo>
                  <a:cubicBezTo>
                    <a:pt x="4191" y="3917"/>
                    <a:pt x="3572" y="3655"/>
                    <a:pt x="3501" y="3632"/>
                  </a:cubicBezTo>
                  <a:lnTo>
                    <a:pt x="2703" y="3322"/>
                  </a:lnTo>
                  <a:lnTo>
                    <a:pt x="2703" y="3215"/>
                  </a:lnTo>
                  <a:cubicBezTo>
                    <a:pt x="2917" y="3096"/>
                    <a:pt x="3084" y="2882"/>
                    <a:pt x="3167" y="2643"/>
                  </a:cubicBezTo>
                  <a:cubicBezTo>
                    <a:pt x="3453" y="2620"/>
                    <a:pt x="3679" y="2382"/>
                    <a:pt x="3679" y="2096"/>
                  </a:cubicBezTo>
                  <a:cubicBezTo>
                    <a:pt x="3679" y="1917"/>
                    <a:pt x="3596" y="1774"/>
                    <a:pt x="3465" y="1667"/>
                  </a:cubicBezTo>
                  <a:lnTo>
                    <a:pt x="3465" y="1322"/>
                  </a:lnTo>
                  <a:cubicBezTo>
                    <a:pt x="3465" y="596"/>
                    <a:pt x="2870" y="0"/>
                    <a:pt x="2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64"/>
            <p:cNvSpPr/>
            <p:nvPr/>
          </p:nvSpPr>
          <p:spPr>
            <a:xfrm>
              <a:off x="7334245"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39" y="845"/>
                    <a:pt x="2530" y="844"/>
                    <a:pt x="2521" y="844"/>
                  </a:cubicBezTo>
                  <a:cubicBezTo>
                    <a:pt x="2456" y="844"/>
                    <a:pt x="2389" y="878"/>
                    <a:pt x="2358" y="930"/>
                  </a:cubicBezTo>
                  <a:cubicBezTo>
                    <a:pt x="2001" y="1418"/>
                    <a:pt x="1203" y="1430"/>
                    <a:pt x="1191"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51" y="2180"/>
                    <a:pt x="3215" y="2203"/>
                  </a:cubicBezTo>
                  <a:lnTo>
                    <a:pt x="3215" y="1965"/>
                  </a:lnTo>
                  <a:close/>
                  <a:moveTo>
                    <a:pt x="1001" y="1965"/>
                  </a:moveTo>
                  <a:lnTo>
                    <a:pt x="1001" y="2215"/>
                  </a:lnTo>
                  <a:cubicBezTo>
                    <a:pt x="953" y="2192"/>
                    <a:pt x="929" y="2144"/>
                    <a:pt x="929" y="2084"/>
                  </a:cubicBezTo>
                  <a:cubicBezTo>
                    <a:pt x="929" y="2037"/>
                    <a:pt x="941" y="2013"/>
                    <a:pt x="965" y="1977"/>
                  </a:cubicBezTo>
                  <a:cubicBezTo>
                    <a:pt x="989" y="1977"/>
                    <a:pt x="989" y="1977"/>
                    <a:pt x="1001" y="1965"/>
                  </a:cubicBezTo>
                  <a:close/>
                  <a:moveTo>
                    <a:pt x="2442" y="1406"/>
                  </a:moveTo>
                  <a:cubicBezTo>
                    <a:pt x="2513" y="1537"/>
                    <a:pt x="2632" y="1680"/>
                    <a:pt x="2811" y="1763"/>
                  </a:cubicBezTo>
                  <a:lnTo>
                    <a:pt x="2811" y="2323"/>
                  </a:lnTo>
                  <a:cubicBezTo>
                    <a:pt x="2834" y="2668"/>
                    <a:pt x="2549" y="2954"/>
                    <a:pt x="2191" y="2954"/>
                  </a:cubicBezTo>
                  <a:lnTo>
                    <a:pt x="2013" y="2954"/>
                  </a:lnTo>
                  <a:cubicBezTo>
                    <a:pt x="1668" y="2954"/>
                    <a:pt x="1382" y="2668"/>
                    <a:pt x="1382" y="2323"/>
                  </a:cubicBezTo>
                  <a:lnTo>
                    <a:pt x="1382" y="1799"/>
                  </a:lnTo>
                  <a:cubicBezTo>
                    <a:pt x="1644" y="1775"/>
                    <a:pt x="2084" y="1680"/>
                    <a:pt x="2442" y="1406"/>
                  </a:cubicBezTo>
                  <a:close/>
                  <a:moveTo>
                    <a:pt x="2311" y="3335"/>
                  </a:moveTo>
                  <a:lnTo>
                    <a:pt x="2322"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8" y="5609"/>
                    <a:pt x="894" y="5525"/>
                    <a:pt x="894" y="5418"/>
                  </a:cubicBezTo>
                  <a:cubicBezTo>
                    <a:pt x="894" y="5311"/>
                    <a:pt x="798"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1"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39" y="5537"/>
                    <a:pt x="4239" y="5430"/>
                  </a:cubicBezTo>
                  <a:lnTo>
                    <a:pt x="4239" y="4739"/>
                  </a:lnTo>
                  <a:cubicBezTo>
                    <a:pt x="4204" y="3918"/>
                    <a:pt x="3573" y="3668"/>
                    <a:pt x="3501" y="3632"/>
                  </a:cubicBezTo>
                  <a:lnTo>
                    <a:pt x="2715" y="3323"/>
                  </a:lnTo>
                  <a:lnTo>
                    <a:pt x="2715" y="3216"/>
                  </a:lnTo>
                  <a:cubicBezTo>
                    <a:pt x="2918" y="3096"/>
                    <a:pt x="3084" y="2894"/>
                    <a:pt x="3168" y="2656"/>
                  </a:cubicBezTo>
                  <a:cubicBezTo>
                    <a:pt x="3454" y="2620"/>
                    <a:pt x="3680" y="2382"/>
                    <a:pt x="3680" y="2096"/>
                  </a:cubicBezTo>
                  <a:cubicBezTo>
                    <a:pt x="3680" y="1918"/>
                    <a:pt x="3608" y="1775"/>
                    <a:pt x="3465" y="1668"/>
                  </a:cubicBezTo>
                  <a:lnTo>
                    <a:pt x="3465" y="1322"/>
                  </a:lnTo>
                  <a:cubicBezTo>
                    <a:pt x="3465"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64"/>
            <p:cNvSpPr/>
            <p:nvPr/>
          </p:nvSpPr>
          <p:spPr>
            <a:xfrm>
              <a:off x="7070872"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40" y="845"/>
                    <a:pt x="2530" y="844"/>
                    <a:pt x="2521" y="844"/>
                  </a:cubicBezTo>
                  <a:cubicBezTo>
                    <a:pt x="2457" y="844"/>
                    <a:pt x="2389" y="878"/>
                    <a:pt x="2358" y="930"/>
                  </a:cubicBezTo>
                  <a:cubicBezTo>
                    <a:pt x="2001" y="1418"/>
                    <a:pt x="1203" y="1430"/>
                    <a:pt x="1192"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39" y="2180"/>
                    <a:pt x="3216" y="2203"/>
                  </a:cubicBezTo>
                  <a:lnTo>
                    <a:pt x="3216" y="1965"/>
                  </a:lnTo>
                  <a:close/>
                  <a:moveTo>
                    <a:pt x="1001" y="1965"/>
                  </a:moveTo>
                  <a:lnTo>
                    <a:pt x="1001" y="2215"/>
                  </a:lnTo>
                  <a:cubicBezTo>
                    <a:pt x="953" y="2192"/>
                    <a:pt x="930" y="2144"/>
                    <a:pt x="930" y="2084"/>
                  </a:cubicBezTo>
                  <a:cubicBezTo>
                    <a:pt x="930" y="2037"/>
                    <a:pt x="941" y="2013"/>
                    <a:pt x="965" y="1977"/>
                  </a:cubicBezTo>
                  <a:cubicBezTo>
                    <a:pt x="989" y="1977"/>
                    <a:pt x="989" y="1977"/>
                    <a:pt x="1001" y="1965"/>
                  </a:cubicBezTo>
                  <a:close/>
                  <a:moveTo>
                    <a:pt x="2454" y="1406"/>
                  </a:moveTo>
                  <a:cubicBezTo>
                    <a:pt x="2525" y="1537"/>
                    <a:pt x="2644" y="1680"/>
                    <a:pt x="2823" y="1763"/>
                  </a:cubicBezTo>
                  <a:lnTo>
                    <a:pt x="2823" y="2323"/>
                  </a:lnTo>
                  <a:cubicBezTo>
                    <a:pt x="2835" y="2668"/>
                    <a:pt x="2549" y="2954"/>
                    <a:pt x="2204" y="2954"/>
                  </a:cubicBezTo>
                  <a:lnTo>
                    <a:pt x="2025" y="2954"/>
                  </a:lnTo>
                  <a:cubicBezTo>
                    <a:pt x="1680" y="2954"/>
                    <a:pt x="1406" y="2668"/>
                    <a:pt x="1406" y="2323"/>
                  </a:cubicBezTo>
                  <a:lnTo>
                    <a:pt x="1406" y="1799"/>
                  </a:lnTo>
                  <a:cubicBezTo>
                    <a:pt x="1656" y="1775"/>
                    <a:pt x="2120" y="1680"/>
                    <a:pt x="2454" y="1406"/>
                  </a:cubicBezTo>
                  <a:close/>
                  <a:moveTo>
                    <a:pt x="2311" y="3335"/>
                  </a:moveTo>
                  <a:lnTo>
                    <a:pt x="2323"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9" y="5609"/>
                    <a:pt x="894" y="5525"/>
                    <a:pt x="894" y="5418"/>
                  </a:cubicBezTo>
                  <a:cubicBezTo>
                    <a:pt x="894" y="5311"/>
                    <a:pt x="799"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2"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40" y="5537"/>
                    <a:pt x="4240" y="5430"/>
                  </a:cubicBezTo>
                  <a:lnTo>
                    <a:pt x="4240" y="4739"/>
                  </a:lnTo>
                  <a:cubicBezTo>
                    <a:pt x="4216" y="3918"/>
                    <a:pt x="3573" y="3668"/>
                    <a:pt x="3501" y="3632"/>
                  </a:cubicBezTo>
                  <a:lnTo>
                    <a:pt x="2716" y="3323"/>
                  </a:lnTo>
                  <a:lnTo>
                    <a:pt x="2716" y="3216"/>
                  </a:lnTo>
                  <a:cubicBezTo>
                    <a:pt x="2918" y="3096"/>
                    <a:pt x="3085" y="2894"/>
                    <a:pt x="3168" y="2656"/>
                  </a:cubicBezTo>
                  <a:cubicBezTo>
                    <a:pt x="3454" y="2620"/>
                    <a:pt x="3680" y="2382"/>
                    <a:pt x="3680" y="2096"/>
                  </a:cubicBezTo>
                  <a:cubicBezTo>
                    <a:pt x="3680" y="1918"/>
                    <a:pt x="3608" y="1775"/>
                    <a:pt x="3466" y="1668"/>
                  </a:cubicBezTo>
                  <a:lnTo>
                    <a:pt x="3466" y="1322"/>
                  </a:lnTo>
                  <a:cubicBezTo>
                    <a:pt x="3466"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16" name="Google Shape;10616;p64"/>
          <p:cNvSpPr/>
          <p:nvPr/>
        </p:nvSpPr>
        <p:spPr>
          <a:xfrm>
            <a:off x="6238328" y="2259346"/>
            <a:ext cx="316461" cy="324036"/>
          </a:xfrm>
          <a:custGeom>
            <a:avLst/>
            <a:gdLst/>
            <a:ahLst/>
            <a:cxnLst/>
            <a:rect l="l" t="t" r="r" b="b"/>
            <a:pathLst>
              <a:path w="9943" h="10181" extrusionOk="0">
                <a:moveTo>
                  <a:pt x="7883" y="536"/>
                </a:moveTo>
                <a:lnTo>
                  <a:pt x="9264" y="1918"/>
                </a:lnTo>
                <a:lnTo>
                  <a:pt x="7883" y="1918"/>
                </a:lnTo>
                <a:lnTo>
                  <a:pt x="7883" y="536"/>
                </a:lnTo>
                <a:close/>
                <a:moveTo>
                  <a:pt x="6442" y="1537"/>
                </a:moveTo>
                <a:lnTo>
                  <a:pt x="7823" y="2918"/>
                </a:lnTo>
                <a:lnTo>
                  <a:pt x="6442" y="2918"/>
                </a:lnTo>
                <a:lnTo>
                  <a:pt x="6442" y="1537"/>
                </a:lnTo>
                <a:close/>
                <a:moveTo>
                  <a:pt x="2954" y="5323"/>
                </a:moveTo>
                <a:cubicBezTo>
                  <a:pt x="3489" y="5323"/>
                  <a:pt x="3918" y="5799"/>
                  <a:pt x="3918" y="6394"/>
                </a:cubicBezTo>
                <a:lnTo>
                  <a:pt x="3930" y="6478"/>
                </a:lnTo>
                <a:cubicBezTo>
                  <a:pt x="3906" y="6478"/>
                  <a:pt x="3906" y="6478"/>
                  <a:pt x="3894" y="6490"/>
                </a:cubicBezTo>
                <a:cubicBezTo>
                  <a:pt x="3585" y="6418"/>
                  <a:pt x="3489" y="5966"/>
                  <a:pt x="3489" y="5966"/>
                </a:cubicBezTo>
                <a:cubicBezTo>
                  <a:pt x="3477" y="5906"/>
                  <a:pt x="3430" y="5847"/>
                  <a:pt x="3358" y="5835"/>
                </a:cubicBezTo>
                <a:cubicBezTo>
                  <a:pt x="3348" y="5833"/>
                  <a:pt x="3338" y="5832"/>
                  <a:pt x="3328" y="5832"/>
                </a:cubicBezTo>
                <a:cubicBezTo>
                  <a:pt x="3276" y="5832"/>
                  <a:pt x="3221" y="5857"/>
                  <a:pt x="3192" y="5906"/>
                </a:cubicBezTo>
                <a:cubicBezTo>
                  <a:pt x="2823" y="6478"/>
                  <a:pt x="1989" y="6490"/>
                  <a:pt x="1977" y="6490"/>
                </a:cubicBezTo>
                <a:lnTo>
                  <a:pt x="1930" y="6490"/>
                </a:lnTo>
                <a:cubicBezTo>
                  <a:pt x="1918" y="6490"/>
                  <a:pt x="1894" y="6490"/>
                  <a:pt x="1894" y="6478"/>
                </a:cubicBezTo>
                <a:lnTo>
                  <a:pt x="1894" y="6394"/>
                </a:lnTo>
                <a:cubicBezTo>
                  <a:pt x="1894" y="5799"/>
                  <a:pt x="2334" y="5323"/>
                  <a:pt x="2870" y="5323"/>
                </a:cubicBezTo>
                <a:close/>
                <a:moveTo>
                  <a:pt x="1668" y="6906"/>
                </a:moveTo>
                <a:cubicBezTo>
                  <a:pt x="1680" y="6906"/>
                  <a:pt x="1692" y="6918"/>
                  <a:pt x="1703" y="6918"/>
                </a:cubicBezTo>
                <a:lnTo>
                  <a:pt x="1703" y="7097"/>
                </a:lnTo>
                <a:cubicBezTo>
                  <a:pt x="1727" y="7132"/>
                  <a:pt x="1727" y="7192"/>
                  <a:pt x="1727" y="7228"/>
                </a:cubicBezTo>
                <a:cubicBezTo>
                  <a:pt x="1644" y="7216"/>
                  <a:pt x="1584" y="7144"/>
                  <a:pt x="1584" y="7049"/>
                </a:cubicBezTo>
                <a:cubicBezTo>
                  <a:pt x="1584" y="6990"/>
                  <a:pt x="1620" y="6930"/>
                  <a:pt x="1668" y="6906"/>
                </a:cubicBezTo>
                <a:close/>
                <a:moveTo>
                  <a:pt x="4168" y="6894"/>
                </a:moveTo>
                <a:cubicBezTo>
                  <a:pt x="4204" y="6918"/>
                  <a:pt x="4239" y="6978"/>
                  <a:pt x="4239" y="7037"/>
                </a:cubicBezTo>
                <a:cubicBezTo>
                  <a:pt x="4228" y="7144"/>
                  <a:pt x="4180" y="7216"/>
                  <a:pt x="4109" y="7228"/>
                </a:cubicBezTo>
                <a:cubicBezTo>
                  <a:pt x="4109" y="7192"/>
                  <a:pt x="4120" y="7132"/>
                  <a:pt x="4120" y="7085"/>
                </a:cubicBezTo>
                <a:lnTo>
                  <a:pt x="4120" y="6906"/>
                </a:lnTo>
                <a:cubicBezTo>
                  <a:pt x="4132" y="6906"/>
                  <a:pt x="4144" y="6906"/>
                  <a:pt x="4168" y="6894"/>
                </a:cubicBezTo>
                <a:close/>
                <a:moveTo>
                  <a:pt x="3251" y="6311"/>
                </a:moveTo>
                <a:cubicBezTo>
                  <a:pt x="3347" y="6490"/>
                  <a:pt x="3513" y="6716"/>
                  <a:pt x="3775" y="6787"/>
                </a:cubicBezTo>
                <a:lnTo>
                  <a:pt x="3775" y="7085"/>
                </a:lnTo>
                <a:cubicBezTo>
                  <a:pt x="3775" y="7561"/>
                  <a:pt x="3430" y="7942"/>
                  <a:pt x="3001" y="7942"/>
                </a:cubicBezTo>
                <a:lnTo>
                  <a:pt x="2787" y="7942"/>
                </a:lnTo>
                <a:cubicBezTo>
                  <a:pt x="2358" y="7942"/>
                  <a:pt x="2013" y="7561"/>
                  <a:pt x="2013" y="7085"/>
                </a:cubicBezTo>
                <a:lnTo>
                  <a:pt x="2013" y="6799"/>
                </a:lnTo>
                <a:lnTo>
                  <a:pt x="2037" y="6799"/>
                </a:lnTo>
                <a:cubicBezTo>
                  <a:pt x="2227" y="6787"/>
                  <a:pt x="2835" y="6728"/>
                  <a:pt x="3251" y="6311"/>
                </a:cubicBezTo>
                <a:close/>
                <a:moveTo>
                  <a:pt x="3013" y="8240"/>
                </a:moveTo>
                <a:cubicBezTo>
                  <a:pt x="3061" y="8264"/>
                  <a:pt x="3108" y="8264"/>
                  <a:pt x="3156" y="8264"/>
                </a:cubicBezTo>
                <a:lnTo>
                  <a:pt x="3156" y="8418"/>
                </a:lnTo>
                <a:lnTo>
                  <a:pt x="2918" y="8656"/>
                </a:lnTo>
                <a:lnTo>
                  <a:pt x="2692" y="8442"/>
                </a:lnTo>
                <a:lnTo>
                  <a:pt x="2692" y="8240"/>
                </a:lnTo>
                <a:close/>
                <a:moveTo>
                  <a:pt x="7597" y="334"/>
                </a:moveTo>
                <a:lnTo>
                  <a:pt x="7597" y="2108"/>
                </a:lnTo>
                <a:cubicBezTo>
                  <a:pt x="7597" y="2203"/>
                  <a:pt x="7680" y="2275"/>
                  <a:pt x="7764" y="2275"/>
                </a:cubicBezTo>
                <a:lnTo>
                  <a:pt x="9538" y="2275"/>
                </a:lnTo>
                <a:lnTo>
                  <a:pt x="9538" y="8871"/>
                </a:lnTo>
                <a:lnTo>
                  <a:pt x="8359" y="8871"/>
                </a:lnTo>
                <a:lnTo>
                  <a:pt x="8359" y="3084"/>
                </a:lnTo>
                <a:lnTo>
                  <a:pt x="8359" y="3061"/>
                </a:lnTo>
                <a:lnTo>
                  <a:pt x="8359" y="3049"/>
                </a:lnTo>
                <a:cubicBezTo>
                  <a:pt x="8359" y="3049"/>
                  <a:pt x="8359" y="3037"/>
                  <a:pt x="8347" y="3037"/>
                </a:cubicBezTo>
                <a:cubicBezTo>
                  <a:pt x="8347" y="3037"/>
                  <a:pt x="8347" y="3013"/>
                  <a:pt x="8335" y="3013"/>
                </a:cubicBezTo>
                <a:lnTo>
                  <a:pt x="8311" y="3001"/>
                </a:lnTo>
                <a:lnTo>
                  <a:pt x="6383" y="1072"/>
                </a:lnTo>
                <a:lnTo>
                  <a:pt x="6371" y="1048"/>
                </a:lnTo>
                <a:lnTo>
                  <a:pt x="6347" y="1036"/>
                </a:lnTo>
                <a:cubicBezTo>
                  <a:pt x="6347" y="1036"/>
                  <a:pt x="6335" y="1036"/>
                  <a:pt x="6335" y="1025"/>
                </a:cubicBezTo>
                <a:lnTo>
                  <a:pt x="3882" y="1025"/>
                </a:lnTo>
                <a:lnTo>
                  <a:pt x="3882" y="334"/>
                </a:lnTo>
                <a:close/>
                <a:moveTo>
                  <a:pt x="6085" y="1334"/>
                </a:moveTo>
                <a:lnTo>
                  <a:pt x="6085" y="3108"/>
                </a:lnTo>
                <a:cubicBezTo>
                  <a:pt x="6085" y="3192"/>
                  <a:pt x="6156" y="3275"/>
                  <a:pt x="6240" y="3275"/>
                </a:cubicBezTo>
                <a:lnTo>
                  <a:pt x="8014" y="3275"/>
                </a:lnTo>
                <a:lnTo>
                  <a:pt x="8049" y="9883"/>
                </a:lnTo>
                <a:lnTo>
                  <a:pt x="4311" y="9883"/>
                </a:lnTo>
                <a:cubicBezTo>
                  <a:pt x="5192" y="9407"/>
                  <a:pt x="5811" y="8502"/>
                  <a:pt x="5871" y="7430"/>
                </a:cubicBezTo>
                <a:lnTo>
                  <a:pt x="5871" y="7406"/>
                </a:lnTo>
                <a:lnTo>
                  <a:pt x="5871" y="7347"/>
                </a:lnTo>
                <a:lnTo>
                  <a:pt x="5871" y="7323"/>
                </a:lnTo>
                <a:lnTo>
                  <a:pt x="5871" y="7311"/>
                </a:lnTo>
                <a:lnTo>
                  <a:pt x="5871" y="7263"/>
                </a:lnTo>
                <a:lnTo>
                  <a:pt x="5871" y="7228"/>
                </a:lnTo>
                <a:lnTo>
                  <a:pt x="5871" y="7216"/>
                </a:lnTo>
                <a:lnTo>
                  <a:pt x="5871" y="7168"/>
                </a:lnTo>
                <a:lnTo>
                  <a:pt x="5871" y="7144"/>
                </a:lnTo>
                <a:lnTo>
                  <a:pt x="5871" y="7121"/>
                </a:lnTo>
                <a:lnTo>
                  <a:pt x="5871" y="7085"/>
                </a:lnTo>
                <a:lnTo>
                  <a:pt x="5871" y="7049"/>
                </a:lnTo>
                <a:lnTo>
                  <a:pt x="5871" y="7002"/>
                </a:lnTo>
                <a:lnTo>
                  <a:pt x="5871" y="6978"/>
                </a:lnTo>
                <a:lnTo>
                  <a:pt x="5871" y="6930"/>
                </a:lnTo>
                <a:lnTo>
                  <a:pt x="5871" y="6906"/>
                </a:lnTo>
                <a:lnTo>
                  <a:pt x="5871" y="6859"/>
                </a:lnTo>
                <a:lnTo>
                  <a:pt x="5871" y="6847"/>
                </a:lnTo>
                <a:lnTo>
                  <a:pt x="5871" y="6823"/>
                </a:lnTo>
                <a:lnTo>
                  <a:pt x="5871" y="6787"/>
                </a:lnTo>
                <a:lnTo>
                  <a:pt x="5871" y="6751"/>
                </a:lnTo>
                <a:cubicBezTo>
                  <a:pt x="5871" y="6728"/>
                  <a:pt x="5859" y="6704"/>
                  <a:pt x="5859" y="6680"/>
                </a:cubicBezTo>
                <a:cubicBezTo>
                  <a:pt x="5859" y="6644"/>
                  <a:pt x="5847" y="6632"/>
                  <a:pt x="5847" y="6609"/>
                </a:cubicBezTo>
                <a:lnTo>
                  <a:pt x="5847" y="6573"/>
                </a:lnTo>
                <a:cubicBezTo>
                  <a:pt x="5847" y="6561"/>
                  <a:pt x="5835" y="6549"/>
                  <a:pt x="5835" y="6525"/>
                </a:cubicBezTo>
                <a:lnTo>
                  <a:pt x="5835" y="6513"/>
                </a:lnTo>
                <a:lnTo>
                  <a:pt x="5835" y="6501"/>
                </a:lnTo>
                <a:cubicBezTo>
                  <a:pt x="5835" y="6490"/>
                  <a:pt x="5811" y="6466"/>
                  <a:pt x="5811" y="6454"/>
                </a:cubicBezTo>
                <a:cubicBezTo>
                  <a:pt x="5811" y="6442"/>
                  <a:pt x="5811" y="6442"/>
                  <a:pt x="5799" y="6430"/>
                </a:cubicBezTo>
                <a:cubicBezTo>
                  <a:pt x="5799" y="6406"/>
                  <a:pt x="5787" y="6394"/>
                  <a:pt x="5787" y="6382"/>
                </a:cubicBezTo>
                <a:lnTo>
                  <a:pt x="5775" y="6347"/>
                </a:lnTo>
                <a:cubicBezTo>
                  <a:pt x="5775" y="6335"/>
                  <a:pt x="5752" y="6323"/>
                  <a:pt x="5752" y="6311"/>
                </a:cubicBezTo>
                <a:cubicBezTo>
                  <a:pt x="5752" y="6287"/>
                  <a:pt x="5752" y="6287"/>
                  <a:pt x="5740" y="6275"/>
                </a:cubicBezTo>
                <a:cubicBezTo>
                  <a:pt x="5740" y="6263"/>
                  <a:pt x="5728" y="6251"/>
                  <a:pt x="5728" y="6228"/>
                </a:cubicBezTo>
                <a:lnTo>
                  <a:pt x="5716" y="6204"/>
                </a:lnTo>
                <a:cubicBezTo>
                  <a:pt x="5716" y="6192"/>
                  <a:pt x="5692" y="6168"/>
                  <a:pt x="5692" y="6156"/>
                </a:cubicBezTo>
                <a:lnTo>
                  <a:pt x="5692" y="6144"/>
                </a:lnTo>
                <a:cubicBezTo>
                  <a:pt x="5656" y="6037"/>
                  <a:pt x="5597" y="5930"/>
                  <a:pt x="5549" y="5835"/>
                </a:cubicBezTo>
                <a:cubicBezTo>
                  <a:pt x="5518" y="5780"/>
                  <a:pt x="5461" y="5751"/>
                  <a:pt x="5405" y="5751"/>
                </a:cubicBezTo>
                <a:cubicBezTo>
                  <a:pt x="5376" y="5751"/>
                  <a:pt x="5347" y="5759"/>
                  <a:pt x="5323" y="5775"/>
                </a:cubicBezTo>
                <a:cubicBezTo>
                  <a:pt x="5252" y="5811"/>
                  <a:pt x="5216" y="5918"/>
                  <a:pt x="5263" y="5989"/>
                </a:cubicBezTo>
                <a:cubicBezTo>
                  <a:pt x="5311" y="6085"/>
                  <a:pt x="5371" y="6192"/>
                  <a:pt x="5394" y="6275"/>
                </a:cubicBezTo>
                <a:lnTo>
                  <a:pt x="5394" y="6287"/>
                </a:lnTo>
                <a:cubicBezTo>
                  <a:pt x="5394" y="6311"/>
                  <a:pt x="5418" y="6323"/>
                  <a:pt x="5418" y="6335"/>
                </a:cubicBezTo>
                <a:lnTo>
                  <a:pt x="5430" y="6370"/>
                </a:lnTo>
                <a:cubicBezTo>
                  <a:pt x="5430" y="6382"/>
                  <a:pt x="5442" y="6394"/>
                  <a:pt x="5442" y="6406"/>
                </a:cubicBezTo>
                <a:cubicBezTo>
                  <a:pt x="5442" y="6430"/>
                  <a:pt x="5442" y="6430"/>
                  <a:pt x="5454" y="6442"/>
                </a:cubicBezTo>
                <a:cubicBezTo>
                  <a:pt x="5454" y="6454"/>
                  <a:pt x="5478" y="6466"/>
                  <a:pt x="5478" y="6490"/>
                </a:cubicBezTo>
                <a:lnTo>
                  <a:pt x="5490" y="6513"/>
                </a:lnTo>
                <a:cubicBezTo>
                  <a:pt x="5490" y="6525"/>
                  <a:pt x="5502" y="6549"/>
                  <a:pt x="5502" y="6561"/>
                </a:cubicBezTo>
                <a:lnTo>
                  <a:pt x="5502" y="6585"/>
                </a:lnTo>
                <a:cubicBezTo>
                  <a:pt x="5502" y="6609"/>
                  <a:pt x="5513" y="6621"/>
                  <a:pt x="5513" y="6632"/>
                </a:cubicBezTo>
                <a:lnTo>
                  <a:pt x="5513" y="6668"/>
                </a:lnTo>
                <a:cubicBezTo>
                  <a:pt x="5513" y="6680"/>
                  <a:pt x="5513" y="6692"/>
                  <a:pt x="5537" y="6704"/>
                </a:cubicBezTo>
                <a:lnTo>
                  <a:pt x="5537" y="6740"/>
                </a:lnTo>
                <a:cubicBezTo>
                  <a:pt x="5537" y="6751"/>
                  <a:pt x="5549" y="6787"/>
                  <a:pt x="5549" y="6799"/>
                </a:cubicBezTo>
                <a:cubicBezTo>
                  <a:pt x="5549" y="6811"/>
                  <a:pt x="5561" y="6847"/>
                  <a:pt x="5561" y="6859"/>
                </a:cubicBezTo>
                <a:lnTo>
                  <a:pt x="5561" y="6882"/>
                </a:lnTo>
                <a:lnTo>
                  <a:pt x="5561" y="6930"/>
                </a:lnTo>
                <a:lnTo>
                  <a:pt x="5561" y="6942"/>
                </a:lnTo>
                <a:lnTo>
                  <a:pt x="5561" y="6966"/>
                </a:lnTo>
                <a:lnTo>
                  <a:pt x="5561" y="7002"/>
                </a:lnTo>
                <a:lnTo>
                  <a:pt x="5561" y="7037"/>
                </a:lnTo>
                <a:lnTo>
                  <a:pt x="5561" y="7085"/>
                </a:lnTo>
                <a:lnTo>
                  <a:pt x="5561" y="7109"/>
                </a:lnTo>
                <a:lnTo>
                  <a:pt x="5561" y="7156"/>
                </a:lnTo>
                <a:lnTo>
                  <a:pt x="5561" y="7180"/>
                </a:lnTo>
                <a:lnTo>
                  <a:pt x="5561" y="7216"/>
                </a:lnTo>
                <a:lnTo>
                  <a:pt x="5561" y="7240"/>
                </a:lnTo>
                <a:lnTo>
                  <a:pt x="5561" y="7287"/>
                </a:lnTo>
                <a:lnTo>
                  <a:pt x="5561" y="7299"/>
                </a:lnTo>
                <a:lnTo>
                  <a:pt x="5561" y="7335"/>
                </a:lnTo>
                <a:lnTo>
                  <a:pt x="5561" y="7359"/>
                </a:lnTo>
                <a:lnTo>
                  <a:pt x="5561" y="7383"/>
                </a:lnTo>
                <a:lnTo>
                  <a:pt x="5561" y="7394"/>
                </a:lnTo>
                <a:lnTo>
                  <a:pt x="5561" y="7454"/>
                </a:lnTo>
                <a:lnTo>
                  <a:pt x="5561" y="7466"/>
                </a:lnTo>
                <a:cubicBezTo>
                  <a:pt x="5537" y="8133"/>
                  <a:pt x="5252" y="8728"/>
                  <a:pt x="4823" y="9180"/>
                </a:cubicBezTo>
                <a:cubicBezTo>
                  <a:pt x="4644" y="8835"/>
                  <a:pt x="4323" y="8704"/>
                  <a:pt x="4287" y="8692"/>
                </a:cubicBezTo>
                <a:lnTo>
                  <a:pt x="3513" y="8371"/>
                </a:lnTo>
                <a:lnTo>
                  <a:pt x="3513" y="8228"/>
                </a:lnTo>
                <a:cubicBezTo>
                  <a:pt x="3751" y="8109"/>
                  <a:pt x="3942" y="7894"/>
                  <a:pt x="4049" y="7633"/>
                </a:cubicBezTo>
                <a:lnTo>
                  <a:pt x="4085" y="7633"/>
                </a:lnTo>
                <a:cubicBezTo>
                  <a:pt x="4359" y="7633"/>
                  <a:pt x="4585" y="7406"/>
                  <a:pt x="4585" y="7109"/>
                </a:cubicBezTo>
                <a:cubicBezTo>
                  <a:pt x="4585" y="6906"/>
                  <a:pt x="4466" y="6704"/>
                  <a:pt x="4287" y="6632"/>
                </a:cubicBezTo>
                <a:lnTo>
                  <a:pt x="4287" y="6454"/>
                </a:lnTo>
                <a:cubicBezTo>
                  <a:pt x="4287" y="5680"/>
                  <a:pt x="3704" y="5061"/>
                  <a:pt x="2989" y="5061"/>
                </a:cubicBezTo>
                <a:lnTo>
                  <a:pt x="2894" y="5061"/>
                </a:lnTo>
                <a:cubicBezTo>
                  <a:pt x="2180" y="5061"/>
                  <a:pt x="1608" y="5680"/>
                  <a:pt x="1608" y="6454"/>
                </a:cubicBezTo>
                <a:lnTo>
                  <a:pt x="1608" y="6632"/>
                </a:lnTo>
                <a:cubicBezTo>
                  <a:pt x="1430" y="6704"/>
                  <a:pt x="1311" y="6906"/>
                  <a:pt x="1311" y="7109"/>
                </a:cubicBezTo>
                <a:cubicBezTo>
                  <a:pt x="1311" y="7394"/>
                  <a:pt x="1525" y="7633"/>
                  <a:pt x="1799" y="7633"/>
                </a:cubicBezTo>
                <a:cubicBezTo>
                  <a:pt x="1811" y="7633"/>
                  <a:pt x="1823" y="7633"/>
                  <a:pt x="1846" y="7621"/>
                </a:cubicBezTo>
                <a:cubicBezTo>
                  <a:pt x="1942" y="7883"/>
                  <a:pt x="2156" y="8109"/>
                  <a:pt x="2406" y="8228"/>
                </a:cubicBezTo>
                <a:lnTo>
                  <a:pt x="2406" y="8371"/>
                </a:lnTo>
                <a:lnTo>
                  <a:pt x="1620" y="8692"/>
                </a:lnTo>
                <a:cubicBezTo>
                  <a:pt x="1572" y="8704"/>
                  <a:pt x="1251" y="8835"/>
                  <a:pt x="1084" y="9180"/>
                </a:cubicBezTo>
                <a:cubicBezTo>
                  <a:pt x="596" y="8668"/>
                  <a:pt x="299" y="7978"/>
                  <a:pt x="334" y="7216"/>
                </a:cubicBezTo>
                <a:lnTo>
                  <a:pt x="334" y="7204"/>
                </a:lnTo>
                <a:lnTo>
                  <a:pt x="334" y="7156"/>
                </a:lnTo>
                <a:lnTo>
                  <a:pt x="334" y="7144"/>
                </a:lnTo>
                <a:lnTo>
                  <a:pt x="334" y="7121"/>
                </a:lnTo>
                <a:lnTo>
                  <a:pt x="334" y="7097"/>
                </a:lnTo>
                <a:lnTo>
                  <a:pt x="334" y="7085"/>
                </a:lnTo>
                <a:lnTo>
                  <a:pt x="334" y="7061"/>
                </a:lnTo>
                <a:lnTo>
                  <a:pt x="334" y="7025"/>
                </a:lnTo>
                <a:lnTo>
                  <a:pt x="334" y="7002"/>
                </a:lnTo>
                <a:lnTo>
                  <a:pt x="334" y="6990"/>
                </a:lnTo>
                <a:lnTo>
                  <a:pt x="334" y="6942"/>
                </a:lnTo>
                <a:lnTo>
                  <a:pt x="334" y="6918"/>
                </a:lnTo>
                <a:lnTo>
                  <a:pt x="334" y="6871"/>
                </a:lnTo>
                <a:lnTo>
                  <a:pt x="334" y="6847"/>
                </a:lnTo>
                <a:cubicBezTo>
                  <a:pt x="334" y="6823"/>
                  <a:pt x="334" y="6811"/>
                  <a:pt x="358" y="6799"/>
                </a:cubicBezTo>
                <a:lnTo>
                  <a:pt x="358" y="6763"/>
                </a:lnTo>
                <a:cubicBezTo>
                  <a:pt x="358" y="6751"/>
                  <a:pt x="358" y="6740"/>
                  <a:pt x="370" y="6740"/>
                </a:cubicBezTo>
                <a:lnTo>
                  <a:pt x="370" y="6728"/>
                </a:lnTo>
                <a:lnTo>
                  <a:pt x="370" y="6704"/>
                </a:lnTo>
                <a:cubicBezTo>
                  <a:pt x="370" y="6692"/>
                  <a:pt x="370" y="6680"/>
                  <a:pt x="382" y="6668"/>
                </a:cubicBezTo>
                <a:lnTo>
                  <a:pt x="382" y="6644"/>
                </a:lnTo>
                <a:lnTo>
                  <a:pt x="382" y="6632"/>
                </a:lnTo>
                <a:cubicBezTo>
                  <a:pt x="382" y="6621"/>
                  <a:pt x="394" y="6585"/>
                  <a:pt x="394" y="6573"/>
                </a:cubicBezTo>
                <a:cubicBezTo>
                  <a:pt x="394" y="6561"/>
                  <a:pt x="406" y="6525"/>
                  <a:pt x="406" y="6513"/>
                </a:cubicBezTo>
                <a:lnTo>
                  <a:pt x="406" y="6501"/>
                </a:lnTo>
                <a:cubicBezTo>
                  <a:pt x="406" y="6490"/>
                  <a:pt x="429" y="6466"/>
                  <a:pt x="429" y="6454"/>
                </a:cubicBezTo>
                <a:cubicBezTo>
                  <a:pt x="429" y="6442"/>
                  <a:pt x="429" y="6442"/>
                  <a:pt x="441" y="6430"/>
                </a:cubicBezTo>
                <a:cubicBezTo>
                  <a:pt x="441" y="6406"/>
                  <a:pt x="453" y="6394"/>
                  <a:pt x="453" y="6382"/>
                </a:cubicBezTo>
                <a:cubicBezTo>
                  <a:pt x="453" y="6370"/>
                  <a:pt x="453" y="6370"/>
                  <a:pt x="465" y="6347"/>
                </a:cubicBezTo>
                <a:cubicBezTo>
                  <a:pt x="465" y="6335"/>
                  <a:pt x="489" y="6323"/>
                  <a:pt x="489" y="6311"/>
                </a:cubicBezTo>
                <a:cubicBezTo>
                  <a:pt x="489" y="6311"/>
                  <a:pt x="489" y="6287"/>
                  <a:pt x="501" y="6275"/>
                </a:cubicBezTo>
                <a:cubicBezTo>
                  <a:pt x="501" y="6263"/>
                  <a:pt x="513" y="6251"/>
                  <a:pt x="513" y="6228"/>
                </a:cubicBezTo>
                <a:cubicBezTo>
                  <a:pt x="513" y="6216"/>
                  <a:pt x="513" y="6216"/>
                  <a:pt x="525" y="6204"/>
                </a:cubicBezTo>
                <a:cubicBezTo>
                  <a:pt x="525" y="6192"/>
                  <a:pt x="549" y="6168"/>
                  <a:pt x="549" y="6156"/>
                </a:cubicBezTo>
                <a:lnTo>
                  <a:pt x="560" y="6144"/>
                </a:lnTo>
                <a:cubicBezTo>
                  <a:pt x="560" y="6132"/>
                  <a:pt x="572" y="6109"/>
                  <a:pt x="572" y="6097"/>
                </a:cubicBezTo>
                <a:lnTo>
                  <a:pt x="572" y="6085"/>
                </a:lnTo>
                <a:cubicBezTo>
                  <a:pt x="691" y="5859"/>
                  <a:pt x="858" y="5656"/>
                  <a:pt x="1037" y="5454"/>
                </a:cubicBezTo>
                <a:lnTo>
                  <a:pt x="1049" y="5442"/>
                </a:lnTo>
                <a:lnTo>
                  <a:pt x="1061" y="5430"/>
                </a:lnTo>
                <a:lnTo>
                  <a:pt x="1084" y="5418"/>
                </a:lnTo>
                <a:lnTo>
                  <a:pt x="1096" y="5394"/>
                </a:lnTo>
                <a:lnTo>
                  <a:pt x="1108" y="5382"/>
                </a:lnTo>
                <a:lnTo>
                  <a:pt x="1120" y="5370"/>
                </a:lnTo>
                <a:lnTo>
                  <a:pt x="1144" y="5358"/>
                </a:lnTo>
                <a:cubicBezTo>
                  <a:pt x="1156" y="5358"/>
                  <a:pt x="1156" y="5335"/>
                  <a:pt x="1168" y="5335"/>
                </a:cubicBezTo>
                <a:lnTo>
                  <a:pt x="1180" y="5323"/>
                </a:lnTo>
                <a:cubicBezTo>
                  <a:pt x="1203" y="5323"/>
                  <a:pt x="1203" y="5311"/>
                  <a:pt x="1215" y="5311"/>
                </a:cubicBezTo>
                <a:cubicBezTo>
                  <a:pt x="1227" y="5311"/>
                  <a:pt x="1227" y="5299"/>
                  <a:pt x="1239" y="5299"/>
                </a:cubicBezTo>
                <a:cubicBezTo>
                  <a:pt x="1263" y="5299"/>
                  <a:pt x="1263" y="5275"/>
                  <a:pt x="1275" y="5275"/>
                </a:cubicBezTo>
                <a:cubicBezTo>
                  <a:pt x="1287" y="5275"/>
                  <a:pt x="1287" y="5263"/>
                  <a:pt x="1299" y="5263"/>
                </a:cubicBezTo>
                <a:cubicBezTo>
                  <a:pt x="1322" y="5263"/>
                  <a:pt x="1322" y="5251"/>
                  <a:pt x="1334" y="5251"/>
                </a:cubicBezTo>
                <a:cubicBezTo>
                  <a:pt x="1346" y="5251"/>
                  <a:pt x="1346" y="5239"/>
                  <a:pt x="1358" y="5239"/>
                </a:cubicBezTo>
                <a:cubicBezTo>
                  <a:pt x="1382" y="5239"/>
                  <a:pt x="1382" y="5216"/>
                  <a:pt x="1394" y="5216"/>
                </a:cubicBezTo>
                <a:cubicBezTo>
                  <a:pt x="1406" y="5216"/>
                  <a:pt x="1406" y="5204"/>
                  <a:pt x="1418" y="5204"/>
                </a:cubicBezTo>
                <a:cubicBezTo>
                  <a:pt x="1442" y="5204"/>
                  <a:pt x="1442" y="5192"/>
                  <a:pt x="1453" y="5192"/>
                </a:cubicBezTo>
                <a:cubicBezTo>
                  <a:pt x="1465" y="5192"/>
                  <a:pt x="1465" y="5180"/>
                  <a:pt x="1477" y="5180"/>
                </a:cubicBezTo>
                <a:cubicBezTo>
                  <a:pt x="1501" y="5180"/>
                  <a:pt x="1501" y="5156"/>
                  <a:pt x="1513" y="5156"/>
                </a:cubicBezTo>
                <a:cubicBezTo>
                  <a:pt x="1525" y="5156"/>
                  <a:pt x="1525" y="5144"/>
                  <a:pt x="1537" y="5144"/>
                </a:cubicBezTo>
                <a:cubicBezTo>
                  <a:pt x="1561" y="5144"/>
                  <a:pt x="1561" y="5132"/>
                  <a:pt x="1572" y="5132"/>
                </a:cubicBezTo>
                <a:cubicBezTo>
                  <a:pt x="1584" y="5132"/>
                  <a:pt x="1584" y="5120"/>
                  <a:pt x="1596" y="5120"/>
                </a:cubicBezTo>
                <a:cubicBezTo>
                  <a:pt x="1620" y="5120"/>
                  <a:pt x="1620" y="5097"/>
                  <a:pt x="1632" y="5097"/>
                </a:cubicBezTo>
                <a:cubicBezTo>
                  <a:pt x="1644" y="5097"/>
                  <a:pt x="1644" y="5085"/>
                  <a:pt x="1656" y="5085"/>
                </a:cubicBezTo>
                <a:cubicBezTo>
                  <a:pt x="1680" y="5085"/>
                  <a:pt x="1680" y="5073"/>
                  <a:pt x="1692" y="5073"/>
                </a:cubicBezTo>
                <a:lnTo>
                  <a:pt x="1703" y="5073"/>
                </a:lnTo>
                <a:cubicBezTo>
                  <a:pt x="1715" y="5073"/>
                  <a:pt x="1715" y="5061"/>
                  <a:pt x="1739" y="5061"/>
                </a:cubicBezTo>
                <a:cubicBezTo>
                  <a:pt x="1739" y="5061"/>
                  <a:pt x="1751" y="5061"/>
                  <a:pt x="1751" y="5037"/>
                </a:cubicBezTo>
                <a:lnTo>
                  <a:pt x="1763" y="5025"/>
                </a:lnTo>
                <a:cubicBezTo>
                  <a:pt x="1763" y="5025"/>
                  <a:pt x="1775" y="5025"/>
                  <a:pt x="1775" y="5013"/>
                </a:cubicBezTo>
                <a:cubicBezTo>
                  <a:pt x="1799" y="5013"/>
                  <a:pt x="1799" y="5013"/>
                  <a:pt x="1811" y="5001"/>
                </a:cubicBezTo>
                <a:lnTo>
                  <a:pt x="1823" y="5001"/>
                </a:lnTo>
                <a:cubicBezTo>
                  <a:pt x="1823" y="5001"/>
                  <a:pt x="1834" y="5001"/>
                  <a:pt x="1834" y="4977"/>
                </a:cubicBezTo>
                <a:cubicBezTo>
                  <a:pt x="1858" y="4977"/>
                  <a:pt x="1858" y="4966"/>
                  <a:pt x="1870" y="4966"/>
                </a:cubicBezTo>
                <a:cubicBezTo>
                  <a:pt x="1882" y="4966"/>
                  <a:pt x="1894" y="4954"/>
                  <a:pt x="1918" y="4954"/>
                </a:cubicBezTo>
                <a:cubicBezTo>
                  <a:pt x="1930" y="4954"/>
                  <a:pt x="1942" y="4942"/>
                  <a:pt x="1953" y="4942"/>
                </a:cubicBezTo>
                <a:lnTo>
                  <a:pt x="1977" y="4942"/>
                </a:lnTo>
                <a:lnTo>
                  <a:pt x="1989" y="4918"/>
                </a:lnTo>
                <a:cubicBezTo>
                  <a:pt x="2001" y="4918"/>
                  <a:pt x="2001" y="4918"/>
                  <a:pt x="2013" y="4906"/>
                </a:cubicBezTo>
                <a:cubicBezTo>
                  <a:pt x="2013" y="4906"/>
                  <a:pt x="2037" y="4906"/>
                  <a:pt x="2037" y="4894"/>
                </a:cubicBezTo>
                <a:lnTo>
                  <a:pt x="2049" y="4894"/>
                </a:lnTo>
                <a:cubicBezTo>
                  <a:pt x="2061" y="4894"/>
                  <a:pt x="2061" y="4894"/>
                  <a:pt x="2073" y="4882"/>
                </a:cubicBezTo>
                <a:lnTo>
                  <a:pt x="2108" y="4882"/>
                </a:lnTo>
                <a:cubicBezTo>
                  <a:pt x="2120" y="4882"/>
                  <a:pt x="2120" y="4882"/>
                  <a:pt x="2132" y="4858"/>
                </a:cubicBezTo>
                <a:lnTo>
                  <a:pt x="2168" y="4846"/>
                </a:lnTo>
                <a:cubicBezTo>
                  <a:pt x="2180" y="4858"/>
                  <a:pt x="2215" y="4858"/>
                  <a:pt x="2227" y="4858"/>
                </a:cubicBezTo>
                <a:cubicBezTo>
                  <a:pt x="2275" y="4858"/>
                  <a:pt x="2311" y="4835"/>
                  <a:pt x="2346" y="4799"/>
                </a:cubicBezTo>
                <a:lnTo>
                  <a:pt x="3442" y="4799"/>
                </a:lnTo>
                <a:cubicBezTo>
                  <a:pt x="3466" y="4799"/>
                  <a:pt x="3477" y="4799"/>
                  <a:pt x="3477" y="4823"/>
                </a:cubicBezTo>
                <a:cubicBezTo>
                  <a:pt x="3489" y="4823"/>
                  <a:pt x="3489" y="4823"/>
                  <a:pt x="3501" y="4835"/>
                </a:cubicBezTo>
                <a:cubicBezTo>
                  <a:pt x="3525" y="4835"/>
                  <a:pt x="3537" y="4835"/>
                  <a:pt x="3537" y="4846"/>
                </a:cubicBezTo>
                <a:cubicBezTo>
                  <a:pt x="3549" y="4846"/>
                  <a:pt x="3549" y="4846"/>
                  <a:pt x="3561" y="4858"/>
                </a:cubicBezTo>
                <a:cubicBezTo>
                  <a:pt x="3585" y="4858"/>
                  <a:pt x="3597" y="4858"/>
                  <a:pt x="3597" y="4882"/>
                </a:cubicBezTo>
                <a:cubicBezTo>
                  <a:pt x="3608" y="4882"/>
                  <a:pt x="3608" y="4882"/>
                  <a:pt x="3620" y="4894"/>
                </a:cubicBezTo>
                <a:cubicBezTo>
                  <a:pt x="3644" y="4894"/>
                  <a:pt x="3644" y="4894"/>
                  <a:pt x="3656" y="4906"/>
                </a:cubicBezTo>
                <a:cubicBezTo>
                  <a:pt x="3668" y="4906"/>
                  <a:pt x="3668" y="4906"/>
                  <a:pt x="3680" y="4918"/>
                </a:cubicBezTo>
                <a:cubicBezTo>
                  <a:pt x="3704" y="4918"/>
                  <a:pt x="3704" y="4942"/>
                  <a:pt x="3716" y="4942"/>
                </a:cubicBezTo>
                <a:cubicBezTo>
                  <a:pt x="3728" y="4942"/>
                  <a:pt x="3728" y="4942"/>
                  <a:pt x="3739" y="4954"/>
                </a:cubicBezTo>
                <a:cubicBezTo>
                  <a:pt x="3763" y="4954"/>
                  <a:pt x="3763" y="4966"/>
                  <a:pt x="3775" y="4966"/>
                </a:cubicBezTo>
                <a:lnTo>
                  <a:pt x="3787" y="4966"/>
                </a:lnTo>
                <a:cubicBezTo>
                  <a:pt x="3787" y="4966"/>
                  <a:pt x="3799" y="4966"/>
                  <a:pt x="3799" y="4977"/>
                </a:cubicBezTo>
                <a:cubicBezTo>
                  <a:pt x="3823" y="4977"/>
                  <a:pt x="3823" y="4977"/>
                  <a:pt x="3835" y="5001"/>
                </a:cubicBezTo>
                <a:lnTo>
                  <a:pt x="3847" y="5013"/>
                </a:lnTo>
                <a:cubicBezTo>
                  <a:pt x="3847" y="5013"/>
                  <a:pt x="3858" y="5013"/>
                  <a:pt x="3858" y="5025"/>
                </a:cubicBezTo>
                <a:cubicBezTo>
                  <a:pt x="3882" y="5025"/>
                  <a:pt x="3882" y="5037"/>
                  <a:pt x="3894" y="5037"/>
                </a:cubicBezTo>
                <a:lnTo>
                  <a:pt x="3906" y="5037"/>
                </a:lnTo>
                <a:cubicBezTo>
                  <a:pt x="3906" y="5037"/>
                  <a:pt x="3918" y="5037"/>
                  <a:pt x="3918" y="5061"/>
                </a:cubicBezTo>
                <a:cubicBezTo>
                  <a:pt x="3942" y="5061"/>
                  <a:pt x="3942" y="5073"/>
                  <a:pt x="3954" y="5073"/>
                </a:cubicBezTo>
                <a:lnTo>
                  <a:pt x="3966" y="5085"/>
                </a:lnTo>
                <a:cubicBezTo>
                  <a:pt x="3966" y="5085"/>
                  <a:pt x="3978" y="5085"/>
                  <a:pt x="3978" y="5097"/>
                </a:cubicBezTo>
                <a:cubicBezTo>
                  <a:pt x="4001" y="5097"/>
                  <a:pt x="4001" y="5120"/>
                  <a:pt x="4013" y="5120"/>
                </a:cubicBezTo>
                <a:lnTo>
                  <a:pt x="4025" y="5132"/>
                </a:lnTo>
                <a:cubicBezTo>
                  <a:pt x="4025" y="5132"/>
                  <a:pt x="4037" y="5132"/>
                  <a:pt x="4037" y="5144"/>
                </a:cubicBezTo>
                <a:cubicBezTo>
                  <a:pt x="4061" y="5144"/>
                  <a:pt x="4073" y="5156"/>
                  <a:pt x="4085" y="5156"/>
                </a:cubicBezTo>
                <a:cubicBezTo>
                  <a:pt x="4097" y="5156"/>
                  <a:pt x="4120" y="5180"/>
                  <a:pt x="4132" y="5180"/>
                </a:cubicBezTo>
                <a:cubicBezTo>
                  <a:pt x="4144" y="5180"/>
                  <a:pt x="4144" y="5192"/>
                  <a:pt x="4156" y="5192"/>
                </a:cubicBezTo>
                <a:lnTo>
                  <a:pt x="4180" y="5204"/>
                </a:lnTo>
                <a:lnTo>
                  <a:pt x="4192" y="5216"/>
                </a:lnTo>
                <a:lnTo>
                  <a:pt x="4204" y="5239"/>
                </a:lnTo>
                <a:lnTo>
                  <a:pt x="4216" y="5251"/>
                </a:lnTo>
                <a:lnTo>
                  <a:pt x="4239" y="5263"/>
                </a:lnTo>
                <a:lnTo>
                  <a:pt x="4251" y="5275"/>
                </a:lnTo>
                <a:cubicBezTo>
                  <a:pt x="4263" y="5275"/>
                  <a:pt x="4263" y="5299"/>
                  <a:pt x="4275" y="5299"/>
                </a:cubicBezTo>
                <a:cubicBezTo>
                  <a:pt x="4299" y="5299"/>
                  <a:pt x="4299" y="5311"/>
                  <a:pt x="4311" y="5311"/>
                </a:cubicBezTo>
                <a:cubicBezTo>
                  <a:pt x="4323" y="5311"/>
                  <a:pt x="4323" y="5323"/>
                  <a:pt x="4335" y="5323"/>
                </a:cubicBezTo>
                <a:lnTo>
                  <a:pt x="4359" y="5323"/>
                </a:lnTo>
                <a:lnTo>
                  <a:pt x="4370" y="5335"/>
                </a:lnTo>
                <a:cubicBezTo>
                  <a:pt x="4382" y="5335"/>
                  <a:pt x="4382" y="5358"/>
                  <a:pt x="4394" y="5358"/>
                </a:cubicBezTo>
                <a:cubicBezTo>
                  <a:pt x="4418" y="5358"/>
                  <a:pt x="4418" y="5370"/>
                  <a:pt x="4430" y="5370"/>
                </a:cubicBezTo>
                <a:cubicBezTo>
                  <a:pt x="4442" y="5370"/>
                  <a:pt x="4442" y="5382"/>
                  <a:pt x="4454" y="5382"/>
                </a:cubicBezTo>
                <a:cubicBezTo>
                  <a:pt x="4478" y="5382"/>
                  <a:pt x="4478" y="5394"/>
                  <a:pt x="4490" y="5394"/>
                </a:cubicBezTo>
                <a:cubicBezTo>
                  <a:pt x="4501" y="5394"/>
                  <a:pt x="4501" y="5418"/>
                  <a:pt x="4513" y="5418"/>
                </a:cubicBezTo>
                <a:cubicBezTo>
                  <a:pt x="4537" y="5418"/>
                  <a:pt x="4537" y="5430"/>
                  <a:pt x="4549" y="5430"/>
                </a:cubicBezTo>
                <a:cubicBezTo>
                  <a:pt x="4561" y="5430"/>
                  <a:pt x="4561" y="5442"/>
                  <a:pt x="4573" y="5442"/>
                </a:cubicBezTo>
                <a:cubicBezTo>
                  <a:pt x="4597" y="5442"/>
                  <a:pt x="4597" y="5454"/>
                  <a:pt x="4609" y="5454"/>
                </a:cubicBezTo>
                <a:cubicBezTo>
                  <a:pt x="4620" y="5454"/>
                  <a:pt x="4620" y="5478"/>
                  <a:pt x="4632" y="5478"/>
                </a:cubicBezTo>
                <a:cubicBezTo>
                  <a:pt x="4656" y="5478"/>
                  <a:pt x="4656" y="5489"/>
                  <a:pt x="4668" y="5489"/>
                </a:cubicBezTo>
                <a:lnTo>
                  <a:pt x="4680" y="5501"/>
                </a:lnTo>
                <a:cubicBezTo>
                  <a:pt x="4692" y="5501"/>
                  <a:pt x="4692" y="5513"/>
                  <a:pt x="4716" y="5513"/>
                </a:cubicBezTo>
                <a:lnTo>
                  <a:pt x="4728" y="5537"/>
                </a:lnTo>
                <a:lnTo>
                  <a:pt x="4751" y="5561"/>
                </a:lnTo>
                <a:lnTo>
                  <a:pt x="4787" y="5597"/>
                </a:lnTo>
                <a:lnTo>
                  <a:pt x="4799" y="5608"/>
                </a:lnTo>
                <a:cubicBezTo>
                  <a:pt x="4832" y="5641"/>
                  <a:pt x="4879" y="5660"/>
                  <a:pt x="4925" y="5660"/>
                </a:cubicBezTo>
                <a:cubicBezTo>
                  <a:pt x="4962" y="5660"/>
                  <a:pt x="4998" y="5647"/>
                  <a:pt x="5025" y="5620"/>
                </a:cubicBezTo>
                <a:cubicBezTo>
                  <a:pt x="5085" y="5561"/>
                  <a:pt x="5097" y="5454"/>
                  <a:pt x="5037" y="5394"/>
                </a:cubicBezTo>
                <a:lnTo>
                  <a:pt x="5025" y="5382"/>
                </a:lnTo>
                <a:lnTo>
                  <a:pt x="4990" y="5358"/>
                </a:lnTo>
                <a:lnTo>
                  <a:pt x="4966" y="5323"/>
                </a:lnTo>
                <a:lnTo>
                  <a:pt x="4954" y="5311"/>
                </a:lnTo>
                <a:lnTo>
                  <a:pt x="4918" y="5275"/>
                </a:lnTo>
                <a:lnTo>
                  <a:pt x="4894" y="5251"/>
                </a:lnTo>
                <a:lnTo>
                  <a:pt x="4859" y="5216"/>
                </a:lnTo>
                <a:lnTo>
                  <a:pt x="4835" y="5192"/>
                </a:lnTo>
                <a:lnTo>
                  <a:pt x="4799" y="5156"/>
                </a:lnTo>
                <a:lnTo>
                  <a:pt x="4775" y="5132"/>
                </a:lnTo>
                <a:lnTo>
                  <a:pt x="4740" y="5097"/>
                </a:lnTo>
                <a:lnTo>
                  <a:pt x="4716" y="5073"/>
                </a:lnTo>
                <a:lnTo>
                  <a:pt x="4680" y="5037"/>
                </a:lnTo>
                <a:lnTo>
                  <a:pt x="4656" y="5013"/>
                </a:lnTo>
                <a:cubicBezTo>
                  <a:pt x="4632" y="5013"/>
                  <a:pt x="4632" y="5001"/>
                  <a:pt x="4620" y="5001"/>
                </a:cubicBezTo>
                <a:cubicBezTo>
                  <a:pt x="4609" y="5001"/>
                  <a:pt x="4609" y="4977"/>
                  <a:pt x="4597" y="4977"/>
                </a:cubicBezTo>
                <a:cubicBezTo>
                  <a:pt x="4573" y="4977"/>
                  <a:pt x="4573" y="4966"/>
                  <a:pt x="4561" y="4966"/>
                </a:cubicBezTo>
                <a:lnTo>
                  <a:pt x="4549" y="4966"/>
                </a:lnTo>
                <a:cubicBezTo>
                  <a:pt x="4537" y="4966"/>
                  <a:pt x="4537" y="4954"/>
                  <a:pt x="4513" y="4954"/>
                </a:cubicBezTo>
                <a:cubicBezTo>
                  <a:pt x="4501" y="4954"/>
                  <a:pt x="4501" y="4942"/>
                  <a:pt x="4490" y="4942"/>
                </a:cubicBezTo>
                <a:cubicBezTo>
                  <a:pt x="4478" y="4942"/>
                  <a:pt x="4478" y="4918"/>
                  <a:pt x="4454" y="4918"/>
                </a:cubicBezTo>
                <a:cubicBezTo>
                  <a:pt x="4442" y="4918"/>
                  <a:pt x="4442" y="4906"/>
                  <a:pt x="4430" y="4906"/>
                </a:cubicBezTo>
                <a:lnTo>
                  <a:pt x="4418" y="4894"/>
                </a:lnTo>
                <a:cubicBezTo>
                  <a:pt x="4394" y="4894"/>
                  <a:pt x="4394" y="4882"/>
                  <a:pt x="4382" y="4882"/>
                </a:cubicBezTo>
                <a:cubicBezTo>
                  <a:pt x="4370" y="4882"/>
                  <a:pt x="4370" y="4858"/>
                  <a:pt x="4359" y="4858"/>
                </a:cubicBezTo>
                <a:lnTo>
                  <a:pt x="4335" y="4846"/>
                </a:lnTo>
                <a:cubicBezTo>
                  <a:pt x="4323" y="4846"/>
                  <a:pt x="4323" y="4835"/>
                  <a:pt x="4311" y="4835"/>
                </a:cubicBezTo>
                <a:cubicBezTo>
                  <a:pt x="4299" y="4835"/>
                  <a:pt x="4299" y="4823"/>
                  <a:pt x="4275" y="4823"/>
                </a:cubicBezTo>
                <a:cubicBezTo>
                  <a:pt x="4263" y="4799"/>
                  <a:pt x="4251" y="4799"/>
                  <a:pt x="4239" y="4787"/>
                </a:cubicBezTo>
                <a:cubicBezTo>
                  <a:pt x="4216" y="4775"/>
                  <a:pt x="4204" y="4775"/>
                  <a:pt x="4192" y="4763"/>
                </a:cubicBezTo>
                <a:cubicBezTo>
                  <a:pt x="4192" y="4763"/>
                  <a:pt x="4180" y="4763"/>
                  <a:pt x="4180" y="4739"/>
                </a:cubicBezTo>
                <a:lnTo>
                  <a:pt x="4156" y="4727"/>
                </a:lnTo>
                <a:cubicBezTo>
                  <a:pt x="4144" y="4727"/>
                  <a:pt x="4144" y="4716"/>
                  <a:pt x="4132" y="4716"/>
                </a:cubicBezTo>
                <a:cubicBezTo>
                  <a:pt x="4132" y="4716"/>
                  <a:pt x="4120" y="4716"/>
                  <a:pt x="4120" y="4704"/>
                </a:cubicBezTo>
                <a:lnTo>
                  <a:pt x="4097" y="4680"/>
                </a:lnTo>
                <a:cubicBezTo>
                  <a:pt x="4085" y="4680"/>
                  <a:pt x="4085" y="4668"/>
                  <a:pt x="4073" y="4668"/>
                </a:cubicBezTo>
                <a:cubicBezTo>
                  <a:pt x="4061" y="4668"/>
                  <a:pt x="4061" y="4668"/>
                  <a:pt x="4037" y="4656"/>
                </a:cubicBezTo>
                <a:lnTo>
                  <a:pt x="4025" y="4656"/>
                </a:lnTo>
                <a:cubicBezTo>
                  <a:pt x="4013" y="4656"/>
                  <a:pt x="4013" y="4644"/>
                  <a:pt x="4001" y="4644"/>
                </a:cubicBezTo>
                <a:cubicBezTo>
                  <a:pt x="3978" y="4644"/>
                  <a:pt x="3978" y="4644"/>
                  <a:pt x="3966" y="4620"/>
                </a:cubicBezTo>
                <a:lnTo>
                  <a:pt x="3954" y="4608"/>
                </a:lnTo>
                <a:cubicBezTo>
                  <a:pt x="3942" y="4608"/>
                  <a:pt x="3942" y="4608"/>
                  <a:pt x="3918" y="4596"/>
                </a:cubicBezTo>
                <a:cubicBezTo>
                  <a:pt x="3906" y="4596"/>
                  <a:pt x="3906" y="4596"/>
                  <a:pt x="3894" y="4585"/>
                </a:cubicBezTo>
                <a:lnTo>
                  <a:pt x="3882" y="4585"/>
                </a:lnTo>
                <a:cubicBezTo>
                  <a:pt x="3858" y="4585"/>
                  <a:pt x="3847" y="4561"/>
                  <a:pt x="3847" y="4561"/>
                </a:cubicBezTo>
                <a:cubicBezTo>
                  <a:pt x="3835" y="4561"/>
                  <a:pt x="3823" y="4549"/>
                  <a:pt x="3823" y="4549"/>
                </a:cubicBezTo>
                <a:cubicBezTo>
                  <a:pt x="3799" y="4549"/>
                  <a:pt x="3787" y="4537"/>
                  <a:pt x="3787" y="4537"/>
                </a:cubicBezTo>
                <a:cubicBezTo>
                  <a:pt x="3775" y="4537"/>
                  <a:pt x="3763" y="4537"/>
                  <a:pt x="3763" y="4525"/>
                </a:cubicBezTo>
                <a:cubicBezTo>
                  <a:pt x="3739" y="4525"/>
                  <a:pt x="3728" y="4501"/>
                  <a:pt x="3716" y="4501"/>
                </a:cubicBezTo>
                <a:cubicBezTo>
                  <a:pt x="3704" y="4501"/>
                  <a:pt x="3680" y="4501"/>
                  <a:pt x="3680" y="4489"/>
                </a:cubicBezTo>
                <a:cubicBezTo>
                  <a:pt x="3668" y="4489"/>
                  <a:pt x="3656" y="4489"/>
                  <a:pt x="3644" y="4477"/>
                </a:cubicBezTo>
                <a:cubicBezTo>
                  <a:pt x="3620" y="4477"/>
                  <a:pt x="3608" y="4477"/>
                  <a:pt x="3608" y="4465"/>
                </a:cubicBezTo>
                <a:cubicBezTo>
                  <a:pt x="3597" y="4465"/>
                  <a:pt x="3585" y="4465"/>
                  <a:pt x="3561" y="4442"/>
                </a:cubicBezTo>
                <a:cubicBezTo>
                  <a:pt x="3549" y="4442"/>
                  <a:pt x="3549" y="4442"/>
                  <a:pt x="3537" y="4430"/>
                </a:cubicBezTo>
                <a:cubicBezTo>
                  <a:pt x="3525" y="4430"/>
                  <a:pt x="3501" y="4430"/>
                  <a:pt x="3489" y="4418"/>
                </a:cubicBezTo>
                <a:cubicBezTo>
                  <a:pt x="3477" y="4418"/>
                  <a:pt x="3466" y="4418"/>
                  <a:pt x="3466" y="4406"/>
                </a:cubicBezTo>
                <a:cubicBezTo>
                  <a:pt x="3442" y="4406"/>
                  <a:pt x="3430" y="4406"/>
                  <a:pt x="3418" y="4382"/>
                </a:cubicBezTo>
                <a:lnTo>
                  <a:pt x="2358" y="4382"/>
                </a:lnTo>
                <a:lnTo>
                  <a:pt x="2358" y="1334"/>
                </a:lnTo>
                <a:close/>
                <a:moveTo>
                  <a:pt x="3418" y="8621"/>
                </a:moveTo>
                <a:lnTo>
                  <a:pt x="4144" y="8918"/>
                </a:lnTo>
                <a:lnTo>
                  <a:pt x="4168" y="8918"/>
                </a:lnTo>
                <a:cubicBezTo>
                  <a:pt x="4180" y="8918"/>
                  <a:pt x="4442" y="9014"/>
                  <a:pt x="4561" y="9335"/>
                </a:cubicBezTo>
                <a:cubicBezTo>
                  <a:pt x="4180" y="9609"/>
                  <a:pt x="3751" y="9811"/>
                  <a:pt x="3275" y="9883"/>
                </a:cubicBezTo>
                <a:lnTo>
                  <a:pt x="2811" y="9883"/>
                </a:lnTo>
                <a:cubicBezTo>
                  <a:pt x="2775" y="9883"/>
                  <a:pt x="2751" y="9883"/>
                  <a:pt x="2739" y="9895"/>
                </a:cubicBezTo>
                <a:cubicBezTo>
                  <a:pt x="2180" y="9871"/>
                  <a:pt x="1680" y="9657"/>
                  <a:pt x="1275" y="9335"/>
                </a:cubicBezTo>
                <a:cubicBezTo>
                  <a:pt x="1275" y="9311"/>
                  <a:pt x="1287" y="9311"/>
                  <a:pt x="1287" y="9299"/>
                </a:cubicBezTo>
                <a:cubicBezTo>
                  <a:pt x="1406" y="9002"/>
                  <a:pt x="1668" y="8918"/>
                  <a:pt x="1680" y="8918"/>
                </a:cubicBezTo>
                <a:lnTo>
                  <a:pt x="1692" y="8918"/>
                </a:lnTo>
                <a:lnTo>
                  <a:pt x="2418" y="8633"/>
                </a:lnTo>
                <a:lnTo>
                  <a:pt x="2811" y="9002"/>
                </a:lnTo>
                <a:cubicBezTo>
                  <a:pt x="2835" y="9037"/>
                  <a:pt x="2882" y="9049"/>
                  <a:pt x="2930" y="9049"/>
                </a:cubicBezTo>
                <a:cubicBezTo>
                  <a:pt x="2977" y="9049"/>
                  <a:pt x="3013" y="9037"/>
                  <a:pt x="3049" y="9002"/>
                </a:cubicBezTo>
                <a:lnTo>
                  <a:pt x="3418" y="8621"/>
                </a:lnTo>
                <a:close/>
                <a:moveTo>
                  <a:pt x="3728" y="1"/>
                </a:moveTo>
                <a:cubicBezTo>
                  <a:pt x="3692" y="1"/>
                  <a:pt x="3644" y="13"/>
                  <a:pt x="3608" y="36"/>
                </a:cubicBezTo>
                <a:cubicBezTo>
                  <a:pt x="3585" y="72"/>
                  <a:pt x="3573" y="120"/>
                  <a:pt x="3573" y="155"/>
                </a:cubicBezTo>
                <a:lnTo>
                  <a:pt x="3573" y="1013"/>
                </a:lnTo>
                <a:lnTo>
                  <a:pt x="2275" y="1013"/>
                </a:lnTo>
                <a:cubicBezTo>
                  <a:pt x="2227" y="1013"/>
                  <a:pt x="2180" y="1025"/>
                  <a:pt x="2156" y="1048"/>
                </a:cubicBezTo>
                <a:cubicBezTo>
                  <a:pt x="2120" y="1084"/>
                  <a:pt x="2108" y="1132"/>
                  <a:pt x="2108" y="1167"/>
                </a:cubicBezTo>
                <a:lnTo>
                  <a:pt x="2120" y="4465"/>
                </a:lnTo>
                <a:lnTo>
                  <a:pt x="2084" y="4465"/>
                </a:lnTo>
                <a:cubicBezTo>
                  <a:pt x="2061" y="4465"/>
                  <a:pt x="2061" y="4465"/>
                  <a:pt x="2049" y="4477"/>
                </a:cubicBezTo>
                <a:lnTo>
                  <a:pt x="2001" y="4477"/>
                </a:lnTo>
                <a:cubicBezTo>
                  <a:pt x="1989" y="4477"/>
                  <a:pt x="1989" y="4477"/>
                  <a:pt x="1977" y="4489"/>
                </a:cubicBezTo>
                <a:lnTo>
                  <a:pt x="1965" y="4489"/>
                </a:lnTo>
                <a:cubicBezTo>
                  <a:pt x="1942" y="4489"/>
                  <a:pt x="1942" y="4489"/>
                  <a:pt x="1930" y="4513"/>
                </a:cubicBezTo>
                <a:cubicBezTo>
                  <a:pt x="1918" y="4513"/>
                  <a:pt x="1918" y="4513"/>
                  <a:pt x="1906" y="4525"/>
                </a:cubicBezTo>
                <a:lnTo>
                  <a:pt x="1882" y="4537"/>
                </a:lnTo>
                <a:cubicBezTo>
                  <a:pt x="1882" y="4537"/>
                  <a:pt x="1870" y="4537"/>
                  <a:pt x="1870" y="4549"/>
                </a:cubicBezTo>
                <a:cubicBezTo>
                  <a:pt x="1858" y="4549"/>
                  <a:pt x="1846" y="4573"/>
                  <a:pt x="1823" y="4573"/>
                </a:cubicBezTo>
                <a:cubicBezTo>
                  <a:pt x="1811" y="4573"/>
                  <a:pt x="1799" y="4585"/>
                  <a:pt x="1787" y="4585"/>
                </a:cubicBezTo>
                <a:cubicBezTo>
                  <a:pt x="1763" y="4585"/>
                  <a:pt x="1751" y="4596"/>
                  <a:pt x="1751" y="4596"/>
                </a:cubicBezTo>
                <a:cubicBezTo>
                  <a:pt x="1739" y="4596"/>
                  <a:pt x="1739" y="4608"/>
                  <a:pt x="1727" y="4608"/>
                </a:cubicBezTo>
                <a:lnTo>
                  <a:pt x="1703" y="4608"/>
                </a:lnTo>
                <a:cubicBezTo>
                  <a:pt x="1692" y="4608"/>
                  <a:pt x="1692" y="4632"/>
                  <a:pt x="1680" y="4632"/>
                </a:cubicBezTo>
                <a:cubicBezTo>
                  <a:pt x="1668" y="4632"/>
                  <a:pt x="1668" y="4644"/>
                  <a:pt x="1644" y="4644"/>
                </a:cubicBezTo>
                <a:lnTo>
                  <a:pt x="1632" y="4656"/>
                </a:lnTo>
                <a:cubicBezTo>
                  <a:pt x="1620" y="4656"/>
                  <a:pt x="1620" y="4668"/>
                  <a:pt x="1608" y="4668"/>
                </a:cubicBezTo>
                <a:cubicBezTo>
                  <a:pt x="1584" y="4668"/>
                  <a:pt x="1584" y="4692"/>
                  <a:pt x="1572" y="4692"/>
                </a:cubicBezTo>
                <a:cubicBezTo>
                  <a:pt x="1561" y="4692"/>
                  <a:pt x="1561" y="4704"/>
                  <a:pt x="1549" y="4704"/>
                </a:cubicBezTo>
                <a:cubicBezTo>
                  <a:pt x="1525" y="4704"/>
                  <a:pt x="1525" y="4716"/>
                  <a:pt x="1513" y="4716"/>
                </a:cubicBezTo>
                <a:cubicBezTo>
                  <a:pt x="1501" y="4716"/>
                  <a:pt x="1501" y="4727"/>
                  <a:pt x="1489" y="4727"/>
                </a:cubicBezTo>
                <a:cubicBezTo>
                  <a:pt x="1465" y="4727"/>
                  <a:pt x="1465" y="4751"/>
                  <a:pt x="1453" y="4751"/>
                </a:cubicBezTo>
                <a:cubicBezTo>
                  <a:pt x="1442" y="4751"/>
                  <a:pt x="1442" y="4763"/>
                  <a:pt x="1430" y="4763"/>
                </a:cubicBezTo>
                <a:cubicBezTo>
                  <a:pt x="1406" y="4763"/>
                  <a:pt x="1406" y="4775"/>
                  <a:pt x="1394" y="4775"/>
                </a:cubicBezTo>
                <a:cubicBezTo>
                  <a:pt x="1382" y="4775"/>
                  <a:pt x="1382" y="4787"/>
                  <a:pt x="1370" y="4787"/>
                </a:cubicBezTo>
                <a:cubicBezTo>
                  <a:pt x="1346" y="4787"/>
                  <a:pt x="1346" y="4811"/>
                  <a:pt x="1334" y="4811"/>
                </a:cubicBezTo>
                <a:cubicBezTo>
                  <a:pt x="1322" y="4811"/>
                  <a:pt x="1322" y="4823"/>
                  <a:pt x="1311" y="4823"/>
                </a:cubicBezTo>
                <a:cubicBezTo>
                  <a:pt x="1287" y="4823"/>
                  <a:pt x="1287" y="4835"/>
                  <a:pt x="1275" y="4835"/>
                </a:cubicBezTo>
                <a:cubicBezTo>
                  <a:pt x="1263" y="4835"/>
                  <a:pt x="1263" y="4846"/>
                  <a:pt x="1251" y="4846"/>
                </a:cubicBezTo>
                <a:cubicBezTo>
                  <a:pt x="1227" y="4846"/>
                  <a:pt x="1227" y="4870"/>
                  <a:pt x="1215" y="4870"/>
                </a:cubicBezTo>
                <a:cubicBezTo>
                  <a:pt x="1203" y="4870"/>
                  <a:pt x="1203" y="4882"/>
                  <a:pt x="1191" y="4882"/>
                </a:cubicBezTo>
                <a:cubicBezTo>
                  <a:pt x="1168" y="4882"/>
                  <a:pt x="1168" y="4894"/>
                  <a:pt x="1156" y="4894"/>
                </a:cubicBezTo>
                <a:lnTo>
                  <a:pt x="1132" y="4930"/>
                </a:lnTo>
                <a:lnTo>
                  <a:pt x="1096" y="4954"/>
                </a:lnTo>
                <a:lnTo>
                  <a:pt x="1072" y="4989"/>
                </a:lnTo>
                <a:lnTo>
                  <a:pt x="1049" y="5001"/>
                </a:lnTo>
                <a:lnTo>
                  <a:pt x="1025" y="5025"/>
                </a:lnTo>
                <a:lnTo>
                  <a:pt x="1013" y="5049"/>
                </a:lnTo>
                <a:cubicBezTo>
                  <a:pt x="989" y="5049"/>
                  <a:pt x="989" y="5061"/>
                  <a:pt x="977" y="5061"/>
                </a:cubicBezTo>
                <a:lnTo>
                  <a:pt x="965" y="5073"/>
                </a:lnTo>
                <a:lnTo>
                  <a:pt x="953" y="5085"/>
                </a:lnTo>
                <a:lnTo>
                  <a:pt x="918" y="5120"/>
                </a:lnTo>
                <a:lnTo>
                  <a:pt x="906" y="5132"/>
                </a:lnTo>
                <a:cubicBezTo>
                  <a:pt x="691" y="5347"/>
                  <a:pt x="513" y="5561"/>
                  <a:pt x="382" y="5823"/>
                </a:cubicBezTo>
                <a:lnTo>
                  <a:pt x="382" y="5835"/>
                </a:lnTo>
                <a:cubicBezTo>
                  <a:pt x="370" y="5847"/>
                  <a:pt x="370" y="5859"/>
                  <a:pt x="358" y="5882"/>
                </a:cubicBezTo>
                <a:lnTo>
                  <a:pt x="334" y="5906"/>
                </a:lnTo>
                <a:cubicBezTo>
                  <a:pt x="334" y="5918"/>
                  <a:pt x="322" y="5942"/>
                  <a:pt x="322" y="5954"/>
                </a:cubicBezTo>
                <a:cubicBezTo>
                  <a:pt x="322" y="5966"/>
                  <a:pt x="310" y="5966"/>
                  <a:pt x="310" y="5978"/>
                </a:cubicBezTo>
                <a:cubicBezTo>
                  <a:pt x="310" y="6001"/>
                  <a:pt x="299" y="6013"/>
                  <a:pt x="299" y="6025"/>
                </a:cubicBezTo>
                <a:cubicBezTo>
                  <a:pt x="299" y="6037"/>
                  <a:pt x="275" y="6037"/>
                  <a:pt x="275" y="6061"/>
                </a:cubicBezTo>
                <a:cubicBezTo>
                  <a:pt x="275" y="6073"/>
                  <a:pt x="263" y="6085"/>
                  <a:pt x="263" y="6097"/>
                </a:cubicBezTo>
                <a:cubicBezTo>
                  <a:pt x="263" y="6120"/>
                  <a:pt x="251" y="6120"/>
                  <a:pt x="251" y="6132"/>
                </a:cubicBezTo>
                <a:cubicBezTo>
                  <a:pt x="251" y="6144"/>
                  <a:pt x="239" y="6156"/>
                  <a:pt x="239" y="6180"/>
                </a:cubicBezTo>
                <a:cubicBezTo>
                  <a:pt x="239" y="6192"/>
                  <a:pt x="239" y="6192"/>
                  <a:pt x="215" y="6204"/>
                </a:cubicBezTo>
                <a:cubicBezTo>
                  <a:pt x="215" y="6216"/>
                  <a:pt x="203" y="6240"/>
                  <a:pt x="203" y="6251"/>
                </a:cubicBezTo>
                <a:lnTo>
                  <a:pt x="191" y="6275"/>
                </a:lnTo>
                <a:cubicBezTo>
                  <a:pt x="179" y="6311"/>
                  <a:pt x="179" y="6323"/>
                  <a:pt x="156" y="6359"/>
                </a:cubicBezTo>
                <a:cubicBezTo>
                  <a:pt x="156" y="6382"/>
                  <a:pt x="144" y="6394"/>
                  <a:pt x="144" y="6430"/>
                </a:cubicBezTo>
                <a:lnTo>
                  <a:pt x="144" y="6442"/>
                </a:lnTo>
                <a:lnTo>
                  <a:pt x="144" y="6454"/>
                </a:lnTo>
                <a:cubicBezTo>
                  <a:pt x="144" y="6478"/>
                  <a:pt x="132" y="6490"/>
                  <a:pt x="132" y="6501"/>
                </a:cubicBezTo>
                <a:lnTo>
                  <a:pt x="132" y="6513"/>
                </a:lnTo>
                <a:lnTo>
                  <a:pt x="132" y="6537"/>
                </a:lnTo>
                <a:cubicBezTo>
                  <a:pt x="132" y="6549"/>
                  <a:pt x="132" y="6561"/>
                  <a:pt x="120" y="6573"/>
                </a:cubicBezTo>
                <a:lnTo>
                  <a:pt x="120" y="6609"/>
                </a:lnTo>
                <a:cubicBezTo>
                  <a:pt x="120" y="6621"/>
                  <a:pt x="120" y="6632"/>
                  <a:pt x="96" y="6656"/>
                </a:cubicBezTo>
                <a:lnTo>
                  <a:pt x="96" y="6680"/>
                </a:lnTo>
                <a:cubicBezTo>
                  <a:pt x="96" y="6692"/>
                  <a:pt x="96" y="6716"/>
                  <a:pt x="84" y="6728"/>
                </a:cubicBezTo>
                <a:lnTo>
                  <a:pt x="84" y="6751"/>
                </a:lnTo>
                <a:lnTo>
                  <a:pt x="84" y="6799"/>
                </a:lnTo>
                <a:lnTo>
                  <a:pt x="84" y="6811"/>
                </a:lnTo>
                <a:lnTo>
                  <a:pt x="84" y="6847"/>
                </a:lnTo>
                <a:lnTo>
                  <a:pt x="84" y="6894"/>
                </a:lnTo>
                <a:lnTo>
                  <a:pt x="84" y="6906"/>
                </a:lnTo>
                <a:lnTo>
                  <a:pt x="84" y="6930"/>
                </a:lnTo>
                <a:lnTo>
                  <a:pt x="84" y="6966"/>
                </a:lnTo>
                <a:lnTo>
                  <a:pt x="84" y="6978"/>
                </a:lnTo>
                <a:lnTo>
                  <a:pt x="84" y="6990"/>
                </a:lnTo>
                <a:lnTo>
                  <a:pt x="84" y="7049"/>
                </a:lnTo>
                <a:lnTo>
                  <a:pt x="84" y="7073"/>
                </a:lnTo>
                <a:lnTo>
                  <a:pt x="84" y="7085"/>
                </a:lnTo>
                <a:cubicBezTo>
                  <a:pt x="1" y="8704"/>
                  <a:pt x="1263" y="10109"/>
                  <a:pt x="2882" y="10180"/>
                </a:cubicBezTo>
                <a:lnTo>
                  <a:pt x="3037" y="10180"/>
                </a:lnTo>
                <a:cubicBezTo>
                  <a:pt x="3168" y="10180"/>
                  <a:pt x="3287" y="10169"/>
                  <a:pt x="3418" y="10145"/>
                </a:cubicBezTo>
                <a:lnTo>
                  <a:pt x="8335" y="10145"/>
                </a:lnTo>
                <a:cubicBezTo>
                  <a:pt x="8419" y="10145"/>
                  <a:pt x="8490" y="10073"/>
                  <a:pt x="8490" y="9990"/>
                </a:cubicBezTo>
                <a:lnTo>
                  <a:pt x="8490" y="9133"/>
                </a:lnTo>
                <a:lnTo>
                  <a:pt x="9776" y="9133"/>
                </a:lnTo>
                <a:cubicBezTo>
                  <a:pt x="9859" y="9133"/>
                  <a:pt x="9943" y="9061"/>
                  <a:pt x="9943" y="8978"/>
                </a:cubicBezTo>
                <a:lnTo>
                  <a:pt x="9824" y="2072"/>
                </a:lnTo>
                <a:lnTo>
                  <a:pt x="9824" y="2037"/>
                </a:lnTo>
                <a:lnTo>
                  <a:pt x="9824" y="2025"/>
                </a:lnTo>
                <a:cubicBezTo>
                  <a:pt x="9824" y="2025"/>
                  <a:pt x="9824" y="2013"/>
                  <a:pt x="9800" y="2013"/>
                </a:cubicBezTo>
                <a:cubicBezTo>
                  <a:pt x="9800" y="2013"/>
                  <a:pt x="9800" y="1989"/>
                  <a:pt x="9788" y="1989"/>
                </a:cubicBezTo>
                <a:lnTo>
                  <a:pt x="9776" y="1977"/>
                </a:lnTo>
                <a:lnTo>
                  <a:pt x="7835" y="36"/>
                </a:lnTo>
                <a:lnTo>
                  <a:pt x="7823" y="24"/>
                </a:lnTo>
                <a:lnTo>
                  <a:pt x="7811" y="13"/>
                </a:lnTo>
                <a:cubicBezTo>
                  <a:pt x="7811" y="13"/>
                  <a:pt x="7799" y="13"/>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17" name="Google Shape;10617;p64"/>
          <p:cNvGrpSpPr/>
          <p:nvPr/>
        </p:nvGrpSpPr>
        <p:grpSpPr>
          <a:xfrm>
            <a:off x="5318259" y="2807861"/>
            <a:ext cx="371013" cy="220787"/>
            <a:chOff x="5318259" y="2982111"/>
            <a:chExt cx="371013" cy="220787"/>
          </a:xfrm>
        </p:grpSpPr>
        <p:sp>
          <p:nvSpPr>
            <p:cNvPr id="10618" name="Google Shape;10618;p64"/>
            <p:cNvSpPr/>
            <p:nvPr/>
          </p:nvSpPr>
          <p:spPr>
            <a:xfrm>
              <a:off x="5364123" y="3021546"/>
              <a:ext cx="58372" cy="18396"/>
            </a:xfrm>
            <a:custGeom>
              <a:avLst/>
              <a:gdLst/>
              <a:ahLst/>
              <a:cxnLst/>
              <a:rect l="l" t="t" r="r" b="b"/>
              <a:pathLst>
                <a:path w="1834" h="578" extrusionOk="0">
                  <a:moveTo>
                    <a:pt x="674" y="0"/>
                  </a:moveTo>
                  <a:cubicBezTo>
                    <a:pt x="513" y="0"/>
                    <a:pt x="335" y="16"/>
                    <a:pt x="143" y="54"/>
                  </a:cubicBezTo>
                  <a:cubicBezTo>
                    <a:pt x="60" y="66"/>
                    <a:pt x="0" y="149"/>
                    <a:pt x="0" y="220"/>
                  </a:cubicBezTo>
                  <a:lnTo>
                    <a:pt x="0" y="399"/>
                  </a:lnTo>
                  <a:cubicBezTo>
                    <a:pt x="0" y="482"/>
                    <a:pt x="72" y="566"/>
                    <a:pt x="167" y="566"/>
                  </a:cubicBezTo>
                  <a:cubicBezTo>
                    <a:pt x="250" y="566"/>
                    <a:pt x="334" y="482"/>
                    <a:pt x="334" y="399"/>
                  </a:cubicBezTo>
                  <a:lnTo>
                    <a:pt x="334" y="351"/>
                  </a:lnTo>
                  <a:cubicBezTo>
                    <a:pt x="453" y="332"/>
                    <a:pt x="564" y="324"/>
                    <a:pt x="666" y="324"/>
                  </a:cubicBezTo>
                  <a:cubicBezTo>
                    <a:pt x="878" y="324"/>
                    <a:pt x="1050" y="359"/>
                    <a:pt x="1179" y="399"/>
                  </a:cubicBezTo>
                  <a:cubicBezTo>
                    <a:pt x="1405" y="459"/>
                    <a:pt x="1536" y="530"/>
                    <a:pt x="1536" y="542"/>
                  </a:cubicBezTo>
                  <a:cubicBezTo>
                    <a:pt x="1560" y="566"/>
                    <a:pt x="1596" y="578"/>
                    <a:pt x="1619" y="578"/>
                  </a:cubicBezTo>
                  <a:cubicBezTo>
                    <a:pt x="1679" y="578"/>
                    <a:pt x="1727" y="542"/>
                    <a:pt x="1774" y="506"/>
                  </a:cubicBezTo>
                  <a:cubicBezTo>
                    <a:pt x="1834" y="423"/>
                    <a:pt x="1810" y="328"/>
                    <a:pt x="1727" y="256"/>
                  </a:cubicBezTo>
                  <a:cubicBezTo>
                    <a:pt x="1707" y="247"/>
                    <a:pt x="1322" y="0"/>
                    <a:pt x="6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64"/>
            <p:cNvSpPr/>
            <p:nvPr/>
          </p:nvSpPr>
          <p:spPr>
            <a:xfrm>
              <a:off x="5346681" y="3151338"/>
              <a:ext cx="11012" cy="39052"/>
            </a:xfrm>
            <a:custGeom>
              <a:avLst/>
              <a:gdLst/>
              <a:ahLst/>
              <a:cxnLst/>
              <a:rect l="l" t="t" r="r" b="b"/>
              <a:pathLst>
                <a:path w="346" h="1227" extrusionOk="0">
                  <a:moveTo>
                    <a:pt x="167" y="0"/>
                  </a:moveTo>
                  <a:cubicBezTo>
                    <a:pt x="72" y="0"/>
                    <a:pt x="0" y="71"/>
                    <a:pt x="0" y="155"/>
                  </a:cubicBezTo>
                  <a:lnTo>
                    <a:pt x="0" y="1072"/>
                  </a:lnTo>
                  <a:cubicBezTo>
                    <a:pt x="0" y="1155"/>
                    <a:pt x="72" y="1226"/>
                    <a:pt x="167" y="1226"/>
                  </a:cubicBezTo>
                  <a:cubicBezTo>
                    <a:pt x="250" y="1226"/>
                    <a:pt x="322" y="1155"/>
                    <a:pt x="322" y="1072"/>
                  </a:cubicBezTo>
                  <a:lnTo>
                    <a:pt x="322" y="155"/>
                  </a:lnTo>
                  <a:cubicBezTo>
                    <a:pt x="346" y="71"/>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0" name="Google Shape;10620;p64"/>
            <p:cNvSpPr/>
            <p:nvPr/>
          </p:nvSpPr>
          <p:spPr>
            <a:xfrm>
              <a:off x="5318259" y="2988763"/>
              <a:ext cx="149717" cy="202773"/>
            </a:xfrm>
            <a:custGeom>
              <a:avLst/>
              <a:gdLst/>
              <a:ahLst/>
              <a:cxnLst/>
              <a:rect l="l" t="t" r="r" b="b"/>
              <a:pathLst>
                <a:path w="4704" h="6371" extrusionOk="0">
                  <a:moveTo>
                    <a:pt x="3620" y="322"/>
                  </a:moveTo>
                  <a:lnTo>
                    <a:pt x="3620" y="1179"/>
                  </a:lnTo>
                  <a:cubicBezTo>
                    <a:pt x="3620" y="1322"/>
                    <a:pt x="3584" y="1453"/>
                    <a:pt x="3513" y="1596"/>
                  </a:cubicBezTo>
                  <a:lnTo>
                    <a:pt x="3441" y="1727"/>
                  </a:lnTo>
                  <a:cubicBezTo>
                    <a:pt x="3418" y="1750"/>
                    <a:pt x="3418" y="1774"/>
                    <a:pt x="3418" y="1798"/>
                  </a:cubicBezTo>
                  <a:lnTo>
                    <a:pt x="3418" y="2167"/>
                  </a:lnTo>
                  <a:cubicBezTo>
                    <a:pt x="3453" y="2465"/>
                    <a:pt x="3334" y="2751"/>
                    <a:pt x="3108" y="2965"/>
                  </a:cubicBezTo>
                  <a:cubicBezTo>
                    <a:pt x="2892" y="3158"/>
                    <a:pt x="2633" y="3275"/>
                    <a:pt x="2351" y="3275"/>
                  </a:cubicBezTo>
                  <a:cubicBezTo>
                    <a:pt x="2338" y="3275"/>
                    <a:pt x="2324" y="3275"/>
                    <a:pt x="2310" y="3274"/>
                  </a:cubicBezTo>
                  <a:cubicBezTo>
                    <a:pt x="1715" y="3263"/>
                    <a:pt x="1239" y="2739"/>
                    <a:pt x="1239" y="2108"/>
                  </a:cubicBezTo>
                  <a:lnTo>
                    <a:pt x="1239" y="1798"/>
                  </a:lnTo>
                  <a:cubicBezTo>
                    <a:pt x="1239" y="1774"/>
                    <a:pt x="1239" y="1739"/>
                    <a:pt x="1215" y="1727"/>
                  </a:cubicBezTo>
                  <a:lnTo>
                    <a:pt x="1143" y="1596"/>
                  </a:lnTo>
                  <a:cubicBezTo>
                    <a:pt x="1084" y="1453"/>
                    <a:pt x="1036" y="1322"/>
                    <a:pt x="1036" y="1179"/>
                  </a:cubicBezTo>
                  <a:cubicBezTo>
                    <a:pt x="1036" y="715"/>
                    <a:pt x="1429" y="322"/>
                    <a:pt x="1894" y="322"/>
                  </a:cubicBezTo>
                  <a:close/>
                  <a:moveTo>
                    <a:pt x="2906" y="3513"/>
                  </a:moveTo>
                  <a:lnTo>
                    <a:pt x="2906" y="3751"/>
                  </a:lnTo>
                  <a:cubicBezTo>
                    <a:pt x="2906" y="3798"/>
                    <a:pt x="2918" y="3858"/>
                    <a:pt x="2918" y="3894"/>
                  </a:cubicBezTo>
                  <a:lnTo>
                    <a:pt x="2334" y="4334"/>
                  </a:lnTo>
                  <a:lnTo>
                    <a:pt x="1763" y="3894"/>
                  </a:lnTo>
                  <a:cubicBezTo>
                    <a:pt x="1775" y="3858"/>
                    <a:pt x="1775" y="3798"/>
                    <a:pt x="1775" y="3751"/>
                  </a:cubicBezTo>
                  <a:lnTo>
                    <a:pt x="1775" y="3513"/>
                  </a:lnTo>
                  <a:cubicBezTo>
                    <a:pt x="1929" y="3584"/>
                    <a:pt x="2096" y="3632"/>
                    <a:pt x="2286" y="3632"/>
                  </a:cubicBezTo>
                  <a:lnTo>
                    <a:pt x="2334" y="3632"/>
                  </a:lnTo>
                  <a:cubicBezTo>
                    <a:pt x="2525" y="3632"/>
                    <a:pt x="2727" y="3584"/>
                    <a:pt x="2906" y="3513"/>
                  </a:cubicBezTo>
                  <a:close/>
                  <a:moveTo>
                    <a:pt x="1905" y="0"/>
                  </a:moveTo>
                  <a:cubicBezTo>
                    <a:pt x="1251" y="0"/>
                    <a:pt x="715" y="536"/>
                    <a:pt x="715" y="1191"/>
                  </a:cubicBezTo>
                  <a:cubicBezTo>
                    <a:pt x="715" y="1381"/>
                    <a:pt x="762" y="1572"/>
                    <a:pt x="846" y="1750"/>
                  </a:cubicBezTo>
                  <a:lnTo>
                    <a:pt x="893" y="1858"/>
                  </a:lnTo>
                  <a:lnTo>
                    <a:pt x="893" y="2120"/>
                  </a:lnTo>
                  <a:cubicBezTo>
                    <a:pt x="893" y="2596"/>
                    <a:pt x="1108" y="3013"/>
                    <a:pt x="1441" y="3298"/>
                  </a:cubicBezTo>
                  <a:lnTo>
                    <a:pt x="1441" y="3763"/>
                  </a:lnTo>
                  <a:cubicBezTo>
                    <a:pt x="1441" y="3834"/>
                    <a:pt x="1405" y="3906"/>
                    <a:pt x="1322" y="3941"/>
                  </a:cubicBezTo>
                  <a:lnTo>
                    <a:pt x="465" y="4263"/>
                  </a:lnTo>
                  <a:cubicBezTo>
                    <a:pt x="179" y="4370"/>
                    <a:pt x="0" y="4644"/>
                    <a:pt x="0" y="4941"/>
                  </a:cubicBezTo>
                  <a:lnTo>
                    <a:pt x="0" y="6203"/>
                  </a:lnTo>
                  <a:cubicBezTo>
                    <a:pt x="0" y="6299"/>
                    <a:pt x="72" y="6370"/>
                    <a:pt x="167" y="6370"/>
                  </a:cubicBezTo>
                  <a:cubicBezTo>
                    <a:pt x="251" y="6370"/>
                    <a:pt x="334" y="6299"/>
                    <a:pt x="334" y="6203"/>
                  </a:cubicBezTo>
                  <a:lnTo>
                    <a:pt x="334" y="4941"/>
                  </a:lnTo>
                  <a:cubicBezTo>
                    <a:pt x="334" y="4775"/>
                    <a:pt x="429" y="4644"/>
                    <a:pt x="572" y="4584"/>
                  </a:cubicBezTo>
                  <a:lnTo>
                    <a:pt x="1429" y="4251"/>
                  </a:lnTo>
                  <a:cubicBezTo>
                    <a:pt x="1477" y="4239"/>
                    <a:pt x="1513" y="4215"/>
                    <a:pt x="1560" y="4179"/>
                  </a:cubicBezTo>
                  <a:lnTo>
                    <a:pt x="2179" y="4644"/>
                  </a:lnTo>
                  <a:lnTo>
                    <a:pt x="2179" y="6203"/>
                  </a:lnTo>
                  <a:cubicBezTo>
                    <a:pt x="2179" y="6299"/>
                    <a:pt x="2251" y="6370"/>
                    <a:pt x="2334" y="6370"/>
                  </a:cubicBezTo>
                  <a:cubicBezTo>
                    <a:pt x="2429" y="6370"/>
                    <a:pt x="2501" y="6299"/>
                    <a:pt x="2501" y="6203"/>
                  </a:cubicBezTo>
                  <a:lnTo>
                    <a:pt x="2501" y="4644"/>
                  </a:lnTo>
                  <a:lnTo>
                    <a:pt x="3108" y="4179"/>
                  </a:lnTo>
                  <a:cubicBezTo>
                    <a:pt x="3156" y="4215"/>
                    <a:pt x="3203" y="4239"/>
                    <a:pt x="3239" y="4251"/>
                  </a:cubicBezTo>
                  <a:lnTo>
                    <a:pt x="4108" y="4584"/>
                  </a:lnTo>
                  <a:cubicBezTo>
                    <a:pt x="4251" y="4644"/>
                    <a:pt x="4346" y="4775"/>
                    <a:pt x="4346" y="4941"/>
                  </a:cubicBezTo>
                  <a:cubicBezTo>
                    <a:pt x="4346" y="5025"/>
                    <a:pt x="4418" y="5108"/>
                    <a:pt x="4513" y="5108"/>
                  </a:cubicBezTo>
                  <a:cubicBezTo>
                    <a:pt x="4596" y="5108"/>
                    <a:pt x="4668" y="5025"/>
                    <a:pt x="4668" y="4941"/>
                  </a:cubicBezTo>
                  <a:cubicBezTo>
                    <a:pt x="4703" y="4632"/>
                    <a:pt x="4525" y="4358"/>
                    <a:pt x="4239" y="4251"/>
                  </a:cubicBezTo>
                  <a:lnTo>
                    <a:pt x="3382" y="3929"/>
                  </a:lnTo>
                  <a:cubicBezTo>
                    <a:pt x="3310" y="3894"/>
                    <a:pt x="3263" y="3822"/>
                    <a:pt x="3263" y="3751"/>
                  </a:cubicBezTo>
                  <a:lnTo>
                    <a:pt x="3263" y="3322"/>
                  </a:lnTo>
                  <a:cubicBezTo>
                    <a:pt x="3310" y="3286"/>
                    <a:pt x="3334" y="3263"/>
                    <a:pt x="3370" y="3227"/>
                  </a:cubicBezTo>
                  <a:cubicBezTo>
                    <a:pt x="3644" y="2941"/>
                    <a:pt x="3810" y="2584"/>
                    <a:pt x="3810" y="2179"/>
                  </a:cubicBezTo>
                  <a:lnTo>
                    <a:pt x="3810" y="1858"/>
                  </a:lnTo>
                  <a:lnTo>
                    <a:pt x="3858" y="1750"/>
                  </a:lnTo>
                  <a:cubicBezTo>
                    <a:pt x="3941" y="1572"/>
                    <a:pt x="3989" y="1381"/>
                    <a:pt x="3989" y="1191"/>
                  </a:cubicBezTo>
                  <a:lnTo>
                    <a:pt x="3989" y="155"/>
                  </a:lnTo>
                  <a:cubicBezTo>
                    <a:pt x="3989" y="72"/>
                    <a:pt x="3918" y="0"/>
                    <a:pt x="3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64"/>
            <p:cNvSpPr/>
            <p:nvPr/>
          </p:nvSpPr>
          <p:spPr>
            <a:xfrm>
              <a:off x="5548658" y="2982111"/>
              <a:ext cx="140614" cy="208279"/>
            </a:xfrm>
            <a:custGeom>
              <a:avLst/>
              <a:gdLst/>
              <a:ahLst/>
              <a:cxnLst/>
              <a:rect l="l" t="t" r="r" b="b"/>
              <a:pathLst>
                <a:path w="4418" h="6544" extrusionOk="0">
                  <a:moveTo>
                    <a:pt x="2246" y="370"/>
                  </a:moveTo>
                  <a:cubicBezTo>
                    <a:pt x="2295" y="370"/>
                    <a:pt x="2346" y="376"/>
                    <a:pt x="2394" y="388"/>
                  </a:cubicBezTo>
                  <a:cubicBezTo>
                    <a:pt x="3132" y="459"/>
                    <a:pt x="3715" y="1102"/>
                    <a:pt x="3727" y="1876"/>
                  </a:cubicBezTo>
                  <a:cubicBezTo>
                    <a:pt x="3727" y="2602"/>
                    <a:pt x="3906" y="3269"/>
                    <a:pt x="4061" y="3626"/>
                  </a:cubicBezTo>
                  <a:lnTo>
                    <a:pt x="4061" y="3638"/>
                  </a:lnTo>
                  <a:cubicBezTo>
                    <a:pt x="3882" y="3722"/>
                    <a:pt x="3537" y="3912"/>
                    <a:pt x="2953" y="4031"/>
                  </a:cubicBezTo>
                  <a:lnTo>
                    <a:pt x="2953" y="3972"/>
                  </a:lnTo>
                  <a:lnTo>
                    <a:pt x="2953" y="3626"/>
                  </a:lnTo>
                  <a:cubicBezTo>
                    <a:pt x="3179" y="3495"/>
                    <a:pt x="3370" y="3317"/>
                    <a:pt x="3489" y="3091"/>
                  </a:cubicBezTo>
                  <a:cubicBezTo>
                    <a:pt x="3727" y="2674"/>
                    <a:pt x="3644" y="2126"/>
                    <a:pt x="3287" y="1793"/>
                  </a:cubicBezTo>
                  <a:cubicBezTo>
                    <a:pt x="3025" y="1578"/>
                    <a:pt x="2584" y="1293"/>
                    <a:pt x="1870" y="1293"/>
                  </a:cubicBezTo>
                  <a:cubicBezTo>
                    <a:pt x="1822" y="1293"/>
                    <a:pt x="1786" y="1305"/>
                    <a:pt x="1751" y="1340"/>
                  </a:cubicBezTo>
                  <a:lnTo>
                    <a:pt x="1382" y="1709"/>
                  </a:lnTo>
                  <a:cubicBezTo>
                    <a:pt x="1322" y="1769"/>
                    <a:pt x="1322" y="1888"/>
                    <a:pt x="1382" y="1948"/>
                  </a:cubicBezTo>
                  <a:cubicBezTo>
                    <a:pt x="1411" y="1977"/>
                    <a:pt x="1456" y="1992"/>
                    <a:pt x="1501" y="1992"/>
                  </a:cubicBezTo>
                  <a:cubicBezTo>
                    <a:pt x="1545" y="1992"/>
                    <a:pt x="1590" y="1977"/>
                    <a:pt x="1620" y="1948"/>
                  </a:cubicBezTo>
                  <a:lnTo>
                    <a:pt x="1929" y="1638"/>
                  </a:lnTo>
                  <a:cubicBezTo>
                    <a:pt x="2394" y="1650"/>
                    <a:pt x="2763" y="1781"/>
                    <a:pt x="3048" y="2055"/>
                  </a:cubicBezTo>
                  <a:cubicBezTo>
                    <a:pt x="3287" y="2269"/>
                    <a:pt x="3346" y="2650"/>
                    <a:pt x="3179" y="2924"/>
                  </a:cubicBezTo>
                  <a:cubicBezTo>
                    <a:pt x="2989" y="3269"/>
                    <a:pt x="2608" y="3495"/>
                    <a:pt x="2215" y="3495"/>
                  </a:cubicBezTo>
                  <a:cubicBezTo>
                    <a:pt x="1596" y="3495"/>
                    <a:pt x="1108" y="3007"/>
                    <a:pt x="1108" y="2388"/>
                  </a:cubicBezTo>
                  <a:cubicBezTo>
                    <a:pt x="1108" y="2305"/>
                    <a:pt x="1036" y="2233"/>
                    <a:pt x="941" y="2233"/>
                  </a:cubicBezTo>
                  <a:cubicBezTo>
                    <a:pt x="858" y="2233"/>
                    <a:pt x="786" y="2305"/>
                    <a:pt x="786" y="2388"/>
                  </a:cubicBezTo>
                  <a:cubicBezTo>
                    <a:pt x="786" y="2924"/>
                    <a:pt x="1084" y="3400"/>
                    <a:pt x="1513" y="3662"/>
                  </a:cubicBezTo>
                  <a:lnTo>
                    <a:pt x="1513" y="3995"/>
                  </a:lnTo>
                  <a:lnTo>
                    <a:pt x="1513" y="4055"/>
                  </a:lnTo>
                  <a:cubicBezTo>
                    <a:pt x="929" y="3936"/>
                    <a:pt x="608" y="3745"/>
                    <a:pt x="441" y="3638"/>
                  </a:cubicBezTo>
                  <a:cubicBezTo>
                    <a:pt x="441" y="3638"/>
                    <a:pt x="429" y="3638"/>
                    <a:pt x="441" y="3626"/>
                  </a:cubicBezTo>
                  <a:cubicBezTo>
                    <a:pt x="596" y="3269"/>
                    <a:pt x="774" y="2602"/>
                    <a:pt x="774" y="1876"/>
                  </a:cubicBezTo>
                  <a:cubicBezTo>
                    <a:pt x="774" y="1114"/>
                    <a:pt x="1370" y="459"/>
                    <a:pt x="2108" y="388"/>
                  </a:cubicBezTo>
                  <a:cubicBezTo>
                    <a:pt x="2150" y="376"/>
                    <a:pt x="2197" y="370"/>
                    <a:pt x="2246" y="370"/>
                  </a:cubicBezTo>
                  <a:close/>
                  <a:moveTo>
                    <a:pt x="2584" y="3769"/>
                  </a:moveTo>
                  <a:lnTo>
                    <a:pt x="2584" y="3972"/>
                  </a:lnTo>
                  <a:cubicBezTo>
                    <a:pt x="2584" y="4174"/>
                    <a:pt x="2703" y="4365"/>
                    <a:pt x="2882" y="4448"/>
                  </a:cubicBezTo>
                  <a:lnTo>
                    <a:pt x="2989" y="4507"/>
                  </a:lnTo>
                  <a:cubicBezTo>
                    <a:pt x="2858" y="4769"/>
                    <a:pt x="2560" y="4936"/>
                    <a:pt x="2227" y="4936"/>
                  </a:cubicBezTo>
                  <a:cubicBezTo>
                    <a:pt x="1917" y="4936"/>
                    <a:pt x="1620" y="4769"/>
                    <a:pt x="1441" y="4507"/>
                  </a:cubicBezTo>
                  <a:lnTo>
                    <a:pt x="1548" y="4448"/>
                  </a:lnTo>
                  <a:cubicBezTo>
                    <a:pt x="1727" y="4365"/>
                    <a:pt x="1846" y="4162"/>
                    <a:pt x="1846" y="3972"/>
                  </a:cubicBezTo>
                  <a:lnTo>
                    <a:pt x="1846" y="3769"/>
                  </a:lnTo>
                  <a:cubicBezTo>
                    <a:pt x="1965" y="3793"/>
                    <a:pt x="2096" y="3805"/>
                    <a:pt x="2215" y="3805"/>
                  </a:cubicBezTo>
                  <a:cubicBezTo>
                    <a:pt x="2346" y="3805"/>
                    <a:pt x="2465" y="3793"/>
                    <a:pt x="2584" y="3769"/>
                  </a:cubicBezTo>
                  <a:close/>
                  <a:moveTo>
                    <a:pt x="2209" y="1"/>
                  </a:moveTo>
                  <a:cubicBezTo>
                    <a:pt x="2153" y="1"/>
                    <a:pt x="2096" y="7"/>
                    <a:pt x="2036" y="19"/>
                  </a:cubicBezTo>
                  <a:cubicBezTo>
                    <a:pt x="1108" y="102"/>
                    <a:pt x="393" y="912"/>
                    <a:pt x="381" y="1840"/>
                  </a:cubicBezTo>
                  <a:cubicBezTo>
                    <a:pt x="381" y="2519"/>
                    <a:pt x="215" y="3138"/>
                    <a:pt x="84" y="3472"/>
                  </a:cubicBezTo>
                  <a:cubicBezTo>
                    <a:pt x="24" y="3614"/>
                    <a:pt x="72" y="3793"/>
                    <a:pt x="203" y="3876"/>
                  </a:cubicBezTo>
                  <a:cubicBezTo>
                    <a:pt x="358" y="3984"/>
                    <a:pt x="632" y="4150"/>
                    <a:pt x="1084" y="4281"/>
                  </a:cubicBezTo>
                  <a:lnTo>
                    <a:pt x="393" y="4626"/>
                  </a:lnTo>
                  <a:cubicBezTo>
                    <a:pt x="215" y="4722"/>
                    <a:pt x="84" y="4877"/>
                    <a:pt x="24" y="5055"/>
                  </a:cubicBezTo>
                  <a:cubicBezTo>
                    <a:pt x="0" y="5150"/>
                    <a:pt x="60" y="5234"/>
                    <a:pt x="143" y="5269"/>
                  </a:cubicBezTo>
                  <a:lnTo>
                    <a:pt x="191" y="5269"/>
                  </a:lnTo>
                  <a:cubicBezTo>
                    <a:pt x="262" y="5269"/>
                    <a:pt x="334" y="5222"/>
                    <a:pt x="358" y="5150"/>
                  </a:cubicBezTo>
                  <a:cubicBezTo>
                    <a:pt x="381" y="5043"/>
                    <a:pt x="453" y="4972"/>
                    <a:pt x="548" y="4924"/>
                  </a:cubicBezTo>
                  <a:lnTo>
                    <a:pt x="1084" y="4662"/>
                  </a:lnTo>
                  <a:cubicBezTo>
                    <a:pt x="1310" y="5043"/>
                    <a:pt x="1727" y="5281"/>
                    <a:pt x="2167" y="5281"/>
                  </a:cubicBezTo>
                  <a:cubicBezTo>
                    <a:pt x="2620" y="5281"/>
                    <a:pt x="3037" y="5043"/>
                    <a:pt x="3251" y="4662"/>
                  </a:cubicBezTo>
                  <a:lnTo>
                    <a:pt x="3787" y="4924"/>
                  </a:lnTo>
                  <a:cubicBezTo>
                    <a:pt x="3930" y="4984"/>
                    <a:pt x="4001" y="5115"/>
                    <a:pt x="4001" y="5269"/>
                  </a:cubicBezTo>
                  <a:lnTo>
                    <a:pt x="4001" y="6377"/>
                  </a:lnTo>
                  <a:cubicBezTo>
                    <a:pt x="4001" y="6472"/>
                    <a:pt x="4072" y="6543"/>
                    <a:pt x="4168" y="6543"/>
                  </a:cubicBezTo>
                  <a:cubicBezTo>
                    <a:pt x="4251" y="6543"/>
                    <a:pt x="4322" y="6472"/>
                    <a:pt x="4322" y="6377"/>
                  </a:cubicBezTo>
                  <a:lnTo>
                    <a:pt x="4322" y="5269"/>
                  </a:lnTo>
                  <a:cubicBezTo>
                    <a:pt x="4418" y="4996"/>
                    <a:pt x="4263" y="4746"/>
                    <a:pt x="4013" y="4626"/>
                  </a:cubicBezTo>
                  <a:lnTo>
                    <a:pt x="3334" y="4281"/>
                  </a:lnTo>
                  <a:cubicBezTo>
                    <a:pt x="3787" y="4150"/>
                    <a:pt x="4072" y="3984"/>
                    <a:pt x="4203" y="3876"/>
                  </a:cubicBezTo>
                  <a:cubicBezTo>
                    <a:pt x="4346" y="3793"/>
                    <a:pt x="4406" y="3614"/>
                    <a:pt x="4322" y="3472"/>
                  </a:cubicBezTo>
                  <a:cubicBezTo>
                    <a:pt x="4191" y="3138"/>
                    <a:pt x="4025" y="2519"/>
                    <a:pt x="4025" y="1840"/>
                  </a:cubicBezTo>
                  <a:cubicBezTo>
                    <a:pt x="4025" y="912"/>
                    <a:pt x="3299" y="102"/>
                    <a:pt x="2382" y="19"/>
                  </a:cubicBezTo>
                  <a:cubicBezTo>
                    <a:pt x="2322" y="7"/>
                    <a:pt x="2266" y="1"/>
                    <a:pt x="2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64"/>
            <p:cNvSpPr/>
            <p:nvPr/>
          </p:nvSpPr>
          <p:spPr>
            <a:xfrm>
              <a:off x="5655153" y="3157004"/>
              <a:ext cx="10630" cy="33387"/>
            </a:xfrm>
            <a:custGeom>
              <a:avLst/>
              <a:gdLst/>
              <a:ahLst/>
              <a:cxnLst/>
              <a:rect l="l" t="t" r="r" b="b"/>
              <a:pathLst>
                <a:path w="334" h="1049" extrusionOk="0">
                  <a:moveTo>
                    <a:pt x="167" y="1"/>
                  </a:moveTo>
                  <a:cubicBezTo>
                    <a:pt x="72" y="1"/>
                    <a:pt x="0" y="72"/>
                    <a:pt x="0" y="155"/>
                  </a:cubicBezTo>
                  <a:lnTo>
                    <a:pt x="0" y="894"/>
                  </a:lnTo>
                  <a:cubicBezTo>
                    <a:pt x="0" y="977"/>
                    <a:pt x="72" y="1048"/>
                    <a:pt x="167" y="1048"/>
                  </a:cubicBezTo>
                  <a:cubicBezTo>
                    <a:pt x="250" y="1048"/>
                    <a:pt x="322" y="977"/>
                    <a:pt x="322" y="894"/>
                  </a:cubicBezTo>
                  <a:lnTo>
                    <a:pt x="322" y="155"/>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64"/>
            <p:cNvSpPr/>
            <p:nvPr/>
          </p:nvSpPr>
          <p:spPr>
            <a:xfrm>
              <a:off x="5497893" y="3174445"/>
              <a:ext cx="11012" cy="10248"/>
            </a:xfrm>
            <a:custGeom>
              <a:avLst/>
              <a:gdLst/>
              <a:ahLst/>
              <a:cxnLst/>
              <a:rect l="l" t="t" r="r" b="b"/>
              <a:pathLst>
                <a:path w="346" h="322" extrusionOk="0">
                  <a:moveTo>
                    <a:pt x="179" y="0"/>
                  </a:moveTo>
                  <a:cubicBezTo>
                    <a:pt x="83" y="0"/>
                    <a:pt x="0" y="72"/>
                    <a:pt x="0" y="167"/>
                  </a:cubicBezTo>
                  <a:cubicBezTo>
                    <a:pt x="0" y="250"/>
                    <a:pt x="71" y="322"/>
                    <a:pt x="179" y="322"/>
                  </a:cubicBezTo>
                  <a:cubicBezTo>
                    <a:pt x="262" y="322"/>
                    <a:pt x="333" y="250"/>
                    <a:pt x="333" y="167"/>
                  </a:cubicBezTo>
                  <a:cubicBezTo>
                    <a:pt x="345"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64"/>
            <p:cNvSpPr/>
            <p:nvPr/>
          </p:nvSpPr>
          <p:spPr>
            <a:xfrm>
              <a:off x="5410718" y="3156972"/>
              <a:ext cx="74699" cy="45927"/>
            </a:xfrm>
            <a:custGeom>
              <a:avLst/>
              <a:gdLst/>
              <a:ahLst/>
              <a:cxnLst/>
              <a:rect l="l" t="t" r="r" b="b"/>
              <a:pathLst>
                <a:path w="2347" h="1443" extrusionOk="0">
                  <a:moveTo>
                    <a:pt x="905" y="0"/>
                  </a:moveTo>
                  <a:cubicBezTo>
                    <a:pt x="870" y="0"/>
                    <a:pt x="833" y="13"/>
                    <a:pt x="798" y="37"/>
                  </a:cubicBezTo>
                  <a:lnTo>
                    <a:pt x="72" y="585"/>
                  </a:lnTo>
                  <a:cubicBezTo>
                    <a:pt x="24" y="621"/>
                    <a:pt x="1" y="680"/>
                    <a:pt x="1" y="728"/>
                  </a:cubicBezTo>
                  <a:cubicBezTo>
                    <a:pt x="1" y="764"/>
                    <a:pt x="24" y="823"/>
                    <a:pt x="72" y="859"/>
                  </a:cubicBezTo>
                  <a:lnTo>
                    <a:pt x="798" y="1407"/>
                  </a:lnTo>
                  <a:cubicBezTo>
                    <a:pt x="834" y="1442"/>
                    <a:pt x="858" y="1442"/>
                    <a:pt x="905" y="1442"/>
                  </a:cubicBezTo>
                  <a:cubicBezTo>
                    <a:pt x="953" y="1442"/>
                    <a:pt x="1013" y="1407"/>
                    <a:pt x="1036" y="1359"/>
                  </a:cubicBezTo>
                  <a:cubicBezTo>
                    <a:pt x="1096" y="1287"/>
                    <a:pt x="1084" y="1180"/>
                    <a:pt x="1013" y="1121"/>
                  </a:cubicBezTo>
                  <a:lnTo>
                    <a:pt x="679" y="883"/>
                  </a:lnTo>
                  <a:lnTo>
                    <a:pt x="2191" y="883"/>
                  </a:lnTo>
                  <a:cubicBezTo>
                    <a:pt x="2275" y="883"/>
                    <a:pt x="2346" y="811"/>
                    <a:pt x="2346" y="728"/>
                  </a:cubicBezTo>
                  <a:cubicBezTo>
                    <a:pt x="2346" y="621"/>
                    <a:pt x="2275" y="549"/>
                    <a:pt x="2191" y="549"/>
                  </a:cubicBezTo>
                  <a:lnTo>
                    <a:pt x="679" y="549"/>
                  </a:lnTo>
                  <a:lnTo>
                    <a:pt x="1013" y="311"/>
                  </a:lnTo>
                  <a:cubicBezTo>
                    <a:pt x="1084" y="252"/>
                    <a:pt x="1096" y="145"/>
                    <a:pt x="1036" y="73"/>
                  </a:cubicBezTo>
                  <a:cubicBezTo>
                    <a:pt x="1002" y="24"/>
                    <a:pt x="955" y="0"/>
                    <a:pt x="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64"/>
            <p:cNvSpPr/>
            <p:nvPr/>
          </p:nvSpPr>
          <p:spPr>
            <a:xfrm>
              <a:off x="5521382" y="3156590"/>
              <a:ext cx="75049" cy="45163"/>
            </a:xfrm>
            <a:custGeom>
              <a:avLst/>
              <a:gdLst/>
              <a:ahLst/>
              <a:cxnLst/>
              <a:rect l="l" t="t" r="r" b="b"/>
              <a:pathLst>
                <a:path w="2358" h="1419" extrusionOk="0">
                  <a:moveTo>
                    <a:pt x="1446" y="0"/>
                  </a:moveTo>
                  <a:cubicBezTo>
                    <a:pt x="1396" y="0"/>
                    <a:pt x="1345" y="25"/>
                    <a:pt x="1310" y="73"/>
                  </a:cubicBezTo>
                  <a:cubicBezTo>
                    <a:pt x="1250" y="145"/>
                    <a:pt x="1274" y="252"/>
                    <a:pt x="1346" y="311"/>
                  </a:cubicBezTo>
                  <a:lnTo>
                    <a:pt x="1667" y="549"/>
                  </a:lnTo>
                  <a:lnTo>
                    <a:pt x="167" y="549"/>
                  </a:lnTo>
                  <a:cubicBezTo>
                    <a:pt x="84" y="549"/>
                    <a:pt x="0" y="621"/>
                    <a:pt x="0" y="704"/>
                  </a:cubicBezTo>
                  <a:cubicBezTo>
                    <a:pt x="0" y="799"/>
                    <a:pt x="84" y="871"/>
                    <a:pt x="167" y="871"/>
                  </a:cubicBezTo>
                  <a:lnTo>
                    <a:pt x="1667" y="871"/>
                  </a:lnTo>
                  <a:lnTo>
                    <a:pt x="1346" y="1109"/>
                  </a:lnTo>
                  <a:cubicBezTo>
                    <a:pt x="1274" y="1169"/>
                    <a:pt x="1250" y="1276"/>
                    <a:pt x="1310" y="1347"/>
                  </a:cubicBezTo>
                  <a:cubicBezTo>
                    <a:pt x="1346" y="1395"/>
                    <a:pt x="1405" y="1419"/>
                    <a:pt x="1453" y="1419"/>
                  </a:cubicBezTo>
                  <a:cubicBezTo>
                    <a:pt x="1477" y="1419"/>
                    <a:pt x="1524" y="1407"/>
                    <a:pt x="1548" y="1395"/>
                  </a:cubicBezTo>
                  <a:lnTo>
                    <a:pt x="2286" y="847"/>
                  </a:lnTo>
                  <a:cubicBezTo>
                    <a:pt x="2322" y="811"/>
                    <a:pt x="2358" y="752"/>
                    <a:pt x="2358" y="704"/>
                  </a:cubicBezTo>
                  <a:cubicBezTo>
                    <a:pt x="2358" y="668"/>
                    <a:pt x="2322" y="633"/>
                    <a:pt x="2286" y="585"/>
                  </a:cubicBezTo>
                  <a:lnTo>
                    <a:pt x="1548" y="37"/>
                  </a:lnTo>
                  <a:cubicBezTo>
                    <a:pt x="1518" y="13"/>
                    <a:pt x="1482" y="0"/>
                    <a:pt x="1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6" name="Google Shape;10626;p64"/>
          <p:cNvGrpSpPr/>
          <p:nvPr/>
        </p:nvGrpSpPr>
        <p:grpSpPr>
          <a:xfrm>
            <a:off x="7073928" y="2731507"/>
            <a:ext cx="371395" cy="371809"/>
            <a:chOff x="7073928" y="2905757"/>
            <a:chExt cx="371395" cy="371809"/>
          </a:xfrm>
        </p:grpSpPr>
        <p:sp>
          <p:nvSpPr>
            <p:cNvPr id="10627" name="Google Shape;10627;p64"/>
            <p:cNvSpPr/>
            <p:nvPr/>
          </p:nvSpPr>
          <p:spPr>
            <a:xfrm>
              <a:off x="7073928" y="2905757"/>
              <a:ext cx="371395" cy="371809"/>
            </a:xfrm>
            <a:custGeom>
              <a:avLst/>
              <a:gdLst/>
              <a:ahLst/>
              <a:cxnLst/>
              <a:rect l="l" t="t" r="r" b="b"/>
              <a:pathLst>
                <a:path w="11669" h="11682" extrusionOk="0">
                  <a:moveTo>
                    <a:pt x="3608" y="1811"/>
                  </a:moveTo>
                  <a:cubicBezTo>
                    <a:pt x="3822" y="1811"/>
                    <a:pt x="3989" y="1977"/>
                    <a:pt x="3989" y="2192"/>
                  </a:cubicBezTo>
                  <a:lnTo>
                    <a:pt x="3989" y="2561"/>
                  </a:lnTo>
                  <a:cubicBezTo>
                    <a:pt x="3989" y="2870"/>
                    <a:pt x="3727" y="3120"/>
                    <a:pt x="3417" y="3120"/>
                  </a:cubicBezTo>
                  <a:cubicBezTo>
                    <a:pt x="3411" y="3120"/>
                    <a:pt x="3404" y="3121"/>
                    <a:pt x="3398" y="3121"/>
                  </a:cubicBezTo>
                  <a:cubicBezTo>
                    <a:pt x="3109" y="3121"/>
                    <a:pt x="2870" y="2863"/>
                    <a:pt x="2870" y="2561"/>
                  </a:cubicBezTo>
                  <a:lnTo>
                    <a:pt x="2870" y="2192"/>
                  </a:lnTo>
                  <a:cubicBezTo>
                    <a:pt x="2870" y="1977"/>
                    <a:pt x="3024" y="1811"/>
                    <a:pt x="3239" y="1811"/>
                  </a:cubicBezTo>
                  <a:close/>
                  <a:moveTo>
                    <a:pt x="3596" y="3454"/>
                  </a:moveTo>
                  <a:lnTo>
                    <a:pt x="3596" y="3466"/>
                  </a:lnTo>
                  <a:cubicBezTo>
                    <a:pt x="3632" y="3561"/>
                    <a:pt x="3643" y="3644"/>
                    <a:pt x="3667" y="3704"/>
                  </a:cubicBezTo>
                  <a:lnTo>
                    <a:pt x="3429" y="3942"/>
                  </a:lnTo>
                  <a:lnTo>
                    <a:pt x="3405" y="3942"/>
                  </a:lnTo>
                  <a:lnTo>
                    <a:pt x="3167" y="3704"/>
                  </a:lnTo>
                  <a:cubicBezTo>
                    <a:pt x="3191" y="3644"/>
                    <a:pt x="3215" y="3585"/>
                    <a:pt x="3215" y="3525"/>
                  </a:cubicBezTo>
                  <a:lnTo>
                    <a:pt x="3215" y="3454"/>
                  </a:lnTo>
                  <a:close/>
                  <a:moveTo>
                    <a:pt x="5632" y="5204"/>
                  </a:moveTo>
                  <a:lnTo>
                    <a:pt x="5632" y="7418"/>
                  </a:lnTo>
                  <a:lnTo>
                    <a:pt x="4525" y="8204"/>
                  </a:lnTo>
                  <a:lnTo>
                    <a:pt x="4525" y="5466"/>
                  </a:lnTo>
                  <a:cubicBezTo>
                    <a:pt x="4608" y="5525"/>
                    <a:pt x="4727" y="5573"/>
                    <a:pt x="4846" y="5585"/>
                  </a:cubicBezTo>
                  <a:lnTo>
                    <a:pt x="4977" y="5585"/>
                  </a:lnTo>
                  <a:cubicBezTo>
                    <a:pt x="5120" y="5561"/>
                    <a:pt x="5263" y="5525"/>
                    <a:pt x="5370" y="5418"/>
                  </a:cubicBezTo>
                  <a:lnTo>
                    <a:pt x="5632" y="5204"/>
                  </a:lnTo>
                  <a:close/>
                  <a:moveTo>
                    <a:pt x="2893" y="3930"/>
                  </a:moveTo>
                  <a:lnTo>
                    <a:pt x="3167" y="4204"/>
                  </a:lnTo>
                  <a:cubicBezTo>
                    <a:pt x="3227" y="4263"/>
                    <a:pt x="3310" y="4299"/>
                    <a:pt x="3417" y="4299"/>
                  </a:cubicBezTo>
                  <a:cubicBezTo>
                    <a:pt x="3524" y="4299"/>
                    <a:pt x="3596" y="4275"/>
                    <a:pt x="3667" y="4204"/>
                  </a:cubicBezTo>
                  <a:lnTo>
                    <a:pt x="3905" y="3966"/>
                  </a:lnTo>
                  <a:cubicBezTo>
                    <a:pt x="3989" y="3989"/>
                    <a:pt x="4060" y="4025"/>
                    <a:pt x="4144" y="4025"/>
                  </a:cubicBezTo>
                  <a:cubicBezTo>
                    <a:pt x="4203" y="4025"/>
                    <a:pt x="4263" y="4049"/>
                    <a:pt x="4298" y="4097"/>
                  </a:cubicBezTo>
                  <a:lnTo>
                    <a:pt x="4798" y="4716"/>
                  </a:lnTo>
                  <a:cubicBezTo>
                    <a:pt x="4833" y="4764"/>
                    <a:pt x="4884" y="4789"/>
                    <a:pt x="4935" y="4789"/>
                  </a:cubicBezTo>
                  <a:cubicBezTo>
                    <a:pt x="4971" y="4789"/>
                    <a:pt x="5007" y="4776"/>
                    <a:pt x="5036" y="4751"/>
                  </a:cubicBezTo>
                  <a:lnTo>
                    <a:pt x="5656" y="4263"/>
                  </a:lnTo>
                  <a:cubicBezTo>
                    <a:pt x="5694" y="4231"/>
                    <a:pt x="5747" y="4209"/>
                    <a:pt x="5798" y="4209"/>
                  </a:cubicBezTo>
                  <a:cubicBezTo>
                    <a:pt x="5842" y="4209"/>
                    <a:pt x="5885" y="4225"/>
                    <a:pt x="5918" y="4263"/>
                  </a:cubicBezTo>
                  <a:cubicBezTo>
                    <a:pt x="5965" y="4299"/>
                    <a:pt x="5989" y="4347"/>
                    <a:pt x="5977" y="4406"/>
                  </a:cubicBezTo>
                  <a:cubicBezTo>
                    <a:pt x="5989" y="4454"/>
                    <a:pt x="5965" y="4513"/>
                    <a:pt x="5918" y="4537"/>
                  </a:cubicBezTo>
                  <a:lnTo>
                    <a:pt x="5144" y="5156"/>
                  </a:lnTo>
                  <a:cubicBezTo>
                    <a:pt x="5084" y="5192"/>
                    <a:pt x="5013" y="5228"/>
                    <a:pt x="4929" y="5240"/>
                  </a:cubicBezTo>
                  <a:lnTo>
                    <a:pt x="4858" y="5240"/>
                  </a:lnTo>
                  <a:cubicBezTo>
                    <a:pt x="4751" y="5228"/>
                    <a:pt x="4667" y="5180"/>
                    <a:pt x="4608" y="5109"/>
                  </a:cubicBezTo>
                  <a:lnTo>
                    <a:pt x="4453" y="4930"/>
                  </a:lnTo>
                  <a:cubicBezTo>
                    <a:pt x="4425" y="4884"/>
                    <a:pt x="4369" y="4866"/>
                    <a:pt x="4312" y="4866"/>
                  </a:cubicBezTo>
                  <a:cubicBezTo>
                    <a:pt x="4295" y="4866"/>
                    <a:pt x="4279" y="4868"/>
                    <a:pt x="4263" y="4870"/>
                  </a:cubicBezTo>
                  <a:cubicBezTo>
                    <a:pt x="4191" y="4894"/>
                    <a:pt x="4144" y="4954"/>
                    <a:pt x="4144" y="5037"/>
                  </a:cubicBezTo>
                  <a:lnTo>
                    <a:pt x="4144" y="8454"/>
                  </a:lnTo>
                  <a:lnTo>
                    <a:pt x="3763" y="8740"/>
                  </a:lnTo>
                  <a:lnTo>
                    <a:pt x="3763" y="7145"/>
                  </a:lnTo>
                  <a:cubicBezTo>
                    <a:pt x="3763" y="7061"/>
                    <a:pt x="3691" y="6978"/>
                    <a:pt x="3596" y="6978"/>
                  </a:cubicBezTo>
                  <a:cubicBezTo>
                    <a:pt x="3512" y="6978"/>
                    <a:pt x="3429" y="7061"/>
                    <a:pt x="3429" y="7145"/>
                  </a:cubicBezTo>
                  <a:lnTo>
                    <a:pt x="3429" y="8978"/>
                  </a:lnTo>
                  <a:lnTo>
                    <a:pt x="2870" y="9383"/>
                  </a:lnTo>
                  <a:lnTo>
                    <a:pt x="2870" y="7180"/>
                  </a:lnTo>
                  <a:cubicBezTo>
                    <a:pt x="2870" y="7014"/>
                    <a:pt x="2822" y="6835"/>
                    <a:pt x="2750" y="6680"/>
                  </a:cubicBezTo>
                  <a:lnTo>
                    <a:pt x="2572" y="6347"/>
                  </a:lnTo>
                  <a:cubicBezTo>
                    <a:pt x="2524" y="6240"/>
                    <a:pt x="2500" y="6121"/>
                    <a:pt x="2500" y="6013"/>
                  </a:cubicBezTo>
                  <a:lnTo>
                    <a:pt x="2500" y="4263"/>
                  </a:lnTo>
                  <a:cubicBezTo>
                    <a:pt x="2500" y="4180"/>
                    <a:pt x="2536" y="4120"/>
                    <a:pt x="2596" y="4085"/>
                  </a:cubicBezTo>
                  <a:lnTo>
                    <a:pt x="2893" y="3930"/>
                  </a:lnTo>
                  <a:close/>
                  <a:moveTo>
                    <a:pt x="5810" y="1"/>
                  </a:moveTo>
                  <a:cubicBezTo>
                    <a:pt x="5727" y="1"/>
                    <a:pt x="5656" y="72"/>
                    <a:pt x="5656" y="167"/>
                  </a:cubicBezTo>
                  <a:lnTo>
                    <a:pt x="5656" y="3870"/>
                  </a:lnTo>
                  <a:cubicBezTo>
                    <a:pt x="5596" y="3882"/>
                    <a:pt x="5537" y="3930"/>
                    <a:pt x="5477" y="3977"/>
                  </a:cubicBezTo>
                  <a:lnTo>
                    <a:pt x="5001" y="4358"/>
                  </a:lnTo>
                  <a:lnTo>
                    <a:pt x="4596" y="3870"/>
                  </a:lnTo>
                  <a:cubicBezTo>
                    <a:pt x="4489" y="3739"/>
                    <a:pt x="4346" y="3668"/>
                    <a:pt x="4179" y="3668"/>
                  </a:cubicBezTo>
                  <a:cubicBezTo>
                    <a:pt x="4072" y="3668"/>
                    <a:pt x="3989" y="3573"/>
                    <a:pt x="3989" y="3466"/>
                  </a:cubicBezTo>
                  <a:lnTo>
                    <a:pt x="3989" y="3275"/>
                  </a:lnTo>
                  <a:cubicBezTo>
                    <a:pt x="4203" y="3108"/>
                    <a:pt x="4358" y="2846"/>
                    <a:pt x="4358" y="2549"/>
                  </a:cubicBezTo>
                  <a:lnTo>
                    <a:pt x="4358" y="2180"/>
                  </a:lnTo>
                  <a:cubicBezTo>
                    <a:pt x="4358" y="1775"/>
                    <a:pt x="4024" y="1465"/>
                    <a:pt x="3643" y="1465"/>
                  </a:cubicBezTo>
                  <a:lnTo>
                    <a:pt x="3274" y="1465"/>
                  </a:lnTo>
                  <a:cubicBezTo>
                    <a:pt x="2870" y="1465"/>
                    <a:pt x="2560" y="1787"/>
                    <a:pt x="2560" y="2180"/>
                  </a:cubicBezTo>
                  <a:lnTo>
                    <a:pt x="2560" y="2549"/>
                  </a:lnTo>
                  <a:cubicBezTo>
                    <a:pt x="2560" y="2846"/>
                    <a:pt x="2703" y="3108"/>
                    <a:pt x="2929" y="3275"/>
                  </a:cubicBezTo>
                  <a:lnTo>
                    <a:pt x="2929" y="3525"/>
                  </a:lnTo>
                  <a:lnTo>
                    <a:pt x="2929" y="3549"/>
                  </a:lnTo>
                  <a:lnTo>
                    <a:pt x="2500" y="3751"/>
                  </a:lnTo>
                  <a:cubicBezTo>
                    <a:pt x="2322" y="3847"/>
                    <a:pt x="2203" y="4037"/>
                    <a:pt x="2203" y="4228"/>
                  </a:cubicBezTo>
                  <a:lnTo>
                    <a:pt x="2203" y="5990"/>
                  </a:lnTo>
                  <a:cubicBezTo>
                    <a:pt x="2203" y="6144"/>
                    <a:pt x="2239" y="6323"/>
                    <a:pt x="2322" y="6478"/>
                  </a:cubicBezTo>
                  <a:lnTo>
                    <a:pt x="2500" y="6823"/>
                  </a:lnTo>
                  <a:cubicBezTo>
                    <a:pt x="2536" y="6918"/>
                    <a:pt x="2572" y="7037"/>
                    <a:pt x="2572" y="7145"/>
                  </a:cubicBezTo>
                  <a:lnTo>
                    <a:pt x="2572" y="9597"/>
                  </a:lnTo>
                  <a:lnTo>
                    <a:pt x="83" y="11371"/>
                  </a:lnTo>
                  <a:cubicBezTo>
                    <a:pt x="12" y="11431"/>
                    <a:pt x="0" y="11538"/>
                    <a:pt x="36" y="11609"/>
                  </a:cubicBezTo>
                  <a:cubicBezTo>
                    <a:pt x="74" y="11655"/>
                    <a:pt x="133" y="11682"/>
                    <a:pt x="188" y="11682"/>
                  </a:cubicBezTo>
                  <a:cubicBezTo>
                    <a:pt x="219" y="11682"/>
                    <a:pt x="249" y="11674"/>
                    <a:pt x="274" y="11657"/>
                  </a:cubicBezTo>
                  <a:lnTo>
                    <a:pt x="5846" y="7716"/>
                  </a:lnTo>
                  <a:lnTo>
                    <a:pt x="11406" y="11657"/>
                  </a:lnTo>
                  <a:cubicBezTo>
                    <a:pt x="11442" y="11669"/>
                    <a:pt x="11466" y="11681"/>
                    <a:pt x="11513" y="11681"/>
                  </a:cubicBezTo>
                  <a:cubicBezTo>
                    <a:pt x="11573" y="11681"/>
                    <a:pt x="11621" y="11657"/>
                    <a:pt x="11644" y="11609"/>
                  </a:cubicBezTo>
                  <a:cubicBezTo>
                    <a:pt x="11668" y="11538"/>
                    <a:pt x="11644" y="11431"/>
                    <a:pt x="11573" y="11371"/>
                  </a:cubicBezTo>
                  <a:lnTo>
                    <a:pt x="5977" y="7395"/>
                  </a:lnTo>
                  <a:lnTo>
                    <a:pt x="5977" y="4930"/>
                  </a:lnTo>
                  <a:lnTo>
                    <a:pt x="6144" y="4787"/>
                  </a:lnTo>
                  <a:cubicBezTo>
                    <a:pt x="6263" y="4692"/>
                    <a:pt x="6334" y="4549"/>
                    <a:pt x="6346" y="4394"/>
                  </a:cubicBezTo>
                  <a:cubicBezTo>
                    <a:pt x="6346" y="4228"/>
                    <a:pt x="6287" y="4073"/>
                    <a:pt x="6168" y="3977"/>
                  </a:cubicBezTo>
                  <a:cubicBezTo>
                    <a:pt x="6108" y="3930"/>
                    <a:pt x="6049" y="3882"/>
                    <a:pt x="5977" y="3870"/>
                  </a:cubicBezTo>
                  <a:lnTo>
                    <a:pt x="5977" y="715"/>
                  </a:lnTo>
                  <a:lnTo>
                    <a:pt x="8275" y="715"/>
                  </a:lnTo>
                  <a:lnTo>
                    <a:pt x="8037" y="1191"/>
                  </a:lnTo>
                  <a:cubicBezTo>
                    <a:pt x="8001" y="1239"/>
                    <a:pt x="8001" y="1299"/>
                    <a:pt x="8037" y="1334"/>
                  </a:cubicBezTo>
                  <a:lnTo>
                    <a:pt x="8275" y="1811"/>
                  </a:lnTo>
                  <a:lnTo>
                    <a:pt x="6549" y="1811"/>
                  </a:lnTo>
                  <a:cubicBezTo>
                    <a:pt x="6453" y="1811"/>
                    <a:pt x="6382" y="1894"/>
                    <a:pt x="6382" y="1977"/>
                  </a:cubicBezTo>
                  <a:cubicBezTo>
                    <a:pt x="6382" y="2072"/>
                    <a:pt x="6453" y="2144"/>
                    <a:pt x="6549" y="2144"/>
                  </a:cubicBezTo>
                  <a:lnTo>
                    <a:pt x="8549" y="2144"/>
                  </a:lnTo>
                  <a:cubicBezTo>
                    <a:pt x="8608" y="2144"/>
                    <a:pt x="8668" y="2108"/>
                    <a:pt x="8704" y="2072"/>
                  </a:cubicBezTo>
                  <a:cubicBezTo>
                    <a:pt x="8727" y="2025"/>
                    <a:pt x="8727" y="1953"/>
                    <a:pt x="8716" y="1906"/>
                  </a:cubicBezTo>
                  <a:lnTo>
                    <a:pt x="8394" y="1251"/>
                  </a:lnTo>
                  <a:lnTo>
                    <a:pt x="8716" y="596"/>
                  </a:lnTo>
                  <a:cubicBezTo>
                    <a:pt x="8751" y="537"/>
                    <a:pt x="8751" y="477"/>
                    <a:pt x="8704" y="429"/>
                  </a:cubicBezTo>
                  <a:cubicBezTo>
                    <a:pt x="8668" y="394"/>
                    <a:pt x="8608" y="358"/>
                    <a:pt x="8549" y="358"/>
                  </a:cubicBezTo>
                  <a:lnTo>
                    <a:pt x="5977" y="358"/>
                  </a:lnTo>
                  <a:lnTo>
                    <a:pt x="5977" y="167"/>
                  </a:lnTo>
                  <a:cubicBezTo>
                    <a:pt x="5977" y="72"/>
                    <a:pt x="5906" y="1"/>
                    <a:pt x="5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64"/>
            <p:cNvSpPr/>
            <p:nvPr/>
          </p:nvSpPr>
          <p:spPr>
            <a:xfrm>
              <a:off x="7281188" y="3188513"/>
              <a:ext cx="65596" cy="48473"/>
            </a:xfrm>
            <a:custGeom>
              <a:avLst/>
              <a:gdLst/>
              <a:ahLst/>
              <a:cxnLst/>
              <a:rect l="l" t="t" r="r" b="b"/>
              <a:pathLst>
                <a:path w="2061" h="1523" extrusionOk="0">
                  <a:moveTo>
                    <a:pt x="204" y="1"/>
                  </a:moveTo>
                  <a:cubicBezTo>
                    <a:pt x="151" y="1"/>
                    <a:pt x="97" y="27"/>
                    <a:pt x="60" y="70"/>
                  </a:cubicBezTo>
                  <a:cubicBezTo>
                    <a:pt x="1" y="154"/>
                    <a:pt x="37" y="261"/>
                    <a:pt x="108" y="320"/>
                  </a:cubicBezTo>
                  <a:lnTo>
                    <a:pt x="1775" y="1487"/>
                  </a:lnTo>
                  <a:cubicBezTo>
                    <a:pt x="1799" y="1511"/>
                    <a:pt x="1834" y="1523"/>
                    <a:pt x="1882" y="1523"/>
                  </a:cubicBezTo>
                  <a:cubicBezTo>
                    <a:pt x="1942" y="1523"/>
                    <a:pt x="1977" y="1487"/>
                    <a:pt x="2013" y="1451"/>
                  </a:cubicBezTo>
                  <a:cubicBezTo>
                    <a:pt x="2061" y="1368"/>
                    <a:pt x="2037" y="1261"/>
                    <a:pt x="1965" y="1213"/>
                  </a:cubicBezTo>
                  <a:lnTo>
                    <a:pt x="299" y="35"/>
                  </a:lnTo>
                  <a:cubicBezTo>
                    <a:pt x="271" y="11"/>
                    <a:pt x="237" y="1"/>
                    <a:pt x="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64"/>
            <p:cNvSpPr/>
            <p:nvPr/>
          </p:nvSpPr>
          <p:spPr>
            <a:xfrm>
              <a:off x="7252034" y="3168080"/>
              <a:ext cx="24634" cy="19287"/>
            </a:xfrm>
            <a:custGeom>
              <a:avLst/>
              <a:gdLst/>
              <a:ahLst/>
              <a:cxnLst/>
              <a:rect l="l" t="t" r="r" b="b"/>
              <a:pathLst>
                <a:path w="774" h="606" extrusionOk="0">
                  <a:moveTo>
                    <a:pt x="201" y="1"/>
                  </a:moveTo>
                  <a:cubicBezTo>
                    <a:pt x="148" y="1"/>
                    <a:pt x="97" y="29"/>
                    <a:pt x="60" y="81"/>
                  </a:cubicBezTo>
                  <a:cubicBezTo>
                    <a:pt x="0" y="153"/>
                    <a:pt x="24" y="260"/>
                    <a:pt x="95" y="319"/>
                  </a:cubicBezTo>
                  <a:lnTo>
                    <a:pt x="476" y="569"/>
                  </a:lnTo>
                  <a:cubicBezTo>
                    <a:pt x="500" y="581"/>
                    <a:pt x="536" y="605"/>
                    <a:pt x="572" y="605"/>
                  </a:cubicBezTo>
                  <a:cubicBezTo>
                    <a:pt x="631" y="605"/>
                    <a:pt x="679" y="569"/>
                    <a:pt x="714" y="522"/>
                  </a:cubicBezTo>
                  <a:cubicBezTo>
                    <a:pt x="774" y="450"/>
                    <a:pt x="750" y="343"/>
                    <a:pt x="667" y="284"/>
                  </a:cubicBezTo>
                  <a:lnTo>
                    <a:pt x="298" y="34"/>
                  </a:lnTo>
                  <a:cubicBezTo>
                    <a:pt x="266" y="11"/>
                    <a:pt x="233"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0" name="Google Shape;10630;p64"/>
          <p:cNvGrpSpPr/>
          <p:nvPr/>
        </p:nvGrpSpPr>
        <p:grpSpPr>
          <a:xfrm>
            <a:off x="6188327" y="2781158"/>
            <a:ext cx="371395" cy="272857"/>
            <a:chOff x="6188327" y="2955408"/>
            <a:chExt cx="371395" cy="272857"/>
          </a:xfrm>
        </p:grpSpPr>
        <p:sp>
          <p:nvSpPr>
            <p:cNvPr id="10631" name="Google Shape;10631;p64"/>
            <p:cNvSpPr/>
            <p:nvPr/>
          </p:nvSpPr>
          <p:spPr>
            <a:xfrm>
              <a:off x="6229990" y="2978897"/>
              <a:ext cx="289567" cy="197840"/>
            </a:xfrm>
            <a:custGeom>
              <a:avLst/>
              <a:gdLst/>
              <a:ahLst/>
              <a:cxnLst/>
              <a:rect l="l" t="t" r="r" b="b"/>
              <a:pathLst>
                <a:path w="9098" h="6216" extrusionOk="0">
                  <a:moveTo>
                    <a:pt x="2894" y="1263"/>
                  </a:moveTo>
                  <a:cubicBezTo>
                    <a:pt x="3097" y="1263"/>
                    <a:pt x="3263" y="1429"/>
                    <a:pt x="3263" y="1632"/>
                  </a:cubicBezTo>
                  <a:lnTo>
                    <a:pt x="3263" y="2001"/>
                  </a:lnTo>
                  <a:cubicBezTo>
                    <a:pt x="3263" y="2322"/>
                    <a:pt x="3013" y="2572"/>
                    <a:pt x="2704" y="2572"/>
                  </a:cubicBezTo>
                  <a:cubicBezTo>
                    <a:pt x="2406" y="2561"/>
                    <a:pt x="2144" y="2299"/>
                    <a:pt x="2144" y="2001"/>
                  </a:cubicBezTo>
                  <a:lnTo>
                    <a:pt x="2144" y="1632"/>
                  </a:lnTo>
                  <a:cubicBezTo>
                    <a:pt x="2144" y="1429"/>
                    <a:pt x="2311" y="1263"/>
                    <a:pt x="2525" y="1263"/>
                  </a:cubicBezTo>
                  <a:close/>
                  <a:moveTo>
                    <a:pt x="7264" y="1084"/>
                  </a:moveTo>
                  <a:cubicBezTo>
                    <a:pt x="7371" y="1084"/>
                    <a:pt x="7466" y="1168"/>
                    <a:pt x="7466" y="1275"/>
                  </a:cubicBezTo>
                  <a:lnTo>
                    <a:pt x="7466" y="1822"/>
                  </a:lnTo>
                  <a:cubicBezTo>
                    <a:pt x="7466" y="1894"/>
                    <a:pt x="7430" y="1953"/>
                    <a:pt x="7359" y="1989"/>
                  </a:cubicBezTo>
                  <a:cubicBezTo>
                    <a:pt x="7299" y="2025"/>
                    <a:pt x="7264" y="2084"/>
                    <a:pt x="7264" y="2144"/>
                  </a:cubicBezTo>
                  <a:lnTo>
                    <a:pt x="7264" y="2406"/>
                  </a:lnTo>
                  <a:cubicBezTo>
                    <a:pt x="7264" y="2477"/>
                    <a:pt x="7323" y="2549"/>
                    <a:pt x="7407" y="2572"/>
                  </a:cubicBezTo>
                  <a:lnTo>
                    <a:pt x="7859" y="2692"/>
                  </a:lnTo>
                  <a:cubicBezTo>
                    <a:pt x="7954" y="2703"/>
                    <a:pt x="8014" y="2787"/>
                    <a:pt x="8014" y="2882"/>
                  </a:cubicBezTo>
                  <a:lnTo>
                    <a:pt x="8014" y="2930"/>
                  </a:lnTo>
                  <a:lnTo>
                    <a:pt x="6168" y="2930"/>
                  </a:lnTo>
                  <a:lnTo>
                    <a:pt x="6168" y="2882"/>
                  </a:lnTo>
                  <a:cubicBezTo>
                    <a:pt x="6168" y="2787"/>
                    <a:pt x="6228" y="2715"/>
                    <a:pt x="6311" y="2692"/>
                  </a:cubicBezTo>
                  <a:lnTo>
                    <a:pt x="6776" y="2572"/>
                  </a:lnTo>
                  <a:cubicBezTo>
                    <a:pt x="6847" y="2549"/>
                    <a:pt x="6907" y="2477"/>
                    <a:pt x="6907" y="2406"/>
                  </a:cubicBezTo>
                  <a:lnTo>
                    <a:pt x="6907" y="2144"/>
                  </a:lnTo>
                  <a:cubicBezTo>
                    <a:pt x="6895" y="2060"/>
                    <a:pt x="6871" y="2025"/>
                    <a:pt x="6811" y="1989"/>
                  </a:cubicBezTo>
                  <a:cubicBezTo>
                    <a:pt x="6752" y="1953"/>
                    <a:pt x="6704" y="1882"/>
                    <a:pt x="6704" y="1822"/>
                  </a:cubicBezTo>
                  <a:lnTo>
                    <a:pt x="6704" y="1275"/>
                  </a:lnTo>
                  <a:cubicBezTo>
                    <a:pt x="6704" y="1168"/>
                    <a:pt x="6787" y="1084"/>
                    <a:pt x="6895" y="1084"/>
                  </a:cubicBezTo>
                  <a:close/>
                  <a:moveTo>
                    <a:pt x="8752" y="334"/>
                  </a:moveTo>
                  <a:lnTo>
                    <a:pt x="8752" y="2930"/>
                  </a:lnTo>
                  <a:lnTo>
                    <a:pt x="8371" y="2930"/>
                  </a:lnTo>
                  <a:lnTo>
                    <a:pt x="8371" y="2882"/>
                  </a:lnTo>
                  <a:cubicBezTo>
                    <a:pt x="8371" y="2632"/>
                    <a:pt x="8204" y="2418"/>
                    <a:pt x="7966" y="2358"/>
                  </a:cubicBezTo>
                  <a:lnTo>
                    <a:pt x="7645" y="2287"/>
                  </a:lnTo>
                  <a:lnTo>
                    <a:pt x="7645" y="2227"/>
                  </a:lnTo>
                  <a:cubicBezTo>
                    <a:pt x="7764" y="2120"/>
                    <a:pt x="7823" y="1977"/>
                    <a:pt x="7823" y="1822"/>
                  </a:cubicBezTo>
                  <a:lnTo>
                    <a:pt x="7823" y="1275"/>
                  </a:lnTo>
                  <a:cubicBezTo>
                    <a:pt x="7823" y="977"/>
                    <a:pt x="7585" y="739"/>
                    <a:pt x="7288" y="739"/>
                  </a:cubicBezTo>
                  <a:lnTo>
                    <a:pt x="6907" y="739"/>
                  </a:lnTo>
                  <a:cubicBezTo>
                    <a:pt x="6609" y="739"/>
                    <a:pt x="6371" y="977"/>
                    <a:pt x="6371" y="1275"/>
                  </a:cubicBezTo>
                  <a:lnTo>
                    <a:pt x="6371" y="1822"/>
                  </a:lnTo>
                  <a:cubicBezTo>
                    <a:pt x="6371" y="1977"/>
                    <a:pt x="6454" y="2120"/>
                    <a:pt x="6549" y="2227"/>
                  </a:cubicBezTo>
                  <a:lnTo>
                    <a:pt x="6549" y="2287"/>
                  </a:lnTo>
                  <a:lnTo>
                    <a:pt x="6228" y="2358"/>
                  </a:lnTo>
                  <a:cubicBezTo>
                    <a:pt x="5990" y="2418"/>
                    <a:pt x="5823" y="2632"/>
                    <a:pt x="5823" y="2882"/>
                  </a:cubicBezTo>
                  <a:lnTo>
                    <a:pt x="5823" y="2930"/>
                  </a:lnTo>
                  <a:lnTo>
                    <a:pt x="5442" y="2930"/>
                  </a:lnTo>
                  <a:lnTo>
                    <a:pt x="5442" y="334"/>
                  </a:lnTo>
                  <a:close/>
                  <a:moveTo>
                    <a:pt x="2894" y="2906"/>
                  </a:moveTo>
                  <a:lnTo>
                    <a:pt x="2894" y="2989"/>
                  </a:lnTo>
                  <a:cubicBezTo>
                    <a:pt x="2894" y="3049"/>
                    <a:pt x="2906" y="3108"/>
                    <a:pt x="2954" y="3168"/>
                  </a:cubicBezTo>
                  <a:lnTo>
                    <a:pt x="2716" y="3406"/>
                  </a:lnTo>
                  <a:lnTo>
                    <a:pt x="2704" y="3406"/>
                  </a:lnTo>
                  <a:lnTo>
                    <a:pt x="2466" y="3168"/>
                  </a:lnTo>
                  <a:cubicBezTo>
                    <a:pt x="2489" y="3108"/>
                    <a:pt x="2501" y="3049"/>
                    <a:pt x="2501" y="2989"/>
                  </a:cubicBezTo>
                  <a:lnTo>
                    <a:pt x="2501" y="2906"/>
                  </a:lnTo>
                  <a:close/>
                  <a:moveTo>
                    <a:pt x="3251" y="3346"/>
                  </a:moveTo>
                  <a:lnTo>
                    <a:pt x="3597" y="3477"/>
                  </a:lnTo>
                  <a:cubicBezTo>
                    <a:pt x="3739" y="3537"/>
                    <a:pt x="3835" y="3668"/>
                    <a:pt x="3835" y="3835"/>
                  </a:cubicBezTo>
                  <a:lnTo>
                    <a:pt x="3835" y="4918"/>
                  </a:lnTo>
                  <a:cubicBezTo>
                    <a:pt x="3835" y="5025"/>
                    <a:pt x="3739" y="5108"/>
                    <a:pt x="3632" y="5108"/>
                  </a:cubicBezTo>
                  <a:lnTo>
                    <a:pt x="2894" y="5108"/>
                  </a:lnTo>
                  <a:lnTo>
                    <a:pt x="2894" y="4906"/>
                  </a:lnTo>
                  <a:lnTo>
                    <a:pt x="3263" y="4906"/>
                  </a:lnTo>
                  <a:cubicBezTo>
                    <a:pt x="3358" y="4906"/>
                    <a:pt x="3430" y="4835"/>
                    <a:pt x="3430" y="4739"/>
                  </a:cubicBezTo>
                  <a:lnTo>
                    <a:pt x="3430" y="4192"/>
                  </a:lnTo>
                  <a:cubicBezTo>
                    <a:pt x="3430" y="4096"/>
                    <a:pt x="3358" y="4025"/>
                    <a:pt x="3263" y="4025"/>
                  </a:cubicBezTo>
                  <a:cubicBezTo>
                    <a:pt x="3180" y="4025"/>
                    <a:pt x="3097" y="4096"/>
                    <a:pt x="3097" y="4192"/>
                  </a:cubicBezTo>
                  <a:lnTo>
                    <a:pt x="3097" y="4561"/>
                  </a:lnTo>
                  <a:lnTo>
                    <a:pt x="2346" y="4561"/>
                  </a:lnTo>
                  <a:lnTo>
                    <a:pt x="2346" y="4192"/>
                  </a:lnTo>
                  <a:cubicBezTo>
                    <a:pt x="2346" y="4096"/>
                    <a:pt x="2263" y="4025"/>
                    <a:pt x="2180" y="4025"/>
                  </a:cubicBezTo>
                  <a:cubicBezTo>
                    <a:pt x="2085" y="4025"/>
                    <a:pt x="2013" y="4096"/>
                    <a:pt x="2013" y="4192"/>
                  </a:cubicBezTo>
                  <a:lnTo>
                    <a:pt x="2013" y="4739"/>
                  </a:lnTo>
                  <a:cubicBezTo>
                    <a:pt x="2013" y="4835"/>
                    <a:pt x="2085" y="4906"/>
                    <a:pt x="2180" y="4906"/>
                  </a:cubicBezTo>
                  <a:lnTo>
                    <a:pt x="2549" y="4906"/>
                  </a:lnTo>
                  <a:lnTo>
                    <a:pt x="2549" y="5120"/>
                  </a:lnTo>
                  <a:lnTo>
                    <a:pt x="1811" y="5120"/>
                  </a:lnTo>
                  <a:cubicBezTo>
                    <a:pt x="1704" y="5120"/>
                    <a:pt x="1608" y="5025"/>
                    <a:pt x="1608" y="4918"/>
                  </a:cubicBezTo>
                  <a:lnTo>
                    <a:pt x="1608" y="3835"/>
                  </a:lnTo>
                  <a:lnTo>
                    <a:pt x="1596" y="3835"/>
                  </a:lnTo>
                  <a:cubicBezTo>
                    <a:pt x="1596" y="3680"/>
                    <a:pt x="1704" y="3537"/>
                    <a:pt x="1834" y="3477"/>
                  </a:cubicBezTo>
                  <a:lnTo>
                    <a:pt x="2180" y="3346"/>
                  </a:lnTo>
                  <a:lnTo>
                    <a:pt x="2466" y="3632"/>
                  </a:lnTo>
                  <a:cubicBezTo>
                    <a:pt x="2537" y="3704"/>
                    <a:pt x="2620" y="3727"/>
                    <a:pt x="2716" y="3727"/>
                  </a:cubicBezTo>
                  <a:cubicBezTo>
                    <a:pt x="2799" y="3727"/>
                    <a:pt x="2894" y="3704"/>
                    <a:pt x="2966" y="3632"/>
                  </a:cubicBezTo>
                  <a:lnTo>
                    <a:pt x="3251" y="3346"/>
                  </a:lnTo>
                  <a:close/>
                  <a:moveTo>
                    <a:pt x="5097" y="5085"/>
                  </a:moveTo>
                  <a:lnTo>
                    <a:pt x="5097" y="5847"/>
                  </a:lnTo>
                  <a:lnTo>
                    <a:pt x="322" y="5847"/>
                  </a:lnTo>
                  <a:lnTo>
                    <a:pt x="322" y="5085"/>
                  </a:lnTo>
                  <a:lnTo>
                    <a:pt x="1287" y="5085"/>
                  </a:lnTo>
                  <a:cubicBezTo>
                    <a:pt x="1358" y="5287"/>
                    <a:pt x="1549" y="5454"/>
                    <a:pt x="1787" y="5454"/>
                  </a:cubicBezTo>
                  <a:lnTo>
                    <a:pt x="3620" y="5454"/>
                  </a:lnTo>
                  <a:cubicBezTo>
                    <a:pt x="3859" y="5454"/>
                    <a:pt x="4049" y="5311"/>
                    <a:pt x="4132" y="5085"/>
                  </a:cubicBezTo>
                  <a:close/>
                  <a:moveTo>
                    <a:pt x="7288" y="4001"/>
                  </a:moveTo>
                  <a:cubicBezTo>
                    <a:pt x="7383" y="4001"/>
                    <a:pt x="7478" y="4085"/>
                    <a:pt x="7478" y="4192"/>
                  </a:cubicBezTo>
                  <a:lnTo>
                    <a:pt x="7478" y="4739"/>
                  </a:lnTo>
                  <a:cubicBezTo>
                    <a:pt x="7478" y="4823"/>
                    <a:pt x="7442" y="4870"/>
                    <a:pt x="7371" y="4906"/>
                  </a:cubicBezTo>
                  <a:cubicBezTo>
                    <a:pt x="7311" y="4942"/>
                    <a:pt x="7288" y="5001"/>
                    <a:pt x="7288" y="5061"/>
                  </a:cubicBezTo>
                  <a:lnTo>
                    <a:pt x="7288" y="5323"/>
                  </a:lnTo>
                  <a:cubicBezTo>
                    <a:pt x="7288" y="5394"/>
                    <a:pt x="7347" y="5466"/>
                    <a:pt x="7419" y="5489"/>
                  </a:cubicBezTo>
                  <a:lnTo>
                    <a:pt x="7883" y="5609"/>
                  </a:lnTo>
                  <a:cubicBezTo>
                    <a:pt x="7966" y="5620"/>
                    <a:pt x="8026" y="5716"/>
                    <a:pt x="8026" y="5799"/>
                  </a:cubicBezTo>
                  <a:lnTo>
                    <a:pt x="8026" y="5847"/>
                  </a:lnTo>
                  <a:lnTo>
                    <a:pt x="6168" y="5847"/>
                  </a:lnTo>
                  <a:lnTo>
                    <a:pt x="6168" y="5799"/>
                  </a:lnTo>
                  <a:cubicBezTo>
                    <a:pt x="6168" y="5716"/>
                    <a:pt x="6228" y="5632"/>
                    <a:pt x="6311" y="5609"/>
                  </a:cubicBezTo>
                  <a:lnTo>
                    <a:pt x="6776" y="5489"/>
                  </a:lnTo>
                  <a:cubicBezTo>
                    <a:pt x="6847" y="5478"/>
                    <a:pt x="6907" y="5394"/>
                    <a:pt x="6907" y="5323"/>
                  </a:cubicBezTo>
                  <a:lnTo>
                    <a:pt x="6907" y="5061"/>
                  </a:lnTo>
                  <a:cubicBezTo>
                    <a:pt x="6907" y="5001"/>
                    <a:pt x="6883" y="4942"/>
                    <a:pt x="6823" y="4906"/>
                  </a:cubicBezTo>
                  <a:cubicBezTo>
                    <a:pt x="6764" y="4870"/>
                    <a:pt x="6716" y="4799"/>
                    <a:pt x="6716" y="4739"/>
                  </a:cubicBezTo>
                  <a:lnTo>
                    <a:pt x="6716" y="4192"/>
                  </a:lnTo>
                  <a:cubicBezTo>
                    <a:pt x="6716" y="4085"/>
                    <a:pt x="6811" y="4001"/>
                    <a:pt x="6907" y="4001"/>
                  </a:cubicBezTo>
                  <a:close/>
                  <a:moveTo>
                    <a:pt x="8740" y="3275"/>
                  </a:moveTo>
                  <a:lnTo>
                    <a:pt x="8740" y="5847"/>
                  </a:lnTo>
                  <a:lnTo>
                    <a:pt x="8359" y="5847"/>
                  </a:lnTo>
                  <a:lnTo>
                    <a:pt x="8359" y="5799"/>
                  </a:lnTo>
                  <a:cubicBezTo>
                    <a:pt x="8359" y="5549"/>
                    <a:pt x="8192" y="5335"/>
                    <a:pt x="7954" y="5275"/>
                  </a:cubicBezTo>
                  <a:lnTo>
                    <a:pt x="7621" y="5204"/>
                  </a:lnTo>
                  <a:lnTo>
                    <a:pt x="7621" y="5144"/>
                  </a:lnTo>
                  <a:cubicBezTo>
                    <a:pt x="7740" y="5037"/>
                    <a:pt x="7800" y="4894"/>
                    <a:pt x="7800" y="4739"/>
                  </a:cubicBezTo>
                  <a:lnTo>
                    <a:pt x="7800" y="4192"/>
                  </a:lnTo>
                  <a:cubicBezTo>
                    <a:pt x="7800" y="3894"/>
                    <a:pt x="7561" y="3656"/>
                    <a:pt x="7264" y="3656"/>
                  </a:cubicBezTo>
                  <a:lnTo>
                    <a:pt x="6895" y="3656"/>
                  </a:lnTo>
                  <a:cubicBezTo>
                    <a:pt x="6597" y="3656"/>
                    <a:pt x="6359" y="3894"/>
                    <a:pt x="6359" y="4192"/>
                  </a:cubicBezTo>
                  <a:lnTo>
                    <a:pt x="6359" y="4739"/>
                  </a:lnTo>
                  <a:cubicBezTo>
                    <a:pt x="6359" y="4894"/>
                    <a:pt x="6430" y="5037"/>
                    <a:pt x="6537" y="5144"/>
                  </a:cubicBezTo>
                  <a:lnTo>
                    <a:pt x="6537" y="5204"/>
                  </a:lnTo>
                  <a:lnTo>
                    <a:pt x="6216" y="5275"/>
                  </a:lnTo>
                  <a:cubicBezTo>
                    <a:pt x="5978" y="5335"/>
                    <a:pt x="5811" y="5549"/>
                    <a:pt x="5811" y="5799"/>
                  </a:cubicBezTo>
                  <a:lnTo>
                    <a:pt x="5811" y="5847"/>
                  </a:lnTo>
                  <a:lnTo>
                    <a:pt x="5418" y="5847"/>
                  </a:lnTo>
                  <a:lnTo>
                    <a:pt x="5418" y="3275"/>
                  </a:lnTo>
                  <a:close/>
                  <a:moveTo>
                    <a:pt x="1430" y="1"/>
                  </a:moveTo>
                  <a:cubicBezTo>
                    <a:pt x="1346" y="1"/>
                    <a:pt x="1275" y="72"/>
                    <a:pt x="1275" y="155"/>
                  </a:cubicBezTo>
                  <a:cubicBezTo>
                    <a:pt x="1275" y="251"/>
                    <a:pt x="1346" y="322"/>
                    <a:pt x="1430" y="322"/>
                  </a:cubicBezTo>
                  <a:lnTo>
                    <a:pt x="5097" y="322"/>
                  </a:lnTo>
                  <a:lnTo>
                    <a:pt x="5097" y="4763"/>
                  </a:lnTo>
                  <a:lnTo>
                    <a:pt x="4156" y="4763"/>
                  </a:lnTo>
                  <a:lnTo>
                    <a:pt x="4156" y="3835"/>
                  </a:lnTo>
                  <a:cubicBezTo>
                    <a:pt x="4156" y="3537"/>
                    <a:pt x="3978" y="3275"/>
                    <a:pt x="3692" y="3168"/>
                  </a:cubicBezTo>
                  <a:lnTo>
                    <a:pt x="3251" y="2989"/>
                  </a:lnTo>
                  <a:lnTo>
                    <a:pt x="3251" y="2965"/>
                  </a:lnTo>
                  <a:lnTo>
                    <a:pt x="3251" y="2715"/>
                  </a:lnTo>
                  <a:cubicBezTo>
                    <a:pt x="3478" y="2549"/>
                    <a:pt x="3620" y="2287"/>
                    <a:pt x="3620" y="1989"/>
                  </a:cubicBezTo>
                  <a:lnTo>
                    <a:pt x="3620" y="1632"/>
                  </a:lnTo>
                  <a:cubicBezTo>
                    <a:pt x="3620" y="1227"/>
                    <a:pt x="3299" y="917"/>
                    <a:pt x="2906" y="917"/>
                  </a:cubicBezTo>
                  <a:lnTo>
                    <a:pt x="2537" y="917"/>
                  </a:lnTo>
                  <a:cubicBezTo>
                    <a:pt x="2132" y="917"/>
                    <a:pt x="1823" y="1251"/>
                    <a:pt x="1823" y="1632"/>
                  </a:cubicBezTo>
                  <a:lnTo>
                    <a:pt x="1823" y="2001"/>
                  </a:lnTo>
                  <a:cubicBezTo>
                    <a:pt x="1823" y="2299"/>
                    <a:pt x="1965" y="2572"/>
                    <a:pt x="2192" y="2739"/>
                  </a:cubicBezTo>
                  <a:lnTo>
                    <a:pt x="2192" y="2989"/>
                  </a:lnTo>
                  <a:lnTo>
                    <a:pt x="2192" y="3001"/>
                  </a:lnTo>
                  <a:lnTo>
                    <a:pt x="1751" y="3180"/>
                  </a:lnTo>
                  <a:cubicBezTo>
                    <a:pt x="1477" y="3287"/>
                    <a:pt x="1287" y="3549"/>
                    <a:pt x="1287" y="3846"/>
                  </a:cubicBezTo>
                  <a:lnTo>
                    <a:pt x="1287" y="4775"/>
                  </a:lnTo>
                  <a:lnTo>
                    <a:pt x="346" y="4775"/>
                  </a:lnTo>
                  <a:lnTo>
                    <a:pt x="346" y="370"/>
                  </a:lnTo>
                  <a:lnTo>
                    <a:pt x="715" y="370"/>
                  </a:lnTo>
                  <a:cubicBezTo>
                    <a:pt x="811" y="370"/>
                    <a:pt x="882" y="298"/>
                    <a:pt x="882" y="203"/>
                  </a:cubicBezTo>
                  <a:cubicBezTo>
                    <a:pt x="882" y="120"/>
                    <a:pt x="811" y="36"/>
                    <a:pt x="715" y="36"/>
                  </a:cubicBezTo>
                  <a:lnTo>
                    <a:pt x="168" y="36"/>
                  </a:lnTo>
                  <a:cubicBezTo>
                    <a:pt x="84" y="36"/>
                    <a:pt x="1" y="120"/>
                    <a:pt x="1" y="203"/>
                  </a:cubicBezTo>
                  <a:lnTo>
                    <a:pt x="1" y="6049"/>
                  </a:lnTo>
                  <a:cubicBezTo>
                    <a:pt x="1" y="6144"/>
                    <a:pt x="84" y="6216"/>
                    <a:pt x="168" y="6216"/>
                  </a:cubicBezTo>
                  <a:lnTo>
                    <a:pt x="8931" y="6216"/>
                  </a:lnTo>
                  <a:cubicBezTo>
                    <a:pt x="9026" y="6216"/>
                    <a:pt x="9097" y="6144"/>
                    <a:pt x="9097" y="6049"/>
                  </a:cubicBezTo>
                  <a:lnTo>
                    <a:pt x="9097" y="203"/>
                  </a:lnTo>
                  <a:cubicBezTo>
                    <a:pt x="9085" y="84"/>
                    <a:pt x="9014" y="1"/>
                    <a:pt x="8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64"/>
            <p:cNvSpPr/>
            <p:nvPr/>
          </p:nvSpPr>
          <p:spPr>
            <a:xfrm>
              <a:off x="6188327" y="2955408"/>
              <a:ext cx="371395" cy="272857"/>
            </a:xfrm>
            <a:custGeom>
              <a:avLst/>
              <a:gdLst/>
              <a:ahLst/>
              <a:cxnLst/>
              <a:rect l="l" t="t" r="r" b="b"/>
              <a:pathLst>
                <a:path w="11669" h="8573" extrusionOk="0">
                  <a:moveTo>
                    <a:pt x="10597" y="358"/>
                  </a:moveTo>
                  <a:cubicBezTo>
                    <a:pt x="10704" y="358"/>
                    <a:pt x="10799" y="453"/>
                    <a:pt x="10799" y="548"/>
                  </a:cubicBezTo>
                  <a:lnTo>
                    <a:pt x="10799" y="7323"/>
                  </a:lnTo>
                  <a:lnTo>
                    <a:pt x="10418" y="7323"/>
                  </a:lnTo>
                  <a:cubicBezTo>
                    <a:pt x="10335" y="7323"/>
                    <a:pt x="10263" y="7394"/>
                    <a:pt x="10263" y="7490"/>
                  </a:cubicBezTo>
                  <a:cubicBezTo>
                    <a:pt x="10263" y="7585"/>
                    <a:pt x="10335" y="7656"/>
                    <a:pt x="10418" y="7656"/>
                  </a:cubicBezTo>
                  <a:lnTo>
                    <a:pt x="11323" y="7656"/>
                  </a:lnTo>
                  <a:cubicBezTo>
                    <a:pt x="11323" y="7656"/>
                    <a:pt x="11347" y="7656"/>
                    <a:pt x="11347" y="7668"/>
                  </a:cubicBezTo>
                  <a:lnTo>
                    <a:pt x="11347" y="8037"/>
                  </a:lnTo>
                  <a:cubicBezTo>
                    <a:pt x="11335" y="8144"/>
                    <a:pt x="11240" y="8240"/>
                    <a:pt x="11133" y="8240"/>
                  </a:cubicBezTo>
                  <a:lnTo>
                    <a:pt x="536" y="8240"/>
                  </a:lnTo>
                  <a:cubicBezTo>
                    <a:pt x="441" y="8240"/>
                    <a:pt x="346" y="8144"/>
                    <a:pt x="346" y="8037"/>
                  </a:cubicBezTo>
                  <a:lnTo>
                    <a:pt x="346" y="7668"/>
                  </a:lnTo>
                  <a:cubicBezTo>
                    <a:pt x="346" y="7668"/>
                    <a:pt x="346" y="7656"/>
                    <a:pt x="357" y="7656"/>
                  </a:cubicBezTo>
                  <a:lnTo>
                    <a:pt x="9680" y="7656"/>
                  </a:lnTo>
                  <a:cubicBezTo>
                    <a:pt x="9763" y="7656"/>
                    <a:pt x="9835" y="7585"/>
                    <a:pt x="9835" y="7490"/>
                  </a:cubicBezTo>
                  <a:cubicBezTo>
                    <a:pt x="9835" y="7394"/>
                    <a:pt x="9763" y="7323"/>
                    <a:pt x="9680" y="7323"/>
                  </a:cubicBezTo>
                  <a:lnTo>
                    <a:pt x="893" y="7323"/>
                  </a:lnTo>
                  <a:lnTo>
                    <a:pt x="893" y="548"/>
                  </a:lnTo>
                  <a:cubicBezTo>
                    <a:pt x="893" y="453"/>
                    <a:pt x="988" y="358"/>
                    <a:pt x="1084" y="358"/>
                  </a:cubicBezTo>
                  <a:close/>
                  <a:moveTo>
                    <a:pt x="1096" y="1"/>
                  </a:moveTo>
                  <a:cubicBezTo>
                    <a:pt x="798" y="1"/>
                    <a:pt x="560" y="239"/>
                    <a:pt x="560" y="536"/>
                  </a:cubicBezTo>
                  <a:lnTo>
                    <a:pt x="560" y="7311"/>
                  </a:lnTo>
                  <a:lnTo>
                    <a:pt x="357" y="7311"/>
                  </a:lnTo>
                  <a:cubicBezTo>
                    <a:pt x="167" y="7311"/>
                    <a:pt x="0" y="7478"/>
                    <a:pt x="0" y="7668"/>
                  </a:cubicBezTo>
                  <a:lnTo>
                    <a:pt x="0" y="8037"/>
                  </a:lnTo>
                  <a:cubicBezTo>
                    <a:pt x="0" y="8335"/>
                    <a:pt x="238" y="8573"/>
                    <a:pt x="536" y="8573"/>
                  </a:cubicBezTo>
                  <a:lnTo>
                    <a:pt x="11133" y="8573"/>
                  </a:lnTo>
                  <a:cubicBezTo>
                    <a:pt x="11430" y="8573"/>
                    <a:pt x="11668" y="8335"/>
                    <a:pt x="11668" y="8037"/>
                  </a:cubicBezTo>
                  <a:lnTo>
                    <a:pt x="11668" y="7668"/>
                  </a:lnTo>
                  <a:cubicBezTo>
                    <a:pt x="11668" y="7478"/>
                    <a:pt x="11525" y="7311"/>
                    <a:pt x="11335" y="7311"/>
                  </a:cubicBezTo>
                  <a:lnTo>
                    <a:pt x="11133" y="7311"/>
                  </a:lnTo>
                  <a:lnTo>
                    <a:pt x="11133" y="536"/>
                  </a:lnTo>
                  <a:cubicBezTo>
                    <a:pt x="11133" y="239"/>
                    <a:pt x="10894" y="1"/>
                    <a:pt x="10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3" name="Google Shape;10633;p64"/>
          <p:cNvGrpSpPr/>
          <p:nvPr/>
        </p:nvGrpSpPr>
        <p:grpSpPr>
          <a:xfrm>
            <a:off x="7521454" y="2731889"/>
            <a:ext cx="359651" cy="371013"/>
            <a:chOff x="7521454" y="2906139"/>
            <a:chExt cx="359651" cy="371013"/>
          </a:xfrm>
        </p:grpSpPr>
        <p:sp>
          <p:nvSpPr>
            <p:cNvPr id="10634" name="Google Shape;10634;p64"/>
            <p:cNvSpPr/>
            <p:nvPr/>
          </p:nvSpPr>
          <p:spPr>
            <a:xfrm>
              <a:off x="7614677"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798" y="1405"/>
                    <a:pt x="1548" y="1655"/>
                    <a:pt x="1251" y="1655"/>
                  </a:cubicBezTo>
                  <a:cubicBezTo>
                    <a:pt x="941" y="1655"/>
                    <a:pt x="691" y="1393"/>
                    <a:pt x="691" y="1084"/>
                  </a:cubicBezTo>
                  <a:lnTo>
                    <a:pt x="691" y="715"/>
                  </a:lnTo>
                  <a:cubicBezTo>
                    <a:pt x="691" y="512"/>
                    <a:pt x="846" y="345"/>
                    <a:pt x="1060" y="345"/>
                  </a:cubicBezTo>
                  <a:close/>
                  <a:moveTo>
                    <a:pt x="1429" y="1988"/>
                  </a:moveTo>
                  <a:lnTo>
                    <a:pt x="1429" y="2072"/>
                  </a:lnTo>
                  <a:cubicBezTo>
                    <a:pt x="1429" y="2131"/>
                    <a:pt x="1441" y="2191"/>
                    <a:pt x="1477" y="2250"/>
                  </a:cubicBezTo>
                  <a:lnTo>
                    <a:pt x="1251" y="2489"/>
                  </a:lnTo>
                  <a:lnTo>
                    <a:pt x="1239" y="2489"/>
                  </a:lnTo>
                  <a:lnTo>
                    <a:pt x="1000" y="2250"/>
                  </a:lnTo>
                  <a:cubicBezTo>
                    <a:pt x="1024" y="2191"/>
                    <a:pt x="1048" y="2131"/>
                    <a:pt x="1048" y="2072"/>
                  </a:cubicBezTo>
                  <a:lnTo>
                    <a:pt x="1048"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0" y="2715"/>
                  </a:lnTo>
                  <a:cubicBezTo>
                    <a:pt x="1072" y="2786"/>
                    <a:pt x="1155" y="2810"/>
                    <a:pt x="1251" y="2810"/>
                  </a:cubicBezTo>
                  <a:cubicBezTo>
                    <a:pt x="1334" y="2810"/>
                    <a:pt x="1429" y="2786"/>
                    <a:pt x="1501"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13" y="2572"/>
                    <a:pt x="2394"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64"/>
            <p:cNvSpPr/>
            <p:nvPr/>
          </p:nvSpPr>
          <p:spPr>
            <a:xfrm>
              <a:off x="7707518"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822" y="1405"/>
                    <a:pt x="1560" y="1655"/>
                    <a:pt x="1251" y="1655"/>
                  </a:cubicBezTo>
                  <a:cubicBezTo>
                    <a:pt x="941" y="1655"/>
                    <a:pt x="691" y="1393"/>
                    <a:pt x="691" y="1084"/>
                  </a:cubicBezTo>
                  <a:lnTo>
                    <a:pt x="691" y="715"/>
                  </a:lnTo>
                  <a:cubicBezTo>
                    <a:pt x="691" y="512"/>
                    <a:pt x="846" y="345"/>
                    <a:pt x="1060" y="345"/>
                  </a:cubicBezTo>
                  <a:close/>
                  <a:moveTo>
                    <a:pt x="1441" y="1988"/>
                  </a:moveTo>
                  <a:lnTo>
                    <a:pt x="1441" y="2072"/>
                  </a:lnTo>
                  <a:cubicBezTo>
                    <a:pt x="1441" y="2131"/>
                    <a:pt x="1465" y="2191"/>
                    <a:pt x="1489" y="2250"/>
                  </a:cubicBezTo>
                  <a:lnTo>
                    <a:pt x="1262" y="2489"/>
                  </a:lnTo>
                  <a:lnTo>
                    <a:pt x="1251" y="2489"/>
                  </a:lnTo>
                  <a:lnTo>
                    <a:pt x="1012" y="2250"/>
                  </a:lnTo>
                  <a:cubicBezTo>
                    <a:pt x="1048" y="2191"/>
                    <a:pt x="1060" y="2131"/>
                    <a:pt x="1060" y="2072"/>
                  </a:cubicBezTo>
                  <a:lnTo>
                    <a:pt x="1060"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1" y="2715"/>
                  </a:lnTo>
                  <a:cubicBezTo>
                    <a:pt x="1072" y="2786"/>
                    <a:pt x="1155" y="2810"/>
                    <a:pt x="1251" y="2810"/>
                  </a:cubicBezTo>
                  <a:cubicBezTo>
                    <a:pt x="1346" y="2810"/>
                    <a:pt x="1429" y="2786"/>
                    <a:pt x="1501" y="2715"/>
                  </a:cubicBezTo>
                  <a:lnTo>
                    <a:pt x="1774" y="2441"/>
                  </a:lnTo>
                  <a:lnTo>
                    <a:pt x="2072" y="2596"/>
                  </a:lnTo>
                  <a:cubicBezTo>
                    <a:pt x="2132" y="2619"/>
                    <a:pt x="2167" y="2691"/>
                    <a:pt x="2167" y="2774"/>
                  </a:cubicBezTo>
                  <a:lnTo>
                    <a:pt x="2167" y="4179"/>
                  </a:lnTo>
                  <a:cubicBezTo>
                    <a:pt x="2167" y="4274"/>
                    <a:pt x="2251" y="4346"/>
                    <a:pt x="2334" y="4346"/>
                  </a:cubicBezTo>
                  <a:cubicBezTo>
                    <a:pt x="2429" y="4346"/>
                    <a:pt x="2501" y="4274"/>
                    <a:pt x="2501" y="4179"/>
                  </a:cubicBezTo>
                  <a:lnTo>
                    <a:pt x="2501" y="2774"/>
                  </a:lnTo>
                  <a:cubicBezTo>
                    <a:pt x="2513" y="2572"/>
                    <a:pt x="2417"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64"/>
            <p:cNvSpPr/>
            <p:nvPr/>
          </p:nvSpPr>
          <p:spPr>
            <a:xfrm>
              <a:off x="7800740" y="3138830"/>
              <a:ext cx="80364" cy="138322"/>
            </a:xfrm>
            <a:custGeom>
              <a:avLst/>
              <a:gdLst/>
              <a:ahLst/>
              <a:cxnLst/>
              <a:rect l="l" t="t" r="r" b="b"/>
              <a:pathLst>
                <a:path w="2525" h="4346" extrusionOk="0">
                  <a:moveTo>
                    <a:pt x="1429" y="345"/>
                  </a:moveTo>
                  <a:cubicBezTo>
                    <a:pt x="1643" y="345"/>
                    <a:pt x="1810" y="512"/>
                    <a:pt x="1810" y="715"/>
                  </a:cubicBezTo>
                  <a:lnTo>
                    <a:pt x="1810" y="1084"/>
                  </a:lnTo>
                  <a:cubicBezTo>
                    <a:pt x="1810" y="1405"/>
                    <a:pt x="1548" y="1655"/>
                    <a:pt x="1250" y="1655"/>
                  </a:cubicBezTo>
                  <a:cubicBezTo>
                    <a:pt x="941" y="1655"/>
                    <a:pt x="691" y="1393"/>
                    <a:pt x="691" y="1084"/>
                  </a:cubicBezTo>
                  <a:lnTo>
                    <a:pt x="691" y="715"/>
                  </a:lnTo>
                  <a:cubicBezTo>
                    <a:pt x="691" y="512"/>
                    <a:pt x="858" y="345"/>
                    <a:pt x="1060" y="345"/>
                  </a:cubicBezTo>
                  <a:close/>
                  <a:moveTo>
                    <a:pt x="1429" y="1988"/>
                  </a:moveTo>
                  <a:lnTo>
                    <a:pt x="1429" y="2072"/>
                  </a:lnTo>
                  <a:cubicBezTo>
                    <a:pt x="1429" y="2131"/>
                    <a:pt x="1453" y="2191"/>
                    <a:pt x="1477" y="2250"/>
                  </a:cubicBezTo>
                  <a:lnTo>
                    <a:pt x="1250" y="2489"/>
                  </a:lnTo>
                  <a:lnTo>
                    <a:pt x="1239" y="2489"/>
                  </a:lnTo>
                  <a:lnTo>
                    <a:pt x="1000" y="2250"/>
                  </a:lnTo>
                  <a:cubicBezTo>
                    <a:pt x="1036" y="2191"/>
                    <a:pt x="1048" y="2131"/>
                    <a:pt x="1048" y="2072"/>
                  </a:cubicBezTo>
                  <a:lnTo>
                    <a:pt x="1048" y="1988"/>
                  </a:lnTo>
                  <a:close/>
                  <a:moveTo>
                    <a:pt x="1072" y="0"/>
                  </a:moveTo>
                  <a:cubicBezTo>
                    <a:pt x="679" y="0"/>
                    <a:pt x="358" y="334"/>
                    <a:pt x="358" y="715"/>
                  </a:cubicBezTo>
                  <a:lnTo>
                    <a:pt x="358" y="1084"/>
                  </a:lnTo>
                  <a:cubicBezTo>
                    <a:pt x="358" y="1381"/>
                    <a:pt x="512" y="1655"/>
                    <a:pt x="739" y="1822"/>
                  </a:cubicBezTo>
                  <a:lnTo>
                    <a:pt x="739" y="2072"/>
                  </a:lnTo>
                  <a:lnTo>
                    <a:pt x="739" y="2084"/>
                  </a:lnTo>
                  <a:lnTo>
                    <a:pt x="298" y="2298"/>
                  </a:lnTo>
                  <a:cubicBezTo>
                    <a:pt x="119" y="2381"/>
                    <a:pt x="0" y="2572"/>
                    <a:pt x="0" y="2774"/>
                  </a:cubicBezTo>
                  <a:lnTo>
                    <a:pt x="0" y="4179"/>
                  </a:lnTo>
                  <a:cubicBezTo>
                    <a:pt x="0" y="4274"/>
                    <a:pt x="84" y="4346"/>
                    <a:pt x="167" y="4346"/>
                  </a:cubicBezTo>
                  <a:cubicBezTo>
                    <a:pt x="250" y="4346"/>
                    <a:pt x="334" y="4274"/>
                    <a:pt x="334" y="4179"/>
                  </a:cubicBezTo>
                  <a:lnTo>
                    <a:pt x="334" y="2774"/>
                  </a:lnTo>
                  <a:cubicBezTo>
                    <a:pt x="334" y="2691"/>
                    <a:pt x="369" y="2631"/>
                    <a:pt x="429" y="2596"/>
                  </a:cubicBezTo>
                  <a:lnTo>
                    <a:pt x="727" y="2441"/>
                  </a:lnTo>
                  <a:lnTo>
                    <a:pt x="1000" y="2715"/>
                  </a:lnTo>
                  <a:cubicBezTo>
                    <a:pt x="1072" y="2786"/>
                    <a:pt x="1167" y="2810"/>
                    <a:pt x="1250" y="2810"/>
                  </a:cubicBezTo>
                  <a:cubicBezTo>
                    <a:pt x="1346" y="2810"/>
                    <a:pt x="1429" y="2786"/>
                    <a:pt x="1512"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24" y="2572"/>
                    <a:pt x="2405" y="2381"/>
                    <a:pt x="2227" y="2298"/>
                  </a:cubicBezTo>
                  <a:lnTo>
                    <a:pt x="1786" y="2084"/>
                  </a:lnTo>
                  <a:lnTo>
                    <a:pt x="1786" y="2072"/>
                  </a:lnTo>
                  <a:lnTo>
                    <a:pt x="1786" y="1822"/>
                  </a:lnTo>
                  <a:cubicBezTo>
                    <a:pt x="2012" y="1655"/>
                    <a:pt x="2167" y="1381"/>
                    <a:pt x="2167" y="1084"/>
                  </a:cubicBezTo>
                  <a:lnTo>
                    <a:pt x="2167" y="715"/>
                  </a:lnTo>
                  <a:cubicBezTo>
                    <a:pt x="2167" y="310"/>
                    <a:pt x="1834"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64"/>
            <p:cNvSpPr/>
            <p:nvPr/>
          </p:nvSpPr>
          <p:spPr>
            <a:xfrm>
              <a:off x="7521454" y="3138830"/>
              <a:ext cx="79983" cy="138322"/>
            </a:xfrm>
            <a:custGeom>
              <a:avLst/>
              <a:gdLst/>
              <a:ahLst/>
              <a:cxnLst/>
              <a:rect l="l" t="t" r="r" b="b"/>
              <a:pathLst>
                <a:path w="2513" h="4346" extrusionOk="0">
                  <a:moveTo>
                    <a:pt x="1429" y="345"/>
                  </a:moveTo>
                  <a:cubicBezTo>
                    <a:pt x="1632" y="345"/>
                    <a:pt x="1798" y="512"/>
                    <a:pt x="1798" y="715"/>
                  </a:cubicBezTo>
                  <a:lnTo>
                    <a:pt x="1798" y="1084"/>
                  </a:lnTo>
                  <a:cubicBezTo>
                    <a:pt x="1810" y="1405"/>
                    <a:pt x="1560" y="1655"/>
                    <a:pt x="1251" y="1655"/>
                  </a:cubicBezTo>
                  <a:cubicBezTo>
                    <a:pt x="941" y="1655"/>
                    <a:pt x="679" y="1393"/>
                    <a:pt x="679" y="1084"/>
                  </a:cubicBezTo>
                  <a:lnTo>
                    <a:pt x="679" y="715"/>
                  </a:lnTo>
                  <a:cubicBezTo>
                    <a:pt x="679" y="512"/>
                    <a:pt x="846" y="345"/>
                    <a:pt x="1060" y="345"/>
                  </a:cubicBezTo>
                  <a:close/>
                  <a:moveTo>
                    <a:pt x="1441" y="1988"/>
                  </a:moveTo>
                  <a:lnTo>
                    <a:pt x="1441" y="2072"/>
                  </a:lnTo>
                  <a:cubicBezTo>
                    <a:pt x="1441" y="2131"/>
                    <a:pt x="1453" y="2191"/>
                    <a:pt x="1489" y="2250"/>
                  </a:cubicBezTo>
                  <a:lnTo>
                    <a:pt x="1262" y="2489"/>
                  </a:lnTo>
                  <a:lnTo>
                    <a:pt x="1251" y="2489"/>
                  </a:lnTo>
                  <a:lnTo>
                    <a:pt x="1012" y="2250"/>
                  </a:lnTo>
                  <a:cubicBezTo>
                    <a:pt x="1036" y="2191"/>
                    <a:pt x="1060" y="2131"/>
                    <a:pt x="1060" y="2072"/>
                  </a:cubicBezTo>
                  <a:lnTo>
                    <a:pt x="1060" y="1988"/>
                  </a:lnTo>
                  <a:close/>
                  <a:moveTo>
                    <a:pt x="1072" y="0"/>
                  </a:moveTo>
                  <a:cubicBezTo>
                    <a:pt x="667" y="0"/>
                    <a:pt x="358" y="334"/>
                    <a:pt x="358" y="715"/>
                  </a:cubicBezTo>
                  <a:lnTo>
                    <a:pt x="358" y="1084"/>
                  </a:lnTo>
                  <a:cubicBezTo>
                    <a:pt x="358" y="1381"/>
                    <a:pt x="500"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70" y="2631"/>
                    <a:pt x="429" y="2596"/>
                  </a:cubicBezTo>
                  <a:lnTo>
                    <a:pt x="727" y="2441"/>
                  </a:lnTo>
                  <a:lnTo>
                    <a:pt x="989" y="2715"/>
                  </a:lnTo>
                  <a:cubicBezTo>
                    <a:pt x="1072" y="2786"/>
                    <a:pt x="1155" y="2810"/>
                    <a:pt x="1251" y="2810"/>
                  </a:cubicBezTo>
                  <a:cubicBezTo>
                    <a:pt x="1334" y="2810"/>
                    <a:pt x="1429" y="2786"/>
                    <a:pt x="1501" y="2715"/>
                  </a:cubicBezTo>
                  <a:lnTo>
                    <a:pt x="1763" y="2441"/>
                  </a:lnTo>
                  <a:lnTo>
                    <a:pt x="2060" y="2596"/>
                  </a:lnTo>
                  <a:cubicBezTo>
                    <a:pt x="2132" y="2619"/>
                    <a:pt x="2167" y="2691"/>
                    <a:pt x="2167" y="2774"/>
                  </a:cubicBezTo>
                  <a:lnTo>
                    <a:pt x="2167" y="4179"/>
                  </a:lnTo>
                  <a:cubicBezTo>
                    <a:pt x="2167" y="4274"/>
                    <a:pt x="2251" y="4346"/>
                    <a:pt x="2334" y="4346"/>
                  </a:cubicBezTo>
                  <a:cubicBezTo>
                    <a:pt x="2417" y="4346"/>
                    <a:pt x="2501" y="4274"/>
                    <a:pt x="2501" y="4179"/>
                  </a:cubicBezTo>
                  <a:lnTo>
                    <a:pt x="2501" y="2774"/>
                  </a:lnTo>
                  <a:cubicBezTo>
                    <a:pt x="2513" y="2572"/>
                    <a:pt x="2405"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64"/>
            <p:cNvSpPr/>
            <p:nvPr/>
          </p:nvSpPr>
          <p:spPr>
            <a:xfrm>
              <a:off x="7555923" y="2906139"/>
              <a:ext cx="289949" cy="219833"/>
            </a:xfrm>
            <a:custGeom>
              <a:avLst/>
              <a:gdLst/>
              <a:ahLst/>
              <a:cxnLst/>
              <a:rect l="l" t="t" r="r" b="b"/>
              <a:pathLst>
                <a:path w="9110" h="6907" extrusionOk="0">
                  <a:moveTo>
                    <a:pt x="4561" y="1"/>
                  </a:moveTo>
                  <a:cubicBezTo>
                    <a:pt x="4501" y="1"/>
                    <a:pt x="4442" y="36"/>
                    <a:pt x="4406" y="96"/>
                  </a:cubicBezTo>
                  <a:lnTo>
                    <a:pt x="3859" y="1191"/>
                  </a:lnTo>
                  <a:cubicBezTo>
                    <a:pt x="3811" y="1287"/>
                    <a:pt x="3847" y="1382"/>
                    <a:pt x="3930" y="1418"/>
                  </a:cubicBezTo>
                  <a:cubicBezTo>
                    <a:pt x="3959" y="1432"/>
                    <a:pt x="3988" y="1439"/>
                    <a:pt x="4016" y="1439"/>
                  </a:cubicBezTo>
                  <a:cubicBezTo>
                    <a:pt x="4078" y="1439"/>
                    <a:pt x="4131" y="1404"/>
                    <a:pt x="4156" y="1346"/>
                  </a:cubicBezTo>
                  <a:lnTo>
                    <a:pt x="4382" y="894"/>
                  </a:lnTo>
                  <a:lnTo>
                    <a:pt x="4382" y="4204"/>
                  </a:lnTo>
                  <a:lnTo>
                    <a:pt x="715" y="4204"/>
                  </a:lnTo>
                  <a:cubicBezTo>
                    <a:pt x="310" y="4204"/>
                    <a:pt x="1" y="4525"/>
                    <a:pt x="1" y="4918"/>
                  </a:cubicBezTo>
                  <a:lnTo>
                    <a:pt x="1" y="6752"/>
                  </a:lnTo>
                  <a:cubicBezTo>
                    <a:pt x="1" y="6835"/>
                    <a:pt x="72" y="6906"/>
                    <a:pt x="168" y="6906"/>
                  </a:cubicBezTo>
                  <a:cubicBezTo>
                    <a:pt x="251" y="6906"/>
                    <a:pt x="334" y="6835"/>
                    <a:pt x="334" y="6752"/>
                  </a:cubicBezTo>
                  <a:lnTo>
                    <a:pt x="334" y="4918"/>
                  </a:lnTo>
                  <a:cubicBezTo>
                    <a:pt x="334" y="4704"/>
                    <a:pt x="489" y="4549"/>
                    <a:pt x="703" y="4549"/>
                  </a:cubicBezTo>
                  <a:lnTo>
                    <a:pt x="2906" y="4549"/>
                  </a:lnTo>
                  <a:lnTo>
                    <a:pt x="2906" y="6752"/>
                  </a:lnTo>
                  <a:cubicBezTo>
                    <a:pt x="2906" y="6835"/>
                    <a:pt x="2977" y="6906"/>
                    <a:pt x="3061" y="6906"/>
                  </a:cubicBezTo>
                  <a:cubicBezTo>
                    <a:pt x="3156" y="6906"/>
                    <a:pt x="3227" y="6835"/>
                    <a:pt x="3227" y="6752"/>
                  </a:cubicBezTo>
                  <a:lnTo>
                    <a:pt x="3227" y="4549"/>
                  </a:lnTo>
                  <a:lnTo>
                    <a:pt x="5823" y="4549"/>
                  </a:lnTo>
                  <a:lnTo>
                    <a:pt x="5823" y="6752"/>
                  </a:lnTo>
                  <a:cubicBezTo>
                    <a:pt x="5823" y="6835"/>
                    <a:pt x="5894" y="6906"/>
                    <a:pt x="5978" y="6906"/>
                  </a:cubicBezTo>
                  <a:cubicBezTo>
                    <a:pt x="6073" y="6906"/>
                    <a:pt x="6145" y="6835"/>
                    <a:pt x="6145" y="6752"/>
                  </a:cubicBezTo>
                  <a:lnTo>
                    <a:pt x="6145" y="4549"/>
                  </a:lnTo>
                  <a:lnTo>
                    <a:pt x="8347" y="4549"/>
                  </a:lnTo>
                  <a:cubicBezTo>
                    <a:pt x="8561" y="4549"/>
                    <a:pt x="8716" y="4704"/>
                    <a:pt x="8716" y="4918"/>
                  </a:cubicBezTo>
                  <a:lnTo>
                    <a:pt x="8716" y="6752"/>
                  </a:lnTo>
                  <a:cubicBezTo>
                    <a:pt x="8716" y="6835"/>
                    <a:pt x="8800" y="6906"/>
                    <a:pt x="8883" y="6906"/>
                  </a:cubicBezTo>
                  <a:cubicBezTo>
                    <a:pt x="8978" y="6906"/>
                    <a:pt x="9050" y="6835"/>
                    <a:pt x="9050" y="6752"/>
                  </a:cubicBezTo>
                  <a:lnTo>
                    <a:pt x="9050" y="4918"/>
                  </a:lnTo>
                  <a:cubicBezTo>
                    <a:pt x="9109" y="4525"/>
                    <a:pt x="8788" y="4204"/>
                    <a:pt x="8395" y="4204"/>
                  </a:cubicBezTo>
                  <a:lnTo>
                    <a:pt x="4740" y="4204"/>
                  </a:lnTo>
                  <a:lnTo>
                    <a:pt x="4740" y="894"/>
                  </a:lnTo>
                  <a:lnTo>
                    <a:pt x="4954" y="1346"/>
                  </a:lnTo>
                  <a:cubicBezTo>
                    <a:pt x="4990" y="1406"/>
                    <a:pt x="5049" y="1429"/>
                    <a:pt x="5109" y="1429"/>
                  </a:cubicBezTo>
                  <a:cubicBezTo>
                    <a:pt x="5132" y="1429"/>
                    <a:pt x="5156" y="1429"/>
                    <a:pt x="5180" y="1418"/>
                  </a:cubicBezTo>
                  <a:cubicBezTo>
                    <a:pt x="5275" y="1370"/>
                    <a:pt x="5299" y="1263"/>
                    <a:pt x="5252" y="1191"/>
                  </a:cubicBezTo>
                  <a:lnTo>
                    <a:pt x="4704" y="96"/>
                  </a:lnTo>
                  <a:cubicBezTo>
                    <a:pt x="4680" y="36"/>
                    <a:pt x="4621"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9" name="Google Shape;10639;p64"/>
          <p:cNvGrpSpPr/>
          <p:nvPr/>
        </p:nvGrpSpPr>
        <p:grpSpPr>
          <a:xfrm>
            <a:off x="5782845" y="2732271"/>
            <a:ext cx="301661" cy="371013"/>
            <a:chOff x="5782845" y="2906521"/>
            <a:chExt cx="301661" cy="371013"/>
          </a:xfrm>
        </p:grpSpPr>
        <p:sp>
          <p:nvSpPr>
            <p:cNvPr id="10640" name="Google Shape;10640;p64"/>
            <p:cNvSpPr/>
            <p:nvPr/>
          </p:nvSpPr>
          <p:spPr>
            <a:xfrm>
              <a:off x="5782845" y="3087651"/>
              <a:ext cx="301661" cy="189883"/>
            </a:xfrm>
            <a:custGeom>
              <a:avLst/>
              <a:gdLst/>
              <a:ahLst/>
              <a:cxnLst/>
              <a:rect l="l" t="t" r="r" b="b"/>
              <a:pathLst>
                <a:path w="9478" h="5966" extrusionOk="0">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64"/>
            <p:cNvSpPr/>
            <p:nvPr/>
          </p:nvSpPr>
          <p:spPr>
            <a:xfrm>
              <a:off x="5868111" y="2906521"/>
              <a:ext cx="127724" cy="172823"/>
            </a:xfrm>
            <a:custGeom>
              <a:avLst/>
              <a:gdLst/>
              <a:ahLst/>
              <a:cxnLst/>
              <a:rect l="l" t="t" r="r" b="b"/>
              <a:pathLst>
                <a:path w="4013" h="5430" extrusionOk="0">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64"/>
            <p:cNvSpPr/>
            <p:nvPr/>
          </p:nvSpPr>
          <p:spPr>
            <a:xfrm>
              <a:off x="5915088" y="3051655"/>
              <a:ext cx="34151" cy="10662"/>
            </a:xfrm>
            <a:custGeom>
              <a:avLst/>
              <a:gdLst/>
              <a:ahLst/>
              <a:cxnLst/>
              <a:rect l="l" t="t" r="r" b="b"/>
              <a:pathLst>
                <a:path w="1073" h="335" extrusionOk="0">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3" name="Google Shape;10643;p64"/>
          <p:cNvGrpSpPr/>
          <p:nvPr/>
        </p:nvGrpSpPr>
        <p:grpSpPr>
          <a:xfrm>
            <a:off x="6630539" y="2743252"/>
            <a:ext cx="371777" cy="349434"/>
            <a:chOff x="6630539" y="2917502"/>
            <a:chExt cx="371777" cy="349434"/>
          </a:xfrm>
        </p:grpSpPr>
        <p:sp>
          <p:nvSpPr>
            <p:cNvPr id="10644" name="Google Shape;10644;p64"/>
            <p:cNvSpPr/>
            <p:nvPr/>
          </p:nvSpPr>
          <p:spPr>
            <a:xfrm>
              <a:off x="6689292" y="3043093"/>
              <a:ext cx="92109" cy="30586"/>
            </a:xfrm>
            <a:custGeom>
              <a:avLst/>
              <a:gdLst/>
              <a:ahLst/>
              <a:cxnLst/>
              <a:rect l="l" t="t" r="r" b="b"/>
              <a:pathLst>
                <a:path w="2894" h="961" extrusionOk="0">
                  <a:moveTo>
                    <a:pt x="1164" y="1"/>
                  </a:moveTo>
                  <a:cubicBezTo>
                    <a:pt x="816" y="1"/>
                    <a:pt x="501" y="36"/>
                    <a:pt x="298" y="67"/>
                  </a:cubicBezTo>
                  <a:cubicBezTo>
                    <a:pt x="119" y="91"/>
                    <a:pt x="0" y="246"/>
                    <a:pt x="0" y="401"/>
                  </a:cubicBezTo>
                  <a:lnTo>
                    <a:pt x="0" y="794"/>
                  </a:lnTo>
                  <a:cubicBezTo>
                    <a:pt x="0" y="877"/>
                    <a:pt x="72" y="960"/>
                    <a:pt x="155" y="960"/>
                  </a:cubicBezTo>
                  <a:cubicBezTo>
                    <a:pt x="250" y="960"/>
                    <a:pt x="322" y="877"/>
                    <a:pt x="322" y="794"/>
                  </a:cubicBezTo>
                  <a:lnTo>
                    <a:pt x="322" y="401"/>
                  </a:lnTo>
                  <a:cubicBezTo>
                    <a:pt x="322" y="401"/>
                    <a:pt x="322" y="389"/>
                    <a:pt x="334" y="389"/>
                  </a:cubicBezTo>
                  <a:cubicBezTo>
                    <a:pt x="511" y="361"/>
                    <a:pt x="812" y="318"/>
                    <a:pt x="1157" y="318"/>
                  </a:cubicBezTo>
                  <a:cubicBezTo>
                    <a:pt x="1253" y="318"/>
                    <a:pt x="1352" y="321"/>
                    <a:pt x="1453" y="329"/>
                  </a:cubicBezTo>
                  <a:cubicBezTo>
                    <a:pt x="1989" y="365"/>
                    <a:pt x="2382" y="496"/>
                    <a:pt x="2596" y="734"/>
                  </a:cubicBezTo>
                  <a:cubicBezTo>
                    <a:pt x="2626" y="764"/>
                    <a:pt x="2670" y="779"/>
                    <a:pt x="2715" y="779"/>
                  </a:cubicBezTo>
                  <a:cubicBezTo>
                    <a:pt x="2760" y="779"/>
                    <a:pt x="2804" y="764"/>
                    <a:pt x="2834" y="734"/>
                  </a:cubicBezTo>
                  <a:cubicBezTo>
                    <a:pt x="2894" y="675"/>
                    <a:pt x="2894" y="567"/>
                    <a:pt x="2834" y="508"/>
                  </a:cubicBezTo>
                  <a:cubicBezTo>
                    <a:pt x="2437" y="103"/>
                    <a:pt x="1753" y="1"/>
                    <a:pt x="1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64"/>
            <p:cNvSpPr/>
            <p:nvPr/>
          </p:nvSpPr>
          <p:spPr>
            <a:xfrm>
              <a:off x="6630539" y="2993315"/>
              <a:ext cx="208852" cy="273621"/>
            </a:xfrm>
            <a:custGeom>
              <a:avLst/>
              <a:gdLst/>
              <a:ahLst/>
              <a:cxnLst/>
              <a:rect l="l" t="t" r="r" b="b"/>
              <a:pathLst>
                <a:path w="6562" h="8597" extrusionOk="0">
                  <a:moveTo>
                    <a:pt x="5132" y="334"/>
                  </a:moveTo>
                  <a:lnTo>
                    <a:pt x="5132" y="1988"/>
                  </a:lnTo>
                  <a:cubicBezTo>
                    <a:pt x="5132" y="2239"/>
                    <a:pt x="5073" y="2477"/>
                    <a:pt x="4966" y="2703"/>
                  </a:cubicBezTo>
                  <a:cubicBezTo>
                    <a:pt x="4954" y="2727"/>
                    <a:pt x="4954" y="2739"/>
                    <a:pt x="4954" y="2774"/>
                  </a:cubicBezTo>
                  <a:lnTo>
                    <a:pt x="4954" y="3262"/>
                  </a:lnTo>
                  <a:cubicBezTo>
                    <a:pt x="4954" y="3727"/>
                    <a:pt x="4763" y="4155"/>
                    <a:pt x="4430" y="4465"/>
                  </a:cubicBezTo>
                  <a:cubicBezTo>
                    <a:pt x="4108" y="4765"/>
                    <a:pt x="3713" y="4920"/>
                    <a:pt x="3275" y="4920"/>
                  </a:cubicBezTo>
                  <a:cubicBezTo>
                    <a:pt x="3243" y="4920"/>
                    <a:pt x="3212" y="4919"/>
                    <a:pt x="3180" y="4917"/>
                  </a:cubicBezTo>
                  <a:cubicBezTo>
                    <a:pt x="2299" y="4882"/>
                    <a:pt x="1620" y="4120"/>
                    <a:pt x="1620" y="3215"/>
                  </a:cubicBezTo>
                  <a:lnTo>
                    <a:pt x="1620" y="2786"/>
                  </a:lnTo>
                  <a:cubicBezTo>
                    <a:pt x="1620" y="2762"/>
                    <a:pt x="1620" y="2739"/>
                    <a:pt x="1608" y="2715"/>
                  </a:cubicBezTo>
                  <a:cubicBezTo>
                    <a:pt x="1501" y="2489"/>
                    <a:pt x="1441" y="2239"/>
                    <a:pt x="1441" y="2000"/>
                  </a:cubicBezTo>
                  <a:lnTo>
                    <a:pt x="1441" y="1631"/>
                  </a:lnTo>
                  <a:cubicBezTo>
                    <a:pt x="1441" y="917"/>
                    <a:pt x="2025" y="334"/>
                    <a:pt x="2739" y="334"/>
                  </a:cubicBezTo>
                  <a:close/>
                  <a:moveTo>
                    <a:pt x="4204" y="5048"/>
                  </a:moveTo>
                  <a:lnTo>
                    <a:pt x="4204" y="5358"/>
                  </a:lnTo>
                  <a:lnTo>
                    <a:pt x="3287" y="6001"/>
                  </a:lnTo>
                  <a:lnTo>
                    <a:pt x="2358" y="5358"/>
                  </a:lnTo>
                  <a:lnTo>
                    <a:pt x="2358" y="5048"/>
                  </a:lnTo>
                  <a:cubicBezTo>
                    <a:pt x="2596" y="5179"/>
                    <a:pt x="2870" y="5263"/>
                    <a:pt x="3156" y="5275"/>
                  </a:cubicBezTo>
                  <a:lnTo>
                    <a:pt x="3287" y="5275"/>
                  </a:lnTo>
                  <a:cubicBezTo>
                    <a:pt x="3608" y="5275"/>
                    <a:pt x="3930" y="5203"/>
                    <a:pt x="4204" y="5048"/>
                  </a:cubicBezTo>
                  <a:close/>
                  <a:moveTo>
                    <a:pt x="2203" y="5668"/>
                  </a:moveTo>
                  <a:lnTo>
                    <a:pt x="3001" y="6227"/>
                  </a:lnTo>
                  <a:lnTo>
                    <a:pt x="2584" y="6656"/>
                  </a:lnTo>
                  <a:lnTo>
                    <a:pt x="2573" y="6656"/>
                  </a:lnTo>
                  <a:lnTo>
                    <a:pt x="2037" y="5858"/>
                  </a:lnTo>
                  <a:lnTo>
                    <a:pt x="2203" y="5668"/>
                  </a:lnTo>
                  <a:close/>
                  <a:moveTo>
                    <a:pt x="4359" y="5668"/>
                  </a:moveTo>
                  <a:lnTo>
                    <a:pt x="4525" y="5858"/>
                  </a:lnTo>
                  <a:lnTo>
                    <a:pt x="4001" y="6656"/>
                  </a:lnTo>
                  <a:lnTo>
                    <a:pt x="3989" y="6656"/>
                  </a:lnTo>
                  <a:lnTo>
                    <a:pt x="3549" y="6227"/>
                  </a:lnTo>
                  <a:lnTo>
                    <a:pt x="4359" y="5668"/>
                  </a:lnTo>
                  <a:close/>
                  <a:moveTo>
                    <a:pt x="2739" y="0"/>
                  </a:moveTo>
                  <a:cubicBezTo>
                    <a:pt x="1822" y="0"/>
                    <a:pt x="1096" y="738"/>
                    <a:pt x="1096" y="1643"/>
                  </a:cubicBezTo>
                  <a:lnTo>
                    <a:pt x="1096" y="2012"/>
                  </a:lnTo>
                  <a:cubicBezTo>
                    <a:pt x="1096" y="2298"/>
                    <a:pt x="1156" y="2584"/>
                    <a:pt x="1275" y="2846"/>
                  </a:cubicBezTo>
                  <a:lnTo>
                    <a:pt x="1275" y="3239"/>
                  </a:lnTo>
                  <a:cubicBezTo>
                    <a:pt x="1275" y="3870"/>
                    <a:pt x="1561" y="4453"/>
                    <a:pt x="2001" y="4822"/>
                  </a:cubicBezTo>
                  <a:lnTo>
                    <a:pt x="2001" y="5406"/>
                  </a:lnTo>
                  <a:lnTo>
                    <a:pt x="1692" y="5739"/>
                  </a:lnTo>
                  <a:cubicBezTo>
                    <a:pt x="1668" y="5763"/>
                    <a:pt x="1644" y="5822"/>
                    <a:pt x="1644" y="5870"/>
                  </a:cubicBezTo>
                  <a:lnTo>
                    <a:pt x="596" y="6251"/>
                  </a:lnTo>
                  <a:cubicBezTo>
                    <a:pt x="239" y="6394"/>
                    <a:pt x="1" y="6727"/>
                    <a:pt x="1" y="7108"/>
                  </a:cubicBezTo>
                  <a:lnTo>
                    <a:pt x="1" y="8418"/>
                  </a:lnTo>
                  <a:cubicBezTo>
                    <a:pt x="1" y="8501"/>
                    <a:pt x="72" y="8573"/>
                    <a:pt x="156" y="8573"/>
                  </a:cubicBezTo>
                  <a:cubicBezTo>
                    <a:pt x="251" y="8573"/>
                    <a:pt x="322" y="8501"/>
                    <a:pt x="322" y="8418"/>
                  </a:cubicBezTo>
                  <a:lnTo>
                    <a:pt x="322" y="7108"/>
                  </a:lnTo>
                  <a:cubicBezTo>
                    <a:pt x="322" y="6870"/>
                    <a:pt x="477" y="6656"/>
                    <a:pt x="691" y="6584"/>
                  </a:cubicBezTo>
                  <a:lnTo>
                    <a:pt x="1811" y="6179"/>
                  </a:lnTo>
                  <a:lnTo>
                    <a:pt x="2275" y="6882"/>
                  </a:lnTo>
                  <a:cubicBezTo>
                    <a:pt x="2334" y="6965"/>
                    <a:pt x="2418" y="7025"/>
                    <a:pt x="2525" y="7025"/>
                  </a:cubicBezTo>
                  <a:lnTo>
                    <a:pt x="2561" y="7025"/>
                  </a:lnTo>
                  <a:cubicBezTo>
                    <a:pt x="2644" y="7025"/>
                    <a:pt x="2739" y="7001"/>
                    <a:pt x="2811" y="6930"/>
                  </a:cubicBezTo>
                  <a:lnTo>
                    <a:pt x="3096" y="6644"/>
                  </a:lnTo>
                  <a:lnTo>
                    <a:pt x="3096" y="8430"/>
                  </a:lnTo>
                  <a:cubicBezTo>
                    <a:pt x="3096" y="8513"/>
                    <a:pt x="3168" y="8596"/>
                    <a:pt x="3251" y="8596"/>
                  </a:cubicBezTo>
                  <a:cubicBezTo>
                    <a:pt x="3346" y="8596"/>
                    <a:pt x="3418" y="8513"/>
                    <a:pt x="3418" y="8430"/>
                  </a:cubicBezTo>
                  <a:lnTo>
                    <a:pt x="3418" y="6644"/>
                  </a:lnTo>
                  <a:lnTo>
                    <a:pt x="3704" y="6930"/>
                  </a:lnTo>
                  <a:cubicBezTo>
                    <a:pt x="3763" y="6989"/>
                    <a:pt x="3870" y="7025"/>
                    <a:pt x="3954" y="7025"/>
                  </a:cubicBezTo>
                  <a:lnTo>
                    <a:pt x="3989" y="7025"/>
                  </a:lnTo>
                  <a:cubicBezTo>
                    <a:pt x="4085" y="7013"/>
                    <a:pt x="4180" y="6953"/>
                    <a:pt x="4239" y="6882"/>
                  </a:cubicBezTo>
                  <a:lnTo>
                    <a:pt x="4704" y="6179"/>
                  </a:lnTo>
                  <a:lnTo>
                    <a:pt x="5811" y="6584"/>
                  </a:lnTo>
                  <a:cubicBezTo>
                    <a:pt x="6037" y="6656"/>
                    <a:pt x="6192" y="6882"/>
                    <a:pt x="6192" y="7108"/>
                  </a:cubicBezTo>
                  <a:lnTo>
                    <a:pt x="6192" y="8418"/>
                  </a:lnTo>
                  <a:cubicBezTo>
                    <a:pt x="6192" y="8501"/>
                    <a:pt x="6264" y="8573"/>
                    <a:pt x="6347" y="8573"/>
                  </a:cubicBezTo>
                  <a:cubicBezTo>
                    <a:pt x="6442" y="8573"/>
                    <a:pt x="6514" y="8501"/>
                    <a:pt x="6514" y="8418"/>
                  </a:cubicBezTo>
                  <a:lnTo>
                    <a:pt x="6514" y="7108"/>
                  </a:lnTo>
                  <a:cubicBezTo>
                    <a:pt x="6561" y="6703"/>
                    <a:pt x="6323" y="6370"/>
                    <a:pt x="5966" y="6239"/>
                  </a:cubicBezTo>
                  <a:lnTo>
                    <a:pt x="4906" y="5858"/>
                  </a:lnTo>
                  <a:cubicBezTo>
                    <a:pt x="4906" y="5810"/>
                    <a:pt x="4894" y="5763"/>
                    <a:pt x="4859" y="5715"/>
                  </a:cubicBezTo>
                  <a:lnTo>
                    <a:pt x="4549" y="5394"/>
                  </a:lnTo>
                  <a:lnTo>
                    <a:pt x="4549" y="4822"/>
                  </a:lnTo>
                  <a:cubicBezTo>
                    <a:pt x="4585" y="4798"/>
                    <a:pt x="4609" y="4763"/>
                    <a:pt x="4656" y="4739"/>
                  </a:cubicBezTo>
                  <a:cubicBezTo>
                    <a:pt x="5061" y="4370"/>
                    <a:pt x="5275" y="3822"/>
                    <a:pt x="5275" y="3274"/>
                  </a:cubicBezTo>
                  <a:lnTo>
                    <a:pt x="5275" y="2834"/>
                  </a:lnTo>
                  <a:cubicBezTo>
                    <a:pt x="5394" y="2560"/>
                    <a:pt x="5454" y="2286"/>
                    <a:pt x="5454" y="2000"/>
                  </a:cubicBezTo>
                  <a:lnTo>
                    <a:pt x="5454" y="167"/>
                  </a:lnTo>
                  <a:cubicBezTo>
                    <a:pt x="5454" y="83"/>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64"/>
            <p:cNvSpPr/>
            <p:nvPr/>
          </p:nvSpPr>
          <p:spPr>
            <a:xfrm>
              <a:off x="6665804" y="3232053"/>
              <a:ext cx="10630" cy="33737"/>
            </a:xfrm>
            <a:custGeom>
              <a:avLst/>
              <a:gdLst/>
              <a:ahLst/>
              <a:cxnLst/>
              <a:rect l="l" t="t" r="r" b="b"/>
              <a:pathLst>
                <a:path w="334" h="1060" extrusionOk="0">
                  <a:moveTo>
                    <a:pt x="167" y="0"/>
                  </a:moveTo>
                  <a:cubicBezTo>
                    <a:pt x="83" y="0"/>
                    <a:pt x="0" y="83"/>
                    <a:pt x="0" y="167"/>
                  </a:cubicBezTo>
                  <a:lnTo>
                    <a:pt x="0" y="893"/>
                  </a:lnTo>
                  <a:cubicBezTo>
                    <a:pt x="0" y="988"/>
                    <a:pt x="83" y="1060"/>
                    <a:pt x="167" y="1060"/>
                  </a:cubicBezTo>
                  <a:cubicBezTo>
                    <a:pt x="262" y="1060"/>
                    <a:pt x="333" y="988"/>
                    <a:pt x="333" y="893"/>
                  </a:cubicBezTo>
                  <a:lnTo>
                    <a:pt x="333" y="167"/>
                  </a:lnTo>
                  <a:cubicBezTo>
                    <a:pt x="333" y="83"/>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64"/>
            <p:cNvSpPr/>
            <p:nvPr/>
          </p:nvSpPr>
          <p:spPr>
            <a:xfrm>
              <a:off x="6793877" y="3232053"/>
              <a:ext cx="10248" cy="33737"/>
            </a:xfrm>
            <a:custGeom>
              <a:avLst/>
              <a:gdLst/>
              <a:ahLst/>
              <a:cxnLst/>
              <a:rect l="l" t="t" r="r" b="b"/>
              <a:pathLst>
                <a:path w="322" h="1060" extrusionOk="0">
                  <a:moveTo>
                    <a:pt x="167" y="0"/>
                  </a:moveTo>
                  <a:cubicBezTo>
                    <a:pt x="72" y="0"/>
                    <a:pt x="0" y="83"/>
                    <a:pt x="0" y="167"/>
                  </a:cubicBezTo>
                  <a:lnTo>
                    <a:pt x="0" y="893"/>
                  </a:lnTo>
                  <a:cubicBezTo>
                    <a:pt x="0" y="988"/>
                    <a:pt x="72" y="1060"/>
                    <a:pt x="167" y="1060"/>
                  </a:cubicBezTo>
                  <a:cubicBezTo>
                    <a:pt x="250" y="1060"/>
                    <a:pt x="322" y="988"/>
                    <a:pt x="322" y="893"/>
                  </a:cubicBezTo>
                  <a:lnTo>
                    <a:pt x="322" y="167"/>
                  </a:ln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64"/>
            <p:cNvSpPr/>
            <p:nvPr/>
          </p:nvSpPr>
          <p:spPr>
            <a:xfrm>
              <a:off x="6828347" y="2952766"/>
              <a:ext cx="173969" cy="181162"/>
            </a:xfrm>
            <a:custGeom>
              <a:avLst/>
              <a:gdLst/>
              <a:ahLst/>
              <a:cxnLst/>
              <a:rect l="l" t="t" r="r" b="b"/>
              <a:pathLst>
                <a:path w="5466" h="5692" extrusionOk="0">
                  <a:moveTo>
                    <a:pt x="3847" y="0"/>
                  </a:moveTo>
                  <a:cubicBezTo>
                    <a:pt x="3751" y="0"/>
                    <a:pt x="3680" y="72"/>
                    <a:pt x="3680" y="167"/>
                  </a:cubicBezTo>
                  <a:cubicBezTo>
                    <a:pt x="3680" y="250"/>
                    <a:pt x="3751" y="322"/>
                    <a:pt x="3847" y="322"/>
                  </a:cubicBezTo>
                  <a:lnTo>
                    <a:pt x="4751" y="322"/>
                  </a:lnTo>
                  <a:cubicBezTo>
                    <a:pt x="4954" y="322"/>
                    <a:pt x="5121" y="488"/>
                    <a:pt x="5121" y="703"/>
                  </a:cubicBezTo>
                  <a:lnTo>
                    <a:pt x="5121" y="3643"/>
                  </a:lnTo>
                  <a:cubicBezTo>
                    <a:pt x="5121" y="3858"/>
                    <a:pt x="4954" y="4013"/>
                    <a:pt x="4751" y="4013"/>
                  </a:cubicBezTo>
                  <a:lnTo>
                    <a:pt x="2918" y="4013"/>
                  </a:lnTo>
                  <a:cubicBezTo>
                    <a:pt x="2894" y="4013"/>
                    <a:pt x="2846" y="4036"/>
                    <a:pt x="2811" y="4048"/>
                  </a:cubicBezTo>
                  <a:lnTo>
                    <a:pt x="1180" y="5239"/>
                  </a:lnTo>
                  <a:lnTo>
                    <a:pt x="1180" y="5239"/>
                  </a:lnTo>
                  <a:lnTo>
                    <a:pt x="1430" y="4227"/>
                  </a:lnTo>
                  <a:cubicBezTo>
                    <a:pt x="1442" y="4179"/>
                    <a:pt x="1430" y="4120"/>
                    <a:pt x="1406" y="4072"/>
                  </a:cubicBezTo>
                  <a:cubicBezTo>
                    <a:pt x="1370" y="4036"/>
                    <a:pt x="1311" y="4013"/>
                    <a:pt x="1263" y="4013"/>
                  </a:cubicBezTo>
                  <a:lnTo>
                    <a:pt x="715" y="4013"/>
                  </a:lnTo>
                  <a:cubicBezTo>
                    <a:pt x="513" y="4013"/>
                    <a:pt x="346" y="3858"/>
                    <a:pt x="346" y="3643"/>
                  </a:cubicBezTo>
                  <a:lnTo>
                    <a:pt x="346" y="715"/>
                  </a:lnTo>
                  <a:cubicBezTo>
                    <a:pt x="346" y="500"/>
                    <a:pt x="513" y="345"/>
                    <a:pt x="715" y="345"/>
                  </a:cubicBezTo>
                  <a:lnTo>
                    <a:pt x="1620" y="345"/>
                  </a:lnTo>
                  <a:cubicBezTo>
                    <a:pt x="1715" y="345"/>
                    <a:pt x="1787" y="262"/>
                    <a:pt x="1787" y="179"/>
                  </a:cubicBezTo>
                  <a:cubicBezTo>
                    <a:pt x="1787" y="84"/>
                    <a:pt x="1715" y="12"/>
                    <a:pt x="1620" y="12"/>
                  </a:cubicBezTo>
                  <a:lnTo>
                    <a:pt x="715" y="12"/>
                  </a:lnTo>
                  <a:cubicBezTo>
                    <a:pt x="310" y="12"/>
                    <a:pt x="1" y="345"/>
                    <a:pt x="1" y="726"/>
                  </a:cubicBezTo>
                  <a:lnTo>
                    <a:pt x="1" y="3643"/>
                  </a:lnTo>
                  <a:cubicBezTo>
                    <a:pt x="1" y="4048"/>
                    <a:pt x="334" y="4358"/>
                    <a:pt x="715" y="4358"/>
                  </a:cubicBezTo>
                  <a:lnTo>
                    <a:pt x="1049" y="4358"/>
                  </a:lnTo>
                  <a:lnTo>
                    <a:pt x="787" y="5370"/>
                  </a:lnTo>
                  <a:cubicBezTo>
                    <a:pt x="763" y="5477"/>
                    <a:pt x="811" y="5596"/>
                    <a:pt x="894" y="5656"/>
                  </a:cubicBezTo>
                  <a:cubicBezTo>
                    <a:pt x="941" y="5679"/>
                    <a:pt x="989" y="5691"/>
                    <a:pt x="1049" y="5691"/>
                  </a:cubicBezTo>
                  <a:cubicBezTo>
                    <a:pt x="1108" y="5691"/>
                    <a:pt x="1144" y="5679"/>
                    <a:pt x="1192" y="5656"/>
                  </a:cubicBezTo>
                  <a:lnTo>
                    <a:pt x="2954" y="4370"/>
                  </a:lnTo>
                  <a:lnTo>
                    <a:pt x="4716" y="4370"/>
                  </a:lnTo>
                  <a:cubicBezTo>
                    <a:pt x="5121" y="4370"/>
                    <a:pt x="5430" y="4048"/>
                    <a:pt x="5430" y="3655"/>
                  </a:cubicBezTo>
                  <a:lnTo>
                    <a:pt x="5430" y="726"/>
                  </a:lnTo>
                  <a:cubicBezTo>
                    <a:pt x="5466" y="322"/>
                    <a:pt x="5132" y="0"/>
                    <a:pt x="4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64"/>
            <p:cNvSpPr/>
            <p:nvPr/>
          </p:nvSpPr>
          <p:spPr>
            <a:xfrm>
              <a:off x="6898463" y="2917502"/>
              <a:ext cx="34151" cy="104999"/>
            </a:xfrm>
            <a:custGeom>
              <a:avLst/>
              <a:gdLst/>
              <a:ahLst/>
              <a:cxnLst/>
              <a:rect l="l" t="t" r="r" b="b"/>
              <a:pathLst>
                <a:path w="1073" h="3299" extrusionOk="0">
                  <a:moveTo>
                    <a:pt x="715" y="346"/>
                  </a:moveTo>
                  <a:lnTo>
                    <a:pt x="548" y="2930"/>
                  </a:lnTo>
                  <a:lnTo>
                    <a:pt x="513" y="2930"/>
                  </a:lnTo>
                  <a:lnTo>
                    <a:pt x="346" y="346"/>
                  </a:lnTo>
                  <a:close/>
                  <a:moveTo>
                    <a:pt x="167" y="1"/>
                  </a:moveTo>
                  <a:cubicBezTo>
                    <a:pt x="120" y="1"/>
                    <a:pt x="72" y="25"/>
                    <a:pt x="48" y="60"/>
                  </a:cubicBezTo>
                  <a:cubicBezTo>
                    <a:pt x="12" y="96"/>
                    <a:pt x="1" y="144"/>
                    <a:pt x="1" y="203"/>
                  </a:cubicBezTo>
                  <a:lnTo>
                    <a:pt x="179" y="3132"/>
                  </a:lnTo>
                  <a:cubicBezTo>
                    <a:pt x="179" y="3216"/>
                    <a:pt x="251" y="3299"/>
                    <a:pt x="346" y="3299"/>
                  </a:cubicBezTo>
                  <a:lnTo>
                    <a:pt x="715" y="3299"/>
                  </a:lnTo>
                  <a:cubicBezTo>
                    <a:pt x="798" y="3299"/>
                    <a:pt x="882" y="3216"/>
                    <a:pt x="882" y="3132"/>
                  </a:cubicBezTo>
                  <a:lnTo>
                    <a:pt x="1060" y="203"/>
                  </a:lnTo>
                  <a:cubicBezTo>
                    <a:pt x="1072" y="144"/>
                    <a:pt x="1048" y="96"/>
                    <a:pt x="1013" y="60"/>
                  </a:cubicBezTo>
                  <a:cubicBezTo>
                    <a:pt x="989" y="37"/>
                    <a:pt x="941"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64"/>
            <p:cNvSpPr/>
            <p:nvPr/>
          </p:nvSpPr>
          <p:spPr>
            <a:xfrm>
              <a:off x="6898081" y="3028548"/>
              <a:ext cx="34151" cy="34119"/>
            </a:xfrm>
            <a:custGeom>
              <a:avLst/>
              <a:gdLst/>
              <a:ahLst/>
              <a:cxnLst/>
              <a:rect l="l" t="t" r="r" b="b"/>
              <a:pathLst>
                <a:path w="1073" h="1072" extrusionOk="0">
                  <a:moveTo>
                    <a:pt x="536" y="346"/>
                  </a:moveTo>
                  <a:cubicBezTo>
                    <a:pt x="644" y="346"/>
                    <a:pt x="727" y="429"/>
                    <a:pt x="727" y="536"/>
                  </a:cubicBezTo>
                  <a:cubicBezTo>
                    <a:pt x="727" y="631"/>
                    <a:pt x="655" y="727"/>
                    <a:pt x="536" y="727"/>
                  </a:cubicBezTo>
                  <a:cubicBezTo>
                    <a:pt x="429" y="727"/>
                    <a:pt x="346" y="631"/>
                    <a:pt x="346" y="536"/>
                  </a:cubicBezTo>
                  <a:cubicBezTo>
                    <a:pt x="346" y="429"/>
                    <a:pt x="429" y="346"/>
                    <a:pt x="536" y="346"/>
                  </a:cubicBezTo>
                  <a:close/>
                  <a:moveTo>
                    <a:pt x="536" y="0"/>
                  </a:moveTo>
                  <a:cubicBezTo>
                    <a:pt x="239" y="0"/>
                    <a:pt x="1" y="239"/>
                    <a:pt x="1" y="536"/>
                  </a:cubicBezTo>
                  <a:cubicBezTo>
                    <a:pt x="1" y="834"/>
                    <a:pt x="239" y="1072"/>
                    <a:pt x="536" y="1072"/>
                  </a:cubicBezTo>
                  <a:cubicBezTo>
                    <a:pt x="834" y="1072"/>
                    <a:pt x="1072" y="834"/>
                    <a:pt x="1072" y="536"/>
                  </a:cubicBezTo>
                  <a:cubicBezTo>
                    <a:pt x="1072" y="239"/>
                    <a:pt x="834" y="0"/>
                    <a:pt x="5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1" name="Google Shape;10651;p64"/>
          <p:cNvGrpSpPr/>
          <p:nvPr/>
        </p:nvGrpSpPr>
        <p:grpSpPr>
          <a:xfrm>
            <a:off x="2171474" y="3194979"/>
            <a:ext cx="408156" cy="343737"/>
            <a:chOff x="2171474" y="3369229"/>
            <a:chExt cx="408156" cy="343737"/>
          </a:xfrm>
        </p:grpSpPr>
        <p:sp>
          <p:nvSpPr>
            <p:cNvPr id="10652" name="Google Shape;10652;p64"/>
            <p:cNvSpPr/>
            <p:nvPr/>
          </p:nvSpPr>
          <p:spPr>
            <a:xfrm>
              <a:off x="2171474" y="3369229"/>
              <a:ext cx="408156" cy="343737"/>
            </a:xfrm>
            <a:custGeom>
              <a:avLst/>
              <a:gdLst/>
              <a:ahLst/>
              <a:cxnLst/>
              <a:rect l="l" t="t" r="r" b="b"/>
              <a:pathLst>
                <a:path w="12824" h="10800" extrusionOk="0">
                  <a:moveTo>
                    <a:pt x="5395" y="345"/>
                  </a:moveTo>
                  <a:cubicBezTo>
                    <a:pt x="5561" y="345"/>
                    <a:pt x="5704" y="405"/>
                    <a:pt x="5823" y="536"/>
                  </a:cubicBezTo>
                  <a:lnTo>
                    <a:pt x="6478" y="1191"/>
                  </a:lnTo>
                  <a:lnTo>
                    <a:pt x="5645" y="1191"/>
                  </a:lnTo>
                  <a:cubicBezTo>
                    <a:pt x="5537" y="1191"/>
                    <a:pt x="5442" y="1143"/>
                    <a:pt x="5347" y="1072"/>
                  </a:cubicBezTo>
                  <a:lnTo>
                    <a:pt x="4633" y="357"/>
                  </a:lnTo>
                  <a:lnTo>
                    <a:pt x="5395" y="357"/>
                  </a:lnTo>
                  <a:lnTo>
                    <a:pt x="5395" y="345"/>
                  </a:lnTo>
                  <a:close/>
                  <a:moveTo>
                    <a:pt x="6883" y="357"/>
                  </a:moveTo>
                  <a:cubicBezTo>
                    <a:pt x="7049" y="357"/>
                    <a:pt x="7192" y="417"/>
                    <a:pt x="7311" y="536"/>
                  </a:cubicBezTo>
                  <a:lnTo>
                    <a:pt x="7966" y="1191"/>
                  </a:lnTo>
                  <a:lnTo>
                    <a:pt x="7823" y="1191"/>
                  </a:lnTo>
                  <a:cubicBezTo>
                    <a:pt x="7716" y="1191"/>
                    <a:pt x="7621" y="1274"/>
                    <a:pt x="7621" y="1381"/>
                  </a:cubicBezTo>
                  <a:cubicBezTo>
                    <a:pt x="7621" y="1488"/>
                    <a:pt x="7716" y="1572"/>
                    <a:pt x="7823" y="1572"/>
                  </a:cubicBezTo>
                  <a:lnTo>
                    <a:pt x="12026" y="1572"/>
                  </a:lnTo>
                  <a:cubicBezTo>
                    <a:pt x="12253" y="1572"/>
                    <a:pt x="12443" y="1750"/>
                    <a:pt x="12443" y="1988"/>
                  </a:cubicBezTo>
                  <a:lnTo>
                    <a:pt x="12431" y="10001"/>
                  </a:lnTo>
                  <a:cubicBezTo>
                    <a:pt x="12431" y="10216"/>
                    <a:pt x="12253" y="10418"/>
                    <a:pt x="12014" y="10418"/>
                  </a:cubicBezTo>
                  <a:lnTo>
                    <a:pt x="775" y="10418"/>
                  </a:lnTo>
                  <a:cubicBezTo>
                    <a:pt x="561" y="10418"/>
                    <a:pt x="358" y="10239"/>
                    <a:pt x="358" y="10001"/>
                  </a:cubicBezTo>
                  <a:lnTo>
                    <a:pt x="358" y="774"/>
                  </a:lnTo>
                  <a:cubicBezTo>
                    <a:pt x="358" y="548"/>
                    <a:pt x="537" y="357"/>
                    <a:pt x="775" y="357"/>
                  </a:cubicBezTo>
                  <a:lnTo>
                    <a:pt x="3859" y="357"/>
                  </a:lnTo>
                  <a:cubicBezTo>
                    <a:pt x="4025" y="357"/>
                    <a:pt x="4168" y="417"/>
                    <a:pt x="4287" y="536"/>
                  </a:cubicBezTo>
                  <a:lnTo>
                    <a:pt x="5085" y="1322"/>
                  </a:lnTo>
                  <a:cubicBezTo>
                    <a:pt x="5228" y="1465"/>
                    <a:pt x="5418" y="1560"/>
                    <a:pt x="5645" y="1560"/>
                  </a:cubicBezTo>
                  <a:lnTo>
                    <a:pt x="6942" y="1560"/>
                  </a:lnTo>
                  <a:cubicBezTo>
                    <a:pt x="7014" y="1560"/>
                    <a:pt x="7085" y="1512"/>
                    <a:pt x="7121" y="1441"/>
                  </a:cubicBezTo>
                  <a:cubicBezTo>
                    <a:pt x="7145" y="1369"/>
                    <a:pt x="7133" y="1286"/>
                    <a:pt x="7073" y="1226"/>
                  </a:cubicBezTo>
                  <a:lnTo>
                    <a:pt x="6192" y="357"/>
                  </a:lnTo>
                  <a:close/>
                  <a:moveTo>
                    <a:pt x="799" y="0"/>
                  </a:moveTo>
                  <a:cubicBezTo>
                    <a:pt x="358" y="0"/>
                    <a:pt x="1" y="345"/>
                    <a:pt x="1" y="786"/>
                  </a:cubicBezTo>
                  <a:lnTo>
                    <a:pt x="1" y="10013"/>
                  </a:lnTo>
                  <a:cubicBezTo>
                    <a:pt x="1" y="10442"/>
                    <a:pt x="358" y="10799"/>
                    <a:pt x="799" y="10799"/>
                  </a:cubicBezTo>
                  <a:lnTo>
                    <a:pt x="12026" y="10799"/>
                  </a:lnTo>
                  <a:cubicBezTo>
                    <a:pt x="12467" y="10799"/>
                    <a:pt x="12824" y="10442"/>
                    <a:pt x="12824" y="10013"/>
                  </a:cubicBezTo>
                  <a:lnTo>
                    <a:pt x="12824" y="1988"/>
                  </a:lnTo>
                  <a:cubicBezTo>
                    <a:pt x="12824" y="1524"/>
                    <a:pt x="12467" y="1191"/>
                    <a:pt x="12026" y="1191"/>
                  </a:cubicBezTo>
                  <a:lnTo>
                    <a:pt x="8490" y="1191"/>
                  </a:lnTo>
                  <a:lnTo>
                    <a:pt x="7585" y="274"/>
                  </a:lnTo>
                  <a:cubicBezTo>
                    <a:pt x="7383" y="83"/>
                    <a:pt x="7145" y="0"/>
                    <a:pt x="6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64"/>
            <p:cNvSpPr/>
            <p:nvPr/>
          </p:nvSpPr>
          <p:spPr>
            <a:xfrm>
              <a:off x="2292737" y="3477220"/>
              <a:ext cx="164898" cy="164866"/>
            </a:xfrm>
            <a:custGeom>
              <a:avLst/>
              <a:gdLst/>
              <a:ahLst/>
              <a:cxnLst/>
              <a:rect l="l" t="t" r="r" b="b"/>
              <a:pathLst>
                <a:path w="5181" h="5180" extrusionOk="0">
                  <a:moveTo>
                    <a:pt x="2799" y="1382"/>
                  </a:moveTo>
                  <a:cubicBezTo>
                    <a:pt x="3025" y="1382"/>
                    <a:pt x="3216" y="1560"/>
                    <a:pt x="3216" y="1798"/>
                  </a:cubicBezTo>
                  <a:lnTo>
                    <a:pt x="3216" y="2203"/>
                  </a:lnTo>
                  <a:cubicBezTo>
                    <a:pt x="3204" y="2525"/>
                    <a:pt x="2942" y="2810"/>
                    <a:pt x="2597" y="2810"/>
                  </a:cubicBezTo>
                  <a:cubicBezTo>
                    <a:pt x="2251" y="2810"/>
                    <a:pt x="1977" y="2525"/>
                    <a:pt x="1977" y="2203"/>
                  </a:cubicBezTo>
                  <a:lnTo>
                    <a:pt x="1977" y="1798"/>
                  </a:lnTo>
                  <a:cubicBezTo>
                    <a:pt x="1977" y="1572"/>
                    <a:pt x="2156" y="1382"/>
                    <a:pt x="2406" y="1382"/>
                  </a:cubicBezTo>
                  <a:close/>
                  <a:moveTo>
                    <a:pt x="2799" y="3156"/>
                  </a:moveTo>
                  <a:lnTo>
                    <a:pt x="2799" y="3275"/>
                  </a:lnTo>
                  <a:cubicBezTo>
                    <a:pt x="2799" y="3346"/>
                    <a:pt x="2835" y="3406"/>
                    <a:pt x="2858" y="3465"/>
                  </a:cubicBezTo>
                  <a:lnTo>
                    <a:pt x="2608" y="3715"/>
                  </a:lnTo>
                  <a:lnTo>
                    <a:pt x="2573" y="3715"/>
                  </a:lnTo>
                  <a:lnTo>
                    <a:pt x="2323" y="3465"/>
                  </a:lnTo>
                  <a:cubicBezTo>
                    <a:pt x="2358" y="3406"/>
                    <a:pt x="2382" y="3346"/>
                    <a:pt x="2382" y="3275"/>
                  </a:cubicBezTo>
                  <a:lnTo>
                    <a:pt x="2382" y="3156"/>
                  </a:lnTo>
                  <a:cubicBezTo>
                    <a:pt x="2454" y="3167"/>
                    <a:pt x="2513" y="3179"/>
                    <a:pt x="2597" y="3179"/>
                  </a:cubicBezTo>
                  <a:cubicBezTo>
                    <a:pt x="2668" y="3179"/>
                    <a:pt x="2739" y="3167"/>
                    <a:pt x="2799" y="3156"/>
                  </a:cubicBezTo>
                  <a:close/>
                  <a:moveTo>
                    <a:pt x="2573" y="381"/>
                  </a:moveTo>
                  <a:cubicBezTo>
                    <a:pt x="3799" y="381"/>
                    <a:pt x="4799" y="1382"/>
                    <a:pt x="4799" y="2596"/>
                  </a:cubicBezTo>
                  <a:cubicBezTo>
                    <a:pt x="4811" y="3287"/>
                    <a:pt x="4490" y="3906"/>
                    <a:pt x="3978" y="4322"/>
                  </a:cubicBezTo>
                  <a:lnTo>
                    <a:pt x="3978" y="4049"/>
                  </a:lnTo>
                  <a:cubicBezTo>
                    <a:pt x="3978" y="3822"/>
                    <a:pt x="3859" y="3608"/>
                    <a:pt x="3656" y="3525"/>
                  </a:cubicBezTo>
                  <a:lnTo>
                    <a:pt x="3180" y="3287"/>
                  </a:lnTo>
                  <a:lnTo>
                    <a:pt x="3180" y="3275"/>
                  </a:lnTo>
                  <a:lnTo>
                    <a:pt x="3180" y="2989"/>
                  </a:lnTo>
                  <a:cubicBezTo>
                    <a:pt x="3418" y="2810"/>
                    <a:pt x="3573" y="2513"/>
                    <a:pt x="3573" y="2203"/>
                  </a:cubicBezTo>
                  <a:lnTo>
                    <a:pt x="3573" y="1798"/>
                  </a:lnTo>
                  <a:cubicBezTo>
                    <a:pt x="3573" y="1370"/>
                    <a:pt x="3216" y="1012"/>
                    <a:pt x="2787" y="1012"/>
                  </a:cubicBezTo>
                  <a:lnTo>
                    <a:pt x="2382" y="1012"/>
                  </a:lnTo>
                  <a:cubicBezTo>
                    <a:pt x="1954" y="1012"/>
                    <a:pt x="1596" y="1370"/>
                    <a:pt x="1596" y="1798"/>
                  </a:cubicBezTo>
                  <a:lnTo>
                    <a:pt x="1596" y="2203"/>
                  </a:lnTo>
                  <a:cubicBezTo>
                    <a:pt x="1596" y="2525"/>
                    <a:pt x="1763" y="2810"/>
                    <a:pt x="2001" y="2989"/>
                  </a:cubicBezTo>
                  <a:lnTo>
                    <a:pt x="2001" y="3275"/>
                  </a:lnTo>
                  <a:lnTo>
                    <a:pt x="2001" y="3287"/>
                  </a:lnTo>
                  <a:lnTo>
                    <a:pt x="1525" y="3525"/>
                  </a:lnTo>
                  <a:cubicBezTo>
                    <a:pt x="1334" y="3632"/>
                    <a:pt x="1192" y="3822"/>
                    <a:pt x="1192" y="4049"/>
                  </a:cubicBezTo>
                  <a:lnTo>
                    <a:pt x="1192" y="4322"/>
                  </a:lnTo>
                  <a:cubicBezTo>
                    <a:pt x="692" y="3918"/>
                    <a:pt x="358" y="3298"/>
                    <a:pt x="358" y="2596"/>
                  </a:cubicBezTo>
                  <a:cubicBezTo>
                    <a:pt x="358" y="1382"/>
                    <a:pt x="1358" y="381"/>
                    <a:pt x="2573" y="381"/>
                  </a:cubicBezTo>
                  <a:close/>
                  <a:moveTo>
                    <a:pt x="3156" y="3691"/>
                  </a:moveTo>
                  <a:lnTo>
                    <a:pt x="3490" y="3846"/>
                  </a:lnTo>
                  <a:cubicBezTo>
                    <a:pt x="3561" y="3882"/>
                    <a:pt x="3609" y="3953"/>
                    <a:pt x="3609" y="4049"/>
                  </a:cubicBezTo>
                  <a:lnTo>
                    <a:pt x="3609" y="4560"/>
                  </a:lnTo>
                  <a:cubicBezTo>
                    <a:pt x="3311" y="4727"/>
                    <a:pt x="2954" y="4822"/>
                    <a:pt x="2597" y="4822"/>
                  </a:cubicBezTo>
                  <a:cubicBezTo>
                    <a:pt x="2227" y="4822"/>
                    <a:pt x="1882" y="4727"/>
                    <a:pt x="1585" y="4560"/>
                  </a:cubicBezTo>
                  <a:lnTo>
                    <a:pt x="1585" y="4049"/>
                  </a:lnTo>
                  <a:cubicBezTo>
                    <a:pt x="1585" y="3965"/>
                    <a:pt x="1632" y="3894"/>
                    <a:pt x="1704" y="3846"/>
                  </a:cubicBezTo>
                  <a:lnTo>
                    <a:pt x="2025" y="3691"/>
                  </a:lnTo>
                  <a:lnTo>
                    <a:pt x="2323" y="3989"/>
                  </a:lnTo>
                  <a:cubicBezTo>
                    <a:pt x="2406" y="4060"/>
                    <a:pt x="2489" y="4108"/>
                    <a:pt x="2597" y="4108"/>
                  </a:cubicBezTo>
                  <a:cubicBezTo>
                    <a:pt x="2704" y="4108"/>
                    <a:pt x="2799" y="4060"/>
                    <a:pt x="2858" y="3989"/>
                  </a:cubicBezTo>
                  <a:lnTo>
                    <a:pt x="3156" y="3691"/>
                  </a:lnTo>
                  <a:close/>
                  <a:moveTo>
                    <a:pt x="2597" y="0"/>
                  </a:moveTo>
                  <a:cubicBezTo>
                    <a:pt x="1168" y="0"/>
                    <a:pt x="1" y="1155"/>
                    <a:pt x="1" y="2584"/>
                  </a:cubicBezTo>
                  <a:cubicBezTo>
                    <a:pt x="1" y="4013"/>
                    <a:pt x="1168" y="5180"/>
                    <a:pt x="2597" y="5180"/>
                  </a:cubicBezTo>
                  <a:cubicBezTo>
                    <a:pt x="4025" y="5180"/>
                    <a:pt x="5180" y="4013"/>
                    <a:pt x="5180" y="2584"/>
                  </a:cubicBezTo>
                  <a:cubicBezTo>
                    <a:pt x="5180" y="1155"/>
                    <a:pt x="4025" y="0"/>
                    <a:pt x="2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64"/>
            <p:cNvSpPr/>
            <p:nvPr/>
          </p:nvSpPr>
          <p:spPr>
            <a:xfrm>
              <a:off x="2256358" y="3451503"/>
              <a:ext cx="188769" cy="177311"/>
            </a:xfrm>
            <a:custGeom>
              <a:avLst/>
              <a:gdLst/>
              <a:ahLst/>
              <a:cxnLst/>
              <a:rect l="l" t="t" r="r" b="b"/>
              <a:pathLst>
                <a:path w="5931" h="5571" extrusionOk="0">
                  <a:moveTo>
                    <a:pt x="3751" y="0"/>
                  </a:moveTo>
                  <a:cubicBezTo>
                    <a:pt x="2872" y="0"/>
                    <a:pt x="1994" y="341"/>
                    <a:pt x="1323" y="999"/>
                  </a:cubicBezTo>
                  <a:cubicBezTo>
                    <a:pt x="120" y="2201"/>
                    <a:pt x="1" y="4142"/>
                    <a:pt x="1049" y="5488"/>
                  </a:cubicBezTo>
                  <a:cubicBezTo>
                    <a:pt x="1073" y="5535"/>
                    <a:pt x="1132" y="5571"/>
                    <a:pt x="1192" y="5571"/>
                  </a:cubicBezTo>
                  <a:cubicBezTo>
                    <a:pt x="1239" y="5571"/>
                    <a:pt x="1263" y="5547"/>
                    <a:pt x="1311" y="5523"/>
                  </a:cubicBezTo>
                  <a:cubicBezTo>
                    <a:pt x="1382" y="5464"/>
                    <a:pt x="1406" y="5345"/>
                    <a:pt x="1346" y="5249"/>
                  </a:cubicBezTo>
                  <a:cubicBezTo>
                    <a:pt x="406" y="4047"/>
                    <a:pt x="525" y="2332"/>
                    <a:pt x="1596" y="1261"/>
                  </a:cubicBezTo>
                  <a:cubicBezTo>
                    <a:pt x="2181" y="676"/>
                    <a:pt x="2961" y="375"/>
                    <a:pt x="3742" y="375"/>
                  </a:cubicBezTo>
                  <a:cubicBezTo>
                    <a:pt x="4393" y="375"/>
                    <a:pt x="5044" y="584"/>
                    <a:pt x="5585" y="1011"/>
                  </a:cubicBezTo>
                  <a:cubicBezTo>
                    <a:pt x="5616" y="1037"/>
                    <a:pt x="5656" y="1049"/>
                    <a:pt x="5697" y="1049"/>
                  </a:cubicBezTo>
                  <a:cubicBezTo>
                    <a:pt x="5750" y="1049"/>
                    <a:pt x="5806" y="1028"/>
                    <a:pt x="5847" y="987"/>
                  </a:cubicBezTo>
                  <a:cubicBezTo>
                    <a:pt x="5930" y="904"/>
                    <a:pt x="5895" y="773"/>
                    <a:pt x="5823" y="713"/>
                  </a:cubicBezTo>
                  <a:cubicBezTo>
                    <a:pt x="5209" y="233"/>
                    <a:pt x="4479"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64"/>
            <p:cNvSpPr/>
            <p:nvPr/>
          </p:nvSpPr>
          <p:spPr>
            <a:xfrm>
              <a:off x="2305245" y="3491160"/>
              <a:ext cx="189151" cy="176706"/>
            </a:xfrm>
            <a:custGeom>
              <a:avLst/>
              <a:gdLst/>
              <a:ahLst/>
              <a:cxnLst/>
              <a:rect l="l" t="t" r="r" b="b"/>
              <a:pathLst>
                <a:path w="5943" h="5552" extrusionOk="0">
                  <a:moveTo>
                    <a:pt x="4739" y="1"/>
                  </a:moveTo>
                  <a:cubicBezTo>
                    <a:pt x="4695" y="1"/>
                    <a:pt x="4650" y="13"/>
                    <a:pt x="4609" y="39"/>
                  </a:cubicBezTo>
                  <a:cubicBezTo>
                    <a:pt x="4537" y="98"/>
                    <a:pt x="4525" y="217"/>
                    <a:pt x="4585" y="301"/>
                  </a:cubicBezTo>
                  <a:cubicBezTo>
                    <a:pt x="5513" y="1503"/>
                    <a:pt x="5406" y="3218"/>
                    <a:pt x="4335" y="4289"/>
                  </a:cubicBezTo>
                  <a:cubicBezTo>
                    <a:pt x="3750" y="4874"/>
                    <a:pt x="2970" y="5175"/>
                    <a:pt x="2189" y="5175"/>
                  </a:cubicBezTo>
                  <a:cubicBezTo>
                    <a:pt x="1538" y="5175"/>
                    <a:pt x="887" y="4966"/>
                    <a:pt x="346" y="4539"/>
                  </a:cubicBezTo>
                  <a:cubicBezTo>
                    <a:pt x="314" y="4516"/>
                    <a:pt x="276" y="4505"/>
                    <a:pt x="237" y="4505"/>
                  </a:cubicBezTo>
                  <a:cubicBezTo>
                    <a:pt x="177" y="4505"/>
                    <a:pt x="116" y="4531"/>
                    <a:pt x="72" y="4575"/>
                  </a:cubicBezTo>
                  <a:cubicBezTo>
                    <a:pt x="1" y="4646"/>
                    <a:pt x="25" y="4765"/>
                    <a:pt x="96" y="4837"/>
                  </a:cubicBezTo>
                  <a:cubicBezTo>
                    <a:pt x="715" y="5313"/>
                    <a:pt x="1453" y="5551"/>
                    <a:pt x="2180" y="5551"/>
                  </a:cubicBezTo>
                  <a:cubicBezTo>
                    <a:pt x="3061" y="5551"/>
                    <a:pt x="3930" y="5218"/>
                    <a:pt x="4597" y="4551"/>
                  </a:cubicBezTo>
                  <a:cubicBezTo>
                    <a:pt x="5823" y="3349"/>
                    <a:pt x="5942" y="1420"/>
                    <a:pt x="4882" y="62"/>
                  </a:cubicBezTo>
                  <a:cubicBezTo>
                    <a:pt x="4849" y="22"/>
                    <a:pt x="4796"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6" name="Google Shape;10656;p64"/>
          <p:cNvGrpSpPr/>
          <p:nvPr/>
        </p:nvGrpSpPr>
        <p:grpSpPr>
          <a:xfrm>
            <a:off x="4891198" y="2750858"/>
            <a:ext cx="334634" cy="334634"/>
            <a:chOff x="4891198" y="2925108"/>
            <a:chExt cx="334634" cy="334634"/>
          </a:xfrm>
        </p:grpSpPr>
        <p:sp>
          <p:nvSpPr>
            <p:cNvPr id="10657" name="Google Shape;10657;p64"/>
            <p:cNvSpPr/>
            <p:nvPr/>
          </p:nvSpPr>
          <p:spPr>
            <a:xfrm>
              <a:off x="5001830" y="2925108"/>
              <a:ext cx="113338" cy="150831"/>
            </a:xfrm>
            <a:custGeom>
              <a:avLst/>
              <a:gdLst/>
              <a:ahLst/>
              <a:cxnLst/>
              <a:rect l="l" t="t" r="r" b="b"/>
              <a:pathLst>
                <a:path w="3561" h="4739" extrusionOk="0">
                  <a:moveTo>
                    <a:pt x="1822" y="333"/>
                  </a:moveTo>
                  <a:cubicBezTo>
                    <a:pt x="2251" y="333"/>
                    <a:pt x="2596" y="691"/>
                    <a:pt x="2596" y="1107"/>
                  </a:cubicBezTo>
                  <a:lnTo>
                    <a:pt x="2596" y="1214"/>
                  </a:lnTo>
                  <a:lnTo>
                    <a:pt x="2573" y="1214"/>
                  </a:lnTo>
                  <a:cubicBezTo>
                    <a:pt x="2358" y="1155"/>
                    <a:pt x="2275" y="857"/>
                    <a:pt x="2263" y="857"/>
                  </a:cubicBezTo>
                  <a:cubicBezTo>
                    <a:pt x="2251" y="798"/>
                    <a:pt x="2203" y="738"/>
                    <a:pt x="2132" y="738"/>
                  </a:cubicBezTo>
                  <a:cubicBezTo>
                    <a:pt x="2119" y="733"/>
                    <a:pt x="2105" y="731"/>
                    <a:pt x="2092" y="731"/>
                  </a:cubicBezTo>
                  <a:cubicBezTo>
                    <a:pt x="2043" y="731"/>
                    <a:pt x="1993" y="761"/>
                    <a:pt x="1965" y="798"/>
                  </a:cubicBezTo>
                  <a:cubicBezTo>
                    <a:pt x="1668" y="1214"/>
                    <a:pt x="1001" y="1214"/>
                    <a:pt x="1001" y="1214"/>
                  </a:cubicBezTo>
                  <a:lnTo>
                    <a:pt x="953" y="1214"/>
                  </a:lnTo>
                  <a:lnTo>
                    <a:pt x="965" y="1107"/>
                  </a:lnTo>
                  <a:cubicBezTo>
                    <a:pt x="965" y="679"/>
                    <a:pt x="1322" y="333"/>
                    <a:pt x="1739" y="333"/>
                  </a:cubicBezTo>
                  <a:close/>
                  <a:moveTo>
                    <a:pt x="2739" y="1655"/>
                  </a:moveTo>
                  <a:cubicBezTo>
                    <a:pt x="2775" y="1691"/>
                    <a:pt x="2775" y="1715"/>
                    <a:pt x="2775" y="1750"/>
                  </a:cubicBezTo>
                  <a:cubicBezTo>
                    <a:pt x="2775" y="1786"/>
                    <a:pt x="2751" y="1834"/>
                    <a:pt x="2703" y="1845"/>
                  </a:cubicBezTo>
                  <a:lnTo>
                    <a:pt x="2703" y="1655"/>
                  </a:lnTo>
                  <a:close/>
                  <a:moveTo>
                    <a:pt x="846" y="1667"/>
                  </a:moveTo>
                  <a:lnTo>
                    <a:pt x="846" y="1881"/>
                  </a:lnTo>
                  <a:cubicBezTo>
                    <a:pt x="822" y="1845"/>
                    <a:pt x="787" y="1822"/>
                    <a:pt x="787" y="1762"/>
                  </a:cubicBezTo>
                  <a:cubicBezTo>
                    <a:pt x="787" y="1715"/>
                    <a:pt x="810" y="1691"/>
                    <a:pt x="822" y="1667"/>
                  </a:cubicBezTo>
                  <a:close/>
                  <a:moveTo>
                    <a:pt x="2084" y="1179"/>
                  </a:moveTo>
                  <a:cubicBezTo>
                    <a:pt x="2144" y="1298"/>
                    <a:pt x="2251" y="1417"/>
                    <a:pt x="2394" y="1476"/>
                  </a:cubicBezTo>
                  <a:lnTo>
                    <a:pt x="2382" y="1953"/>
                  </a:lnTo>
                  <a:cubicBezTo>
                    <a:pt x="2382" y="2250"/>
                    <a:pt x="2144" y="2477"/>
                    <a:pt x="1858" y="2477"/>
                  </a:cubicBezTo>
                  <a:lnTo>
                    <a:pt x="1715" y="2477"/>
                  </a:lnTo>
                  <a:cubicBezTo>
                    <a:pt x="1418" y="2477"/>
                    <a:pt x="1191" y="2238"/>
                    <a:pt x="1191" y="1953"/>
                  </a:cubicBezTo>
                  <a:lnTo>
                    <a:pt x="1191" y="1524"/>
                  </a:lnTo>
                  <a:cubicBezTo>
                    <a:pt x="1406" y="1488"/>
                    <a:pt x="1787" y="1417"/>
                    <a:pt x="2084" y="1179"/>
                  </a:cubicBezTo>
                  <a:close/>
                  <a:moveTo>
                    <a:pt x="1965" y="2798"/>
                  </a:moveTo>
                  <a:lnTo>
                    <a:pt x="1965" y="2893"/>
                  </a:lnTo>
                  <a:lnTo>
                    <a:pt x="1787" y="3084"/>
                  </a:lnTo>
                  <a:lnTo>
                    <a:pt x="1608" y="2917"/>
                  </a:lnTo>
                  <a:lnTo>
                    <a:pt x="1608" y="2798"/>
                  </a:lnTo>
                  <a:close/>
                  <a:moveTo>
                    <a:pt x="1751" y="0"/>
                  </a:moveTo>
                  <a:cubicBezTo>
                    <a:pt x="1144" y="0"/>
                    <a:pt x="644" y="512"/>
                    <a:pt x="644" y="1119"/>
                  </a:cubicBezTo>
                  <a:lnTo>
                    <a:pt x="644" y="1417"/>
                  </a:lnTo>
                  <a:cubicBezTo>
                    <a:pt x="537" y="1512"/>
                    <a:pt x="465" y="1643"/>
                    <a:pt x="465" y="1774"/>
                  </a:cubicBezTo>
                  <a:cubicBezTo>
                    <a:pt x="465" y="2000"/>
                    <a:pt x="656" y="2203"/>
                    <a:pt x="894" y="2226"/>
                  </a:cubicBezTo>
                  <a:cubicBezTo>
                    <a:pt x="953" y="2429"/>
                    <a:pt x="1108" y="2596"/>
                    <a:pt x="1287" y="2703"/>
                  </a:cubicBezTo>
                  <a:lnTo>
                    <a:pt x="1287" y="2786"/>
                  </a:lnTo>
                  <a:lnTo>
                    <a:pt x="596" y="3060"/>
                  </a:lnTo>
                  <a:cubicBezTo>
                    <a:pt x="537" y="3084"/>
                    <a:pt x="1" y="3298"/>
                    <a:pt x="1" y="3965"/>
                  </a:cubicBezTo>
                  <a:lnTo>
                    <a:pt x="1" y="4560"/>
                  </a:lnTo>
                  <a:cubicBezTo>
                    <a:pt x="1" y="4643"/>
                    <a:pt x="72" y="4727"/>
                    <a:pt x="167" y="4727"/>
                  </a:cubicBezTo>
                  <a:lnTo>
                    <a:pt x="584" y="4727"/>
                  </a:lnTo>
                  <a:cubicBezTo>
                    <a:pt x="668" y="4727"/>
                    <a:pt x="739" y="4643"/>
                    <a:pt x="739" y="4560"/>
                  </a:cubicBezTo>
                  <a:cubicBezTo>
                    <a:pt x="739" y="4465"/>
                    <a:pt x="668" y="4393"/>
                    <a:pt x="584" y="4393"/>
                  </a:cubicBezTo>
                  <a:lnTo>
                    <a:pt x="322" y="4393"/>
                  </a:lnTo>
                  <a:lnTo>
                    <a:pt x="322" y="3965"/>
                  </a:lnTo>
                  <a:cubicBezTo>
                    <a:pt x="322" y="3500"/>
                    <a:pt x="691" y="3369"/>
                    <a:pt x="703" y="3369"/>
                  </a:cubicBezTo>
                  <a:lnTo>
                    <a:pt x="715" y="3369"/>
                  </a:lnTo>
                  <a:lnTo>
                    <a:pt x="1334" y="3131"/>
                  </a:lnTo>
                  <a:lnTo>
                    <a:pt x="1668" y="3453"/>
                  </a:lnTo>
                  <a:cubicBezTo>
                    <a:pt x="1703" y="3489"/>
                    <a:pt x="1739" y="3500"/>
                    <a:pt x="1787" y="3500"/>
                  </a:cubicBezTo>
                  <a:cubicBezTo>
                    <a:pt x="1834" y="3500"/>
                    <a:pt x="1870" y="3489"/>
                    <a:pt x="1906" y="3453"/>
                  </a:cubicBezTo>
                  <a:lnTo>
                    <a:pt x="2215" y="3131"/>
                  </a:lnTo>
                  <a:lnTo>
                    <a:pt x="2846" y="3381"/>
                  </a:lnTo>
                  <a:lnTo>
                    <a:pt x="2858" y="3381"/>
                  </a:lnTo>
                  <a:cubicBezTo>
                    <a:pt x="2858" y="3381"/>
                    <a:pt x="3227" y="3512"/>
                    <a:pt x="3227" y="3977"/>
                  </a:cubicBezTo>
                  <a:lnTo>
                    <a:pt x="3227" y="4405"/>
                  </a:lnTo>
                  <a:lnTo>
                    <a:pt x="1120" y="4405"/>
                  </a:lnTo>
                  <a:cubicBezTo>
                    <a:pt x="1025" y="4405"/>
                    <a:pt x="953" y="4489"/>
                    <a:pt x="953" y="4572"/>
                  </a:cubicBezTo>
                  <a:cubicBezTo>
                    <a:pt x="953" y="4667"/>
                    <a:pt x="1025" y="4739"/>
                    <a:pt x="1120" y="4739"/>
                  </a:cubicBezTo>
                  <a:lnTo>
                    <a:pt x="3394" y="4739"/>
                  </a:lnTo>
                  <a:cubicBezTo>
                    <a:pt x="3477" y="4739"/>
                    <a:pt x="3561" y="4667"/>
                    <a:pt x="3561" y="4572"/>
                  </a:cubicBezTo>
                  <a:lnTo>
                    <a:pt x="3561" y="3977"/>
                  </a:lnTo>
                  <a:cubicBezTo>
                    <a:pt x="3561" y="3310"/>
                    <a:pt x="3037" y="3084"/>
                    <a:pt x="2965" y="3072"/>
                  </a:cubicBezTo>
                  <a:lnTo>
                    <a:pt x="2311" y="2798"/>
                  </a:lnTo>
                  <a:lnTo>
                    <a:pt x="2311" y="2715"/>
                  </a:lnTo>
                  <a:cubicBezTo>
                    <a:pt x="2489" y="2607"/>
                    <a:pt x="2620" y="2441"/>
                    <a:pt x="2692" y="2238"/>
                  </a:cubicBezTo>
                  <a:cubicBezTo>
                    <a:pt x="2930" y="2226"/>
                    <a:pt x="3120" y="2012"/>
                    <a:pt x="3120" y="1774"/>
                  </a:cubicBezTo>
                  <a:cubicBezTo>
                    <a:pt x="3120" y="1631"/>
                    <a:pt x="3049" y="1488"/>
                    <a:pt x="2942" y="1417"/>
                  </a:cubicBezTo>
                  <a:lnTo>
                    <a:pt x="2942" y="1119"/>
                  </a:lnTo>
                  <a:cubicBezTo>
                    <a:pt x="2942" y="512"/>
                    <a:pt x="2442"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64"/>
            <p:cNvSpPr/>
            <p:nvPr/>
          </p:nvSpPr>
          <p:spPr>
            <a:xfrm>
              <a:off x="5102628" y="2933033"/>
              <a:ext cx="98188" cy="76991"/>
            </a:xfrm>
            <a:custGeom>
              <a:avLst/>
              <a:gdLst/>
              <a:ahLst/>
              <a:cxnLst/>
              <a:rect l="l" t="t" r="r" b="b"/>
              <a:pathLst>
                <a:path w="3085" h="2419" extrusionOk="0">
                  <a:moveTo>
                    <a:pt x="181" y="1"/>
                  </a:moveTo>
                  <a:cubicBezTo>
                    <a:pt x="116" y="1"/>
                    <a:pt x="55" y="44"/>
                    <a:pt x="37" y="108"/>
                  </a:cubicBezTo>
                  <a:cubicBezTo>
                    <a:pt x="1" y="192"/>
                    <a:pt x="48" y="287"/>
                    <a:pt x="132" y="323"/>
                  </a:cubicBezTo>
                  <a:cubicBezTo>
                    <a:pt x="1215" y="680"/>
                    <a:pt x="2132" y="1394"/>
                    <a:pt x="2751" y="2347"/>
                  </a:cubicBezTo>
                  <a:cubicBezTo>
                    <a:pt x="2787" y="2394"/>
                    <a:pt x="2846" y="2418"/>
                    <a:pt x="2894" y="2418"/>
                  </a:cubicBezTo>
                  <a:cubicBezTo>
                    <a:pt x="2918" y="2418"/>
                    <a:pt x="2954" y="2406"/>
                    <a:pt x="2977" y="2394"/>
                  </a:cubicBezTo>
                  <a:cubicBezTo>
                    <a:pt x="3049" y="2347"/>
                    <a:pt x="3085" y="2239"/>
                    <a:pt x="3025" y="2168"/>
                  </a:cubicBezTo>
                  <a:cubicBezTo>
                    <a:pt x="2370" y="1156"/>
                    <a:pt x="1382" y="382"/>
                    <a:pt x="239" y="13"/>
                  </a:cubicBezTo>
                  <a:cubicBezTo>
                    <a:pt x="220" y="5"/>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64"/>
            <p:cNvSpPr/>
            <p:nvPr/>
          </p:nvSpPr>
          <p:spPr>
            <a:xfrm>
              <a:off x="4915832" y="2932492"/>
              <a:ext cx="98920" cy="77532"/>
            </a:xfrm>
            <a:custGeom>
              <a:avLst/>
              <a:gdLst/>
              <a:ahLst/>
              <a:cxnLst/>
              <a:rect l="l" t="t" r="r" b="b"/>
              <a:pathLst>
                <a:path w="3108" h="2436" extrusionOk="0">
                  <a:moveTo>
                    <a:pt x="2914" y="0"/>
                  </a:moveTo>
                  <a:cubicBezTo>
                    <a:pt x="2899" y="0"/>
                    <a:pt x="2884" y="2"/>
                    <a:pt x="2869" y="6"/>
                  </a:cubicBezTo>
                  <a:cubicBezTo>
                    <a:pt x="1703" y="375"/>
                    <a:pt x="714" y="1161"/>
                    <a:pt x="36" y="2185"/>
                  </a:cubicBezTo>
                  <a:cubicBezTo>
                    <a:pt x="0" y="2256"/>
                    <a:pt x="24" y="2364"/>
                    <a:pt x="95" y="2411"/>
                  </a:cubicBezTo>
                  <a:cubicBezTo>
                    <a:pt x="131" y="2423"/>
                    <a:pt x="155" y="2435"/>
                    <a:pt x="191" y="2435"/>
                  </a:cubicBezTo>
                  <a:cubicBezTo>
                    <a:pt x="250" y="2435"/>
                    <a:pt x="298" y="2411"/>
                    <a:pt x="322" y="2364"/>
                  </a:cubicBezTo>
                  <a:cubicBezTo>
                    <a:pt x="953" y="1399"/>
                    <a:pt x="1881" y="685"/>
                    <a:pt x="2977" y="328"/>
                  </a:cubicBezTo>
                  <a:cubicBezTo>
                    <a:pt x="3060" y="292"/>
                    <a:pt x="3108" y="209"/>
                    <a:pt x="3072" y="113"/>
                  </a:cubicBezTo>
                  <a:cubicBezTo>
                    <a:pt x="3052" y="44"/>
                    <a:pt x="2984" y="0"/>
                    <a:pt x="2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64"/>
            <p:cNvSpPr/>
            <p:nvPr/>
          </p:nvSpPr>
          <p:spPr>
            <a:xfrm>
              <a:off x="4915832" y="3174254"/>
              <a:ext cx="80746" cy="70689"/>
            </a:xfrm>
            <a:custGeom>
              <a:avLst/>
              <a:gdLst/>
              <a:ahLst/>
              <a:cxnLst/>
              <a:rect l="l" t="t" r="r" b="b"/>
              <a:pathLst>
                <a:path w="2537" h="2221" extrusionOk="0">
                  <a:moveTo>
                    <a:pt x="185" y="0"/>
                  </a:moveTo>
                  <a:cubicBezTo>
                    <a:pt x="155" y="0"/>
                    <a:pt x="125" y="9"/>
                    <a:pt x="95" y="30"/>
                  </a:cubicBezTo>
                  <a:cubicBezTo>
                    <a:pt x="24" y="78"/>
                    <a:pt x="0" y="185"/>
                    <a:pt x="60" y="256"/>
                  </a:cubicBezTo>
                  <a:cubicBezTo>
                    <a:pt x="607" y="1102"/>
                    <a:pt x="1381" y="1780"/>
                    <a:pt x="2286" y="2209"/>
                  </a:cubicBezTo>
                  <a:cubicBezTo>
                    <a:pt x="2322" y="2221"/>
                    <a:pt x="2334" y="2221"/>
                    <a:pt x="2357" y="2221"/>
                  </a:cubicBezTo>
                  <a:cubicBezTo>
                    <a:pt x="2417" y="2221"/>
                    <a:pt x="2477" y="2197"/>
                    <a:pt x="2512" y="2138"/>
                  </a:cubicBezTo>
                  <a:cubicBezTo>
                    <a:pt x="2536" y="2030"/>
                    <a:pt x="2512" y="1923"/>
                    <a:pt x="2417" y="1899"/>
                  </a:cubicBezTo>
                  <a:cubicBezTo>
                    <a:pt x="1560" y="1495"/>
                    <a:pt x="845" y="864"/>
                    <a:pt x="322" y="78"/>
                  </a:cubicBezTo>
                  <a:cubicBezTo>
                    <a:pt x="291" y="31"/>
                    <a:pt x="240"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64"/>
            <p:cNvSpPr/>
            <p:nvPr/>
          </p:nvSpPr>
          <p:spPr>
            <a:xfrm>
              <a:off x="5121215" y="3173936"/>
              <a:ext cx="79601" cy="69511"/>
            </a:xfrm>
            <a:custGeom>
              <a:avLst/>
              <a:gdLst/>
              <a:ahLst/>
              <a:cxnLst/>
              <a:rect l="l" t="t" r="r" b="b"/>
              <a:pathLst>
                <a:path w="2501" h="2184" extrusionOk="0">
                  <a:moveTo>
                    <a:pt x="2301" y="0"/>
                  </a:moveTo>
                  <a:cubicBezTo>
                    <a:pt x="2250" y="0"/>
                    <a:pt x="2201" y="25"/>
                    <a:pt x="2179" y="76"/>
                  </a:cubicBezTo>
                  <a:cubicBezTo>
                    <a:pt x="1667" y="862"/>
                    <a:pt x="953" y="1481"/>
                    <a:pt x="119" y="1874"/>
                  </a:cubicBezTo>
                  <a:cubicBezTo>
                    <a:pt x="36" y="1921"/>
                    <a:pt x="0" y="2005"/>
                    <a:pt x="48" y="2100"/>
                  </a:cubicBezTo>
                  <a:cubicBezTo>
                    <a:pt x="72" y="2159"/>
                    <a:pt x="131" y="2183"/>
                    <a:pt x="191" y="2183"/>
                  </a:cubicBezTo>
                  <a:cubicBezTo>
                    <a:pt x="226" y="2183"/>
                    <a:pt x="238" y="2183"/>
                    <a:pt x="274" y="2171"/>
                  </a:cubicBezTo>
                  <a:cubicBezTo>
                    <a:pt x="1167" y="1755"/>
                    <a:pt x="1941" y="1088"/>
                    <a:pt x="2477" y="231"/>
                  </a:cubicBezTo>
                  <a:cubicBezTo>
                    <a:pt x="2501" y="183"/>
                    <a:pt x="2489" y="76"/>
                    <a:pt x="2393" y="28"/>
                  </a:cubicBezTo>
                  <a:cubicBezTo>
                    <a:pt x="2366" y="10"/>
                    <a:pt x="2333" y="0"/>
                    <a:pt x="23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64"/>
            <p:cNvSpPr/>
            <p:nvPr/>
          </p:nvSpPr>
          <p:spPr>
            <a:xfrm>
              <a:off x="4891198"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6" y="1203"/>
                  </a:lnTo>
                  <a:lnTo>
                    <a:pt x="976" y="1096"/>
                  </a:lnTo>
                  <a:cubicBezTo>
                    <a:pt x="976" y="667"/>
                    <a:pt x="1334" y="322"/>
                    <a:pt x="1750" y="322"/>
                  </a:cubicBezTo>
                  <a:close/>
                  <a:moveTo>
                    <a:pt x="2727" y="1667"/>
                  </a:moveTo>
                  <a:cubicBezTo>
                    <a:pt x="2762" y="1691"/>
                    <a:pt x="2762" y="1727"/>
                    <a:pt x="2762" y="1751"/>
                  </a:cubicBezTo>
                  <a:cubicBezTo>
                    <a:pt x="2762" y="1798"/>
                    <a:pt x="2750" y="1846"/>
                    <a:pt x="2703" y="1858"/>
                  </a:cubicBezTo>
                  <a:lnTo>
                    <a:pt x="2703" y="1667"/>
                  </a:lnTo>
                  <a:close/>
                  <a:moveTo>
                    <a:pt x="845" y="1667"/>
                  </a:moveTo>
                  <a:lnTo>
                    <a:pt x="845" y="1870"/>
                  </a:lnTo>
                  <a:cubicBezTo>
                    <a:pt x="810" y="1846"/>
                    <a:pt x="786" y="1810"/>
                    <a:pt x="786" y="1751"/>
                  </a:cubicBezTo>
                  <a:cubicBezTo>
                    <a:pt x="786" y="1727"/>
                    <a:pt x="798" y="1691"/>
                    <a:pt x="810"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607" y="2941"/>
                  </a:lnTo>
                  <a:lnTo>
                    <a:pt x="1607" y="2822"/>
                  </a:lnTo>
                  <a:close/>
                  <a:moveTo>
                    <a:pt x="1750"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5"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8" y="3513"/>
                    <a:pt x="1774" y="3513"/>
                  </a:cubicBezTo>
                  <a:cubicBezTo>
                    <a:pt x="1822" y="3513"/>
                    <a:pt x="1869" y="3489"/>
                    <a:pt x="1893" y="3465"/>
                  </a:cubicBezTo>
                  <a:lnTo>
                    <a:pt x="2215" y="3132"/>
                  </a:lnTo>
                  <a:lnTo>
                    <a:pt x="2834" y="3394"/>
                  </a:lnTo>
                  <a:lnTo>
                    <a:pt x="2846" y="3394"/>
                  </a:lnTo>
                  <a:cubicBezTo>
                    <a:pt x="2870" y="3394"/>
                    <a:pt x="3227" y="3525"/>
                    <a:pt x="3227" y="3989"/>
                  </a:cubicBezTo>
                  <a:lnTo>
                    <a:pt x="3227" y="4418"/>
                  </a:lnTo>
                  <a:lnTo>
                    <a:pt x="1107" y="4418"/>
                  </a:lnTo>
                  <a:cubicBezTo>
                    <a:pt x="1024" y="4418"/>
                    <a:pt x="941" y="4489"/>
                    <a:pt x="941" y="4584"/>
                  </a:cubicBezTo>
                  <a:cubicBezTo>
                    <a:pt x="941" y="4668"/>
                    <a:pt x="1024" y="4739"/>
                    <a:pt x="1107" y="4739"/>
                  </a:cubicBezTo>
                  <a:lnTo>
                    <a:pt x="3382" y="4739"/>
                  </a:lnTo>
                  <a:cubicBezTo>
                    <a:pt x="3477" y="4727"/>
                    <a:pt x="3548" y="4656"/>
                    <a:pt x="3548" y="4560"/>
                  </a:cubicBezTo>
                  <a:lnTo>
                    <a:pt x="3548" y="3965"/>
                  </a:lnTo>
                  <a:cubicBezTo>
                    <a:pt x="3548" y="3298"/>
                    <a:pt x="3036" y="3072"/>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64"/>
            <p:cNvSpPr/>
            <p:nvPr/>
          </p:nvSpPr>
          <p:spPr>
            <a:xfrm>
              <a:off x="5112876"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7" y="1203"/>
                  </a:lnTo>
                  <a:lnTo>
                    <a:pt x="977" y="1096"/>
                  </a:lnTo>
                  <a:cubicBezTo>
                    <a:pt x="977" y="667"/>
                    <a:pt x="1334" y="322"/>
                    <a:pt x="1751" y="322"/>
                  </a:cubicBezTo>
                  <a:close/>
                  <a:moveTo>
                    <a:pt x="2727" y="1667"/>
                  </a:moveTo>
                  <a:cubicBezTo>
                    <a:pt x="2763" y="1691"/>
                    <a:pt x="2763" y="1727"/>
                    <a:pt x="2763" y="1751"/>
                  </a:cubicBezTo>
                  <a:cubicBezTo>
                    <a:pt x="2763" y="1798"/>
                    <a:pt x="2751" y="1846"/>
                    <a:pt x="2703" y="1858"/>
                  </a:cubicBezTo>
                  <a:lnTo>
                    <a:pt x="2703" y="1667"/>
                  </a:lnTo>
                  <a:close/>
                  <a:moveTo>
                    <a:pt x="858" y="1667"/>
                  </a:moveTo>
                  <a:lnTo>
                    <a:pt x="858" y="1870"/>
                  </a:lnTo>
                  <a:cubicBezTo>
                    <a:pt x="822" y="1846"/>
                    <a:pt x="798" y="1810"/>
                    <a:pt x="798" y="1751"/>
                  </a:cubicBezTo>
                  <a:cubicBezTo>
                    <a:pt x="798" y="1727"/>
                    <a:pt x="810" y="1691"/>
                    <a:pt x="822"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596" y="2941"/>
                  </a:lnTo>
                  <a:lnTo>
                    <a:pt x="1596" y="2822"/>
                  </a:lnTo>
                  <a:close/>
                  <a:moveTo>
                    <a:pt x="1751"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6"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9" y="3513"/>
                    <a:pt x="1774" y="3513"/>
                  </a:cubicBezTo>
                  <a:cubicBezTo>
                    <a:pt x="1822" y="3513"/>
                    <a:pt x="1870" y="3489"/>
                    <a:pt x="1893" y="3465"/>
                  </a:cubicBezTo>
                  <a:lnTo>
                    <a:pt x="2215" y="3132"/>
                  </a:lnTo>
                  <a:lnTo>
                    <a:pt x="2834" y="3394"/>
                  </a:lnTo>
                  <a:lnTo>
                    <a:pt x="2846" y="3394"/>
                  </a:lnTo>
                  <a:cubicBezTo>
                    <a:pt x="2870" y="3394"/>
                    <a:pt x="3227" y="3525"/>
                    <a:pt x="3227" y="3989"/>
                  </a:cubicBezTo>
                  <a:lnTo>
                    <a:pt x="3227" y="4418"/>
                  </a:lnTo>
                  <a:lnTo>
                    <a:pt x="1108" y="4418"/>
                  </a:lnTo>
                  <a:cubicBezTo>
                    <a:pt x="1024" y="4418"/>
                    <a:pt x="941" y="4489"/>
                    <a:pt x="941" y="4584"/>
                  </a:cubicBezTo>
                  <a:cubicBezTo>
                    <a:pt x="941" y="4668"/>
                    <a:pt x="1024" y="4739"/>
                    <a:pt x="1108" y="4739"/>
                  </a:cubicBezTo>
                  <a:lnTo>
                    <a:pt x="3382" y="4739"/>
                  </a:lnTo>
                  <a:cubicBezTo>
                    <a:pt x="3477" y="4739"/>
                    <a:pt x="3548" y="4668"/>
                    <a:pt x="3548" y="4584"/>
                  </a:cubicBezTo>
                  <a:lnTo>
                    <a:pt x="3548" y="3989"/>
                  </a:lnTo>
                  <a:cubicBezTo>
                    <a:pt x="3548" y="3298"/>
                    <a:pt x="3013" y="3084"/>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64"/>
            <p:cNvSpPr/>
            <p:nvPr/>
          </p:nvSpPr>
          <p:spPr>
            <a:xfrm>
              <a:off x="5001448" y="3108498"/>
              <a:ext cx="113338" cy="151244"/>
            </a:xfrm>
            <a:custGeom>
              <a:avLst/>
              <a:gdLst/>
              <a:ahLst/>
              <a:cxnLst/>
              <a:rect l="l" t="t" r="r" b="b"/>
              <a:pathLst>
                <a:path w="3561" h="4752" extrusionOk="0">
                  <a:moveTo>
                    <a:pt x="1811" y="322"/>
                  </a:moveTo>
                  <a:cubicBezTo>
                    <a:pt x="2251" y="322"/>
                    <a:pt x="2585" y="679"/>
                    <a:pt x="2585" y="1096"/>
                  </a:cubicBezTo>
                  <a:lnTo>
                    <a:pt x="2585" y="1203"/>
                  </a:lnTo>
                  <a:lnTo>
                    <a:pt x="2573" y="1203"/>
                  </a:lnTo>
                  <a:cubicBezTo>
                    <a:pt x="2346" y="1144"/>
                    <a:pt x="2275" y="846"/>
                    <a:pt x="2263" y="846"/>
                  </a:cubicBezTo>
                  <a:cubicBezTo>
                    <a:pt x="2251" y="786"/>
                    <a:pt x="2204" y="727"/>
                    <a:pt x="2132" y="727"/>
                  </a:cubicBezTo>
                  <a:cubicBezTo>
                    <a:pt x="2124" y="725"/>
                    <a:pt x="2116" y="725"/>
                    <a:pt x="2107" y="725"/>
                  </a:cubicBezTo>
                  <a:cubicBezTo>
                    <a:pt x="2051" y="725"/>
                    <a:pt x="1986" y="756"/>
                    <a:pt x="1965" y="786"/>
                  </a:cubicBezTo>
                  <a:cubicBezTo>
                    <a:pt x="1692" y="1203"/>
                    <a:pt x="1037" y="1203"/>
                    <a:pt x="1025" y="1203"/>
                  </a:cubicBezTo>
                  <a:lnTo>
                    <a:pt x="965" y="1203"/>
                  </a:lnTo>
                  <a:lnTo>
                    <a:pt x="965" y="1096"/>
                  </a:lnTo>
                  <a:cubicBezTo>
                    <a:pt x="965" y="667"/>
                    <a:pt x="1322" y="322"/>
                    <a:pt x="1739" y="322"/>
                  </a:cubicBezTo>
                  <a:close/>
                  <a:moveTo>
                    <a:pt x="2751" y="1668"/>
                  </a:moveTo>
                  <a:cubicBezTo>
                    <a:pt x="2787" y="1703"/>
                    <a:pt x="2787" y="1727"/>
                    <a:pt x="2787" y="1763"/>
                  </a:cubicBezTo>
                  <a:cubicBezTo>
                    <a:pt x="2787" y="1798"/>
                    <a:pt x="2763" y="1846"/>
                    <a:pt x="2715" y="1858"/>
                  </a:cubicBezTo>
                  <a:lnTo>
                    <a:pt x="2715" y="1668"/>
                  </a:lnTo>
                  <a:close/>
                  <a:moveTo>
                    <a:pt x="858" y="1679"/>
                  </a:moveTo>
                  <a:lnTo>
                    <a:pt x="858" y="1894"/>
                  </a:lnTo>
                  <a:cubicBezTo>
                    <a:pt x="834" y="1858"/>
                    <a:pt x="799" y="1834"/>
                    <a:pt x="799" y="1775"/>
                  </a:cubicBezTo>
                  <a:cubicBezTo>
                    <a:pt x="799" y="1739"/>
                    <a:pt x="810" y="1715"/>
                    <a:pt x="834" y="1679"/>
                  </a:cubicBezTo>
                  <a:close/>
                  <a:moveTo>
                    <a:pt x="2096" y="1203"/>
                  </a:moveTo>
                  <a:cubicBezTo>
                    <a:pt x="2156" y="1322"/>
                    <a:pt x="2263" y="1441"/>
                    <a:pt x="2406" y="1501"/>
                  </a:cubicBezTo>
                  <a:lnTo>
                    <a:pt x="2406" y="1977"/>
                  </a:lnTo>
                  <a:cubicBezTo>
                    <a:pt x="2394" y="2263"/>
                    <a:pt x="2156" y="2501"/>
                    <a:pt x="1870" y="2501"/>
                  </a:cubicBezTo>
                  <a:lnTo>
                    <a:pt x="1727" y="2501"/>
                  </a:lnTo>
                  <a:cubicBezTo>
                    <a:pt x="1430" y="2501"/>
                    <a:pt x="1203" y="2263"/>
                    <a:pt x="1203" y="1977"/>
                  </a:cubicBezTo>
                  <a:lnTo>
                    <a:pt x="1203" y="1548"/>
                  </a:lnTo>
                  <a:cubicBezTo>
                    <a:pt x="1418" y="1525"/>
                    <a:pt x="1799" y="1441"/>
                    <a:pt x="2096" y="1203"/>
                  </a:cubicBezTo>
                  <a:close/>
                  <a:moveTo>
                    <a:pt x="1977" y="2834"/>
                  </a:moveTo>
                  <a:lnTo>
                    <a:pt x="1977" y="2918"/>
                  </a:lnTo>
                  <a:lnTo>
                    <a:pt x="1799" y="3108"/>
                  </a:lnTo>
                  <a:lnTo>
                    <a:pt x="1620" y="2941"/>
                  </a:lnTo>
                  <a:lnTo>
                    <a:pt x="1620" y="2834"/>
                  </a:lnTo>
                  <a:close/>
                  <a:moveTo>
                    <a:pt x="1751" y="1"/>
                  </a:moveTo>
                  <a:cubicBezTo>
                    <a:pt x="1144" y="1"/>
                    <a:pt x="632" y="501"/>
                    <a:pt x="632" y="1120"/>
                  </a:cubicBezTo>
                  <a:lnTo>
                    <a:pt x="632" y="1417"/>
                  </a:lnTo>
                  <a:cubicBezTo>
                    <a:pt x="537" y="1501"/>
                    <a:pt x="453" y="1644"/>
                    <a:pt x="453" y="1775"/>
                  </a:cubicBezTo>
                  <a:cubicBezTo>
                    <a:pt x="453" y="2025"/>
                    <a:pt x="656" y="2215"/>
                    <a:pt x="894" y="2239"/>
                  </a:cubicBezTo>
                  <a:cubicBezTo>
                    <a:pt x="953" y="2441"/>
                    <a:pt x="1096" y="2608"/>
                    <a:pt x="1275" y="2715"/>
                  </a:cubicBezTo>
                  <a:lnTo>
                    <a:pt x="1275" y="2799"/>
                  </a:lnTo>
                  <a:lnTo>
                    <a:pt x="596" y="3072"/>
                  </a:lnTo>
                  <a:cubicBezTo>
                    <a:pt x="537" y="3096"/>
                    <a:pt x="1" y="3311"/>
                    <a:pt x="1" y="3977"/>
                  </a:cubicBezTo>
                  <a:lnTo>
                    <a:pt x="1" y="4573"/>
                  </a:lnTo>
                  <a:cubicBezTo>
                    <a:pt x="1" y="4656"/>
                    <a:pt x="72" y="4739"/>
                    <a:pt x="156" y="4739"/>
                  </a:cubicBezTo>
                  <a:lnTo>
                    <a:pt x="572" y="4739"/>
                  </a:lnTo>
                  <a:cubicBezTo>
                    <a:pt x="668" y="4739"/>
                    <a:pt x="739" y="4656"/>
                    <a:pt x="739" y="4573"/>
                  </a:cubicBezTo>
                  <a:cubicBezTo>
                    <a:pt x="739" y="4477"/>
                    <a:pt x="668" y="4406"/>
                    <a:pt x="572" y="4406"/>
                  </a:cubicBezTo>
                  <a:lnTo>
                    <a:pt x="322" y="4406"/>
                  </a:lnTo>
                  <a:lnTo>
                    <a:pt x="322" y="3977"/>
                  </a:lnTo>
                  <a:cubicBezTo>
                    <a:pt x="322" y="3513"/>
                    <a:pt x="680" y="3382"/>
                    <a:pt x="691" y="3382"/>
                  </a:cubicBezTo>
                  <a:lnTo>
                    <a:pt x="715" y="3382"/>
                  </a:lnTo>
                  <a:lnTo>
                    <a:pt x="1334" y="3144"/>
                  </a:lnTo>
                  <a:lnTo>
                    <a:pt x="1668" y="3465"/>
                  </a:lnTo>
                  <a:cubicBezTo>
                    <a:pt x="1692" y="3501"/>
                    <a:pt x="1739" y="3513"/>
                    <a:pt x="1787" y="3513"/>
                  </a:cubicBezTo>
                  <a:cubicBezTo>
                    <a:pt x="1823" y="3513"/>
                    <a:pt x="1870" y="3501"/>
                    <a:pt x="1906" y="3465"/>
                  </a:cubicBezTo>
                  <a:lnTo>
                    <a:pt x="2215" y="3144"/>
                  </a:lnTo>
                  <a:lnTo>
                    <a:pt x="2835" y="3394"/>
                  </a:lnTo>
                  <a:lnTo>
                    <a:pt x="2858" y="3394"/>
                  </a:lnTo>
                  <a:cubicBezTo>
                    <a:pt x="2870" y="3394"/>
                    <a:pt x="3227" y="3525"/>
                    <a:pt x="3227" y="3989"/>
                  </a:cubicBezTo>
                  <a:lnTo>
                    <a:pt x="3227" y="4418"/>
                  </a:lnTo>
                  <a:lnTo>
                    <a:pt x="1108" y="4418"/>
                  </a:lnTo>
                  <a:cubicBezTo>
                    <a:pt x="1025" y="4418"/>
                    <a:pt x="953" y="4501"/>
                    <a:pt x="953" y="4585"/>
                  </a:cubicBezTo>
                  <a:cubicBezTo>
                    <a:pt x="953" y="4680"/>
                    <a:pt x="1025" y="4751"/>
                    <a:pt x="1108" y="4751"/>
                  </a:cubicBezTo>
                  <a:lnTo>
                    <a:pt x="3394" y="4751"/>
                  </a:lnTo>
                  <a:cubicBezTo>
                    <a:pt x="3477" y="4751"/>
                    <a:pt x="3549" y="4680"/>
                    <a:pt x="3549" y="4585"/>
                  </a:cubicBezTo>
                  <a:lnTo>
                    <a:pt x="3549" y="3989"/>
                  </a:lnTo>
                  <a:cubicBezTo>
                    <a:pt x="3561" y="3311"/>
                    <a:pt x="3037" y="3096"/>
                    <a:pt x="2966" y="3072"/>
                  </a:cubicBezTo>
                  <a:lnTo>
                    <a:pt x="2311" y="2799"/>
                  </a:lnTo>
                  <a:lnTo>
                    <a:pt x="2311" y="2715"/>
                  </a:lnTo>
                  <a:cubicBezTo>
                    <a:pt x="2489" y="2608"/>
                    <a:pt x="2620" y="2441"/>
                    <a:pt x="2692" y="2239"/>
                  </a:cubicBezTo>
                  <a:cubicBezTo>
                    <a:pt x="2930" y="2215"/>
                    <a:pt x="3120" y="2013"/>
                    <a:pt x="3120" y="1775"/>
                  </a:cubicBezTo>
                  <a:cubicBezTo>
                    <a:pt x="3120" y="1620"/>
                    <a:pt x="3049" y="1489"/>
                    <a:pt x="2942" y="1417"/>
                  </a:cubicBezTo>
                  <a:lnTo>
                    <a:pt x="2942" y="1120"/>
                  </a:lnTo>
                  <a:cubicBezTo>
                    <a:pt x="2942" y="501"/>
                    <a:pt x="2442"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5" name="Google Shape;10665;p64"/>
          <p:cNvGrpSpPr/>
          <p:nvPr/>
        </p:nvGrpSpPr>
        <p:grpSpPr>
          <a:xfrm>
            <a:off x="7976174" y="2750858"/>
            <a:ext cx="334666" cy="334634"/>
            <a:chOff x="7976174" y="2925108"/>
            <a:chExt cx="334666" cy="334634"/>
          </a:xfrm>
        </p:grpSpPr>
        <p:sp>
          <p:nvSpPr>
            <p:cNvPr id="10666" name="Google Shape;10666;p64"/>
            <p:cNvSpPr/>
            <p:nvPr/>
          </p:nvSpPr>
          <p:spPr>
            <a:xfrm>
              <a:off x="8003100" y="3064545"/>
              <a:ext cx="10630" cy="14068"/>
            </a:xfrm>
            <a:custGeom>
              <a:avLst/>
              <a:gdLst/>
              <a:ahLst/>
              <a:cxnLst/>
              <a:rect l="l" t="t" r="r" b="b"/>
              <a:pathLst>
                <a:path w="334" h="442" extrusionOk="0">
                  <a:moveTo>
                    <a:pt x="167" y="1"/>
                  </a:moveTo>
                  <a:cubicBezTo>
                    <a:pt x="72" y="1"/>
                    <a:pt x="0" y="72"/>
                    <a:pt x="0" y="167"/>
                  </a:cubicBezTo>
                  <a:lnTo>
                    <a:pt x="0" y="286"/>
                  </a:lnTo>
                  <a:cubicBezTo>
                    <a:pt x="0" y="370"/>
                    <a:pt x="72" y="441"/>
                    <a:pt x="167" y="441"/>
                  </a:cubicBezTo>
                  <a:cubicBezTo>
                    <a:pt x="250" y="441"/>
                    <a:pt x="322" y="370"/>
                    <a:pt x="322" y="286"/>
                  </a:cubicBezTo>
                  <a:lnTo>
                    <a:pt x="322"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64"/>
            <p:cNvSpPr/>
            <p:nvPr/>
          </p:nvSpPr>
          <p:spPr>
            <a:xfrm>
              <a:off x="8003100" y="3046371"/>
              <a:ext cx="10630" cy="14418"/>
            </a:xfrm>
            <a:custGeom>
              <a:avLst/>
              <a:gdLst/>
              <a:ahLst/>
              <a:cxnLst/>
              <a:rect l="l" t="t" r="r" b="b"/>
              <a:pathLst>
                <a:path w="334" h="453" extrusionOk="0">
                  <a:moveTo>
                    <a:pt x="167" y="0"/>
                  </a:moveTo>
                  <a:cubicBezTo>
                    <a:pt x="72" y="0"/>
                    <a:pt x="0" y="71"/>
                    <a:pt x="0" y="167"/>
                  </a:cubicBezTo>
                  <a:lnTo>
                    <a:pt x="0" y="286"/>
                  </a:lnTo>
                  <a:cubicBezTo>
                    <a:pt x="0" y="369"/>
                    <a:pt x="72" y="452"/>
                    <a:pt x="167" y="452"/>
                  </a:cubicBezTo>
                  <a:cubicBezTo>
                    <a:pt x="250" y="452"/>
                    <a:pt x="322" y="369"/>
                    <a:pt x="322" y="286"/>
                  </a:cubicBezTo>
                  <a:lnTo>
                    <a:pt x="322"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64"/>
            <p:cNvSpPr/>
            <p:nvPr/>
          </p:nvSpPr>
          <p:spPr>
            <a:xfrm>
              <a:off x="8272519" y="3105093"/>
              <a:ext cx="10630" cy="14418"/>
            </a:xfrm>
            <a:custGeom>
              <a:avLst/>
              <a:gdLst/>
              <a:ahLst/>
              <a:cxnLst/>
              <a:rect l="l" t="t" r="r" b="b"/>
              <a:pathLst>
                <a:path w="334" h="453" extrusionOk="0">
                  <a:moveTo>
                    <a:pt x="167" y="0"/>
                  </a:moveTo>
                  <a:cubicBezTo>
                    <a:pt x="84" y="0"/>
                    <a:pt x="1" y="72"/>
                    <a:pt x="1" y="167"/>
                  </a:cubicBezTo>
                  <a:lnTo>
                    <a:pt x="1" y="286"/>
                  </a:lnTo>
                  <a:cubicBezTo>
                    <a:pt x="1" y="370"/>
                    <a:pt x="84" y="453"/>
                    <a:pt x="167" y="453"/>
                  </a:cubicBezTo>
                  <a:cubicBezTo>
                    <a:pt x="263" y="453"/>
                    <a:pt x="334" y="370"/>
                    <a:pt x="334" y="28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64"/>
            <p:cNvSpPr/>
            <p:nvPr/>
          </p:nvSpPr>
          <p:spPr>
            <a:xfrm>
              <a:off x="8272519" y="3123266"/>
              <a:ext cx="10630" cy="14068"/>
            </a:xfrm>
            <a:custGeom>
              <a:avLst/>
              <a:gdLst/>
              <a:ahLst/>
              <a:cxnLst/>
              <a:rect l="l" t="t" r="r" b="b"/>
              <a:pathLst>
                <a:path w="334" h="442" extrusionOk="0">
                  <a:moveTo>
                    <a:pt x="167" y="1"/>
                  </a:moveTo>
                  <a:cubicBezTo>
                    <a:pt x="84" y="1"/>
                    <a:pt x="1" y="72"/>
                    <a:pt x="1" y="168"/>
                  </a:cubicBezTo>
                  <a:lnTo>
                    <a:pt x="1" y="287"/>
                  </a:lnTo>
                  <a:cubicBezTo>
                    <a:pt x="1" y="370"/>
                    <a:pt x="84" y="442"/>
                    <a:pt x="167" y="442"/>
                  </a:cubicBezTo>
                  <a:cubicBezTo>
                    <a:pt x="263" y="442"/>
                    <a:pt x="334" y="370"/>
                    <a:pt x="334" y="287"/>
                  </a:cubicBezTo>
                  <a:lnTo>
                    <a:pt x="334" y="168"/>
                  </a:lnTo>
                  <a:cubicBezTo>
                    <a:pt x="334"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64"/>
            <p:cNvSpPr/>
            <p:nvPr/>
          </p:nvSpPr>
          <p:spPr>
            <a:xfrm>
              <a:off x="7976174" y="2925108"/>
              <a:ext cx="334666" cy="334634"/>
            </a:xfrm>
            <a:custGeom>
              <a:avLst/>
              <a:gdLst/>
              <a:ahLst/>
              <a:cxnLst/>
              <a:rect l="l" t="t" r="r" b="b"/>
              <a:pathLst>
                <a:path w="10515" h="10514" extrusionOk="0">
                  <a:moveTo>
                    <a:pt x="5109" y="655"/>
                  </a:moveTo>
                  <a:lnTo>
                    <a:pt x="5109" y="2762"/>
                  </a:lnTo>
                  <a:lnTo>
                    <a:pt x="4704" y="2762"/>
                  </a:lnTo>
                  <a:lnTo>
                    <a:pt x="4704" y="655"/>
                  </a:lnTo>
                  <a:close/>
                  <a:moveTo>
                    <a:pt x="7549" y="655"/>
                  </a:moveTo>
                  <a:lnTo>
                    <a:pt x="7549" y="738"/>
                  </a:lnTo>
                  <a:lnTo>
                    <a:pt x="7549" y="750"/>
                  </a:lnTo>
                  <a:lnTo>
                    <a:pt x="7549" y="1584"/>
                  </a:lnTo>
                  <a:lnTo>
                    <a:pt x="7549" y="1774"/>
                  </a:lnTo>
                  <a:cubicBezTo>
                    <a:pt x="7442" y="1667"/>
                    <a:pt x="7311" y="1572"/>
                    <a:pt x="7157" y="1536"/>
                  </a:cubicBezTo>
                  <a:cubicBezTo>
                    <a:pt x="7122" y="1527"/>
                    <a:pt x="7085" y="1523"/>
                    <a:pt x="7048" y="1523"/>
                  </a:cubicBezTo>
                  <a:cubicBezTo>
                    <a:pt x="6935" y="1523"/>
                    <a:pt x="6818" y="1565"/>
                    <a:pt x="6728" y="1655"/>
                  </a:cubicBezTo>
                  <a:cubicBezTo>
                    <a:pt x="6716" y="1667"/>
                    <a:pt x="6371" y="1965"/>
                    <a:pt x="6811" y="2584"/>
                  </a:cubicBezTo>
                  <a:cubicBezTo>
                    <a:pt x="6859" y="2643"/>
                    <a:pt x="6907" y="2691"/>
                    <a:pt x="6918" y="2762"/>
                  </a:cubicBezTo>
                  <a:lnTo>
                    <a:pt x="5430" y="2762"/>
                  </a:lnTo>
                  <a:lnTo>
                    <a:pt x="5430" y="655"/>
                  </a:lnTo>
                  <a:close/>
                  <a:moveTo>
                    <a:pt x="2359" y="523"/>
                  </a:moveTo>
                  <a:cubicBezTo>
                    <a:pt x="2823" y="523"/>
                    <a:pt x="3485" y="630"/>
                    <a:pt x="3620" y="833"/>
                  </a:cubicBezTo>
                  <a:cubicBezTo>
                    <a:pt x="3644" y="881"/>
                    <a:pt x="3704" y="917"/>
                    <a:pt x="3763" y="917"/>
                  </a:cubicBezTo>
                  <a:lnTo>
                    <a:pt x="4359" y="917"/>
                  </a:lnTo>
                  <a:lnTo>
                    <a:pt x="4359" y="2500"/>
                  </a:lnTo>
                  <a:lnTo>
                    <a:pt x="3954" y="2500"/>
                  </a:lnTo>
                  <a:cubicBezTo>
                    <a:pt x="3894" y="2500"/>
                    <a:pt x="3847" y="2536"/>
                    <a:pt x="3823" y="2560"/>
                  </a:cubicBezTo>
                  <a:cubicBezTo>
                    <a:pt x="3466" y="3024"/>
                    <a:pt x="3275" y="3072"/>
                    <a:pt x="3037" y="3119"/>
                  </a:cubicBezTo>
                  <a:cubicBezTo>
                    <a:pt x="2858" y="3143"/>
                    <a:pt x="2644" y="3191"/>
                    <a:pt x="2358" y="3381"/>
                  </a:cubicBezTo>
                  <a:cubicBezTo>
                    <a:pt x="2174" y="3515"/>
                    <a:pt x="2037" y="3549"/>
                    <a:pt x="1955" y="3549"/>
                  </a:cubicBezTo>
                  <a:cubicBezTo>
                    <a:pt x="1921" y="3549"/>
                    <a:pt x="1896" y="3543"/>
                    <a:pt x="1882" y="3536"/>
                  </a:cubicBezTo>
                  <a:cubicBezTo>
                    <a:pt x="1846" y="3477"/>
                    <a:pt x="1846" y="3417"/>
                    <a:pt x="1846" y="3381"/>
                  </a:cubicBezTo>
                  <a:cubicBezTo>
                    <a:pt x="1882" y="3203"/>
                    <a:pt x="2168" y="3000"/>
                    <a:pt x="2346" y="2905"/>
                  </a:cubicBezTo>
                  <a:cubicBezTo>
                    <a:pt x="2442" y="2858"/>
                    <a:pt x="2466" y="2762"/>
                    <a:pt x="2430" y="2679"/>
                  </a:cubicBezTo>
                  <a:cubicBezTo>
                    <a:pt x="2394" y="2619"/>
                    <a:pt x="2335" y="2596"/>
                    <a:pt x="2263" y="2596"/>
                  </a:cubicBezTo>
                  <a:lnTo>
                    <a:pt x="715" y="2596"/>
                  </a:lnTo>
                  <a:cubicBezTo>
                    <a:pt x="644" y="2596"/>
                    <a:pt x="584" y="2536"/>
                    <a:pt x="584" y="2465"/>
                  </a:cubicBezTo>
                  <a:lnTo>
                    <a:pt x="584" y="2441"/>
                  </a:lnTo>
                  <a:cubicBezTo>
                    <a:pt x="584" y="2369"/>
                    <a:pt x="644" y="2310"/>
                    <a:pt x="715" y="2310"/>
                  </a:cubicBezTo>
                  <a:lnTo>
                    <a:pt x="2132" y="2310"/>
                  </a:lnTo>
                  <a:cubicBezTo>
                    <a:pt x="2215" y="2310"/>
                    <a:pt x="2287" y="2238"/>
                    <a:pt x="2287" y="2143"/>
                  </a:cubicBezTo>
                  <a:cubicBezTo>
                    <a:pt x="2287" y="2060"/>
                    <a:pt x="2215" y="1988"/>
                    <a:pt x="2132" y="1988"/>
                  </a:cubicBezTo>
                  <a:lnTo>
                    <a:pt x="715" y="1988"/>
                  </a:lnTo>
                  <a:lnTo>
                    <a:pt x="441" y="2012"/>
                  </a:lnTo>
                  <a:cubicBezTo>
                    <a:pt x="370" y="2012"/>
                    <a:pt x="310" y="1953"/>
                    <a:pt x="310" y="1881"/>
                  </a:cubicBezTo>
                  <a:lnTo>
                    <a:pt x="310" y="1869"/>
                  </a:lnTo>
                  <a:cubicBezTo>
                    <a:pt x="310" y="1786"/>
                    <a:pt x="370" y="1726"/>
                    <a:pt x="441" y="1726"/>
                  </a:cubicBezTo>
                  <a:lnTo>
                    <a:pt x="2156" y="1726"/>
                  </a:lnTo>
                  <a:cubicBezTo>
                    <a:pt x="2251" y="1726"/>
                    <a:pt x="2323" y="1655"/>
                    <a:pt x="2323" y="1572"/>
                  </a:cubicBezTo>
                  <a:cubicBezTo>
                    <a:pt x="2323" y="1476"/>
                    <a:pt x="2251" y="1405"/>
                    <a:pt x="2156" y="1405"/>
                  </a:cubicBezTo>
                  <a:lnTo>
                    <a:pt x="691" y="1405"/>
                  </a:lnTo>
                  <a:cubicBezTo>
                    <a:pt x="632" y="1393"/>
                    <a:pt x="596" y="1345"/>
                    <a:pt x="596" y="1286"/>
                  </a:cubicBezTo>
                  <a:lnTo>
                    <a:pt x="596" y="1274"/>
                  </a:lnTo>
                  <a:cubicBezTo>
                    <a:pt x="596" y="1191"/>
                    <a:pt x="656" y="1131"/>
                    <a:pt x="727" y="1131"/>
                  </a:cubicBezTo>
                  <a:lnTo>
                    <a:pt x="2156" y="1131"/>
                  </a:lnTo>
                  <a:cubicBezTo>
                    <a:pt x="2239" y="1131"/>
                    <a:pt x="2323" y="1060"/>
                    <a:pt x="2323" y="976"/>
                  </a:cubicBezTo>
                  <a:cubicBezTo>
                    <a:pt x="2323" y="881"/>
                    <a:pt x="2239" y="810"/>
                    <a:pt x="2156" y="810"/>
                  </a:cubicBezTo>
                  <a:lnTo>
                    <a:pt x="1442" y="810"/>
                  </a:lnTo>
                  <a:cubicBezTo>
                    <a:pt x="1370" y="810"/>
                    <a:pt x="1311" y="750"/>
                    <a:pt x="1311" y="679"/>
                  </a:cubicBezTo>
                  <a:lnTo>
                    <a:pt x="1311" y="655"/>
                  </a:lnTo>
                  <a:cubicBezTo>
                    <a:pt x="1311" y="583"/>
                    <a:pt x="1370" y="524"/>
                    <a:pt x="1442" y="524"/>
                  </a:cubicBezTo>
                  <a:lnTo>
                    <a:pt x="2287" y="524"/>
                  </a:lnTo>
                  <a:cubicBezTo>
                    <a:pt x="2310" y="523"/>
                    <a:pt x="2334" y="523"/>
                    <a:pt x="2359" y="523"/>
                  </a:cubicBezTo>
                  <a:close/>
                  <a:moveTo>
                    <a:pt x="8633" y="310"/>
                  </a:moveTo>
                  <a:cubicBezTo>
                    <a:pt x="8704" y="310"/>
                    <a:pt x="8764" y="369"/>
                    <a:pt x="8764" y="452"/>
                  </a:cubicBezTo>
                  <a:lnTo>
                    <a:pt x="8764" y="691"/>
                  </a:lnTo>
                  <a:lnTo>
                    <a:pt x="8764" y="726"/>
                  </a:lnTo>
                  <a:lnTo>
                    <a:pt x="8764" y="1107"/>
                  </a:lnTo>
                  <a:lnTo>
                    <a:pt x="8764" y="1131"/>
                  </a:lnTo>
                  <a:lnTo>
                    <a:pt x="8764" y="2155"/>
                  </a:lnTo>
                  <a:cubicBezTo>
                    <a:pt x="8764" y="2250"/>
                    <a:pt x="8835" y="2322"/>
                    <a:pt x="8931" y="2322"/>
                  </a:cubicBezTo>
                  <a:cubicBezTo>
                    <a:pt x="9014" y="2322"/>
                    <a:pt x="9085" y="2250"/>
                    <a:pt x="9085" y="2155"/>
                  </a:cubicBezTo>
                  <a:lnTo>
                    <a:pt x="9085" y="1012"/>
                  </a:lnTo>
                  <a:lnTo>
                    <a:pt x="9085" y="988"/>
                  </a:lnTo>
                  <a:lnTo>
                    <a:pt x="9085" y="953"/>
                  </a:lnTo>
                  <a:lnTo>
                    <a:pt x="9085" y="702"/>
                  </a:lnTo>
                  <a:cubicBezTo>
                    <a:pt x="9109" y="643"/>
                    <a:pt x="9145" y="595"/>
                    <a:pt x="9204" y="595"/>
                  </a:cubicBezTo>
                  <a:lnTo>
                    <a:pt x="9228" y="595"/>
                  </a:lnTo>
                  <a:cubicBezTo>
                    <a:pt x="9300" y="595"/>
                    <a:pt x="9359" y="655"/>
                    <a:pt x="9359" y="726"/>
                  </a:cubicBezTo>
                  <a:lnTo>
                    <a:pt x="9359" y="1322"/>
                  </a:lnTo>
                  <a:lnTo>
                    <a:pt x="9359" y="1441"/>
                  </a:lnTo>
                  <a:lnTo>
                    <a:pt x="9359" y="2155"/>
                  </a:lnTo>
                  <a:cubicBezTo>
                    <a:pt x="9359" y="2250"/>
                    <a:pt x="9431" y="2322"/>
                    <a:pt x="9526" y="2322"/>
                  </a:cubicBezTo>
                  <a:cubicBezTo>
                    <a:pt x="9609" y="2322"/>
                    <a:pt x="9681" y="2250"/>
                    <a:pt x="9681" y="2155"/>
                  </a:cubicBezTo>
                  <a:lnTo>
                    <a:pt x="9681" y="1441"/>
                  </a:lnTo>
                  <a:cubicBezTo>
                    <a:pt x="9681" y="1369"/>
                    <a:pt x="9740" y="1310"/>
                    <a:pt x="9824" y="1310"/>
                  </a:cubicBezTo>
                  <a:lnTo>
                    <a:pt x="9835" y="1310"/>
                  </a:lnTo>
                  <a:cubicBezTo>
                    <a:pt x="9907" y="1310"/>
                    <a:pt x="9966" y="1369"/>
                    <a:pt x="9966" y="1441"/>
                  </a:cubicBezTo>
                  <a:lnTo>
                    <a:pt x="9966" y="2298"/>
                  </a:lnTo>
                  <a:cubicBezTo>
                    <a:pt x="9978" y="2750"/>
                    <a:pt x="9883" y="3489"/>
                    <a:pt x="9657" y="3620"/>
                  </a:cubicBezTo>
                  <a:cubicBezTo>
                    <a:pt x="9609" y="3643"/>
                    <a:pt x="9585" y="3703"/>
                    <a:pt x="9585" y="3762"/>
                  </a:cubicBezTo>
                  <a:lnTo>
                    <a:pt x="9585" y="4358"/>
                  </a:lnTo>
                  <a:lnTo>
                    <a:pt x="7990" y="4358"/>
                  </a:lnTo>
                  <a:lnTo>
                    <a:pt x="7990" y="3965"/>
                  </a:lnTo>
                  <a:cubicBezTo>
                    <a:pt x="7990" y="3905"/>
                    <a:pt x="7954" y="3858"/>
                    <a:pt x="7930" y="3822"/>
                  </a:cubicBezTo>
                  <a:cubicBezTo>
                    <a:pt x="7466" y="3465"/>
                    <a:pt x="7419" y="3274"/>
                    <a:pt x="7383" y="3036"/>
                  </a:cubicBezTo>
                  <a:cubicBezTo>
                    <a:pt x="7347" y="2858"/>
                    <a:pt x="7299" y="2655"/>
                    <a:pt x="7109" y="2369"/>
                  </a:cubicBezTo>
                  <a:cubicBezTo>
                    <a:pt x="6918" y="2096"/>
                    <a:pt x="6930" y="1941"/>
                    <a:pt x="6966" y="1893"/>
                  </a:cubicBezTo>
                  <a:cubicBezTo>
                    <a:pt x="7026" y="1845"/>
                    <a:pt x="7085" y="1845"/>
                    <a:pt x="7109" y="1845"/>
                  </a:cubicBezTo>
                  <a:cubicBezTo>
                    <a:pt x="7288" y="1893"/>
                    <a:pt x="7502" y="2179"/>
                    <a:pt x="7585" y="2357"/>
                  </a:cubicBezTo>
                  <a:cubicBezTo>
                    <a:pt x="7603" y="2418"/>
                    <a:pt x="7658" y="2460"/>
                    <a:pt x="7718" y="2460"/>
                  </a:cubicBezTo>
                  <a:cubicBezTo>
                    <a:pt x="7741" y="2460"/>
                    <a:pt x="7765" y="2454"/>
                    <a:pt x="7788" y="2441"/>
                  </a:cubicBezTo>
                  <a:cubicBezTo>
                    <a:pt x="7847" y="2417"/>
                    <a:pt x="7871" y="2357"/>
                    <a:pt x="7871" y="2286"/>
                  </a:cubicBezTo>
                  <a:lnTo>
                    <a:pt x="7871" y="2262"/>
                  </a:lnTo>
                  <a:lnTo>
                    <a:pt x="7871" y="1584"/>
                  </a:lnTo>
                  <a:lnTo>
                    <a:pt x="7871" y="750"/>
                  </a:lnTo>
                  <a:lnTo>
                    <a:pt x="7871" y="726"/>
                  </a:lnTo>
                  <a:cubicBezTo>
                    <a:pt x="7871" y="655"/>
                    <a:pt x="7930" y="595"/>
                    <a:pt x="8002" y="595"/>
                  </a:cubicBezTo>
                  <a:lnTo>
                    <a:pt x="8014" y="595"/>
                  </a:lnTo>
                  <a:cubicBezTo>
                    <a:pt x="8097" y="595"/>
                    <a:pt x="8157" y="655"/>
                    <a:pt x="8157" y="726"/>
                  </a:cubicBezTo>
                  <a:lnTo>
                    <a:pt x="8157" y="2143"/>
                  </a:lnTo>
                  <a:cubicBezTo>
                    <a:pt x="8157" y="2238"/>
                    <a:pt x="8228" y="2310"/>
                    <a:pt x="8311" y="2310"/>
                  </a:cubicBezTo>
                  <a:cubicBezTo>
                    <a:pt x="8407" y="2310"/>
                    <a:pt x="8478" y="2238"/>
                    <a:pt x="8478" y="2143"/>
                  </a:cubicBezTo>
                  <a:lnTo>
                    <a:pt x="8478" y="726"/>
                  </a:lnTo>
                  <a:lnTo>
                    <a:pt x="8478" y="452"/>
                  </a:lnTo>
                  <a:cubicBezTo>
                    <a:pt x="8478" y="369"/>
                    <a:pt x="8538" y="310"/>
                    <a:pt x="8609" y="310"/>
                  </a:cubicBezTo>
                  <a:close/>
                  <a:moveTo>
                    <a:pt x="1763" y="2941"/>
                  </a:moveTo>
                  <a:cubicBezTo>
                    <a:pt x="1668" y="3036"/>
                    <a:pt x="1561" y="3179"/>
                    <a:pt x="1537" y="3322"/>
                  </a:cubicBezTo>
                  <a:cubicBezTo>
                    <a:pt x="1501" y="3477"/>
                    <a:pt x="1537" y="3631"/>
                    <a:pt x="1656" y="3750"/>
                  </a:cubicBezTo>
                  <a:cubicBezTo>
                    <a:pt x="1668" y="3774"/>
                    <a:pt x="1763" y="3881"/>
                    <a:pt x="1989" y="3881"/>
                  </a:cubicBezTo>
                  <a:cubicBezTo>
                    <a:pt x="2144" y="3881"/>
                    <a:pt x="2335" y="3834"/>
                    <a:pt x="2573" y="3667"/>
                  </a:cubicBezTo>
                  <a:cubicBezTo>
                    <a:pt x="2632" y="3620"/>
                    <a:pt x="2692" y="3572"/>
                    <a:pt x="2751" y="3560"/>
                  </a:cubicBezTo>
                  <a:lnTo>
                    <a:pt x="2751" y="5048"/>
                  </a:lnTo>
                  <a:lnTo>
                    <a:pt x="656" y="5048"/>
                  </a:lnTo>
                  <a:lnTo>
                    <a:pt x="656" y="2941"/>
                  </a:lnTo>
                  <a:close/>
                  <a:moveTo>
                    <a:pt x="9824" y="4703"/>
                  </a:moveTo>
                  <a:lnTo>
                    <a:pt x="9824" y="5108"/>
                  </a:lnTo>
                  <a:lnTo>
                    <a:pt x="7728" y="5108"/>
                  </a:lnTo>
                  <a:lnTo>
                    <a:pt x="7728" y="4703"/>
                  </a:lnTo>
                  <a:close/>
                  <a:moveTo>
                    <a:pt x="2751" y="5370"/>
                  </a:moveTo>
                  <a:lnTo>
                    <a:pt x="2751" y="5775"/>
                  </a:lnTo>
                  <a:lnTo>
                    <a:pt x="656" y="5775"/>
                  </a:lnTo>
                  <a:lnTo>
                    <a:pt x="656" y="5370"/>
                  </a:lnTo>
                  <a:close/>
                  <a:moveTo>
                    <a:pt x="4359" y="2858"/>
                  </a:moveTo>
                  <a:lnTo>
                    <a:pt x="4359" y="2917"/>
                  </a:lnTo>
                  <a:cubicBezTo>
                    <a:pt x="4359" y="3012"/>
                    <a:pt x="4430" y="3084"/>
                    <a:pt x="4525" y="3084"/>
                  </a:cubicBezTo>
                  <a:lnTo>
                    <a:pt x="7014" y="3084"/>
                  </a:lnTo>
                  <a:lnTo>
                    <a:pt x="7014" y="3096"/>
                  </a:lnTo>
                  <a:cubicBezTo>
                    <a:pt x="7049" y="3369"/>
                    <a:pt x="7109" y="3655"/>
                    <a:pt x="7621" y="4048"/>
                  </a:cubicBezTo>
                  <a:lnTo>
                    <a:pt x="7621" y="4370"/>
                  </a:lnTo>
                  <a:lnTo>
                    <a:pt x="7561" y="4370"/>
                  </a:lnTo>
                  <a:cubicBezTo>
                    <a:pt x="7466" y="4370"/>
                    <a:pt x="7395" y="4441"/>
                    <a:pt x="7395" y="4524"/>
                  </a:cubicBezTo>
                  <a:lnTo>
                    <a:pt x="7395" y="7013"/>
                  </a:lnTo>
                  <a:lnTo>
                    <a:pt x="7383" y="7013"/>
                  </a:lnTo>
                  <a:cubicBezTo>
                    <a:pt x="7109" y="7060"/>
                    <a:pt x="6823" y="7120"/>
                    <a:pt x="6430" y="7620"/>
                  </a:cubicBezTo>
                  <a:lnTo>
                    <a:pt x="6121" y="7620"/>
                  </a:lnTo>
                  <a:lnTo>
                    <a:pt x="6121" y="7560"/>
                  </a:lnTo>
                  <a:cubicBezTo>
                    <a:pt x="6121" y="7477"/>
                    <a:pt x="6037" y="7406"/>
                    <a:pt x="5954" y="7406"/>
                  </a:cubicBezTo>
                  <a:lnTo>
                    <a:pt x="3466" y="7406"/>
                  </a:lnTo>
                  <a:lnTo>
                    <a:pt x="3466" y="7382"/>
                  </a:lnTo>
                  <a:cubicBezTo>
                    <a:pt x="3418" y="7120"/>
                    <a:pt x="3358" y="6834"/>
                    <a:pt x="2858" y="6429"/>
                  </a:cubicBezTo>
                  <a:lnTo>
                    <a:pt x="2858" y="6120"/>
                  </a:lnTo>
                  <a:lnTo>
                    <a:pt x="2918" y="6120"/>
                  </a:lnTo>
                  <a:cubicBezTo>
                    <a:pt x="3001" y="6120"/>
                    <a:pt x="3085" y="6048"/>
                    <a:pt x="3085" y="5953"/>
                  </a:cubicBezTo>
                  <a:lnTo>
                    <a:pt x="3085" y="3477"/>
                  </a:lnTo>
                  <a:lnTo>
                    <a:pt x="3097" y="3477"/>
                  </a:lnTo>
                  <a:cubicBezTo>
                    <a:pt x="3358" y="3429"/>
                    <a:pt x="3644" y="3369"/>
                    <a:pt x="4049" y="2858"/>
                  </a:cubicBezTo>
                  <a:close/>
                  <a:moveTo>
                    <a:pt x="5787" y="7727"/>
                  </a:moveTo>
                  <a:lnTo>
                    <a:pt x="5787" y="9823"/>
                  </a:lnTo>
                  <a:lnTo>
                    <a:pt x="5383" y="9823"/>
                  </a:lnTo>
                  <a:lnTo>
                    <a:pt x="5383" y="7727"/>
                  </a:lnTo>
                  <a:close/>
                  <a:moveTo>
                    <a:pt x="8490" y="6933"/>
                  </a:moveTo>
                  <a:cubicBezTo>
                    <a:pt x="8530" y="6933"/>
                    <a:pt x="8558" y="6942"/>
                    <a:pt x="8573" y="6953"/>
                  </a:cubicBezTo>
                  <a:cubicBezTo>
                    <a:pt x="8621" y="7013"/>
                    <a:pt x="8621" y="7072"/>
                    <a:pt x="8621" y="7108"/>
                  </a:cubicBezTo>
                  <a:cubicBezTo>
                    <a:pt x="8573" y="7287"/>
                    <a:pt x="8288" y="7489"/>
                    <a:pt x="8109" y="7584"/>
                  </a:cubicBezTo>
                  <a:cubicBezTo>
                    <a:pt x="8026" y="7620"/>
                    <a:pt x="7990" y="7727"/>
                    <a:pt x="8038" y="7799"/>
                  </a:cubicBezTo>
                  <a:cubicBezTo>
                    <a:pt x="8061" y="7858"/>
                    <a:pt x="8121" y="7894"/>
                    <a:pt x="8204" y="7894"/>
                  </a:cubicBezTo>
                  <a:lnTo>
                    <a:pt x="9740" y="7894"/>
                  </a:lnTo>
                  <a:cubicBezTo>
                    <a:pt x="9824" y="7894"/>
                    <a:pt x="9883" y="7953"/>
                    <a:pt x="9883" y="8025"/>
                  </a:cubicBezTo>
                  <a:lnTo>
                    <a:pt x="9883" y="8037"/>
                  </a:lnTo>
                  <a:cubicBezTo>
                    <a:pt x="9883" y="8120"/>
                    <a:pt x="9824" y="8180"/>
                    <a:pt x="9740" y="8180"/>
                  </a:cubicBezTo>
                  <a:lnTo>
                    <a:pt x="8335" y="8180"/>
                  </a:lnTo>
                  <a:cubicBezTo>
                    <a:pt x="8240" y="8180"/>
                    <a:pt x="8169" y="8251"/>
                    <a:pt x="8169" y="8334"/>
                  </a:cubicBezTo>
                  <a:cubicBezTo>
                    <a:pt x="8169" y="8430"/>
                    <a:pt x="8240" y="8501"/>
                    <a:pt x="8335" y="8501"/>
                  </a:cubicBezTo>
                  <a:lnTo>
                    <a:pt x="10026" y="8501"/>
                  </a:lnTo>
                  <a:cubicBezTo>
                    <a:pt x="10034" y="8500"/>
                    <a:pt x="10043" y="8499"/>
                    <a:pt x="10051" y="8499"/>
                  </a:cubicBezTo>
                  <a:cubicBezTo>
                    <a:pt x="10121" y="8499"/>
                    <a:pt x="10169" y="8545"/>
                    <a:pt x="10169" y="8620"/>
                  </a:cubicBezTo>
                  <a:cubicBezTo>
                    <a:pt x="10169" y="8692"/>
                    <a:pt x="10097" y="8751"/>
                    <a:pt x="10026" y="8751"/>
                  </a:cubicBezTo>
                  <a:lnTo>
                    <a:pt x="8311" y="8751"/>
                  </a:lnTo>
                  <a:cubicBezTo>
                    <a:pt x="8228" y="8751"/>
                    <a:pt x="8157" y="8834"/>
                    <a:pt x="8157" y="8918"/>
                  </a:cubicBezTo>
                  <a:cubicBezTo>
                    <a:pt x="8157" y="9013"/>
                    <a:pt x="8228" y="9084"/>
                    <a:pt x="8311" y="9084"/>
                  </a:cubicBezTo>
                  <a:lnTo>
                    <a:pt x="9776" y="9084"/>
                  </a:lnTo>
                  <a:cubicBezTo>
                    <a:pt x="9835" y="9096"/>
                    <a:pt x="9883" y="9144"/>
                    <a:pt x="9883" y="9204"/>
                  </a:cubicBezTo>
                  <a:lnTo>
                    <a:pt x="9883" y="9215"/>
                  </a:lnTo>
                  <a:cubicBezTo>
                    <a:pt x="9883" y="9287"/>
                    <a:pt x="9824" y="9346"/>
                    <a:pt x="9752" y="9346"/>
                  </a:cubicBezTo>
                  <a:lnTo>
                    <a:pt x="8323" y="9346"/>
                  </a:lnTo>
                  <a:cubicBezTo>
                    <a:pt x="8228" y="9346"/>
                    <a:pt x="8157" y="9430"/>
                    <a:pt x="8157" y="9513"/>
                  </a:cubicBezTo>
                  <a:cubicBezTo>
                    <a:pt x="8157" y="9608"/>
                    <a:pt x="8228" y="9680"/>
                    <a:pt x="8323" y="9680"/>
                  </a:cubicBezTo>
                  <a:lnTo>
                    <a:pt x="9038" y="9680"/>
                  </a:lnTo>
                  <a:cubicBezTo>
                    <a:pt x="9109" y="9680"/>
                    <a:pt x="9169" y="9739"/>
                    <a:pt x="9169" y="9811"/>
                  </a:cubicBezTo>
                  <a:lnTo>
                    <a:pt x="9169" y="9823"/>
                  </a:lnTo>
                  <a:cubicBezTo>
                    <a:pt x="9169" y="9906"/>
                    <a:pt x="9109" y="9966"/>
                    <a:pt x="9038" y="9966"/>
                  </a:cubicBezTo>
                  <a:lnTo>
                    <a:pt x="8181" y="9966"/>
                  </a:lnTo>
                  <a:cubicBezTo>
                    <a:pt x="8151" y="9967"/>
                    <a:pt x="8120" y="9967"/>
                    <a:pt x="8088" y="9967"/>
                  </a:cubicBezTo>
                  <a:cubicBezTo>
                    <a:pt x="7740" y="9967"/>
                    <a:pt x="7288" y="9907"/>
                    <a:pt x="7026" y="9787"/>
                  </a:cubicBezTo>
                  <a:lnTo>
                    <a:pt x="7014" y="9763"/>
                  </a:lnTo>
                  <a:cubicBezTo>
                    <a:pt x="6978" y="9727"/>
                    <a:pt x="6930" y="9704"/>
                    <a:pt x="6895" y="9704"/>
                  </a:cubicBezTo>
                  <a:cubicBezTo>
                    <a:pt x="6871" y="9692"/>
                    <a:pt x="6859" y="9680"/>
                    <a:pt x="6847" y="9644"/>
                  </a:cubicBezTo>
                  <a:cubicBezTo>
                    <a:pt x="6811" y="9608"/>
                    <a:pt x="6752" y="9573"/>
                    <a:pt x="6692" y="9573"/>
                  </a:cubicBezTo>
                  <a:lnTo>
                    <a:pt x="6097" y="9573"/>
                  </a:lnTo>
                  <a:lnTo>
                    <a:pt x="6097" y="7977"/>
                  </a:lnTo>
                  <a:lnTo>
                    <a:pt x="6502" y="7977"/>
                  </a:lnTo>
                  <a:cubicBezTo>
                    <a:pt x="6561" y="7977"/>
                    <a:pt x="6609" y="7953"/>
                    <a:pt x="6633" y="7918"/>
                  </a:cubicBezTo>
                  <a:cubicBezTo>
                    <a:pt x="6990" y="7453"/>
                    <a:pt x="7192" y="7418"/>
                    <a:pt x="7430" y="7370"/>
                  </a:cubicBezTo>
                  <a:cubicBezTo>
                    <a:pt x="7609" y="7334"/>
                    <a:pt x="7811" y="7299"/>
                    <a:pt x="8097" y="7108"/>
                  </a:cubicBezTo>
                  <a:cubicBezTo>
                    <a:pt x="8274" y="6972"/>
                    <a:pt x="8407" y="6933"/>
                    <a:pt x="8490" y="6933"/>
                  </a:cubicBezTo>
                  <a:close/>
                  <a:moveTo>
                    <a:pt x="2501" y="6132"/>
                  </a:moveTo>
                  <a:lnTo>
                    <a:pt x="2501" y="6537"/>
                  </a:lnTo>
                  <a:cubicBezTo>
                    <a:pt x="2501" y="6596"/>
                    <a:pt x="2525" y="6644"/>
                    <a:pt x="2561" y="6668"/>
                  </a:cubicBezTo>
                  <a:cubicBezTo>
                    <a:pt x="3025" y="7025"/>
                    <a:pt x="3061" y="7227"/>
                    <a:pt x="3108" y="7465"/>
                  </a:cubicBezTo>
                  <a:cubicBezTo>
                    <a:pt x="3120" y="7501"/>
                    <a:pt x="3120" y="7560"/>
                    <a:pt x="3144" y="7608"/>
                  </a:cubicBezTo>
                  <a:cubicBezTo>
                    <a:pt x="3168" y="7763"/>
                    <a:pt x="3228" y="7918"/>
                    <a:pt x="3382" y="8120"/>
                  </a:cubicBezTo>
                  <a:cubicBezTo>
                    <a:pt x="3597" y="8382"/>
                    <a:pt x="3585" y="8537"/>
                    <a:pt x="3561" y="8596"/>
                  </a:cubicBezTo>
                  <a:cubicBezTo>
                    <a:pt x="3501" y="8632"/>
                    <a:pt x="3442" y="8632"/>
                    <a:pt x="3406" y="8632"/>
                  </a:cubicBezTo>
                  <a:cubicBezTo>
                    <a:pt x="3228" y="8596"/>
                    <a:pt x="3025" y="8311"/>
                    <a:pt x="2930" y="8132"/>
                  </a:cubicBezTo>
                  <a:cubicBezTo>
                    <a:pt x="2896" y="8064"/>
                    <a:pt x="2838" y="8033"/>
                    <a:pt x="2778" y="8033"/>
                  </a:cubicBezTo>
                  <a:cubicBezTo>
                    <a:pt x="2753" y="8033"/>
                    <a:pt x="2728" y="8038"/>
                    <a:pt x="2704" y="8049"/>
                  </a:cubicBezTo>
                  <a:cubicBezTo>
                    <a:pt x="2644" y="8084"/>
                    <a:pt x="2620" y="8144"/>
                    <a:pt x="2620" y="8215"/>
                  </a:cubicBezTo>
                  <a:lnTo>
                    <a:pt x="2620" y="8239"/>
                  </a:lnTo>
                  <a:lnTo>
                    <a:pt x="2620" y="8918"/>
                  </a:lnTo>
                  <a:lnTo>
                    <a:pt x="2620" y="9751"/>
                  </a:lnTo>
                  <a:lnTo>
                    <a:pt x="2620" y="9763"/>
                  </a:lnTo>
                  <a:cubicBezTo>
                    <a:pt x="2620" y="9846"/>
                    <a:pt x="2561" y="9906"/>
                    <a:pt x="2489" y="9906"/>
                  </a:cubicBezTo>
                  <a:lnTo>
                    <a:pt x="2466" y="9906"/>
                  </a:lnTo>
                  <a:cubicBezTo>
                    <a:pt x="2394" y="9906"/>
                    <a:pt x="2335" y="9846"/>
                    <a:pt x="2335" y="9763"/>
                  </a:cubicBezTo>
                  <a:lnTo>
                    <a:pt x="2335" y="8358"/>
                  </a:lnTo>
                  <a:cubicBezTo>
                    <a:pt x="2335" y="8263"/>
                    <a:pt x="2263" y="8191"/>
                    <a:pt x="2168" y="8191"/>
                  </a:cubicBezTo>
                  <a:cubicBezTo>
                    <a:pt x="2085" y="8191"/>
                    <a:pt x="2013" y="8263"/>
                    <a:pt x="2013" y="8358"/>
                  </a:cubicBezTo>
                  <a:lnTo>
                    <a:pt x="2013" y="9763"/>
                  </a:lnTo>
                  <a:lnTo>
                    <a:pt x="2013" y="10049"/>
                  </a:lnTo>
                  <a:cubicBezTo>
                    <a:pt x="2013" y="10120"/>
                    <a:pt x="1954" y="10180"/>
                    <a:pt x="1870" y="10180"/>
                  </a:cubicBezTo>
                  <a:lnTo>
                    <a:pt x="1858" y="10180"/>
                  </a:lnTo>
                  <a:cubicBezTo>
                    <a:pt x="1787" y="10180"/>
                    <a:pt x="1727" y="10120"/>
                    <a:pt x="1727" y="10049"/>
                  </a:cubicBezTo>
                  <a:lnTo>
                    <a:pt x="1727" y="9811"/>
                  </a:lnTo>
                  <a:lnTo>
                    <a:pt x="1727" y="9763"/>
                  </a:lnTo>
                  <a:lnTo>
                    <a:pt x="1727" y="9394"/>
                  </a:lnTo>
                  <a:lnTo>
                    <a:pt x="1727" y="9370"/>
                  </a:lnTo>
                  <a:lnTo>
                    <a:pt x="1727" y="8334"/>
                  </a:lnTo>
                  <a:cubicBezTo>
                    <a:pt x="1727" y="8251"/>
                    <a:pt x="1656" y="8180"/>
                    <a:pt x="1561" y="8180"/>
                  </a:cubicBezTo>
                  <a:cubicBezTo>
                    <a:pt x="1477" y="8180"/>
                    <a:pt x="1394" y="8251"/>
                    <a:pt x="1394" y="8334"/>
                  </a:cubicBezTo>
                  <a:lnTo>
                    <a:pt x="1394" y="9489"/>
                  </a:lnTo>
                  <a:lnTo>
                    <a:pt x="1394" y="9513"/>
                  </a:lnTo>
                  <a:lnTo>
                    <a:pt x="1394" y="9549"/>
                  </a:lnTo>
                  <a:lnTo>
                    <a:pt x="1394" y="9799"/>
                  </a:lnTo>
                  <a:cubicBezTo>
                    <a:pt x="1382" y="9858"/>
                    <a:pt x="1334" y="9906"/>
                    <a:pt x="1275" y="9906"/>
                  </a:cubicBezTo>
                  <a:lnTo>
                    <a:pt x="1263" y="9906"/>
                  </a:lnTo>
                  <a:cubicBezTo>
                    <a:pt x="1192" y="9906"/>
                    <a:pt x="1132" y="9846"/>
                    <a:pt x="1132" y="9763"/>
                  </a:cubicBezTo>
                  <a:lnTo>
                    <a:pt x="1132" y="9168"/>
                  </a:lnTo>
                  <a:lnTo>
                    <a:pt x="1132" y="9049"/>
                  </a:lnTo>
                  <a:lnTo>
                    <a:pt x="1132" y="8334"/>
                  </a:lnTo>
                  <a:cubicBezTo>
                    <a:pt x="1132" y="8251"/>
                    <a:pt x="1061" y="8180"/>
                    <a:pt x="965" y="8180"/>
                  </a:cubicBezTo>
                  <a:cubicBezTo>
                    <a:pt x="882" y="8180"/>
                    <a:pt x="799" y="8251"/>
                    <a:pt x="799" y="8334"/>
                  </a:cubicBezTo>
                  <a:lnTo>
                    <a:pt x="799" y="9049"/>
                  </a:lnTo>
                  <a:cubicBezTo>
                    <a:pt x="799" y="9132"/>
                    <a:pt x="739" y="9192"/>
                    <a:pt x="668" y="9192"/>
                  </a:cubicBezTo>
                  <a:lnTo>
                    <a:pt x="656" y="9192"/>
                  </a:lnTo>
                  <a:cubicBezTo>
                    <a:pt x="584" y="9192"/>
                    <a:pt x="525" y="9132"/>
                    <a:pt x="525" y="9049"/>
                  </a:cubicBezTo>
                  <a:lnTo>
                    <a:pt x="525" y="8203"/>
                  </a:lnTo>
                  <a:cubicBezTo>
                    <a:pt x="501" y="7739"/>
                    <a:pt x="608" y="7013"/>
                    <a:pt x="834" y="6882"/>
                  </a:cubicBezTo>
                  <a:cubicBezTo>
                    <a:pt x="882" y="6846"/>
                    <a:pt x="906" y="6787"/>
                    <a:pt x="906" y="6727"/>
                  </a:cubicBezTo>
                  <a:lnTo>
                    <a:pt x="906" y="6132"/>
                  </a:lnTo>
                  <a:close/>
                  <a:moveTo>
                    <a:pt x="8621" y="0"/>
                  </a:moveTo>
                  <a:cubicBezTo>
                    <a:pt x="8407" y="0"/>
                    <a:pt x="8240" y="143"/>
                    <a:pt x="8181" y="321"/>
                  </a:cubicBezTo>
                  <a:cubicBezTo>
                    <a:pt x="8145" y="298"/>
                    <a:pt x="8085" y="286"/>
                    <a:pt x="8038" y="286"/>
                  </a:cubicBezTo>
                  <a:lnTo>
                    <a:pt x="8026" y="286"/>
                  </a:lnTo>
                  <a:cubicBezTo>
                    <a:pt x="7942" y="286"/>
                    <a:pt x="7859" y="298"/>
                    <a:pt x="7800" y="345"/>
                  </a:cubicBezTo>
                  <a:lnTo>
                    <a:pt x="4549" y="345"/>
                  </a:lnTo>
                  <a:cubicBezTo>
                    <a:pt x="4466" y="345"/>
                    <a:pt x="4394" y="417"/>
                    <a:pt x="4394" y="512"/>
                  </a:cubicBezTo>
                  <a:lnTo>
                    <a:pt x="4394" y="619"/>
                  </a:lnTo>
                  <a:lnTo>
                    <a:pt x="3870" y="619"/>
                  </a:lnTo>
                  <a:cubicBezTo>
                    <a:pt x="3704" y="441"/>
                    <a:pt x="3418" y="321"/>
                    <a:pt x="2977" y="262"/>
                  </a:cubicBezTo>
                  <a:cubicBezTo>
                    <a:pt x="2632" y="214"/>
                    <a:pt x="2335" y="214"/>
                    <a:pt x="2311" y="214"/>
                  </a:cubicBezTo>
                  <a:lnTo>
                    <a:pt x="1453" y="214"/>
                  </a:lnTo>
                  <a:cubicBezTo>
                    <a:pt x="1203" y="214"/>
                    <a:pt x="1001" y="417"/>
                    <a:pt x="1001" y="679"/>
                  </a:cubicBezTo>
                  <a:lnTo>
                    <a:pt x="1001" y="691"/>
                  </a:lnTo>
                  <a:cubicBezTo>
                    <a:pt x="1001" y="738"/>
                    <a:pt x="1001" y="774"/>
                    <a:pt x="1013" y="822"/>
                  </a:cubicBezTo>
                  <a:lnTo>
                    <a:pt x="739" y="822"/>
                  </a:lnTo>
                  <a:cubicBezTo>
                    <a:pt x="489" y="822"/>
                    <a:pt x="287" y="1036"/>
                    <a:pt x="287" y="1286"/>
                  </a:cubicBezTo>
                  <a:lnTo>
                    <a:pt x="287" y="1298"/>
                  </a:lnTo>
                  <a:cubicBezTo>
                    <a:pt x="287" y="1357"/>
                    <a:pt x="299" y="1405"/>
                    <a:pt x="310" y="1453"/>
                  </a:cubicBezTo>
                  <a:cubicBezTo>
                    <a:pt x="132" y="1512"/>
                    <a:pt x="1" y="1691"/>
                    <a:pt x="1" y="1881"/>
                  </a:cubicBezTo>
                  <a:lnTo>
                    <a:pt x="1" y="1893"/>
                  </a:lnTo>
                  <a:cubicBezTo>
                    <a:pt x="1" y="2107"/>
                    <a:pt x="132" y="2262"/>
                    <a:pt x="310" y="2322"/>
                  </a:cubicBezTo>
                  <a:cubicBezTo>
                    <a:pt x="299" y="2369"/>
                    <a:pt x="287" y="2429"/>
                    <a:pt x="287" y="2477"/>
                  </a:cubicBezTo>
                  <a:lnTo>
                    <a:pt x="287" y="2488"/>
                  </a:lnTo>
                  <a:cubicBezTo>
                    <a:pt x="287" y="2560"/>
                    <a:pt x="299" y="2655"/>
                    <a:pt x="346" y="2715"/>
                  </a:cubicBezTo>
                  <a:lnTo>
                    <a:pt x="346" y="5953"/>
                  </a:lnTo>
                  <a:cubicBezTo>
                    <a:pt x="346" y="6048"/>
                    <a:pt x="418" y="6120"/>
                    <a:pt x="501" y="6120"/>
                  </a:cubicBezTo>
                  <a:lnTo>
                    <a:pt x="608" y="6120"/>
                  </a:lnTo>
                  <a:lnTo>
                    <a:pt x="608" y="6644"/>
                  </a:lnTo>
                  <a:cubicBezTo>
                    <a:pt x="430" y="6810"/>
                    <a:pt x="310" y="7084"/>
                    <a:pt x="251" y="7537"/>
                  </a:cubicBezTo>
                  <a:cubicBezTo>
                    <a:pt x="203" y="7882"/>
                    <a:pt x="203" y="8180"/>
                    <a:pt x="203" y="8203"/>
                  </a:cubicBezTo>
                  <a:lnTo>
                    <a:pt x="203" y="9049"/>
                  </a:lnTo>
                  <a:cubicBezTo>
                    <a:pt x="203" y="9311"/>
                    <a:pt x="418" y="9513"/>
                    <a:pt x="668" y="9513"/>
                  </a:cubicBezTo>
                  <a:lnTo>
                    <a:pt x="680" y="9513"/>
                  </a:lnTo>
                  <a:cubicBezTo>
                    <a:pt x="727" y="9513"/>
                    <a:pt x="775" y="9513"/>
                    <a:pt x="822" y="9501"/>
                  </a:cubicBezTo>
                  <a:lnTo>
                    <a:pt x="822" y="9763"/>
                  </a:lnTo>
                  <a:cubicBezTo>
                    <a:pt x="822" y="10025"/>
                    <a:pt x="1025" y="10227"/>
                    <a:pt x="1275" y="10227"/>
                  </a:cubicBezTo>
                  <a:lnTo>
                    <a:pt x="1299" y="10227"/>
                  </a:lnTo>
                  <a:cubicBezTo>
                    <a:pt x="1358" y="10227"/>
                    <a:pt x="1394" y="10216"/>
                    <a:pt x="1442" y="10204"/>
                  </a:cubicBezTo>
                  <a:cubicBezTo>
                    <a:pt x="1501" y="10382"/>
                    <a:pt x="1680" y="10513"/>
                    <a:pt x="1870" y="10513"/>
                  </a:cubicBezTo>
                  <a:lnTo>
                    <a:pt x="1894" y="10513"/>
                  </a:lnTo>
                  <a:cubicBezTo>
                    <a:pt x="2096" y="10513"/>
                    <a:pt x="2263" y="10382"/>
                    <a:pt x="2323" y="10204"/>
                  </a:cubicBezTo>
                  <a:cubicBezTo>
                    <a:pt x="2370" y="10216"/>
                    <a:pt x="2430" y="10227"/>
                    <a:pt x="2466" y="10227"/>
                  </a:cubicBezTo>
                  <a:lnTo>
                    <a:pt x="2489" y="10227"/>
                  </a:lnTo>
                  <a:cubicBezTo>
                    <a:pt x="2561" y="10227"/>
                    <a:pt x="2644" y="10216"/>
                    <a:pt x="2704" y="10168"/>
                  </a:cubicBezTo>
                  <a:lnTo>
                    <a:pt x="3323" y="10168"/>
                  </a:lnTo>
                  <a:cubicBezTo>
                    <a:pt x="3406" y="10168"/>
                    <a:pt x="3478" y="10096"/>
                    <a:pt x="3478" y="10001"/>
                  </a:cubicBezTo>
                  <a:cubicBezTo>
                    <a:pt x="3478" y="9918"/>
                    <a:pt x="3406" y="9846"/>
                    <a:pt x="3323" y="9846"/>
                  </a:cubicBezTo>
                  <a:lnTo>
                    <a:pt x="2942" y="9846"/>
                  </a:lnTo>
                  <a:lnTo>
                    <a:pt x="2942" y="9763"/>
                  </a:lnTo>
                  <a:lnTo>
                    <a:pt x="2942" y="9751"/>
                  </a:lnTo>
                  <a:lnTo>
                    <a:pt x="2942" y="8918"/>
                  </a:lnTo>
                  <a:lnTo>
                    <a:pt x="2942" y="8727"/>
                  </a:lnTo>
                  <a:cubicBezTo>
                    <a:pt x="3049" y="8834"/>
                    <a:pt x="3180" y="8930"/>
                    <a:pt x="3335" y="8965"/>
                  </a:cubicBezTo>
                  <a:cubicBezTo>
                    <a:pt x="3358" y="8977"/>
                    <a:pt x="3406" y="8977"/>
                    <a:pt x="3442" y="8977"/>
                  </a:cubicBezTo>
                  <a:cubicBezTo>
                    <a:pt x="3561" y="8977"/>
                    <a:pt x="3656" y="8930"/>
                    <a:pt x="3763" y="8858"/>
                  </a:cubicBezTo>
                  <a:cubicBezTo>
                    <a:pt x="3775" y="8846"/>
                    <a:pt x="4120" y="8549"/>
                    <a:pt x="3680" y="7941"/>
                  </a:cubicBezTo>
                  <a:cubicBezTo>
                    <a:pt x="3632" y="7882"/>
                    <a:pt x="3585" y="7822"/>
                    <a:pt x="3573" y="7763"/>
                  </a:cubicBezTo>
                  <a:lnTo>
                    <a:pt x="5061" y="7763"/>
                  </a:lnTo>
                  <a:lnTo>
                    <a:pt x="5061" y="9858"/>
                  </a:lnTo>
                  <a:lnTo>
                    <a:pt x="3835" y="9858"/>
                  </a:lnTo>
                  <a:cubicBezTo>
                    <a:pt x="3751" y="9858"/>
                    <a:pt x="3680" y="9930"/>
                    <a:pt x="3680" y="10025"/>
                  </a:cubicBezTo>
                  <a:cubicBezTo>
                    <a:pt x="3680" y="10108"/>
                    <a:pt x="3751" y="10180"/>
                    <a:pt x="3835" y="10180"/>
                  </a:cubicBezTo>
                  <a:lnTo>
                    <a:pt x="5966" y="10180"/>
                  </a:lnTo>
                  <a:cubicBezTo>
                    <a:pt x="6061" y="10180"/>
                    <a:pt x="6133" y="10108"/>
                    <a:pt x="6133" y="10025"/>
                  </a:cubicBezTo>
                  <a:lnTo>
                    <a:pt x="6133" y="9918"/>
                  </a:lnTo>
                  <a:lnTo>
                    <a:pt x="6657" y="9918"/>
                  </a:lnTo>
                  <a:cubicBezTo>
                    <a:pt x="6811" y="10096"/>
                    <a:pt x="7097" y="10216"/>
                    <a:pt x="7549" y="10275"/>
                  </a:cubicBezTo>
                  <a:cubicBezTo>
                    <a:pt x="7811" y="10323"/>
                    <a:pt x="8061" y="10323"/>
                    <a:pt x="8169" y="10323"/>
                  </a:cubicBezTo>
                  <a:lnTo>
                    <a:pt x="9062" y="10323"/>
                  </a:lnTo>
                  <a:cubicBezTo>
                    <a:pt x="9312" y="10323"/>
                    <a:pt x="9526" y="10108"/>
                    <a:pt x="9526" y="9858"/>
                  </a:cubicBezTo>
                  <a:lnTo>
                    <a:pt x="9526" y="9846"/>
                  </a:lnTo>
                  <a:cubicBezTo>
                    <a:pt x="9526" y="9799"/>
                    <a:pt x="9526" y="9751"/>
                    <a:pt x="9514" y="9704"/>
                  </a:cubicBezTo>
                  <a:lnTo>
                    <a:pt x="9776" y="9704"/>
                  </a:lnTo>
                  <a:cubicBezTo>
                    <a:pt x="10026" y="9704"/>
                    <a:pt x="10240" y="9501"/>
                    <a:pt x="10240" y="9251"/>
                  </a:cubicBezTo>
                  <a:lnTo>
                    <a:pt x="10240" y="9227"/>
                  </a:lnTo>
                  <a:cubicBezTo>
                    <a:pt x="10240" y="9168"/>
                    <a:pt x="10228" y="9132"/>
                    <a:pt x="10205" y="9084"/>
                  </a:cubicBezTo>
                  <a:cubicBezTo>
                    <a:pt x="10383" y="9025"/>
                    <a:pt x="10514" y="8846"/>
                    <a:pt x="10514" y="8656"/>
                  </a:cubicBezTo>
                  <a:lnTo>
                    <a:pt x="10514" y="8632"/>
                  </a:lnTo>
                  <a:cubicBezTo>
                    <a:pt x="10502" y="8418"/>
                    <a:pt x="10371" y="8239"/>
                    <a:pt x="10193" y="8180"/>
                  </a:cubicBezTo>
                  <a:cubicBezTo>
                    <a:pt x="10205" y="8132"/>
                    <a:pt x="10228" y="8072"/>
                    <a:pt x="10228" y="8025"/>
                  </a:cubicBezTo>
                  <a:lnTo>
                    <a:pt x="10228" y="8013"/>
                  </a:lnTo>
                  <a:cubicBezTo>
                    <a:pt x="10228" y="7941"/>
                    <a:pt x="10205" y="7846"/>
                    <a:pt x="10169" y="7787"/>
                  </a:cubicBezTo>
                  <a:lnTo>
                    <a:pt x="10169" y="6263"/>
                  </a:lnTo>
                  <a:cubicBezTo>
                    <a:pt x="10169" y="6179"/>
                    <a:pt x="10086" y="6108"/>
                    <a:pt x="10002" y="6108"/>
                  </a:cubicBezTo>
                  <a:cubicBezTo>
                    <a:pt x="9907" y="6108"/>
                    <a:pt x="9835" y="6179"/>
                    <a:pt x="9835" y="6263"/>
                  </a:cubicBezTo>
                  <a:lnTo>
                    <a:pt x="9835" y="7560"/>
                  </a:lnTo>
                  <a:lnTo>
                    <a:pt x="8716" y="7560"/>
                  </a:lnTo>
                  <a:cubicBezTo>
                    <a:pt x="8823" y="7453"/>
                    <a:pt x="8931" y="7322"/>
                    <a:pt x="8954" y="7179"/>
                  </a:cubicBezTo>
                  <a:cubicBezTo>
                    <a:pt x="8990" y="7025"/>
                    <a:pt x="8954" y="6858"/>
                    <a:pt x="8835" y="6751"/>
                  </a:cubicBezTo>
                  <a:cubicBezTo>
                    <a:pt x="8828" y="6736"/>
                    <a:pt x="8715" y="6608"/>
                    <a:pt x="8492" y="6608"/>
                  </a:cubicBezTo>
                  <a:cubicBezTo>
                    <a:pt x="8347" y="6608"/>
                    <a:pt x="8157" y="6661"/>
                    <a:pt x="7919" y="6834"/>
                  </a:cubicBezTo>
                  <a:cubicBezTo>
                    <a:pt x="7859" y="6882"/>
                    <a:pt x="7800" y="6929"/>
                    <a:pt x="7740" y="6941"/>
                  </a:cubicBezTo>
                  <a:lnTo>
                    <a:pt x="7740" y="5453"/>
                  </a:lnTo>
                  <a:lnTo>
                    <a:pt x="9835" y="5453"/>
                  </a:lnTo>
                  <a:lnTo>
                    <a:pt x="9835" y="5703"/>
                  </a:lnTo>
                  <a:cubicBezTo>
                    <a:pt x="9835" y="5798"/>
                    <a:pt x="9907" y="5870"/>
                    <a:pt x="10002" y="5870"/>
                  </a:cubicBezTo>
                  <a:cubicBezTo>
                    <a:pt x="10086" y="5870"/>
                    <a:pt x="10169" y="5798"/>
                    <a:pt x="10169" y="5703"/>
                  </a:cubicBezTo>
                  <a:lnTo>
                    <a:pt x="10169" y="4560"/>
                  </a:lnTo>
                  <a:cubicBezTo>
                    <a:pt x="10169" y="4465"/>
                    <a:pt x="10086" y="4393"/>
                    <a:pt x="10002" y="4393"/>
                  </a:cubicBezTo>
                  <a:lnTo>
                    <a:pt x="9895" y="4393"/>
                  </a:lnTo>
                  <a:lnTo>
                    <a:pt x="9895" y="3870"/>
                  </a:lnTo>
                  <a:cubicBezTo>
                    <a:pt x="10074" y="3715"/>
                    <a:pt x="10193" y="3429"/>
                    <a:pt x="10252" y="2977"/>
                  </a:cubicBezTo>
                  <a:cubicBezTo>
                    <a:pt x="10300" y="2643"/>
                    <a:pt x="10300" y="2346"/>
                    <a:pt x="10300" y="2310"/>
                  </a:cubicBezTo>
                  <a:lnTo>
                    <a:pt x="10300" y="1464"/>
                  </a:lnTo>
                  <a:cubicBezTo>
                    <a:pt x="10300" y="1203"/>
                    <a:pt x="10086" y="1000"/>
                    <a:pt x="9835" y="1000"/>
                  </a:cubicBezTo>
                  <a:lnTo>
                    <a:pt x="9824" y="1000"/>
                  </a:lnTo>
                  <a:cubicBezTo>
                    <a:pt x="9776" y="1000"/>
                    <a:pt x="9728" y="1000"/>
                    <a:pt x="9693" y="1012"/>
                  </a:cubicBezTo>
                  <a:lnTo>
                    <a:pt x="9693" y="750"/>
                  </a:lnTo>
                  <a:cubicBezTo>
                    <a:pt x="9693" y="500"/>
                    <a:pt x="9478" y="286"/>
                    <a:pt x="9228" y="286"/>
                  </a:cubicBezTo>
                  <a:lnTo>
                    <a:pt x="9216" y="286"/>
                  </a:lnTo>
                  <a:cubicBezTo>
                    <a:pt x="9157" y="286"/>
                    <a:pt x="9109" y="298"/>
                    <a:pt x="9062" y="321"/>
                  </a:cubicBezTo>
                  <a:cubicBezTo>
                    <a:pt x="9002" y="143"/>
                    <a:pt x="8823" y="0"/>
                    <a:pt x="86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64"/>
            <p:cNvSpPr/>
            <p:nvPr/>
          </p:nvSpPr>
          <p:spPr>
            <a:xfrm>
              <a:off x="8116024" y="3221804"/>
              <a:ext cx="14036" cy="10280"/>
            </a:xfrm>
            <a:custGeom>
              <a:avLst/>
              <a:gdLst/>
              <a:ahLst/>
              <a:cxnLst/>
              <a:rect l="l" t="t" r="r" b="b"/>
              <a:pathLst>
                <a:path w="441" h="323" extrusionOk="0">
                  <a:moveTo>
                    <a:pt x="155" y="1"/>
                  </a:moveTo>
                  <a:cubicBezTo>
                    <a:pt x="72" y="1"/>
                    <a:pt x="0" y="72"/>
                    <a:pt x="0" y="167"/>
                  </a:cubicBezTo>
                  <a:cubicBezTo>
                    <a:pt x="0" y="251"/>
                    <a:pt x="72" y="322"/>
                    <a:pt x="155" y="322"/>
                  </a:cubicBezTo>
                  <a:lnTo>
                    <a:pt x="274" y="322"/>
                  </a:lnTo>
                  <a:cubicBezTo>
                    <a:pt x="369" y="322"/>
                    <a:pt x="441" y="251"/>
                    <a:pt x="441" y="167"/>
                  </a:cubicBezTo>
                  <a:cubicBezTo>
                    <a:pt x="441" y="72"/>
                    <a:pt x="369"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64"/>
            <p:cNvSpPr/>
            <p:nvPr/>
          </p:nvSpPr>
          <p:spPr>
            <a:xfrm>
              <a:off x="8097818" y="3221804"/>
              <a:ext cx="14068" cy="10280"/>
            </a:xfrm>
            <a:custGeom>
              <a:avLst/>
              <a:gdLst/>
              <a:ahLst/>
              <a:cxnLst/>
              <a:rect l="l" t="t" r="r" b="b"/>
              <a:pathLst>
                <a:path w="442" h="323" extrusionOk="0">
                  <a:moveTo>
                    <a:pt x="168" y="1"/>
                  </a:moveTo>
                  <a:cubicBezTo>
                    <a:pt x="72" y="1"/>
                    <a:pt x="1" y="72"/>
                    <a:pt x="1" y="167"/>
                  </a:cubicBezTo>
                  <a:cubicBezTo>
                    <a:pt x="1" y="251"/>
                    <a:pt x="72" y="322"/>
                    <a:pt x="168" y="322"/>
                  </a:cubicBezTo>
                  <a:lnTo>
                    <a:pt x="287" y="322"/>
                  </a:lnTo>
                  <a:cubicBezTo>
                    <a:pt x="370" y="322"/>
                    <a:pt x="441" y="251"/>
                    <a:pt x="441" y="167"/>
                  </a:cubicBezTo>
                  <a:cubicBezTo>
                    <a:pt x="441" y="72"/>
                    <a:pt x="370"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64"/>
            <p:cNvSpPr/>
            <p:nvPr/>
          </p:nvSpPr>
          <p:spPr>
            <a:xfrm>
              <a:off x="8156190" y="2951621"/>
              <a:ext cx="14036" cy="10630"/>
            </a:xfrm>
            <a:custGeom>
              <a:avLst/>
              <a:gdLst/>
              <a:ahLst/>
              <a:cxnLst/>
              <a:rect l="l" t="t" r="r" b="b"/>
              <a:pathLst>
                <a:path w="441" h="334" extrusionOk="0">
                  <a:moveTo>
                    <a:pt x="167" y="0"/>
                  </a:moveTo>
                  <a:cubicBezTo>
                    <a:pt x="72" y="0"/>
                    <a:pt x="0" y="72"/>
                    <a:pt x="0" y="167"/>
                  </a:cubicBezTo>
                  <a:cubicBezTo>
                    <a:pt x="0" y="262"/>
                    <a:pt x="72" y="334"/>
                    <a:pt x="167" y="334"/>
                  </a:cubicBezTo>
                  <a:lnTo>
                    <a:pt x="286" y="334"/>
                  </a:lnTo>
                  <a:cubicBezTo>
                    <a:pt x="369" y="334"/>
                    <a:pt x="441" y="262"/>
                    <a:pt x="441" y="167"/>
                  </a:cubicBezTo>
                  <a:cubicBezTo>
                    <a:pt x="441" y="72"/>
                    <a:pt x="369" y="0"/>
                    <a:pt x="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64"/>
            <p:cNvSpPr/>
            <p:nvPr/>
          </p:nvSpPr>
          <p:spPr>
            <a:xfrm>
              <a:off x="8173982" y="2952385"/>
              <a:ext cx="14450" cy="10248"/>
            </a:xfrm>
            <a:custGeom>
              <a:avLst/>
              <a:gdLst/>
              <a:ahLst/>
              <a:cxnLst/>
              <a:rect l="l" t="t" r="r" b="b"/>
              <a:pathLst>
                <a:path w="454" h="322" extrusionOk="0">
                  <a:moveTo>
                    <a:pt x="168" y="0"/>
                  </a:moveTo>
                  <a:cubicBezTo>
                    <a:pt x="84" y="0"/>
                    <a:pt x="1" y="72"/>
                    <a:pt x="1" y="155"/>
                  </a:cubicBezTo>
                  <a:cubicBezTo>
                    <a:pt x="1" y="250"/>
                    <a:pt x="84" y="322"/>
                    <a:pt x="168" y="322"/>
                  </a:cubicBezTo>
                  <a:lnTo>
                    <a:pt x="287" y="322"/>
                  </a:lnTo>
                  <a:cubicBezTo>
                    <a:pt x="382" y="322"/>
                    <a:pt x="453" y="250"/>
                    <a:pt x="453" y="155"/>
                  </a:cubicBezTo>
                  <a:cubicBezTo>
                    <a:pt x="453" y="72"/>
                    <a:pt x="382" y="0"/>
                    <a:pt x="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5" name="Google Shape;10675;p64"/>
          <p:cNvGrpSpPr/>
          <p:nvPr/>
        </p:nvGrpSpPr>
        <p:grpSpPr>
          <a:xfrm>
            <a:off x="3091957" y="3199881"/>
            <a:ext cx="354717" cy="332757"/>
            <a:chOff x="3091957" y="3374131"/>
            <a:chExt cx="354717" cy="332757"/>
          </a:xfrm>
        </p:grpSpPr>
        <p:sp>
          <p:nvSpPr>
            <p:cNvPr id="10676" name="Google Shape;10676;p64"/>
            <p:cNvSpPr/>
            <p:nvPr/>
          </p:nvSpPr>
          <p:spPr>
            <a:xfrm>
              <a:off x="3091957" y="3374131"/>
              <a:ext cx="354717" cy="332757"/>
            </a:xfrm>
            <a:custGeom>
              <a:avLst/>
              <a:gdLst/>
              <a:ahLst/>
              <a:cxnLst/>
              <a:rect l="l" t="t" r="r" b="b"/>
              <a:pathLst>
                <a:path w="11145" h="10455" extrusionOk="0">
                  <a:moveTo>
                    <a:pt x="5882" y="358"/>
                  </a:moveTo>
                  <a:cubicBezTo>
                    <a:pt x="6251" y="358"/>
                    <a:pt x="6549" y="656"/>
                    <a:pt x="6549" y="1037"/>
                  </a:cubicBezTo>
                  <a:lnTo>
                    <a:pt x="6549" y="1430"/>
                  </a:lnTo>
                  <a:cubicBezTo>
                    <a:pt x="6549" y="1751"/>
                    <a:pt x="6799" y="2001"/>
                    <a:pt x="7108" y="2001"/>
                  </a:cubicBezTo>
                  <a:lnTo>
                    <a:pt x="7275" y="2001"/>
                  </a:lnTo>
                  <a:cubicBezTo>
                    <a:pt x="7394" y="2001"/>
                    <a:pt x="7489" y="2084"/>
                    <a:pt x="7489" y="2204"/>
                  </a:cubicBezTo>
                  <a:lnTo>
                    <a:pt x="7489" y="3311"/>
                  </a:lnTo>
                  <a:cubicBezTo>
                    <a:pt x="7489" y="3430"/>
                    <a:pt x="7394" y="3513"/>
                    <a:pt x="7275" y="3513"/>
                  </a:cubicBezTo>
                  <a:lnTo>
                    <a:pt x="3846" y="3513"/>
                  </a:lnTo>
                  <a:cubicBezTo>
                    <a:pt x="3727" y="3513"/>
                    <a:pt x="3632" y="3430"/>
                    <a:pt x="3632" y="3311"/>
                  </a:cubicBezTo>
                  <a:lnTo>
                    <a:pt x="3632" y="2204"/>
                  </a:lnTo>
                  <a:cubicBezTo>
                    <a:pt x="3632" y="2084"/>
                    <a:pt x="3727" y="2001"/>
                    <a:pt x="3846" y="2001"/>
                  </a:cubicBezTo>
                  <a:lnTo>
                    <a:pt x="4001" y="2001"/>
                  </a:lnTo>
                  <a:cubicBezTo>
                    <a:pt x="4322" y="2001"/>
                    <a:pt x="4572" y="1739"/>
                    <a:pt x="4572" y="1430"/>
                  </a:cubicBezTo>
                  <a:lnTo>
                    <a:pt x="4572" y="1037"/>
                  </a:lnTo>
                  <a:cubicBezTo>
                    <a:pt x="4572" y="656"/>
                    <a:pt x="4870" y="358"/>
                    <a:pt x="5239" y="358"/>
                  </a:cubicBezTo>
                  <a:close/>
                  <a:moveTo>
                    <a:pt x="10132" y="2477"/>
                  </a:moveTo>
                  <a:cubicBezTo>
                    <a:pt x="10478" y="2477"/>
                    <a:pt x="10764" y="2763"/>
                    <a:pt x="10764" y="3097"/>
                  </a:cubicBezTo>
                  <a:lnTo>
                    <a:pt x="10764" y="9466"/>
                  </a:lnTo>
                  <a:lnTo>
                    <a:pt x="10775" y="9466"/>
                  </a:lnTo>
                  <a:cubicBezTo>
                    <a:pt x="10775" y="9812"/>
                    <a:pt x="10490" y="10097"/>
                    <a:pt x="10156" y="10097"/>
                  </a:cubicBezTo>
                  <a:lnTo>
                    <a:pt x="965" y="10097"/>
                  </a:lnTo>
                  <a:cubicBezTo>
                    <a:pt x="631" y="10097"/>
                    <a:pt x="346" y="9812"/>
                    <a:pt x="346" y="9466"/>
                  </a:cubicBezTo>
                  <a:lnTo>
                    <a:pt x="346" y="3097"/>
                  </a:lnTo>
                  <a:cubicBezTo>
                    <a:pt x="346" y="2763"/>
                    <a:pt x="619" y="2477"/>
                    <a:pt x="965" y="2477"/>
                  </a:cubicBezTo>
                  <a:lnTo>
                    <a:pt x="3274" y="2477"/>
                  </a:lnTo>
                  <a:lnTo>
                    <a:pt x="3274" y="3061"/>
                  </a:lnTo>
                  <a:lnTo>
                    <a:pt x="1096" y="3061"/>
                  </a:lnTo>
                  <a:cubicBezTo>
                    <a:pt x="1000" y="3061"/>
                    <a:pt x="917" y="3132"/>
                    <a:pt x="917" y="3239"/>
                  </a:cubicBezTo>
                  <a:lnTo>
                    <a:pt x="917" y="9335"/>
                  </a:lnTo>
                  <a:cubicBezTo>
                    <a:pt x="917" y="9443"/>
                    <a:pt x="1000" y="9514"/>
                    <a:pt x="1096" y="9514"/>
                  </a:cubicBezTo>
                  <a:lnTo>
                    <a:pt x="7037" y="9514"/>
                  </a:lnTo>
                  <a:cubicBezTo>
                    <a:pt x="7144" y="9514"/>
                    <a:pt x="7215" y="9443"/>
                    <a:pt x="7215" y="9335"/>
                  </a:cubicBezTo>
                  <a:cubicBezTo>
                    <a:pt x="7215" y="9228"/>
                    <a:pt x="7144" y="9157"/>
                    <a:pt x="7037" y="9157"/>
                  </a:cubicBezTo>
                  <a:lnTo>
                    <a:pt x="1274" y="9157"/>
                  </a:lnTo>
                  <a:lnTo>
                    <a:pt x="1274" y="3418"/>
                  </a:lnTo>
                  <a:lnTo>
                    <a:pt x="3274" y="3418"/>
                  </a:lnTo>
                  <a:cubicBezTo>
                    <a:pt x="3322" y="3680"/>
                    <a:pt x="3560" y="3894"/>
                    <a:pt x="3822" y="3894"/>
                  </a:cubicBezTo>
                  <a:lnTo>
                    <a:pt x="7275" y="3894"/>
                  </a:lnTo>
                  <a:cubicBezTo>
                    <a:pt x="7561" y="3894"/>
                    <a:pt x="7787" y="3680"/>
                    <a:pt x="7835" y="3418"/>
                  </a:cubicBezTo>
                  <a:lnTo>
                    <a:pt x="9823" y="3418"/>
                  </a:lnTo>
                  <a:lnTo>
                    <a:pt x="9823" y="9157"/>
                  </a:lnTo>
                  <a:lnTo>
                    <a:pt x="7894" y="9157"/>
                  </a:lnTo>
                  <a:cubicBezTo>
                    <a:pt x="7787" y="9157"/>
                    <a:pt x="7704" y="9228"/>
                    <a:pt x="7704" y="9335"/>
                  </a:cubicBezTo>
                  <a:cubicBezTo>
                    <a:pt x="7704" y="9443"/>
                    <a:pt x="7787" y="9514"/>
                    <a:pt x="7894" y="9514"/>
                  </a:cubicBezTo>
                  <a:lnTo>
                    <a:pt x="10002" y="9514"/>
                  </a:lnTo>
                  <a:cubicBezTo>
                    <a:pt x="10109" y="9514"/>
                    <a:pt x="10180" y="9443"/>
                    <a:pt x="10180" y="9335"/>
                  </a:cubicBezTo>
                  <a:lnTo>
                    <a:pt x="10180" y="3239"/>
                  </a:lnTo>
                  <a:cubicBezTo>
                    <a:pt x="10180" y="3132"/>
                    <a:pt x="10109" y="3061"/>
                    <a:pt x="10002" y="3061"/>
                  </a:cubicBezTo>
                  <a:lnTo>
                    <a:pt x="7835" y="3061"/>
                  </a:lnTo>
                  <a:lnTo>
                    <a:pt x="7835" y="2477"/>
                  </a:lnTo>
                  <a:close/>
                  <a:moveTo>
                    <a:pt x="5239" y="1"/>
                  </a:moveTo>
                  <a:cubicBezTo>
                    <a:pt x="4679" y="1"/>
                    <a:pt x="4215" y="465"/>
                    <a:pt x="4215" y="1037"/>
                  </a:cubicBezTo>
                  <a:lnTo>
                    <a:pt x="4215" y="1430"/>
                  </a:lnTo>
                  <a:cubicBezTo>
                    <a:pt x="4215" y="1549"/>
                    <a:pt x="4120" y="1644"/>
                    <a:pt x="4001" y="1644"/>
                  </a:cubicBezTo>
                  <a:lnTo>
                    <a:pt x="3846" y="1644"/>
                  </a:lnTo>
                  <a:cubicBezTo>
                    <a:pt x="3560" y="1644"/>
                    <a:pt x="3334" y="1846"/>
                    <a:pt x="3286" y="2120"/>
                  </a:cubicBezTo>
                  <a:lnTo>
                    <a:pt x="977" y="2120"/>
                  </a:lnTo>
                  <a:cubicBezTo>
                    <a:pt x="441" y="2120"/>
                    <a:pt x="0" y="2561"/>
                    <a:pt x="0" y="3097"/>
                  </a:cubicBezTo>
                  <a:lnTo>
                    <a:pt x="0" y="9466"/>
                  </a:lnTo>
                  <a:cubicBezTo>
                    <a:pt x="0" y="10002"/>
                    <a:pt x="441" y="10455"/>
                    <a:pt x="977" y="10455"/>
                  </a:cubicBezTo>
                  <a:lnTo>
                    <a:pt x="10168" y="10455"/>
                  </a:lnTo>
                  <a:cubicBezTo>
                    <a:pt x="10704" y="10455"/>
                    <a:pt x="11145" y="10002"/>
                    <a:pt x="11145" y="9466"/>
                  </a:cubicBezTo>
                  <a:lnTo>
                    <a:pt x="11145" y="3097"/>
                  </a:lnTo>
                  <a:cubicBezTo>
                    <a:pt x="11133" y="2561"/>
                    <a:pt x="10692" y="2120"/>
                    <a:pt x="10156" y="2120"/>
                  </a:cubicBezTo>
                  <a:lnTo>
                    <a:pt x="7846" y="2120"/>
                  </a:lnTo>
                  <a:cubicBezTo>
                    <a:pt x="7799" y="1846"/>
                    <a:pt x="7561" y="1644"/>
                    <a:pt x="7299" y="1644"/>
                  </a:cubicBezTo>
                  <a:lnTo>
                    <a:pt x="7120" y="1644"/>
                  </a:lnTo>
                  <a:cubicBezTo>
                    <a:pt x="7001" y="1644"/>
                    <a:pt x="6906" y="1549"/>
                    <a:pt x="6906" y="1430"/>
                  </a:cubicBezTo>
                  <a:lnTo>
                    <a:pt x="6906" y="1037"/>
                  </a:lnTo>
                  <a:cubicBezTo>
                    <a:pt x="6906" y="465"/>
                    <a:pt x="644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64"/>
            <p:cNvSpPr/>
            <p:nvPr/>
          </p:nvSpPr>
          <p:spPr>
            <a:xfrm>
              <a:off x="3248835" y="3434380"/>
              <a:ext cx="40580" cy="40962"/>
            </a:xfrm>
            <a:custGeom>
              <a:avLst/>
              <a:gdLst/>
              <a:ahLst/>
              <a:cxnLst/>
              <a:rect l="l" t="t" r="r" b="b"/>
              <a:pathLst>
                <a:path w="1275" h="1287" extrusionOk="0">
                  <a:moveTo>
                    <a:pt x="643" y="346"/>
                  </a:moveTo>
                  <a:cubicBezTo>
                    <a:pt x="798" y="346"/>
                    <a:pt x="941" y="477"/>
                    <a:pt x="941" y="644"/>
                  </a:cubicBezTo>
                  <a:cubicBezTo>
                    <a:pt x="941" y="811"/>
                    <a:pt x="798" y="942"/>
                    <a:pt x="643" y="942"/>
                  </a:cubicBezTo>
                  <a:cubicBezTo>
                    <a:pt x="477" y="942"/>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74" y="1001"/>
                    <a:pt x="1274" y="644"/>
                  </a:cubicBezTo>
                  <a:cubicBezTo>
                    <a:pt x="1274"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64"/>
            <p:cNvSpPr/>
            <p:nvPr/>
          </p:nvSpPr>
          <p:spPr>
            <a:xfrm>
              <a:off x="3183270" y="3524197"/>
              <a:ext cx="181544" cy="115629"/>
            </a:xfrm>
            <a:custGeom>
              <a:avLst/>
              <a:gdLst/>
              <a:ahLst/>
              <a:cxnLst/>
              <a:rect l="l" t="t" r="r" b="b"/>
              <a:pathLst>
                <a:path w="5704" h="3633" extrusionOk="0">
                  <a:moveTo>
                    <a:pt x="822" y="2227"/>
                  </a:moveTo>
                  <a:cubicBezTo>
                    <a:pt x="1108" y="2227"/>
                    <a:pt x="1346" y="2465"/>
                    <a:pt x="1346" y="2751"/>
                  </a:cubicBezTo>
                  <a:cubicBezTo>
                    <a:pt x="1346" y="3025"/>
                    <a:pt x="1108" y="3263"/>
                    <a:pt x="822" y="3263"/>
                  </a:cubicBezTo>
                  <a:cubicBezTo>
                    <a:pt x="525" y="3263"/>
                    <a:pt x="298" y="3025"/>
                    <a:pt x="298" y="2751"/>
                  </a:cubicBezTo>
                  <a:cubicBezTo>
                    <a:pt x="298" y="2453"/>
                    <a:pt x="536" y="2227"/>
                    <a:pt x="822" y="2227"/>
                  </a:cubicBezTo>
                  <a:close/>
                  <a:moveTo>
                    <a:pt x="5275" y="1"/>
                  </a:moveTo>
                  <a:cubicBezTo>
                    <a:pt x="5275" y="1"/>
                    <a:pt x="5251" y="1"/>
                    <a:pt x="5251" y="25"/>
                  </a:cubicBezTo>
                  <a:lnTo>
                    <a:pt x="4775" y="263"/>
                  </a:lnTo>
                  <a:cubicBezTo>
                    <a:pt x="4692" y="298"/>
                    <a:pt x="4656" y="406"/>
                    <a:pt x="4704" y="501"/>
                  </a:cubicBezTo>
                  <a:cubicBezTo>
                    <a:pt x="4737" y="559"/>
                    <a:pt x="4798" y="594"/>
                    <a:pt x="4861" y="594"/>
                  </a:cubicBezTo>
                  <a:cubicBezTo>
                    <a:pt x="4889" y="594"/>
                    <a:pt x="4916" y="587"/>
                    <a:pt x="4942" y="572"/>
                  </a:cubicBezTo>
                  <a:lnTo>
                    <a:pt x="5061" y="513"/>
                  </a:lnTo>
                  <a:lnTo>
                    <a:pt x="5061" y="513"/>
                  </a:lnTo>
                  <a:cubicBezTo>
                    <a:pt x="4835" y="1287"/>
                    <a:pt x="4442" y="1846"/>
                    <a:pt x="3870" y="2203"/>
                  </a:cubicBezTo>
                  <a:cubicBezTo>
                    <a:pt x="3312" y="2563"/>
                    <a:pt x="2694" y="2644"/>
                    <a:pt x="2247" y="2644"/>
                  </a:cubicBezTo>
                  <a:cubicBezTo>
                    <a:pt x="2027" y="2644"/>
                    <a:pt x="1849" y="2624"/>
                    <a:pt x="1739" y="2608"/>
                  </a:cubicBezTo>
                  <a:cubicBezTo>
                    <a:pt x="1668" y="2192"/>
                    <a:pt x="1310" y="1882"/>
                    <a:pt x="882" y="1882"/>
                  </a:cubicBezTo>
                  <a:cubicBezTo>
                    <a:pt x="394" y="1882"/>
                    <a:pt x="1" y="2287"/>
                    <a:pt x="1" y="2763"/>
                  </a:cubicBezTo>
                  <a:cubicBezTo>
                    <a:pt x="1" y="3239"/>
                    <a:pt x="405" y="3632"/>
                    <a:pt x="882" y="3632"/>
                  </a:cubicBezTo>
                  <a:cubicBezTo>
                    <a:pt x="1298" y="3632"/>
                    <a:pt x="1644" y="3358"/>
                    <a:pt x="1727" y="2965"/>
                  </a:cubicBezTo>
                  <a:cubicBezTo>
                    <a:pt x="1858" y="2989"/>
                    <a:pt x="2037" y="3001"/>
                    <a:pt x="2263" y="3001"/>
                  </a:cubicBezTo>
                  <a:cubicBezTo>
                    <a:pt x="2751" y="3001"/>
                    <a:pt x="3442" y="2906"/>
                    <a:pt x="4061" y="2513"/>
                  </a:cubicBezTo>
                  <a:cubicBezTo>
                    <a:pt x="4692" y="2108"/>
                    <a:pt x="5120" y="1501"/>
                    <a:pt x="5394" y="679"/>
                  </a:cubicBezTo>
                  <a:lnTo>
                    <a:pt x="5418" y="727"/>
                  </a:lnTo>
                  <a:cubicBezTo>
                    <a:pt x="5454" y="787"/>
                    <a:pt x="5513" y="822"/>
                    <a:pt x="5585" y="822"/>
                  </a:cubicBezTo>
                  <a:cubicBezTo>
                    <a:pt x="5620" y="822"/>
                    <a:pt x="5644" y="822"/>
                    <a:pt x="5656" y="810"/>
                  </a:cubicBezTo>
                  <a:cubicBezTo>
                    <a:pt x="5680" y="751"/>
                    <a:pt x="5704" y="632"/>
                    <a:pt x="5656" y="560"/>
                  </a:cubicBezTo>
                  <a:lnTo>
                    <a:pt x="5418" y="84"/>
                  </a:lnTo>
                  <a:cubicBezTo>
                    <a:pt x="5418" y="84"/>
                    <a:pt x="5418" y="60"/>
                    <a:pt x="5406" y="60"/>
                  </a:cubicBezTo>
                  <a:cubicBezTo>
                    <a:pt x="5394" y="48"/>
                    <a:pt x="5394" y="36"/>
                    <a:pt x="5370" y="36"/>
                  </a:cubicBezTo>
                  <a:lnTo>
                    <a:pt x="5358" y="25"/>
                  </a:lnTo>
                  <a:cubicBezTo>
                    <a:pt x="5358" y="25"/>
                    <a:pt x="5347" y="25"/>
                    <a:pt x="5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64"/>
            <p:cNvSpPr/>
            <p:nvPr/>
          </p:nvSpPr>
          <p:spPr>
            <a:xfrm>
              <a:off x="3157872" y="3516050"/>
              <a:ext cx="34915" cy="33578"/>
            </a:xfrm>
            <a:custGeom>
              <a:avLst/>
              <a:gdLst/>
              <a:ahLst/>
              <a:cxnLst/>
              <a:rect l="l" t="t" r="r" b="b"/>
              <a:pathLst>
                <a:path w="1097" h="1055" extrusionOk="0">
                  <a:moveTo>
                    <a:pt x="197" y="1"/>
                  </a:moveTo>
                  <a:cubicBezTo>
                    <a:pt x="153" y="1"/>
                    <a:pt x="108" y="19"/>
                    <a:pt x="72" y="54"/>
                  </a:cubicBezTo>
                  <a:cubicBezTo>
                    <a:pt x="1" y="126"/>
                    <a:pt x="1" y="233"/>
                    <a:pt x="72" y="304"/>
                  </a:cubicBezTo>
                  <a:lnTo>
                    <a:pt x="299" y="531"/>
                  </a:lnTo>
                  <a:lnTo>
                    <a:pt x="72" y="757"/>
                  </a:lnTo>
                  <a:cubicBezTo>
                    <a:pt x="1" y="828"/>
                    <a:pt x="1" y="935"/>
                    <a:pt x="72" y="1007"/>
                  </a:cubicBezTo>
                  <a:cubicBezTo>
                    <a:pt x="108" y="1043"/>
                    <a:pt x="144" y="1054"/>
                    <a:pt x="191" y="1054"/>
                  </a:cubicBezTo>
                  <a:cubicBezTo>
                    <a:pt x="239" y="1054"/>
                    <a:pt x="275" y="1043"/>
                    <a:pt x="311" y="1007"/>
                  </a:cubicBezTo>
                  <a:lnTo>
                    <a:pt x="537" y="781"/>
                  </a:lnTo>
                  <a:lnTo>
                    <a:pt x="751" y="1007"/>
                  </a:lnTo>
                  <a:cubicBezTo>
                    <a:pt x="787" y="1043"/>
                    <a:pt x="834" y="1054"/>
                    <a:pt x="870" y="1054"/>
                  </a:cubicBezTo>
                  <a:cubicBezTo>
                    <a:pt x="918" y="1054"/>
                    <a:pt x="965" y="1043"/>
                    <a:pt x="989" y="1007"/>
                  </a:cubicBezTo>
                  <a:cubicBezTo>
                    <a:pt x="1073" y="935"/>
                    <a:pt x="1073" y="828"/>
                    <a:pt x="989" y="757"/>
                  </a:cubicBezTo>
                  <a:lnTo>
                    <a:pt x="799" y="531"/>
                  </a:lnTo>
                  <a:lnTo>
                    <a:pt x="1025" y="304"/>
                  </a:lnTo>
                  <a:cubicBezTo>
                    <a:pt x="1096" y="233"/>
                    <a:pt x="1096" y="126"/>
                    <a:pt x="1025" y="54"/>
                  </a:cubicBezTo>
                  <a:cubicBezTo>
                    <a:pt x="989" y="19"/>
                    <a:pt x="945" y="1"/>
                    <a:pt x="900" y="1"/>
                  </a:cubicBezTo>
                  <a:cubicBezTo>
                    <a:pt x="855" y="1"/>
                    <a:pt x="811" y="19"/>
                    <a:pt x="775" y="54"/>
                  </a:cubicBezTo>
                  <a:lnTo>
                    <a:pt x="549" y="281"/>
                  </a:lnTo>
                  <a:lnTo>
                    <a:pt x="322" y="54"/>
                  </a:lnTo>
                  <a:cubicBezTo>
                    <a:pt x="287" y="19"/>
                    <a:pt x="242"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64"/>
            <p:cNvSpPr/>
            <p:nvPr/>
          </p:nvSpPr>
          <p:spPr>
            <a:xfrm>
              <a:off x="3351892" y="3605485"/>
              <a:ext cx="35297" cy="33578"/>
            </a:xfrm>
            <a:custGeom>
              <a:avLst/>
              <a:gdLst/>
              <a:ahLst/>
              <a:cxnLst/>
              <a:rect l="l" t="t" r="r" b="b"/>
              <a:pathLst>
                <a:path w="1109" h="1055" extrusionOk="0">
                  <a:moveTo>
                    <a:pt x="208" y="1"/>
                  </a:moveTo>
                  <a:cubicBezTo>
                    <a:pt x="162" y="1"/>
                    <a:pt x="114" y="19"/>
                    <a:pt x="72" y="54"/>
                  </a:cubicBezTo>
                  <a:cubicBezTo>
                    <a:pt x="1" y="138"/>
                    <a:pt x="1" y="233"/>
                    <a:pt x="72" y="316"/>
                  </a:cubicBezTo>
                  <a:lnTo>
                    <a:pt x="299" y="530"/>
                  </a:lnTo>
                  <a:lnTo>
                    <a:pt x="72" y="757"/>
                  </a:lnTo>
                  <a:cubicBezTo>
                    <a:pt x="1" y="828"/>
                    <a:pt x="1" y="935"/>
                    <a:pt x="72" y="1007"/>
                  </a:cubicBezTo>
                  <a:cubicBezTo>
                    <a:pt x="108" y="1042"/>
                    <a:pt x="156" y="1054"/>
                    <a:pt x="191" y="1054"/>
                  </a:cubicBezTo>
                  <a:cubicBezTo>
                    <a:pt x="239" y="1054"/>
                    <a:pt x="287" y="1042"/>
                    <a:pt x="311" y="1007"/>
                  </a:cubicBezTo>
                  <a:lnTo>
                    <a:pt x="537" y="792"/>
                  </a:lnTo>
                  <a:lnTo>
                    <a:pt x="763" y="1007"/>
                  </a:lnTo>
                  <a:cubicBezTo>
                    <a:pt x="787" y="1042"/>
                    <a:pt x="834" y="1054"/>
                    <a:pt x="882" y="1054"/>
                  </a:cubicBezTo>
                  <a:cubicBezTo>
                    <a:pt x="930" y="1054"/>
                    <a:pt x="965" y="1042"/>
                    <a:pt x="1001" y="1007"/>
                  </a:cubicBezTo>
                  <a:cubicBezTo>
                    <a:pt x="1073" y="935"/>
                    <a:pt x="1073" y="828"/>
                    <a:pt x="1001" y="757"/>
                  </a:cubicBezTo>
                  <a:lnTo>
                    <a:pt x="811" y="530"/>
                  </a:lnTo>
                  <a:lnTo>
                    <a:pt x="1037" y="316"/>
                  </a:lnTo>
                  <a:cubicBezTo>
                    <a:pt x="1108" y="233"/>
                    <a:pt x="1108" y="138"/>
                    <a:pt x="1037" y="54"/>
                  </a:cubicBezTo>
                  <a:cubicBezTo>
                    <a:pt x="995" y="19"/>
                    <a:pt x="950" y="1"/>
                    <a:pt x="906" y="1"/>
                  </a:cubicBezTo>
                  <a:cubicBezTo>
                    <a:pt x="861" y="1"/>
                    <a:pt x="817" y="19"/>
                    <a:pt x="775" y="54"/>
                  </a:cubicBezTo>
                  <a:lnTo>
                    <a:pt x="561" y="280"/>
                  </a:lnTo>
                  <a:lnTo>
                    <a:pt x="334" y="54"/>
                  </a:lnTo>
                  <a:cubicBezTo>
                    <a:pt x="299" y="19"/>
                    <a:pt x="254"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64"/>
            <p:cNvSpPr/>
            <p:nvPr/>
          </p:nvSpPr>
          <p:spPr>
            <a:xfrm>
              <a:off x="3254882" y="3531231"/>
              <a:ext cx="35297" cy="33546"/>
            </a:xfrm>
            <a:custGeom>
              <a:avLst/>
              <a:gdLst/>
              <a:ahLst/>
              <a:cxnLst/>
              <a:rect l="l" t="t" r="r" b="b"/>
              <a:pathLst>
                <a:path w="1109" h="1054" extrusionOk="0">
                  <a:moveTo>
                    <a:pt x="199" y="0"/>
                  </a:moveTo>
                  <a:cubicBezTo>
                    <a:pt x="153" y="0"/>
                    <a:pt x="108" y="18"/>
                    <a:pt x="72" y="54"/>
                  </a:cubicBezTo>
                  <a:cubicBezTo>
                    <a:pt x="1" y="125"/>
                    <a:pt x="1" y="232"/>
                    <a:pt x="72" y="304"/>
                  </a:cubicBezTo>
                  <a:lnTo>
                    <a:pt x="299" y="530"/>
                  </a:lnTo>
                  <a:lnTo>
                    <a:pt x="72" y="756"/>
                  </a:lnTo>
                  <a:cubicBezTo>
                    <a:pt x="1" y="828"/>
                    <a:pt x="1" y="935"/>
                    <a:pt x="72" y="1006"/>
                  </a:cubicBezTo>
                  <a:cubicBezTo>
                    <a:pt x="108" y="1042"/>
                    <a:pt x="144" y="1054"/>
                    <a:pt x="191" y="1054"/>
                  </a:cubicBezTo>
                  <a:cubicBezTo>
                    <a:pt x="239" y="1054"/>
                    <a:pt x="287" y="1042"/>
                    <a:pt x="311" y="1006"/>
                  </a:cubicBezTo>
                  <a:lnTo>
                    <a:pt x="537" y="780"/>
                  </a:lnTo>
                  <a:lnTo>
                    <a:pt x="763" y="1006"/>
                  </a:lnTo>
                  <a:cubicBezTo>
                    <a:pt x="787" y="1042"/>
                    <a:pt x="834" y="1054"/>
                    <a:pt x="882" y="1054"/>
                  </a:cubicBezTo>
                  <a:cubicBezTo>
                    <a:pt x="918" y="1054"/>
                    <a:pt x="965" y="1042"/>
                    <a:pt x="1001" y="1006"/>
                  </a:cubicBezTo>
                  <a:cubicBezTo>
                    <a:pt x="1073" y="935"/>
                    <a:pt x="1073" y="828"/>
                    <a:pt x="1001" y="756"/>
                  </a:cubicBezTo>
                  <a:lnTo>
                    <a:pt x="811" y="530"/>
                  </a:lnTo>
                  <a:lnTo>
                    <a:pt x="1025" y="304"/>
                  </a:lnTo>
                  <a:cubicBezTo>
                    <a:pt x="1108" y="232"/>
                    <a:pt x="1108" y="125"/>
                    <a:pt x="1025" y="54"/>
                  </a:cubicBezTo>
                  <a:cubicBezTo>
                    <a:pt x="989" y="18"/>
                    <a:pt x="945" y="0"/>
                    <a:pt x="900" y="0"/>
                  </a:cubicBezTo>
                  <a:cubicBezTo>
                    <a:pt x="855" y="0"/>
                    <a:pt x="811" y="18"/>
                    <a:pt x="775" y="54"/>
                  </a:cubicBezTo>
                  <a:lnTo>
                    <a:pt x="549" y="280"/>
                  </a:lnTo>
                  <a:lnTo>
                    <a:pt x="334" y="54"/>
                  </a:lnTo>
                  <a:cubicBezTo>
                    <a:pt x="293" y="18"/>
                    <a:pt x="245"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2" name="Google Shape;10682;p64"/>
          <p:cNvGrpSpPr/>
          <p:nvPr/>
        </p:nvGrpSpPr>
        <p:grpSpPr>
          <a:xfrm>
            <a:off x="3988156" y="3205960"/>
            <a:ext cx="353954" cy="318880"/>
            <a:chOff x="3988156" y="3380210"/>
            <a:chExt cx="353954" cy="318880"/>
          </a:xfrm>
        </p:grpSpPr>
        <p:sp>
          <p:nvSpPr>
            <p:cNvPr id="10683" name="Google Shape;10683;p64"/>
            <p:cNvSpPr/>
            <p:nvPr/>
          </p:nvSpPr>
          <p:spPr>
            <a:xfrm>
              <a:off x="4134053" y="3446156"/>
              <a:ext cx="28454" cy="49269"/>
            </a:xfrm>
            <a:custGeom>
              <a:avLst/>
              <a:gdLst/>
              <a:ahLst/>
              <a:cxnLst/>
              <a:rect l="l" t="t" r="r" b="b"/>
              <a:pathLst>
                <a:path w="894" h="1548" extrusionOk="0">
                  <a:moveTo>
                    <a:pt x="417" y="286"/>
                  </a:moveTo>
                  <a:lnTo>
                    <a:pt x="417" y="572"/>
                  </a:lnTo>
                  <a:cubicBezTo>
                    <a:pt x="298" y="524"/>
                    <a:pt x="274" y="500"/>
                    <a:pt x="274" y="417"/>
                  </a:cubicBezTo>
                  <a:cubicBezTo>
                    <a:pt x="274" y="345"/>
                    <a:pt x="346" y="298"/>
                    <a:pt x="417" y="286"/>
                  </a:cubicBezTo>
                  <a:close/>
                  <a:moveTo>
                    <a:pt x="524" y="869"/>
                  </a:moveTo>
                  <a:cubicBezTo>
                    <a:pt x="643" y="917"/>
                    <a:pt x="655" y="976"/>
                    <a:pt x="655" y="1048"/>
                  </a:cubicBezTo>
                  <a:cubicBezTo>
                    <a:pt x="655" y="1119"/>
                    <a:pt x="596" y="1179"/>
                    <a:pt x="524" y="1191"/>
                  </a:cubicBezTo>
                  <a:lnTo>
                    <a:pt x="524" y="869"/>
                  </a:lnTo>
                  <a:close/>
                  <a:moveTo>
                    <a:pt x="477" y="0"/>
                  </a:moveTo>
                  <a:cubicBezTo>
                    <a:pt x="453" y="0"/>
                    <a:pt x="417" y="24"/>
                    <a:pt x="417" y="48"/>
                  </a:cubicBezTo>
                  <a:lnTo>
                    <a:pt x="417" y="107"/>
                  </a:lnTo>
                  <a:cubicBezTo>
                    <a:pt x="191" y="131"/>
                    <a:pt x="60" y="250"/>
                    <a:pt x="60" y="476"/>
                  </a:cubicBezTo>
                  <a:cubicBezTo>
                    <a:pt x="60" y="703"/>
                    <a:pt x="227" y="774"/>
                    <a:pt x="417" y="845"/>
                  </a:cubicBezTo>
                  <a:lnTo>
                    <a:pt x="417" y="1226"/>
                  </a:lnTo>
                  <a:cubicBezTo>
                    <a:pt x="310" y="1203"/>
                    <a:pt x="274" y="1179"/>
                    <a:pt x="179" y="1107"/>
                  </a:cubicBezTo>
                  <a:cubicBezTo>
                    <a:pt x="160" y="1093"/>
                    <a:pt x="143" y="1087"/>
                    <a:pt x="127" y="1087"/>
                  </a:cubicBezTo>
                  <a:cubicBezTo>
                    <a:pt x="101" y="1087"/>
                    <a:pt x="77" y="1102"/>
                    <a:pt x="48" y="1131"/>
                  </a:cubicBezTo>
                  <a:cubicBezTo>
                    <a:pt x="0" y="1191"/>
                    <a:pt x="0" y="1250"/>
                    <a:pt x="48" y="1298"/>
                  </a:cubicBezTo>
                  <a:cubicBezTo>
                    <a:pt x="120" y="1405"/>
                    <a:pt x="274" y="1453"/>
                    <a:pt x="417" y="1453"/>
                  </a:cubicBezTo>
                  <a:lnTo>
                    <a:pt x="417" y="1512"/>
                  </a:lnTo>
                  <a:cubicBezTo>
                    <a:pt x="417" y="1536"/>
                    <a:pt x="453" y="1548"/>
                    <a:pt x="477" y="1548"/>
                  </a:cubicBezTo>
                  <a:cubicBezTo>
                    <a:pt x="512" y="1548"/>
                    <a:pt x="536" y="1536"/>
                    <a:pt x="536" y="1512"/>
                  </a:cubicBezTo>
                  <a:lnTo>
                    <a:pt x="536" y="1453"/>
                  </a:lnTo>
                  <a:cubicBezTo>
                    <a:pt x="727" y="1417"/>
                    <a:pt x="893" y="1298"/>
                    <a:pt x="893" y="1048"/>
                  </a:cubicBezTo>
                  <a:cubicBezTo>
                    <a:pt x="893" y="798"/>
                    <a:pt x="751" y="691"/>
                    <a:pt x="536" y="619"/>
                  </a:cubicBezTo>
                  <a:lnTo>
                    <a:pt x="536" y="286"/>
                  </a:lnTo>
                  <a:cubicBezTo>
                    <a:pt x="584" y="286"/>
                    <a:pt x="631" y="298"/>
                    <a:pt x="667" y="333"/>
                  </a:cubicBezTo>
                  <a:cubicBezTo>
                    <a:pt x="694" y="340"/>
                    <a:pt x="726" y="363"/>
                    <a:pt x="759" y="363"/>
                  </a:cubicBezTo>
                  <a:cubicBezTo>
                    <a:pt x="783" y="363"/>
                    <a:pt x="808" y="350"/>
                    <a:pt x="834" y="310"/>
                  </a:cubicBezTo>
                  <a:cubicBezTo>
                    <a:pt x="870" y="274"/>
                    <a:pt x="882" y="214"/>
                    <a:pt x="822" y="167"/>
                  </a:cubicBezTo>
                  <a:cubicBezTo>
                    <a:pt x="751" y="107"/>
                    <a:pt x="631" y="95"/>
                    <a:pt x="536" y="95"/>
                  </a:cubicBezTo>
                  <a:lnTo>
                    <a:pt x="536" y="48"/>
                  </a:lnTo>
                  <a:cubicBezTo>
                    <a:pt x="536" y="12"/>
                    <a:pt x="501"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64"/>
            <p:cNvSpPr/>
            <p:nvPr/>
          </p:nvSpPr>
          <p:spPr>
            <a:xfrm>
              <a:off x="4188988" y="3398001"/>
              <a:ext cx="81510" cy="81510"/>
            </a:xfrm>
            <a:custGeom>
              <a:avLst/>
              <a:gdLst/>
              <a:ahLst/>
              <a:cxnLst/>
              <a:rect l="l" t="t" r="r" b="b"/>
              <a:pathLst>
                <a:path w="2561" h="2561" extrusionOk="0">
                  <a:moveTo>
                    <a:pt x="1287" y="311"/>
                  </a:moveTo>
                  <a:cubicBezTo>
                    <a:pt x="1823" y="311"/>
                    <a:pt x="2251" y="739"/>
                    <a:pt x="2251" y="1275"/>
                  </a:cubicBezTo>
                  <a:cubicBezTo>
                    <a:pt x="2251" y="1811"/>
                    <a:pt x="1823" y="2251"/>
                    <a:pt x="1287" y="2251"/>
                  </a:cubicBezTo>
                  <a:cubicBezTo>
                    <a:pt x="751" y="2251"/>
                    <a:pt x="310" y="1811"/>
                    <a:pt x="310" y="1275"/>
                  </a:cubicBezTo>
                  <a:cubicBezTo>
                    <a:pt x="310" y="739"/>
                    <a:pt x="751" y="311"/>
                    <a:pt x="1287" y="311"/>
                  </a:cubicBezTo>
                  <a:close/>
                  <a:moveTo>
                    <a:pt x="1287" y="1"/>
                  </a:moveTo>
                  <a:cubicBezTo>
                    <a:pt x="572" y="1"/>
                    <a:pt x="1" y="584"/>
                    <a:pt x="1" y="1275"/>
                  </a:cubicBezTo>
                  <a:cubicBezTo>
                    <a:pt x="1" y="1989"/>
                    <a:pt x="584" y="2561"/>
                    <a:pt x="1287" y="2561"/>
                  </a:cubicBezTo>
                  <a:cubicBezTo>
                    <a:pt x="2001" y="2561"/>
                    <a:pt x="2561" y="1977"/>
                    <a:pt x="2561" y="1275"/>
                  </a:cubicBezTo>
                  <a:cubicBezTo>
                    <a:pt x="2561"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64"/>
            <p:cNvSpPr/>
            <p:nvPr/>
          </p:nvSpPr>
          <p:spPr>
            <a:xfrm>
              <a:off x="4090863" y="3380210"/>
              <a:ext cx="195930" cy="146311"/>
            </a:xfrm>
            <a:custGeom>
              <a:avLst/>
              <a:gdLst/>
              <a:ahLst/>
              <a:cxnLst/>
              <a:rect l="l" t="t" r="r" b="b"/>
              <a:pathLst>
                <a:path w="6156" h="4597" extrusionOk="0">
                  <a:moveTo>
                    <a:pt x="1810" y="1834"/>
                  </a:moveTo>
                  <a:cubicBezTo>
                    <a:pt x="2131" y="1834"/>
                    <a:pt x="2429" y="2001"/>
                    <a:pt x="2608" y="2274"/>
                  </a:cubicBezTo>
                  <a:cubicBezTo>
                    <a:pt x="2643" y="2405"/>
                    <a:pt x="2703" y="2536"/>
                    <a:pt x="2762" y="2667"/>
                  </a:cubicBezTo>
                  <a:cubicBezTo>
                    <a:pt x="2762" y="2715"/>
                    <a:pt x="2774" y="2763"/>
                    <a:pt x="2774" y="2810"/>
                  </a:cubicBezTo>
                  <a:cubicBezTo>
                    <a:pt x="2774" y="3346"/>
                    <a:pt x="2346" y="3775"/>
                    <a:pt x="1810" y="3775"/>
                  </a:cubicBezTo>
                  <a:cubicBezTo>
                    <a:pt x="1274" y="3775"/>
                    <a:pt x="834" y="3346"/>
                    <a:pt x="834" y="2810"/>
                  </a:cubicBezTo>
                  <a:cubicBezTo>
                    <a:pt x="834" y="2274"/>
                    <a:pt x="1274" y="1834"/>
                    <a:pt x="1810" y="1834"/>
                  </a:cubicBezTo>
                  <a:close/>
                  <a:moveTo>
                    <a:pt x="1810" y="1322"/>
                  </a:moveTo>
                  <a:cubicBezTo>
                    <a:pt x="2084" y="1322"/>
                    <a:pt x="2346" y="1393"/>
                    <a:pt x="2584" y="1536"/>
                  </a:cubicBezTo>
                  <a:cubicBezTo>
                    <a:pt x="2560" y="1620"/>
                    <a:pt x="2560" y="1703"/>
                    <a:pt x="2548" y="1774"/>
                  </a:cubicBezTo>
                  <a:cubicBezTo>
                    <a:pt x="2346" y="1632"/>
                    <a:pt x="2072" y="1536"/>
                    <a:pt x="1810" y="1536"/>
                  </a:cubicBezTo>
                  <a:cubicBezTo>
                    <a:pt x="1096" y="1536"/>
                    <a:pt x="524" y="2120"/>
                    <a:pt x="524" y="2822"/>
                  </a:cubicBezTo>
                  <a:cubicBezTo>
                    <a:pt x="524" y="3537"/>
                    <a:pt x="1107" y="4096"/>
                    <a:pt x="1810" y="4096"/>
                  </a:cubicBezTo>
                  <a:cubicBezTo>
                    <a:pt x="2417" y="4096"/>
                    <a:pt x="2917" y="3668"/>
                    <a:pt x="3060" y="3108"/>
                  </a:cubicBezTo>
                  <a:cubicBezTo>
                    <a:pt x="3120" y="3167"/>
                    <a:pt x="3155" y="3203"/>
                    <a:pt x="3239" y="3263"/>
                  </a:cubicBezTo>
                  <a:cubicBezTo>
                    <a:pt x="3036" y="3882"/>
                    <a:pt x="2477" y="4299"/>
                    <a:pt x="1810" y="4299"/>
                  </a:cubicBezTo>
                  <a:cubicBezTo>
                    <a:pt x="988" y="4299"/>
                    <a:pt x="322" y="3620"/>
                    <a:pt x="322" y="2810"/>
                  </a:cubicBezTo>
                  <a:cubicBezTo>
                    <a:pt x="322" y="1989"/>
                    <a:pt x="988" y="1322"/>
                    <a:pt x="1810" y="1322"/>
                  </a:cubicBezTo>
                  <a:close/>
                  <a:moveTo>
                    <a:pt x="4382" y="0"/>
                  </a:moveTo>
                  <a:cubicBezTo>
                    <a:pt x="3608" y="0"/>
                    <a:pt x="2929" y="500"/>
                    <a:pt x="2679" y="1179"/>
                  </a:cubicBezTo>
                  <a:cubicBezTo>
                    <a:pt x="2417" y="1036"/>
                    <a:pt x="2131" y="953"/>
                    <a:pt x="1822" y="953"/>
                  </a:cubicBezTo>
                  <a:cubicBezTo>
                    <a:pt x="822" y="953"/>
                    <a:pt x="0" y="1774"/>
                    <a:pt x="0" y="2775"/>
                  </a:cubicBezTo>
                  <a:cubicBezTo>
                    <a:pt x="0" y="3775"/>
                    <a:pt x="822" y="4596"/>
                    <a:pt x="1822" y="4596"/>
                  </a:cubicBezTo>
                  <a:cubicBezTo>
                    <a:pt x="2596" y="4596"/>
                    <a:pt x="3262" y="4120"/>
                    <a:pt x="3512" y="3417"/>
                  </a:cubicBezTo>
                  <a:cubicBezTo>
                    <a:pt x="3763" y="3548"/>
                    <a:pt x="4060" y="3644"/>
                    <a:pt x="4382" y="3644"/>
                  </a:cubicBezTo>
                  <a:cubicBezTo>
                    <a:pt x="4798" y="3644"/>
                    <a:pt x="5191" y="3489"/>
                    <a:pt x="5513" y="3239"/>
                  </a:cubicBezTo>
                  <a:cubicBezTo>
                    <a:pt x="5822" y="2989"/>
                    <a:pt x="6049" y="2632"/>
                    <a:pt x="6132" y="2239"/>
                  </a:cubicBezTo>
                  <a:cubicBezTo>
                    <a:pt x="6156" y="2167"/>
                    <a:pt x="6096" y="2072"/>
                    <a:pt x="6013" y="2060"/>
                  </a:cubicBezTo>
                  <a:cubicBezTo>
                    <a:pt x="6004" y="2059"/>
                    <a:pt x="5996" y="2058"/>
                    <a:pt x="5987" y="2058"/>
                  </a:cubicBezTo>
                  <a:cubicBezTo>
                    <a:pt x="5911" y="2058"/>
                    <a:pt x="5833" y="2104"/>
                    <a:pt x="5822" y="2179"/>
                  </a:cubicBezTo>
                  <a:cubicBezTo>
                    <a:pt x="5656" y="2870"/>
                    <a:pt x="5060" y="3322"/>
                    <a:pt x="4370" y="3322"/>
                  </a:cubicBezTo>
                  <a:cubicBezTo>
                    <a:pt x="3834" y="3322"/>
                    <a:pt x="3334" y="3048"/>
                    <a:pt x="3072" y="2572"/>
                  </a:cubicBezTo>
                  <a:cubicBezTo>
                    <a:pt x="3036" y="2417"/>
                    <a:pt x="2977" y="2274"/>
                    <a:pt x="2905" y="2132"/>
                  </a:cubicBezTo>
                  <a:cubicBezTo>
                    <a:pt x="2715" y="1215"/>
                    <a:pt x="3429" y="334"/>
                    <a:pt x="4370" y="334"/>
                  </a:cubicBezTo>
                  <a:cubicBezTo>
                    <a:pt x="5060" y="334"/>
                    <a:pt x="5656" y="810"/>
                    <a:pt x="5822" y="1477"/>
                  </a:cubicBezTo>
                  <a:cubicBezTo>
                    <a:pt x="5832" y="1556"/>
                    <a:pt x="5899" y="1602"/>
                    <a:pt x="5969" y="1602"/>
                  </a:cubicBezTo>
                  <a:cubicBezTo>
                    <a:pt x="5984" y="1602"/>
                    <a:pt x="5998" y="1600"/>
                    <a:pt x="6013" y="1596"/>
                  </a:cubicBezTo>
                  <a:cubicBezTo>
                    <a:pt x="6108" y="1584"/>
                    <a:pt x="6144" y="1489"/>
                    <a:pt x="6132" y="1405"/>
                  </a:cubicBezTo>
                  <a:cubicBezTo>
                    <a:pt x="6049" y="1024"/>
                    <a:pt x="5822" y="667"/>
                    <a:pt x="5513" y="405"/>
                  </a:cubicBezTo>
                  <a:cubicBezTo>
                    <a:pt x="5191" y="155"/>
                    <a:pt x="4775"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64"/>
            <p:cNvSpPr/>
            <p:nvPr/>
          </p:nvSpPr>
          <p:spPr>
            <a:xfrm>
              <a:off x="4215914" y="3415061"/>
              <a:ext cx="28072" cy="49301"/>
            </a:xfrm>
            <a:custGeom>
              <a:avLst/>
              <a:gdLst/>
              <a:ahLst/>
              <a:cxnLst/>
              <a:rect l="l" t="t" r="r" b="b"/>
              <a:pathLst>
                <a:path w="882" h="1549" extrusionOk="0">
                  <a:moveTo>
                    <a:pt x="405" y="298"/>
                  </a:moveTo>
                  <a:lnTo>
                    <a:pt x="405" y="584"/>
                  </a:lnTo>
                  <a:cubicBezTo>
                    <a:pt x="286" y="537"/>
                    <a:pt x="262" y="501"/>
                    <a:pt x="262" y="429"/>
                  </a:cubicBezTo>
                  <a:cubicBezTo>
                    <a:pt x="262" y="358"/>
                    <a:pt x="334" y="310"/>
                    <a:pt x="405" y="298"/>
                  </a:cubicBezTo>
                  <a:close/>
                  <a:moveTo>
                    <a:pt x="512" y="882"/>
                  </a:moveTo>
                  <a:cubicBezTo>
                    <a:pt x="631" y="918"/>
                    <a:pt x="643" y="977"/>
                    <a:pt x="643" y="1060"/>
                  </a:cubicBezTo>
                  <a:cubicBezTo>
                    <a:pt x="643" y="1144"/>
                    <a:pt x="584" y="1191"/>
                    <a:pt x="512" y="1203"/>
                  </a:cubicBezTo>
                  <a:lnTo>
                    <a:pt x="512" y="882"/>
                  </a:lnTo>
                  <a:close/>
                  <a:moveTo>
                    <a:pt x="465" y="1"/>
                  </a:moveTo>
                  <a:cubicBezTo>
                    <a:pt x="441" y="1"/>
                    <a:pt x="405" y="13"/>
                    <a:pt x="405" y="48"/>
                  </a:cubicBezTo>
                  <a:lnTo>
                    <a:pt x="405" y="96"/>
                  </a:lnTo>
                  <a:cubicBezTo>
                    <a:pt x="179" y="132"/>
                    <a:pt x="48" y="251"/>
                    <a:pt x="48" y="477"/>
                  </a:cubicBezTo>
                  <a:cubicBezTo>
                    <a:pt x="48" y="715"/>
                    <a:pt x="226" y="787"/>
                    <a:pt x="405" y="846"/>
                  </a:cubicBezTo>
                  <a:lnTo>
                    <a:pt x="405" y="1215"/>
                  </a:lnTo>
                  <a:cubicBezTo>
                    <a:pt x="298" y="1203"/>
                    <a:pt x="262" y="1156"/>
                    <a:pt x="167" y="1096"/>
                  </a:cubicBezTo>
                  <a:cubicBezTo>
                    <a:pt x="150" y="1084"/>
                    <a:pt x="133" y="1079"/>
                    <a:pt x="117" y="1079"/>
                  </a:cubicBezTo>
                  <a:cubicBezTo>
                    <a:pt x="53" y="1079"/>
                    <a:pt x="0" y="1158"/>
                    <a:pt x="0" y="1215"/>
                  </a:cubicBezTo>
                  <a:cubicBezTo>
                    <a:pt x="0" y="1251"/>
                    <a:pt x="24" y="1275"/>
                    <a:pt x="36" y="1299"/>
                  </a:cubicBezTo>
                  <a:cubicBezTo>
                    <a:pt x="107" y="1394"/>
                    <a:pt x="274" y="1441"/>
                    <a:pt x="405" y="1441"/>
                  </a:cubicBezTo>
                  <a:lnTo>
                    <a:pt x="405" y="1501"/>
                  </a:lnTo>
                  <a:cubicBezTo>
                    <a:pt x="405" y="1537"/>
                    <a:pt x="441" y="1549"/>
                    <a:pt x="465" y="1549"/>
                  </a:cubicBezTo>
                  <a:cubicBezTo>
                    <a:pt x="500" y="1549"/>
                    <a:pt x="524" y="1525"/>
                    <a:pt x="524" y="1501"/>
                  </a:cubicBezTo>
                  <a:lnTo>
                    <a:pt x="524" y="1441"/>
                  </a:lnTo>
                  <a:cubicBezTo>
                    <a:pt x="715" y="1406"/>
                    <a:pt x="881" y="1299"/>
                    <a:pt x="881" y="1037"/>
                  </a:cubicBezTo>
                  <a:cubicBezTo>
                    <a:pt x="881" y="787"/>
                    <a:pt x="715" y="703"/>
                    <a:pt x="524" y="620"/>
                  </a:cubicBezTo>
                  <a:lnTo>
                    <a:pt x="524" y="298"/>
                  </a:lnTo>
                  <a:cubicBezTo>
                    <a:pt x="596" y="298"/>
                    <a:pt x="631" y="310"/>
                    <a:pt x="703" y="358"/>
                  </a:cubicBezTo>
                  <a:cubicBezTo>
                    <a:pt x="717" y="362"/>
                    <a:pt x="732" y="364"/>
                    <a:pt x="746" y="364"/>
                  </a:cubicBezTo>
                  <a:cubicBezTo>
                    <a:pt x="777" y="364"/>
                    <a:pt x="805" y="351"/>
                    <a:pt x="822" y="310"/>
                  </a:cubicBezTo>
                  <a:cubicBezTo>
                    <a:pt x="857" y="263"/>
                    <a:pt x="869" y="203"/>
                    <a:pt x="810" y="156"/>
                  </a:cubicBezTo>
                  <a:cubicBezTo>
                    <a:pt x="738" y="96"/>
                    <a:pt x="619" y="84"/>
                    <a:pt x="524" y="84"/>
                  </a:cubicBezTo>
                  <a:lnTo>
                    <a:pt x="524" y="48"/>
                  </a:lnTo>
                  <a:cubicBezTo>
                    <a:pt x="524" y="13"/>
                    <a:pt x="500"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64"/>
            <p:cNvSpPr/>
            <p:nvPr/>
          </p:nvSpPr>
          <p:spPr>
            <a:xfrm>
              <a:off x="3988156" y="3495935"/>
              <a:ext cx="353954" cy="203155"/>
            </a:xfrm>
            <a:custGeom>
              <a:avLst/>
              <a:gdLst/>
              <a:ahLst/>
              <a:cxnLst/>
              <a:rect l="l" t="t" r="r" b="b"/>
              <a:pathLst>
                <a:path w="11121" h="6383" extrusionOk="0">
                  <a:moveTo>
                    <a:pt x="3525" y="1884"/>
                  </a:moveTo>
                  <a:cubicBezTo>
                    <a:pt x="3540" y="1884"/>
                    <a:pt x="3561" y="1898"/>
                    <a:pt x="3561" y="1925"/>
                  </a:cubicBezTo>
                  <a:cubicBezTo>
                    <a:pt x="3632" y="2103"/>
                    <a:pt x="4632" y="4770"/>
                    <a:pt x="4680" y="4854"/>
                  </a:cubicBezTo>
                  <a:cubicBezTo>
                    <a:pt x="4692" y="4865"/>
                    <a:pt x="4680" y="4901"/>
                    <a:pt x="4644" y="4901"/>
                  </a:cubicBezTo>
                  <a:lnTo>
                    <a:pt x="3930" y="5163"/>
                  </a:lnTo>
                  <a:cubicBezTo>
                    <a:pt x="3882" y="5032"/>
                    <a:pt x="2870" y="2341"/>
                    <a:pt x="2799" y="2163"/>
                  </a:cubicBezTo>
                  <a:lnTo>
                    <a:pt x="3513" y="1889"/>
                  </a:lnTo>
                  <a:cubicBezTo>
                    <a:pt x="3516" y="1886"/>
                    <a:pt x="3520" y="1884"/>
                    <a:pt x="3525" y="1884"/>
                  </a:cubicBezTo>
                  <a:close/>
                  <a:moveTo>
                    <a:pt x="2501" y="2294"/>
                  </a:moveTo>
                  <a:lnTo>
                    <a:pt x="3632" y="5306"/>
                  </a:lnTo>
                  <a:cubicBezTo>
                    <a:pt x="3096" y="5496"/>
                    <a:pt x="1763" y="5997"/>
                    <a:pt x="1536" y="6092"/>
                  </a:cubicBezTo>
                  <a:cubicBezTo>
                    <a:pt x="1528" y="6095"/>
                    <a:pt x="1520" y="6096"/>
                    <a:pt x="1511" y="6096"/>
                  </a:cubicBezTo>
                  <a:cubicBezTo>
                    <a:pt x="1485" y="6096"/>
                    <a:pt x="1459" y="6081"/>
                    <a:pt x="1441" y="6044"/>
                  </a:cubicBezTo>
                  <a:lnTo>
                    <a:pt x="358" y="3175"/>
                  </a:lnTo>
                  <a:cubicBezTo>
                    <a:pt x="346" y="3139"/>
                    <a:pt x="358" y="3103"/>
                    <a:pt x="405" y="3080"/>
                  </a:cubicBezTo>
                  <a:cubicBezTo>
                    <a:pt x="1084" y="2829"/>
                    <a:pt x="2025" y="2472"/>
                    <a:pt x="2501" y="2294"/>
                  </a:cubicBezTo>
                  <a:close/>
                  <a:moveTo>
                    <a:pt x="10195" y="0"/>
                  </a:moveTo>
                  <a:cubicBezTo>
                    <a:pt x="9949" y="0"/>
                    <a:pt x="9714" y="126"/>
                    <a:pt x="9537" y="282"/>
                  </a:cubicBezTo>
                  <a:lnTo>
                    <a:pt x="7835" y="1698"/>
                  </a:lnTo>
                  <a:cubicBezTo>
                    <a:pt x="7740" y="1496"/>
                    <a:pt x="7537" y="1282"/>
                    <a:pt x="7144" y="1282"/>
                  </a:cubicBezTo>
                  <a:cubicBezTo>
                    <a:pt x="6745" y="1282"/>
                    <a:pt x="6434" y="1280"/>
                    <a:pt x="6185" y="1280"/>
                  </a:cubicBezTo>
                  <a:cubicBezTo>
                    <a:pt x="5437" y="1280"/>
                    <a:pt x="5254" y="1294"/>
                    <a:pt x="4977" y="1401"/>
                  </a:cubicBezTo>
                  <a:lnTo>
                    <a:pt x="3882" y="1853"/>
                  </a:lnTo>
                  <a:lnTo>
                    <a:pt x="3870" y="1806"/>
                  </a:lnTo>
                  <a:cubicBezTo>
                    <a:pt x="3814" y="1665"/>
                    <a:pt x="3669" y="1569"/>
                    <a:pt x="3523" y="1569"/>
                  </a:cubicBezTo>
                  <a:cubicBezTo>
                    <a:pt x="3484" y="1569"/>
                    <a:pt x="3444" y="1576"/>
                    <a:pt x="3406" y="1591"/>
                  </a:cubicBezTo>
                  <a:lnTo>
                    <a:pt x="2596" y="1913"/>
                  </a:lnTo>
                  <a:cubicBezTo>
                    <a:pt x="2239" y="2044"/>
                    <a:pt x="1084" y="2472"/>
                    <a:pt x="298" y="2770"/>
                  </a:cubicBezTo>
                  <a:cubicBezTo>
                    <a:pt x="108" y="2841"/>
                    <a:pt x="1" y="3068"/>
                    <a:pt x="72" y="3258"/>
                  </a:cubicBezTo>
                  <a:lnTo>
                    <a:pt x="1167" y="6139"/>
                  </a:lnTo>
                  <a:cubicBezTo>
                    <a:pt x="1222" y="6285"/>
                    <a:pt x="1368" y="6382"/>
                    <a:pt x="1518" y="6382"/>
                  </a:cubicBezTo>
                  <a:cubicBezTo>
                    <a:pt x="1564" y="6382"/>
                    <a:pt x="1611" y="6373"/>
                    <a:pt x="1656" y="6354"/>
                  </a:cubicBezTo>
                  <a:cubicBezTo>
                    <a:pt x="1906" y="6270"/>
                    <a:pt x="3549" y="5639"/>
                    <a:pt x="3894" y="5508"/>
                  </a:cubicBezTo>
                  <a:lnTo>
                    <a:pt x="4763" y="5175"/>
                  </a:lnTo>
                  <a:cubicBezTo>
                    <a:pt x="4942" y="5104"/>
                    <a:pt x="5049" y="4901"/>
                    <a:pt x="4965" y="4723"/>
                  </a:cubicBezTo>
                  <a:lnTo>
                    <a:pt x="4954" y="4675"/>
                  </a:lnTo>
                  <a:cubicBezTo>
                    <a:pt x="5525" y="4437"/>
                    <a:pt x="5537" y="4413"/>
                    <a:pt x="6120" y="4413"/>
                  </a:cubicBezTo>
                  <a:cubicBezTo>
                    <a:pt x="6204" y="4413"/>
                    <a:pt x="6275" y="4330"/>
                    <a:pt x="6275" y="4246"/>
                  </a:cubicBezTo>
                  <a:cubicBezTo>
                    <a:pt x="6275" y="4151"/>
                    <a:pt x="6204" y="4080"/>
                    <a:pt x="6120" y="4080"/>
                  </a:cubicBezTo>
                  <a:cubicBezTo>
                    <a:pt x="5477" y="4080"/>
                    <a:pt x="5418" y="4127"/>
                    <a:pt x="4834" y="4377"/>
                  </a:cubicBezTo>
                  <a:lnTo>
                    <a:pt x="3989" y="2127"/>
                  </a:lnTo>
                  <a:lnTo>
                    <a:pt x="5073" y="1686"/>
                  </a:lnTo>
                  <a:cubicBezTo>
                    <a:pt x="5294" y="1601"/>
                    <a:pt x="5460" y="1589"/>
                    <a:pt x="6106" y="1589"/>
                  </a:cubicBezTo>
                  <a:cubicBezTo>
                    <a:pt x="6364" y="1589"/>
                    <a:pt x="6699" y="1591"/>
                    <a:pt x="7144" y="1591"/>
                  </a:cubicBezTo>
                  <a:cubicBezTo>
                    <a:pt x="7323" y="1591"/>
                    <a:pt x="7442" y="1651"/>
                    <a:pt x="7513" y="1770"/>
                  </a:cubicBezTo>
                  <a:cubicBezTo>
                    <a:pt x="7573" y="1865"/>
                    <a:pt x="7573" y="1948"/>
                    <a:pt x="7585" y="1984"/>
                  </a:cubicBezTo>
                  <a:cubicBezTo>
                    <a:pt x="7585" y="2044"/>
                    <a:pt x="7549" y="2341"/>
                    <a:pt x="7263" y="2389"/>
                  </a:cubicBezTo>
                  <a:cubicBezTo>
                    <a:pt x="6835" y="2460"/>
                    <a:pt x="5882" y="2591"/>
                    <a:pt x="5882" y="2591"/>
                  </a:cubicBezTo>
                  <a:cubicBezTo>
                    <a:pt x="5787" y="2603"/>
                    <a:pt x="5727" y="2687"/>
                    <a:pt x="5739" y="2770"/>
                  </a:cubicBezTo>
                  <a:cubicBezTo>
                    <a:pt x="5763" y="2841"/>
                    <a:pt x="5823" y="2901"/>
                    <a:pt x="5906" y="2901"/>
                  </a:cubicBezTo>
                  <a:lnTo>
                    <a:pt x="5942" y="2901"/>
                  </a:lnTo>
                  <a:cubicBezTo>
                    <a:pt x="5954" y="2901"/>
                    <a:pt x="6894" y="2770"/>
                    <a:pt x="7335" y="2699"/>
                  </a:cubicBezTo>
                  <a:cubicBezTo>
                    <a:pt x="7740" y="2627"/>
                    <a:pt x="7882" y="2282"/>
                    <a:pt x="7918" y="2056"/>
                  </a:cubicBezTo>
                  <a:lnTo>
                    <a:pt x="9764" y="520"/>
                  </a:lnTo>
                  <a:cubicBezTo>
                    <a:pt x="9875" y="408"/>
                    <a:pt x="10028" y="311"/>
                    <a:pt x="10188" y="311"/>
                  </a:cubicBezTo>
                  <a:cubicBezTo>
                    <a:pt x="10285" y="311"/>
                    <a:pt x="10384" y="347"/>
                    <a:pt x="10478" y="436"/>
                  </a:cubicBezTo>
                  <a:cubicBezTo>
                    <a:pt x="10776" y="734"/>
                    <a:pt x="10502" y="1091"/>
                    <a:pt x="10430" y="1151"/>
                  </a:cubicBezTo>
                  <a:cubicBezTo>
                    <a:pt x="10359" y="1222"/>
                    <a:pt x="8097" y="3651"/>
                    <a:pt x="8097" y="3651"/>
                  </a:cubicBezTo>
                  <a:cubicBezTo>
                    <a:pt x="7763" y="4020"/>
                    <a:pt x="7323" y="4080"/>
                    <a:pt x="7144" y="4092"/>
                  </a:cubicBezTo>
                  <a:lnTo>
                    <a:pt x="6847" y="4092"/>
                  </a:lnTo>
                  <a:cubicBezTo>
                    <a:pt x="6751" y="4092"/>
                    <a:pt x="6680" y="4175"/>
                    <a:pt x="6680" y="4258"/>
                  </a:cubicBezTo>
                  <a:cubicBezTo>
                    <a:pt x="6680" y="4353"/>
                    <a:pt x="6751" y="4425"/>
                    <a:pt x="6847" y="4425"/>
                  </a:cubicBezTo>
                  <a:lnTo>
                    <a:pt x="7156" y="4425"/>
                  </a:lnTo>
                  <a:cubicBezTo>
                    <a:pt x="7382" y="4413"/>
                    <a:pt x="7918" y="4330"/>
                    <a:pt x="8335" y="3877"/>
                  </a:cubicBezTo>
                  <a:cubicBezTo>
                    <a:pt x="10669" y="1377"/>
                    <a:pt x="10669" y="1377"/>
                    <a:pt x="10669" y="1353"/>
                  </a:cubicBezTo>
                  <a:cubicBezTo>
                    <a:pt x="10883" y="1151"/>
                    <a:pt x="11121" y="627"/>
                    <a:pt x="10704" y="210"/>
                  </a:cubicBezTo>
                  <a:cubicBezTo>
                    <a:pt x="10539" y="60"/>
                    <a:pt x="10365" y="0"/>
                    <a:pt x="10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8" name="Google Shape;10688;p64"/>
          <p:cNvGrpSpPr/>
          <p:nvPr/>
        </p:nvGrpSpPr>
        <p:grpSpPr>
          <a:xfrm>
            <a:off x="3541011" y="3193070"/>
            <a:ext cx="348257" cy="346188"/>
            <a:chOff x="3541011" y="3367320"/>
            <a:chExt cx="348257" cy="346188"/>
          </a:xfrm>
        </p:grpSpPr>
        <p:sp>
          <p:nvSpPr>
            <p:cNvPr id="10689" name="Google Shape;10689;p64"/>
            <p:cNvSpPr/>
            <p:nvPr/>
          </p:nvSpPr>
          <p:spPr>
            <a:xfrm>
              <a:off x="3541011" y="3367320"/>
              <a:ext cx="347906" cy="346188"/>
            </a:xfrm>
            <a:custGeom>
              <a:avLst/>
              <a:gdLst/>
              <a:ahLst/>
              <a:cxnLst/>
              <a:rect l="l" t="t" r="r" b="b"/>
              <a:pathLst>
                <a:path w="10931" h="10877" extrusionOk="0">
                  <a:moveTo>
                    <a:pt x="4203" y="6323"/>
                  </a:moveTo>
                  <a:cubicBezTo>
                    <a:pt x="4322" y="6454"/>
                    <a:pt x="4465" y="6609"/>
                    <a:pt x="4620" y="6740"/>
                  </a:cubicBezTo>
                  <a:lnTo>
                    <a:pt x="4024" y="7335"/>
                  </a:lnTo>
                  <a:lnTo>
                    <a:pt x="3977" y="7287"/>
                  </a:lnTo>
                  <a:lnTo>
                    <a:pt x="3632" y="6942"/>
                  </a:lnTo>
                  <a:lnTo>
                    <a:pt x="3584" y="6906"/>
                  </a:lnTo>
                  <a:lnTo>
                    <a:pt x="4203" y="6323"/>
                  </a:lnTo>
                  <a:close/>
                  <a:moveTo>
                    <a:pt x="3239" y="7123"/>
                  </a:moveTo>
                  <a:cubicBezTo>
                    <a:pt x="3307" y="7123"/>
                    <a:pt x="3376" y="7150"/>
                    <a:pt x="3429" y="7204"/>
                  </a:cubicBezTo>
                  <a:lnTo>
                    <a:pt x="3763" y="7537"/>
                  </a:lnTo>
                  <a:cubicBezTo>
                    <a:pt x="3858" y="7632"/>
                    <a:pt x="3858" y="7799"/>
                    <a:pt x="3751" y="7894"/>
                  </a:cubicBezTo>
                  <a:lnTo>
                    <a:pt x="3560" y="8097"/>
                  </a:lnTo>
                  <a:lnTo>
                    <a:pt x="2858" y="7394"/>
                  </a:lnTo>
                  <a:lnTo>
                    <a:pt x="3048" y="7204"/>
                  </a:lnTo>
                  <a:cubicBezTo>
                    <a:pt x="3102" y="7150"/>
                    <a:pt x="3170" y="7123"/>
                    <a:pt x="3239" y="7123"/>
                  </a:cubicBezTo>
                  <a:close/>
                  <a:moveTo>
                    <a:pt x="2631" y="7597"/>
                  </a:moveTo>
                  <a:lnTo>
                    <a:pt x="3334" y="8299"/>
                  </a:lnTo>
                  <a:lnTo>
                    <a:pt x="1167" y="10478"/>
                  </a:lnTo>
                  <a:cubicBezTo>
                    <a:pt x="1113" y="10526"/>
                    <a:pt x="1045" y="10550"/>
                    <a:pt x="976" y="10550"/>
                  </a:cubicBezTo>
                  <a:cubicBezTo>
                    <a:pt x="908" y="10550"/>
                    <a:pt x="840" y="10526"/>
                    <a:pt x="786" y="10478"/>
                  </a:cubicBezTo>
                  <a:lnTo>
                    <a:pt x="453" y="10133"/>
                  </a:lnTo>
                  <a:cubicBezTo>
                    <a:pt x="357" y="10038"/>
                    <a:pt x="357" y="9883"/>
                    <a:pt x="465" y="9776"/>
                  </a:cubicBezTo>
                  <a:lnTo>
                    <a:pt x="2631" y="7597"/>
                  </a:lnTo>
                  <a:close/>
                  <a:moveTo>
                    <a:pt x="7120" y="1"/>
                  </a:moveTo>
                  <a:cubicBezTo>
                    <a:pt x="3989" y="1"/>
                    <a:pt x="2191" y="3537"/>
                    <a:pt x="4001" y="6073"/>
                  </a:cubicBezTo>
                  <a:lnTo>
                    <a:pt x="3274" y="6799"/>
                  </a:lnTo>
                  <a:cubicBezTo>
                    <a:pt x="3249" y="6796"/>
                    <a:pt x="3223" y="6794"/>
                    <a:pt x="3198" y="6794"/>
                  </a:cubicBezTo>
                  <a:cubicBezTo>
                    <a:pt x="3049" y="6794"/>
                    <a:pt x="2912" y="6854"/>
                    <a:pt x="2810" y="6966"/>
                  </a:cubicBezTo>
                  <a:lnTo>
                    <a:pt x="226" y="9549"/>
                  </a:lnTo>
                  <a:cubicBezTo>
                    <a:pt x="0" y="9776"/>
                    <a:pt x="0" y="10145"/>
                    <a:pt x="226" y="10371"/>
                  </a:cubicBezTo>
                  <a:lnTo>
                    <a:pt x="572" y="10716"/>
                  </a:lnTo>
                  <a:cubicBezTo>
                    <a:pt x="679" y="10823"/>
                    <a:pt x="828" y="10877"/>
                    <a:pt x="976" y="10877"/>
                  </a:cubicBezTo>
                  <a:cubicBezTo>
                    <a:pt x="1125" y="10877"/>
                    <a:pt x="1274" y="10823"/>
                    <a:pt x="1381" y="10716"/>
                  </a:cubicBezTo>
                  <a:lnTo>
                    <a:pt x="3655" y="8430"/>
                  </a:lnTo>
                  <a:lnTo>
                    <a:pt x="3977" y="8121"/>
                  </a:lnTo>
                  <a:cubicBezTo>
                    <a:pt x="4096" y="8002"/>
                    <a:pt x="4155" y="7835"/>
                    <a:pt x="4144" y="7656"/>
                  </a:cubicBezTo>
                  <a:lnTo>
                    <a:pt x="4870" y="6930"/>
                  </a:lnTo>
                  <a:cubicBezTo>
                    <a:pt x="5406" y="7323"/>
                    <a:pt x="6037" y="7573"/>
                    <a:pt x="6715" y="7632"/>
                  </a:cubicBezTo>
                  <a:lnTo>
                    <a:pt x="6727" y="7632"/>
                  </a:lnTo>
                  <a:cubicBezTo>
                    <a:pt x="6799" y="7632"/>
                    <a:pt x="6882" y="7573"/>
                    <a:pt x="6894" y="7478"/>
                  </a:cubicBezTo>
                  <a:cubicBezTo>
                    <a:pt x="6906" y="7394"/>
                    <a:pt x="6834" y="7323"/>
                    <a:pt x="6739" y="7299"/>
                  </a:cubicBezTo>
                  <a:cubicBezTo>
                    <a:pt x="6037" y="7228"/>
                    <a:pt x="5406" y="6966"/>
                    <a:pt x="4882" y="6549"/>
                  </a:cubicBezTo>
                  <a:cubicBezTo>
                    <a:pt x="2298" y="4465"/>
                    <a:pt x="3822" y="310"/>
                    <a:pt x="7096" y="310"/>
                  </a:cubicBezTo>
                  <a:cubicBezTo>
                    <a:pt x="8942" y="310"/>
                    <a:pt x="10418" y="1703"/>
                    <a:pt x="10597" y="3465"/>
                  </a:cubicBezTo>
                  <a:cubicBezTo>
                    <a:pt x="10609" y="3549"/>
                    <a:pt x="10692" y="3608"/>
                    <a:pt x="10775" y="3608"/>
                  </a:cubicBezTo>
                  <a:cubicBezTo>
                    <a:pt x="10871" y="3596"/>
                    <a:pt x="10930" y="3525"/>
                    <a:pt x="10930" y="3430"/>
                  </a:cubicBezTo>
                  <a:cubicBezTo>
                    <a:pt x="10728" y="1525"/>
                    <a:pt x="9120" y="1"/>
                    <a:pt x="7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64"/>
            <p:cNvSpPr/>
            <p:nvPr/>
          </p:nvSpPr>
          <p:spPr>
            <a:xfrm>
              <a:off x="3658105" y="3389599"/>
              <a:ext cx="208820" cy="199431"/>
            </a:xfrm>
            <a:custGeom>
              <a:avLst/>
              <a:gdLst/>
              <a:ahLst/>
              <a:cxnLst/>
              <a:rect l="l" t="t" r="r" b="b"/>
              <a:pathLst>
                <a:path w="6561" h="6266" extrusionOk="0">
                  <a:moveTo>
                    <a:pt x="3441" y="336"/>
                  </a:moveTo>
                  <a:cubicBezTo>
                    <a:pt x="4989" y="336"/>
                    <a:pt x="6251" y="1587"/>
                    <a:pt x="6251" y="3146"/>
                  </a:cubicBezTo>
                  <a:cubicBezTo>
                    <a:pt x="6251" y="4694"/>
                    <a:pt x="4989" y="5944"/>
                    <a:pt x="3441" y="5944"/>
                  </a:cubicBezTo>
                  <a:cubicBezTo>
                    <a:pt x="2727" y="5944"/>
                    <a:pt x="1989" y="5682"/>
                    <a:pt x="1441" y="5135"/>
                  </a:cubicBezTo>
                  <a:cubicBezTo>
                    <a:pt x="345" y="4027"/>
                    <a:pt x="345" y="2241"/>
                    <a:pt x="1441" y="1158"/>
                  </a:cubicBezTo>
                  <a:cubicBezTo>
                    <a:pt x="1989" y="598"/>
                    <a:pt x="2703" y="336"/>
                    <a:pt x="3441" y="336"/>
                  </a:cubicBezTo>
                  <a:close/>
                  <a:moveTo>
                    <a:pt x="3428" y="0"/>
                  </a:moveTo>
                  <a:cubicBezTo>
                    <a:pt x="2628" y="0"/>
                    <a:pt x="1828" y="307"/>
                    <a:pt x="1215" y="920"/>
                  </a:cubicBezTo>
                  <a:cubicBezTo>
                    <a:pt x="0" y="2134"/>
                    <a:pt x="0" y="4123"/>
                    <a:pt x="1215" y="5337"/>
                  </a:cubicBezTo>
                  <a:cubicBezTo>
                    <a:pt x="1822" y="5944"/>
                    <a:pt x="2631" y="6266"/>
                    <a:pt x="3429" y="6266"/>
                  </a:cubicBezTo>
                  <a:cubicBezTo>
                    <a:pt x="5144" y="6266"/>
                    <a:pt x="6561" y="4873"/>
                    <a:pt x="6561" y="3134"/>
                  </a:cubicBezTo>
                  <a:cubicBezTo>
                    <a:pt x="6561" y="2301"/>
                    <a:pt x="6227" y="1515"/>
                    <a:pt x="5632" y="920"/>
                  </a:cubicBezTo>
                  <a:cubicBezTo>
                    <a:pt x="5025" y="307"/>
                    <a:pt x="4227" y="0"/>
                    <a:pt x="3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64"/>
            <p:cNvSpPr/>
            <p:nvPr/>
          </p:nvSpPr>
          <p:spPr>
            <a:xfrm>
              <a:off x="3720614" y="3426805"/>
              <a:ext cx="95164" cy="116011"/>
            </a:xfrm>
            <a:custGeom>
              <a:avLst/>
              <a:gdLst/>
              <a:ahLst/>
              <a:cxnLst/>
              <a:rect l="l" t="t" r="r" b="b"/>
              <a:pathLst>
                <a:path w="2990" h="3645" extrusionOk="0">
                  <a:moveTo>
                    <a:pt x="1477" y="334"/>
                  </a:moveTo>
                  <a:cubicBezTo>
                    <a:pt x="1834" y="334"/>
                    <a:pt x="2132" y="632"/>
                    <a:pt x="2132" y="989"/>
                  </a:cubicBezTo>
                  <a:cubicBezTo>
                    <a:pt x="2132" y="1334"/>
                    <a:pt x="1834" y="1632"/>
                    <a:pt x="1477" y="1632"/>
                  </a:cubicBezTo>
                  <a:cubicBezTo>
                    <a:pt x="1120" y="1632"/>
                    <a:pt x="822" y="1334"/>
                    <a:pt x="822" y="989"/>
                  </a:cubicBezTo>
                  <a:cubicBezTo>
                    <a:pt x="822" y="608"/>
                    <a:pt x="1120" y="334"/>
                    <a:pt x="1477" y="334"/>
                  </a:cubicBezTo>
                  <a:close/>
                  <a:moveTo>
                    <a:pt x="1906" y="1953"/>
                  </a:moveTo>
                  <a:cubicBezTo>
                    <a:pt x="2287" y="1953"/>
                    <a:pt x="2620" y="2263"/>
                    <a:pt x="2620" y="2668"/>
                  </a:cubicBezTo>
                  <a:lnTo>
                    <a:pt x="2620" y="3335"/>
                  </a:lnTo>
                  <a:lnTo>
                    <a:pt x="2275" y="3335"/>
                  </a:lnTo>
                  <a:lnTo>
                    <a:pt x="2275" y="2632"/>
                  </a:lnTo>
                  <a:cubicBezTo>
                    <a:pt x="2275" y="2549"/>
                    <a:pt x="2203" y="2477"/>
                    <a:pt x="2108" y="2477"/>
                  </a:cubicBezTo>
                  <a:cubicBezTo>
                    <a:pt x="2025" y="2477"/>
                    <a:pt x="1953" y="2549"/>
                    <a:pt x="1953" y="2632"/>
                  </a:cubicBezTo>
                  <a:lnTo>
                    <a:pt x="1953" y="3335"/>
                  </a:lnTo>
                  <a:lnTo>
                    <a:pt x="953" y="3335"/>
                  </a:lnTo>
                  <a:lnTo>
                    <a:pt x="953" y="2632"/>
                  </a:lnTo>
                  <a:cubicBezTo>
                    <a:pt x="953" y="2549"/>
                    <a:pt x="882" y="2477"/>
                    <a:pt x="787" y="2477"/>
                  </a:cubicBezTo>
                  <a:cubicBezTo>
                    <a:pt x="691" y="2477"/>
                    <a:pt x="620" y="2549"/>
                    <a:pt x="620" y="2632"/>
                  </a:cubicBezTo>
                  <a:lnTo>
                    <a:pt x="620" y="3335"/>
                  </a:lnTo>
                  <a:lnTo>
                    <a:pt x="263" y="3335"/>
                  </a:lnTo>
                  <a:lnTo>
                    <a:pt x="263" y="2668"/>
                  </a:lnTo>
                  <a:cubicBezTo>
                    <a:pt x="263" y="2275"/>
                    <a:pt x="584" y="1953"/>
                    <a:pt x="977" y="1953"/>
                  </a:cubicBezTo>
                  <a:close/>
                  <a:moveTo>
                    <a:pt x="1477" y="1"/>
                  </a:moveTo>
                  <a:cubicBezTo>
                    <a:pt x="941" y="1"/>
                    <a:pt x="501" y="429"/>
                    <a:pt x="501" y="965"/>
                  </a:cubicBezTo>
                  <a:cubicBezTo>
                    <a:pt x="501" y="1239"/>
                    <a:pt x="608" y="1477"/>
                    <a:pt x="787" y="1656"/>
                  </a:cubicBezTo>
                  <a:cubicBezTo>
                    <a:pt x="322" y="1763"/>
                    <a:pt x="1" y="2180"/>
                    <a:pt x="1" y="2656"/>
                  </a:cubicBezTo>
                  <a:lnTo>
                    <a:pt x="1" y="3335"/>
                  </a:lnTo>
                  <a:cubicBezTo>
                    <a:pt x="1" y="3501"/>
                    <a:pt x="132" y="3644"/>
                    <a:pt x="310" y="3644"/>
                  </a:cubicBezTo>
                  <a:lnTo>
                    <a:pt x="2680" y="3644"/>
                  </a:lnTo>
                  <a:cubicBezTo>
                    <a:pt x="2846" y="3644"/>
                    <a:pt x="2989" y="3513"/>
                    <a:pt x="2989" y="3335"/>
                  </a:cubicBezTo>
                  <a:lnTo>
                    <a:pt x="2989" y="2656"/>
                  </a:lnTo>
                  <a:cubicBezTo>
                    <a:pt x="2965" y="2180"/>
                    <a:pt x="2620" y="1763"/>
                    <a:pt x="2156" y="1656"/>
                  </a:cubicBezTo>
                  <a:cubicBezTo>
                    <a:pt x="2334" y="1477"/>
                    <a:pt x="2442" y="1239"/>
                    <a:pt x="2442" y="965"/>
                  </a:cubicBezTo>
                  <a:cubicBezTo>
                    <a:pt x="2442" y="429"/>
                    <a:pt x="2013"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64"/>
            <p:cNvSpPr/>
            <p:nvPr/>
          </p:nvSpPr>
          <p:spPr>
            <a:xfrm>
              <a:off x="3773671" y="3496030"/>
              <a:ext cx="115597" cy="114993"/>
            </a:xfrm>
            <a:custGeom>
              <a:avLst/>
              <a:gdLst/>
              <a:ahLst/>
              <a:cxnLst/>
              <a:rect l="l" t="t" r="r" b="b"/>
              <a:pathLst>
                <a:path w="3632" h="3613" extrusionOk="0">
                  <a:moveTo>
                    <a:pt x="3433" y="0"/>
                  </a:moveTo>
                  <a:cubicBezTo>
                    <a:pt x="3361" y="0"/>
                    <a:pt x="3297" y="65"/>
                    <a:pt x="3287" y="148"/>
                  </a:cubicBezTo>
                  <a:cubicBezTo>
                    <a:pt x="3120" y="1803"/>
                    <a:pt x="1810" y="3112"/>
                    <a:pt x="143" y="3291"/>
                  </a:cubicBezTo>
                  <a:cubicBezTo>
                    <a:pt x="60" y="3303"/>
                    <a:pt x="1" y="3374"/>
                    <a:pt x="1" y="3469"/>
                  </a:cubicBezTo>
                  <a:cubicBezTo>
                    <a:pt x="13" y="3553"/>
                    <a:pt x="72" y="3612"/>
                    <a:pt x="167" y="3612"/>
                  </a:cubicBezTo>
                  <a:lnTo>
                    <a:pt x="179" y="3612"/>
                  </a:lnTo>
                  <a:cubicBezTo>
                    <a:pt x="1989" y="3422"/>
                    <a:pt x="3442" y="1993"/>
                    <a:pt x="3620" y="183"/>
                  </a:cubicBezTo>
                  <a:cubicBezTo>
                    <a:pt x="3632" y="88"/>
                    <a:pt x="3561" y="17"/>
                    <a:pt x="3465" y="5"/>
                  </a:cubicBezTo>
                  <a:cubicBezTo>
                    <a:pt x="3454" y="2"/>
                    <a:pt x="3443" y="0"/>
                    <a:pt x="3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3" name="Google Shape;10693;p64"/>
          <p:cNvGrpSpPr/>
          <p:nvPr/>
        </p:nvGrpSpPr>
        <p:grpSpPr>
          <a:xfrm>
            <a:off x="1314678" y="3183967"/>
            <a:ext cx="334666" cy="365348"/>
            <a:chOff x="1314678" y="3358217"/>
            <a:chExt cx="334666" cy="365348"/>
          </a:xfrm>
        </p:grpSpPr>
        <p:sp>
          <p:nvSpPr>
            <p:cNvPr id="10694" name="Google Shape;10694;p64"/>
            <p:cNvSpPr/>
            <p:nvPr/>
          </p:nvSpPr>
          <p:spPr>
            <a:xfrm>
              <a:off x="1316588" y="3358217"/>
              <a:ext cx="332757" cy="365348"/>
            </a:xfrm>
            <a:custGeom>
              <a:avLst/>
              <a:gdLst/>
              <a:ahLst/>
              <a:cxnLst/>
              <a:rect l="l" t="t" r="r" b="b"/>
              <a:pathLst>
                <a:path w="10455" h="11479" extrusionOk="0">
                  <a:moveTo>
                    <a:pt x="1501" y="9300"/>
                  </a:moveTo>
                  <a:cubicBezTo>
                    <a:pt x="1655" y="9300"/>
                    <a:pt x="1786" y="9419"/>
                    <a:pt x="1786" y="9585"/>
                  </a:cubicBezTo>
                  <a:cubicBezTo>
                    <a:pt x="1786" y="9752"/>
                    <a:pt x="1667" y="9871"/>
                    <a:pt x="1501" y="9871"/>
                  </a:cubicBezTo>
                  <a:lnTo>
                    <a:pt x="584" y="9871"/>
                  </a:lnTo>
                  <a:cubicBezTo>
                    <a:pt x="429" y="9871"/>
                    <a:pt x="298" y="9752"/>
                    <a:pt x="298" y="9585"/>
                  </a:cubicBezTo>
                  <a:cubicBezTo>
                    <a:pt x="298" y="9431"/>
                    <a:pt x="417" y="9300"/>
                    <a:pt x="584" y="9300"/>
                  </a:cubicBezTo>
                  <a:close/>
                  <a:moveTo>
                    <a:pt x="9359" y="1013"/>
                  </a:moveTo>
                  <a:lnTo>
                    <a:pt x="9359" y="10443"/>
                  </a:lnTo>
                  <a:lnTo>
                    <a:pt x="9037" y="10443"/>
                  </a:lnTo>
                  <a:lnTo>
                    <a:pt x="9037" y="1013"/>
                  </a:lnTo>
                  <a:close/>
                  <a:moveTo>
                    <a:pt x="3048" y="1"/>
                  </a:moveTo>
                  <a:cubicBezTo>
                    <a:pt x="2965" y="1"/>
                    <a:pt x="2894" y="72"/>
                    <a:pt x="2894" y="156"/>
                  </a:cubicBezTo>
                  <a:cubicBezTo>
                    <a:pt x="2894" y="251"/>
                    <a:pt x="2965" y="322"/>
                    <a:pt x="3048" y="322"/>
                  </a:cubicBezTo>
                  <a:lnTo>
                    <a:pt x="8347" y="322"/>
                  </a:lnTo>
                  <a:cubicBezTo>
                    <a:pt x="8561" y="322"/>
                    <a:pt x="8728" y="489"/>
                    <a:pt x="8728" y="691"/>
                  </a:cubicBezTo>
                  <a:lnTo>
                    <a:pt x="8728" y="10776"/>
                  </a:lnTo>
                  <a:cubicBezTo>
                    <a:pt x="8728" y="10978"/>
                    <a:pt x="8561" y="11145"/>
                    <a:pt x="8347" y="11145"/>
                  </a:cubicBezTo>
                  <a:lnTo>
                    <a:pt x="1584" y="11145"/>
                  </a:lnTo>
                  <a:cubicBezTo>
                    <a:pt x="1370" y="11145"/>
                    <a:pt x="1203" y="10978"/>
                    <a:pt x="1203" y="10776"/>
                  </a:cubicBezTo>
                  <a:lnTo>
                    <a:pt x="1203" y="10204"/>
                  </a:lnTo>
                  <a:lnTo>
                    <a:pt x="1524" y="10204"/>
                  </a:lnTo>
                  <a:cubicBezTo>
                    <a:pt x="1858" y="10204"/>
                    <a:pt x="2132" y="9931"/>
                    <a:pt x="2132" y="9597"/>
                  </a:cubicBezTo>
                  <a:cubicBezTo>
                    <a:pt x="2132" y="9276"/>
                    <a:pt x="1846" y="8990"/>
                    <a:pt x="1524" y="8990"/>
                  </a:cubicBezTo>
                  <a:lnTo>
                    <a:pt x="1203" y="8990"/>
                  </a:lnTo>
                  <a:lnTo>
                    <a:pt x="1203" y="8621"/>
                  </a:lnTo>
                  <a:cubicBezTo>
                    <a:pt x="1203" y="8526"/>
                    <a:pt x="1132" y="8454"/>
                    <a:pt x="1048" y="8454"/>
                  </a:cubicBezTo>
                  <a:cubicBezTo>
                    <a:pt x="953" y="8454"/>
                    <a:pt x="882" y="8526"/>
                    <a:pt x="882" y="8621"/>
                  </a:cubicBezTo>
                  <a:lnTo>
                    <a:pt x="882" y="8990"/>
                  </a:lnTo>
                  <a:lnTo>
                    <a:pt x="608" y="8990"/>
                  </a:lnTo>
                  <a:cubicBezTo>
                    <a:pt x="274" y="8990"/>
                    <a:pt x="0" y="9276"/>
                    <a:pt x="0" y="9597"/>
                  </a:cubicBezTo>
                  <a:cubicBezTo>
                    <a:pt x="0" y="9931"/>
                    <a:pt x="286" y="10204"/>
                    <a:pt x="608" y="10204"/>
                  </a:cubicBezTo>
                  <a:lnTo>
                    <a:pt x="882" y="10204"/>
                  </a:lnTo>
                  <a:lnTo>
                    <a:pt x="882" y="10776"/>
                  </a:lnTo>
                  <a:cubicBezTo>
                    <a:pt x="882" y="11157"/>
                    <a:pt x="1191" y="11478"/>
                    <a:pt x="1584" y="11478"/>
                  </a:cubicBezTo>
                  <a:lnTo>
                    <a:pt x="9752" y="11478"/>
                  </a:lnTo>
                  <a:cubicBezTo>
                    <a:pt x="10133" y="11478"/>
                    <a:pt x="10454" y="11157"/>
                    <a:pt x="10454" y="10776"/>
                  </a:cubicBezTo>
                  <a:lnTo>
                    <a:pt x="10454" y="2156"/>
                  </a:lnTo>
                  <a:cubicBezTo>
                    <a:pt x="10454" y="2073"/>
                    <a:pt x="10371" y="1989"/>
                    <a:pt x="10287" y="1989"/>
                  </a:cubicBezTo>
                  <a:cubicBezTo>
                    <a:pt x="10192" y="1989"/>
                    <a:pt x="10121" y="2073"/>
                    <a:pt x="10121" y="2156"/>
                  </a:cubicBezTo>
                  <a:lnTo>
                    <a:pt x="10121" y="10776"/>
                  </a:lnTo>
                  <a:cubicBezTo>
                    <a:pt x="10121" y="10978"/>
                    <a:pt x="9954" y="11145"/>
                    <a:pt x="9752" y="11145"/>
                  </a:cubicBezTo>
                  <a:lnTo>
                    <a:pt x="8954" y="11145"/>
                  </a:lnTo>
                  <a:cubicBezTo>
                    <a:pt x="9014" y="11038"/>
                    <a:pt x="9061" y="10919"/>
                    <a:pt x="9061" y="10800"/>
                  </a:cubicBezTo>
                  <a:lnTo>
                    <a:pt x="9549" y="10800"/>
                  </a:lnTo>
                  <a:cubicBezTo>
                    <a:pt x="9645" y="10800"/>
                    <a:pt x="9716" y="10728"/>
                    <a:pt x="9716" y="10645"/>
                  </a:cubicBezTo>
                  <a:lnTo>
                    <a:pt x="9716" y="858"/>
                  </a:lnTo>
                  <a:cubicBezTo>
                    <a:pt x="9716" y="775"/>
                    <a:pt x="9645" y="691"/>
                    <a:pt x="9549" y="691"/>
                  </a:cubicBezTo>
                  <a:lnTo>
                    <a:pt x="9061" y="691"/>
                  </a:lnTo>
                  <a:cubicBezTo>
                    <a:pt x="9061" y="560"/>
                    <a:pt x="9014" y="441"/>
                    <a:pt x="8954" y="358"/>
                  </a:cubicBezTo>
                  <a:lnTo>
                    <a:pt x="9752" y="358"/>
                  </a:lnTo>
                  <a:cubicBezTo>
                    <a:pt x="9954" y="358"/>
                    <a:pt x="10121" y="525"/>
                    <a:pt x="10121" y="727"/>
                  </a:cubicBezTo>
                  <a:lnTo>
                    <a:pt x="10121" y="1430"/>
                  </a:lnTo>
                  <a:cubicBezTo>
                    <a:pt x="10097" y="1489"/>
                    <a:pt x="10168" y="1561"/>
                    <a:pt x="10276" y="1561"/>
                  </a:cubicBezTo>
                  <a:cubicBezTo>
                    <a:pt x="10359" y="1561"/>
                    <a:pt x="10430" y="1489"/>
                    <a:pt x="10430" y="1394"/>
                  </a:cubicBezTo>
                  <a:lnTo>
                    <a:pt x="10430" y="691"/>
                  </a:lnTo>
                  <a:cubicBezTo>
                    <a:pt x="10430" y="310"/>
                    <a:pt x="10121" y="1"/>
                    <a:pt x="9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64"/>
            <p:cNvSpPr/>
            <p:nvPr/>
          </p:nvSpPr>
          <p:spPr>
            <a:xfrm>
              <a:off x="1314678" y="3358981"/>
              <a:ext cx="79632" cy="254684"/>
            </a:xfrm>
            <a:custGeom>
              <a:avLst/>
              <a:gdLst/>
              <a:ahLst/>
              <a:cxnLst/>
              <a:rect l="l" t="t" r="r" b="b"/>
              <a:pathLst>
                <a:path w="2502" h="8002" extrusionOk="0">
                  <a:moveTo>
                    <a:pt x="1537" y="1537"/>
                  </a:moveTo>
                  <a:cubicBezTo>
                    <a:pt x="1680" y="1537"/>
                    <a:pt x="1811" y="1656"/>
                    <a:pt x="1811" y="1822"/>
                  </a:cubicBezTo>
                  <a:cubicBezTo>
                    <a:pt x="1811" y="1989"/>
                    <a:pt x="1692" y="2108"/>
                    <a:pt x="1537" y="2108"/>
                  </a:cubicBezTo>
                  <a:lnTo>
                    <a:pt x="608" y="2108"/>
                  </a:lnTo>
                  <a:cubicBezTo>
                    <a:pt x="465" y="2108"/>
                    <a:pt x="334" y="1989"/>
                    <a:pt x="334" y="1822"/>
                  </a:cubicBezTo>
                  <a:cubicBezTo>
                    <a:pt x="334" y="1668"/>
                    <a:pt x="453" y="1537"/>
                    <a:pt x="608" y="1537"/>
                  </a:cubicBezTo>
                  <a:close/>
                  <a:moveTo>
                    <a:pt x="1549" y="4132"/>
                  </a:moveTo>
                  <a:cubicBezTo>
                    <a:pt x="1692" y="4132"/>
                    <a:pt x="1835" y="4251"/>
                    <a:pt x="1835" y="4406"/>
                  </a:cubicBezTo>
                  <a:cubicBezTo>
                    <a:pt x="1835" y="4573"/>
                    <a:pt x="1715" y="4692"/>
                    <a:pt x="1549" y="4692"/>
                  </a:cubicBezTo>
                  <a:lnTo>
                    <a:pt x="632" y="4692"/>
                  </a:lnTo>
                  <a:cubicBezTo>
                    <a:pt x="465" y="4680"/>
                    <a:pt x="346" y="4561"/>
                    <a:pt x="346" y="4406"/>
                  </a:cubicBezTo>
                  <a:cubicBezTo>
                    <a:pt x="346" y="4263"/>
                    <a:pt x="465" y="4132"/>
                    <a:pt x="632" y="4132"/>
                  </a:cubicBezTo>
                  <a:close/>
                  <a:moveTo>
                    <a:pt x="1549" y="6704"/>
                  </a:moveTo>
                  <a:cubicBezTo>
                    <a:pt x="1715" y="6704"/>
                    <a:pt x="1835" y="6835"/>
                    <a:pt x="1835" y="6990"/>
                  </a:cubicBezTo>
                  <a:cubicBezTo>
                    <a:pt x="1835" y="7132"/>
                    <a:pt x="1715" y="7263"/>
                    <a:pt x="1549" y="7263"/>
                  </a:cubicBezTo>
                  <a:lnTo>
                    <a:pt x="632" y="7263"/>
                  </a:lnTo>
                  <a:cubicBezTo>
                    <a:pt x="477" y="7263"/>
                    <a:pt x="346" y="7144"/>
                    <a:pt x="346" y="6990"/>
                  </a:cubicBezTo>
                  <a:cubicBezTo>
                    <a:pt x="346" y="6823"/>
                    <a:pt x="465" y="6704"/>
                    <a:pt x="632" y="6704"/>
                  </a:cubicBezTo>
                  <a:close/>
                  <a:moveTo>
                    <a:pt x="1608" y="1"/>
                  </a:moveTo>
                  <a:cubicBezTo>
                    <a:pt x="1227" y="1"/>
                    <a:pt x="906" y="310"/>
                    <a:pt x="906" y="703"/>
                  </a:cubicBezTo>
                  <a:lnTo>
                    <a:pt x="906" y="1239"/>
                  </a:lnTo>
                  <a:lnTo>
                    <a:pt x="608" y="1239"/>
                  </a:lnTo>
                  <a:cubicBezTo>
                    <a:pt x="275" y="1239"/>
                    <a:pt x="1" y="1525"/>
                    <a:pt x="1" y="1846"/>
                  </a:cubicBezTo>
                  <a:cubicBezTo>
                    <a:pt x="1" y="2179"/>
                    <a:pt x="287" y="2465"/>
                    <a:pt x="608" y="2465"/>
                  </a:cubicBezTo>
                  <a:lnTo>
                    <a:pt x="906" y="2465"/>
                  </a:lnTo>
                  <a:lnTo>
                    <a:pt x="906" y="3799"/>
                  </a:lnTo>
                  <a:lnTo>
                    <a:pt x="608" y="3799"/>
                  </a:lnTo>
                  <a:cubicBezTo>
                    <a:pt x="275" y="3799"/>
                    <a:pt x="1" y="4084"/>
                    <a:pt x="1" y="4406"/>
                  </a:cubicBezTo>
                  <a:cubicBezTo>
                    <a:pt x="1" y="4739"/>
                    <a:pt x="287" y="5025"/>
                    <a:pt x="608" y="5025"/>
                  </a:cubicBezTo>
                  <a:lnTo>
                    <a:pt x="906" y="5025"/>
                  </a:lnTo>
                  <a:lnTo>
                    <a:pt x="906" y="6359"/>
                  </a:lnTo>
                  <a:lnTo>
                    <a:pt x="632" y="6359"/>
                  </a:lnTo>
                  <a:cubicBezTo>
                    <a:pt x="287" y="6359"/>
                    <a:pt x="13" y="6644"/>
                    <a:pt x="13" y="6966"/>
                  </a:cubicBezTo>
                  <a:cubicBezTo>
                    <a:pt x="13" y="7299"/>
                    <a:pt x="299" y="7585"/>
                    <a:pt x="632" y="7585"/>
                  </a:cubicBezTo>
                  <a:lnTo>
                    <a:pt x="906" y="7585"/>
                  </a:lnTo>
                  <a:lnTo>
                    <a:pt x="906" y="7835"/>
                  </a:lnTo>
                  <a:cubicBezTo>
                    <a:pt x="906" y="7918"/>
                    <a:pt x="977" y="8002"/>
                    <a:pt x="1073" y="8002"/>
                  </a:cubicBezTo>
                  <a:cubicBezTo>
                    <a:pt x="1168" y="8002"/>
                    <a:pt x="1239" y="7918"/>
                    <a:pt x="1239" y="7835"/>
                  </a:cubicBezTo>
                  <a:lnTo>
                    <a:pt x="1239" y="7585"/>
                  </a:lnTo>
                  <a:lnTo>
                    <a:pt x="1537" y="7585"/>
                  </a:lnTo>
                  <a:cubicBezTo>
                    <a:pt x="1882" y="7585"/>
                    <a:pt x="2144" y="7299"/>
                    <a:pt x="2144" y="6966"/>
                  </a:cubicBezTo>
                  <a:cubicBezTo>
                    <a:pt x="2144" y="6644"/>
                    <a:pt x="1858" y="6359"/>
                    <a:pt x="1537" y="6359"/>
                  </a:cubicBezTo>
                  <a:lnTo>
                    <a:pt x="1239" y="6359"/>
                  </a:lnTo>
                  <a:lnTo>
                    <a:pt x="1239" y="5025"/>
                  </a:lnTo>
                  <a:lnTo>
                    <a:pt x="1537" y="5025"/>
                  </a:lnTo>
                  <a:cubicBezTo>
                    <a:pt x="1882" y="5025"/>
                    <a:pt x="2144" y="4739"/>
                    <a:pt x="2144" y="4406"/>
                  </a:cubicBezTo>
                  <a:cubicBezTo>
                    <a:pt x="2144" y="4084"/>
                    <a:pt x="1858" y="3799"/>
                    <a:pt x="1537" y="3799"/>
                  </a:cubicBezTo>
                  <a:lnTo>
                    <a:pt x="1239" y="3799"/>
                  </a:lnTo>
                  <a:lnTo>
                    <a:pt x="1239" y="2465"/>
                  </a:lnTo>
                  <a:lnTo>
                    <a:pt x="1525" y="2465"/>
                  </a:lnTo>
                  <a:cubicBezTo>
                    <a:pt x="1858" y="2465"/>
                    <a:pt x="2132" y="2179"/>
                    <a:pt x="2132" y="1846"/>
                  </a:cubicBezTo>
                  <a:cubicBezTo>
                    <a:pt x="2132" y="1525"/>
                    <a:pt x="1846" y="1239"/>
                    <a:pt x="1525" y="1239"/>
                  </a:cubicBezTo>
                  <a:lnTo>
                    <a:pt x="1239" y="1239"/>
                  </a:lnTo>
                  <a:lnTo>
                    <a:pt x="1239" y="703"/>
                  </a:lnTo>
                  <a:cubicBezTo>
                    <a:pt x="1239" y="489"/>
                    <a:pt x="1406" y="334"/>
                    <a:pt x="1608" y="334"/>
                  </a:cubicBezTo>
                  <a:lnTo>
                    <a:pt x="2335" y="334"/>
                  </a:lnTo>
                  <a:cubicBezTo>
                    <a:pt x="2430" y="334"/>
                    <a:pt x="2501" y="251"/>
                    <a:pt x="2501" y="167"/>
                  </a:cubicBezTo>
                  <a:cubicBezTo>
                    <a:pt x="2501" y="72"/>
                    <a:pt x="2430"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6" name="Google Shape;10696;p64"/>
            <p:cNvSpPr/>
            <p:nvPr/>
          </p:nvSpPr>
          <p:spPr>
            <a:xfrm>
              <a:off x="1411688" y="3629546"/>
              <a:ext cx="139118" cy="10662"/>
            </a:xfrm>
            <a:custGeom>
              <a:avLst/>
              <a:gdLst/>
              <a:ahLst/>
              <a:cxnLst/>
              <a:rect l="l" t="t" r="r" b="b"/>
              <a:pathLst>
                <a:path w="4371" h="335" extrusionOk="0">
                  <a:moveTo>
                    <a:pt x="168" y="1"/>
                  </a:moveTo>
                  <a:cubicBezTo>
                    <a:pt x="84" y="1"/>
                    <a:pt x="1" y="72"/>
                    <a:pt x="1" y="167"/>
                  </a:cubicBezTo>
                  <a:cubicBezTo>
                    <a:pt x="1" y="251"/>
                    <a:pt x="84" y="334"/>
                    <a:pt x="168" y="334"/>
                  </a:cubicBezTo>
                  <a:lnTo>
                    <a:pt x="4204" y="334"/>
                  </a:lnTo>
                  <a:cubicBezTo>
                    <a:pt x="4287" y="334"/>
                    <a:pt x="4371" y="251"/>
                    <a:pt x="4371" y="167"/>
                  </a:cubicBezTo>
                  <a:cubicBezTo>
                    <a:pt x="4371" y="72"/>
                    <a:pt x="4287" y="1"/>
                    <a:pt x="4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64"/>
            <p:cNvSpPr/>
            <p:nvPr/>
          </p:nvSpPr>
          <p:spPr>
            <a:xfrm>
              <a:off x="1412070" y="3652303"/>
              <a:ext cx="139118" cy="10630"/>
            </a:xfrm>
            <a:custGeom>
              <a:avLst/>
              <a:gdLst/>
              <a:ahLst/>
              <a:cxnLst/>
              <a:rect l="l" t="t" r="r" b="b"/>
              <a:pathLst>
                <a:path w="4371" h="334" extrusionOk="0">
                  <a:moveTo>
                    <a:pt x="168" y="0"/>
                  </a:moveTo>
                  <a:cubicBezTo>
                    <a:pt x="84" y="0"/>
                    <a:pt x="1" y="72"/>
                    <a:pt x="1" y="167"/>
                  </a:cubicBezTo>
                  <a:cubicBezTo>
                    <a:pt x="1" y="250"/>
                    <a:pt x="72" y="333"/>
                    <a:pt x="168" y="333"/>
                  </a:cubicBezTo>
                  <a:lnTo>
                    <a:pt x="4204" y="333"/>
                  </a:lnTo>
                  <a:cubicBezTo>
                    <a:pt x="4299" y="333"/>
                    <a:pt x="4370" y="250"/>
                    <a:pt x="4370" y="167"/>
                  </a:cubicBezTo>
                  <a:cubicBezTo>
                    <a:pt x="4370" y="72"/>
                    <a:pt x="4299"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64"/>
            <p:cNvSpPr/>
            <p:nvPr/>
          </p:nvSpPr>
          <p:spPr>
            <a:xfrm>
              <a:off x="1432153" y="3417352"/>
              <a:ext cx="83802" cy="191379"/>
            </a:xfrm>
            <a:custGeom>
              <a:avLst/>
              <a:gdLst/>
              <a:ahLst/>
              <a:cxnLst/>
              <a:rect l="l" t="t" r="r" b="b"/>
              <a:pathLst>
                <a:path w="2633" h="6013" extrusionOk="0">
                  <a:moveTo>
                    <a:pt x="1763" y="357"/>
                  </a:moveTo>
                  <a:cubicBezTo>
                    <a:pt x="1882" y="357"/>
                    <a:pt x="2037" y="405"/>
                    <a:pt x="2251" y="488"/>
                  </a:cubicBezTo>
                  <a:lnTo>
                    <a:pt x="2263" y="512"/>
                  </a:lnTo>
                  <a:lnTo>
                    <a:pt x="2096" y="1488"/>
                  </a:lnTo>
                  <a:cubicBezTo>
                    <a:pt x="2096" y="1500"/>
                    <a:pt x="2084" y="1500"/>
                    <a:pt x="2084" y="1500"/>
                  </a:cubicBezTo>
                  <a:lnTo>
                    <a:pt x="1596" y="1441"/>
                  </a:lnTo>
                  <a:lnTo>
                    <a:pt x="1561" y="1441"/>
                  </a:lnTo>
                  <a:cubicBezTo>
                    <a:pt x="965" y="1477"/>
                    <a:pt x="751" y="2143"/>
                    <a:pt x="751" y="2691"/>
                  </a:cubicBezTo>
                  <a:lnTo>
                    <a:pt x="751" y="3382"/>
                  </a:lnTo>
                  <a:cubicBezTo>
                    <a:pt x="751" y="3501"/>
                    <a:pt x="763" y="3822"/>
                    <a:pt x="894" y="4120"/>
                  </a:cubicBezTo>
                  <a:cubicBezTo>
                    <a:pt x="1025" y="4441"/>
                    <a:pt x="1263" y="4608"/>
                    <a:pt x="1561" y="4632"/>
                  </a:cubicBezTo>
                  <a:lnTo>
                    <a:pt x="1596" y="4632"/>
                  </a:lnTo>
                  <a:lnTo>
                    <a:pt x="2084" y="4572"/>
                  </a:lnTo>
                  <a:cubicBezTo>
                    <a:pt x="2096" y="4572"/>
                    <a:pt x="2096" y="4572"/>
                    <a:pt x="2096" y="4584"/>
                  </a:cubicBezTo>
                  <a:lnTo>
                    <a:pt x="2263" y="5572"/>
                  </a:lnTo>
                  <a:cubicBezTo>
                    <a:pt x="2263" y="5572"/>
                    <a:pt x="2263" y="5584"/>
                    <a:pt x="2251" y="5584"/>
                  </a:cubicBezTo>
                  <a:cubicBezTo>
                    <a:pt x="2037" y="5668"/>
                    <a:pt x="1882" y="5715"/>
                    <a:pt x="1763" y="5715"/>
                  </a:cubicBezTo>
                  <a:cubicBezTo>
                    <a:pt x="1608" y="5715"/>
                    <a:pt x="1251" y="5632"/>
                    <a:pt x="941" y="5298"/>
                  </a:cubicBezTo>
                  <a:cubicBezTo>
                    <a:pt x="537" y="4882"/>
                    <a:pt x="334" y="4227"/>
                    <a:pt x="334" y="3393"/>
                  </a:cubicBezTo>
                  <a:lnTo>
                    <a:pt x="334" y="2679"/>
                  </a:lnTo>
                  <a:cubicBezTo>
                    <a:pt x="334" y="1846"/>
                    <a:pt x="537" y="1191"/>
                    <a:pt x="941" y="774"/>
                  </a:cubicBezTo>
                  <a:cubicBezTo>
                    <a:pt x="1263" y="453"/>
                    <a:pt x="1620" y="357"/>
                    <a:pt x="1763" y="357"/>
                  </a:cubicBezTo>
                  <a:close/>
                  <a:moveTo>
                    <a:pt x="1775" y="0"/>
                  </a:moveTo>
                  <a:cubicBezTo>
                    <a:pt x="1525" y="0"/>
                    <a:pt x="1084" y="131"/>
                    <a:pt x="715" y="500"/>
                  </a:cubicBezTo>
                  <a:cubicBezTo>
                    <a:pt x="239" y="988"/>
                    <a:pt x="1" y="1715"/>
                    <a:pt x="1" y="2643"/>
                  </a:cubicBezTo>
                  <a:lnTo>
                    <a:pt x="1" y="3358"/>
                  </a:lnTo>
                  <a:cubicBezTo>
                    <a:pt x="1" y="4298"/>
                    <a:pt x="239" y="5013"/>
                    <a:pt x="715" y="5501"/>
                  </a:cubicBezTo>
                  <a:cubicBezTo>
                    <a:pt x="1084" y="5882"/>
                    <a:pt x="1525" y="6013"/>
                    <a:pt x="1775" y="6013"/>
                  </a:cubicBezTo>
                  <a:cubicBezTo>
                    <a:pt x="1965" y="6013"/>
                    <a:pt x="2215" y="5918"/>
                    <a:pt x="2394" y="5858"/>
                  </a:cubicBezTo>
                  <a:cubicBezTo>
                    <a:pt x="2549" y="5799"/>
                    <a:pt x="2632" y="5644"/>
                    <a:pt x="2608" y="5477"/>
                  </a:cubicBezTo>
                  <a:lnTo>
                    <a:pt x="2442" y="4489"/>
                  </a:lnTo>
                  <a:cubicBezTo>
                    <a:pt x="2419" y="4307"/>
                    <a:pt x="2255" y="4190"/>
                    <a:pt x="2075" y="4190"/>
                  </a:cubicBezTo>
                  <a:cubicBezTo>
                    <a:pt x="2066" y="4190"/>
                    <a:pt x="2058" y="4191"/>
                    <a:pt x="2049" y="4191"/>
                  </a:cubicBezTo>
                  <a:lnTo>
                    <a:pt x="1573" y="4251"/>
                  </a:lnTo>
                  <a:cubicBezTo>
                    <a:pt x="1108" y="4215"/>
                    <a:pt x="1108" y="3382"/>
                    <a:pt x="1108" y="3334"/>
                  </a:cubicBezTo>
                  <a:lnTo>
                    <a:pt x="1108" y="2643"/>
                  </a:lnTo>
                  <a:cubicBezTo>
                    <a:pt x="1108" y="2643"/>
                    <a:pt x="1108" y="2644"/>
                    <a:pt x="1108" y="2644"/>
                  </a:cubicBezTo>
                  <a:cubicBezTo>
                    <a:pt x="1084" y="2644"/>
                    <a:pt x="1088" y="1798"/>
                    <a:pt x="1561" y="1762"/>
                  </a:cubicBezTo>
                  <a:lnTo>
                    <a:pt x="2037" y="1822"/>
                  </a:lnTo>
                  <a:cubicBezTo>
                    <a:pt x="2053" y="1824"/>
                    <a:pt x="2068" y="1825"/>
                    <a:pt x="2084" y="1825"/>
                  </a:cubicBezTo>
                  <a:cubicBezTo>
                    <a:pt x="2263" y="1825"/>
                    <a:pt x="2397" y="1700"/>
                    <a:pt x="2430" y="1524"/>
                  </a:cubicBezTo>
                  <a:lnTo>
                    <a:pt x="2596" y="536"/>
                  </a:lnTo>
                  <a:cubicBezTo>
                    <a:pt x="2620" y="369"/>
                    <a:pt x="2537" y="203"/>
                    <a:pt x="2382" y="143"/>
                  </a:cubicBezTo>
                  <a:cubicBezTo>
                    <a:pt x="2215" y="72"/>
                    <a:pt x="196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9" name="Google Shape;10699;p64"/>
          <p:cNvGrpSpPr/>
          <p:nvPr/>
        </p:nvGrpSpPr>
        <p:grpSpPr>
          <a:xfrm>
            <a:off x="1748582" y="3198385"/>
            <a:ext cx="359269" cy="335780"/>
            <a:chOff x="1748582" y="3372635"/>
            <a:chExt cx="359269" cy="335780"/>
          </a:xfrm>
        </p:grpSpPr>
        <p:sp>
          <p:nvSpPr>
            <p:cNvPr id="10700" name="Google Shape;10700;p64"/>
            <p:cNvSpPr/>
            <p:nvPr/>
          </p:nvSpPr>
          <p:spPr>
            <a:xfrm>
              <a:off x="2080161" y="3535210"/>
              <a:ext cx="27690" cy="10630"/>
            </a:xfrm>
            <a:custGeom>
              <a:avLst/>
              <a:gdLst/>
              <a:ahLst/>
              <a:cxnLst/>
              <a:rect l="l" t="t" r="r" b="b"/>
              <a:pathLst>
                <a:path w="870" h="334" extrusionOk="0">
                  <a:moveTo>
                    <a:pt x="167" y="0"/>
                  </a:moveTo>
                  <a:cubicBezTo>
                    <a:pt x="72" y="0"/>
                    <a:pt x="1" y="83"/>
                    <a:pt x="1" y="167"/>
                  </a:cubicBezTo>
                  <a:cubicBezTo>
                    <a:pt x="1" y="262"/>
                    <a:pt x="72" y="333"/>
                    <a:pt x="167" y="333"/>
                  </a:cubicBezTo>
                  <a:lnTo>
                    <a:pt x="703" y="333"/>
                  </a:lnTo>
                  <a:cubicBezTo>
                    <a:pt x="786" y="333"/>
                    <a:pt x="870" y="262"/>
                    <a:pt x="870" y="167"/>
                  </a:cubicBezTo>
                  <a:cubicBezTo>
                    <a:pt x="870" y="83"/>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01" name="Google Shape;10701;p64"/>
            <p:cNvGrpSpPr/>
            <p:nvPr/>
          </p:nvGrpSpPr>
          <p:grpSpPr>
            <a:xfrm>
              <a:off x="1748582" y="3372635"/>
              <a:ext cx="333520" cy="335780"/>
              <a:chOff x="1748582" y="3372635"/>
              <a:chExt cx="333520" cy="335780"/>
            </a:xfrm>
          </p:grpSpPr>
          <p:sp>
            <p:nvSpPr>
              <p:cNvPr id="10702" name="Google Shape;10702;p64"/>
              <p:cNvSpPr/>
              <p:nvPr/>
            </p:nvSpPr>
            <p:spPr>
              <a:xfrm>
                <a:off x="1748582" y="3372635"/>
                <a:ext cx="308504" cy="335780"/>
              </a:xfrm>
              <a:custGeom>
                <a:avLst/>
                <a:gdLst/>
                <a:ahLst/>
                <a:cxnLst/>
                <a:rect l="l" t="t" r="r" b="b"/>
                <a:pathLst>
                  <a:path w="9693" h="10550" extrusionOk="0">
                    <a:moveTo>
                      <a:pt x="8454" y="4215"/>
                    </a:moveTo>
                    <a:cubicBezTo>
                      <a:pt x="8978" y="4298"/>
                      <a:pt x="9359" y="4739"/>
                      <a:pt x="9359" y="5275"/>
                    </a:cubicBezTo>
                    <a:cubicBezTo>
                      <a:pt x="9359" y="5811"/>
                      <a:pt x="8978" y="6263"/>
                      <a:pt x="8454" y="6334"/>
                    </a:cubicBezTo>
                    <a:lnTo>
                      <a:pt x="8454" y="4215"/>
                    </a:lnTo>
                    <a:close/>
                    <a:moveTo>
                      <a:pt x="1251" y="4036"/>
                    </a:moveTo>
                    <a:lnTo>
                      <a:pt x="1251" y="6525"/>
                    </a:lnTo>
                    <a:lnTo>
                      <a:pt x="894" y="6525"/>
                    </a:lnTo>
                    <a:cubicBezTo>
                      <a:pt x="596" y="6525"/>
                      <a:pt x="358" y="6287"/>
                      <a:pt x="358" y="5989"/>
                    </a:cubicBezTo>
                    <a:lnTo>
                      <a:pt x="358" y="4572"/>
                    </a:lnTo>
                    <a:cubicBezTo>
                      <a:pt x="358" y="4275"/>
                      <a:pt x="596" y="4036"/>
                      <a:pt x="894" y="4036"/>
                    </a:cubicBezTo>
                    <a:close/>
                    <a:moveTo>
                      <a:pt x="2668" y="4025"/>
                    </a:moveTo>
                    <a:lnTo>
                      <a:pt x="2668" y="6525"/>
                    </a:lnTo>
                    <a:lnTo>
                      <a:pt x="1584" y="6525"/>
                    </a:lnTo>
                    <a:lnTo>
                      <a:pt x="1584" y="4025"/>
                    </a:lnTo>
                    <a:close/>
                    <a:moveTo>
                      <a:pt x="2846" y="7727"/>
                    </a:moveTo>
                    <a:lnTo>
                      <a:pt x="2846" y="8466"/>
                    </a:lnTo>
                    <a:lnTo>
                      <a:pt x="2537" y="8466"/>
                    </a:lnTo>
                    <a:lnTo>
                      <a:pt x="2727" y="7727"/>
                    </a:lnTo>
                    <a:close/>
                    <a:moveTo>
                      <a:pt x="2608" y="6834"/>
                    </a:moveTo>
                    <a:lnTo>
                      <a:pt x="2001" y="9156"/>
                    </a:lnTo>
                    <a:lnTo>
                      <a:pt x="1584" y="9156"/>
                    </a:lnTo>
                    <a:lnTo>
                      <a:pt x="1584" y="6834"/>
                    </a:lnTo>
                    <a:close/>
                    <a:moveTo>
                      <a:pt x="8133" y="357"/>
                    </a:moveTo>
                    <a:lnTo>
                      <a:pt x="8133" y="10228"/>
                    </a:lnTo>
                    <a:lnTo>
                      <a:pt x="7394" y="10228"/>
                    </a:lnTo>
                    <a:lnTo>
                      <a:pt x="7394" y="3251"/>
                    </a:lnTo>
                    <a:cubicBezTo>
                      <a:pt x="7394" y="3167"/>
                      <a:pt x="7323" y="3084"/>
                      <a:pt x="7240" y="3084"/>
                    </a:cubicBezTo>
                    <a:cubicBezTo>
                      <a:pt x="7144" y="3084"/>
                      <a:pt x="7073" y="3167"/>
                      <a:pt x="7073" y="3251"/>
                    </a:cubicBezTo>
                    <a:lnTo>
                      <a:pt x="7073" y="9144"/>
                    </a:lnTo>
                    <a:cubicBezTo>
                      <a:pt x="6859" y="8859"/>
                      <a:pt x="6549" y="8466"/>
                      <a:pt x="6132" y="8073"/>
                    </a:cubicBezTo>
                    <a:cubicBezTo>
                      <a:pt x="5668" y="7632"/>
                      <a:pt x="5192" y="7275"/>
                      <a:pt x="4704" y="7013"/>
                    </a:cubicBezTo>
                    <a:cubicBezTo>
                      <a:pt x="4132" y="6715"/>
                      <a:pt x="3561" y="6561"/>
                      <a:pt x="2989" y="6537"/>
                    </a:cubicBezTo>
                    <a:lnTo>
                      <a:pt x="2989" y="4036"/>
                    </a:lnTo>
                    <a:cubicBezTo>
                      <a:pt x="3572" y="4013"/>
                      <a:pt x="4132" y="3846"/>
                      <a:pt x="4704" y="3560"/>
                    </a:cubicBezTo>
                    <a:cubicBezTo>
                      <a:pt x="5192" y="3310"/>
                      <a:pt x="5668" y="2953"/>
                      <a:pt x="6132" y="2501"/>
                    </a:cubicBezTo>
                    <a:cubicBezTo>
                      <a:pt x="6537" y="2108"/>
                      <a:pt x="6847" y="1715"/>
                      <a:pt x="7073" y="1429"/>
                    </a:cubicBezTo>
                    <a:lnTo>
                      <a:pt x="7073" y="2489"/>
                    </a:lnTo>
                    <a:cubicBezTo>
                      <a:pt x="7073" y="2584"/>
                      <a:pt x="7144" y="2655"/>
                      <a:pt x="7240" y="2655"/>
                    </a:cubicBezTo>
                    <a:cubicBezTo>
                      <a:pt x="7323" y="2655"/>
                      <a:pt x="7394" y="2584"/>
                      <a:pt x="7394" y="2489"/>
                    </a:cubicBezTo>
                    <a:lnTo>
                      <a:pt x="7394" y="357"/>
                    </a:lnTo>
                    <a:close/>
                    <a:moveTo>
                      <a:pt x="7228" y="0"/>
                    </a:moveTo>
                    <a:cubicBezTo>
                      <a:pt x="7144" y="0"/>
                      <a:pt x="7073" y="84"/>
                      <a:pt x="7073" y="167"/>
                    </a:cubicBezTo>
                    <a:lnTo>
                      <a:pt x="7073" y="822"/>
                    </a:lnTo>
                    <a:cubicBezTo>
                      <a:pt x="6966" y="988"/>
                      <a:pt x="6549" y="1631"/>
                      <a:pt x="5906" y="2251"/>
                    </a:cubicBezTo>
                    <a:cubicBezTo>
                      <a:pt x="5227" y="2905"/>
                      <a:pt x="4132" y="3703"/>
                      <a:pt x="2822" y="3703"/>
                    </a:cubicBezTo>
                    <a:lnTo>
                      <a:pt x="882" y="3703"/>
                    </a:lnTo>
                    <a:cubicBezTo>
                      <a:pt x="405" y="3703"/>
                      <a:pt x="1" y="4084"/>
                      <a:pt x="1" y="4572"/>
                    </a:cubicBezTo>
                    <a:lnTo>
                      <a:pt x="1" y="5989"/>
                    </a:lnTo>
                    <a:cubicBezTo>
                      <a:pt x="1" y="6465"/>
                      <a:pt x="382" y="6870"/>
                      <a:pt x="882" y="6870"/>
                    </a:cubicBezTo>
                    <a:lnTo>
                      <a:pt x="1239" y="6870"/>
                    </a:lnTo>
                    <a:lnTo>
                      <a:pt x="1239" y="9359"/>
                    </a:lnTo>
                    <a:cubicBezTo>
                      <a:pt x="1239" y="9442"/>
                      <a:pt x="1310" y="9513"/>
                      <a:pt x="1394" y="9513"/>
                    </a:cubicBezTo>
                    <a:lnTo>
                      <a:pt x="2096" y="9513"/>
                    </a:lnTo>
                    <a:cubicBezTo>
                      <a:pt x="2168" y="9513"/>
                      <a:pt x="2227" y="9478"/>
                      <a:pt x="2263" y="9394"/>
                    </a:cubicBezTo>
                    <a:lnTo>
                      <a:pt x="2406" y="8823"/>
                    </a:lnTo>
                    <a:lnTo>
                      <a:pt x="2977" y="8823"/>
                    </a:lnTo>
                    <a:cubicBezTo>
                      <a:pt x="3061" y="8823"/>
                      <a:pt x="3144" y="8739"/>
                      <a:pt x="3144" y="8656"/>
                    </a:cubicBezTo>
                    <a:lnTo>
                      <a:pt x="3144" y="7573"/>
                    </a:lnTo>
                    <a:cubicBezTo>
                      <a:pt x="3144" y="7477"/>
                      <a:pt x="3061" y="7406"/>
                      <a:pt x="2977" y="7406"/>
                    </a:cubicBezTo>
                    <a:lnTo>
                      <a:pt x="2787" y="7406"/>
                    </a:lnTo>
                    <a:lnTo>
                      <a:pt x="2930" y="6858"/>
                    </a:lnTo>
                    <a:cubicBezTo>
                      <a:pt x="4180" y="6894"/>
                      <a:pt x="5227" y="7656"/>
                      <a:pt x="5882" y="8299"/>
                    </a:cubicBezTo>
                    <a:cubicBezTo>
                      <a:pt x="6537" y="8942"/>
                      <a:pt x="6954" y="9573"/>
                      <a:pt x="7037" y="9728"/>
                    </a:cubicBezTo>
                    <a:lnTo>
                      <a:pt x="7037" y="10383"/>
                    </a:lnTo>
                    <a:cubicBezTo>
                      <a:pt x="7037" y="10466"/>
                      <a:pt x="7109" y="10549"/>
                      <a:pt x="7204" y="10549"/>
                    </a:cubicBezTo>
                    <a:lnTo>
                      <a:pt x="8264" y="10549"/>
                    </a:lnTo>
                    <a:cubicBezTo>
                      <a:pt x="8347" y="10549"/>
                      <a:pt x="8430" y="10466"/>
                      <a:pt x="8430" y="10383"/>
                    </a:cubicBezTo>
                    <a:lnTo>
                      <a:pt x="8430" y="6656"/>
                    </a:lnTo>
                    <a:cubicBezTo>
                      <a:pt x="9121" y="6573"/>
                      <a:pt x="9657" y="5989"/>
                      <a:pt x="9657" y="5275"/>
                    </a:cubicBezTo>
                    <a:cubicBezTo>
                      <a:pt x="9692" y="4560"/>
                      <a:pt x="9168" y="3965"/>
                      <a:pt x="8454" y="3894"/>
                    </a:cubicBezTo>
                    <a:lnTo>
                      <a:pt x="8454" y="167"/>
                    </a:lnTo>
                    <a:cubicBezTo>
                      <a:pt x="8454" y="84"/>
                      <a:pt x="8383" y="0"/>
                      <a:pt x="8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64"/>
              <p:cNvSpPr/>
              <p:nvPr/>
            </p:nvSpPr>
            <p:spPr>
              <a:xfrm>
                <a:off x="2057054" y="3472000"/>
                <a:ext cx="25048" cy="22311"/>
              </a:xfrm>
              <a:custGeom>
                <a:avLst/>
                <a:gdLst/>
                <a:ahLst/>
                <a:cxnLst/>
                <a:rect l="l" t="t" r="r" b="b"/>
                <a:pathLst>
                  <a:path w="787" h="701" extrusionOk="0">
                    <a:moveTo>
                      <a:pt x="600" y="1"/>
                    </a:moveTo>
                    <a:cubicBezTo>
                      <a:pt x="557" y="1"/>
                      <a:pt x="512" y="16"/>
                      <a:pt x="477" y="45"/>
                    </a:cubicBezTo>
                    <a:lnTo>
                      <a:pt x="107" y="414"/>
                    </a:lnTo>
                    <a:cubicBezTo>
                      <a:pt x="0" y="522"/>
                      <a:pt x="72" y="700"/>
                      <a:pt x="227" y="700"/>
                    </a:cubicBezTo>
                    <a:cubicBezTo>
                      <a:pt x="262" y="700"/>
                      <a:pt x="310" y="676"/>
                      <a:pt x="346" y="653"/>
                    </a:cubicBezTo>
                    <a:lnTo>
                      <a:pt x="715" y="283"/>
                    </a:lnTo>
                    <a:cubicBezTo>
                      <a:pt x="786" y="200"/>
                      <a:pt x="786" y="105"/>
                      <a:pt x="715" y="45"/>
                    </a:cubicBezTo>
                    <a:cubicBezTo>
                      <a:pt x="685" y="16"/>
                      <a:pt x="643" y="1"/>
                      <a:pt x="6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64"/>
              <p:cNvSpPr/>
              <p:nvPr/>
            </p:nvSpPr>
            <p:spPr>
              <a:xfrm>
                <a:off x="2058550" y="3586834"/>
                <a:ext cx="23552" cy="22629"/>
              </a:xfrm>
              <a:custGeom>
                <a:avLst/>
                <a:gdLst/>
                <a:ahLst/>
                <a:cxnLst/>
                <a:rect l="l" t="t" r="r" b="b"/>
                <a:pathLst>
                  <a:path w="740" h="711" extrusionOk="0">
                    <a:moveTo>
                      <a:pt x="184" y="0"/>
                    </a:moveTo>
                    <a:cubicBezTo>
                      <a:pt x="141" y="0"/>
                      <a:pt x="96" y="15"/>
                      <a:pt x="60" y="45"/>
                    </a:cubicBezTo>
                    <a:cubicBezTo>
                      <a:pt x="1" y="104"/>
                      <a:pt x="1" y="212"/>
                      <a:pt x="60" y="283"/>
                    </a:cubicBezTo>
                    <a:lnTo>
                      <a:pt x="430" y="664"/>
                    </a:lnTo>
                    <a:cubicBezTo>
                      <a:pt x="461" y="696"/>
                      <a:pt x="500" y="711"/>
                      <a:pt x="538" y="711"/>
                    </a:cubicBezTo>
                    <a:cubicBezTo>
                      <a:pt x="586" y="711"/>
                      <a:pt x="634" y="687"/>
                      <a:pt x="668" y="640"/>
                    </a:cubicBezTo>
                    <a:cubicBezTo>
                      <a:pt x="739" y="581"/>
                      <a:pt x="727" y="485"/>
                      <a:pt x="668" y="426"/>
                    </a:cubicBez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705" name="Google Shape;10705;p64"/>
          <p:cNvGrpSpPr/>
          <p:nvPr/>
        </p:nvGrpSpPr>
        <p:grpSpPr>
          <a:xfrm>
            <a:off x="2640993" y="3183585"/>
            <a:ext cx="365348" cy="364966"/>
            <a:chOff x="2640993" y="3357835"/>
            <a:chExt cx="365348" cy="364966"/>
          </a:xfrm>
        </p:grpSpPr>
        <p:sp>
          <p:nvSpPr>
            <p:cNvPr id="10706" name="Google Shape;10706;p64"/>
            <p:cNvSpPr/>
            <p:nvPr/>
          </p:nvSpPr>
          <p:spPr>
            <a:xfrm>
              <a:off x="2640993" y="3455227"/>
              <a:ext cx="365348" cy="267574"/>
            </a:xfrm>
            <a:custGeom>
              <a:avLst/>
              <a:gdLst/>
              <a:ahLst/>
              <a:cxnLst/>
              <a:rect l="l" t="t" r="r" b="b"/>
              <a:pathLst>
                <a:path w="11479" h="8407" extrusionOk="0">
                  <a:moveTo>
                    <a:pt x="5168" y="2311"/>
                  </a:moveTo>
                  <a:lnTo>
                    <a:pt x="5335" y="4859"/>
                  </a:lnTo>
                  <a:lnTo>
                    <a:pt x="4620" y="4859"/>
                  </a:lnTo>
                  <a:lnTo>
                    <a:pt x="4763" y="2311"/>
                  </a:lnTo>
                  <a:close/>
                  <a:moveTo>
                    <a:pt x="6966" y="2311"/>
                  </a:moveTo>
                  <a:lnTo>
                    <a:pt x="7133" y="4859"/>
                  </a:lnTo>
                  <a:lnTo>
                    <a:pt x="6418" y="4859"/>
                  </a:lnTo>
                  <a:lnTo>
                    <a:pt x="6561" y="2311"/>
                  </a:lnTo>
                  <a:close/>
                  <a:moveTo>
                    <a:pt x="8764" y="2311"/>
                  </a:moveTo>
                  <a:lnTo>
                    <a:pt x="8931" y="4859"/>
                  </a:lnTo>
                  <a:lnTo>
                    <a:pt x="8216" y="4859"/>
                  </a:lnTo>
                  <a:lnTo>
                    <a:pt x="8371" y="2311"/>
                  </a:lnTo>
                  <a:close/>
                  <a:moveTo>
                    <a:pt x="2156" y="5894"/>
                  </a:moveTo>
                  <a:lnTo>
                    <a:pt x="2144" y="6287"/>
                  </a:lnTo>
                  <a:lnTo>
                    <a:pt x="1549" y="6287"/>
                  </a:lnTo>
                  <a:cubicBezTo>
                    <a:pt x="1453" y="6287"/>
                    <a:pt x="1382" y="6359"/>
                    <a:pt x="1382" y="6442"/>
                  </a:cubicBezTo>
                  <a:cubicBezTo>
                    <a:pt x="1382" y="6537"/>
                    <a:pt x="1453" y="6609"/>
                    <a:pt x="1549" y="6609"/>
                  </a:cubicBezTo>
                  <a:lnTo>
                    <a:pt x="2132" y="6609"/>
                  </a:lnTo>
                  <a:lnTo>
                    <a:pt x="2096" y="8073"/>
                  </a:lnTo>
                  <a:lnTo>
                    <a:pt x="822" y="8073"/>
                  </a:lnTo>
                  <a:lnTo>
                    <a:pt x="822" y="6609"/>
                  </a:lnTo>
                  <a:lnTo>
                    <a:pt x="834" y="6609"/>
                  </a:lnTo>
                  <a:cubicBezTo>
                    <a:pt x="918" y="6609"/>
                    <a:pt x="1001" y="6537"/>
                    <a:pt x="1001" y="6442"/>
                  </a:cubicBezTo>
                  <a:cubicBezTo>
                    <a:pt x="1001" y="6359"/>
                    <a:pt x="918" y="6287"/>
                    <a:pt x="834" y="6287"/>
                  </a:cubicBezTo>
                  <a:cubicBezTo>
                    <a:pt x="727" y="6287"/>
                    <a:pt x="644" y="6192"/>
                    <a:pt x="644" y="6085"/>
                  </a:cubicBezTo>
                  <a:cubicBezTo>
                    <a:pt x="644" y="5990"/>
                    <a:pt x="727" y="5894"/>
                    <a:pt x="834" y="5894"/>
                  </a:cubicBezTo>
                  <a:close/>
                  <a:moveTo>
                    <a:pt x="3382" y="334"/>
                  </a:moveTo>
                  <a:lnTo>
                    <a:pt x="3489" y="4859"/>
                  </a:lnTo>
                  <a:lnTo>
                    <a:pt x="3192" y="4859"/>
                  </a:lnTo>
                  <a:cubicBezTo>
                    <a:pt x="2894" y="4859"/>
                    <a:pt x="2668" y="5097"/>
                    <a:pt x="2668" y="5371"/>
                  </a:cubicBezTo>
                  <a:cubicBezTo>
                    <a:pt x="2668" y="5537"/>
                    <a:pt x="2739" y="5668"/>
                    <a:pt x="2846" y="5775"/>
                  </a:cubicBezTo>
                  <a:lnTo>
                    <a:pt x="2846" y="8085"/>
                  </a:lnTo>
                  <a:lnTo>
                    <a:pt x="2454" y="8085"/>
                  </a:lnTo>
                  <a:lnTo>
                    <a:pt x="2632" y="334"/>
                  </a:lnTo>
                  <a:close/>
                  <a:moveTo>
                    <a:pt x="10359" y="5180"/>
                  </a:moveTo>
                  <a:cubicBezTo>
                    <a:pt x="10466" y="5180"/>
                    <a:pt x="10550" y="5275"/>
                    <a:pt x="10550" y="5371"/>
                  </a:cubicBezTo>
                  <a:cubicBezTo>
                    <a:pt x="10550" y="5478"/>
                    <a:pt x="10466" y="5573"/>
                    <a:pt x="10359" y="5573"/>
                  </a:cubicBezTo>
                  <a:lnTo>
                    <a:pt x="10002" y="5573"/>
                  </a:lnTo>
                  <a:cubicBezTo>
                    <a:pt x="9919" y="5573"/>
                    <a:pt x="9835" y="5644"/>
                    <a:pt x="9835" y="5728"/>
                  </a:cubicBezTo>
                  <a:cubicBezTo>
                    <a:pt x="9835" y="5823"/>
                    <a:pt x="9919" y="5894"/>
                    <a:pt x="10002" y="5894"/>
                  </a:cubicBezTo>
                  <a:lnTo>
                    <a:pt x="10371" y="5894"/>
                  </a:lnTo>
                  <a:lnTo>
                    <a:pt x="10371" y="8085"/>
                  </a:lnTo>
                  <a:lnTo>
                    <a:pt x="3156" y="8085"/>
                  </a:lnTo>
                  <a:lnTo>
                    <a:pt x="3156" y="5894"/>
                  </a:lnTo>
                  <a:lnTo>
                    <a:pt x="9288" y="5894"/>
                  </a:lnTo>
                  <a:cubicBezTo>
                    <a:pt x="9383" y="5894"/>
                    <a:pt x="9454" y="5823"/>
                    <a:pt x="9454" y="5728"/>
                  </a:cubicBezTo>
                  <a:cubicBezTo>
                    <a:pt x="9454" y="5644"/>
                    <a:pt x="9383" y="5573"/>
                    <a:pt x="9288" y="5573"/>
                  </a:cubicBezTo>
                  <a:lnTo>
                    <a:pt x="3168" y="5573"/>
                  </a:lnTo>
                  <a:cubicBezTo>
                    <a:pt x="3073" y="5573"/>
                    <a:pt x="2977" y="5478"/>
                    <a:pt x="2977" y="5371"/>
                  </a:cubicBezTo>
                  <a:cubicBezTo>
                    <a:pt x="2977" y="5275"/>
                    <a:pt x="3073" y="5180"/>
                    <a:pt x="3168" y="5180"/>
                  </a:cubicBezTo>
                  <a:close/>
                  <a:moveTo>
                    <a:pt x="2489" y="1"/>
                  </a:moveTo>
                  <a:cubicBezTo>
                    <a:pt x="2394" y="1"/>
                    <a:pt x="2323" y="72"/>
                    <a:pt x="2323" y="168"/>
                  </a:cubicBezTo>
                  <a:lnTo>
                    <a:pt x="2203" y="5561"/>
                  </a:lnTo>
                  <a:lnTo>
                    <a:pt x="882" y="5561"/>
                  </a:lnTo>
                  <a:cubicBezTo>
                    <a:pt x="584" y="5561"/>
                    <a:pt x="358" y="5799"/>
                    <a:pt x="358" y="6085"/>
                  </a:cubicBezTo>
                  <a:cubicBezTo>
                    <a:pt x="358" y="6252"/>
                    <a:pt x="429" y="6383"/>
                    <a:pt x="537" y="6490"/>
                  </a:cubicBezTo>
                  <a:lnTo>
                    <a:pt x="537" y="8085"/>
                  </a:lnTo>
                  <a:lnTo>
                    <a:pt x="168" y="8085"/>
                  </a:lnTo>
                  <a:cubicBezTo>
                    <a:pt x="72" y="8085"/>
                    <a:pt x="1" y="8157"/>
                    <a:pt x="1" y="8252"/>
                  </a:cubicBezTo>
                  <a:cubicBezTo>
                    <a:pt x="1" y="8335"/>
                    <a:pt x="72" y="8407"/>
                    <a:pt x="168" y="8407"/>
                  </a:cubicBezTo>
                  <a:lnTo>
                    <a:pt x="11312" y="8407"/>
                  </a:lnTo>
                  <a:cubicBezTo>
                    <a:pt x="11395" y="8407"/>
                    <a:pt x="11478" y="8335"/>
                    <a:pt x="11478" y="8252"/>
                  </a:cubicBezTo>
                  <a:cubicBezTo>
                    <a:pt x="11431" y="8157"/>
                    <a:pt x="11359" y="8085"/>
                    <a:pt x="11264" y="8085"/>
                  </a:cubicBezTo>
                  <a:lnTo>
                    <a:pt x="10716" y="8085"/>
                  </a:lnTo>
                  <a:lnTo>
                    <a:pt x="10716" y="5775"/>
                  </a:lnTo>
                  <a:cubicBezTo>
                    <a:pt x="10824" y="5668"/>
                    <a:pt x="10895" y="5537"/>
                    <a:pt x="10895" y="5371"/>
                  </a:cubicBezTo>
                  <a:cubicBezTo>
                    <a:pt x="10895" y="5073"/>
                    <a:pt x="10657" y="4859"/>
                    <a:pt x="10371" y="4859"/>
                  </a:cubicBezTo>
                  <a:lnTo>
                    <a:pt x="9276" y="4859"/>
                  </a:lnTo>
                  <a:lnTo>
                    <a:pt x="9109" y="2132"/>
                  </a:lnTo>
                  <a:cubicBezTo>
                    <a:pt x="9109" y="2037"/>
                    <a:pt x="9038" y="1965"/>
                    <a:pt x="8942" y="1965"/>
                  </a:cubicBezTo>
                  <a:lnTo>
                    <a:pt x="8228" y="1965"/>
                  </a:lnTo>
                  <a:cubicBezTo>
                    <a:pt x="8145" y="1965"/>
                    <a:pt x="8073" y="2037"/>
                    <a:pt x="8073" y="2132"/>
                  </a:cubicBezTo>
                  <a:lnTo>
                    <a:pt x="7907" y="4859"/>
                  </a:lnTo>
                  <a:lnTo>
                    <a:pt x="7502" y="4859"/>
                  </a:lnTo>
                  <a:lnTo>
                    <a:pt x="7335" y="2132"/>
                  </a:lnTo>
                  <a:cubicBezTo>
                    <a:pt x="7335" y="2037"/>
                    <a:pt x="7264" y="1965"/>
                    <a:pt x="7168" y="1965"/>
                  </a:cubicBezTo>
                  <a:lnTo>
                    <a:pt x="6466" y="1965"/>
                  </a:lnTo>
                  <a:cubicBezTo>
                    <a:pt x="6371" y="1965"/>
                    <a:pt x="6299" y="2037"/>
                    <a:pt x="6299" y="2132"/>
                  </a:cubicBezTo>
                  <a:lnTo>
                    <a:pt x="6133" y="4859"/>
                  </a:lnTo>
                  <a:lnTo>
                    <a:pt x="5728" y="4859"/>
                  </a:lnTo>
                  <a:lnTo>
                    <a:pt x="5561" y="2132"/>
                  </a:lnTo>
                  <a:cubicBezTo>
                    <a:pt x="5561" y="2037"/>
                    <a:pt x="5490" y="1965"/>
                    <a:pt x="5406" y="1965"/>
                  </a:cubicBezTo>
                  <a:lnTo>
                    <a:pt x="4620" y="1965"/>
                  </a:lnTo>
                  <a:cubicBezTo>
                    <a:pt x="4525" y="1965"/>
                    <a:pt x="4454" y="2037"/>
                    <a:pt x="4454" y="2132"/>
                  </a:cubicBezTo>
                  <a:lnTo>
                    <a:pt x="4287" y="4859"/>
                  </a:lnTo>
                  <a:lnTo>
                    <a:pt x="3823" y="4859"/>
                  </a:lnTo>
                  <a:lnTo>
                    <a:pt x="3716" y="168"/>
                  </a:lnTo>
                  <a:cubicBezTo>
                    <a:pt x="3716" y="72"/>
                    <a:pt x="3644" y="1"/>
                    <a:pt x="3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64"/>
            <p:cNvSpPr/>
            <p:nvPr/>
          </p:nvSpPr>
          <p:spPr>
            <a:xfrm>
              <a:off x="2724763" y="3357835"/>
              <a:ext cx="280050" cy="136476"/>
            </a:xfrm>
            <a:custGeom>
              <a:avLst/>
              <a:gdLst/>
              <a:ahLst/>
              <a:cxnLst/>
              <a:rect l="l" t="t" r="r" b="b"/>
              <a:pathLst>
                <a:path w="8799" h="4288" extrusionOk="0">
                  <a:moveTo>
                    <a:pt x="6656" y="1"/>
                  </a:moveTo>
                  <a:cubicBezTo>
                    <a:pt x="6156" y="1"/>
                    <a:pt x="5656" y="180"/>
                    <a:pt x="5286" y="501"/>
                  </a:cubicBezTo>
                  <a:cubicBezTo>
                    <a:pt x="5001" y="299"/>
                    <a:pt x="4679" y="168"/>
                    <a:pt x="4322" y="168"/>
                  </a:cubicBezTo>
                  <a:cubicBezTo>
                    <a:pt x="3905" y="168"/>
                    <a:pt x="3501" y="334"/>
                    <a:pt x="3191" y="632"/>
                  </a:cubicBezTo>
                  <a:cubicBezTo>
                    <a:pt x="3036" y="561"/>
                    <a:pt x="2858" y="525"/>
                    <a:pt x="2691" y="525"/>
                  </a:cubicBezTo>
                  <a:cubicBezTo>
                    <a:pt x="2191" y="525"/>
                    <a:pt x="1750" y="822"/>
                    <a:pt x="1548" y="1275"/>
                  </a:cubicBezTo>
                  <a:cubicBezTo>
                    <a:pt x="1476" y="1263"/>
                    <a:pt x="1417" y="1239"/>
                    <a:pt x="1346" y="1239"/>
                  </a:cubicBezTo>
                  <a:cubicBezTo>
                    <a:pt x="1000" y="1239"/>
                    <a:pt x="703" y="1465"/>
                    <a:pt x="584" y="1775"/>
                  </a:cubicBezTo>
                  <a:lnTo>
                    <a:pt x="524" y="1775"/>
                  </a:lnTo>
                  <a:cubicBezTo>
                    <a:pt x="226" y="1775"/>
                    <a:pt x="0" y="2013"/>
                    <a:pt x="0" y="2299"/>
                  </a:cubicBezTo>
                  <a:cubicBezTo>
                    <a:pt x="0" y="2394"/>
                    <a:pt x="72" y="2466"/>
                    <a:pt x="167" y="2466"/>
                  </a:cubicBezTo>
                  <a:cubicBezTo>
                    <a:pt x="262" y="2466"/>
                    <a:pt x="333" y="2394"/>
                    <a:pt x="333" y="2299"/>
                  </a:cubicBezTo>
                  <a:cubicBezTo>
                    <a:pt x="333" y="2192"/>
                    <a:pt x="417" y="2108"/>
                    <a:pt x="524" y="2108"/>
                  </a:cubicBezTo>
                  <a:cubicBezTo>
                    <a:pt x="560" y="2108"/>
                    <a:pt x="584" y="2120"/>
                    <a:pt x="631" y="2144"/>
                  </a:cubicBezTo>
                  <a:cubicBezTo>
                    <a:pt x="649" y="2156"/>
                    <a:pt x="679" y="2162"/>
                    <a:pt x="710" y="2162"/>
                  </a:cubicBezTo>
                  <a:cubicBezTo>
                    <a:pt x="741" y="2162"/>
                    <a:pt x="774" y="2156"/>
                    <a:pt x="798" y="2144"/>
                  </a:cubicBezTo>
                  <a:cubicBezTo>
                    <a:pt x="834" y="2108"/>
                    <a:pt x="881" y="2061"/>
                    <a:pt x="881" y="2001"/>
                  </a:cubicBezTo>
                  <a:cubicBezTo>
                    <a:pt x="893" y="1763"/>
                    <a:pt x="1095" y="1573"/>
                    <a:pt x="1346" y="1573"/>
                  </a:cubicBezTo>
                  <a:cubicBezTo>
                    <a:pt x="1417" y="1573"/>
                    <a:pt x="1488" y="1584"/>
                    <a:pt x="1572" y="1632"/>
                  </a:cubicBezTo>
                  <a:cubicBezTo>
                    <a:pt x="1591" y="1652"/>
                    <a:pt x="1618" y="1661"/>
                    <a:pt x="1646" y="1661"/>
                  </a:cubicBezTo>
                  <a:cubicBezTo>
                    <a:pt x="1669" y="1661"/>
                    <a:pt x="1693" y="1655"/>
                    <a:pt x="1715" y="1644"/>
                  </a:cubicBezTo>
                  <a:cubicBezTo>
                    <a:pt x="1762" y="1632"/>
                    <a:pt x="1810" y="1584"/>
                    <a:pt x="1822" y="1525"/>
                  </a:cubicBezTo>
                  <a:cubicBezTo>
                    <a:pt x="1929" y="1132"/>
                    <a:pt x="2286" y="858"/>
                    <a:pt x="2703" y="858"/>
                  </a:cubicBezTo>
                  <a:cubicBezTo>
                    <a:pt x="2846" y="858"/>
                    <a:pt x="3012" y="906"/>
                    <a:pt x="3143" y="977"/>
                  </a:cubicBezTo>
                  <a:cubicBezTo>
                    <a:pt x="3173" y="997"/>
                    <a:pt x="3207" y="1007"/>
                    <a:pt x="3240" y="1007"/>
                  </a:cubicBezTo>
                  <a:cubicBezTo>
                    <a:pt x="3286" y="1007"/>
                    <a:pt x="3330" y="988"/>
                    <a:pt x="3358" y="953"/>
                  </a:cubicBezTo>
                  <a:cubicBezTo>
                    <a:pt x="3596" y="668"/>
                    <a:pt x="3953" y="501"/>
                    <a:pt x="4322" y="501"/>
                  </a:cubicBezTo>
                  <a:cubicBezTo>
                    <a:pt x="4632" y="501"/>
                    <a:pt x="4941" y="620"/>
                    <a:pt x="5167" y="834"/>
                  </a:cubicBezTo>
                  <a:cubicBezTo>
                    <a:pt x="5197" y="864"/>
                    <a:pt x="5239" y="879"/>
                    <a:pt x="5281" y="879"/>
                  </a:cubicBezTo>
                  <a:cubicBezTo>
                    <a:pt x="5322" y="879"/>
                    <a:pt x="5364" y="864"/>
                    <a:pt x="5394" y="834"/>
                  </a:cubicBezTo>
                  <a:cubicBezTo>
                    <a:pt x="5739" y="501"/>
                    <a:pt x="6179" y="322"/>
                    <a:pt x="6644" y="322"/>
                  </a:cubicBezTo>
                  <a:cubicBezTo>
                    <a:pt x="7644" y="322"/>
                    <a:pt x="8454" y="1144"/>
                    <a:pt x="8454" y="2144"/>
                  </a:cubicBezTo>
                  <a:cubicBezTo>
                    <a:pt x="8454" y="3132"/>
                    <a:pt x="7644" y="3954"/>
                    <a:pt x="6644" y="3954"/>
                  </a:cubicBezTo>
                  <a:cubicBezTo>
                    <a:pt x="5977" y="3954"/>
                    <a:pt x="5382" y="3597"/>
                    <a:pt x="5048" y="3013"/>
                  </a:cubicBezTo>
                  <a:cubicBezTo>
                    <a:pt x="5013" y="2960"/>
                    <a:pt x="4957" y="2933"/>
                    <a:pt x="4891" y="2933"/>
                  </a:cubicBezTo>
                  <a:cubicBezTo>
                    <a:pt x="4869" y="2933"/>
                    <a:pt x="4846" y="2936"/>
                    <a:pt x="4822" y="2942"/>
                  </a:cubicBezTo>
                  <a:cubicBezTo>
                    <a:pt x="4667" y="3013"/>
                    <a:pt x="4489" y="3061"/>
                    <a:pt x="4286" y="3061"/>
                  </a:cubicBezTo>
                  <a:cubicBezTo>
                    <a:pt x="3917" y="3061"/>
                    <a:pt x="3572" y="2894"/>
                    <a:pt x="3322" y="2620"/>
                  </a:cubicBezTo>
                  <a:cubicBezTo>
                    <a:pt x="3284" y="2583"/>
                    <a:pt x="3242" y="2559"/>
                    <a:pt x="3198" y="2559"/>
                  </a:cubicBezTo>
                  <a:cubicBezTo>
                    <a:pt x="3172" y="2559"/>
                    <a:pt x="3146" y="2567"/>
                    <a:pt x="3120" y="2585"/>
                  </a:cubicBezTo>
                  <a:cubicBezTo>
                    <a:pt x="2977" y="2656"/>
                    <a:pt x="2822" y="2704"/>
                    <a:pt x="2667" y="2704"/>
                  </a:cubicBezTo>
                  <a:cubicBezTo>
                    <a:pt x="2381" y="2704"/>
                    <a:pt x="2119" y="2573"/>
                    <a:pt x="1953" y="2346"/>
                  </a:cubicBezTo>
                  <a:cubicBezTo>
                    <a:pt x="1929" y="2299"/>
                    <a:pt x="1881" y="2287"/>
                    <a:pt x="1822" y="2287"/>
                  </a:cubicBezTo>
                  <a:cubicBezTo>
                    <a:pt x="1774" y="2287"/>
                    <a:pt x="1715" y="2323"/>
                    <a:pt x="1691" y="2346"/>
                  </a:cubicBezTo>
                  <a:cubicBezTo>
                    <a:pt x="1596" y="2466"/>
                    <a:pt x="1465" y="2525"/>
                    <a:pt x="1334" y="2525"/>
                  </a:cubicBezTo>
                  <a:cubicBezTo>
                    <a:pt x="1238" y="2525"/>
                    <a:pt x="1167" y="2596"/>
                    <a:pt x="1167" y="2692"/>
                  </a:cubicBezTo>
                  <a:cubicBezTo>
                    <a:pt x="1167" y="2775"/>
                    <a:pt x="1238" y="2858"/>
                    <a:pt x="1334" y="2858"/>
                  </a:cubicBezTo>
                  <a:cubicBezTo>
                    <a:pt x="1512" y="2858"/>
                    <a:pt x="1667" y="2799"/>
                    <a:pt x="1822" y="2692"/>
                  </a:cubicBezTo>
                  <a:cubicBezTo>
                    <a:pt x="2060" y="2918"/>
                    <a:pt x="2358" y="3037"/>
                    <a:pt x="2679" y="3037"/>
                  </a:cubicBezTo>
                  <a:cubicBezTo>
                    <a:pt x="2846" y="3037"/>
                    <a:pt x="3024" y="3001"/>
                    <a:pt x="3179" y="2930"/>
                  </a:cubicBezTo>
                  <a:cubicBezTo>
                    <a:pt x="3477" y="3228"/>
                    <a:pt x="3870" y="3394"/>
                    <a:pt x="4310" y="3394"/>
                  </a:cubicBezTo>
                  <a:cubicBezTo>
                    <a:pt x="4489" y="3394"/>
                    <a:pt x="4667" y="3358"/>
                    <a:pt x="4846" y="3299"/>
                  </a:cubicBezTo>
                  <a:cubicBezTo>
                    <a:pt x="5227" y="3906"/>
                    <a:pt x="5918" y="4287"/>
                    <a:pt x="6644" y="4287"/>
                  </a:cubicBezTo>
                  <a:cubicBezTo>
                    <a:pt x="7834" y="4287"/>
                    <a:pt x="8787" y="3311"/>
                    <a:pt x="8787" y="2144"/>
                  </a:cubicBezTo>
                  <a:cubicBezTo>
                    <a:pt x="8799" y="965"/>
                    <a:pt x="7834" y="1"/>
                    <a:pt x="6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8" name="Google Shape;10708;p64"/>
            <p:cNvSpPr/>
            <p:nvPr/>
          </p:nvSpPr>
          <p:spPr>
            <a:xfrm>
              <a:off x="2771359" y="3655327"/>
              <a:ext cx="10280" cy="21611"/>
            </a:xfrm>
            <a:custGeom>
              <a:avLst/>
              <a:gdLst/>
              <a:ahLst/>
              <a:cxnLst/>
              <a:rect l="l" t="t" r="r" b="b"/>
              <a:pathLst>
                <a:path w="323" h="679" extrusionOk="0">
                  <a:moveTo>
                    <a:pt x="167" y="0"/>
                  </a:moveTo>
                  <a:cubicBezTo>
                    <a:pt x="72" y="0"/>
                    <a:pt x="1" y="72"/>
                    <a:pt x="1" y="155"/>
                  </a:cubicBezTo>
                  <a:lnTo>
                    <a:pt x="1" y="512"/>
                  </a:lnTo>
                  <a:cubicBezTo>
                    <a:pt x="1" y="608"/>
                    <a:pt x="72" y="679"/>
                    <a:pt x="167" y="679"/>
                  </a:cubicBezTo>
                  <a:cubicBezTo>
                    <a:pt x="251" y="679"/>
                    <a:pt x="322" y="608"/>
                    <a:pt x="322" y="512"/>
                  </a:cubicBezTo>
                  <a:lnTo>
                    <a:pt x="322" y="179"/>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9" name="Google Shape;10709;p64"/>
            <p:cNvSpPr/>
            <p:nvPr/>
          </p:nvSpPr>
          <p:spPr>
            <a:xfrm>
              <a:off x="2794084" y="3655327"/>
              <a:ext cx="10280" cy="21611"/>
            </a:xfrm>
            <a:custGeom>
              <a:avLst/>
              <a:gdLst/>
              <a:ahLst/>
              <a:cxnLst/>
              <a:rect l="l" t="t" r="r" b="b"/>
              <a:pathLst>
                <a:path w="323" h="679" extrusionOk="0">
                  <a:moveTo>
                    <a:pt x="168" y="0"/>
                  </a:moveTo>
                  <a:cubicBezTo>
                    <a:pt x="72" y="0"/>
                    <a:pt x="1" y="72"/>
                    <a:pt x="1" y="155"/>
                  </a:cubicBezTo>
                  <a:lnTo>
                    <a:pt x="1" y="512"/>
                  </a:lnTo>
                  <a:cubicBezTo>
                    <a:pt x="1" y="608"/>
                    <a:pt x="72" y="679"/>
                    <a:pt x="168" y="679"/>
                  </a:cubicBezTo>
                  <a:cubicBezTo>
                    <a:pt x="251" y="679"/>
                    <a:pt x="322" y="608"/>
                    <a:pt x="322" y="512"/>
                  </a:cubicBezTo>
                  <a:lnTo>
                    <a:pt x="322" y="179"/>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64"/>
            <p:cNvSpPr/>
            <p:nvPr/>
          </p:nvSpPr>
          <p:spPr>
            <a:xfrm>
              <a:off x="2816840"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22" y="608"/>
                    <a:pt x="322" y="512"/>
                  </a:cubicBezTo>
                  <a:lnTo>
                    <a:pt x="322" y="179"/>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64"/>
            <p:cNvSpPr/>
            <p:nvPr/>
          </p:nvSpPr>
          <p:spPr>
            <a:xfrm>
              <a:off x="2839947" y="3655327"/>
              <a:ext cx="10630" cy="21611"/>
            </a:xfrm>
            <a:custGeom>
              <a:avLst/>
              <a:gdLst/>
              <a:ahLst/>
              <a:cxnLst/>
              <a:rect l="l" t="t" r="r" b="b"/>
              <a:pathLst>
                <a:path w="334" h="679" extrusionOk="0">
                  <a:moveTo>
                    <a:pt x="167" y="0"/>
                  </a:moveTo>
                  <a:cubicBezTo>
                    <a:pt x="72" y="0"/>
                    <a:pt x="1" y="72"/>
                    <a:pt x="1" y="155"/>
                  </a:cubicBezTo>
                  <a:lnTo>
                    <a:pt x="1" y="512"/>
                  </a:lnTo>
                  <a:cubicBezTo>
                    <a:pt x="1" y="608"/>
                    <a:pt x="72" y="679"/>
                    <a:pt x="167" y="679"/>
                  </a:cubicBezTo>
                  <a:cubicBezTo>
                    <a:pt x="251" y="679"/>
                    <a:pt x="334" y="608"/>
                    <a:pt x="334" y="512"/>
                  </a:cubicBezTo>
                  <a:lnTo>
                    <a:pt x="334" y="179"/>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64"/>
            <p:cNvSpPr/>
            <p:nvPr/>
          </p:nvSpPr>
          <p:spPr>
            <a:xfrm>
              <a:off x="2862672" y="3655327"/>
              <a:ext cx="10662" cy="21611"/>
            </a:xfrm>
            <a:custGeom>
              <a:avLst/>
              <a:gdLst/>
              <a:ahLst/>
              <a:cxnLst/>
              <a:rect l="l" t="t" r="r" b="b"/>
              <a:pathLst>
                <a:path w="335" h="679" extrusionOk="0">
                  <a:moveTo>
                    <a:pt x="168" y="0"/>
                  </a:moveTo>
                  <a:cubicBezTo>
                    <a:pt x="72" y="0"/>
                    <a:pt x="1" y="72"/>
                    <a:pt x="1" y="155"/>
                  </a:cubicBezTo>
                  <a:lnTo>
                    <a:pt x="1" y="512"/>
                  </a:lnTo>
                  <a:cubicBezTo>
                    <a:pt x="1" y="608"/>
                    <a:pt x="72" y="679"/>
                    <a:pt x="168" y="679"/>
                  </a:cubicBezTo>
                  <a:cubicBezTo>
                    <a:pt x="251" y="679"/>
                    <a:pt x="334" y="608"/>
                    <a:pt x="334" y="512"/>
                  </a:cubicBezTo>
                  <a:lnTo>
                    <a:pt x="334" y="179"/>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64"/>
            <p:cNvSpPr/>
            <p:nvPr/>
          </p:nvSpPr>
          <p:spPr>
            <a:xfrm>
              <a:off x="2885429"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34" y="608"/>
                    <a:pt x="334" y="512"/>
                  </a:cubicBezTo>
                  <a:lnTo>
                    <a:pt x="334" y="179"/>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4" name="Google Shape;10714;p64"/>
            <p:cNvSpPr/>
            <p:nvPr/>
          </p:nvSpPr>
          <p:spPr>
            <a:xfrm>
              <a:off x="2908535" y="3655327"/>
              <a:ext cx="10630" cy="21611"/>
            </a:xfrm>
            <a:custGeom>
              <a:avLst/>
              <a:gdLst/>
              <a:ahLst/>
              <a:cxnLst/>
              <a:rect l="l" t="t" r="r" b="b"/>
              <a:pathLst>
                <a:path w="334" h="679" extrusionOk="0">
                  <a:moveTo>
                    <a:pt x="167" y="0"/>
                  </a:moveTo>
                  <a:cubicBezTo>
                    <a:pt x="84" y="0"/>
                    <a:pt x="1" y="72"/>
                    <a:pt x="1" y="155"/>
                  </a:cubicBezTo>
                  <a:lnTo>
                    <a:pt x="1" y="512"/>
                  </a:lnTo>
                  <a:cubicBezTo>
                    <a:pt x="1" y="608"/>
                    <a:pt x="84" y="679"/>
                    <a:pt x="167" y="679"/>
                  </a:cubicBezTo>
                  <a:cubicBezTo>
                    <a:pt x="263" y="679"/>
                    <a:pt x="334" y="608"/>
                    <a:pt x="334" y="512"/>
                  </a:cubicBezTo>
                  <a:lnTo>
                    <a:pt x="334" y="179"/>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5" name="Google Shape;10715;p64"/>
            <p:cNvSpPr/>
            <p:nvPr/>
          </p:nvSpPr>
          <p:spPr>
            <a:xfrm>
              <a:off x="2931292" y="3655327"/>
              <a:ext cx="10630" cy="21611"/>
            </a:xfrm>
            <a:custGeom>
              <a:avLst/>
              <a:gdLst/>
              <a:ahLst/>
              <a:cxnLst/>
              <a:rect l="l" t="t" r="r" b="b"/>
              <a:pathLst>
                <a:path w="334" h="679" extrusionOk="0">
                  <a:moveTo>
                    <a:pt x="167" y="0"/>
                  </a:moveTo>
                  <a:cubicBezTo>
                    <a:pt x="71" y="0"/>
                    <a:pt x="0" y="72"/>
                    <a:pt x="0" y="155"/>
                  </a:cubicBezTo>
                  <a:lnTo>
                    <a:pt x="0" y="512"/>
                  </a:lnTo>
                  <a:cubicBezTo>
                    <a:pt x="0" y="608"/>
                    <a:pt x="71" y="679"/>
                    <a:pt x="167" y="679"/>
                  </a:cubicBezTo>
                  <a:cubicBezTo>
                    <a:pt x="262" y="679"/>
                    <a:pt x="333" y="608"/>
                    <a:pt x="333" y="512"/>
                  </a:cubicBezTo>
                  <a:lnTo>
                    <a:pt x="333" y="179"/>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6" name="Google Shape;10716;p64"/>
          <p:cNvGrpSpPr/>
          <p:nvPr/>
        </p:nvGrpSpPr>
        <p:grpSpPr>
          <a:xfrm>
            <a:off x="4886264" y="3191924"/>
            <a:ext cx="350548" cy="350198"/>
            <a:chOff x="4886264" y="3366174"/>
            <a:chExt cx="350548" cy="350198"/>
          </a:xfrm>
        </p:grpSpPr>
        <p:sp>
          <p:nvSpPr>
            <p:cNvPr id="10717" name="Google Shape;10717;p64"/>
            <p:cNvSpPr/>
            <p:nvPr/>
          </p:nvSpPr>
          <p:spPr>
            <a:xfrm>
              <a:off x="4946132" y="3426614"/>
              <a:ext cx="230431" cy="289758"/>
            </a:xfrm>
            <a:custGeom>
              <a:avLst/>
              <a:gdLst/>
              <a:ahLst/>
              <a:cxnLst/>
              <a:rect l="l" t="t" r="r" b="b"/>
              <a:pathLst>
                <a:path w="7240" h="9104" extrusionOk="0">
                  <a:moveTo>
                    <a:pt x="3811" y="3793"/>
                  </a:moveTo>
                  <a:cubicBezTo>
                    <a:pt x="4001" y="3793"/>
                    <a:pt x="4168" y="3948"/>
                    <a:pt x="4168" y="4150"/>
                  </a:cubicBezTo>
                  <a:lnTo>
                    <a:pt x="4168" y="4484"/>
                  </a:lnTo>
                  <a:cubicBezTo>
                    <a:pt x="4156" y="4769"/>
                    <a:pt x="3930" y="5007"/>
                    <a:pt x="3632" y="5007"/>
                  </a:cubicBezTo>
                  <a:cubicBezTo>
                    <a:pt x="3334" y="5007"/>
                    <a:pt x="3108" y="4769"/>
                    <a:pt x="3108" y="4484"/>
                  </a:cubicBezTo>
                  <a:lnTo>
                    <a:pt x="3108" y="4150"/>
                  </a:lnTo>
                  <a:cubicBezTo>
                    <a:pt x="3108" y="3948"/>
                    <a:pt x="3263" y="3793"/>
                    <a:pt x="3465" y="3793"/>
                  </a:cubicBezTo>
                  <a:close/>
                  <a:moveTo>
                    <a:pt x="3787" y="5341"/>
                  </a:moveTo>
                  <a:lnTo>
                    <a:pt x="3787" y="5412"/>
                  </a:lnTo>
                  <a:cubicBezTo>
                    <a:pt x="3811" y="5472"/>
                    <a:pt x="3822" y="5531"/>
                    <a:pt x="3846" y="5579"/>
                  </a:cubicBezTo>
                  <a:lnTo>
                    <a:pt x="3632" y="5793"/>
                  </a:lnTo>
                  <a:lnTo>
                    <a:pt x="3596" y="5793"/>
                  </a:lnTo>
                  <a:lnTo>
                    <a:pt x="3370" y="5579"/>
                  </a:lnTo>
                  <a:cubicBezTo>
                    <a:pt x="3406" y="5531"/>
                    <a:pt x="3418" y="5472"/>
                    <a:pt x="3418" y="5412"/>
                  </a:cubicBezTo>
                  <a:lnTo>
                    <a:pt x="3418" y="5341"/>
                  </a:lnTo>
                  <a:close/>
                  <a:moveTo>
                    <a:pt x="3630" y="314"/>
                  </a:moveTo>
                  <a:cubicBezTo>
                    <a:pt x="4485" y="314"/>
                    <a:pt x="5309" y="622"/>
                    <a:pt x="5930" y="1209"/>
                  </a:cubicBezTo>
                  <a:cubicBezTo>
                    <a:pt x="6585" y="1840"/>
                    <a:pt x="6954" y="2686"/>
                    <a:pt x="6954" y="3591"/>
                  </a:cubicBezTo>
                  <a:cubicBezTo>
                    <a:pt x="6918" y="4293"/>
                    <a:pt x="6704" y="4936"/>
                    <a:pt x="6323" y="5484"/>
                  </a:cubicBezTo>
                  <a:cubicBezTo>
                    <a:pt x="5942" y="6020"/>
                    <a:pt x="5430" y="6436"/>
                    <a:pt x="4823" y="6674"/>
                  </a:cubicBezTo>
                  <a:cubicBezTo>
                    <a:pt x="4620" y="6746"/>
                    <a:pt x="4501" y="6948"/>
                    <a:pt x="4501" y="7151"/>
                  </a:cubicBezTo>
                  <a:lnTo>
                    <a:pt x="4501" y="7603"/>
                  </a:lnTo>
                  <a:cubicBezTo>
                    <a:pt x="4501" y="7674"/>
                    <a:pt x="4489" y="7734"/>
                    <a:pt x="4442" y="7794"/>
                  </a:cubicBezTo>
                  <a:lnTo>
                    <a:pt x="4287" y="8044"/>
                  </a:lnTo>
                  <a:cubicBezTo>
                    <a:pt x="4263" y="8055"/>
                    <a:pt x="4251" y="8091"/>
                    <a:pt x="4251" y="8103"/>
                  </a:cubicBezTo>
                  <a:lnTo>
                    <a:pt x="3037" y="8103"/>
                  </a:lnTo>
                  <a:cubicBezTo>
                    <a:pt x="3013" y="8091"/>
                    <a:pt x="3013" y="8055"/>
                    <a:pt x="3001" y="8044"/>
                  </a:cubicBezTo>
                  <a:lnTo>
                    <a:pt x="2834" y="7794"/>
                  </a:lnTo>
                  <a:cubicBezTo>
                    <a:pt x="2799" y="7734"/>
                    <a:pt x="2775" y="7663"/>
                    <a:pt x="2775" y="7603"/>
                  </a:cubicBezTo>
                  <a:lnTo>
                    <a:pt x="2775" y="6067"/>
                  </a:lnTo>
                  <a:cubicBezTo>
                    <a:pt x="2775" y="5996"/>
                    <a:pt x="2822" y="5936"/>
                    <a:pt x="2882" y="5900"/>
                  </a:cubicBezTo>
                  <a:lnTo>
                    <a:pt x="3168" y="5769"/>
                  </a:lnTo>
                  <a:lnTo>
                    <a:pt x="3418" y="6020"/>
                  </a:lnTo>
                  <a:cubicBezTo>
                    <a:pt x="3477" y="6079"/>
                    <a:pt x="3572" y="6127"/>
                    <a:pt x="3656" y="6127"/>
                  </a:cubicBezTo>
                  <a:cubicBezTo>
                    <a:pt x="3751" y="6127"/>
                    <a:pt x="3834" y="6091"/>
                    <a:pt x="3894" y="6020"/>
                  </a:cubicBezTo>
                  <a:lnTo>
                    <a:pt x="4144" y="5769"/>
                  </a:lnTo>
                  <a:lnTo>
                    <a:pt x="4430" y="5900"/>
                  </a:lnTo>
                  <a:cubicBezTo>
                    <a:pt x="4489" y="5936"/>
                    <a:pt x="4537" y="5996"/>
                    <a:pt x="4537" y="6067"/>
                  </a:cubicBezTo>
                  <a:lnTo>
                    <a:pt x="4537" y="6198"/>
                  </a:lnTo>
                  <a:cubicBezTo>
                    <a:pt x="4537" y="6293"/>
                    <a:pt x="4608" y="6365"/>
                    <a:pt x="4704" y="6365"/>
                  </a:cubicBezTo>
                  <a:cubicBezTo>
                    <a:pt x="4787" y="6365"/>
                    <a:pt x="4858" y="6293"/>
                    <a:pt x="4858" y="6198"/>
                  </a:cubicBezTo>
                  <a:lnTo>
                    <a:pt x="4858" y="6067"/>
                  </a:lnTo>
                  <a:cubicBezTo>
                    <a:pt x="4858" y="5877"/>
                    <a:pt x="4751" y="5698"/>
                    <a:pt x="4573" y="5615"/>
                  </a:cubicBezTo>
                  <a:lnTo>
                    <a:pt x="4180" y="5412"/>
                  </a:lnTo>
                  <a:lnTo>
                    <a:pt x="4180" y="5400"/>
                  </a:lnTo>
                  <a:lnTo>
                    <a:pt x="4180" y="5162"/>
                  </a:lnTo>
                  <a:cubicBezTo>
                    <a:pt x="4382" y="5007"/>
                    <a:pt x="4513" y="4757"/>
                    <a:pt x="4513" y="4472"/>
                  </a:cubicBezTo>
                  <a:lnTo>
                    <a:pt x="4513" y="4126"/>
                  </a:lnTo>
                  <a:cubicBezTo>
                    <a:pt x="4513" y="3757"/>
                    <a:pt x="4215" y="3448"/>
                    <a:pt x="3834" y="3448"/>
                  </a:cubicBezTo>
                  <a:lnTo>
                    <a:pt x="3489" y="3448"/>
                  </a:lnTo>
                  <a:cubicBezTo>
                    <a:pt x="3120" y="3448"/>
                    <a:pt x="2810" y="3745"/>
                    <a:pt x="2810" y="4126"/>
                  </a:cubicBezTo>
                  <a:lnTo>
                    <a:pt x="2810" y="4472"/>
                  </a:lnTo>
                  <a:cubicBezTo>
                    <a:pt x="2810" y="4757"/>
                    <a:pt x="2941" y="5007"/>
                    <a:pt x="3156" y="5162"/>
                  </a:cubicBezTo>
                  <a:lnTo>
                    <a:pt x="3156" y="5400"/>
                  </a:lnTo>
                  <a:lnTo>
                    <a:pt x="3156" y="5412"/>
                  </a:lnTo>
                  <a:lnTo>
                    <a:pt x="2751" y="5615"/>
                  </a:lnTo>
                  <a:cubicBezTo>
                    <a:pt x="2572" y="5710"/>
                    <a:pt x="2465" y="5877"/>
                    <a:pt x="2465" y="6067"/>
                  </a:cubicBezTo>
                  <a:lnTo>
                    <a:pt x="2465" y="6674"/>
                  </a:lnTo>
                  <a:cubicBezTo>
                    <a:pt x="1882" y="6448"/>
                    <a:pt x="1382" y="6055"/>
                    <a:pt x="1001" y="5543"/>
                  </a:cubicBezTo>
                  <a:cubicBezTo>
                    <a:pt x="572" y="4960"/>
                    <a:pt x="370" y="4269"/>
                    <a:pt x="382" y="3531"/>
                  </a:cubicBezTo>
                  <a:cubicBezTo>
                    <a:pt x="393" y="2721"/>
                    <a:pt x="727" y="1924"/>
                    <a:pt x="1322" y="1317"/>
                  </a:cubicBezTo>
                  <a:cubicBezTo>
                    <a:pt x="1894" y="709"/>
                    <a:pt x="2668" y="364"/>
                    <a:pt x="3489" y="316"/>
                  </a:cubicBezTo>
                  <a:cubicBezTo>
                    <a:pt x="3536" y="315"/>
                    <a:pt x="3583" y="314"/>
                    <a:pt x="3630" y="314"/>
                  </a:cubicBezTo>
                  <a:close/>
                  <a:moveTo>
                    <a:pt x="4156" y="8436"/>
                  </a:moveTo>
                  <a:lnTo>
                    <a:pt x="4156" y="8794"/>
                  </a:lnTo>
                  <a:lnTo>
                    <a:pt x="3120" y="8806"/>
                  </a:lnTo>
                  <a:cubicBezTo>
                    <a:pt x="3120" y="8806"/>
                    <a:pt x="3108" y="8806"/>
                    <a:pt x="3108" y="8794"/>
                  </a:cubicBezTo>
                  <a:lnTo>
                    <a:pt x="3108" y="8436"/>
                  </a:lnTo>
                  <a:close/>
                  <a:moveTo>
                    <a:pt x="3645" y="0"/>
                  </a:moveTo>
                  <a:cubicBezTo>
                    <a:pt x="3573" y="0"/>
                    <a:pt x="3501" y="3"/>
                    <a:pt x="3430" y="7"/>
                  </a:cubicBezTo>
                  <a:cubicBezTo>
                    <a:pt x="2525" y="54"/>
                    <a:pt x="1679" y="435"/>
                    <a:pt x="1036" y="1114"/>
                  </a:cubicBezTo>
                  <a:cubicBezTo>
                    <a:pt x="393" y="1769"/>
                    <a:pt x="36" y="2626"/>
                    <a:pt x="12" y="3531"/>
                  </a:cubicBezTo>
                  <a:cubicBezTo>
                    <a:pt x="1" y="4341"/>
                    <a:pt x="239" y="5103"/>
                    <a:pt x="715" y="5734"/>
                  </a:cubicBezTo>
                  <a:cubicBezTo>
                    <a:pt x="1144" y="6317"/>
                    <a:pt x="1751" y="6782"/>
                    <a:pt x="2441" y="7020"/>
                  </a:cubicBezTo>
                  <a:lnTo>
                    <a:pt x="2441" y="7591"/>
                  </a:lnTo>
                  <a:cubicBezTo>
                    <a:pt x="2441" y="7734"/>
                    <a:pt x="2477" y="7865"/>
                    <a:pt x="2560" y="7972"/>
                  </a:cubicBezTo>
                  <a:lnTo>
                    <a:pt x="2715" y="8222"/>
                  </a:lnTo>
                  <a:cubicBezTo>
                    <a:pt x="2763" y="8282"/>
                    <a:pt x="2775" y="8353"/>
                    <a:pt x="2775" y="8413"/>
                  </a:cubicBezTo>
                  <a:lnTo>
                    <a:pt x="2775" y="8770"/>
                  </a:lnTo>
                  <a:cubicBezTo>
                    <a:pt x="2775" y="8948"/>
                    <a:pt x="2929" y="9103"/>
                    <a:pt x="3108" y="9103"/>
                  </a:cubicBezTo>
                  <a:lnTo>
                    <a:pt x="4144" y="9103"/>
                  </a:lnTo>
                  <a:cubicBezTo>
                    <a:pt x="4323" y="9103"/>
                    <a:pt x="4477" y="8948"/>
                    <a:pt x="4477" y="8770"/>
                  </a:cubicBezTo>
                  <a:lnTo>
                    <a:pt x="4477" y="8413"/>
                  </a:lnTo>
                  <a:cubicBezTo>
                    <a:pt x="4477" y="8341"/>
                    <a:pt x="4489" y="8282"/>
                    <a:pt x="4537" y="8222"/>
                  </a:cubicBezTo>
                  <a:lnTo>
                    <a:pt x="4704" y="7972"/>
                  </a:lnTo>
                  <a:cubicBezTo>
                    <a:pt x="4775" y="7853"/>
                    <a:pt x="4823" y="7734"/>
                    <a:pt x="4823" y="7591"/>
                  </a:cubicBezTo>
                  <a:lnTo>
                    <a:pt x="4823" y="7151"/>
                  </a:lnTo>
                  <a:cubicBezTo>
                    <a:pt x="4823" y="7079"/>
                    <a:pt x="4858" y="6996"/>
                    <a:pt x="4942" y="6984"/>
                  </a:cubicBezTo>
                  <a:cubicBezTo>
                    <a:pt x="5608" y="6722"/>
                    <a:pt x="6168" y="6270"/>
                    <a:pt x="6585" y="5674"/>
                  </a:cubicBezTo>
                  <a:cubicBezTo>
                    <a:pt x="7001" y="5067"/>
                    <a:pt x="7228" y="4353"/>
                    <a:pt x="7228" y="3626"/>
                  </a:cubicBezTo>
                  <a:cubicBezTo>
                    <a:pt x="7240" y="2614"/>
                    <a:pt x="6835" y="1686"/>
                    <a:pt x="6108" y="995"/>
                  </a:cubicBezTo>
                  <a:cubicBezTo>
                    <a:pt x="5434" y="354"/>
                    <a:pt x="4566"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64"/>
            <p:cNvSpPr/>
            <p:nvPr/>
          </p:nvSpPr>
          <p:spPr>
            <a:xfrm>
              <a:off x="4886264" y="3536706"/>
              <a:ext cx="48919" cy="10662"/>
            </a:xfrm>
            <a:custGeom>
              <a:avLst/>
              <a:gdLst/>
              <a:ahLst/>
              <a:cxnLst/>
              <a:rect l="l" t="t" r="r" b="b"/>
              <a:pathLst>
                <a:path w="1537" h="335" extrusionOk="0">
                  <a:moveTo>
                    <a:pt x="167" y="1"/>
                  </a:moveTo>
                  <a:cubicBezTo>
                    <a:pt x="72" y="1"/>
                    <a:pt x="0" y="72"/>
                    <a:pt x="0" y="167"/>
                  </a:cubicBezTo>
                  <a:cubicBezTo>
                    <a:pt x="0" y="251"/>
                    <a:pt x="72" y="334"/>
                    <a:pt x="167" y="334"/>
                  </a:cubicBezTo>
                  <a:lnTo>
                    <a:pt x="1370" y="334"/>
                  </a:lnTo>
                  <a:cubicBezTo>
                    <a:pt x="1465" y="334"/>
                    <a:pt x="1536" y="251"/>
                    <a:pt x="1536" y="167"/>
                  </a:cubicBezTo>
                  <a:cubicBezTo>
                    <a:pt x="1536"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9" name="Google Shape;10719;p64"/>
            <p:cNvSpPr/>
            <p:nvPr/>
          </p:nvSpPr>
          <p:spPr>
            <a:xfrm>
              <a:off x="5187894" y="3536706"/>
              <a:ext cx="48919" cy="10662"/>
            </a:xfrm>
            <a:custGeom>
              <a:avLst/>
              <a:gdLst/>
              <a:ahLst/>
              <a:cxnLst/>
              <a:rect l="l" t="t" r="r" b="b"/>
              <a:pathLst>
                <a:path w="1537" h="335" extrusionOk="0">
                  <a:moveTo>
                    <a:pt x="167" y="1"/>
                  </a:moveTo>
                  <a:cubicBezTo>
                    <a:pt x="84" y="1"/>
                    <a:pt x="1" y="72"/>
                    <a:pt x="1" y="167"/>
                  </a:cubicBezTo>
                  <a:cubicBezTo>
                    <a:pt x="1" y="251"/>
                    <a:pt x="84" y="334"/>
                    <a:pt x="167" y="334"/>
                  </a:cubicBezTo>
                  <a:lnTo>
                    <a:pt x="1370" y="334"/>
                  </a:lnTo>
                  <a:cubicBezTo>
                    <a:pt x="1465" y="334"/>
                    <a:pt x="1537" y="251"/>
                    <a:pt x="1537" y="167"/>
                  </a:cubicBezTo>
                  <a:cubicBezTo>
                    <a:pt x="1537"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0" name="Google Shape;10720;p64"/>
            <p:cNvSpPr/>
            <p:nvPr/>
          </p:nvSpPr>
          <p:spPr>
            <a:xfrm>
              <a:off x="5056414" y="3366174"/>
              <a:ext cx="10248" cy="48919"/>
            </a:xfrm>
            <a:custGeom>
              <a:avLst/>
              <a:gdLst/>
              <a:ahLst/>
              <a:cxnLst/>
              <a:rect l="l" t="t" r="r" b="b"/>
              <a:pathLst>
                <a:path w="322" h="1537" extrusionOk="0">
                  <a:moveTo>
                    <a:pt x="167" y="1"/>
                  </a:moveTo>
                  <a:cubicBezTo>
                    <a:pt x="72" y="1"/>
                    <a:pt x="0" y="72"/>
                    <a:pt x="0" y="168"/>
                  </a:cubicBezTo>
                  <a:lnTo>
                    <a:pt x="0" y="1370"/>
                  </a:lnTo>
                  <a:cubicBezTo>
                    <a:pt x="0" y="1465"/>
                    <a:pt x="72" y="1537"/>
                    <a:pt x="167" y="1537"/>
                  </a:cubicBezTo>
                  <a:cubicBezTo>
                    <a:pt x="250" y="1537"/>
                    <a:pt x="322" y="1465"/>
                    <a:pt x="322" y="1370"/>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64"/>
            <p:cNvSpPr/>
            <p:nvPr/>
          </p:nvSpPr>
          <p:spPr>
            <a:xfrm>
              <a:off x="4978723" y="3650744"/>
              <a:ext cx="22757" cy="29249"/>
            </a:xfrm>
            <a:custGeom>
              <a:avLst/>
              <a:gdLst/>
              <a:ahLst/>
              <a:cxnLst/>
              <a:rect l="l" t="t" r="r" b="b"/>
              <a:pathLst>
                <a:path w="715" h="919" extrusionOk="0">
                  <a:moveTo>
                    <a:pt x="525" y="1"/>
                  </a:moveTo>
                  <a:cubicBezTo>
                    <a:pt x="470" y="1"/>
                    <a:pt x="413" y="30"/>
                    <a:pt x="381" y="85"/>
                  </a:cubicBezTo>
                  <a:lnTo>
                    <a:pt x="48" y="680"/>
                  </a:lnTo>
                  <a:cubicBezTo>
                    <a:pt x="0" y="752"/>
                    <a:pt x="24" y="859"/>
                    <a:pt x="108" y="894"/>
                  </a:cubicBezTo>
                  <a:cubicBezTo>
                    <a:pt x="131" y="918"/>
                    <a:pt x="167" y="918"/>
                    <a:pt x="179" y="918"/>
                  </a:cubicBezTo>
                  <a:cubicBezTo>
                    <a:pt x="239" y="918"/>
                    <a:pt x="286" y="883"/>
                    <a:pt x="310" y="835"/>
                  </a:cubicBezTo>
                  <a:lnTo>
                    <a:pt x="655" y="240"/>
                  </a:lnTo>
                  <a:cubicBezTo>
                    <a:pt x="715" y="156"/>
                    <a:pt x="703"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64"/>
            <p:cNvSpPr/>
            <p:nvPr/>
          </p:nvSpPr>
          <p:spPr>
            <a:xfrm>
              <a:off x="5121597" y="3403380"/>
              <a:ext cx="22757" cy="29154"/>
            </a:xfrm>
            <a:custGeom>
              <a:avLst/>
              <a:gdLst/>
              <a:ahLst/>
              <a:cxnLst/>
              <a:rect l="l" t="t" r="r" b="b"/>
              <a:pathLst>
                <a:path w="715" h="916" extrusionOk="0">
                  <a:moveTo>
                    <a:pt x="537" y="1"/>
                  </a:moveTo>
                  <a:cubicBezTo>
                    <a:pt x="476" y="1"/>
                    <a:pt x="418" y="33"/>
                    <a:pt x="393" y="82"/>
                  </a:cubicBezTo>
                  <a:lnTo>
                    <a:pt x="48" y="677"/>
                  </a:lnTo>
                  <a:cubicBezTo>
                    <a:pt x="0" y="749"/>
                    <a:pt x="36" y="856"/>
                    <a:pt x="107" y="904"/>
                  </a:cubicBezTo>
                  <a:cubicBezTo>
                    <a:pt x="143" y="915"/>
                    <a:pt x="167" y="915"/>
                    <a:pt x="179" y="915"/>
                  </a:cubicBezTo>
                  <a:cubicBezTo>
                    <a:pt x="238" y="915"/>
                    <a:pt x="286" y="880"/>
                    <a:pt x="322" y="844"/>
                  </a:cubicBezTo>
                  <a:lnTo>
                    <a:pt x="655" y="249"/>
                  </a:lnTo>
                  <a:cubicBezTo>
                    <a:pt x="715" y="165"/>
                    <a:pt x="691" y="70"/>
                    <a:pt x="619" y="22"/>
                  </a:cubicBezTo>
                  <a:cubicBezTo>
                    <a:pt x="593" y="8"/>
                    <a:pt x="565"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64"/>
            <p:cNvSpPr/>
            <p:nvPr/>
          </p:nvSpPr>
          <p:spPr>
            <a:xfrm>
              <a:off x="4922643" y="3459842"/>
              <a:ext cx="31095" cy="21197"/>
            </a:xfrm>
            <a:custGeom>
              <a:avLst/>
              <a:gdLst/>
              <a:ahLst/>
              <a:cxnLst/>
              <a:rect l="l" t="t" r="r" b="b"/>
              <a:pathLst>
                <a:path w="977" h="666" extrusionOk="0">
                  <a:moveTo>
                    <a:pt x="199" y="1"/>
                  </a:moveTo>
                  <a:cubicBezTo>
                    <a:pt x="141" y="1"/>
                    <a:pt x="81" y="33"/>
                    <a:pt x="48" y="82"/>
                  </a:cubicBezTo>
                  <a:cubicBezTo>
                    <a:pt x="0" y="153"/>
                    <a:pt x="36" y="261"/>
                    <a:pt x="108" y="308"/>
                  </a:cubicBezTo>
                  <a:lnTo>
                    <a:pt x="703" y="642"/>
                  </a:lnTo>
                  <a:cubicBezTo>
                    <a:pt x="739" y="665"/>
                    <a:pt x="762" y="665"/>
                    <a:pt x="774" y="665"/>
                  </a:cubicBezTo>
                  <a:cubicBezTo>
                    <a:pt x="834" y="665"/>
                    <a:pt x="881" y="630"/>
                    <a:pt x="917" y="582"/>
                  </a:cubicBezTo>
                  <a:cubicBezTo>
                    <a:pt x="977" y="511"/>
                    <a:pt x="941" y="404"/>
                    <a:pt x="870" y="368"/>
                  </a:cubicBezTo>
                  <a:lnTo>
                    <a:pt x="274" y="23"/>
                  </a:lnTo>
                  <a:cubicBezTo>
                    <a:pt x="252"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64"/>
            <p:cNvSpPr/>
            <p:nvPr/>
          </p:nvSpPr>
          <p:spPr>
            <a:xfrm>
              <a:off x="5169720" y="3602334"/>
              <a:ext cx="30714" cy="21197"/>
            </a:xfrm>
            <a:custGeom>
              <a:avLst/>
              <a:gdLst/>
              <a:ahLst/>
              <a:cxnLst/>
              <a:rect l="l" t="t" r="r" b="b"/>
              <a:pathLst>
                <a:path w="965" h="666" extrusionOk="0">
                  <a:moveTo>
                    <a:pt x="187" y="1"/>
                  </a:moveTo>
                  <a:cubicBezTo>
                    <a:pt x="129" y="1"/>
                    <a:pt x="69" y="33"/>
                    <a:pt x="36" y="82"/>
                  </a:cubicBezTo>
                  <a:cubicBezTo>
                    <a:pt x="0" y="153"/>
                    <a:pt x="24" y="260"/>
                    <a:pt x="95" y="308"/>
                  </a:cubicBezTo>
                  <a:lnTo>
                    <a:pt x="691" y="653"/>
                  </a:lnTo>
                  <a:cubicBezTo>
                    <a:pt x="727" y="665"/>
                    <a:pt x="750" y="665"/>
                    <a:pt x="774" y="665"/>
                  </a:cubicBezTo>
                  <a:cubicBezTo>
                    <a:pt x="834" y="665"/>
                    <a:pt x="869" y="629"/>
                    <a:pt x="905" y="594"/>
                  </a:cubicBezTo>
                  <a:cubicBezTo>
                    <a:pt x="965" y="510"/>
                    <a:pt x="953" y="415"/>
                    <a:pt x="857" y="368"/>
                  </a:cubicBezTo>
                  <a:lnTo>
                    <a:pt x="262" y="22"/>
                  </a:lnTo>
                  <a:cubicBezTo>
                    <a:pt x="240" y="7"/>
                    <a:pt x="214"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64"/>
            <p:cNvSpPr/>
            <p:nvPr/>
          </p:nvSpPr>
          <p:spPr>
            <a:xfrm>
              <a:off x="5121597" y="3650744"/>
              <a:ext cx="22757" cy="29249"/>
            </a:xfrm>
            <a:custGeom>
              <a:avLst/>
              <a:gdLst/>
              <a:ahLst/>
              <a:cxnLst/>
              <a:rect l="l" t="t" r="r" b="b"/>
              <a:pathLst>
                <a:path w="715" h="919" extrusionOk="0">
                  <a:moveTo>
                    <a:pt x="190" y="1"/>
                  </a:moveTo>
                  <a:cubicBezTo>
                    <a:pt x="161" y="1"/>
                    <a:pt x="132" y="9"/>
                    <a:pt x="107" y="25"/>
                  </a:cubicBezTo>
                  <a:cubicBezTo>
                    <a:pt x="36" y="61"/>
                    <a:pt x="0" y="168"/>
                    <a:pt x="48" y="240"/>
                  </a:cubicBezTo>
                  <a:lnTo>
                    <a:pt x="393" y="835"/>
                  </a:lnTo>
                  <a:cubicBezTo>
                    <a:pt x="417" y="883"/>
                    <a:pt x="476" y="918"/>
                    <a:pt x="524" y="918"/>
                  </a:cubicBezTo>
                  <a:cubicBezTo>
                    <a:pt x="560" y="918"/>
                    <a:pt x="584" y="918"/>
                    <a:pt x="595" y="894"/>
                  </a:cubicBezTo>
                  <a:cubicBezTo>
                    <a:pt x="691" y="859"/>
                    <a:pt x="715" y="752"/>
                    <a:pt x="679" y="680"/>
                  </a:cubicBezTo>
                  <a:lnTo>
                    <a:pt x="334"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64"/>
            <p:cNvSpPr/>
            <p:nvPr/>
          </p:nvSpPr>
          <p:spPr>
            <a:xfrm>
              <a:off x="4978723" y="3403380"/>
              <a:ext cx="22757" cy="29154"/>
            </a:xfrm>
            <a:custGeom>
              <a:avLst/>
              <a:gdLst/>
              <a:ahLst/>
              <a:cxnLst/>
              <a:rect l="l" t="t" r="r" b="b"/>
              <a:pathLst>
                <a:path w="715" h="916" extrusionOk="0">
                  <a:moveTo>
                    <a:pt x="182" y="1"/>
                  </a:moveTo>
                  <a:cubicBezTo>
                    <a:pt x="156" y="1"/>
                    <a:pt x="130" y="8"/>
                    <a:pt x="108" y="22"/>
                  </a:cubicBezTo>
                  <a:cubicBezTo>
                    <a:pt x="24" y="70"/>
                    <a:pt x="0" y="177"/>
                    <a:pt x="48" y="249"/>
                  </a:cubicBezTo>
                  <a:lnTo>
                    <a:pt x="381" y="844"/>
                  </a:lnTo>
                  <a:cubicBezTo>
                    <a:pt x="417" y="892"/>
                    <a:pt x="477" y="915"/>
                    <a:pt x="524" y="915"/>
                  </a:cubicBezTo>
                  <a:cubicBezTo>
                    <a:pt x="548" y="915"/>
                    <a:pt x="584" y="915"/>
                    <a:pt x="596" y="904"/>
                  </a:cubicBezTo>
                  <a:cubicBezTo>
                    <a:pt x="703" y="856"/>
                    <a:pt x="715" y="749"/>
                    <a:pt x="667" y="677"/>
                  </a:cubicBezTo>
                  <a:lnTo>
                    <a:pt x="322" y="82"/>
                  </a:lnTo>
                  <a:cubicBezTo>
                    <a:pt x="297" y="33"/>
                    <a:pt x="23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64"/>
            <p:cNvSpPr/>
            <p:nvPr/>
          </p:nvSpPr>
          <p:spPr>
            <a:xfrm>
              <a:off x="5169720" y="3459842"/>
              <a:ext cx="30714" cy="21197"/>
            </a:xfrm>
            <a:custGeom>
              <a:avLst/>
              <a:gdLst/>
              <a:ahLst/>
              <a:cxnLst/>
              <a:rect l="l" t="t" r="r" b="b"/>
              <a:pathLst>
                <a:path w="965" h="666" extrusionOk="0">
                  <a:moveTo>
                    <a:pt x="771" y="1"/>
                  </a:moveTo>
                  <a:cubicBezTo>
                    <a:pt x="744" y="1"/>
                    <a:pt x="717" y="8"/>
                    <a:pt x="691" y="23"/>
                  </a:cubicBezTo>
                  <a:lnTo>
                    <a:pt x="95" y="368"/>
                  </a:lnTo>
                  <a:cubicBezTo>
                    <a:pt x="24" y="404"/>
                    <a:pt x="0" y="511"/>
                    <a:pt x="36" y="582"/>
                  </a:cubicBezTo>
                  <a:cubicBezTo>
                    <a:pt x="72" y="630"/>
                    <a:pt x="131" y="665"/>
                    <a:pt x="179" y="665"/>
                  </a:cubicBezTo>
                  <a:cubicBezTo>
                    <a:pt x="203" y="665"/>
                    <a:pt x="238" y="665"/>
                    <a:pt x="250" y="642"/>
                  </a:cubicBezTo>
                  <a:lnTo>
                    <a:pt x="846" y="308"/>
                  </a:lnTo>
                  <a:cubicBezTo>
                    <a:pt x="953" y="261"/>
                    <a:pt x="965" y="153"/>
                    <a:pt x="917" y="82"/>
                  </a:cubicBezTo>
                  <a:cubicBezTo>
                    <a:pt x="884" y="33"/>
                    <a:pt x="829"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64"/>
            <p:cNvSpPr/>
            <p:nvPr/>
          </p:nvSpPr>
          <p:spPr>
            <a:xfrm>
              <a:off x="4922643" y="3602334"/>
              <a:ext cx="31095" cy="21197"/>
            </a:xfrm>
            <a:custGeom>
              <a:avLst/>
              <a:gdLst/>
              <a:ahLst/>
              <a:cxnLst/>
              <a:rect l="l" t="t" r="r" b="b"/>
              <a:pathLst>
                <a:path w="977" h="666" extrusionOk="0">
                  <a:moveTo>
                    <a:pt x="778" y="1"/>
                  </a:moveTo>
                  <a:cubicBezTo>
                    <a:pt x="751" y="1"/>
                    <a:pt x="725" y="7"/>
                    <a:pt x="703" y="22"/>
                  </a:cubicBezTo>
                  <a:lnTo>
                    <a:pt x="108" y="368"/>
                  </a:lnTo>
                  <a:cubicBezTo>
                    <a:pt x="36" y="415"/>
                    <a:pt x="0" y="510"/>
                    <a:pt x="48" y="594"/>
                  </a:cubicBezTo>
                  <a:cubicBezTo>
                    <a:pt x="84" y="629"/>
                    <a:pt x="131" y="665"/>
                    <a:pt x="179" y="665"/>
                  </a:cubicBezTo>
                  <a:cubicBezTo>
                    <a:pt x="215" y="665"/>
                    <a:pt x="238" y="665"/>
                    <a:pt x="262" y="653"/>
                  </a:cubicBezTo>
                  <a:lnTo>
                    <a:pt x="858" y="308"/>
                  </a:lnTo>
                  <a:cubicBezTo>
                    <a:pt x="941" y="260"/>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64"/>
            <p:cNvSpPr/>
            <p:nvPr/>
          </p:nvSpPr>
          <p:spPr>
            <a:xfrm>
              <a:off x="5077993" y="3451758"/>
              <a:ext cx="70912" cy="62637"/>
            </a:xfrm>
            <a:custGeom>
              <a:avLst/>
              <a:gdLst/>
              <a:ahLst/>
              <a:cxnLst/>
              <a:rect l="l" t="t" r="r" b="b"/>
              <a:pathLst>
                <a:path w="2228" h="1968" extrusionOk="0">
                  <a:moveTo>
                    <a:pt x="186" y="1"/>
                  </a:moveTo>
                  <a:cubicBezTo>
                    <a:pt x="104" y="1"/>
                    <a:pt x="35" y="47"/>
                    <a:pt x="25" y="122"/>
                  </a:cubicBezTo>
                  <a:cubicBezTo>
                    <a:pt x="1" y="217"/>
                    <a:pt x="49" y="300"/>
                    <a:pt x="144" y="312"/>
                  </a:cubicBezTo>
                  <a:cubicBezTo>
                    <a:pt x="930" y="527"/>
                    <a:pt x="1584" y="1098"/>
                    <a:pt x="1894" y="1860"/>
                  </a:cubicBezTo>
                  <a:cubicBezTo>
                    <a:pt x="1930" y="1920"/>
                    <a:pt x="1989" y="1967"/>
                    <a:pt x="2049" y="1967"/>
                  </a:cubicBezTo>
                  <a:cubicBezTo>
                    <a:pt x="2061" y="1967"/>
                    <a:pt x="2085" y="1967"/>
                    <a:pt x="2108" y="1955"/>
                  </a:cubicBezTo>
                  <a:cubicBezTo>
                    <a:pt x="2192" y="1908"/>
                    <a:pt x="2227" y="1812"/>
                    <a:pt x="2192" y="1729"/>
                  </a:cubicBezTo>
                  <a:cubicBezTo>
                    <a:pt x="1846" y="884"/>
                    <a:pt x="1108" y="229"/>
                    <a:pt x="215" y="3"/>
                  </a:cubicBezTo>
                  <a:cubicBezTo>
                    <a:pt x="206"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0" name="Google Shape;10730;p64"/>
          <p:cNvGrpSpPr/>
          <p:nvPr/>
        </p:nvGrpSpPr>
        <p:grpSpPr>
          <a:xfrm>
            <a:off x="5331913" y="3239697"/>
            <a:ext cx="347143" cy="254684"/>
            <a:chOff x="5331913" y="3413947"/>
            <a:chExt cx="347143" cy="254684"/>
          </a:xfrm>
        </p:grpSpPr>
        <p:sp>
          <p:nvSpPr>
            <p:cNvPr id="10731" name="Google Shape;10731;p64"/>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2" name="Google Shape;10732;p64"/>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3" name="Google Shape;10733;p64"/>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64"/>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64"/>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6" name="Google Shape;10736;p64"/>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7" name="Google Shape;10737;p64"/>
          <p:cNvGrpSpPr/>
          <p:nvPr/>
        </p:nvGrpSpPr>
        <p:grpSpPr>
          <a:xfrm>
            <a:off x="5776798" y="3235528"/>
            <a:ext cx="346379" cy="264518"/>
            <a:chOff x="5776798" y="3409778"/>
            <a:chExt cx="346379" cy="264518"/>
          </a:xfrm>
        </p:grpSpPr>
        <p:sp>
          <p:nvSpPr>
            <p:cNvPr id="10738" name="Google Shape;10738;p64"/>
            <p:cNvSpPr/>
            <p:nvPr/>
          </p:nvSpPr>
          <p:spPr>
            <a:xfrm>
              <a:off x="5890104" y="3642055"/>
              <a:ext cx="10248" cy="32241"/>
            </a:xfrm>
            <a:custGeom>
              <a:avLst/>
              <a:gdLst/>
              <a:ahLst/>
              <a:cxnLst/>
              <a:rect l="l" t="t" r="r" b="b"/>
              <a:pathLst>
                <a:path w="322" h="1013" extrusionOk="0">
                  <a:moveTo>
                    <a:pt x="167" y="1"/>
                  </a:moveTo>
                  <a:cubicBezTo>
                    <a:pt x="71" y="1"/>
                    <a:pt x="0" y="72"/>
                    <a:pt x="0" y="155"/>
                  </a:cubicBezTo>
                  <a:lnTo>
                    <a:pt x="0" y="846"/>
                  </a:lnTo>
                  <a:cubicBezTo>
                    <a:pt x="0" y="929"/>
                    <a:pt x="71" y="1013"/>
                    <a:pt x="167" y="1013"/>
                  </a:cubicBezTo>
                  <a:cubicBezTo>
                    <a:pt x="250" y="1013"/>
                    <a:pt x="321" y="929"/>
                    <a:pt x="321" y="846"/>
                  </a:cubicBezTo>
                  <a:lnTo>
                    <a:pt x="321" y="143"/>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64"/>
            <p:cNvSpPr/>
            <p:nvPr/>
          </p:nvSpPr>
          <p:spPr>
            <a:xfrm>
              <a:off x="5998094" y="3642055"/>
              <a:ext cx="10248" cy="32241"/>
            </a:xfrm>
            <a:custGeom>
              <a:avLst/>
              <a:gdLst/>
              <a:ahLst/>
              <a:cxnLst/>
              <a:rect l="l" t="t" r="r" b="b"/>
              <a:pathLst>
                <a:path w="322" h="1013" extrusionOk="0">
                  <a:moveTo>
                    <a:pt x="167" y="1"/>
                  </a:moveTo>
                  <a:cubicBezTo>
                    <a:pt x="72" y="1"/>
                    <a:pt x="0" y="72"/>
                    <a:pt x="0" y="155"/>
                  </a:cubicBezTo>
                  <a:lnTo>
                    <a:pt x="0" y="846"/>
                  </a:lnTo>
                  <a:cubicBezTo>
                    <a:pt x="0" y="929"/>
                    <a:pt x="72" y="1013"/>
                    <a:pt x="167" y="1013"/>
                  </a:cubicBezTo>
                  <a:cubicBezTo>
                    <a:pt x="250" y="1013"/>
                    <a:pt x="322" y="929"/>
                    <a:pt x="322" y="846"/>
                  </a:cubicBezTo>
                  <a:lnTo>
                    <a:pt x="322" y="143"/>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64"/>
            <p:cNvSpPr/>
            <p:nvPr/>
          </p:nvSpPr>
          <p:spPr>
            <a:xfrm>
              <a:off x="5814673" y="3528367"/>
              <a:ext cx="43222" cy="15564"/>
            </a:xfrm>
            <a:custGeom>
              <a:avLst/>
              <a:gdLst/>
              <a:ahLst/>
              <a:cxnLst/>
              <a:rect l="l" t="t" r="r" b="b"/>
              <a:pathLst>
                <a:path w="1358" h="489" extrusionOk="0">
                  <a:moveTo>
                    <a:pt x="167" y="1"/>
                  </a:moveTo>
                  <a:cubicBezTo>
                    <a:pt x="72" y="1"/>
                    <a:pt x="1" y="72"/>
                    <a:pt x="1" y="156"/>
                  </a:cubicBezTo>
                  <a:cubicBezTo>
                    <a:pt x="1" y="251"/>
                    <a:pt x="72" y="322"/>
                    <a:pt x="167" y="322"/>
                  </a:cubicBezTo>
                  <a:cubicBezTo>
                    <a:pt x="346" y="322"/>
                    <a:pt x="870" y="358"/>
                    <a:pt x="1120" y="477"/>
                  </a:cubicBezTo>
                  <a:cubicBezTo>
                    <a:pt x="1144" y="489"/>
                    <a:pt x="1167" y="489"/>
                    <a:pt x="1191" y="489"/>
                  </a:cubicBezTo>
                  <a:cubicBezTo>
                    <a:pt x="1251" y="489"/>
                    <a:pt x="1310" y="453"/>
                    <a:pt x="1346" y="394"/>
                  </a:cubicBezTo>
                  <a:cubicBezTo>
                    <a:pt x="1358" y="322"/>
                    <a:pt x="1322" y="239"/>
                    <a:pt x="1251" y="191"/>
                  </a:cubicBezTo>
                  <a:cubicBezTo>
                    <a:pt x="882" y="13"/>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64"/>
            <p:cNvSpPr/>
            <p:nvPr/>
          </p:nvSpPr>
          <p:spPr>
            <a:xfrm>
              <a:off x="5797995" y="3631074"/>
              <a:ext cx="10662" cy="42458"/>
            </a:xfrm>
            <a:custGeom>
              <a:avLst/>
              <a:gdLst/>
              <a:ahLst/>
              <a:cxnLst/>
              <a:rect l="l" t="t" r="r" b="b"/>
              <a:pathLst>
                <a:path w="335" h="1334" extrusionOk="0">
                  <a:moveTo>
                    <a:pt x="167" y="0"/>
                  </a:moveTo>
                  <a:cubicBezTo>
                    <a:pt x="84" y="0"/>
                    <a:pt x="1" y="72"/>
                    <a:pt x="1" y="167"/>
                  </a:cubicBezTo>
                  <a:lnTo>
                    <a:pt x="1" y="1179"/>
                  </a:lnTo>
                  <a:cubicBezTo>
                    <a:pt x="1" y="1262"/>
                    <a:pt x="84" y="1334"/>
                    <a:pt x="167" y="1334"/>
                  </a:cubicBezTo>
                  <a:cubicBezTo>
                    <a:pt x="251" y="1334"/>
                    <a:pt x="334" y="1262"/>
                    <a:pt x="334" y="1179"/>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64"/>
            <p:cNvSpPr/>
            <p:nvPr/>
          </p:nvSpPr>
          <p:spPr>
            <a:xfrm>
              <a:off x="5776798" y="3409778"/>
              <a:ext cx="346379" cy="264136"/>
            </a:xfrm>
            <a:custGeom>
              <a:avLst/>
              <a:gdLst/>
              <a:ahLst/>
              <a:cxnLst/>
              <a:rect l="l" t="t" r="r" b="b"/>
              <a:pathLst>
                <a:path w="10883" h="8299" extrusionOk="0">
                  <a:moveTo>
                    <a:pt x="9144" y="2512"/>
                  </a:moveTo>
                  <a:cubicBezTo>
                    <a:pt x="9418" y="2512"/>
                    <a:pt x="9656" y="2715"/>
                    <a:pt x="9656" y="2953"/>
                  </a:cubicBezTo>
                  <a:lnTo>
                    <a:pt x="9656" y="2977"/>
                  </a:lnTo>
                  <a:cubicBezTo>
                    <a:pt x="9501" y="2917"/>
                    <a:pt x="9335" y="2869"/>
                    <a:pt x="9144" y="2869"/>
                  </a:cubicBezTo>
                  <a:cubicBezTo>
                    <a:pt x="8965" y="2869"/>
                    <a:pt x="8787" y="2905"/>
                    <a:pt x="8620" y="2977"/>
                  </a:cubicBezTo>
                  <a:lnTo>
                    <a:pt x="8620" y="2953"/>
                  </a:lnTo>
                  <a:cubicBezTo>
                    <a:pt x="8620" y="2727"/>
                    <a:pt x="8858" y="2512"/>
                    <a:pt x="9144" y="2512"/>
                  </a:cubicBezTo>
                  <a:close/>
                  <a:moveTo>
                    <a:pt x="2869" y="3203"/>
                  </a:moveTo>
                  <a:lnTo>
                    <a:pt x="2869" y="3858"/>
                  </a:lnTo>
                  <a:cubicBezTo>
                    <a:pt x="2869" y="3965"/>
                    <a:pt x="2846" y="4060"/>
                    <a:pt x="2798" y="4167"/>
                  </a:cubicBezTo>
                  <a:lnTo>
                    <a:pt x="2727" y="4334"/>
                  </a:lnTo>
                  <a:cubicBezTo>
                    <a:pt x="2715" y="4346"/>
                    <a:pt x="2715" y="4382"/>
                    <a:pt x="2715" y="4405"/>
                  </a:cubicBezTo>
                  <a:lnTo>
                    <a:pt x="2715" y="4751"/>
                  </a:lnTo>
                  <a:cubicBezTo>
                    <a:pt x="2715" y="4989"/>
                    <a:pt x="2619" y="5191"/>
                    <a:pt x="2441" y="5358"/>
                  </a:cubicBezTo>
                  <a:cubicBezTo>
                    <a:pt x="2298" y="5525"/>
                    <a:pt x="2072" y="5596"/>
                    <a:pt x="1834" y="5596"/>
                  </a:cubicBezTo>
                  <a:cubicBezTo>
                    <a:pt x="1369" y="5584"/>
                    <a:pt x="1000" y="5179"/>
                    <a:pt x="1000" y="4703"/>
                  </a:cubicBezTo>
                  <a:lnTo>
                    <a:pt x="1000" y="4405"/>
                  </a:lnTo>
                  <a:cubicBezTo>
                    <a:pt x="1000" y="4382"/>
                    <a:pt x="1000" y="4358"/>
                    <a:pt x="988" y="4334"/>
                  </a:cubicBezTo>
                  <a:lnTo>
                    <a:pt x="881" y="4143"/>
                  </a:lnTo>
                  <a:cubicBezTo>
                    <a:pt x="845" y="4060"/>
                    <a:pt x="822" y="3989"/>
                    <a:pt x="822" y="3905"/>
                  </a:cubicBezTo>
                  <a:lnTo>
                    <a:pt x="822" y="3882"/>
                  </a:lnTo>
                  <a:cubicBezTo>
                    <a:pt x="822" y="3501"/>
                    <a:pt x="1131" y="3203"/>
                    <a:pt x="1500" y="3203"/>
                  </a:cubicBezTo>
                  <a:close/>
                  <a:moveTo>
                    <a:pt x="9144" y="3215"/>
                  </a:moveTo>
                  <a:cubicBezTo>
                    <a:pt x="9704" y="3215"/>
                    <a:pt x="10168" y="3679"/>
                    <a:pt x="10168" y="4239"/>
                  </a:cubicBezTo>
                  <a:cubicBezTo>
                    <a:pt x="10168" y="4346"/>
                    <a:pt x="10156" y="4465"/>
                    <a:pt x="10108" y="4572"/>
                  </a:cubicBezTo>
                  <a:cubicBezTo>
                    <a:pt x="9656" y="4108"/>
                    <a:pt x="8870" y="3929"/>
                    <a:pt x="8823" y="3929"/>
                  </a:cubicBezTo>
                  <a:cubicBezTo>
                    <a:pt x="8814" y="3926"/>
                    <a:pt x="8804" y="3925"/>
                    <a:pt x="8794" y="3925"/>
                  </a:cubicBezTo>
                  <a:cubicBezTo>
                    <a:pt x="8763" y="3925"/>
                    <a:pt x="8727" y="3938"/>
                    <a:pt x="8692" y="3965"/>
                  </a:cubicBezTo>
                  <a:cubicBezTo>
                    <a:pt x="8644" y="3989"/>
                    <a:pt x="8632" y="4036"/>
                    <a:pt x="8632" y="4084"/>
                  </a:cubicBezTo>
                  <a:cubicBezTo>
                    <a:pt x="8632" y="4084"/>
                    <a:pt x="8632" y="4179"/>
                    <a:pt x="8513" y="4298"/>
                  </a:cubicBezTo>
                  <a:cubicBezTo>
                    <a:pt x="8453" y="4358"/>
                    <a:pt x="8453" y="4465"/>
                    <a:pt x="8513" y="4524"/>
                  </a:cubicBezTo>
                  <a:cubicBezTo>
                    <a:pt x="8543" y="4554"/>
                    <a:pt x="8584" y="4569"/>
                    <a:pt x="8626" y="4569"/>
                  </a:cubicBezTo>
                  <a:cubicBezTo>
                    <a:pt x="8668" y="4569"/>
                    <a:pt x="8709" y="4554"/>
                    <a:pt x="8739" y="4524"/>
                  </a:cubicBezTo>
                  <a:cubicBezTo>
                    <a:pt x="8823" y="4441"/>
                    <a:pt x="8882" y="4346"/>
                    <a:pt x="8918" y="4274"/>
                  </a:cubicBezTo>
                  <a:cubicBezTo>
                    <a:pt x="9180" y="4346"/>
                    <a:pt x="9739" y="4560"/>
                    <a:pt x="9989" y="4894"/>
                  </a:cubicBezTo>
                  <a:cubicBezTo>
                    <a:pt x="9906" y="5298"/>
                    <a:pt x="9573" y="5596"/>
                    <a:pt x="9144" y="5596"/>
                  </a:cubicBezTo>
                  <a:cubicBezTo>
                    <a:pt x="8704" y="5596"/>
                    <a:pt x="8334" y="5275"/>
                    <a:pt x="8287" y="4834"/>
                  </a:cubicBezTo>
                  <a:cubicBezTo>
                    <a:pt x="8287" y="4810"/>
                    <a:pt x="8275" y="4798"/>
                    <a:pt x="8263" y="4774"/>
                  </a:cubicBezTo>
                  <a:cubicBezTo>
                    <a:pt x="8156" y="4620"/>
                    <a:pt x="8108" y="4441"/>
                    <a:pt x="8108" y="4239"/>
                  </a:cubicBezTo>
                  <a:cubicBezTo>
                    <a:pt x="8108" y="3679"/>
                    <a:pt x="8573" y="3215"/>
                    <a:pt x="9144" y="3215"/>
                  </a:cubicBezTo>
                  <a:close/>
                  <a:moveTo>
                    <a:pt x="5441" y="298"/>
                  </a:moveTo>
                  <a:cubicBezTo>
                    <a:pt x="6013" y="298"/>
                    <a:pt x="6489" y="488"/>
                    <a:pt x="6858" y="845"/>
                  </a:cubicBezTo>
                  <a:cubicBezTo>
                    <a:pt x="7227" y="1226"/>
                    <a:pt x="7453" y="1738"/>
                    <a:pt x="7501" y="2369"/>
                  </a:cubicBezTo>
                  <a:cubicBezTo>
                    <a:pt x="7620" y="4060"/>
                    <a:pt x="7763" y="5001"/>
                    <a:pt x="7822" y="5334"/>
                  </a:cubicBezTo>
                  <a:lnTo>
                    <a:pt x="7822" y="5346"/>
                  </a:lnTo>
                  <a:cubicBezTo>
                    <a:pt x="7632" y="5453"/>
                    <a:pt x="7310" y="5632"/>
                    <a:pt x="6787" y="5763"/>
                  </a:cubicBezTo>
                  <a:lnTo>
                    <a:pt x="6525" y="5644"/>
                  </a:lnTo>
                  <a:cubicBezTo>
                    <a:pt x="6453" y="5608"/>
                    <a:pt x="6418" y="5548"/>
                    <a:pt x="6418" y="5477"/>
                  </a:cubicBezTo>
                  <a:lnTo>
                    <a:pt x="6418" y="4929"/>
                  </a:lnTo>
                  <a:cubicBezTo>
                    <a:pt x="6918" y="4596"/>
                    <a:pt x="7263" y="4024"/>
                    <a:pt x="7263" y="3370"/>
                  </a:cubicBezTo>
                  <a:lnTo>
                    <a:pt x="7263" y="3072"/>
                  </a:lnTo>
                  <a:cubicBezTo>
                    <a:pt x="7263" y="2869"/>
                    <a:pt x="7180" y="2691"/>
                    <a:pt x="7037" y="2560"/>
                  </a:cubicBezTo>
                  <a:cubicBezTo>
                    <a:pt x="6727" y="2274"/>
                    <a:pt x="6001" y="1798"/>
                    <a:pt x="4751" y="1667"/>
                  </a:cubicBezTo>
                  <a:cubicBezTo>
                    <a:pt x="4744" y="1666"/>
                    <a:pt x="4737" y="1666"/>
                    <a:pt x="4730" y="1666"/>
                  </a:cubicBezTo>
                  <a:cubicBezTo>
                    <a:pt x="4645" y="1666"/>
                    <a:pt x="4583" y="1733"/>
                    <a:pt x="4572" y="1822"/>
                  </a:cubicBezTo>
                  <a:cubicBezTo>
                    <a:pt x="4548" y="1905"/>
                    <a:pt x="4632" y="1977"/>
                    <a:pt x="4715" y="2000"/>
                  </a:cubicBezTo>
                  <a:cubicBezTo>
                    <a:pt x="5882" y="2119"/>
                    <a:pt x="6537" y="2548"/>
                    <a:pt x="6834" y="2798"/>
                  </a:cubicBezTo>
                  <a:cubicBezTo>
                    <a:pt x="6906" y="2858"/>
                    <a:pt x="6953" y="2965"/>
                    <a:pt x="6953" y="3072"/>
                  </a:cubicBezTo>
                  <a:lnTo>
                    <a:pt x="6953" y="3370"/>
                  </a:lnTo>
                  <a:cubicBezTo>
                    <a:pt x="6953" y="4215"/>
                    <a:pt x="6263" y="4894"/>
                    <a:pt x="5417" y="4894"/>
                  </a:cubicBezTo>
                  <a:cubicBezTo>
                    <a:pt x="4572" y="4894"/>
                    <a:pt x="3881" y="4215"/>
                    <a:pt x="3881" y="3370"/>
                  </a:cubicBezTo>
                  <a:lnTo>
                    <a:pt x="3881" y="3227"/>
                  </a:lnTo>
                  <a:cubicBezTo>
                    <a:pt x="3881" y="3167"/>
                    <a:pt x="3917" y="3108"/>
                    <a:pt x="3977" y="3084"/>
                  </a:cubicBezTo>
                  <a:cubicBezTo>
                    <a:pt x="4167" y="2965"/>
                    <a:pt x="4429" y="2750"/>
                    <a:pt x="4548" y="2393"/>
                  </a:cubicBezTo>
                  <a:cubicBezTo>
                    <a:pt x="4584" y="2310"/>
                    <a:pt x="4536" y="2215"/>
                    <a:pt x="4453" y="2203"/>
                  </a:cubicBezTo>
                  <a:cubicBezTo>
                    <a:pt x="4434" y="2198"/>
                    <a:pt x="4415" y="2196"/>
                    <a:pt x="4398" y="2196"/>
                  </a:cubicBezTo>
                  <a:cubicBezTo>
                    <a:pt x="4327" y="2196"/>
                    <a:pt x="4270" y="2234"/>
                    <a:pt x="4251" y="2310"/>
                  </a:cubicBezTo>
                  <a:cubicBezTo>
                    <a:pt x="4167" y="2572"/>
                    <a:pt x="3977" y="2727"/>
                    <a:pt x="3822" y="2810"/>
                  </a:cubicBezTo>
                  <a:cubicBezTo>
                    <a:pt x="3679" y="2905"/>
                    <a:pt x="3572" y="3072"/>
                    <a:pt x="3572" y="3227"/>
                  </a:cubicBezTo>
                  <a:lnTo>
                    <a:pt x="3572" y="3370"/>
                  </a:lnTo>
                  <a:cubicBezTo>
                    <a:pt x="3572" y="4024"/>
                    <a:pt x="3917" y="4584"/>
                    <a:pt x="4417" y="4929"/>
                  </a:cubicBezTo>
                  <a:lnTo>
                    <a:pt x="4417" y="5477"/>
                  </a:lnTo>
                  <a:cubicBezTo>
                    <a:pt x="4417" y="5548"/>
                    <a:pt x="4370" y="5608"/>
                    <a:pt x="4310" y="5644"/>
                  </a:cubicBezTo>
                  <a:lnTo>
                    <a:pt x="4048" y="5763"/>
                  </a:lnTo>
                  <a:cubicBezTo>
                    <a:pt x="3536" y="5632"/>
                    <a:pt x="3215" y="5453"/>
                    <a:pt x="3060" y="5346"/>
                  </a:cubicBezTo>
                  <a:lnTo>
                    <a:pt x="3060" y="5334"/>
                  </a:lnTo>
                  <a:cubicBezTo>
                    <a:pt x="3131" y="5001"/>
                    <a:pt x="3262" y="4060"/>
                    <a:pt x="3393" y="2369"/>
                  </a:cubicBezTo>
                  <a:cubicBezTo>
                    <a:pt x="3441" y="1738"/>
                    <a:pt x="3655" y="1226"/>
                    <a:pt x="4036" y="845"/>
                  </a:cubicBezTo>
                  <a:cubicBezTo>
                    <a:pt x="4393" y="488"/>
                    <a:pt x="4882" y="298"/>
                    <a:pt x="5441" y="298"/>
                  </a:cubicBezTo>
                  <a:close/>
                  <a:moveTo>
                    <a:pt x="2750" y="5465"/>
                  </a:moveTo>
                  <a:cubicBezTo>
                    <a:pt x="2786" y="5501"/>
                    <a:pt x="2810" y="5572"/>
                    <a:pt x="2869" y="5596"/>
                  </a:cubicBezTo>
                  <a:cubicBezTo>
                    <a:pt x="3000" y="5691"/>
                    <a:pt x="3239" y="5822"/>
                    <a:pt x="3584" y="5941"/>
                  </a:cubicBezTo>
                  <a:lnTo>
                    <a:pt x="3155" y="6144"/>
                  </a:lnTo>
                  <a:lnTo>
                    <a:pt x="2655" y="6001"/>
                  </a:lnTo>
                  <a:cubicBezTo>
                    <a:pt x="2512" y="5953"/>
                    <a:pt x="2512" y="5953"/>
                    <a:pt x="2512" y="5906"/>
                  </a:cubicBezTo>
                  <a:lnTo>
                    <a:pt x="2512" y="5691"/>
                  </a:lnTo>
                  <a:cubicBezTo>
                    <a:pt x="2572" y="5656"/>
                    <a:pt x="2619" y="5608"/>
                    <a:pt x="2667" y="5572"/>
                  </a:cubicBezTo>
                  <a:cubicBezTo>
                    <a:pt x="2691" y="5536"/>
                    <a:pt x="2727" y="5513"/>
                    <a:pt x="2750" y="5465"/>
                  </a:cubicBezTo>
                  <a:close/>
                  <a:moveTo>
                    <a:pt x="8096" y="5239"/>
                  </a:moveTo>
                  <a:cubicBezTo>
                    <a:pt x="8180" y="5417"/>
                    <a:pt x="8323" y="5572"/>
                    <a:pt x="8477" y="5691"/>
                  </a:cubicBezTo>
                  <a:lnTo>
                    <a:pt x="8477" y="6025"/>
                  </a:lnTo>
                  <a:lnTo>
                    <a:pt x="8489" y="6025"/>
                  </a:lnTo>
                  <a:lnTo>
                    <a:pt x="7977" y="6287"/>
                  </a:lnTo>
                  <a:cubicBezTo>
                    <a:pt x="7977" y="6287"/>
                    <a:pt x="7965" y="6287"/>
                    <a:pt x="7965" y="6263"/>
                  </a:cubicBezTo>
                  <a:lnTo>
                    <a:pt x="7227" y="5941"/>
                  </a:lnTo>
                  <a:cubicBezTo>
                    <a:pt x="7596" y="5822"/>
                    <a:pt x="7822" y="5667"/>
                    <a:pt x="7942" y="5596"/>
                  </a:cubicBezTo>
                  <a:cubicBezTo>
                    <a:pt x="8049" y="5525"/>
                    <a:pt x="8108" y="5406"/>
                    <a:pt x="8096" y="5275"/>
                  </a:cubicBezTo>
                  <a:lnTo>
                    <a:pt x="8096" y="5239"/>
                  </a:lnTo>
                  <a:close/>
                  <a:moveTo>
                    <a:pt x="2203" y="5870"/>
                  </a:moveTo>
                  <a:lnTo>
                    <a:pt x="2203" y="5929"/>
                  </a:lnTo>
                  <a:cubicBezTo>
                    <a:pt x="2203" y="5953"/>
                    <a:pt x="2203" y="5989"/>
                    <a:pt x="2215" y="6013"/>
                  </a:cubicBezTo>
                  <a:lnTo>
                    <a:pt x="1857" y="6370"/>
                  </a:lnTo>
                  <a:lnTo>
                    <a:pt x="1500" y="6013"/>
                  </a:lnTo>
                  <a:cubicBezTo>
                    <a:pt x="1512" y="5989"/>
                    <a:pt x="1512" y="5953"/>
                    <a:pt x="1512" y="5929"/>
                  </a:cubicBezTo>
                  <a:lnTo>
                    <a:pt x="1512" y="5870"/>
                  </a:lnTo>
                  <a:cubicBezTo>
                    <a:pt x="1619" y="5894"/>
                    <a:pt x="1726" y="5929"/>
                    <a:pt x="1834" y="5929"/>
                  </a:cubicBezTo>
                  <a:lnTo>
                    <a:pt x="1857" y="5929"/>
                  </a:lnTo>
                  <a:cubicBezTo>
                    <a:pt x="1976" y="5929"/>
                    <a:pt x="2096" y="5906"/>
                    <a:pt x="2203" y="5870"/>
                  </a:cubicBezTo>
                  <a:close/>
                  <a:moveTo>
                    <a:pt x="9525" y="5882"/>
                  </a:moveTo>
                  <a:lnTo>
                    <a:pt x="9525" y="6048"/>
                  </a:lnTo>
                  <a:cubicBezTo>
                    <a:pt x="9525" y="6108"/>
                    <a:pt x="9537" y="6144"/>
                    <a:pt x="9573" y="6191"/>
                  </a:cubicBezTo>
                  <a:lnTo>
                    <a:pt x="9394" y="6322"/>
                  </a:lnTo>
                  <a:cubicBezTo>
                    <a:pt x="9323" y="6394"/>
                    <a:pt x="9236" y="6429"/>
                    <a:pt x="9151" y="6429"/>
                  </a:cubicBezTo>
                  <a:cubicBezTo>
                    <a:pt x="9067" y="6429"/>
                    <a:pt x="8983" y="6394"/>
                    <a:pt x="8918" y="6322"/>
                  </a:cubicBezTo>
                  <a:lnTo>
                    <a:pt x="8763" y="6191"/>
                  </a:lnTo>
                  <a:cubicBezTo>
                    <a:pt x="8799" y="6144"/>
                    <a:pt x="8811" y="6084"/>
                    <a:pt x="8811" y="6048"/>
                  </a:cubicBezTo>
                  <a:lnTo>
                    <a:pt x="8811" y="5882"/>
                  </a:lnTo>
                  <a:cubicBezTo>
                    <a:pt x="8918" y="5906"/>
                    <a:pt x="9037" y="5941"/>
                    <a:pt x="9168" y="5941"/>
                  </a:cubicBezTo>
                  <a:cubicBezTo>
                    <a:pt x="9287" y="5941"/>
                    <a:pt x="9406" y="5929"/>
                    <a:pt x="9525" y="5882"/>
                  </a:cubicBezTo>
                  <a:close/>
                  <a:moveTo>
                    <a:pt x="6096" y="5096"/>
                  </a:moveTo>
                  <a:lnTo>
                    <a:pt x="6096" y="5477"/>
                  </a:lnTo>
                  <a:cubicBezTo>
                    <a:pt x="6096" y="5667"/>
                    <a:pt x="6215" y="5846"/>
                    <a:pt x="6394" y="5941"/>
                  </a:cubicBezTo>
                  <a:lnTo>
                    <a:pt x="6632" y="6048"/>
                  </a:lnTo>
                  <a:cubicBezTo>
                    <a:pt x="6406" y="6489"/>
                    <a:pt x="5941" y="6787"/>
                    <a:pt x="5417" y="6787"/>
                  </a:cubicBezTo>
                  <a:cubicBezTo>
                    <a:pt x="4894" y="6787"/>
                    <a:pt x="4441" y="6501"/>
                    <a:pt x="4203" y="6048"/>
                  </a:cubicBezTo>
                  <a:lnTo>
                    <a:pt x="4441" y="5941"/>
                  </a:lnTo>
                  <a:cubicBezTo>
                    <a:pt x="4620" y="5870"/>
                    <a:pt x="4739" y="5691"/>
                    <a:pt x="4739" y="5477"/>
                  </a:cubicBezTo>
                  <a:lnTo>
                    <a:pt x="4739" y="5096"/>
                  </a:lnTo>
                  <a:cubicBezTo>
                    <a:pt x="4941" y="5179"/>
                    <a:pt x="5179" y="5227"/>
                    <a:pt x="5417" y="5227"/>
                  </a:cubicBezTo>
                  <a:cubicBezTo>
                    <a:pt x="5656" y="5227"/>
                    <a:pt x="5894" y="5179"/>
                    <a:pt x="6096" y="5096"/>
                  </a:cubicBezTo>
                  <a:close/>
                  <a:moveTo>
                    <a:pt x="5417" y="0"/>
                  </a:moveTo>
                  <a:cubicBezTo>
                    <a:pt x="4763" y="0"/>
                    <a:pt x="4215" y="226"/>
                    <a:pt x="3786" y="643"/>
                  </a:cubicBezTo>
                  <a:cubicBezTo>
                    <a:pt x="3346" y="1060"/>
                    <a:pt x="3096" y="1655"/>
                    <a:pt x="3048" y="2346"/>
                  </a:cubicBezTo>
                  <a:cubicBezTo>
                    <a:pt x="3036" y="2548"/>
                    <a:pt x="3024" y="2703"/>
                    <a:pt x="3012" y="2881"/>
                  </a:cubicBezTo>
                  <a:lnTo>
                    <a:pt x="1524" y="2881"/>
                  </a:lnTo>
                  <a:cubicBezTo>
                    <a:pt x="964" y="2881"/>
                    <a:pt x="512" y="3334"/>
                    <a:pt x="512" y="3893"/>
                  </a:cubicBezTo>
                  <a:lnTo>
                    <a:pt x="512" y="3917"/>
                  </a:lnTo>
                  <a:cubicBezTo>
                    <a:pt x="512" y="4048"/>
                    <a:pt x="536" y="4167"/>
                    <a:pt x="595" y="4286"/>
                  </a:cubicBezTo>
                  <a:lnTo>
                    <a:pt x="667" y="4453"/>
                  </a:lnTo>
                  <a:lnTo>
                    <a:pt x="667" y="4703"/>
                  </a:lnTo>
                  <a:cubicBezTo>
                    <a:pt x="667" y="5120"/>
                    <a:pt x="881" y="5477"/>
                    <a:pt x="1179" y="5703"/>
                  </a:cubicBezTo>
                  <a:lnTo>
                    <a:pt x="1179" y="5929"/>
                  </a:lnTo>
                  <a:cubicBezTo>
                    <a:pt x="1179" y="5953"/>
                    <a:pt x="1167" y="5989"/>
                    <a:pt x="1131" y="5989"/>
                  </a:cubicBezTo>
                  <a:lnTo>
                    <a:pt x="476" y="6179"/>
                  </a:lnTo>
                  <a:cubicBezTo>
                    <a:pt x="191" y="6251"/>
                    <a:pt x="0" y="6513"/>
                    <a:pt x="0" y="6810"/>
                  </a:cubicBezTo>
                  <a:lnTo>
                    <a:pt x="0" y="8120"/>
                  </a:lnTo>
                  <a:cubicBezTo>
                    <a:pt x="0" y="8215"/>
                    <a:pt x="71" y="8287"/>
                    <a:pt x="167" y="8287"/>
                  </a:cubicBezTo>
                  <a:cubicBezTo>
                    <a:pt x="250" y="8287"/>
                    <a:pt x="333" y="8215"/>
                    <a:pt x="333" y="8120"/>
                  </a:cubicBezTo>
                  <a:lnTo>
                    <a:pt x="333" y="6810"/>
                  </a:lnTo>
                  <a:cubicBezTo>
                    <a:pt x="333" y="6668"/>
                    <a:pt x="429" y="6513"/>
                    <a:pt x="583" y="6477"/>
                  </a:cubicBezTo>
                  <a:lnTo>
                    <a:pt x="1238" y="6287"/>
                  </a:lnTo>
                  <a:cubicBezTo>
                    <a:pt x="1262" y="6287"/>
                    <a:pt x="1286" y="6263"/>
                    <a:pt x="1310" y="6251"/>
                  </a:cubicBezTo>
                  <a:lnTo>
                    <a:pt x="1715" y="6656"/>
                  </a:lnTo>
                  <a:lnTo>
                    <a:pt x="1715" y="8108"/>
                  </a:lnTo>
                  <a:cubicBezTo>
                    <a:pt x="1715" y="8203"/>
                    <a:pt x="1786" y="8275"/>
                    <a:pt x="1881" y="8275"/>
                  </a:cubicBezTo>
                  <a:cubicBezTo>
                    <a:pt x="1965" y="8275"/>
                    <a:pt x="2036" y="8203"/>
                    <a:pt x="2036" y="8108"/>
                  </a:cubicBezTo>
                  <a:lnTo>
                    <a:pt x="2036" y="6656"/>
                  </a:lnTo>
                  <a:lnTo>
                    <a:pt x="2441" y="6251"/>
                  </a:lnTo>
                  <a:cubicBezTo>
                    <a:pt x="2500" y="6287"/>
                    <a:pt x="2548" y="6298"/>
                    <a:pt x="2596" y="6310"/>
                  </a:cubicBezTo>
                  <a:lnTo>
                    <a:pt x="2750" y="6358"/>
                  </a:lnTo>
                  <a:cubicBezTo>
                    <a:pt x="2536" y="6501"/>
                    <a:pt x="2393" y="6751"/>
                    <a:pt x="2393" y="7037"/>
                  </a:cubicBezTo>
                  <a:lnTo>
                    <a:pt x="2393" y="8120"/>
                  </a:lnTo>
                  <a:cubicBezTo>
                    <a:pt x="2393" y="8215"/>
                    <a:pt x="2465" y="8287"/>
                    <a:pt x="2560" y="8287"/>
                  </a:cubicBezTo>
                  <a:cubicBezTo>
                    <a:pt x="2643" y="8287"/>
                    <a:pt x="2727" y="8215"/>
                    <a:pt x="2727" y="8120"/>
                  </a:cubicBezTo>
                  <a:lnTo>
                    <a:pt x="2727" y="7037"/>
                  </a:lnTo>
                  <a:cubicBezTo>
                    <a:pt x="2727" y="6834"/>
                    <a:pt x="2846" y="6656"/>
                    <a:pt x="3036" y="6560"/>
                  </a:cubicBezTo>
                  <a:lnTo>
                    <a:pt x="3941" y="6156"/>
                  </a:lnTo>
                  <a:cubicBezTo>
                    <a:pt x="4227" y="6727"/>
                    <a:pt x="4810" y="7096"/>
                    <a:pt x="5441" y="7096"/>
                  </a:cubicBezTo>
                  <a:cubicBezTo>
                    <a:pt x="6084" y="7096"/>
                    <a:pt x="6668" y="6739"/>
                    <a:pt x="6953" y="6156"/>
                  </a:cubicBezTo>
                  <a:lnTo>
                    <a:pt x="7858" y="6560"/>
                  </a:lnTo>
                  <a:cubicBezTo>
                    <a:pt x="8049" y="6656"/>
                    <a:pt x="8168" y="6834"/>
                    <a:pt x="8168" y="7037"/>
                  </a:cubicBezTo>
                  <a:lnTo>
                    <a:pt x="8168" y="8120"/>
                  </a:lnTo>
                  <a:cubicBezTo>
                    <a:pt x="8168" y="8215"/>
                    <a:pt x="8239" y="8287"/>
                    <a:pt x="8334" y="8287"/>
                  </a:cubicBezTo>
                  <a:cubicBezTo>
                    <a:pt x="8418" y="8287"/>
                    <a:pt x="8501" y="8215"/>
                    <a:pt x="8501" y="8120"/>
                  </a:cubicBezTo>
                  <a:lnTo>
                    <a:pt x="8501" y="7037"/>
                  </a:lnTo>
                  <a:cubicBezTo>
                    <a:pt x="8501" y="6834"/>
                    <a:pt x="8418" y="6656"/>
                    <a:pt x="8299" y="6501"/>
                  </a:cubicBezTo>
                  <a:lnTo>
                    <a:pt x="8537" y="6382"/>
                  </a:lnTo>
                  <a:lnTo>
                    <a:pt x="8715" y="6560"/>
                  </a:lnTo>
                  <a:cubicBezTo>
                    <a:pt x="8858" y="6679"/>
                    <a:pt x="9013" y="6739"/>
                    <a:pt x="9180" y="6739"/>
                  </a:cubicBezTo>
                  <a:cubicBezTo>
                    <a:pt x="9346" y="6739"/>
                    <a:pt x="9513" y="6679"/>
                    <a:pt x="9644" y="6560"/>
                  </a:cubicBezTo>
                  <a:lnTo>
                    <a:pt x="9823" y="6382"/>
                  </a:lnTo>
                  <a:lnTo>
                    <a:pt x="10358" y="6656"/>
                  </a:lnTo>
                  <a:cubicBezTo>
                    <a:pt x="10478" y="6715"/>
                    <a:pt x="10549" y="6834"/>
                    <a:pt x="10549" y="6965"/>
                  </a:cubicBezTo>
                  <a:lnTo>
                    <a:pt x="10549" y="8144"/>
                  </a:lnTo>
                  <a:cubicBezTo>
                    <a:pt x="10549" y="8227"/>
                    <a:pt x="10620" y="8299"/>
                    <a:pt x="10716" y="8299"/>
                  </a:cubicBezTo>
                  <a:cubicBezTo>
                    <a:pt x="10799" y="8299"/>
                    <a:pt x="10882" y="8227"/>
                    <a:pt x="10882" y="8144"/>
                  </a:cubicBezTo>
                  <a:lnTo>
                    <a:pt x="10882" y="6965"/>
                  </a:lnTo>
                  <a:cubicBezTo>
                    <a:pt x="10823" y="6703"/>
                    <a:pt x="10692" y="6477"/>
                    <a:pt x="10466" y="6358"/>
                  </a:cubicBezTo>
                  <a:lnTo>
                    <a:pt x="9823" y="6025"/>
                  </a:lnTo>
                  <a:lnTo>
                    <a:pt x="9823" y="6013"/>
                  </a:lnTo>
                  <a:lnTo>
                    <a:pt x="9823" y="5691"/>
                  </a:lnTo>
                  <a:cubicBezTo>
                    <a:pt x="10097" y="5501"/>
                    <a:pt x="10275" y="5227"/>
                    <a:pt x="10311" y="4882"/>
                  </a:cubicBezTo>
                  <a:cubicBezTo>
                    <a:pt x="10430" y="4679"/>
                    <a:pt x="10489" y="4453"/>
                    <a:pt x="10489" y="4215"/>
                  </a:cubicBezTo>
                  <a:cubicBezTo>
                    <a:pt x="10489" y="3786"/>
                    <a:pt x="10287" y="3381"/>
                    <a:pt x="9954" y="3143"/>
                  </a:cubicBezTo>
                  <a:cubicBezTo>
                    <a:pt x="9977" y="3084"/>
                    <a:pt x="9989" y="3012"/>
                    <a:pt x="9989" y="2953"/>
                  </a:cubicBezTo>
                  <a:cubicBezTo>
                    <a:pt x="9989" y="2536"/>
                    <a:pt x="9620" y="2191"/>
                    <a:pt x="9156" y="2191"/>
                  </a:cubicBezTo>
                  <a:cubicBezTo>
                    <a:pt x="8692" y="2191"/>
                    <a:pt x="8323" y="2524"/>
                    <a:pt x="8323" y="2953"/>
                  </a:cubicBezTo>
                  <a:cubicBezTo>
                    <a:pt x="8323" y="3024"/>
                    <a:pt x="8334" y="3084"/>
                    <a:pt x="8346" y="3143"/>
                  </a:cubicBezTo>
                  <a:cubicBezTo>
                    <a:pt x="8156" y="3286"/>
                    <a:pt x="8013" y="3477"/>
                    <a:pt x="7906" y="3715"/>
                  </a:cubicBezTo>
                  <a:cubicBezTo>
                    <a:pt x="7858" y="3334"/>
                    <a:pt x="7834" y="2869"/>
                    <a:pt x="7787" y="2346"/>
                  </a:cubicBezTo>
                  <a:cubicBezTo>
                    <a:pt x="7739" y="1655"/>
                    <a:pt x="7489" y="1060"/>
                    <a:pt x="7060" y="643"/>
                  </a:cubicBezTo>
                  <a:cubicBezTo>
                    <a:pt x="6644" y="226"/>
                    <a:pt x="6072" y="0"/>
                    <a:pt x="5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64"/>
            <p:cNvSpPr/>
            <p:nvPr/>
          </p:nvSpPr>
          <p:spPr>
            <a:xfrm>
              <a:off x="6089408" y="3637503"/>
              <a:ext cx="10662" cy="36029"/>
            </a:xfrm>
            <a:custGeom>
              <a:avLst/>
              <a:gdLst/>
              <a:ahLst/>
              <a:cxnLst/>
              <a:rect l="l" t="t" r="r" b="b"/>
              <a:pathLst>
                <a:path w="335" h="1132" extrusionOk="0">
                  <a:moveTo>
                    <a:pt x="167" y="1"/>
                  </a:moveTo>
                  <a:cubicBezTo>
                    <a:pt x="72" y="1"/>
                    <a:pt x="1" y="84"/>
                    <a:pt x="1" y="167"/>
                  </a:cubicBezTo>
                  <a:lnTo>
                    <a:pt x="1" y="977"/>
                  </a:lnTo>
                  <a:cubicBezTo>
                    <a:pt x="1" y="1060"/>
                    <a:pt x="72" y="1132"/>
                    <a:pt x="167" y="1132"/>
                  </a:cubicBezTo>
                  <a:cubicBezTo>
                    <a:pt x="251" y="1132"/>
                    <a:pt x="322" y="1060"/>
                    <a:pt x="322" y="977"/>
                  </a:cubicBezTo>
                  <a:lnTo>
                    <a:pt x="322"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4" name="Google Shape;10744;p64"/>
          <p:cNvGrpSpPr/>
          <p:nvPr/>
        </p:nvGrpSpPr>
        <p:grpSpPr>
          <a:xfrm>
            <a:off x="7108015" y="3222255"/>
            <a:ext cx="344883" cy="290299"/>
            <a:chOff x="7108015" y="3396505"/>
            <a:chExt cx="344883" cy="290299"/>
          </a:xfrm>
        </p:grpSpPr>
        <p:sp>
          <p:nvSpPr>
            <p:cNvPr id="10745" name="Google Shape;10745;p64"/>
            <p:cNvSpPr/>
            <p:nvPr/>
          </p:nvSpPr>
          <p:spPr>
            <a:xfrm>
              <a:off x="7108015" y="3396505"/>
              <a:ext cx="344883" cy="290299"/>
            </a:xfrm>
            <a:custGeom>
              <a:avLst/>
              <a:gdLst/>
              <a:ahLst/>
              <a:cxnLst/>
              <a:rect l="l" t="t" r="r" b="b"/>
              <a:pathLst>
                <a:path w="10836" h="9121" extrusionOk="0">
                  <a:moveTo>
                    <a:pt x="4585" y="310"/>
                  </a:moveTo>
                  <a:cubicBezTo>
                    <a:pt x="4716" y="310"/>
                    <a:pt x="4847" y="369"/>
                    <a:pt x="4954" y="465"/>
                  </a:cubicBezTo>
                  <a:lnTo>
                    <a:pt x="5501" y="1012"/>
                  </a:lnTo>
                  <a:lnTo>
                    <a:pt x="4799" y="1012"/>
                  </a:lnTo>
                  <a:cubicBezTo>
                    <a:pt x="4716" y="1012"/>
                    <a:pt x="4620" y="977"/>
                    <a:pt x="4549" y="905"/>
                  </a:cubicBezTo>
                  <a:lnTo>
                    <a:pt x="3954" y="310"/>
                  </a:lnTo>
                  <a:close/>
                  <a:moveTo>
                    <a:pt x="5835" y="286"/>
                  </a:moveTo>
                  <a:cubicBezTo>
                    <a:pt x="5966" y="286"/>
                    <a:pt x="6097" y="346"/>
                    <a:pt x="6204" y="429"/>
                  </a:cubicBezTo>
                  <a:lnTo>
                    <a:pt x="6752" y="977"/>
                  </a:lnTo>
                  <a:lnTo>
                    <a:pt x="6632" y="977"/>
                  </a:lnTo>
                  <a:cubicBezTo>
                    <a:pt x="6549" y="977"/>
                    <a:pt x="6466" y="1060"/>
                    <a:pt x="6466" y="1143"/>
                  </a:cubicBezTo>
                  <a:cubicBezTo>
                    <a:pt x="6466" y="1239"/>
                    <a:pt x="6549" y="1310"/>
                    <a:pt x="6632" y="1310"/>
                  </a:cubicBezTo>
                  <a:lnTo>
                    <a:pt x="10192" y="1310"/>
                  </a:lnTo>
                  <a:cubicBezTo>
                    <a:pt x="10383" y="1310"/>
                    <a:pt x="10550" y="1477"/>
                    <a:pt x="10550" y="1667"/>
                  </a:cubicBezTo>
                  <a:lnTo>
                    <a:pt x="10550" y="8454"/>
                  </a:lnTo>
                  <a:lnTo>
                    <a:pt x="10514" y="8454"/>
                  </a:lnTo>
                  <a:cubicBezTo>
                    <a:pt x="10514" y="8644"/>
                    <a:pt x="10359" y="8811"/>
                    <a:pt x="10157" y="8811"/>
                  </a:cubicBezTo>
                  <a:lnTo>
                    <a:pt x="667" y="8811"/>
                  </a:lnTo>
                  <a:cubicBezTo>
                    <a:pt x="477" y="8811"/>
                    <a:pt x="310" y="8644"/>
                    <a:pt x="310" y="8454"/>
                  </a:cubicBezTo>
                  <a:lnTo>
                    <a:pt x="310" y="655"/>
                  </a:lnTo>
                  <a:cubicBezTo>
                    <a:pt x="310" y="465"/>
                    <a:pt x="465" y="298"/>
                    <a:pt x="667" y="298"/>
                  </a:cubicBezTo>
                  <a:lnTo>
                    <a:pt x="3275" y="298"/>
                  </a:lnTo>
                  <a:cubicBezTo>
                    <a:pt x="3406" y="298"/>
                    <a:pt x="3537" y="358"/>
                    <a:pt x="3644" y="453"/>
                  </a:cubicBezTo>
                  <a:lnTo>
                    <a:pt x="4311" y="1120"/>
                  </a:lnTo>
                  <a:cubicBezTo>
                    <a:pt x="4430" y="1239"/>
                    <a:pt x="4608" y="1310"/>
                    <a:pt x="4787" y="1310"/>
                  </a:cubicBezTo>
                  <a:lnTo>
                    <a:pt x="5870" y="1310"/>
                  </a:lnTo>
                  <a:cubicBezTo>
                    <a:pt x="5930" y="1310"/>
                    <a:pt x="5990" y="1262"/>
                    <a:pt x="6025" y="1203"/>
                  </a:cubicBezTo>
                  <a:cubicBezTo>
                    <a:pt x="6049" y="1143"/>
                    <a:pt x="6037" y="1072"/>
                    <a:pt x="5990" y="1024"/>
                  </a:cubicBezTo>
                  <a:lnTo>
                    <a:pt x="5251" y="286"/>
                  </a:lnTo>
                  <a:close/>
                  <a:moveTo>
                    <a:pt x="667" y="0"/>
                  </a:moveTo>
                  <a:cubicBezTo>
                    <a:pt x="298" y="0"/>
                    <a:pt x="1" y="298"/>
                    <a:pt x="1" y="667"/>
                  </a:cubicBezTo>
                  <a:lnTo>
                    <a:pt x="1" y="8454"/>
                  </a:lnTo>
                  <a:cubicBezTo>
                    <a:pt x="1" y="8823"/>
                    <a:pt x="298" y="9121"/>
                    <a:pt x="667" y="9121"/>
                  </a:cubicBezTo>
                  <a:lnTo>
                    <a:pt x="10157" y="9121"/>
                  </a:lnTo>
                  <a:cubicBezTo>
                    <a:pt x="10538" y="9121"/>
                    <a:pt x="10835" y="8823"/>
                    <a:pt x="10835" y="8454"/>
                  </a:cubicBezTo>
                  <a:lnTo>
                    <a:pt x="10835" y="1679"/>
                  </a:lnTo>
                  <a:cubicBezTo>
                    <a:pt x="10835" y="1310"/>
                    <a:pt x="10538" y="1012"/>
                    <a:pt x="10157" y="1012"/>
                  </a:cubicBezTo>
                  <a:lnTo>
                    <a:pt x="7168" y="1012"/>
                  </a:lnTo>
                  <a:lnTo>
                    <a:pt x="6394" y="238"/>
                  </a:lnTo>
                  <a:cubicBezTo>
                    <a:pt x="6228" y="72"/>
                    <a:pt x="6025" y="0"/>
                    <a:pt x="5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64"/>
            <p:cNvSpPr/>
            <p:nvPr/>
          </p:nvSpPr>
          <p:spPr>
            <a:xfrm>
              <a:off x="7211104" y="3487819"/>
              <a:ext cx="139468" cy="139500"/>
            </a:xfrm>
            <a:custGeom>
              <a:avLst/>
              <a:gdLst/>
              <a:ahLst/>
              <a:cxnLst/>
              <a:rect l="l" t="t" r="r" b="b"/>
              <a:pathLst>
                <a:path w="4382" h="4383" extrusionOk="0">
                  <a:moveTo>
                    <a:pt x="2370" y="1168"/>
                  </a:moveTo>
                  <a:cubicBezTo>
                    <a:pt x="2560" y="1168"/>
                    <a:pt x="2727" y="1334"/>
                    <a:pt x="2727" y="1525"/>
                  </a:cubicBezTo>
                  <a:lnTo>
                    <a:pt x="2727" y="1870"/>
                  </a:lnTo>
                  <a:cubicBezTo>
                    <a:pt x="2691" y="2144"/>
                    <a:pt x="2477" y="2382"/>
                    <a:pt x="2191" y="2382"/>
                  </a:cubicBezTo>
                  <a:cubicBezTo>
                    <a:pt x="1905" y="2382"/>
                    <a:pt x="1667" y="2144"/>
                    <a:pt x="1667" y="1870"/>
                  </a:cubicBezTo>
                  <a:lnTo>
                    <a:pt x="1667" y="1525"/>
                  </a:lnTo>
                  <a:cubicBezTo>
                    <a:pt x="1667" y="1334"/>
                    <a:pt x="1834" y="1168"/>
                    <a:pt x="2024" y="1168"/>
                  </a:cubicBezTo>
                  <a:close/>
                  <a:moveTo>
                    <a:pt x="2334" y="2680"/>
                  </a:moveTo>
                  <a:lnTo>
                    <a:pt x="2334" y="2775"/>
                  </a:lnTo>
                  <a:cubicBezTo>
                    <a:pt x="2370" y="2834"/>
                    <a:pt x="2381" y="2894"/>
                    <a:pt x="2417" y="2942"/>
                  </a:cubicBezTo>
                  <a:lnTo>
                    <a:pt x="2191" y="3156"/>
                  </a:lnTo>
                  <a:lnTo>
                    <a:pt x="2155" y="3156"/>
                  </a:lnTo>
                  <a:lnTo>
                    <a:pt x="1941" y="2942"/>
                  </a:lnTo>
                  <a:cubicBezTo>
                    <a:pt x="1965" y="2894"/>
                    <a:pt x="1977" y="2834"/>
                    <a:pt x="1977" y="2775"/>
                  </a:cubicBezTo>
                  <a:lnTo>
                    <a:pt x="1977" y="2680"/>
                  </a:lnTo>
                  <a:cubicBezTo>
                    <a:pt x="2036" y="2703"/>
                    <a:pt x="2096" y="2703"/>
                    <a:pt x="2155" y="2703"/>
                  </a:cubicBezTo>
                  <a:cubicBezTo>
                    <a:pt x="2215" y="2703"/>
                    <a:pt x="2274" y="2703"/>
                    <a:pt x="2334" y="2680"/>
                  </a:cubicBezTo>
                  <a:close/>
                  <a:moveTo>
                    <a:pt x="2203" y="334"/>
                  </a:moveTo>
                  <a:cubicBezTo>
                    <a:pt x="3227" y="334"/>
                    <a:pt x="4072" y="1179"/>
                    <a:pt x="4072" y="2203"/>
                  </a:cubicBezTo>
                  <a:cubicBezTo>
                    <a:pt x="4060" y="2787"/>
                    <a:pt x="3786" y="3311"/>
                    <a:pt x="3370" y="3668"/>
                  </a:cubicBezTo>
                  <a:lnTo>
                    <a:pt x="3370" y="3430"/>
                  </a:lnTo>
                  <a:cubicBezTo>
                    <a:pt x="3370" y="3239"/>
                    <a:pt x="3263" y="3073"/>
                    <a:pt x="3096" y="2977"/>
                  </a:cubicBezTo>
                  <a:lnTo>
                    <a:pt x="2691" y="2787"/>
                  </a:lnTo>
                  <a:lnTo>
                    <a:pt x="2691" y="2775"/>
                  </a:lnTo>
                  <a:lnTo>
                    <a:pt x="2691" y="2537"/>
                  </a:lnTo>
                  <a:cubicBezTo>
                    <a:pt x="2905" y="2382"/>
                    <a:pt x="3036" y="2132"/>
                    <a:pt x="3036" y="1870"/>
                  </a:cubicBezTo>
                  <a:lnTo>
                    <a:pt x="3036" y="1525"/>
                  </a:lnTo>
                  <a:cubicBezTo>
                    <a:pt x="3036" y="1156"/>
                    <a:pt x="2739" y="858"/>
                    <a:pt x="2370" y="858"/>
                  </a:cubicBezTo>
                  <a:lnTo>
                    <a:pt x="2024" y="858"/>
                  </a:lnTo>
                  <a:cubicBezTo>
                    <a:pt x="1655" y="858"/>
                    <a:pt x="1358" y="1156"/>
                    <a:pt x="1358" y="1525"/>
                  </a:cubicBezTo>
                  <a:lnTo>
                    <a:pt x="1358" y="1870"/>
                  </a:lnTo>
                  <a:cubicBezTo>
                    <a:pt x="1358" y="2132"/>
                    <a:pt x="1488" y="2382"/>
                    <a:pt x="1703" y="2537"/>
                  </a:cubicBezTo>
                  <a:lnTo>
                    <a:pt x="1703" y="2775"/>
                  </a:lnTo>
                  <a:lnTo>
                    <a:pt x="1703" y="2787"/>
                  </a:lnTo>
                  <a:lnTo>
                    <a:pt x="1298" y="2977"/>
                  </a:lnTo>
                  <a:cubicBezTo>
                    <a:pt x="1131" y="3073"/>
                    <a:pt x="1024" y="3239"/>
                    <a:pt x="1024" y="3430"/>
                  </a:cubicBezTo>
                  <a:lnTo>
                    <a:pt x="1024" y="3668"/>
                  </a:lnTo>
                  <a:cubicBezTo>
                    <a:pt x="596" y="3323"/>
                    <a:pt x="334" y="2799"/>
                    <a:pt x="334" y="2203"/>
                  </a:cubicBezTo>
                  <a:cubicBezTo>
                    <a:pt x="334" y="1179"/>
                    <a:pt x="1179" y="334"/>
                    <a:pt x="2203" y="334"/>
                  </a:cubicBezTo>
                  <a:close/>
                  <a:moveTo>
                    <a:pt x="2667" y="3120"/>
                  </a:moveTo>
                  <a:lnTo>
                    <a:pt x="2929" y="3251"/>
                  </a:lnTo>
                  <a:cubicBezTo>
                    <a:pt x="2989" y="3275"/>
                    <a:pt x="3036" y="3335"/>
                    <a:pt x="3036" y="3418"/>
                  </a:cubicBezTo>
                  <a:lnTo>
                    <a:pt x="3036" y="3858"/>
                  </a:lnTo>
                  <a:cubicBezTo>
                    <a:pt x="2786" y="3989"/>
                    <a:pt x="2489" y="4073"/>
                    <a:pt x="2179" y="4073"/>
                  </a:cubicBezTo>
                  <a:cubicBezTo>
                    <a:pt x="1858" y="4073"/>
                    <a:pt x="1584" y="3989"/>
                    <a:pt x="1310" y="3858"/>
                  </a:cubicBezTo>
                  <a:lnTo>
                    <a:pt x="1310" y="3418"/>
                  </a:lnTo>
                  <a:cubicBezTo>
                    <a:pt x="1310" y="3335"/>
                    <a:pt x="1358" y="3275"/>
                    <a:pt x="1417" y="3251"/>
                  </a:cubicBezTo>
                  <a:lnTo>
                    <a:pt x="1679" y="3120"/>
                  </a:lnTo>
                  <a:lnTo>
                    <a:pt x="1941" y="3370"/>
                  </a:lnTo>
                  <a:cubicBezTo>
                    <a:pt x="2000" y="3430"/>
                    <a:pt x="2084" y="3454"/>
                    <a:pt x="2179" y="3454"/>
                  </a:cubicBezTo>
                  <a:cubicBezTo>
                    <a:pt x="2262" y="3454"/>
                    <a:pt x="2334" y="3430"/>
                    <a:pt x="2417" y="3370"/>
                  </a:cubicBezTo>
                  <a:lnTo>
                    <a:pt x="2667" y="3120"/>
                  </a:lnTo>
                  <a:close/>
                  <a:moveTo>
                    <a:pt x="2191" y="1"/>
                  </a:moveTo>
                  <a:cubicBezTo>
                    <a:pt x="988" y="1"/>
                    <a:pt x="0" y="989"/>
                    <a:pt x="0" y="2192"/>
                  </a:cubicBezTo>
                  <a:cubicBezTo>
                    <a:pt x="0" y="3394"/>
                    <a:pt x="988" y="4382"/>
                    <a:pt x="2191" y="4382"/>
                  </a:cubicBezTo>
                  <a:cubicBezTo>
                    <a:pt x="3393" y="4382"/>
                    <a:pt x="4382" y="3394"/>
                    <a:pt x="4382" y="2192"/>
                  </a:cubicBezTo>
                  <a:cubicBezTo>
                    <a:pt x="4382" y="989"/>
                    <a:pt x="3393"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64"/>
            <p:cNvSpPr/>
            <p:nvPr/>
          </p:nvSpPr>
          <p:spPr>
            <a:xfrm>
              <a:off x="7180009" y="3466271"/>
              <a:ext cx="159201" cy="149685"/>
            </a:xfrm>
            <a:custGeom>
              <a:avLst/>
              <a:gdLst/>
              <a:ahLst/>
              <a:cxnLst/>
              <a:rect l="l" t="t" r="r" b="b"/>
              <a:pathLst>
                <a:path w="5002" h="4703" extrusionOk="0">
                  <a:moveTo>
                    <a:pt x="3163" y="1"/>
                  </a:moveTo>
                  <a:cubicBezTo>
                    <a:pt x="2425" y="1"/>
                    <a:pt x="1690" y="286"/>
                    <a:pt x="1132" y="844"/>
                  </a:cubicBezTo>
                  <a:cubicBezTo>
                    <a:pt x="96" y="1868"/>
                    <a:pt x="1" y="3500"/>
                    <a:pt x="894" y="4643"/>
                  </a:cubicBezTo>
                  <a:cubicBezTo>
                    <a:pt x="918" y="4690"/>
                    <a:pt x="965" y="4702"/>
                    <a:pt x="1013" y="4702"/>
                  </a:cubicBezTo>
                  <a:cubicBezTo>
                    <a:pt x="1037" y="4702"/>
                    <a:pt x="1084" y="4690"/>
                    <a:pt x="1108" y="4666"/>
                  </a:cubicBezTo>
                  <a:cubicBezTo>
                    <a:pt x="1192" y="4607"/>
                    <a:pt x="1192" y="4523"/>
                    <a:pt x="1144" y="4452"/>
                  </a:cubicBezTo>
                  <a:cubicBezTo>
                    <a:pt x="358" y="3440"/>
                    <a:pt x="441" y="1987"/>
                    <a:pt x="1346" y="1083"/>
                  </a:cubicBezTo>
                  <a:cubicBezTo>
                    <a:pt x="1845" y="591"/>
                    <a:pt x="2498" y="338"/>
                    <a:pt x="3153" y="338"/>
                  </a:cubicBezTo>
                  <a:cubicBezTo>
                    <a:pt x="3703" y="338"/>
                    <a:pt x="4254" y="516"/>
                    <a:pt x="4716" y="880"/>
                  </a:cubicBezTo>
                  <a:cubicBezTo>
                    <a:pt x="4744" y="903"/>
                    <a:pt x="4775" y="914"/>
                    <a:pt x="4807" y="914"/>
                  </a:cubicBezTo>
                  <a:cubicBezTo>
                    <a:pt x="4856" y="914"/>
                    <a:pt x="4906" y="888"/>
                    <a:pt x="4942" y="844"/>
                  </a:cubicBezTo>
                  <a:cubicBezTo>
                    <a:pt x="5002" y="773"/>
                    <a:pt x="4978" y="666"/>
                    <a:pt x="4918" y="606"/>
                  </a:cubicBezTo>
                  <a:cubicBezTo>
                    <a:pt x="4398" y="200"/>
                    <a:pt x="3779" y="1"/>
                    <a:pt x="3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64"/>
            <p:cNvSpPr/>
            <p:nvPr/>
          </p:nvSpPr>
          <p:spPr>
            <a:xfrm>
              <a:off x="7222085" y="3499690"/>
              <a:ext cx="158819" cy="148825"/>
            </a:xfrm>
            <a:custGeom>
              <a:avLst/>
              <a:gdLst/>
              <a:ahLst/>
              <a:cxnLst/>
              <a:rect l="l" t="t" r="r" b="b"/>
              <a:pathLst>
                <a:path w="4990" h="4676" extrusionOk="0">
                  <a:moveTo>
                    <a:pt x="3983" y="0"/>
                  </a:moveTo>
                  <a:cubicBezTo>
                    <a:pt x="3948" y="0"/>
                    <a:pt x="3913" y="12"/>
                    <a:pt x="3882" y="33"/>
                  </a:cubicBezTo>
                  <a:cubicBezTo>
                    <a:pt x="3810" y="92"/>
                    <a:pt x="3810" y="187"/>
                    <a:pt x="3858" y="259"/>
                  </a:cubicBezTo>
                  <a:cubicBezTo>
                    <a:pt x="4644" y="1271"/>
                    <a:pt x="4549" y="2711"/>
                    <a:pt x="3644" y="3616"/>
                  </a:cubicBezTo>
                  <a:cubicBezTo>
                    <a:pt x="3152" y="4115"/>
                    <a:pt x="2502" y="4367"/>
                    <a:pt x="1848" y="4367"/>
                  </a:cubicBezTo>
                  <a:cubicBezTo>
                    <a:pt x="1299" y="4367"/>
                    <a:pt x="748" y="4189"/>
                    <a:pt x="286" y="3831"/>
                  </a:cubicBezTo>
                  <a:cubicBezTo>
                    <a:pt x="250" y="3805"/>
                    <a:pt x="214" y="3793"/>
                    <a:pt x="180" y="3793"/>
                  </a:cubicBezTo>
                  <a:cubicBezTo>
                    <a:pt x="135" y="3793"/>
                    <a:pt x="94" y="3814"/>
                    <a:pt x="60" y="3854"/>
                  </a:cubicBezTo>
                  <a:cubicBezTo>
                    <a:pt x="0" y="3938"/>
                    <a:pt x="12" y="4021"/>
                    <a:pt x="84" y="4081"/>
                  </a:cubicBezTo>
                  <a:cubicBezTo>
                    <a:pt x="608" y="4486"/>
                    <a:pt x="1239" y="4676"/>
                    <a:pt x="1846" y="4676"/>
                  </a:cubicBezTo>
                  <a:cubicBezTo>
                    <a:pt x="2584" y="4676"/>
                    <a:pt x="3322" y="4390"/>
                    <a:pt x="3882" y="3843"/>
                  </a:cubicBezTo>
                  <a:cubicBezTo>
                    <a:pt x="4894" y="2831"/>
                    <a:pt x="4989" y="1211"/>
                    <a:pt x="4108" y="68"/>
                  </a:cubicBezTo>
                  <a:cubicBezTo>
                    <a:pt x="4074" y="21"/>
                    <a:pt x="4029" y="0"/>
                    <a:pt x="39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9" name="Google Shape;10749;p64"/>
          <p:cNvGrpSpPr/>
          <p:nvPr/>
        </p:nvGrpSpPr>
        <p:grpSpPr>
          <a:xfrm>
            <a:off x="7551754" y="3216558"/>
            <a:ext cx="344883" cy="301311"/>
            <a:chOff x="7551754" y="3390808"/>
            <a:chExt cx="344883" cy="301311"/>
          </a:xfrm>
        </p:grpSpPr>
        <p:sp>
          <p:nvSpPr>
            <p:cNvPr id="10750" name="Google Shape;10750;p64"/>
            <p:cNvSpPr/>
            <p:nvPr/>
          </p:nvSpPr>
          <p:spPr>
            <a:xfrm>
              <a:off x="7551754" y="3390808"/>
              <a:ext cx="344883" cy="301311"/>
            </a:xfrm>
            <a:custGeom>
              <a:avLst/>
              <a:gdLst/>
              <a:ahLst/>
              <a:cxnLst/>
              <a:rect l="l" t="t" r="r" b="b"/>
              <a:pathLst>
                <a:path w="10836" h="9467" extrusionOk="0">
                  <a:moveTo>
                    <a:pt x="6097" y="334"/>
                  </a:moveTo>
                  <a:lnTo>
                    <a:pt x="5799" y="3049"/>
                  </a:lnTo>
                  <a:cubicBezTo>
                    <a:pt x="5799" y="3049"/>
                    <a:pt x="5799" y="3073"/>
                    <a:pt x="5787" y="3073"/>
                  </a:cubicBezTo>
                  <a:lnTo>
                    <a:pt x="5073" y="3073"/>
                  </a:lnTo>
                  <a:cubicBezTo>
                    <a:pt x="5073" y="3073"/>
                    <a:pt x="5061" y="3073"/>
                    <a:pt x="5061" y="3049"/>
                  </a:cubicBezTo>
                  <a:lnTo>
                    <a:pt x="4763" y="334"/>
                  </a:lnTo>
                  <a:close/>
                  <a:moveTo>
                    <a:pt x="10336" y="2692"/>
                  </a:moveTo>
                  <a:cubicBezTo>
                    <a:pt x="10443" y="2692"/>
                    <a:pt x="10526" y="2763"/>
                    <a:pt x="10526" y="2870"/>
                  </a:cubicBezTo>
                  <a:lnTo>
                    <a:pt x="10526" y="8978"/>
                  </a:lnTo>
                  <a:cubicBezTo>
                    <a:pt x="10526" y="9085"/>
                    <a:pt x="10443" y="9157"/>
                    <a:pt x="10347" y="9157"/>
                  </a:cubicBezTo>
                  <a:lnTo>
                    <a:pt x="525" y="9157"/>
                  </a:lnTo>
                  <a:cubicBezTo>
                    <a:pt x="418" y="9157"/>
                    <a:pt x="346" y="9085"/>
                    <a:pt x="346" y="8978"/>
                  </a:cubicBezTo>
                  <a:lnTo>
                    <a:pt x="346" y="2870"/>
                  </a:lnTo>
                  <a:cubicBezTo>
                    <a:pt x="346" y="2763"/>
                    <a:pt x="418" y="2692"/>
                    <a:pt x="525" y="2692"/>
                  </a:cubicBezTo>
                  <a:lnTo>
                    <a:pt x="4704" y="2692"/>
                  </a:lnTo>
                  <a:lnTo>
                    <a:pt x="4752" y="3084"/>
                  </a:lnTo>
                  <a:cubicBezTo>
                    <a:pt x="4763" y="3251"/>
                    <a:pt x="4906" y="3382"/>
                    <a:pt x="5073" y="3382"/>
                  </a:cubicBezTo>
                  <a:lnTo>
                    <a:pt x="5787" y="3382"/>
                  </a:lnTo>
                  <a:cubicBezTo>
                    <a:pt x="5954" y="3382"/>
                    <a:pt x="6097" y="3263"/>
                    <a:pt x="6121" y="3084"/>
                  </a:cubicBezTo>
                  <a:lnTo>
                    <a:pt x="6156" y="2692"/>
                  </a:lnTo>
                  <a:close/>
                  <a:moveTo>
                    <a:pt x="4573" y="1"/>
                  </a:moveTo>
                  <a:cubicBezTo>
                    <a:pt x="4525" y="1"/>
                    <a:pt x="4478" y="13"/>
                    <a:pt x="4454" y="60"/>
                  </a:cubicBezTo>
                  <a:cubicBezTo>
                    <a:pt x="4418" y="96"/>
                    <a:pt x="4406" y="132"/>
                    <a:pt x="4406" y="179"/>
                  </a:cubicBezTo>
                  <a:lnTo>
                    <a:pt x="4644" y="2382"/>
                  </a:lnTo>
                  <a:lnTo>
                    <a:pt x="489" y="2382"/>
                  </a:lnTo>
                  <a:cubicBezTo>
                    <a:pt x="215" y="2382"/>
                    <a:pt x="1" y="2608"/>
                    <a:pt x="1" y="2870"/>
                  </a:cubicBezTo>
                  <a:lnTo>
                    <a:pt x="1" y="8978"/>
                  </a:lnTo>
                  <a:cubicBezTo>
                    <a:pt x="1" y="9240"/>
                    <a:pt x="215" y="9466"/>
                    <a:pt x="489" y="9466"/>
                  </a:cubicBezTo>
                  <a:lnTo>
                    <a:pt x="10312" y="9466"/>
                  </a:lnTo>
                  <a:cubicBezTo>
                    <a:pt x="10574" y="9466"/>
                    <a:pt x="10800" y="9240"/>
                    <a:pt x="10800" y="8978"/>
                  </a:cubicBezTo>
                  <a:lnTo>
                    <a:pt x="10800" y="2870"/>
                  </a:lnTo>
                  <a:cubicBezTo>
                    <a:pt x="10836" y="2608"/>
                    <a:pt x="10609" y="2382"/>
                    <a:pt x="10347" y="2382"/>
                  </a:cubicBezTo>
                  <a:lnTo>
                    <a:pt x="6192" y="2382"/>
                  </a:lnTo>
                  <a:lnTo>
                    <a:pt x="6430" y="179"/>
                  </a:lnTo>
                  <a:cubicBezTo>
                    <a:pt x="6430" y="132"/>
                    <a:pt x="6418" y="96"/>
                    <a:pt x="6383" y="60"/>
                  </a:cubicBezTo>
                  <a:cubicBezTo>
                    <a:pt x="6359" y="36"/>
                    <a:pt x="6311" y="1"/>
                    <a:pt x="6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64"/>
            <p:cNvSpPr/>
            <p:nvPr/>
          </p:nvSpPr>
          <p:spPr>
            <a:xfrm>
              <a:off x="7584345" y="3509811"/>
              <a:ext cx="117889" cy="150098"/>
            </a:xfrm>
            <a:custGeom>
              <a:avLst/>
              <a:gdLst/>
              <a:ahLst/>
              <a:cxnLst/>
              <a:rect l="l" t="t" r="r" b="b"/>
              <a:pathLst>
                <a:path w="3704" h="4716" extrusionOk="0">
                  <a:moveTo>
                    <a:pt x="2037" y="1143"/>
                  </a:moveTo>
                  <a:cubicBezTo>
                    <a:pt x="2239" y="1143"/>
                    <a:pt x="2394" y="1310"/>
                    <a:pt x="2394" y="1501"/>
                  </a:cubicBezTo>
                  <a:lnTo>
                    <a:pt x="2394" y="1846"/>
                  </a:lnTo>
                  <a:cubicBezTo>
                    <a:pt x="2382" y="2143"/>
                    <a:pt x="2144" y="2370"/>
                    <a:pt x="1858" y="2370"/>
                  </a:cubicBezTo>
                  <a:cubicBezTo>
                    <a:pt x="1572" y="2370"/>
                    <a:pt x="1346" y="2132"/>
                    <a:pt x="1346" y="1846"/>
                  </a:cubicBezTo>
                  <a:lnTo>
                    <a:pt x="1346" y="1501"/>
                  </a:lnTo>
                  <a:cubicBezTo>
                    <a:pt x="1346" y="1310"/>
                    <a:pt x="1501" y="1143"/>
                    <a:pt x="1703" y="1143"/>
                  </a:cubicBezTo>
                  <a:close/>
                  <a:moveTo>
                    <a:pt x="2025" y="2667"/>
                  </a:moveTo>
                  <a:lnTo>
                    <a:pt x="2025" y="2751"/>
                  </a:lnTo>
                  <a:cubicBezTo>
                    <a:pt x="2037" y="2822"/>
                    <a:pt x="2061" y="2870"/>
                    <a:pt x="2084" y="2929"/>
                  </a:cubicBezTo>
                  <a:lnTo>
                    <a:pt x="1858" y="3155"/>
                  </a:lnTo>
                  <a:lnTo>
                    <a:pt x="1846" y="3155"/>
                  </a:lnTo>
                  <a:lnTo>
                    <a:pt x="1620" y="2929"/>
                  </a:lnTo>
                  <a:cubicBezTo>
                    <a:pt x="1656" y="2882"/>
                    <a:pt x="1668" y="2822"/>
                    <a:pt x="1668" y="2763"/>
                  </a:cubicBezTo>
                  <a:lnTo>
                    <a:pt x="1668" y="2667"/>
                  </a:lnTo>
                  <a:cubicBezTo>
                    <a:pt x="1727" y="2679"/>
                    <a:pt x="1787" y="2679"/>
                    <a:pt x="1846" y="2679"/>
                  </a:cubicBezTo>
                  <a:cubicBezTo>
                    <a:pt x="1906" y="2679"/>
                    <a:pt x="1965" y="2679"/>
                    <a:pt x="2025" y="2667"/>
                  </a:cubicBezTo>
                  <a:close/>
                  <a:moveTo>
                    <a:pt x="2358" y="3108"/>
                  </a:moveTo>
                  <a:lnTo>
                    <a:pt x="2620" y="3239"/>
                  </a:lnTo>
                  <a:cubicBezTo>
                    <a:pt x="2680" y="3275"/>
                    <a:pt x="2727" y="3334"/>
                    <a:pt x="2727" y="3406"/>
                  </a:cubicBezTo>
                  <a:lnTo>
                    <a:pt x="2727" y="4406"/>
                  </a:lnTo>
                  <a:lnTo>
                    <a:pt x="1001" y="4406"/>
                  </a:lnTo>
                  <a:lnTo>
                    <a:pt x="1001" y="3406"/>
                  </a:lnTo>
                  <a:cubicBezTo>
                    <a:pt x="1001" y="3334"/>
                    <a:pt x="1049" y="3275"/>
                    <a:pt x="1108" y="3239"/>
                  </a:cubicBezTo>
                  <a:lnTo>
                    <a:pt x="1370" y="3108"/>
                  </a:lnTo>
                  <a:lnTo>
                    <a:pt x="1620" y="3358"/>
                  </a:lnTo>
                  <a:cubicBezTo>
                    <a:pt x="1680" y="3417"/>
                    <a:pt x="1775" y="3453"/>
                    <a:pt x="1858" y="3453"/>
                  </a:cubicBezTo>
                  <a:cubicBezTo>
                    <a:pt x="1953" y="3453"/>
                    <a:pt x="2025" y="3417"/>
                    <a:pt x="2096" y="3358"/>
                  </a:cubicBezTo>
                  <a:lnTo>
                    <a:pt x="2358" y="3108"/>
                  </a:lnTo>
                  <a:close/>
                  <a:moveTo>
                    <a:pt x="3394" y="298"/>
                  </a:moveTo>
                  <a:cubicBezTo>
                    <a:pt x="3394" y="298"/>
                    <a:pt x="3406" y="298"/>
                    <a:pt x="3406" y="310"/>
                  </a:cubicBezTo>
                  <a:lnTo>
                    <a:pt x="3406" y="4394"/>
                  </a:lnTo>
                  <a:lnTo>
                    <a:pt x="3394" y="4394"/>
                  </a:lnTo>
                  <a:lnTo>
                    <a:pt x="3037" y="4406"/>
                  </a:lnTo>
                  <a:lnTo>
                    <a:pt x="3037" y="3406"/>
                  </a:lnTo>
                  <a:cubicBezTo>
                    <a:pt x="3037" y="3215"/>
                    <a:pt x="2930" y="3048"/>
                    <a:pt x="2775" y="2965"/>
                  </a:cubicBezTo>
                  <a:lnTo>
                    <a:pt x="2370" y="2763"/>
                  </a:lnTo>
                  <a:lnTo>
                    <a:pt x="2370" y="2751"/>
                  </a:lnTo>
                  <a:lnTo>
                    <a:pt x="2370" y="2513"/>
                  </a:lnTo>
                  <a:cubicBezTo>
                    <a:pt x="2573" y="2370"/>
                    <a:pt x="2715" y="2108"/>
                    <a:pt x="2715" y="1846"/>
                  </a:cubicBezTo>
                  <a:lnTo>
                    <a:pt x="2715" y="1501"/>
                  </a:lnTo>
                  <a:cubicBezTo>
                    <a:pt x="2715" y="1131"/>
                    <a:pt x="2418" y="834"/>
                    <a:pt x="2037" y="834"/>
                  </a:cubicBezTo>
                  <a:lnTo>
                    <a:pt x="1703" y="834"/>
                  </a:lnTo>
                  <a:cubicBezTo>
                    <a:pt x="1322" y="834"/>
                    <a:pt x="1025" y="1131"/>
                    <a:pt x="1025" y="1501"/>
                  </a:cubicBezTo>
                  <a:lnTo>
                    <a:pt x="1025" y="1846"/>
                  </a:lnTo>
                  <a:cubicBezTo>
                    <a:pt x="1025" y="2108"/>
                    <a:pt x="1168" y="2370"/>
                    <a:pt x="1370" y="2513"/>
                  </a:cubicBezTo>
                  <a:lnTo>
                    <a:pt x="1370" y="2751"/>
                  </a:lnTo>
                  <a:lnTo>
                    <a:pt x="1370" y="2763"/>
                  </a:lnTo>
                  <a:lnTo>
                    <a:pt x="965" y="2965"/>
                  </a:lnTo>
                  <a:cubicBezTo>
                    <a:pt x="810" y="3048"/>
                    <a:pt x="703" y="3215"/>
                    <a:pt x="703" y="3406"/>
                  </a:cubicBezTo>
                  <a:lnTo>
                    <a:pt x="703" y="4394"/>
                  </a:lnTo>
                  <a:lnTo>
                    <a:pt x="346" y="4394"/>
                  </a:lnTo>
                  <a:cubicBezTo>
                    <a:pt x="346" y="4394"/>
                    <a:pt x="334" y="4394"/>
                    <a:pt x="334" y="4370"/>
                  </a:cubicBezTo>
                  <a:lnTo>
                    <a:pt x="334" y="310"/>
                  </a:lnTo>
                  <a:cubicBezTo>
                    <a:pt x="334" y="310"/>
                    <a:pt x="334" y="298"/>
                    <a:pt x="346" y="298"/>
                  </a:cubicBezTo>
                  <a:close/>
                  <a:moveTo>
                    <a:pt x="334" y="0"/>
                  </a:moveTo>
                  <a:cubicBezTo>
                    <a:pt x="156" y="0"/>
                    <a:pt x="1" y="143"/>
                    <a:pt x="1" y="322"/>
                  </a:cubicBezTo>
                  <a:lnTo>
                    <a:pt x="1" y="4394"/>
                  </a:lnTo>
                  <a:cubicBezTo>
                    <a:pt x="1" y="4572"/>
                    <a:pt x="156" y="4715"/>
                    <a:pt x="334" y="4715"/>
                  </a:cubicBezTo>
                  <a:lnTo>
                    <a:pt x="3382" y="4715"/>
                  </a:lnTo>
                  <a:cubicBezTo>
                    <a:pt x="3561" y="4715"/>
                    <a:pt x="3704" y="4572"/>
                    <a:pt x="3704" y="4394"/>
                  </a:cubicBezTo>
                  <a:lnTo>
                    <a:pt x="3704" y="322"/>
                  </a:lnTo>
                  <a:cubicBezTo>
                    <a:pt x="3704" y="143"/>
                    <a:pt x="3561"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64"/>
            <p:cNvSpPr/>
            <p:nvPr/>
          </p:nvSpPr>
          <p:spPr>
            <a:xfrm>
              <a:off x="7724959" y="3509811"/>
              <a:ext cx="139468" cy="31859"/>
            </a:xfrm>
            <a:custGeom>
              <a:avLst/>
              <a:gdLst/>
              <a:ahLst/>
              <a:cxnLst/>
              <a:rect l="l" t="t" r="r" b="b"/>
              <a:pathLst>
                <a:path w="4382" h="1001" extrusionOk="0">
                  <a:moveTo>
                    <a:pt x="4048" y="310"/>
                  </a:moveTo>
                  <a:cubicBezTo>
                    <a:pt x="4048" y="310"/>
                    <a:pt x="4072" y="310"/>
                    <a:pt x="4072" y="322"/>
                  </a:cubicBezTo>
                  <a:lnTo>
                    <a:pt x="4072" y="667"/>
                  </a:lnTo>
                  <a:lnTo>
                    <a:pt x="333" y="679"/>
                  </a:lnTo>
                  <a:cubicBezTo>
                    <a:pt x="333" y="679"/>
                    <a:pt x="322" y="679"/>
                    <a:pt x="322" y="667"/>
                  </a:cubicBezTo>
                  <a:lnTo>
                    <a:pt x="322" y="322"/>
                  </a:lnTo>
                  <a:cubicBezTo>
                    <a:pt x="322" y="322"/>
                    <a:pt x="322" y="310"/>
                    <a:pt x="333" y="310"/>
                  </a:cubicBezTo>
                  <a:close/>
                  <a:moveTo>
                    <a:pt x="333" y="0"/>
                  </a:moveTo>
                  <a:cubicBezTo>
                    <a:pt x="155" y="0"/>
                    <a:pt x="0" y="143"/>
                    <a:pt x="0" y="322"/>
                  </a:cubicBezTo>
                  <a:lnTo>
                    <a:pt x="0" y="667"/>
                  </a:lnTo>
                  <a:cubicBezTo>
                    <a:pt x="0" y="846"/>
                    <a:pt x="155" y="1000"/>
                    <a:pt x="333" y="1000"/>
                  </a:cubicBezTo>
                  <a:lnTo>
                    <a:pt x="4048" y="1000"/>
                  </a:lnTo>
                  <a:cubicBezTo>
                    <a:pt x="4227" y="1000"/>
                    <a:pt x="4382" y="846"/>
                    <a:pt x="4382" y="667"/>
                  </a:cubicBezTo>
                  <a:lnTo>
                    <a:pt x="4382" y="322"/>
                  </a:lnTo>
                  <a:cubicBezTo>
                    <a:pt x="4382" y="143"/>
                    <a:pt x="4227" y="0"/>
                    <a:pt x="4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64"/>
            <p:cNvSpPr/>
            <p:nvPr/>
          </p:nvSpPr>
          <p:spPr>
            <a:xfrm>
              <a:off x="7724577" y="3553001"/>
              <a:ext cx="107259" cy="31477"/>
            </a:xfrm>
            <a:custGeom>
              <a:avLst/>
              <a:gdLst/>
              <a:ahLst/>
              <a:cxnLst/>
              <a:rect l="l" t="t" r="r" b="b"/>
              <a:pathLst>
                <a:path w="3370" h="989" extrusionOk="0">
                  <a:moveTo>
                    <a:pt x="3036" y="310"/>
                  </a:moveTo>
                  <a:cubicBezTo>
                    <a:pt x="3036" y="310"/>
                    <a:pt x="3048" y="310"/>
                    <a:pt x="3048" y="322"/>
                  </a:cubicBezTo>
                  <a:lnTo>
                    <a:pt x="3048" y="667"/>
                  </a:lnTo>
                  <a:lnTo>
                    <a:pt x="334" y="679"/>
                  </a:lnTo>
                  <a:cubicBezTo>
                    <a:pt x="334" y="679"/>
                    <a:pt x="310" y="679"/>
                    <a:pt x="310" y="667"/>
                  </a:cubicBezTo>
                  <a:lnTo>
                    <a:pt x="310" y="322"/>
                  </a:lnTo>
                  <a:cubicBezTo>
                    <a:pt x="310" y="322"/>
                    <a:pt x="310" y="310"/>
                    <a:pt x="334" y="310"/>
                  </a:cubicBezTo>
                  <a:close/>
                  <a:moveTo>
                    <a:pt x="334" y="1"/>
                  </a:moveTo>
                  <a:cubicBezTo>
                    <a:pt x="143" y="1"/>
                    <a:pt x="0" y="144"/>
                    <a:pt x="0" y="322"/>
                  </a:cubicBezTo>
                  <a:lnTo>
                    <a:pt x="0" y="667"/>
                  </a:lnTo>
                  <a:cubicBezTo>
                    <a:pt x="0" y="846"/>
                    <a:pt x="143" y="989"/>
                    <a:pt x="334" y="989"/>
                  </a:cubicBezTo>
                  <a:lnTo>
                    <a:pt x="3036" y="989"/>
                  </a:lnTo>
                  <a:cubicBezTo>
                    <a:pt x="3215" y="989"/>
                    <a:pt x="3370" y="846"/>
                    <a:pt x="3370" y="667"/>
                  </a:cubicBezTo>
                  <a:lnTo>
                    <a:pt x="3370" y="322"/>
                  </a:lnTo>
                  <a:cubicBezTo>
                    <a:pt x="3370" y="144"/>
                    <a:pt x="3227"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64"/>
            <p:cNvSpPr/>
            <p:nvPr/>
          </p:nvSpPr>
          <p:spPr>
            <a:xfrm>
              <a:off x="7724577" y="3595841"/>
              <a:ext cx="64451" cy="10630"/>
            </a:xfrm>
            <a:custGeom>
              <a:avLst/>
              <a:gdLst/>
              <a:ahLst/>
              <a:cxnLst/>
              <a:rect l="l" t="t" r="r" b="b"/>
              <a:pathLst>
                <a:path w="2025" h="334" extrusionOk="0">
                  <a:moveTo>
                    <a:pt x="167" y="0"/>
                  </a:moveTo>
                  <a:cubicBezTo>
                    <a:pt x="72" y="0"/>
                    <a:pt x="0" y="83"/>
                    <a:pt x="0" y="167"/>
                  </a:cubicBezTo>
                  <a:cubicBezTo>
                    <a:pt x="0" y="262"/>
                    <a:pt x="72" y="333"/>
                    <a:pt x="167" y="333"/>
                  </a:cubicBezTo>
                  <a:lnTo>
                    <a:pt x="1858" y="333"/>
                  </a:lnTo>
                  <a:cubicBezTo>
                    <a:pt x="1953" y="333"/>
                    <a:pt x="2024" y="262"/>
                    <a:pt x="2024" y="167"/>
                  </a:cubicBezTo>
                  <a:cubicBezTo>
                    <a:pt x="2012" y="83"/>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64"/>
            <p:cNvSpPr/>
            <p:nvPr/>
          </p:nvSpPr>
          <p:spPr>
            <a:xfrm>
              <a:off x="7799977" y="3595841"/>
              <a:ext cx="32241" cy="10630"/>
            </a:xfrm>
            <a:custGeom>
              <a:avLst/>
              <a:gdLst/>
              <a:ahLst/>
              <a:cxnLst/>
              <a:rect l="l" t="t" r="r" b="b"/>
              <a:pathLst>
                <a:path w="1013" h="334" extrusionOk="0">
                  <a:moveTo>
                    <a:pt x="167" y="0"/>
                  </a:moveTo>
                  <a:cubicBezTo>
                    <a:pt x="72" y="0"/>
                    <a:pt x="1" y="83"/>
                    <a:pt x="1" y="167"/>
                  </a:cubicBezTo>
                  <a:cubicBezTo>
                    <a:pt x="1" y="262"/>
                    <a:pt x="72" y="333"/>
                    <a:pt x="167" y="333"/>
                  </a:cubicBezTo>
                  <a:lnTo>
                    <a:pt x="846" y="333"/>
                  </a:lnTo>
                  <a:cubicBezTo>
                    <a:pt x="941" y="333"/>
                    <a:pt x="1013" y="262"/>
                    <a:pt x="1013" y="167"/>
                  </a:cubicBezTo>
                  <a:cubicBezTo>
                    <a:pt x="1001" y="83"/>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64"/>
            <p:cNvSpPr/>
            <p:nvPr/>
          </p:nvSpPr>
          <p:spPr>
            <a:xfrm>
              <a:off x="7724577" y="3628051"/>
              <a:ext cx="21229" cy="10630"/>
            </a:xfrm>
            <a:custGeom>
              <a:avLst/>
              <a:gdLst/>
              <a:ahLst/>
              <a:cxnLst/>
              <a:rect l="l" t="t" r="r" b="b"/>
              <a:pathLst>
                <a:path w="667" h="334" extrusionOk="0">
                  <a:moveTo>
                    <a:pt x="167" y="0"/>
                  </a:moveTo>
                  <a:cubicBezTo>
                    <a:pt x="72" y="0"/>
                    <a:pt x="0" y="83"/>
                    <a:pt x="0" y="167"/>
                  </a:cubicBezTo>
                  <a:cubicBezTo>
                    <a:pt x="0" y="262"/>
                    <a:pt x="72" y="333"/>
                    <a:pt x="167" y="333"/>
                  </a:cubicBezTo>
                  <a:lnTo>
                    <a:pt x="512" y="333"/>
                  </a:lnTo>
                  <a:cubicBezTo>
                    <a:pt x="595" y="333"/>
                    <a:pt x="667" y="262"/>
                    <a:pt x="667" y="167"/>
                  </a:cubicBezTo>
                  <a:cubicBezTo>
                    <a:pt x="667" y="83"/>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7" name="Google Shape;10757;p64"/>
            <p:cNvSpPr/>
            <p:nvPr/>
          </p:nvSpPr>
          <p:spPr>
            <a:xfrm>
              <a:off x="7756787" y="3628051"/>
              <a:ext cx="53438" cy="10630"/>
            </a:xfrm>
            <a:custGeom>
              <a:avLst/>
              <a:gdLst/>
              <a:ahLst/>
              <a:cxnLst/>
              <a:rect l="l" t="t" r="r" b="b"/>
              <a:pathLst>
                <a:path w="1679" h="334" extrusionOk="0">
                  <a:moveTo>
                    <a:pt x="167" y="0"/>
                  </a:moveTo>
                  <a:cubicBezTo>
                    <a:pt x="72" y="0"/>
                    <a:pt x="0" y="83"/>
                    <a:pt x="0" y="167"/>
                  </a:cubicBezTo>
                  <a:cubicBezTo>
                    <a:pt x="0" y="262"/>
                    <a:pt x="72" y="333"/>
                    <a:pt x="167" y="333"/>
                  </a:cubicBezTo>
                  <a:lnTo>
                    <a:pt x="1524" y="333"/>
                  </a:lnTo>
                  <a:cubicBezTo>
                    <a:pt x="1608" y="333"/>
                    <a:pt x="1679" y="262"/>
                    <a:pt x="1679" y="167"/>
                  </a:cubicBezTo>
                  <a:cubicBezTo>
                    <a:pt x="1679" y="83"/>
                    <a:pt x="1608"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8" name="Google Shape;10758;p64"/>
            <p:cNvSpPr/>
            <p:nvPr/>
          </p:nvSpPr>
          <p:spPr>
            <a:xfrm>
              <a:off x="7724577" y="3650012"/>
              <a:ext cx="21229" cy="10280"/>
            </a:xfrm>
            <a:custGeom>
              <a:avLst/>
              <a:gdLst/>
              <a:ahLst/>
              <a:cxnLst/>
              <a:rect l="l" t="t" r="r" b="b"/>
              <a:pathLst>
                <a:path w="667" h="323" extrusionOk="0">
                  <a:moveTo>
                    <a:pt x="167" y="1"/>
                  </a:moveTo>
                  <a:cubicBezTo>
                    <a:pt x="72" y="1"/>
                    <a:pt x="0" y="72"/>
                    <a:pt x="0" y="167"/>
                  </a:cubicBezTo>
                  <a:cubicBezTo>
                    <a:pt x="0" y="251"/>
                    <a:pt x="72" y="322"/>
                    <a:pt x="167" y="322"/>
                  </a:cubicBezTo>
                  <a:lnTo>
                    <a:pt x="512" y="322"/>
                  </a:lnTo>
                  <a:cubicBezTo>
                    <a:pt x="595" y="322"/>
                    <a:pt x="667" y="251"/>
                    <a:pt x="667" y="167"/>
                  </a:cubicBezTo>
                  <a:cubicBezTo>
                    <a:pt x="655"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64"/>
            <p:cNvSpPr/>
            <p:nvPr/>
          </p:nvSpPr>
          <p:spPr>
            <a:xfrm>
              <a:off x="7756787" y="3650012"/>
              <a:ext cx="53438" cy="10280"/>
            </a:xfrm>
            <a:custGeom>
              <a:avLst/>
              <a:gdLst/>
              <a:ahLst/>
              <a:cxnLst/>
              <a:rect l="l" t="t" r="r" b="b"/>
              <a:pathLst>
                <a:path w="1679" h="323" extrusionOk="0">
                  <a:moveTo>
                    <a:pt x="167" y="1"/>
                  </a:moveTo>
                  <a:cubicBezTo>
                    <a:pt x="72" y="1"/>
                    <a:pt x="0" y="72"/>
                    <a:pt x="0" y="167"/>
                  </a:cubicBezTo>
                  <a:cubicBezTo>
                    <a:pt x="0" y="251"/>
                    <a:pt x="72" y="322"/>
                    <a:pt x="167" y="322"/>
                  </a:cubicBezTo>
                  <a:lnTo>
                    <a:pt x="1524" y="322"/>
                  </a:lnTo>
                  <a:cubicBezTo>
                    <a:pt x="1608" y="322"/>
                    <a:pt x="1679" y="251"/>
                    <a:pt x="1679" y="167"/>
                  </a:cubicBezTo>
                  <a:cubicBezTo>
                    <a:pt x="1679" y="72"/>
                    <a:pt x="1608"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64"/>
            <p:cNvSpPr/>
            <p:nvPr/>
          </p:nvSpPr>
          <p:spPr>
            <a:xfrm>
              <a:off x="7719262" y="3466621"/>
              <a:ext cx="10630" cy="10630"/>
            </a:xfrm>
            <a:custGeom>
              <a:avLst/>
              <a:gdLst/>
              <a:ahLst/>
              <a:cxnLst/>
              <a:rect l="l" t="t" r="r" b="b"/>
              <a:pathLst>
                <a:path w="334" h="334" extrusionOk="0">
                  <a:moveTo>
                    <a:pt x="167" y="0"/>
                  </a:moveTo>
                  <a:cubicBezTo>
                    <a:pt x="84" y="0"/>
                    <a:pt x="0" y="71"/>
                    <a:pt x="0" y="167"/>
                  </a:cubicBezTo>
                  <a:cubicBezTo>
                    <a:pt x="0" y="250"/>
                    <a:pt x="84" y="333"/>
                    <a:pt x="167" y="333"/>
                  </a:cubicBezTo>
                  <a:cubicBezTo>
                    <a:pt x="262" y="333"/>
                    <a:pt x="334" y="250"/>
                    <a:pt x="334" y="167"/>
                  </a:cubicBezTo>
                  <a:cubicBezTo>
                    <a:pt x="322" y="60"/>
                    <a:pt x="239"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1" name="Google Shape;10761;p64"/>
          <p:cNvGrpSpPr/>
          <p:nvPr/>
        </p:nvGrpSpPr>
        <p:grpSpPr>
          <a:xfrm>
            <a:off x="6707084" y="3213153"/>
            <a:ext cx="261145" cy="308504"/>
            <a:chOff x="6707084" y="3387403"/>
            <a:chExt cx="261145" cy="308504"/>
          </a:xfrm>
        </p:grpSpPr>
        <p:sp>
          <p:nvSpPr>
            <p:cNvPr id="10762" name="Google Shape;10762;p64"/>
            <p:cNvSpPr/>
            <p:nvPr/>
          </p:nvSpPr>
          <p:spPr>
            <a:xfrm>
              <a:off x="6726053" y="3542403"/>
              <a:ext cx="68238" cy="153504"/>
            </a:xfrm>
            <a:custGeom>
              <a:avLst/>
              <a:gdLst/>
              <a:ahLst/>
              <a:cxnLst/>
              <a:rect l="l" t="t" r="r" b="b"/>
              <a:pathLst>
                <a:path w="2144" h="4823" extrusionOk="0">
                  <a:moveTo>
                    <a:pt x="1203" y="286"/>
                  </a:moveTo>
                  <a:cubicBezTo>
                    <a:pt x="1381" y="286"/>
                    <a:pt x="1524" y="417"/>
                    <a:pt x="1524" y="596"/>
                  </a:cubicBezTo>
                  <a:lnTo>
                    <a:pt x="1524" y="893"/>
                  </a:lnTo>
                  <a:cubicBezTo>
                    <a:pt x="1524" y="1143"/>
                    <a:pt x="1310" y="1358"/>
                    <a:pt x="1060" y="1358"/>
                  </a:cubicBezTo>
                  <a:cubicBezTo>
                    <a:pt x="810" y="1358"/>
                    <a:pt x="596" y="1143"/>
                    <a:pt x="596" y="893"/>
                  </a:cubicBezTo>
                  <a:lnTo>
                    <a:pt x="596" y="596"/>
                  </a:lnTo>
                  <a:cubicBezTo>
                    <a:pt x="596" y="417"/>
                    <a:pt x="726" y="286"/>
                    <a:pt x="905" y="286"/>
                  </a:cubicBezTo>
                  <a:close/>
                  <a:moveTo>
                    <a:pt x="1227" y="1643"/>
                  </a:moveTo>
                  <a:lnTo>
                    <a:pt x="1227" y="1715"/>
                  </a:lnTo>
                  <a:cubicBezTo>
                    <a:pt x="1227" y="1774"/>
                    <a:pt x="1238" y="1822"/>
                    <a:pt x="1262" y="1858"/>
                  </a:cubicBezTo>
                  <a:lnTo>
                    <a:pt x="1060" y="2036"/>
                  </a:lnTo>
                  <a:lnTo>
                    <a:pt x="846" y="1846"/>
                  </a:lnTo>
                  <a:cubicBezTo>
                    <a:pt x="881" y="1798"/>
                    <a:pt x="893" y="1762"/>
                    <a:pt x="893" y="1703"/>
                  </a:cubicBezTo>
                  <a:lnTo>
                    <a:pt x="893" y="1643"/>
                  </a:lnTo>
                  <a:close/>
                  <a:moveTo>
                    <a:pt x="1060" y="2036"/>
                  </a:moveTo>
                  <a:cubicBezTo>
                    <a:pt x="1060" y="2048"/>
                    <a:pt x="1057" y="2054"/>
                    <a:pt x="1055" y="2054"/>
                  </a:cubicBezTo>
                  <a:cubicBezTo>
                    <a:pt x="1054" y="2054"/>
                    <a:pt x="1054" y="2048"/>
                    <a:pt x="1060" y="2036"/>
                  </a:cubicBezTo>
                  <a:close/>
                  <a:moveTo>
                    <a:pt x="905" y="0"/>
                  </a:moveTo>
                  <a:cubicBezTo>
                    <a:pt x="584"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36" y="3870"/>
                    <a:pt x="107" y="3965"/>
                  </a:cubicBezTo>
                  <a:lnTo>
                    <a:pt x="250" y="4179"/>
                  </a:lnTo>
                  <a:cubicBezTo>
                    <a:pt x="286" y="4227"/>
                    <a:pt x="310" y="4298"/>
                    <a:pt x="310" y="4358"/>
                  </a:cubicBezTo>
                  <a:lnTo>
                    <a:pt x="310" y="4679"/>
                  </a:lnTo>
                  <a:cubicBezTo>
                    <a:pt x="310" y="4751"/>
                    <a:pt x="369" y="4822"/>
                    <a:pt x="465" y="4822"/>
                  </a:cubicBezTo>
                  <a:cubicBezTo>
                    <a:pt x="536" y="4822"/>
                    <a:pt x="607" y="4763"/>
                    <a:pt x="607" y="4679"/>
                  </a:cubicBezTo>
                  <a:lnTo>
                    <a:pt x="607" y="4358"/>
                  </a:lnTo>
                  <a:cubicBezTo>
                    <a:pt x="607" y="4239"/>
                    <a:pt x="584" y="4120"/>
                    <a:pt x="512" y="4036"/>
                  </a:cubicBezTo>
                  <a:lnTo>
                    <a:pt x="357" y="3810"/>
                  </a:lnTo>
                  <a:cubicBezTo>
                    <a:pt x="334" y="3763"/>
                    <a:pt x="298" y="3691"/>
                    <a:pt x="298" y="3632"/>
                  </a:cubicBezTo>
                  <a:lnTo>
                    <a:pt x="298" y="2298"/>
                  </a:lnTo>
                  <a:cubicBezTo>
                    <a:pt x="298" y="2239"/>
                    <a:pt x="334" y="2179"/>
                    <a:pt x="381" y="2143"/>
                  </a:cubicBezTo>
                  <a:lnTo>
                    <a:pt x="643" y="2024"/>
                  </a:lnTo>
                  <a:lnTo>
                    <a:pt x="857" y="2251"/>
                  </a:lnTo>
                  <a:cubicBezTo>
                    <a:pt x="929" y="2310"/>
                    <a:pt x="1000" y="2334"/>
                    <a:pt x="1072" y="2334"/>
                  </a:cubicBezTo>
                  <a:cubicBezTo>
                    <a:pt x="1143" y="2334"/>
                    <a:pt x="1227" y="2310"/>
                    <a:pt x="1286" y="2251"/>
                  </a:cubicBezTo>
                  <a:lnTo>
                    <a:pt x="1500" y="2024"/>
                  </a:lnTo>
                  <a:lnTo>
                    <a:pt x="1762" y="2143"/>
                  </a:lnTo>
                  <a:cubicBezTo>
                    <a:pt x="1822" y="2179"/>
                    <a:pt x="1846" y="2239"/>
                    <a:pt x="1846" y="2298"/>
                  </a:cubicBezTo>
                  <a:lnTo>
                    <a:pt x="1846" y="3632"/>
                  </a:lnTo>
                  <a:cubicBezTo>
                    <a:pt x="1846" y="3691"/>
                    <a:pt x="1834" y="3751"/>
                    <a:pt x="1786" y="3810"/>
                  </a:cubicBezTo>
                  <a:lnTo>
                    <a:pt x="1643" y="4036"/>
                  </a:lnTo>
                  <a:cubicBezTo>
                    <a:pt x="1572" y="4144"/>
                    <a:pt x="1536" y="4239"/>
                    <a:pt x="1536" y="4358"/>
                  </a:cubicBezTo>
                  <a:lnTo>
                    <a:pt x="1536" y="4679"/>
                  </a:lnTo>
                  <a:cubicBezTo>
                    <a:pt x="1536" y="4751"/>
                    <a:pt x="1596" y="4822"/>
                    <a:pt x="1679" y="4822"/>
                  </a:cubicBezTo>
                  <a:cubicBezTo>
                    <a:pt x="1750" y="4822"/>
                    <a:pt x="1834" y="4763"/>
                    <a:pt x="1834" y="4679"/>
                  </a:cubicBezTo>
                  <a:lnTo>
                    <a:pt x="1834" y="4358"/>
                  </a:lnTo>
                  <a:cubicBezTo>
                    <a:pt x="1834" y="4298"/>
                    <a:pt x="1846" y="4239"/>
                    <a:pt x="1893" y="4179"/>
                  </a:cubicBezTo>
                  <a:lnTo>
                    <a:pt x="2036" y="3965"/>
                  </a:lnTo>
                  <a:cubicBezTo>
                    <a:pt x="2096" y="3858"/>
                    <a:pt x="2143" y="3751"/>
                    <a:pt x="2143" y="3632"/>
                  </a:cubicBezTo>
                  <a:lnTo>
                    <a:pt x="2143" y="2298"/>
                  </a:lnTo>
                  <a:cubicBezTo>
                    <a:pt x="2096" y="2120"/>
                    <a:pt x="2012" y="1965"/>
                    <a:pt x="1858"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64"/>
            <p:cNvSpPr/>
            <p:nvPr/>
          </p:nvSpPr>
          <p:spPr>
            <a:xfrm>
              <a:off x="6803362" y="3542403"/>
              <a:ext cx="68238" cy="153504"/>
            </a:xfrm>
            <a:custGeom>
              <a:avLst/>
              <a:gdLst/>
              <a:ahLst/>
              <a:cxnLst/>
              <a:rect l="l" t="t" r="r" b="b"/>
              <a:pathLst>
                <a:path w="2144" h="4823" extrusionOk="0">
                  <a:moveTo>
                    <a:pt x="1203" y="286"/>
                  </a:moveTo>
                  <a:cubicBezTo>
                    <a:pt x="1381" y="286"/>
                    <a:pt x="1512" y="417"/>
                    <a:pt x="1512" y="596"/>
                  </a:cubicBezTo>
                  <a:lnTo>
                    <a:pt x="1512" y="893"/>
                  </a:lnTo>
                  <a:cubicBezTo>
                    <a:pt x="1512" y="1143"/>
                    <a:pt x="1310" y="1358"/>
                    <a:pt x="1060" y="1358"/>
                  </a:cubicBezTo>
                  <a:cubicBezTo>
                    <a:pt x="798" y="1358"/>
                    <a:pt x="595" y="1143"/>
                    <a:pt x="595" y="893"/>
                  </a:cubicBezTo>
                  <a:lnTo>
                    <a:pt x="595" y="596"/>
                  </a:lnTo>
                  <a:cubicBezTo>
                    <a:pt x="595" y="417"/>
                    <a:pt x="726" y="286"/>
                    <a:pt x="905" y="286"/>
                  </a:cubicBezTo>
                  <a:close/>
                  <a:moveTo>
                    <a:pt x="1215" y="1643"/>
                  </a:moveTo>
                  <a:lnTo>
                    <a:pt x="1215" y="1715"/>
                  </a:lnTo>
                  <a:cubicBezTo>
                    <a:pt x="1215" y="1774"/>
                    <a:pt x="1226" y="1822"/>
                    <a:pt x="1262" y="1858"/>
                  </a:cubicBezTo>
                  <a:lnTo>
                    <a:pt x="1060" y="2036"/>
                  </a:lnTo>
                  <a:lnTo>
                    <a:pt x="845" y="1846"/>
                  </a:lnTo>
                  <a:cubicBezTo>
                    <a:pt x="881" y="1798"/>
                    <a:pt x="893" y="1762"/>
                    <a:pt x="893" y="1703"/>
                  </a:cubicBezTo>
                  <a:lnTo>
                    <a:pt x="893" y="1643"/>
                  </a:lnTo>
                  <a:close/>
                  <a:moveTo>
                    <a:pt x="1060" y="2036"/>
                  </a:moveTo>
                  <a:cubicBezTo>
                    <a:pt x="1060" y="2048"/>
                    <a:pt x="1054" y="2054"/>
                    <a:pt x="1051" y="2054"/>
                  </a:cubicBezTo>
                  <a:cubicBezTo>
                    <a:pt x="1048" y="2054"/>
                    <a:pt x="1048" y="2048"/>
                    <a:pt x="1060" y="2036"/>
                  </a:cubicBezTo>
                  <a:close/>
                  <a:moveTo>
                    <a:pt x="905" y="0"/>
                  </a:moveTo>
                  <a:cubicBezTo>
                    <a:pt x="583"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24" y="3870"/>
                    <a:pt x="107" y="3965"/>
                  </a:cubicBezTo>
                  <a:lnTo>
                    <a:pt x="250" y="4179"/>
                  </a:lnTo>
                  <a:cubicBezTo>
                    <a:pt x="286" y="4227"/>
                    <a:pt x="310" y="4298"/>
                    <a:pt x="310" y="4358"/>
                  </a:cubicBezTo>
                  <a:lnTo>
                    <a:pt x="310" y="4679"/>
                  </a:lnTo>
                  <a:cubicBezTo>
                    <a:pt x="310" y="4751"/>
                    <a:pt x="369" y="4822"/>
                    <a:pt x="464" y="4822"/>
                  </a:cubicBezTo>
                  <a:cubicBezTo>
                    <a:pt x="548" y="4822"/>
                    <a:pt x="607" y="4763"/>
                    <a:pt x="607" y="4679"/>
                  </a:cubicBezTo>
                  <a:lnTo>
                    <a:pt x="607" y="4358"/>
                  </a:lnTo>
                  <a:cubicBezTo>
                    <a:pt x="607" y="4239"/>
                    <a:pt x="583" y="4120"/>
                    <a:pt x="500" y="4036"/>
                  </a:cubicBezTo>
                  <a:lnTo>
                    <a:pt x="357" y="3810"/>
                  </a:lnTo>
                  <a:cubicBezTo>
                    <a:pt x="322" y="3763"/>
                    <a:pt x="298" y="3691"/>
                    <a:pt x="298" y="3632"/>
                  </a:cubicBezTo>
                  <a:lnTo>
                    <a:pt x="298" y="2298"/>
                  </a:lnTo>
                  <a:cubicBezTo>
                    <a:pt x="298" y="2239"/>
                    <a:pt x="322" y="2179"/>
                    <a:pt x="381" y="2143"/>
                  </a:cubicBezTo>
                  <a:lnTo>
                    <a:pt x="631" y="2024"/>
                  </a:lnTo>
                  <a:lnTo>
                    <a:pt x="857" y="2251"/>
                  </a:lnTo>
                  <a:cubicBezTo>
                    <a:pt x="917" y="2310"/>
                    <a:pt x="1000" y="2334"/>
                    <a:pt x="1072" y="2334"/>
                  </a:cubicBezTo>
                  <a:cubicBezTo>
                    <a:pt x="1143" y="2334"/>
                    <a:pt x="1215" y="2310"/>
                    <a:pt x="1274" y="2251"/>
                  </a:cubicBezTo>
                  <a:lnTo>
                    <a:pt x="1500" y="2024"/>
                  </a:lnTo>
                  <a:lnTo>
                    <a:pt x="1750" y="2143"/>
                  </a:lnTo>
                  <a:cubicBezTo>
                    <a:pt x="1810" y="2179"/>
                    <a:pt x="1846" y="2239"/>
                    <a:pt x="1846" y="2298"/>
                  </a:cubicBezTo>
                  <a:lnTo>
                    <a:pt x="1846" y="3632"/>
                  </a:lnTo>
                  <a:cubicBezTo>
                    <a:pt x="1846" y="3691"/>
                    <a:pt x="1834" y="3751"/>
                    <a:pt x="1786" y="3810"/>
                  </a:cubicBezTo>
                  <a:lnTo>
                    <a:pt x="1631" y="4036"/>
                  </a:lnTo>
                  <a:cubicBezTo>
                    <a:pt x="1572" y="4144"/>
                    <a:pt x="1524" y="4239"/>
                    <a:pt x="1524" y="4358"/>
                  </a:cubicBezTo>
                  <a:lnTo>
                    <a:pt x="1524" y="4679"/>
                  </a:lnTo>
                  <a:cubicBezTo>
                    <a:pt x="1524" y="4751"/>
                    <a:pt x="1596" y="4822"/>
                    <a:pt x="1679" y="4822"/>
                  </a:cubicBezTo>
                  <a:cubicBezTo>
                    <a:pt x="1750" y="4822"/>
                    <a:pt x="1822" y="4763"/>
                    <a:pt x="1822" y="4679"/>
                  </a:cubicBezTo>
                  <a:lnTo>
                    <a:pt x="1822" y="4358"/>
                  </a:lnTo>
                  <a:cubicBezTo>
                    <a:pt x="1822" y="4298"/>
                    <a:pt x="1846" y="4239"/>
                    <a:pt x="1893" y="4179"/>
                  </a:cubicBezTo>
                  <a:lnTo>
                    <a:pt x="2036" y="3965"/>
                  </a:lnTo>
                  <a:cubicBezTo>
                    <a:pt x="2096" y="3858"/>
                    <a:pt x="2143" y="3751"/>
                    <a:pt x="2143" y="3632"/>
                  </a:cubicBezTo>
                  <a:lnTo>
                    <a:pt x="2143" y="2298"/>
                  </a:lnTo>
                  <a:cubicBezTo>
                    <a:pt x="2096" y="2120"/>
                    <a:pt x="2012" y="1965"/>
                    <a:pt x="1857"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64"/>
            <p:cNvSpPr/>
            <p:nvPr/>
          </p:nvSpPr>
          <p:spPr>
            <a:xfrm>
              <a:off x="6880289" y="3542403"/>
              <a:ext cx="68620" cy="153504"/>
            </a:xfrm>
            <a:custGeom>
              <a:avLst/>
              <a:gdLst/>
              <a:ahLst/>
              <a:cxnLst/>
              <a:rect l="l" t="t" r="r" b="b"/>
              <a:pathLst>
                <a:path w="2156" h="4823" extrusionOk="0">
                  <a:moveTo>
                    <a:pt x="1214" y="286"/>
                  </a:moveTo>
                  <a:cubicBezTo>
                    <a:pt x="1393" y="286"/>
                    <a:pt x="1524" y="417"/>
                    <a:pt x="1524" y="596"/>
                  </a:cubicBezTo>
                  <a:lnTo>
                    <a:pt x="1524" y="893"/>
                  </a:lnTo>
                  <a:cubicBezTo>
                    <a:pt x="1524" y="1143"/>
                    <a:pt x="1322" y="1358"/>
                    <a:pt x="1060" y="1358"/>
                  </a:cubicBezTo>
                  <a:cubicBezTo>
                    <a:pt x="810" y="1358"/>
                    <a:pt x="607" y="1143"/>
                    <a:pt x="607" y="893"/>
                  </a:cubicBezTo>
                  <a:lnTo>
                    <a:pt x="607" y="596"/>
                  </a:lnTo>
                  <a:cubicBezTo>
                    <a:pt x="607" y="417"/>
                    <a:pt x="738" y="286"/>
                    <a:pt x="917" y="286"/>
                  </a:cubicBezTo>
                  <a:close/>
                  <a:moveTo>
                    <a:pt x="1226" y="1643"/>
                  </a:moveTo>
                  <a:lnTo>
                    <a:pt x="1226" y="1715"/>
                  </a:lnTo>
                  <a:cubicBezTo>
                    <a:pt x="1226" y="1774"/>
                    <a:pt x="1238" y="1822"/>
                    <a:pt x="1274" y="1858"/>
                  </a:cubicBezTo>
                  <a:lnTo>
                    <a:pt x="1060" y="2036"/>
                  </a:lnTo>
                  <a:lnTo>
                    <a:pt x="857" y="1846"/>
                  </a:lnTo>
                  <a:cubicBezTo>
                    <a:pt x="881" y="1798"/>
                    <a:pt x="893" y="1762"/>
                    <a:pt x="893" y="1703"/>
                  </a:cubicBezTo>
                  <a:lnTo>
                    <a:pt x="893" y="1643"/>
                  </a:lnTo>
                  <a:close/>
                  <a:moveTo>
                    <a:pt x="917" y="0"/>
                  </a:moveTo>
                  <a:cubicBezTo>
                    <a:pt x="583" y="0"/>
                    <a:pt x="322" y="274"/>
                    <a:pt x="322" y="596"/>
                  </a:cubicBezTo>
                  <a:lnTo>
                    <a:pt x="322" y="893"/>
                  </a:lnTo>
                  <a:cubicBezTo>
                    <a:pt x="322" y="1143"/>
                    <a:pt x="441" y="1358"/>
                    <a:pt x="619" y="1489"/>
                  </a:cubicBezTo>
                  <a:lnTo>
                    <a:pt x="619" y="1703"/>
                  </a:lnTo>
                  <a:lnTo>
                    <a:pt x="619" y="1715"/>
                  </a:lnTo>
                  <a:lnTo>
                    <a:pt x="262" y="1893"/>
                  </a:lnTo>
                  <a:cubicBezTo>
                    <a:pt x="107" y="1965"/>
                    <a:pt x="0" y="2120"/>
                    <a:pt x="0" y="2298"/>
                  </a:cubicBezTo>
                  <a:lnTo>
                    <a:pt x="0" y="3632"/>
                  </a:lnTo>
                  <a:cubicBezTo>
                    <a:pt x="0" y="3751"/>
                    <a:pt x="36" y="3870"/>
                    <a:pt x="107" y="3965"/>
                  </a:cubicBezTo>
                  <a:lnTo>
                    <a:pt x="262" y="4179"/>
                  </a:lnTo>
                  <a:cubicBezTo>
                    <a:pt x="286" y="4227"/>
                    <a:pt x="322" y="4298"/>
                    <a:pt x="322" y="4358"/>
                  </a:cubicBezTo>
                  <a:lnTo>
                    <a:pt x="322" y="4679"/>
                  </a:lnTo>
                  <a:cubicBezTo>
                    <a:pt x="322" y="4751"/>
                    <a:pt x="381" y="4822"/>
                    <a:pt x="464" y="4822"/>
                  </a:cubicBezTo>
                  <a:cubicBezTo>
                    <a:pt x="548" y="4822"/>
                    <a:pt x="619" y="4763"/>
                    <a:pt x="619" y="4679"/>
                  </a:cubicBezTo>
                  <a:lnTo>
                    <a:pt x="619" y="4358"/>
                  </a:lnTo>
                  <a:cubicBezTo>
                    <a:pt x="619" y="4239"/>
                    <a:pt x="583" y="4120"/>
                    <a:pt x="512" y="4036"/>
                  </a:cubicBezTo>
                  <a:lnTo>
                    <a:pt x="369" y="3810"/>
                  </a:lnTo>
                  <a:cubicBezTo>
                    <a:pt x="333" y="3763"/>
                    <a:pt x="298" y="3691"/>
                    <a:pt x="298" y="3632"/>
                  </a:cubicBezTo>
                  <a:lnTo>
                    <a:pt x="298" y="2298"/>
                  </a:lnTo>
                  <a:cubicBezTo>
                    <a:pt x="298" y="2239"/>
                    <a:pt x="333" y="2179"/>
                    <a:pt x="393" y="2143"/>
                  </a:cubicBezTo>
                  <a:lnTo>
                    <a:pt x="643" y="2024"/>
                  </a:lnTo>
                  <a:lnTo>
                    <a:pt x="869" y="2251"/>
                  </a:lnTo>
                  <a:cubicBezTo>
                    <a:pt x="929" y="2310"/>
                    <a:pt x="1000" y="2334"/>
                    <a:pt x="1072" y="2334"/>
                  </a:cubicBezTo>
                  <a:cubicBezTo>
                    <a:pt x="1155" y="2334"/>
                    <a:pt x="1226" y="2310"/>
                    <a:pt x="1286" y="2251"/>
                  </a:cubicBezTo>
                  <a:lnTo>
                    <a:pt x="1512" y="2024"/>
                  </a:lnTo>
                  <a:lnTo>
                    <a:pt x="1762" y="2143"/>
                  </a:lnTo>
                  <a:cubicBezTo>
                    <a:pt x="1822" y="2179"/>
                    <a:pt x="1857" y="2239"/>
                    <a:pt x="1857" y="2298"/>
                  </a:cubicBezTo>
                  <a:lnTo>
                    <a:pt x="1857" y="3632"/>
                  </a:lnTo>
                  <a:cubicBezTo>
                    <a:pt x="1857" y="3691"/>
                    <a:pt x="1834" y="3751"/>
                    <a:pt x="1786" y="3810"/>
                  </a:cubicBezTo>
                  <a:lnTo>
                    <a:pt x="1643" y="4036"/>
                  </a:lnTo>
                  <a:cubicBezTo>
                    <a:pt x="1584" y="4144"/>
                    <a:pt x="1536" y="4239"/>
                    <a:pt x="1536" y="4358"/>
                  </a:cubicBezTo>
                  <a:lnTo>
                    <a:pt x="1536" y="4679"/>
                  </a:lnTo>
                  <a:cubicBezTo>
                    <a:pt x="1536" y="4751"/>
                    <a:pt x="1595" y="4822"/>
                    <a:pt x="1691" y="4822"/>
                  </a:cubicBezTo>
                  <a:cubicBezTo>
                    <a:pt x="1762" y="4822"/>
                    <a:pt x="1834" y="4763"/>
                    <a:pt x="1834" y="4679"/>
                  </a:cubicBezTo>
                  <a:lnTo>
                    <a:pt x="1834" y="4358"/>
                  </a:lnTo>
                  <a:cubicBezTo>
                    <a:pt x="1834" y="4298"/>
                    <a:pt x="1846" y="4239"/>
                    <a:pt x="1893" y="4179"/>
                  </a:cubicBezTo>
                  <a:lnTo>
                    <a:pt x="2048" y="3965"/>
                  </a:lnTo>
                  <a:cubicBezTo>
                    <a:pt x="2107" y="3858"/>
                    <a:pt x="2155" y="3751"/>
                    <a:pt x="2155" y="3632"/>
                  </a:cubicBezTo>
                  <a:lnTo>
                    <a:pt x="2155" y="2298"/>
                  </a:lnTo>
                  <a:cubicBezTo>
                    <a:pt x="2107" y="2120"/>
                    <a:pt x="2012" y="1965"/>
                    <a:pt x="1869" y="1893"/>
                  </a:cubicBezTo>
                  <a:lnTo>
                    <a:pt x="1512" y="1715"/>
                  </a:lnTo>
                  <a:lnTo>
                    <a:pt x="1512" y="1703"/>
                  </a:lnTo>
                  <a:lnTo>
                    <a:pt x="1512" y="1489"/>
                  </a:lnTo>
                  <a:cubicBezTo>
                    <a:pt x="1691" y="1358"/>
                    <a:pt x="1810" y="1131"/>
                    <a:pt x="1810" y="893"/>
                  </a:cubicBezTo>
                  <a:lnTo>
                    <a:pt x="1810" y="596"/>
                  </a:lnTo>
                  <a:cubicBezTo>
                    <a:pt x="1810" y="274"/>
                    <a:pt x="1536" y="0"/>
                    <a:pt x="1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64"/>
            <p:cNvSpPr/>
            <p:nvPr/>
          </p:nvSpPr>
          <p:spPr>
            <a:xfrm>
              <a:off x="6707084" y="3387403"/>
              <a:ext cx="261145" cy="183072"/>
            </a:xfrm>
            <a:custGeom>
              <a:avLst/>
              <a:gdLst/>
              <a:ahLst/>
              <a:cxnLst/>
              <a:rect l="l" t="t" r="r" b="b"/>
              <a:pathLst>
                <a:path w="8205" h="5752" extrusionOk="0">
                  <a:moveTo>
                    <a:pt x="2727" y="536"/>
                  </a:moveTo>
                  <a:cubicBezTo>
                    <a:pt x="2501" y="715"/>
                    <a:pt x="2311" y="953"/>
                    <a:pt x="2132" y="1227"/>
                  </a:cubicBezTo>
                  <a:cubicBezTo>
                    <a:pt x="2013" y="1417"/>
                    <a:pt x="1906" y="1608"/>
                    <a:pt x="1799" y="1822"/>
                  </a:cubicBezTo>
                  <a:lnTo>
                    <a:pt x="1013" y="1822"/>
                  </a:lnTo>
                  <a:cubicBezTo>
                    <a:pt x="1465" y="1239"/>
                    <a:pt x="2037" y="798"/>
                    <a:pt x="2727" y="536"/>
                  </a:cubicBezTo>
                  <a:close/>
                  <a:moveTo>
                    <a:pt x="3930" y="286"/>
                  </a:moveTo>
                  <a:lnTo>
                    <a:pt x="3930" y="1822"/>
                  </a:lnTo>
                  <a:lnTo>
                    <a:pt x="2120" y="1822"/>
                  </a:lnTo>
                  <a:cubicBezTo>
                    <a:pt x="2537" y="941"/>
                    <a:pt x="3192" y="358"/>
                    <a:pt x="3930" y="286"/>
                  </a:cubicBezTo>
                  <a:close/>
                  <a:moveTo>
                    <a:pt x="4216" y="286"/>
                  </a:moveTo>
                  <a:cubicBezTo>
                    <a:pt x="4954" y="346"/>
                    <a:pt x="5609" y="941"/>
                    <a:pt x="6025" y="1822"/>
                  </a:cubicBezTo>
                  <a:lnTo>
                    <a:pt x="4216" y="1822"/>
                  </a:lnTo>
                  <a:lnTo>
                    <a:pt x="4216" y="286"/>
                  </a:lnTo>
                  <a:close/>
                  <a:moveTo>
                    <a:pt x="5418" y="536"/>
                  </a:moveTo>
                  <a:cubicBezTo>
                    <a:pt x="6109" y="798"/>
                    <a:pt x="6704" y="1239"/>
                    <a:pt x="7133" y="1822"/>
                  </a:cubicBezTo>
                  <a:lnTo>
                    <a:pt x="6347" y="1822"/>
                  </a:lnTo>
                  <a:cubicBezTo>
                    <a:pt x="6252" y="1608"/>
                    <a:pt x="6133" y="1406"/>
                    <a:pt x="6014" y="1227"/>
                  </a:cubicBezTo>
                  <a:cubicBezTo>
                    <a:pt x="5835" y="953"/>
                    <a:pt x="5644" y="715"/>
                    <a:pt x="5418" y="536"/>
                  </a:cubicBezTo>
                  <a:close/>
                  <a:moveTo>
                    <a:pt x="1680" y="2108"/>
                  </a:moveTo>
                  <a:cubicBezTo>
                    <a:pt x="1489" y="2668"/>
                    <a:pt x="1370" y="3299"/>
                    <a:pt x="1358" y="3953"/>
                  </a:cubicBezTo>
                  <a:lnTo>
                    <a:pt x="275" y="3953"/>
                  </a:lnTo>
                  <a:cubicBezTo>
                    <a:pt x="299" y="3275"/>
                    <a:pt x="489" y="2656"/>
                    <a:pt x="822" y="2108"/>
                  </a:cubicBezTo>
                  <a:close/>
                  <a:moveTo>
                    <a:pt x="3930" y="2108"/>
                  </a:moveTo>
                  <a:lnTo>
                    <a:pt x="3930" y="3953"/>
                  </a:lnTo>
                  <a:lnTo>
                    <a:pt x="1644" y="3953"/>
                  </a:lnTo>
                  <a:cubicBezTo>
                    <a:pt x="1656" y="3275"/>
                    <a:pt x="1787" y="2656"/>
                    <a:pt x="2001" y="2108"/>
                  </a:cubicBezTo>
                  <a:close/>
                  <a:moveTo>
                    <a:pt x="6145" y="2108"/>
                  </a:moveTo>
                  <a:cubicBezTo>
                    <a:pt x="6359" y="2644"/>
                    <a:pt x="6490" y="3263"/>
                    <a:pt x="6502" y="3953"/>
                  </a:cubicBezTo>
                  <a:lnTo>
                    <a:pt x="4216" y="3953"/>
                  </a:lnTo>
                  <a:lnTo>
                    <a:pt x="4216" y="2108"/>
                  </a:lnTo>
                  <a:close/>
                  <a:moveTo>
                    <a:pt x="7311" y="2108"/>
                  </a:moveTo>
                  <a:cubicBezTo>
                    <a:pt x="7633" y="2644"/>
                    <a:pt x="7847" y="3263"/>
                    <a:pt x="7859" y="3953"/>
                  </a:cubicBezTo>
                  <a:lnTo>
                    <a:pt x="6787" y="3953"/>
                  </a:lnTo>
                  <a:cubicBezTo>
                    <a:pt x="6776" y="3299"/>
                    <a:pt x="6656" y="2668"/>
                    <a:pt x="6442" y="2108"/>
                  </a:cubicBezTo>
                  <a:close/>
                  <a:moveTo>
                    <a:pt x="4085" y="1"/>
                  </a:moveTo>
                  <a:cubicBezTo>
                    <a:pt x="2989" y="1"/>
                    <a:pt x="1965" y="429"/>
                    <a:pt x="1192" y="1191"/>
                  </a:cubicBezTo>
                  <a:cubicBezTo>
                    <a:pt x="418" y="1953"/>
                    <a:pt x="1" y="3001"/>
                    <a:pt x="1" y="4084"/>
                  </a:cubicBezTo>
                  <a:cubicBezTo>
                    <a:pt x="1" y="4632"/>
                    <a:pt x="108" y="5156"/>
                    <a:pt x="310" y="5656"/>
                  </a:cubicBezTo>
                  <a:cubicBezTo>
                    <a:pt x="337" y="5719"/>
                    <a:pt x="392" y="5748"/>
                    <a:pt x="443" y="5748"/>
                  </a:cubicBezTo>
                  <a:cubicBezTo>
                    <a:pt x="459" y="5748"/>
                    <a:pt x="475" y="5745"/>
                    <a:pt x="489" y="5739"/>
                  </a:cubicBezTo>
                  <a:cubicBezTo>
                    <a:pt x="560" y="5704"/>
                    <a:pt x="596" y="5620"/>
                    <a:pt x="560" y="5549"/>
                  </a:cubicBezTo>
                  <a:cubicBezTo>
                    <a:pt x="382" y="5144"/>
                    <a:pt x="299" y="4692"/>
                    <a:pt x="287" y="4227"/>
                  </a:cubicBezTo>
                  <a:lnTo>
                    <a:pt x="1370" y="4227"/>
                  </a:lnTo>
                  <a:lnTo>
                    <a:pt x="1370" y="4394"/>
                  </a:lnTo>
                  <a:cubicBezTo>
                    <a:pt x="1370" y="4465"/>
                    <a:pt x="1442" y="4525"/>
                    <a:pt x="1513" y="4525"/>
                  </a:cubicBezTo>
                  <a:cubicBezTo>
                    <a:pt x="1596" y="4525"/>
                    <a:pt x="1656" y="4454"/>
                    <a:pt x="1656" y="4382"/>
                  </a:cubicBezTo>
                  <a:lnTo>
                    <a:pt x="1656" y="4227"/>
                  </a:lnTo>
                  <a:lnTo>
                    <a:pt x="3942" y="4227"/>
                  </a:lnTo>
                  <a:lnTo>
                    <a:pt x="3942" y="4394"/>
                  </a:lnTo>
                  <a:cubicBezTo>
                    <a:pt x="3942" y="4465"/>
                    <a:pt x="4001" y="4549"/>
                    <a:pt x="4097" y="4549"/>
                  </a:cubicBezTo>
                  <a:cubicBezTo>
                    <a:pt x="4168" y="4549"/>
                    <a:pt x="4240" y="4489"/>
                    <a:pt x="4240" y="4394"/>
                  </a:cubicBezTo>
                  <a:lnTo>
                    <a:pt x="4240" y="4227"/>
                  </a:lnTo>
                  <a:lnTo>
                    <a:pt x="6537" y="4227"/>
                  </a:lnTo>
                  <a:lnTo>
                    <a:pt x="6537" y="4382"/>
                  </a:lnTo>
                  <a:cubicBezTo>
                    <a:pt x="6537" y="4454"/>
                    <a:pt x="6597" y="4525"/>
                    <a:pt x="6668" y="4525"/>
                  </a:cubicBezTo>
                  <a:cubicBezTo>
                    <a:pt x="6740" y="4525"/>
                    <a:pt x="6799" y="4465"/>
                    <a:pt x="6823" y="4394"/>
                  </a:cubicBezTo>
                  <a:lnTo>
                    <a:pt x="6823" y="4227"/>
                  </a:lnTo>
                  <a:lnTo>
                    <a:pt x="7907" y="4227"/>
                  </a:lnTo>
                  <a:cubicBezTo>
                    <a:pt x="7895" y="4692"/>
                    <a:pt x="7788" y="5120"/>
                    <a:pt x="7621" y="5549"/>
                  </a:cubicBezTo>
                  <a:cubicBezTo>
                    <a:pt x="7597" y="5632"/>
                    <a:pt x="7621" y="5704"/>
                    <a:pt x="7692" y="5739"/>
                  </a:cubicBezTo>
                  <a:cubicBezTo>
                    <a:pt x="7704" y="5751"/>
                    <a:pt x="7728" y="5751"/>
                    <a:pt x="7752" y="5751"/>
                  </a:cubicBezTo>
                  <a:cubicBezTo>
                    <a:pt x="7811" y="5751"/>
                    <a:pt x="7859" y="5716"/>
                    <a:pt x="7895" y="5656"/>
                  </a:cubicBezTo>
                  <a:cubicBezTo>
                    <a:pt x="8097" y="5168"/>
                    <a:pt x="8204" y="4632"/>
                    <a:pt x="8204" y="4084"/>
                  </a:cubicBezTo>
                  <a:cubicBezTo>
                    <a:pt x="8157" y="3001"/>
                    <a:pt x="7740" y="1965"/>
                    <a:pt x="6966" y="1191"/>
                  </a:cubicBezTo>
                  <a:cubicBezTo>
                    <a:pt x="6192" y="417"/>
                    <a:pt x="5168" y="1"/>
                    <a:pt x="4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6" name="Google Shape;10766;p64"/>
          <p:cNvGrpSpPr/>
          <p:nvPr/>
        </p:nvGrpSpPr>
        <p:grpSpPr>
          <a:xfrm>
            <a:off x="848978" y="4123387"/>
            <a:ext cx="377824" cy="324418"/>
            <a:chOff x="848978" y="4297637"/>
            <a:chExt cx="377824" cy="324418"/>
          </a:xfrm>
        </p:grpSpPr>
        <p:sp>
          <p:nvSpPr>
            <p:cNvPr id="10767" name="Google Shape;10767;p64"/>
            <p:cNvSpPr/>
            <p:nvPr/>
          </p:nvSpPr>
          <p:spPr>
            <a:xfrm>
              <a:off x="848978" y="4297637"/>
              <a:ext cx="377824" cy="324418"/>
            </a:xfrm>
            <a:custGeom>
              <a:avLst/>
              <a:gdLst/>
              <a:ahLst/>
              <a:cxnLst/>
              <a:rect l="l" t="t" r="r" b="b"/>
              <a:pathLst>
                <a:path w="11871" h="10193" extrusionOk="0">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64"/>
            <p:cNvSpPr/>
            <p:nvPr/>
          </p:nvSpPr>
          <p:spPr>
            <a:xfrm>
              <a:off x="1002450" y="4457157"/>
              <a:ext cx="70116" cy="34533"/>
            </a:xfrm>
            <a:custGeom>
              <a:avLst/>
              <a:gdLst/>
              <a:ahLst/>
              <a:cxnLst/>
              <a:rect l="l" t="t" r="r" b="b"/>
              <a:pathLst>
                <a:path w="2203" h="1085" extrusionOk="0">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9" name="Google Shape;10769;p64"/>
          <p:cNvGrpSpPr/>
          <p:nvPr/>
        </p:nvGrpSpPr>
        <p:grpSpPr>
          <a:xfrm>
            <a:off x="1754279" y="4112343"/>
            <a:ext cx="351439" cy="345965"/>
            <a:chOff x="1754279" y="4286593"/>
            <a:chExt cx="351439" cy="345965"/>
          </a:xfrm>
        </p:grpSpPr>
        <p:sp>
          <p:nvSpPr>
            <p:cNvPr id="10770" name="Google Shape;10770;p64"/>
            <p:cNvSpPr/>
            <p:nvPr/>
          </p:nvSpPr>
          <p:spPr>
            <a:xfrm>
              <a:off x="1799379" y="4550857"/>
              <a:ext cx="28422" cy="27117"/>
            </a:xfrm>
            <a:custGeom>
              <a:avLst/>
              <a:gdLst/>
              <a:ahLst/>
              <a:cxnLst/>
              <a:rect l="l" t="t" r="r" b="b"/>
              <a:pathLst>
                <a:path w="893" h="852" extrusionOk="0">
                  <a:moveTo>
                    <a:pt x="708" y="1"/>
                  </a:moveTo>
                  <a:cubicBezTo>
                    <a:pt x="667" y="1"/>
                    <a:pt x="625" y="16"/>
                    <a:pt x="595" y="45"/>
                  </a:cubicBezTo>
                  <a:lnTo>
                    <a:pt x="60" y="581"/>
                  </a:lnTo>
                  <a:cubicBezTo>
                    <a:pt x="0" y="641"/>
                    <a:pt x="0" y="748"/>
                    <a:pt x="60" y="807"/>
                  </a:cubicBezTo>
                  <a:cubicBezTo>
                    <a:pt x="89" y="837"/>
                    <a:pt x="131" y="852"/>
                    <a:pt x="173" y="852"/>
                  </a:cubicBezTo>
                  <a:cubicBezTo>
                    <a:pt x="214" y="852"/>
                    <a:pt x="256" y="837"/>
                    <a:pt x="286" y="807"/>
                  </a:cubicBezTo>
                  <a:lnTo>
                    <a:pt x="822" y="272"/>
                  </a:lnTo>
                  <a:cubicBezTo>
                    <a:pt x="893" y="212"/>
                    <a:pt x="893" y="117"/>
                    <a:pt x="822" y="45"/>
                  </a:cubicBezTo>
                  <a:cubicBezTo>
                    <a:pt x="792" y="16"/>
                    <a:pt x="750" y="1"/>
                    <a:pt x="7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64"/>
            <p:cNvSpPr/>
            <p:nvPr/>
          </p:nvSpPr>
          <p:spPr>
            <a:xfrm>
              <a:off x="1833084" y="4584594"/>
              <a:ext cx="27690" cy="27117"/>
            </a:xfrm>
            <a:custGeom>
              <a:avLst/>
              <a:gdLst/>
              <a:ahLst/>
              <a:cxnLst/>
              <a:rect l="l" t="t" r="r" b="b"/>
              <a:pathLst>
                <a:path w="870" h="852" extrusionOk="0">
                  <a:moveTo>
                    <a:pt x="699" y="0"/>
                  </a:moveTo>
                  <a:cubicBezTo>
                    <a:pt x="659" y="0"/>
                    <a:pt x="620" y="15"/>
                    <a:pt x="596" y="45"/>
                  </a:cubicBezTo>
                  <a:lnTo>
                    <a:pt x="48" y="581"/>
                  </a:lnTo>
                  <a:cubicBezTo>
                    <a:pt x="1" y="640"/>
                    <a:pt x="1" y="747"/>
                    <a:pt x="48" y="807"/>
                  </a:cubicBezTo>
                  <a:cubicBezTo>
                    <a:pt x="78" y="837"/>
                    <a:pt x="120" y="852"/>
                    <a:pt x="161" y="852"/>
                  </a:cubicBezTo>
                  <a:cubicBezTo>
                    <a:pt x="203" y="852"/>
                    <a:pt x="245" y="837"/>
                    <a:pt x="275" y="807"/>
                  </a:cubicBezTo>
                  <a:lnTo>
                    <a:pt x="810" y="271"/>
                  </a:lnTo>
                  <a:cubicBezTo>
                    <a:pt x="870" y="212"/>
                    <a:pt x="870" y="105"/>
                    <a:pt x="810" y="45"/>
                  </a:cubicBezTo>
                  <a:cubicBezTo>
                    <a:pt x="781" y="15"/>
                    <a:pt x="739"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64"/>
            <p:cNvSpPr/>
            <p:nvPr/>
          </p:nvSpPr>
          <p:spPr>
            <a:xfrm>
              <a:off x="1816407" y="4567917"/>
              <a:ext cx="28072" cy="27117"/>
            </a:xfrm>
            <a:custGeom>
              <a:avLst/>
              <a:gdLst/>
              <a:ahLst/>
              <a:cxnLst/>
              <a:rect l="l" t="t" r="r" b="b"/>
              <a:pathLst>
                <a:path w="882" h="852" extrusionOk="0">
                  <a:moveTo>
                    <a:pt x="709" y="0"/>
                  </a:moveTo>
                  <a:cubicBezTo>
                    <a:pt x="668" y="0"/>
                    <a:pt x="626" y="15"/>
                    <a:pt x="596" y="45"/>
                  </a:cubicBezTo>
                  <a:lnTo>
                    <a:pt x="60" y="581"/>
                  </a:lnTo>
                  <a:cubicBezTo>
                    <a:pt x="1" y="640"/>
                    <a:pt x="1" y="748"/>
                    <a:pt x="60" y="807"/>
                  </a:cubicBezTo>
                  <a:cubicBezTo>
                    <a:pt x="90" y="837"/>
                    <a:pt x="132" y="852"/>
                    <a:pt x="172" y="852"/>
                  </a:cubicBezTo>
                  <a:cubicBezTo>
                    <a:pt x="212" y="852"/>
                    <a:pt x="251" y="837"/>
                    <a:pt x="275" y="807"/>
                  </a:cubicBezTo>
                  <a:lnTo>
                    <a:pt x="822" y="271"/>
                  </a:lnTo>
                  <a:cubicBezTo>
                    <a:pt x="882" y="212"/>
                    <a:pt x="882" y="105"/>
                    <a:pt x="822" y="45"/>
                  </a:cubicBezTo>
                  <a:cubicBezTo>
                    <a:pt x="793" y="15"/>
                    <a:pt x="751" y="0"/>
                    <a:pt x="7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64"/>
            <p:cNvSpPr/>
            <p:nvPr/>
          </p:nvSpPr>
          <p:spPr>
            <a:xfrm>
              <a:off x="1754279" y="4286593"/>
              <a:ext cx="351439" cy="345965"/>
            </a:xfrm>
            <a:custGeom>
              <a:avLst/>
              <a:gdLst/>
              <a:ahLst/>
              <a:cxnLst/>
              <a:rect l="l" t="t" r="r" b="b"/>
              <a:pathLst>
                <a:path w="11042" h="10870" extrusionOk="0">
                  <a:moveTo>
                    <a:pt x="10656" y="324"/>
                  </a:moveTo>
                  <a:lnTo>
                    <a:pt x="10216" y="1871"/>
                  </a:lnTo>
                  <a:lnTo>
                    <a:pt x="9108" y="776"/>
                  </a:lnTo>
                  <a:lnTo>
                    <a:pt x="10656" y="324"/>
                  </a:lnTo>
                  <a:close/>
                  <a:moveTo>
                    <a:pt x="4632" y="3586"/>
                  </a:moveTo>
                  <a:lnTo>
                    <a:pt x="2679" y="5538"/>
                  </a:lnTo>
                  <a:lnTo>
                    <a:pt x="465" y="5360"/>
                  </a:lnTo>
                  <a:cubicBezTo>
                    <a:pt x="429" y="5360"/>
                    <a:pt x="417" y="5324"/>
                    <a:pt x="441" y="5300"/>
                  </a:cubicBezTo>
                  <a:cubicBezTo>
                    <a:pt x="1393" y="4348"/>
                    <a:pt x="2667" y="3764"/>
                    <a:pt x="4001" y="3645"/>
                  </a:cubicBezTo>
                  <a:lnTo>
                    <a:pt x="4632" y="3586"/>
                  </a:lnTo>
                  <a:close/>
                  <a:moveTo>
                    <a:pt x="2727" y="5955"/>
                  </a:moveTo>
                  <a:lnTo>
                    <a:pt x="3584" y="6812"/>
                  </a:lnTo>
                  <a:lnTo>
                    <a:pt x="3263" y="7146"/>
                  </a:lnTo>
                  <a:lnTo>
                    <a:pt x="2393" y="6277"/>
                  </a:lnTo>
                  <a:lnTo>
                    <a:pt x="2727" y="5955"/>
                  </a:lnTo>
                  <a:close/>
                  <a:moveTo>
                    <a:pt x="2572" y="6920"/>
                  </a:moveTo>
                  <a:lnTo>
                    <a:pt x="3024" y="7360"/>
                  </a:lnTo>
                  <a:lnTo>
                    <a:pt x="2655" y="7753"/>
                  </a:lnTo>
                  <a:lnTo>
                    <a:pt x="2596" y="7813"/>
                  </a:lnTo>
                  <a:lnTo>
                    <a:pt x="2191" y="7408"/>
                  </a:lnTo>
                  <a:cubicBezTo>
                    <a:pt x="2155" y="7384"/>
                    <a:pt x="2155" y="7336"/>
                    <a:pt x="2191" y="7313"/>
                  </a:cubicBezTo>
                  <a:lnTo>
                    <a:pt x="2572" y="6920"/>
                  </a:lnTo>
                  <a:close/>
                  <a:moveTo>
                    <a:pt x="8775" y="895"/>
                  </a:moveTo>
                  <a:lnTo>
                    <a:pt x="10121" y="2229"/>
                  </a:lnTo>
                  <a:lnTo>
                    <a:pt x="9704" y="3598"/>
                  </a:lnTo>
                  <a:lnTo>
                    <a:pt x="5275" y="8039"/>
                  </a:lnTo>
                  <a:lnTo>
                    <a:pt x="4406" y="7170"/>
                  </a:lnTo>
                  <a:lnTo>
                    <a:pt x="6430" y="5146"/>
                  </a:lnTo>
                  <a:cubicBezTo>
                    <a:pt x="6584" y="5003"/>
                    <a:pt x="6608" y="4741"/>
                    <a:pt x="6418" y="4574"/>
                  </a:cubicBezTo>
                  <a:cubicBezTo>
                    <a:pt x="6334" y="4491"/>
                    <a:pt x="6230" y="4449"/>
                    <a:pt x="6127" y="4449"/>
                  </a:cubicBezTo>
                  <a:cubicBezTo>
                    <a:pt x="6025" y="4449"/>
                    <a:pt x="5924" y="4491"/>
                    <a:pt x="5846" y="4574"/>
                  </a:cubicBezTo>
                  <a:lnTo>
                    <a:pt x="3822" y="6598"/>
                  </a:lnTo>
                  <a:lnTo>
                    <a:pt x="2965" y="5729"/>
                  </a:lnTo>
                  <a:lnTo>
                    <a:pt x="7394" y="1300"/>
                  </a:lnTo>
                  <a:lnTo>
                    <a:pt x="8775" y="895"/>
                  </a:lnTo>
                  <a:close/>
                  <a:moveTo>
                    <a:pt x="6126" y="4785"/>
                  </a:moveTo>
                  <a:cubicBezTo>
                    <a:pt x="6153" y="4785"/>
                    <a:pt x="6180" y="4794"/>
                    <a:pt x="6191" y="4812"/>
                  </a:cubicBezTo>
                  <a:cubicBezTo>
                    <a:pt x="6227" y="4836"/>
                    <a:pt x="6239" y="4907"/>
                    <a:pt x="6191" y="4943"/>
                  </a:cubicBezTo>
                  <a:lnTo>
                    <a:pt x="4060" y="7074"/>
                  </a:lnTo>
                  <a:cubicBezTo>
                    <a:pt x="3941" y="7170"/>
                    <a:pt x="3108" y="8003"/>
                    <a:pt x="3024" y="8110"/>
                  </a:cubicBezTo>
                  <a:cubicBezTo>
                    <a:pt x="3005" y="8129"/>
                    <a:pt x="2976" y="8142"/>
                    <a:pt x="2949" y="8142"/>
                  </a:cubicBezTo>
                  <a:cubicBezTo>
                    <a:pt x="2926" y="8142"/>
                    <a:pt x="2904" y="8132"/>
                    <a:pt x="2893" y="8110"/>
                  </a:cubicBezTo>
                  <a:cubicBezTo>
                    <a:pt x="2858" y="8086"/>
                    <a:pt x="2858" y="8003"/>
                    <a:pt x="2893" y="7979"/>
                  </a:cubicBezTo>
                  <a:lnTo>
                    <a:pt x="6060" y="4812"/>
                  </a:lnTo>
                  <a:cubicBezTo>
                    <a:pt x="6072" y="4794"/>
                    <a:pt x="6099" y="4785"/>
                    <a:pt x="6126" y="4785"/>
                  </a:cubicBezTo>
                  <a:close/>
                  <a:moveTo>
                    <a:pt x="4179" y="7396"/>
                  </a:moveTo>
                  <a:lnTo>
                    <a:pt x="5048" y="8253"/>
                  </a:lnTo>
                  <a:lnTo>
                    <a:pt x="4739" y="8586"/>
                  </a:lnTo>
                  <a:lnTo>
                    <a:pt x="4715" y="8586"/>
                  </a:lnTo>
                  <a:lnTo>
                    <a:pt x="3858" y="7729"/>
                  </a:lnTo>
                  <a:lnTo>
                    <a:pt x="4179" y="7396"/>
                  </a:lnTo>
                  <a:close/>
                  <a:moveTo>
                    <a:pt x="3608" y="7944"/>
                  </a:moveTo>
                  <a:lnTo>
                    <a:pt x="4048" y="8396"/>
                  </a:lnTo>
                  <a:lnTo>
                    <a:pt x="3679" y="8801"/>
                  </a:lnTo>
                  <a:cubicBezTo>
                    <a:pt x="3667" y="8813"/>
                    <a:pt x="3632" y="8813"/>
                    <a:pt x="3620" y="8813"/>
                  </a:cubicBezTo>
                  <a:cubicBezTo>
                    <a:pt x="3608" y="8813"/>
                    <a:pt x="3584" y="8813"/>
                    <a:pt x="3560" y="8801"/>
                  </a:cubicBezTo>
                  <a:lnTo>
                    <a:pt x="3155" y="8396"/>
                  </a:lnTo>
                  <a:cubicBezTo>
                    <a:pt x="3191" y="8384"/>
                    <a:pt x="3203" y="8360"/>
                    <a:pt x="3215" y="8336"/>
                  </a:cubicBezTo>
                  <a:lnTo>
                    <a:pt x="3608" y="7944"/>
                  </a:lnTo>
                  <a:close/>
                  <a:moveTo>
                    <a:pt x="10687" y="1"/>
                  </a:moveTo>
                  <a:cubicBezTo>
                    <a:pt x="10658" y="1"/>
                    <a:pt x="10627" y="5"/>
                    <a:pt x="10597" y="14"/>
                  </a:cubicBezTo>
                  <a:cubicBezTo>
                    <a:pt x="9894" y="228"/>
                    <a:pt x="7918" y="800"/>
                    <a:pt x="7263" y="1002"/>
                  </a:cubicBezTo>
                  <a:cubicBezTo>
                    <a:pt x="7239" y="1014"/>
                    <a:pt x="7215" y="1014"/>
                    <a:pt x="7192" y="1038"/>
                  </a:cubicBezTo>
                  <a:lnTo>
                    <a:pt x="4953" y="3276"/>
                  </a:lnTo>
                  <a:lnTo>
                    <a:pt x="3965" y="3360"/>
                  </a:lnTo>
                  <a:cubicBezTo>
                    <a:pt x="2548" y="3479"/>
                    <a:pt x="1203" y="4110"/>
                    <a:pt x="215" y="5110"/>
                  </a:cubicBezTo>
                  <a:cubicBezTo>
                    <a:pt x="0" y="5312"/>
                    <a:pt x="131" y="5681"/>
                    <a:pt x="429" y="5705"/>
                  </a:cubicBezTo>
                  <a:lnTo>
                    <a:pt x="2370" y="5860"/>
                  </a:lnTo>
                  <a:lnTo>
                    <a:pt x="2179" y="6062"/>
                  </a:lnTo>
                  <a:cubicBezTo>
                    <a:pt x="2060" y="6181"/>
                    <a:pt x="2060" y="6384"/>
                    <a:pt x="2179" y="6503"/>
                  </a:cubicBezTo>
                  <a:lnTo>
                    <a:pt x="2370" y="6693"/>
                  </a:lnTo>
                  <a:lnTo>
                    <a:pt x="1977" y="7086"/>
                  </a:lnTo>
                  <a:cubicBezTo>
                    <a:pt x="1834" y="7229"/>
                    <a:pt x="1834" y="7491"/>
                    <a:pt x="1977" y="7634"/>
                  </a:cubicBezTo>
                  <a:lnTo>
                    <a:pt x="3370" y="9015"/>
                  </a:lnTo>
                  <a:cubicBezTo>
                    <a:pt x="3441" y="9092"/>
                    <a:pt x="3539" y="9131"/>
                    <a:pt x="3639" y="9131"/>
                  </a:cubicBezTo>
                  <a:cubicBezTo>
                    <a:pt x="3739" y="9131"/>
                    <a:pt x="3840" y="9092"/>
                    <a:pt x="3917" y="9015"/>
                  </a:cubicBezTo>
                  <a:lnTo>
                    <a:pt x="4298" y="8634"/>
                  </a:lnTo>
                  <a:lnTo>
                    <a:pt x="4477" y="8813"/>
                  </a:lnTo>
                  <a:cubicBezTo>
                    <a:pt x="4548" y="8878"/>
                    <a:pt x="4635" y="8911"/>
                    <a:pt x="4720" y="8911"/>
                  </a:cubicBezTo>
                  <a:cubicBezTo>
                    <a:pt x="4804" y="8911"/>
                    <a:pt x="4888" y="8878"/>
                    <a:pt x="4953" y="8813"/>
                  </a:cubicBezTo>
                  <a:lnTo>
                    <a:pt x="5156" y="8622"/>
                  </a:lnTo>
                  <a:lnTo>
                    <a:pt x="5310" y="10551"/>
                  </a:lnTo>
                  <a:cubicBezTo>
                    <a:pt x="5334" y="10682"/>
                    <a:pt x="5418" y="10801"/>
                    <a:pt x="5537" y="10849"/>
                  </a:cubicBezTo>
                  <a:cubicBezTo>
                    <a:pt x="5577" y="10863"/>
                    <a:pt x="5618" y="10870"/>
                    <a:pt x="5658" y="10870"/>
                  </a:cubicBezTo>
                  <a:cubicBezTo>
                    <a:pt x="5750" y="10870"/>
                    <a:pt x="5840" y="10835"/>
                    <a:pt x="5906" y="10777"/>
                  </a:cubicBezTo>
                  <a:cubicBezTo>
                    <a:pt x="6537" y="10146"/>
                    <a:pt x="7001" y="9420"/>
                    <a:pt x="7299" y="8598"/>
                  </a:cubicBezTo>
                  <a:cubicBezTo>
                    <a:pt x="7323" y="8515"/>
                    <a:pt x="7275" y="8420"/>
                    <a:pt x="7203" y="8396"/>
                  </a:cubicBezTo>
                  <a:cubicBezTo>
                    <a:pt x="7184" y="8388"/>
                    <a:pt x="7164" y="8384"/>
                    <a:pt x="7144" y="8384"/>
                  </a:cubicBezTo>
                  <a:cubicBezTo>
                    <a:pt x="7079" y="8384"/>
                    <a:pt x="7019" y="8425"/>
                    <a:pt x="7001" y="8479"/>
                  </a:cubicBezTo>
                  <a:cubicBezTo>
                    <a:pt x="6715" y="9253"/>
                    <a:pt x="6263" y="9956"/>
                    <a:pt x="5691" y="10539"/>
                  </a:cubicBezTo>
                  <a:cubicBezTo>
                    <a:pt x="5682" y="10544"/>
                    <a:pt x="5670" y="10547"/>
                    <a:pt x="5659" y="10547"/>
                  </a:cubicBezTo>
                  <a:cubicBezTo>
                    <a:pt x="5644" y="10547"/>
                    <a:pt x="5632" y="10541"/>
                    <a:pt x="5632" y="10527"/>
                  </a:cubicBezTo>
                  <a:lnTo>
                    <a:pt x="5429" y="8325"/>
                  </a:lnTo>
                  <a:lnTo>
                    <a:pt x="7382" y="6372"/>
                  </a:lnTo>
                  <a:lnTo>
                    <a:pt x="7382" y="6372"/>
                  </a:lnTo>
                  <a:cubicBezTo>
                    <a:pt x="7323" y="7158"/>
                    <a:pt x="7299" y="7372"/>
                    <a:pt x="7203" y="7765"/>
                  </a:cubicBezTo>
                  <a:cubicBezTo>
                    <a:pt x="7192" y="7860"/>
                    <a:pt x="7239" y="7944"/>
                    <a:pt x="7323" y="7967"/>
                  </a:cubicBezTo>
                  <a:cubicBezTo>
                    <a:pt x="7332" y="7969"/>
                    <a:pt x="7342" y="7969"/>
                    <a:pt x="7351" y="7969"/>
                  </a:cubicBezTo>
                  <a:cubicBezTo>
                    <a:pt x="7434" y="7969"/>
                    <a:pt x="7502" y="7923"/>
                    <a:pt x="7513" y="7848"/>
                  </a:cubicBezTo>
                  <a:cubicBezTo>
                    <a:pt x="7620" y="7348"/>
                    <a:pt x="7632" y="7134"/>
                    <a:pt x="7727" y="6027"/>
                  </a:cubicBezTo>
                  <a:lnTo>
                    <a:pt x="9954" y="3800"/>
                  </a:lnTo>
                  <a:cubicBezTo>
                    <a:pt x="9978" y="3776"/>
                    <a:pt x="9990" y="3753"/>
                    <a:pt x="10001" y="3717"/>
                  </a:cubicBezTo>
                  <a:lnTo>
                    <a:pt x="10454" y="2205"/>
                  </a:lnTo>
                  <a:lnTo>
                    <a:pt x="10990" y="383"/>
                  </a:lnTo>
                  <a:cubicBezTo>
                    <a:pt x="11042" y="196"/>
                    <a:pt x="10885" y="1"/>
                    <a:pt x="106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64"/>
            <p:cNvSpPr/>
            <p:nvPr/>
          </p:nvSpPr>
          <p:spPr>
            <a:xfrm>
              <a:off x="1951705" y="4367117"/>
              <a:ext cx="86062" cy="65437"/>
            </a:xfrm>
            <a:custGeom>
              <a:avLst/>
              <a:gdLst/>
              <a:ahLst/>
              <a:cxnLst/>
              <a:rect l="l" t="t" r="r" b="b"/>
              <a:pathLst>
                <a:path w="2704" h="2056" extrusionOk="0">
                  <a:moveTo>
                    <a:pt x="905" y="1"/>
                  </a:moveTo>
                  <a:cubicBezTo>
                    <a:pt x="881" y="1"/>
                    <a:pt x="857" y="7"/>
                    <a:pt x="834" y="20"/>
                  </a:cubicBezTo>
                  <a:cubicBezTo>
                    <a:pt x="167" y="330"/>
                    <a:pt x="0" y="1211"/>
                    <a:pt x="524" y="1746"/>
                  </a:cubicBezTo>
                  <a:cubicBezTo>
                    <a:pt x="739" y="1949"/>
                    <a:pt x="1000" y="2056"/>
                    <a:pt x="1274" y="2056"/>
                  </a:cubicBezTo>
                  <a:cubicBezTo>
                    <a:pt x="2227" y="2056"/>
                    <a:pt x="2703" y="913"/>
                    <a:pt x="2024" y="234"/>
                  </a:cubicBezTo>
                  <a:cubicBezTo>
                    <a:pt x="1941" y="151"/>
                    <a:pt x="1834" y="80"/>
                    <a:pt x="1715" y="20"/>
                  </a:cubicBezTo>
                  <a:cubicBezTo>
                    <a:pt x="1696" y="10"/>
                    <a:pt x="1674" y="6"/>
                    <a:pt x="1652" y="6"/>
                  </a:cubicBezTo>
                  <a:cubicBezTo>
                    <a:pt x="1592" y="6"/>
                    <a:pt x="1530" y="39"/>
                    <a:pt x="1512" y="91"/>
                  </a:cubicBezTo>
                  <a:cubicBezTo>
                    <a:pt x="1477" y="163"/>
                    <a:pt x="1512" y="270"/>
                    <a:pt x="1584" y="294"/>
                  </a:cubicBezTo>
                  <a:cubicBezTo>
                    <a:pt x="2060" y="508"/>
                    <a:pt x="2167" y="1127"/>
                    <a:pt x="1810" y="1508"/>
                  </a:cubicBezTo>
                  <a:cubicBezTo>
                    <a:pt x="1667" y="1645"/>
                    <a:pt x="1477" y="1714"/>
                    <a:pt x="1285" y="1714"/>
                  </a:cubicBezTo>
                  <a:cubicBezTo>
                    <a:pt x="1093" y="1714"/>
                    <a:pt x="899" y="1645"/>
                    <a:pt x="750" y="1508"/>
                  </a:cubicBezTo>
                  <a:cubicBezTo>
                    <a:pt x="381" y="1127"/>
                    <a:pt x="500" y="520"/>
                    <a:pt x="977" y="294"/>
                  </a:cubicBezTo>
                  <a:cubicBezTo>
                    <a:pt x="1048" y="270"/>
                    <a:pt x="1096" y="163"/>
                    <a:pt x="1048" y="91"/>
                  </a:cubicBezTo>
                  <a:cubicBezTo>
                    <a:pt x="1022" y="40"/>
                    <a:pt x="966"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5" name="Google Shape;10775;p64"/>
          <p:cNvGrpSpPr/>
          <p:nvPr/>
        </p:nvGrpSpPr>
        <p:grpSpPr>
          <a:xfrm>
            <a:off x="3996113" y="4116926"/>
            <a:ext cx="336512" cy="335048"/>
            <a:chOff x="3996113" y="4291176"/>
            <a:chExt cx="336512" cy="335048"/>
          </a:xfrm>
        </p:grpSpPr>
        <p:sp>
          <p:nvSpPr>
            <p:cNvPr id="10776" name="Google Shape;10776;p64"/>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64"/>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8" name="Google Shape;10778;p64"/>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79" name="Google Shape;10779;p64"/>
          <p:cNvSpPr/>
          <p:nvPr/>
        </p:nvSpPr>
        <p:spPr>
          <a:xfrm>
            <a:off x="1331737" y="4133127"/>
            <a:ext cx="304716" cy="304048"/>
          </a:xfrm>
          <a:custGeom>
            <a:avLst/>
            <a:gdLst/>
            <a:ahLst/>
            <a:cxnLst/>
            <a:rect l="l" t="t" r="r" b="b"/>
            <a:pathLst>
              <a:path w="9574" h="9553" extrusionOk="0">
                <a:moveTo>
                  <a:pt x="4811" y="290"/>
                </a:moveTo>
                <a:lnTo>
                  <a:pt x="8157" y="2230"/>
                </a:lnTo>
                <a:lnTo>
                  <a:pt x="7573" y="2230"/>
                </a:lnTo>
                <a:lnTo>
                  <a:pt x="4918" y="671"/>
                </a:lnTo>
                <a:cubicBezTo>
                  <a:pt x="4876" y="647"/>
                  <a:pt x="4838" y="635"/>
                  <a:pt x="4800" y="635"/>
                </a:cubicBezTo>
                <a:cubicBezTo>
                  <a:pt x="4763" y="635"/>
                  <a:pt x="4728" y="647"/>
                  <a:pt x="4692" y="671"/>
                </a:cubicBezTo>
                <a:lnTo>
                  <a:pt x="3989" y="1087"/>
                </a:lnTo>
                <a:cubicBezTo>
                  <a:pt x="3930" y="1135"/>
                  <a:pt x="3906" y="1206"/>
                  <a:pt x="3942" y="1278"/>
                </a:cubicBezTo>
                <a:cubicBezTo>
                  <a:pt x="3974" y="1318"/>
                  <a:pt x="4017" y="1348"/>
                  <a:pt x="4067" y="1348"/>
                </a:cubicBezTo>
                <a:cubicBezTo>
                  <a:pt x="4092" y="1348"/>
                  <a:pt x="4117" y="1341"/>
                  <a:pt x="4144" y="1326"/>
                </a:cubicBezTo>
                <a:lnTo>
                  <a:pt x="4811" y="933"/>
                </a:lnTo>
                <a:lnTo>
                  <a:pt x="7025" y="2230"/>
                </a:lnTo>
                <a:lnTo>
                  <a:pt x="2572" y="2230"/>
                </a:lnTo>
                <a:lnTo>
                  <a:pt x="3561" y="1671"/>
                </a:lnTo>
                <a:cubicBezTo>
                  <a:pt x="3620" y="1623"/>
                  <a:pt x="3644" y="1552"/>
                  <a:pt x="3608" y="1480"/>
                </a:cubicBezTo>
                <a:cubicBezTo>
                  <a:pt x="3576" y="1440"/>
                  <a:pt x="3533" y="1411"/>
                  <a:pt x="3483" y="1411"/>
                </a:cubicBezTo>
                <a:cubicBezTo>
                  <a:pt x="3459" y="1411"/>
                  <a:pt x="3433" y="1417"/>
                  <a:pt x="3406" y="1433"/>
                </a:cubicBezTo>
                <a:lnTo>
                  <a:pt x="2013" y="2254"/>
                </a:lnTo>
                <a:lnTo>
                  <a:pt x="1429" y="2254"/>
                </a:lnTo>
                <a:lnTo>
                  <a:pt x="4811" y="290"/>
                </a:lnTo>
                <a:close/>
                <a:moveTo>
                  <a:pt x="8621" y="2528"/>
                </a:moveTo>
                <a:lnTo>
                  <a:pt x="8621" y="3207"/>
                </a:lnTo>
                <a:lnTo>
                  <a:pt x="965" y="3207"/>
                </a:lnTo>
                <a:lnTo>
                  <a:pt x="965" y="2528"/>
                </a:lnTo>
                <a:close/>
                <a:moveTo>
                  <a:pt x="2644" y="3469"/>
                </a:moveTo>
                <a:cubicBezTo>
                  <a:pt x="2692" y="3469"/>
                  <a:pt x="2727" y="3481"/>
                  <a:pt x="2751" y="3516"/>
                </a:cubicBezTo>
                <a:cubicBezTo>
                  <a:pt x="2787" y="3540"/>
                  <a:pt x="2799" y="3576"/>
                  <a:pt x="2799" y="3623"/>
                </a:cubicBezTo>
                <a:cubicBezTo>
                  <a:pt x="2799" y="3695"/>
                  <a:pt x="2739" y="3754"/>
                  <a:pt x="2668" y="3754"/>
                </a:cubicBezTo>
                <a:cubicBezTo>
                  <a:pt x="2620" y="3754"/>
                  <a:pt x="2596" y="3731"/>
                  <a:pt x="2561" y="3707"/>
                </a:cubicBezTo>
                <a:cubicBezTo>
                  <a:pt x="2528" y="3666"/>
                  <a:pt x="2479" y="3648"/>
                  <a:pt x="2432" y="3648"/>
                </a:cubicBezTo>
                <a:cubicBezTo>
                  <a:pt x="2410" y="3648"/>
                  <a:pt x="2389" y="3652"/>
                  <a:pt x="2370" y="3659"/>
                </a:cubicBezTo>
                <a:cubicBezTo>
                  <a:pt x="2299" y="3695"/>
                  <a:pt x="2251" y="3754"/>
                  <a:pt x="2251" y="3826"/>
                </a:cubicBezTo>
                <a:lnTo>
                  <a:pt x="2251" y="7707"/>
                </a:lnTo>
                <a:lnTo>
                  <a:pt x="1703" y="7707"/>
                </a:lnTo>
                <a:lnTo>
                  <a:pt x="1703" y="3826"/>
                </a:lnTo>
                <a:cubicBezTo>
                  <a:pt x="1703" y="3754"/>
                  <a:pt x="1656" y="3683"/>
                  <a:pt x="1584" y="3659"/>
                </a:cubicBezTo>
                <a:cubicBezTo>
                  <a:pt x="1568" y="3653"/>
                  <a:pt x="1551" y="3650"/>
                  <a:pt x="1532" y="3650"/>
                </a:cubicBezTo>
                <a:cubicBezTo>
                  <a:pt x="1482" y="3650"/>
                  <a:pt x="1425" y="3672"/>
                  <a:pt x="1382" y="3707"/>
                </a:cubicBezTo>
                <a:cubicBezTo>
                  <a:pt x="1358" y="3742"/>
                  <a:pt x="1322" y="3754"/>
                  <a:pt x="1287" y="3754"/>
                </a:cubicBezTo>
                <a:cubicBezTo>
                  <a:pt x="1239" y="3754"/>
                  <a:pt x="1203" y="3731"/>
                  <a:pt x="1179" y="3707"/>
                </a:cubicBezTo>
                <a:cubicBezTo>
                  <a:pt x="1144" y="3683"/>
                  <a:pt x="1132" y="3647"/>
                  <a:pt x="1132" y="3600"/>
                </a:cubicBezTo>
                <a:cubicBezTo>
                  <a:pt x="1132" y="3528"/>
                  <a:pt x="1203" y="3469"/>
                  <a:pt x="1287" y="3469"/>
                </a:cubicBezTo>
                <a:close/>
                <a:moveTo>
                  <a:pt x="5537" y="3481"/>
                </a:moveTo>
                <a:cubicBezTo>
                  <a:pt x="5573" y="3481"/>
                  <a:pt x="5609" y="3504"/>
                  <a:pt x="5644" y="3528"/>
                </a:cubicBezTo>
                <a:cubicBezTo>
                  <a:pt x="5668" y="3564"/>
                  <a:pt x="5692" y="3588"/>
                  <a:pt x="5692" y="3635"/>
                </a:cubicBezTo>
                <a:cubicBezTo>
                  <a:pt x="5692" y="3707"/>
                  <a:pt x="5632" y="3766"/>
                  <a:pt x="5549" y="3766"/>
                </a:cubicBezTo>
                <a:cubicBezTo>
                  <a:pt x="5513" y="3766"/>
                  <a:pt x="5478" y="3754"/>
                  <a:pt x="5454" y="3719"/>
                </a:cubicBezTo>
                <a:cubicBezTo>
                  <a:pt x="5424" y="3681"/>
                  <a:pt x="5376" y="3663"/>
                  <a:pt x="5329" y="3663"/>
                </a:cubicBezTo>
                <a:cubicBezTo>
                  <a:pt x="5301" y="3663"/>
                  <a:pt x="5274" y="3670"/>
                  <a:pt x="5251" y="3683"/>
                </a:cubicBezTo>
                <a:cubicBezTo>
                  <a:pt x="5180" y="3707"/>
                  <a:pt x="5132" y="3766"/>
                  <a:pt x="5132" y="3838"/>
                </a:cubicBezTo>
                <a:lnTo>
                  <a:pt x="5132" y="7731"/>
                </a:lnTo>
                <a:lnTo>
                  <a:pt x="4585" y="7731"/>
                </a:lnTo>
                <a:lnTo>
                  <a:pt x="4585" y="3838"/>
                </a:lnTo>
                <a:cubicBezTo>
                  <a:pt x="4585" y="3766"/>
                  <a:pt x="4537" y="3695"/>
                  <a:pt x="4466" y="3683"/>
                </a:cubicBezTo>
                <a:cubicBezTo>
                  <a:pt x="4439" y="3670"/>
                  <a:pt x="4412" y="3663"/>
                  <a:pt x="4386" y="3663"/>
                </a:cubicBezTo>
                <a:cubicBezTo>
                  <a:pt x="4344" y="3663"/>
                  <a:pt x="4305" y="3681"/>
                  <a:pt x="4275" y="3719"/>
                </a:cubicBezTo>
                <a:cubicBezTo>
                  <a:pt x="4239" y="3754"/>
                  <a:pt x="4216" y="3766"/>
                  <a:pt x="4168" y="3766"/>
                </a:cubicBezTo>
                <a:cubicBezTo>
                  <a:pt x="4120" y="3766"/>
                  <a:pt x="4096" y="3754"/>
                  <a:pt x="4061" y="3719"/>
                </a:cubicBezTo>
                <a:cubicBezTo>
                  <a:pt x="4037" y="3695"/>
                  <a:pt x="4025" y="3659"/>
                  <a:pt x="4025" y="3623"/>
                </a:cubicBezTo>
                <a:cubicBezTo>
                  <a:pt x="4025" y="3540"/>
                  <a:pt x="4096" y="3481"/>
                  <a:pt x="4168" y="3481"/>
                </a:cubicBezTo>
                <a:close/>
                <a:moveTo>
                  <a:pt x="8395" y="3481"/>
                </a:moveTo>
                <a:cubicBezTo>
                  <a:pt x="8442" y="3481"/>
                  <a:pt x="8466" y="3492"/>
                  <a:pt x="8502" y="3528"/>
                </a:cubicBezTo>
                <a:cubicBezTo>
                  <a:pt x="8526" y="3552"/>
                  <a:pt x="8538" y="3588"/>
                  <a:pt x="8538" y="3635"/>
                </a:cubicBezTo>
                <a:cubicBezTo>
                  <a:pt x="8526" y="3695"/>
                  <a:pt x="8466" y="3754"/>
                  <a:pt x="8407" y="3754"/>
                </a:cubicBezTo>
                <a:cubicBezTo>
                  <a:pt x="8371" y="3754"/>
                  <a:pt x="8335" y="3742"/>
                  <a:pt x="8311" y="3707"/>
                </a:cubicBezTo>
                <a:cubicBezTo>
                  <a:pt x="8279" y="3666"/>
                  <a:pt x="8224" y="3648"/>
                  <a:pt x="8174" y="3648"/>
                </a:cubicBezTo>
                <a:cubicBezTo>
                  <a:pt x="8150" y="3648"/>
                  <a:pt x="8128" y="3652"/>
                  <a:pt x="8109" y="3659"/>
                </a:cubicBezTo>
                <a:cubicBezTo>
                  <a:pt x="8037" y="3695"/>
                  <a:pt x="7990" y="3754"/>
                  <a:pt x="7990" y="3826"/>
                </a:cubicBezTo>
                <a:lnTo>
                  <a:pt x="7990" y="7707"/>
                </a:lnTo>
                <a:lnTo>
                  <a:pt x="7442" y="7707"/>
                </a:lnTo>
                <a:lnTo>
                  <a:pt x="7442" y="6314"/>
                </a:lnTo>
                <a:cubicBezTo>
                  <a:pt x="7442" y="6243"/>
                  <a:pt x="7383" y="6183"/>
                  <a:pt x="7311" y="6183"/>
                </a:cubicBezTo>
                <a:cubicBezTo>
                  <a:pt x="7240" y="6183"/>
                  <a:pt x="7180" y="6243"/>
                  <a:pt x="7180" y="6314"/>
                </a:cubicBezTo>
                <a:lnTo>
                  <a:pt x="7180" y="7743"/>
                </a:lnTo>
                <a:cubicBezTo>
                  <a:pt x="7097" y="7791"/>
                  <a:pt x="7061" y="7862"/>
                  <a:pt x="7061" y="7945"/>
                </a:cubicBezTo>
                <a:lnTo>
                  <a:pt x="7061" y="8148"/>
                </a:lnTo>
                <a:lnTo>
                  <a:pt x="5549" y="8148"/>
                </a:lnTo>
                <a:lnTo>
                  <a:pt x="5549" y="7969"/>
                </a:lnTo>
                <a:cubicBezTo>
                  <a:pt x="5549" y="7874"/>
                  <a:pt x="5513" y="7803"/>
                  <a:pt x="5430" y="7755"/>
                </a:cubicBezTo>
                <a:lnTo>
                  <a:pt x="5430" y="4016"/>
                </a:lnTo>
                <a:cubicBezTo>
                  <a:pt x="5465" y="4034"/>
                  <a:pt x="5500" y="4045"/>
                  <a:pt x="5535" y="4045"/>
                </a:cubicBezTo>
                <a:cubicBezTo>
                  <a:pt x="5547" y="4045"/>
                  <a:pt x="5560" y="4043"/>
                  <a:pt x="5573" y="4040"/>
                </a:cubicBezTo>
                <a:cubicBezTo>
                  <a:pt x="5787" y="4040"/>
                  <a:pt x="5966" y="3862"/>
                  <a:pt x="5966" y="3635"/>
                </a:cubicBezTo>
                <a:cubicBezTo>
                  <a:pt x="5966" y="3576"/>
                  <a:pt x="5966" y="3528"/>
                  <a:pt x="5954" y="3481"/>
                </a:cubicBezTo>
                <a:lnTo>
                  <a:pt x="6656" y="3481"/>
                </a:lnTo>
                <a:cubicBezTo>
                  <a:pt x="6633" y="3516"/>
                  <a:pt x="6633" y="3564"/>
                  <a:pt x="6621" y="3600"/>
                </a:cubicBezTo>
                <a:cubicBezTo>
                  <a:pt x="6621" y="3719"/>
                  <a:pt x="6656" y="3826"/>
                  <a:pt x="6740" y="3921"/>
                </a:cubicBezTo>
                <a:cubicBezTo>
                  <a:pt x="6811" y="4004"/>
                  <a:pt x="6942" y="4052"/>
                  <a:pt x="7037" y="4052"/>
                </a:cubicBezTo>
                <a:cubicBezTo>
                  <a:pt x="7085" y="4052"/>
                  <a:pt x="7133" y="4028"/>
                  <a:pt x="7168" y="4016"/>
                </a:cubicBezTo>
                <a:lnTo>
                  <a:pt x="7168" y="5636"/>
                </a:lnTo>
                <a:cubicBezTo>
                  <a:pt x="7168" y="5719"/>
                  <a:pt x="7228" y="5778"/>
                  <a:pt x="7311" y="5778"/>
                </a:cubicBezTo>
                <a:cubicBezTo>
                  <a:pt x="7383" y="5778"/>
                  <a:pt x="7442" y="5719"/>
                  <a:pt x="7442" y="5636"/>
                </a:cubicBezTo>
                <a:lnTo>
                  <a:pt x="7442" y="3838"/>
                </a:lnTo>
                <a:cubicBezTo>
                  <a:pt x="7442" y="3766"/>
                  <a:pt x="7395" y="3695"/>
                  <a:pt x="7323" y="3671"/>
                </a:cubicBezTo>
                <a:cubicBezTo>
                  <a:pt x="7301" y="3667"/>
                  <a:pt x="7278" y="3665"/>
                  <a:pt x="7255" y="3665"/>
                </a:cubicBezTo>
                <a:cubicBezTo>
                  <a:pt x="7205" y="3665"/>
                  <a:pt x="7157" y="3678"/>
                  <a:pt x="7133" y="3719"/>
                </a:cubicBezTo>
                <a:cubicBezTo>
                  <a:pt x="7097" y="3754"/>
                  <a:pt x="7073" y="3766"/>
                  <a:pt x="7025" y="3766"/>
                </a:cubicBezTo>
                <a:cubicBezTo>
                  <a:pt x="6978" y="3766"/>
                  <a:pt x="6954" y="3754"/>
                  <a:pt x="6918" y="3719"/>
                </a:cubicBezTo>
                <a:cubicBezTo>
                  <a:pt x="6894" y="3695"/>
                  <a:pt x="6871" y="3659"/>
                  <a:pt x="6871" y="3612"/>
                </a:cubicBezTo>
                <a:cubicBezTo>
                  <a:pt x="6871" y="3540"/>
                  <a:pt x="6954" y="3481"/>
                  <a:pt x="7025" y="3481"/>
                </a:cubicBezTo>
                <a:close/>
                <a:moveTo>
                  <a:pt x="2382" y="7993"/>
                </a:moveTo>
                <a:lnTo>
                  <a:pt x="2382" y="8160"/>
                </a:lnTo>
                <a:lnTo>
                  <a:pt x="1572" y="8160"/>
                </a:lnTo>
                <a:lnTo>
                  <a:pt x="1572" y="7993"/>
                </a:lnTo>
                <a:close/>
                <a:moveTo>
                  <a:pt x="3751" y="3481"/>
                </a:moveTo>
                <a:cubicBezTo>
                  <a:pt x="3739" y="3516"/>
                  <a:pt x="3739" y="3564"/>
                  <a:pt x="3715" y="3600"/>
                </a:cubicBezTo>
                <a:cubicBezTo>
                  <a:pt x="3715" y="3719"/>
                  <a:pt x="3751" y="3826"/>
                  <a:pt x="3835" y="3921"/>
                </a:cubicBezTo>
                <a:cubicBezTo>
                  <a:pt x="3918" y="4004"/>
                  <a:pt x="4037" y="4052"/>
                  <a:pt x="4132" y="4052"/>
                </a:cubicBezTo>
                <a:cubicBezTo>
                  <a:pt x="4180" y="4052"/>
                  <a:pt x="4227" y="4028"/>
                  <a:pt x="4275" y="4016"/>
                </a:cubicBezTo>
                <a:lnTo>
                  <a:pt x="4275" y="7755"/>
                </a:lnTo>
                <a:cubicBezTo>
                  <a:pt x="4192" y="7803"/>
                  <a:pt x="4156" y="7874"/>
                  <a:pt x="4156" y="7957"/>
                </a:cubicBezTo>
                <a:lnTo>
                  <a:pt x="4156" y="8160"/>
                </a:lnTo>
                <a:lnTo>
                  <a:pt x="2644" y="8160"/>
                </a:lnTo>
                <a:lnTo>
                  <a:pt x="2644" y="7969"/>
                </a:lnTo>
                <a:cubicBezTo>
                  <a:pt x="2668" y="7874"/>
                  <a:pt x="2608" y="7803"/>
                  <a:pt x="2537" y="7755"/>
                </a:cubicBezTo>
                <a:lnTo>
                  <a:pt x="2537" y="4016"/>
                </a:lnTo>
                <a:cubicBezTo>
                  <a:pt x="2563" y="4034"/>
                  <a:pt x="2595" y="4045"/>
                  <a:pt x="2630" y="4045"/>
                </a:cubicBezTo>
                <a:cubicBezTo>
                  <a:pt x="2642" y="4045"/>
                  <a:pt x="2655" y="4043"/>
                  <a:pt x="2668" y="4040"/>
                </a:cubicBezTo>
                <a:cubicBezTo>
                  <a:pt x="2894" y="4040"/>
                  <a:pt x="3073" y="3862"/>
                  <a:pt x="3073" y="3635"/>
                </a:cubicBezTo>
                <a:cubicBezTo>
                  <a:pt x="3073" y="3576"/>
                  <a:pt x="3073" y="3528"/>
                  <a:pt x="3049" y="3481"/>
                </a:cubicBezTo>
                <a:close/>
                <a:moveTo>
                  <a:pt x="5251" y="7993"/>
                </a:moveTo>
                <a:lnTo>
                  <a:pt x="5251" y="8160"/>
                </a:lnTo>
                <a:lnTo>
                  <a:pt x="4454" y="8160"/>
                </a:lnTo>
                <a:lnTo>
                  <a:pt x="4454" y="7993"/>
                </a:lnTo>
                <a:close/>
                <a:moveTo>
                  <a:pt x="8109" y="7993"/>
                </a:moveTo>
                <a:lnTo>
                  <a:pt x="8109" y="8160"/>
                </a:lnTo>
                <a:lnTo>
                  <a:pt x="7311" y="8160"/>
                </a:lnTo>
                <a:lnTo>
                  <a:pt x="7311" y="7993"/>
                </a:lnTo>
                <a:close/>
                <a:moveTo>
                  <a:pt x="8454" y="8445"/>
                </a:moveTo>
                <a:cubicBezTo>
                  <a:pt x="8526" y="8445"/>
                  <a:pt x="8573" y="8505"/>
                  <a:pt x="8573" y="8565"/>
                </a:cubicBezTo>
                <a:lnTo>
                  <a:pt x="8573" y="8719"/>
                </a:lnTo>
                <a:lnTo>
                  <a:pt x="4001" y="8719"/>
                </a:lnTo>
                <a:cubicBezTo>
                  <a:pt x="3930" y="8719"/>
                  <a:pt x="3870" y="8779"/>
                  <a:pt x="3870" y="8862"/>
                </a:cubicBezTo>
                <a:cubicBezTo>
                  <a:pt x="3870" y="8934"/>
                  <a:pt x="3930" y="8993"/>
                  <a:pt x="4001" y="8993"/>
                </a:cubicBezTo>
                <a:lnTo>
                  <a:pt x="8728" y="8993"/>
                </a:lnTo>
                <a:cubicBezTo>
                  <a:pt x="8799" y="8993"/>
                  <a:pt x="8859" y="9053"/>
                  <a:pt x="8859" y="9124"/>
                </a:cubicBezTo>
                <a:lnTo>
                  <a:pt x="8859" y="9279"/>
                </a:lnTo>
                <a:lnTo>
                  <a:pt x="715" y="9279"/>
                </a:lnTo>
                <a:lnTo>
                  <a:pt x="715" y="9136"/>
                </a:lnTo>
                <a:cubicBezTo>
                  <a:pt x="715" y="9065"/>
                  <a:pt x="775" y="9005"/>
                  <a:pt x="846" y="9005"/>
                </a:cubicBezTo>
                <a:lnTo>
                  <a:pt x="3323" y="9005"/>
                </a:lnTo>
                <a:cubicBezTo>
                  <a:pt x="3394" y="9005"/>
                  <a:pt x="3454" y="8946"/>
                  <a:pt x="3454" y="8874"/>
                </a:cubicBezTo>
                <a:cubicBezTo>
                  <a:pt x="3454" y="8803"/>
                  <a:pt x="3394" y="8743"/>
                  <a:pt x="3323" y="8743"/>
                </a:cubicBezTo>
                <a:lnTo>
                  <a:pt x="1013" y="8743"/>
                </a:lnTo>
                <a:lnTo>
                  <a:pt x="1013" y="8565"/>
                </a:lnTo>
                <a:cubicBezTo>
                  <a:pt x="1013" y="8481"/>
                  <a:pt x="1072" y="8445"/>
                  <a:pt x="1132" y="8445"/>
                </a:cubicBezTo>
                <a:close/>
                <a:moveTo>
                  <a:pt x="4781" y="1"/>
                </a:moveTo>
                <a:cubicBezTo>
                  <a:pt x="4736" y="1"/>
                  <a:pt x="4692" y="10"/>
                  <a:pt x="4656" y="28"/>
                </a:cubicBezTo>
                <a:lnTo>
                  <a:pt x="810" y="2278"/>
                </a:lnTo>
                <a:cubicBezTo>
                  <a:pt x="787" y="2278"/>
                  <a:pt x="775" y="2290"/>
                  <a:pt x="775" y="2314"/>
                </a:cubicBezTo>
                <a:cubicBezTo>
                  <a:pt x="715" y="2349"/>
                  <a:pt x="667" y="2445"/>
                  <a:pt x="667" y="2516"/>
                </a:cubicBezTo>
                <a:lnTo>
                  <a:pt x="667" y="3219"/>
                </a:lnTo>
                <a:cubicBezTo>
                  <a:pt x="667" y="3350"/>
                  <a:pt x="763" y="3457"/>
                  <a:pt x="882" y="3481"/>
                </a:cubicBezTo>
                <a:cubicBezTo>
                  <a:pt x="858" y="3528"/>
                  <a:pt x="846" y="3564"/>
                  <a:pt x="846" y="3600"/>
                </a:cubicBezTo>
                <a:cubicBezTo>
                  <a:pt x="846" y="3719"/>
                  <a:pt x="882" y="3826"/>
                  <a:pt x="965" y="3921"/>
                </a:cubicBezTo>
                <a:cubicBezTo>
                  <a:pt x="1048" y="4004"/>
                  <a:pt x="1168" y="4052"/>
                  <a:pt x="1263" y="4052"/>
                </a:cubicBezTo>
                <a:cubicBezTo>
                  <a:pt x="1310" y="4052"/>
                  <a:pt x="1358" y="4028"/>
                  <a:pt x="1406" y="4016"/>
                </a:cubicBezTo>
                <a:lnTo>
                  <a:pt x="1406" y="7755"/>
                </a:lnTo>
                <a:cubicBezTo>
                  <a:pt x="1322" y="7803"/>
                  <a:pt x="1287" y="7874"/>
                  <a:pt x="1287" y="7957"/>
                </a:cubicBezTo>
                <a:lnTo>
                  <a:pt x="1287" y="8160"/>
                </a:lnTo>
                <a:lnTo>
                  <a:pt x="1120" y="8160"/>
                </a:lnTo>
                <a:cubicBezTo>
                  <a:pt x="894" y="8160"/>
                  <a:pt x="715" y="8338"/>
                  <a:pt x="715" y="8553"/>
                </a:cubicBezTo>
                <a:lnTo>
                  <a:pt x="715" y="8743"/>
                </a:lnTo>
                <a:cubicBezTo>
                  <a:pt x="548" y="8791"/>
                  <a:pt x="417" y="8946"/>
                  <a:pt x="417" y="9136"/>
                </a:cubicBezTo>
                <a:lnTo>
                  <a:pt x="417" y="9291"/>
                </a:lnTo>
                <a:lnTo>
                  <a:pt x="132" y="9291"/>
                </a:lnTo>
                <a:cubicBezTo>
                  <a:pt x="60" y="9291"/>
                  <a:pt x="1" y="9350"/>
                  <a:pt x="1" y="9422"/>
                </a:cubicBezTo>
                <a:cubicBezTo>
                  <a:pt x="1" y="9493"/>
                  <a:pt x="60" y="9553"/>
                  <a:pt x="132" y="9553"/>
                </a:cubicBezTo>
                <a:lnTo>
                  <a:pt x="9442" y="9553"/>
                </a:lnTo>
                <a:cubicBezTo>
                  <a:pt x="9514" y="9553"/>
                  <a:pt x="9573" y="9493"/>
                  <a:pt x="9573" y="9422"/>
                </a:cubicBezTo>
                <a:cubicBezTo>
                  <a:pt x="9573" y="9350"/>
                  <a:pt x="9514" y="9291"/>
                  <a:pt x="9442" y="9291"/>
                </a:cubicBezTo>
                <a:lnTo>
                  <a:pt x="9157" y="9291"/>
                </a:lnTo>
                <a:lnTo>
                  <a:pt x="9157" y="9136"/>
                </a:lnTo>
                <a:cubicBezTo>
                  <a:pt x="9157" y="8957"/>
                  <a:pt x="9038" y="8803"/>
                  <a:pt x="8859" y="8743"/>
                </a:cubicBezTo>
                <a:lnTo>
                  <a:pt x="8859" y="8565"/>
                </a:lnTo>
                <a:cubicBezTo>
                  <a:pt x="8859" y="8338"/>
                  <a:pt x="8680" y="8160"/>
                  <a:pt x="8454" y="8160"/>
                </a:cubicBezTo>
                <a:lnTo>
                  <a:pt x="8395" y="8160"/>
                </a:lnTo>
                <a:lnTo>
                  <a:pt x="8395" y="7969"/>
                </a:lnTo>
                <a:cubicBezTo>
                  <a:pt x="8395" y="7874"/>
                  <a:pt x="8347" y="7803"/>
                  <a:pt x="8276" y="7755"/>
                </a:cubicBezTo>
                <a:lnTo>
                  <a:pt x="8276" y="4016"/>
                </a:lnTo>
                <a:cubicBezTo>
                  <a:pt x="8310" y="4034"/>
                  <a:pt x="8345" y="4045"/>
                  <a:pt x="8375" y="4045"/>
                </a:cubicBezTo>
                <a:cubicBezTo>
                  <a:pt x="8387" y="4045"/>
                  <a:pt x="8397" y="4043"/>
                  <a:pt x="8407" y="4040"/>
                </a:cubicBezTo>
                <a:cubicBezTo>
                  <a:pt x="8633" y="4040"/>
                  <a:pt x="8811" y="3862"/>
                  <a:pt x="8811" y="3635"/>
                </a:cubicBezTo>
                <a:cubicBezTo>
                  <a:pt x="8811" y="3564"/>
                  <a:pt x="8799" y="3504"/>
                  <a:pt x="8764" y="3421"/>
                </a:cubicBezTo>
                <a:cubicBezTo>
                  <a:pt x="8835" y="3385"/>
                  <a:pt x="8883" y="3290"/>
                  <a:pt x="8883" y="3207"/>
                </a:cubicBezTo>
                <a:lnTo>
                  <a:pt x="8883" y="2504"/>
                </a:lnTo>
                <a:cubicBezTo>
                  <a:pt x="8883" y="2397"/>
                  <a:pt x="8823" y="2314"/>
                  <a:pt x="8740" y="2266"/>
                </a:cubicBezTo>
                <a:lnTo>
                  <a:pt x="4906" y="28"/>
                </a:lnTo>
                <a:cubicBezTo>
                  <a:pt x="4870" y="10"/>
                  <a:pt x="4826" y="1"/>
                  <a:pt x="47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80" name="Google Shape;10780;p64"/>
          <p:cNvGrpSpPr/>
          <p:nvPr/>
        </p:nvGrpSpPr>
        <p:grpSpPr>
          <a:xfrm>
            <a:off x="2179081" y="4111261"/>
            <a:ext cx="397525" cy="348670"/>
            <a:chOff x="2179081" y="4285511"/>
            <a:chExt cx="397525" cy="348670"/>
          </a:xfrm>
        </p:grpSpPr>
        <p:sp>
          <p:nvSpPr>
            <p:cNvPr id="10781" name="Google Shape;10781;p64"/>
            <p:cNvSpPr/>
            <p:nvPr/>
          </p:nvSpPr>
          <p:spPr>
            <a:xfrm>
              <a:off x="2262437" y="4354322"/>
              <a:ext cx="230813" cy="210507"/>
            </a:xfrm>
            <a:custGeom>
              <a:avLst/>
              <a:gdLst/>
              <a:ahLst/>
              <a:cxnLst/>
              <a:rect l="l" t="t" r="r" b="b"/>
              <a:pathLst>
                <a:path w="7252" h="6614" extrusionOk="0">
                  <a:moveTo>
                    <a:pt x="3627" y="376"/>
                  </a:moveTo>
                  <a:cubicBezTo>
                    <a:pt x="4070" y="376"/>
                    <a:pt x="4516" y="477"/>
                    <a:pt x="4930" y="684"/>
                  </a:cubicBezTo>
                  <a:lnTo>
                    <a:pt x="4132" y="2065"/>
                  </a:lnTo>
                  <a:cubicBezTo>
                    <a:pt x="3965" y="2006"/>
                    <a:pt x="3799" y="1958"/>
                    <a:pt x="3620" y="1958"/>
                  </a:cubicBezTo>
                  <a:cubicBezTo>
                    <a:pt x="3441" y="1958"/>
                    <a:pt x="3263" y="1994"/>
                    <a:pt x="3120" y="2065"/>
                  </a:cubicBezTo>
                  <a:lnTo>
                    <a:pt x="2322" y="684"/>
                  </a:lnTo>
                  <a:cubicBezTo>
                    <a:pt x="2730" y="480"/>
                    <a:pt x="3177" y="376"/>
                    <a:pt x="3627" y="376"/>
                  </a:cubicBezTo>
                  <a:close/>
                  <a:moveTo>
                    <a:pt x="1989" y="863"/>
                  </a:moveTo>
                  <a:lnTo>
                    <a:pt x="2787" y="2244"/>
                  </a:lnTo>
                  <a:cubicBezTo>
                    <a:pt x="2513" y="2458"/>
                    <a:pt x="2322" y="2768"/>
                    <a:pt x="2286" y="3137"/>
                  </a:cubicBezTo>
                  <a:lnTo>
                    <a:pt x="691" y="3137"/>
                  </a:lnTo>
                  <a:lnTo>
                    <a:pt x="691" y="3125"/>
                  </a:lnTo>
                  <a:cubicBezTo>
                    <a:pt x="739" y="2422"/>
                    <a:pt x="1013" y="1756"/>
                    <a:pt x="1536" y="1232"/>
                  </a:cubicBezTo>
                  <a:cubicBezTo>
                    <a:pt x="1667" y="1101"/>
                    <a:pt x="1834" y="970"/>
                    <a:pt x="1989" y="863"/>
                  </a:cubicBezTo>
                  <a:close/>
                  <a:moveTo>
                    <a:pt x="3620" y="2339"/>
                  </a:moveTo>
                  <a:cubicBezTo>
                    <a:pt x="4156" y="2339"/>
                    <a:pt x="4608" y="2779"/>
                    <a:pt x="4608" y="3315"/>
                  </a:cubicBezTo>
                  <a:cubicBezTo>
                    <a:pt x="4608" y="3851"/>
                    <a:pt x="4156" y="4303"/>
                    <a:pt x="3620" y="4303"/>
                  </a:cubicBezTo>
                  <a:cubicBezTo>
                    <a:pt x="3072" y="4303"/>
                    <a:pt x="2644" y="3851"/>
                    <a:pt x="2644" y="3315"/>
                  </a:cubicBezTo>
                  <a:cubicBezTo>
                    <a:pt x="2644" y="2768"/>
                    <a:pt x="3084" y="2339"/>
                    <a:pt x="3620" y="2339"/>
                  </a:cubicBezTo>
                  <a:close/>
                  <a:moveTo>
                    <a:pt x="6549" y="3482"/>
                  </a:moveTo>
                  <a:cubicBezTo>
                    <a:pt x="6513" y="4184"/>
                    <a:pt x="6227" y="4863"/>
                    <a:pt x="5704" y="5387"/>
                  </a:cubicBezTo>
                  <a:cubicBezTo>
                    <a:pt x="5573" y="5518"/>
                    <a:pt x="5406" y="5661"/>
                    <a:pt x="5263" y="5756"/>
                  </a:cubicBezTo>
                  <a:lnTo>
                    <a:pt x="4453" y="4375"/>
                  </a:lnTo>
                  <a:cubicBezTo>
                    <a:pt x="4727" y="4172"/>
                    <a:pt x="4918" y="3851"/>
                    <a:pt x="4965" y="3482"/>
                  </a:cubicBezTo>
                  <a:close/>
                  <a:moveTo>
                    <a:pt x="4120" y="4553"/>
                  </a:moveTo>
                  <a:lnTo>
                    <a:pt x="4918" y="5935"/>
                  </a:lnTo>
                  <a:cubicBezTo>
                    <a:pt x="4510" y="6138"/>
                    <a:pt x="4063" y="6243"/>
                    <a:pt x="3613" y="6243"/>
                  </a:cubicBezTo>
                  <a:cubicBezTo>
                    <a:pt x="3170" y="6243"/>
                    <a:pt x="2724" y="6141"/>
                    <a:pt x="2310" y="5935"/>
                  </a:cubicBezTo>
                  <a:lnTo>
                    <a:pt x="3120" y="4553"/>
                  </a:lnTo>
                  <a:cubicBezTo>
                    <a:pt x="3275" y="4613"/>
                    <a:pt x="3441" y="4661"/>
                    <a:pt x="3620" y="4661"/>
                  </a:cubicBezTo>
                  <a:cubicBezTo>
                    <a:pt x="3799" y="4661"/>
                    <a:pt x="3977" y="4625"/>
                    <a:pt x="4120" y="4553"/>
                  </a:cubicBezTo>
                  <a:close/>
                  <a:moveTo>
                    <a:pt x="3636" y="0"/>
                  </a:moveTo>
                  <a:cubicBezTo>
                    <a:pt x="2787" y="0"/>
                    <a:pt x="1940" y="328"/>
                    <a:pt x="1298" y="970"/>
                  </a:cubicBezTo>
                  <a:cubicBezTo>
                    <a:pt x="120" y="2137"/>
                    <a:pt x="0" y="4018"/>
                    <a:pt x="1036" y="5327"/>
                  </a:cubicBezTo>
                  <a:cubicBezTo>
                    <a:pt x="1060" y="5375"/>
                    <a:pt x="1120" y="5399"/>
                    <a:pt x="1179" y="5399"/>
                  </a:cubicBezTo>
                  <a:cubicBezTo>
                    <a:pt x="1227" y="5399"/>
                    <a:pt x="1251" y="5387"/>
                    <a:pt x="1298" y="5351"/>
                  </a:cubicBezTo>
                  <a:cubicBezTo>
                    <a:pt x="1370" y="5292"/>
                    <a:pt x="1394" y="5173"/>
                    <a:pt x="1334" y="5101"/>
                  </a:cubicBezTo>
                  <a:cubicBezTo>
                    <a:pt x="953" y="4625"/>
                    <a:pt x="751" y="4065"/>
                    <a:pt x="715" y="3482"/>
                  </a:cubicBezTo>
                  <a:lnTo>
                    <a:pt x="2310" y="3482"/>
                  </a:lnTo>
                  <a:cubicBezTo>
                    <a:pt x="2358" y="3839"/>
                    <a:pt x="2548" y="4149"/>
                    <a:pt x="2810" y="4375"/>
                  </a:cubicBezTo>
                  <a:lnTo>
                    <a:pt x="2013" y="5756"/>
                  </a:lnTo>
                  <a:lnTo>
                    <a:pt x="1834" y="5625"/>
                  </a:lnTo>
                  <a:cubicBezTo>
                    <a:pt x="1803" y="5599"/>
                    <a:pt x="1763" y="5587"/>
                    <a:pt x="1723" y="5587"/>
                  </a:cubicBezTo>
                  <a:cubicBezTo>
                    <a:pt x="1671" y="5587"/>
                    <a:pt x="1618" y="5608"/>
                    <a:pt x="1584" y="5649"/>
                  </a:cubicBezTo>
                  <a:cubicBezTo>
                    <a:pt x="1524" y="5732"/>
                    <a:pt x="1536" y="5851"/>
                    <a:pt x="1608" y="5911"/>
                  </a:cubicBezTo>
                  <a:cubicBezTo>
                    <a:pt x="2203" y="6375"/>
                    <a:pt x="2918" y="6613"/>
                    <a:pt x="3632" y="6613"/>
                  </a:cubicBezTo>
                  <a:cubicBezTo>
                    <a:pt x="4489" y="6613"/>
                    <a:pt x="5334" y="6280"/>
                    <a:pt x="5977" y="5637"/>
                  </a:cubicBezTo>
                  <a:cubicBezTo>
                    <a:pt x="7132" y="4470"/>
                    <a:pt x="7251" y="2589"/>
                    <a:pt x="6227" y="1279"/>
                  </a:cubicBezTo>
                  <a:cubicBezTo>
                    <a:pt x="6194" y="1239"/>
                    <a:pt x="6141" y="1217"/>
                    <a:pt x="6088" y="1217"/>
                  </a:cubicBezTo>
                  <a:cubicBezTo>
                    <a:pt x="6048" y="1217"/>
                    <a:pt x="6008" y="1230"/>
                    <a:pt x="5977" y="1255"/>
                  </a:cubicBezTo>
                  <a:cubicBezTo>
                    <a:pt x="5894" y="1315"/>
                    <a:pt x="5882" y="1434"/>
                    <a:pt x="5942" y="1505"/>
                  </a:cubicBezTo>
                  <a:cubicBezTo>
                    <a:pt x="6311" y="1982"/>
                    <a:pt x="6525" y="2541"/>
                    <a:pt x="6549" y="3125"/>
                  </a:cubicBezTo>
                  <a:lnTo>
                    <a:pt x="4965" y="3125"/>
                  </a:lnTo>
                  <a:cubicBezTo>
                    <a:pt x="4918" y="2768"/>
                    <a:pt x="4727" y="2458"/>
                    <a:pt x="4453" y="2232"/>
                  </a:cubicBezTo>
                  <a:lnTo>
                    <a:pt x="5263" y="851"/>
                  </a:lnTo>
                  <a:lnTo>
                    <a:pt x="5442" y="982"/>
                  </a:lnTo>
                  <a:cubicBezTo>
                    <a:pt x="5473" y="1007"/>
                    <a:pt x="5512" y="1020"/>
                    <a:pt x="5552" y="1020"/>
                  </a:cubicBezTo>
                  <a:cubicBezTo>
                    <a:pt x="5605" y="1020"/>
                    <a:pt x="5658" y="998"/>
                    <a:pt x="5692" y="958"/>
                  </a:cubicBezTo>
                  <a:cubicBezTo>
                    <a:pt x="5751" y="874"/>
                    <a:pt x="5739" y="755"/>
                    <a:pt x="5656" y="696"/>
                  </a:cubicBezTo>
                  <a:cubicBezTo>
                    <a:pt x="5059" y="229"/>
                    <a:pt x="4347" y="0"/>
                    <a:pt x="3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64"/>
            <p:cNvSpPr/>
            <p:nvPr/>
          </p:nvSpPr>
          <p:spPr>
            <a:xfrm>
              <a:off x="2179081" y="4285511"/>
              <a:ext cx="397525" cy="348670"/>
            </a:xfrm>
            <a:custGeom>
              <a:avLst/>
              <a:gdLst/>
              <a:ahLst/>
              <a:cxnLst/>
              <a:rect l="l" t="t" r="r" b="b"/>
              <a:pathLst>
                <a:path w="12490" h="10955" extrusionOk="0">
                  <a:moveTo>
                    <a:pt x="3493" y="346"/>
                  </a:moveTo>
                  <a:cubicBezTo>
                    <a:pt x="3526" y="346"/>
                    <a:pt x="3560" y="350"/>
                    <a:pt x="3596" y="358"/>
                  </a:cubicBezTo>
                  <a:cubicBezTo>
                    <a:pt x="3679" y="393"/>
                    <a:pt x="3751" y="465"/>
                    <a:pt x="3798" y="548"/>
                  </a:cubicBezTo>
                  <a:lnTo>
                    <a:pt x="4310" y="1655"/>
                  </a:lnTo>
                  <a:cubicBezTo>
                    <a:pt x="4167" y="1727"/>
                    <a:pt x="4036" y="1798"/>
                    <a:pt x="3917" y="1882"/>
                  </a:cubicBezTo>
                  <a:lnTo>
                    <a:pt x="3203" y="893"/>
                  </a:lnTo>
                  <a:cubicBezTo>
                    <a:pt x="3143" y="822"/>
                    <a:pt x="3131" y="715"/>
                    <a:pt x="3143" y="619"/>
                  </a:cubicBezTo>
                  <a:cubicBezTo>
                    <a:pt x="3155" y="512"/>
                    <a:pt x="3215" y="441"/>
                    <a:pt x="3310" y="393"/>
                  </a:cubicBezTo>
                  <a:cubicBezTo>
                    <a:pt x="3366" y="362"/>
                    <a:pt x="3426" y="346"/>
                    <a:pt x="3493" y="346"/>
                  </a:cubicBezTo>
                  <a:close/>
                  <a:moveTo>
                    <a:pt x="8984" y="346"/>
                  </a:moveTo>
                  <a:cubicBezTo>
                    <a:pt x="9046" y="346"/>
                    <a:pt x="9112" y="362"/>
                    <a:pt x="9168" y="393"/>
                  </a:cubicBezTo>
                  <a:cubicBezTo>
                    <a:pt x="9263" y="441"/>
                    <a:pt x="9323" y="524"/>
                    <a:pt x="9335" y="619"/>
                  </a:cubicBezTo>
                  <a:cubicBezTo>
                    <a:pt x="9347" y="715"/>
                    <a:pt x="9335" y="810"/>
                    <a:pt x="9275" y="893"/>
                  </a:cubicBezTo>
                  <a:lnTo>
                    <a:pt x="8561" y="1882"/>
                  </a:lnTo>
                  <a:cubicBezTo>
                    <a:pt x="8442" y="1810"/>
                    <a:pt x="8311" y="1715"/>
                    <a:pt x="8180" y="1655"/>
                  </a:cubicBezTo>
                  <a:lnTo>
                    <a:pt x="8680" y="560"/>
                  </a:lnTo>
                  <a:cubicBezTo>
                    <a:pt x="8727" y="465"/>
                    <a:pt x="8799" y="393"/>
                    <a:pt x="8894" y="358"/>
                  </a:cubicBezTo>
                  <a:cubicBezTo>
                    <a:pt x="8922" y="350"/>
                    <a:pt x="8952" y="346"/>
                    <a:pt x="8984" y="346"/>
                  </a:cubicBezTo>
                  <a:close/>
                  <a:moveTo>
                    <a:pt x="11780" y="5137"/>
                  </a:moveTo>
                  <a:cubicBezTo>
                    <a:pt x="11858" y="5137"/>
                    <a:pt x="11924" y="5171"/>
                    <a:pt x="11990" y="5227"/>
                  </a:cubicBezTo>
                  <a:cubicBezTo>
                    <a:pt x="12061" y="5287"/>
                    <a:pt x="12097" y="5394"/>
                    <a:pt x="12097" y="5477"/>
                  </a:cubicBezTo>
                  <a:cubicBezTo>
                    <a:pt x="12097" y="5572"/>
                    <a:pt x="12061" y="5656"/>
                    <a:pt x="11990" y="5739"/>
                  </a:cubicBezTo>
                  <a:cubicBezTo>
                    <a:pt x="11917" y="5791"/>
                    <a:pt x="11845" y="5825"/>
                    <a:pt x="11756" y="5825"/>
                  </a:cubicBezTo>
                  <a:cubicBezTo>
                    <a:pt x="11743" y="5825"/>
                    <a:pt x="11730" y="5824"/>
                    <a:pt x="11716" y="5823"/>
                  </a:cubicBezTo>
                  <a:lnTo>
                    <a:pt x="10513" y="5703"/>
                  </a:lnTo>
                  <a:lnTo>
                    <a:pt x="10513" y="5477"/>
                  </a:lnTo>
                  <a:lnTo>
                    <a:pt x="10513" y="5263"/>
                  </a:lnTo>
                  <a:lnTo>
                    <a:pt x="11716" y="5144"/>
                  </a:lnTo>
                  <a:cubicBezTo>
                    <a:pt x="11738" y="5139"/>
                    <a:pt x="11760" y="5137"/>
                    <a:pt x="11780" y="5137"/>
                  </a:cubicBezTo>
                  <a:close/>
                  <a:moveTo>
                    <a:pt x="729" y="5130"/>
                  </a:moveTo>
                  <a:cubicBezTo>
                    <a:pt x="740" y="5130"/>
                    <a:pt x="751" y="5131"/>
                    <a:pt x="762" y="5132"/>
                  </a:cubicBezTo>
                  <a:lnTo>
                    <a:pt x="1965" y="5251"/>
                  </a:lnTo>
                  <a:lnTo>
                    <a:pt x="1965" y="5477"/>
                  </a:lnTo>
                  <a:lnTo>
                    <a:pt x="1965" y="5703"/>
                  </a:lnTo>
                  <a:lnTo>
                    <a:pt x="762" y="5823"/>
                  </a:lnTo>
                  <a:cubicBezTo>
                    <a:pt x="745" y="5824"/>
                    <a:pt x="728" y="5825"/>
                    <a:pt x="712" y="5825"/>
                  </a:cubicBezTo>
                  <a:cubicBezTo>
                    <a:pt x="628" y="5825"/>
                    <a:pt x="558" y="5799"/>
                    <a:pt x="488" y="5739"/>
                  </a:cubicBezTo>
                  <a:cubicBezTo>
                    <a:pt x="417" y="5680"/>
                    <a:pt x="369" y="5572"/>
                    <a:pt x="369" y="5477"/>
                  </a:cubicBezTo>
                  <a:cubicBezTo>
                    <a:pt x="369" y="5370"/>
                    <a:pt x="417" y="5287"/>
                    <a:pt x="488" y="5227"/>
                  </a:cubicBezTo>
                  <a:cubicBezTo>
                    <a:pt x="563" y="5174"/>
                    <a:pt x="638" y="5130"/>
                    <a:pt x="729" y="5130"/>
                  </a:cubicBezTo>
                  <a:close/>
                  <a:moveTo>
                    <a:pt x="6239" y="1548"/>
                  </a:moveTo>
                  <a:cubicBezTo>
                    <a:pt x="8394" y="1548"/>
                    <a:pt x="10156" y="3310"/>
                    <a:pt x="10156" y="5465"/>
                  </a:cubicBezTo>
                  <a:cubicBezTo>
                    <a:pt x="10156" y="7620"/>
                    <a:pt x="8394" y="9382"/>
                    <a:pt x="6239" y="9382"/>
                  </a:cubicBezTo>
                  <a:cubicBezTo>
                    <a:pt x="4084" y="9382"/>
                    <a:pt x="2322" y="7620"/>
                    <a:pt x="2322" y="5465"/>
                  </a:cubicBezTo>
                  <a:cubicBezTo>
                    <a:pt x="2322" y="3310"/>
                    <a:pt x="4084" y="1548"/>
                    <a:pt x="6239" y="1548"/>
                  </a:cubicBezTo>
                  <a:close/>
                  <a:moveTo>
                    <a:pt x="3917" y="9073"/>
                  </a:moveTo>
                  <a:cubicBezTo>
                    <a:pt x="4036" y="9144"/>
                    <a:pt x="4167" y="9228"/>
                    <a:pt x="4310" y="9287"/>
                  </a:cubicBezTo>
                  <a:lnTo>
                    <a:pt x="3798" y="10395"/>
                  </a:lnTo>
                  <a:cubicBezTo>
                    <a:pt x="3751" y="10478"/>
                    <a:pt x="3679" y="10561"/>
                    <a:pt x="3596" y="10585"/>
                  </a:cubicBezTo>
                  <a:cubicBezTo>
                    <a:pt x="3563" y="10597"/>
                    <a:pt x="3528" y="10603"/>
                    <a:pt x="3493" y="10603"/>
                  </a:cubicBezTo>
                  <a:cubicBezTo>
                    <a:pt x="3429" y="10603"/>
                    <a:pt x="3364" y="10584"/>
                    <a:pt x="3310" y="10561"/>
                  </a:cubicBezTo>
                  <a:cubicBezTo>
                    <a:pt x="3215" y="10514"/>
                    <a:pt x="3155" y="10418"/>
                    <a:pt x="3143" y="10335"/>
                  </a:cubicBezTo>
                  <a:cubicBezTo>
                    <a:pt x="3131" y="10228"/>
                    <a:pt x="3143" y="10144"/>
                    <a:pt x="3203" y="10049"/>
                  </a:cubicBezTo>
                  <a:lnTo>
                    <a:pt x="3917" y="9073"/>
                  </a:lnTo>
                  <a:close/>
                  <a:moveTo>
                    <a:pt x="8561" y="9073"/>
                  </a:moveTo>
                  <a:lnTo>
                    <a:pt x="9275" y="10049"/>
                  </a:lnTo>
                  <a:cubicBezTo>
                    <a:pt x="9335" y="10121"/>
                    <a:pt x="9347" y="10228"/>
                    <a:pt x="9335" y="10335"/>
                  </a:cubicBezTo>
                  <a:cubicBezTo>
                    <a:pt x="9323" y="10442"/>
                    <a:pt x="9263" y="10514"/>
                    <a:pt x="9168" y="10561"/>
                  </a:cubicBezTo>
                  <a:cubicBezTo>
                    <a:pt x="9114" y="10584"/>
                    <a:pt x="9054" y="10603"/>
                    <a:pt x="8990" y="10603"/>
                  </a:cubicBezTo>
                  <a:cubicBezTo>
                    <a:pt x="8955" y="10603"/>
                    <a:pt x="8920" y="10597"/>
                    <a:pt x="8882" y="10585"/>
                  </a:cubicBezTo>
                  <a:cubicBezTo>
                    <a:pt x="8799" y="10561"/>
                    <a:pt x="8727" y="10478"/>
                    <a:pt x="8680" y="10395"/>
                  </a:cubicBezTo>
                  <a:lnTo>
                    <a:pt x="8180" y="9287"/>
                  </a:lnTo>
                  <a:cubicBezTo>
                    <a:pt x="8311" y="9216"/>
                    <a:pt x="8442" y="9144"/>
                    <a:pt x="8561" y="9073"/>
                  </a:cubicBezTo>
                  <a:close/>
                  <a:moveTo>
                    <a:pt x="3464" y="0"/>
                  </a:moveTo>
                  <a:cubicBezTo>
                    <a:pt x="3346" y="0"/>
                    <a:pt x="3228" y="30"/>
                    <a:pt x="3120" y="96"/>
                  </a:cubicBezTo>
                  <a:cubicBezTo>
                    <a:pt x="2941" y="203"/>
                    <a:pt x="2822" y="358"/>
                    <a:pt x="2774" y="548"/>
                  </a:cubicBezTo>
                  <a:cubicBezTo>
                    <a:pt x="2727" y="750"/>
                    <a:pt x="2774" y="953"/>
                    <a:pt x="2893" y="1120"/>
                  </a:cubicBezTo>
                  <a:lnTo>
                    <a:pt x="3608" y="2096"/>
                  </a:lnTo>
                  <a:cubicBezTo>
                    <a:pt x="2739" y="2775"/>
                    <a:pt x="2143" y="3751"/>
                    <a:pt x="2000" y="4882"/>
                  </a:cubicBezTo>
                  <a:lnTo>
                    <a:pt x="798" y="4763"/>
                  </a:lnTo>
                  <a:cubicBezTo>
                    <a:pt x="781" y="4762"/>
                    <a:pt x="764" y="4761"/>
                    <a:pt x="747" y="4761"/>
                  </a:cubicBezTo>
                  <a:cubicBezTo>
                    <a:pt x="562" y="4761"/>
                    <a:pt x="380" y="4821"/>
                    <a:pt x="238" y="4941"/>
                  </a:cubicBezTo>
                  <a:cubicBezTo>
                    <a:pt x="95" y="5084"/>
                    <a:pt x="0" y="5275"/>
                    <a:pt x="0" y="5465"/>
                  </a:cubicBezTo>
                  <a:cubicBezTo>
                    <a:pt x="0" y="5656"/>
                    <a:pt x="95" y="5858"/>
                    <a:pt x="238" y="5989"/>
                  </a:cubicBezTo>
                  <a:cubicBezTo>
                    <a:pt x="381" y="6108"/>
                    <a:pt x="536" y="6168"/>
                    <a:pt x="714" y="6168"/>
                  </a:cubicBezTo>
                  <a:lnTo>
                    <a:pt x="798" y="6168"/>
                  </a:lnTo>
                  <a:lnTo>
                    <a:pt x="2000" y="6049"/>
                  </a:lnTo>
                  <a:cubicBezTo>
                    <a:pt x="2143" y="7180"/>
                    <a:pt x="2762" y="8156"/>
                    <a:pt x="3608" y="8835"/>
                  </a:cubicBezTo>
                  <a:lnTo>
                    <a:pt x="2905" y="9847"/>
                  </a:lnTo>
                  <a:cubicBezTo>
                    <a:pt x="2786" y="10002"/>
                    <a:pt x="2739" y="10216"/>
                    <a:pt x="2786" y="10406"/>
                  </a:cubicBezTo>
                  <a:cubicBezTo>
                    <a:pt x="2834" y="10597"/>
                    <a:pt x="2953" y="10776"/>
                    <a:pt x="3131" y="10871"/>
                  </a:cubicBezTo>
                  <a:cubicBezTo>
                    <a:pt x="3239" y="10930"/>
                    <a:pt x="3370" y="10954"/>
                    <a:pt x="3489" y="10954"/>
                  </a:cubicBezTo>
                  <a:cubicBezTo>
                    <a:pt x="3560" y="10954"/>
                    <a:pt x="3632" y="10942"/>
                    <a:pt x="3715" y="10930"/>
                  </a:cubicBezTo>
                  <a:cubicBezTo>
                    <a:pt x="3905" y="10871"/>
                    <a:pt x="4048" y="10716"/>
                    <a:pt x="4143" y="10537"/>
                  </a:cubicBezTo>
                  <a:lnTo>
                    <a:pt x="4644" y="9442"/>
                  </a:lnTo>
                  <a:cubicBezTo>
                    <a:pt x="5132" y="9644"/>
                    <a:pt x="5691" y="9752"/>
                    <a:pt x="6251" y="9752"/>
                  </a:cubicBezTo>
                  <a:cubicBezTo>
                    <a:pt x="6822" y="9752"/>
                    <a:pt x="7370" y="9633"/>
                    <a:pt x="7858" y="9442"/>
                  </a:cubicBezTo>
                  <a:lnTo>
                    <a:pt x="8370" y="10537"/>
                  </a:lnTo>
                  <a:cubicBezTo>
                    <a:pt x="8454" y="10716"/>
                    <a:pt x="8608" y="10871"/>
                    <a:pt x="8799" y="10930"/>
                  </a:cubicBezTo>
                  <a:cubicBezTo>
                    <a:pt x="8870" y="10954"/>
                    <a:pt x="8942" y="10954"/>
                    <a:pt x="9025" y="10954"/>
                  </a:cubicBezTo>
                  <a:cubicBezTo>
                    <a:pt x="9144" y="10954"/>
                    <a:pt x="9275" y="10930"/>
                    <a:pt x="9382" y="10871"/>
                  </a:cubicBezTo>
                  <a:cubicBezTo>
                    <a:pt x="9561" y="10764"/>
                    <a:pt x="9680" y="10597"/>
                    <a:pt x="9716" y="10406"/>
                  </a:cubicBezTo>
                  <a:cubicBezTo>
                    <a:pt x="9763" y="10216"/>
                    <a:pt x="9716" y="10002"/>
                    <a:pt x="9597" y="9847"/>
                  </a:cubicBezTo>
                  <a:lnTo>
                    <a:pt x="8882" y="8859"/>
                  </a:lnTo>
                  <a:cubicBezTo>
                    <a:pt x="9751" y="8192"/>
                    <a:pt x="10347" y="7204"/>
                    <a:pt x="10490" y="6073"/>
                  </a:cubicBezTo>
                  <a:lnTo>
                    <a:pt x="11704" y="6192"/>
                  </a:lnTo>
                  <a:lnTo>
                    <a:pt x="11775" y="6192"/>
                  </a:lnTo>
                  <a:cubicBezTo>
                    <a:pt x="11954" y="6192"/>
                    <a:pt x="12121" y="6132"/>
                    <a:pt x="12252" y="6013"/>
                  </a:cubicBezTo>
                  <a:cubicBezTo>
                    <a:pt x="12395" y="5882"/>
                    <a:pt x="12490" y="5692"/>
                    <a:pt x="12490" y="5489"/>
                  </a:cubicBezTo>
                  <a:cubicBezTo>
                    <a:pt x="12490" y="5299"/>
                    <a:pt x="12383" y="5084"/>
                    <a:pt x="12240" y="4941"/>
                  </a:cubicBezTo>
                  <a:cubicBezTo>
                    <a:pt x="12098" y="4821"/>
                    <a:pt x="11926" y="4761"/>
                    <a:pt x="11742" y="4761"/>
                  </a:cubicBezTo>
                  <a:cubicBezTo>
                    <a:pt x="11726" y="4761"/>
                    <a:pt x="11709" y="4762"/>
                    <a:pt x="11692" y="4763"/>
                  </a:cubicBezTo>
                  <a:lnTo>
                    <a:pt x="10478" y="4882"/>
                  </a:lnTo>
                  <a:cubicBezTo>
                    <a:pt x="10335" y="3751"/>
                    <a:pt x="9716" y="2775"/>
                    <a:pt x="8870" y="2096"/>
                  </a:cubicBezTo>
                  <a:lnTo>
                    <a:pt x="9585" y="1120"/>
                  </a:lnTo>
                  <a:cubicBezTo>
                    <a:pt x="9704" y="953"/>
                    <a:pt x="9751" y="750"/>
                    <a:pt x="9704" y="548"/>
                  </a:cubicBezTo>
                  <a:cubicBezTo>
                    <a:pt x="9668" y="358"/>
                    <a:pt x="9537" y="179"/>
                    <a:pt x="9370" y="96"/>
                  </a:cubicBezTo>
                  <a:cubicBezTo>
                    <a:pt x="9254" y="30"/>
                    <a:pt x="9134" y="0"/>
                    <a:pt x="9015" y="0"/>
                  </a:cubicBezTo>
                  <a:cubicBezTo>
                    <a:pt x="8938" y="0"/>
                    <a:pt x="8861" y="13"/>
                    <a:pt x="8787" y="36"/>
                  </a:cubicBezTo>
                  <a:cubicBezTo>
                    <a:pt x="8596" y="96"/>
                    <a:pt x="8442" y="238"/>
                    <a:pt x="8358" y="417"/>
                  </a:cubicBezTo>
                  <a:lnTo>
                    <a:pt x="7846" y="1524"/>
                  </a:lnTo>
                  <a:cubicBezTo>
                    <a:pt x="7358" y="1310"/>
                    <a:pt x="6810" y="1203"/>
                    <a:pt x="6239" y="1203"/>
                  </a:cubicBezTo>
                  <a:cubicBezTo>
                    <a:pt x="5679" y="1203"/>
                    <a:pt x="5120" y="1322"/>
                    <a:pt x="4632" y="1524"/>
                  </a:cubicBezTo>
                  <a:lnTo>
                    <a:pt x="4132" y="417"/>
                  </a:lnTo>
                  <a:cubicBezTo>
                    <a:pt x="4036" y="238"/>
                    <a:pt x="3893" y="96"/>
                    <a:pt x="3691" y="36"/>
                  </a:cubicBezTo>
                  <a:cubicBezTo>
                    <a:pt x="3617" y="13"/>
                    <a:pt x="3540" y="0"/>
                    <a:pt x="34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3" name="Google Shape;10783;p64"/>
          <p:cNvGrpSpPr/>
          <p:nvPr/>
        </p:nvGrpSpPr>
        <p:grpSpPr>
          <a:xfrm>
            <a:off x="3584201" y="4120746"/>
            <a:ext cx="267574" cy="329415"/>
            <a:chOff x="3584201" y="4294996"/>
            <a:chExt cx="267574" cy="329415"/>
          </a:xfrm>
        </p:grpSpPr>
        <p:sp>
          <p:nvSpPr>
            <p:cNvPr id="10784" name="Google Shape;10784;p64"/>
            <p:cNvSpPr/>
            <p:nvPr/>
          </p:nvSpPr>
          <p:spPr>
            <a:xfrm>
              <a:off x="3584201" y="4294996"/>
              <a:ext cx="267574" cy="329415"/>
            </a:xfrm>
            <a:custGeom>
              <a:avLst/>
              <a:gdLst/>
              <a:ahLst/>
              <a:cxnLst/>
              <a:rect l="l" t="t" r="r" b="b"/>
              <a:pathLst>
                <a:path w="8407" h="10350" extrusionOk="0">
                  <a:moveTo>
                    <a:pt x="4191" y="321"/>
                  </a:moveTo>
                  <a:lnTo>
                    <a:pt x="8097" y="1095"/>
                  </a:lnTo>
                  <a:lnTo>
                    <a:pt x="8097" y="6727"/>
                  </a:lnTo>
                  <a:lnTo>
                    <a:pt x="4191" y="10001"/>
                  </a:lnTo>
                  <a:lnTo>
                    <a:pt x="298" y="6727"/>
                  </a:lnTo>
                  <a:lnTo>
                    <a:pt x="298" y="1095"/>
                  </a:lnTo>
                  <a:lnTo>
                    <a:pt x="4191" y="321"/>
                  </a:lnTo>
                  <a:close/>
                  <a:moveTo>
                    <a:pt x="4168" y="0"/>
                  </a:moveTo>
                  <a:lnTo>
                    <a:pt x="120" y="810"/>
                  </a:lnTo>
                  <a:cubicBezTo>
                    <a:pt x="48" y="822"/>
                    <a:pt x="0" y="881"/>
                    <a:pt x="0" y="953"/>
                  </a:cubicBezTo>
                  <a:lnTo>
                    <a:pt x="0" y="6787"/>
                  </a:lnTo>
                  <a:cubicBezTo>
                    <a:pt x="0" y="6834"/>
                    <a:pt x="12" y="6882"/>
                    <a:pt x="60" y="6906"/>
                  </a:cubicBezTo>
                  <a:lnTo>
                    <a:pt x="4108" y="10323"/>
                  </a:lnTo>
                  <a:cubicBezTo>
                    <a:pt x="4138" y="10341"/>
                    <a:pt x="4171" y="10350"/>
                    <a:pt x="4203" y="10350"/>
                  </a:cubicBezTo>
                  <a:cubicBezTo>
                    <a:pt x="4236" y="10350"/>
                    <a:pt x="4269" y="10341"/>
                    <a:pt x="4299" y="10323"/>
                  </a:cubicBezTo>
                  <a:lnTo>
                    <a:pt x="8347" y="6906"/>
                  </a:lnTo>
                  <a:cubicBezTo>
                    <a:pt x="8382" y="6882"/>
                    <a:pt x="8406" y="6834"/>
                    <a:pt x="8406" y="6787"/>
                  </a:cubicBezTo>
                  <a:lnTo>
                    <a:pt x="8406" y="953"/>
                  </a:lnTo>
                  <a:cubicBezTo>
                    <a:pt x="8406" y="881"/>
                    <a:pt x="8347" y="822"/>
                    <a:pt x="8275" y="810"/>
                  </a:cubicBezTo>
                  <a:lnTo>
                    <a:pt x="422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64"/>
            <p:cNvSpPr/>
            <p:nvPr/>
          </p:nvSpPr>
          <p:spPr>
            <a:xfrm>
              <a:off x="3604666" y="4315811"/>
              <a:ext cx="226644" cy="281610"/>
            </a:xfrm>
            <a:custGeom>
              <a:avLst/>
              <a:gdLst/>
              <a:ahLst/>
              <a:cxnLst/>
              <a:rect l="l" t="t" r="r" b="b"/>
              <a:pathLst>
                <a:path w="7121" h="8848" extrusionOk="0">
                  <a:moveTo>
                    <a:pt x="3525" y="1"/>
                  </a:moveTo>
                  <a:lnTo>
                    <a:pt x="119" y="691"/>
                  </a:lnTo>
                  <a:cubicBezTo>
                    <a:pt x="36" y="703"/>
                    <a:pt x="0" y="763"/>
                    <a:pt x="0" y="834"/>
                  </a:cubicBezTo>
                  <a:lnTo>
                    <a:pt x="0" y="5835"/>
                  </a:lnTo>
                  <a:cubicBezTo>
                    <a:pt x="0" y="5883"/>
                    <a:pt x="12" y="5930"/>
                    <a:pt x="60" y="5954"/>
                  </a:cubicBezTo>
                  <a:lnTo>
                    <a:pt x="3465" y="8811"/>
                  </a:lnTo>
                  <a:cubicBezTo>
                    <a:pt x="3495" y="8835"/>
                    <a:pt x="3528" y="8847"/>
                    <a:pt x="3560" y="8847"/>
                  </a:cubicBezTo>
                  <a:cubicBezTo>
                    <a:pt x="3593" y="8847"/>
                    <a:pt x="3626" y="8835"/>
                    <a:pt x="3656" y="8811"/>
                  </a:cubicBezTo>
                  <a:lnTo>
                    <a:pt x="7061" y="5954"/>
                  </a:lnTo>
                  <a:cubicBezTo>
                    <a:pt x="7097" y="5930"/>
                    <a:pt x="7120" y="5883"/>
                    <a:pt x="7120" y="5835"/>
                  </a:cubicBezTo>
                  <a:lnTo>
                    <a:pt x="7120" y="4609"/>
                  </a:lnTo>
                  <a:cubicBezTo>
                    <a:pt x="7120" y="4513"/>
                    <a:pt x="7049" y="4454"/>
                    <a:pt x="6977" y="4454"/>
                  </a:cubicBezTo>
                  <a:cubicBezTo>
                    <a:pt x="6882" y="4454"/>
                    <a:pt x="6823" y="4525"/>
                    <a:pt x="6823" y="4609"/>
                  </a:cubicBezTo>
                  <a:lnTo>
                    <a:pt x="6823" y="5763"/>
                  </a:lnTo>
                  <a:lnTo>
                    <a:pt x="3572" y="8502"/>
                  </a:lnTo>
                  <a:lnTo>
                    <a:pt x="298" y="5763"/>
                  </a:lnTo>
                  <a:lnTo>
                    <a:pt x="298" y="953"/>
                  </a:lnTo>
                  <a:lnTo>
                    <a:pt x="3548" y="299"/>
                  </a:lnTo>
                  <a:lnTo>
                    <a:pt x="6811" y="953"/>
                  </a:lnTo>
                  <a:lnTo>
                    <a:pt x="6811" y="3847"/>
                  </a:lnTo>
                  <a:cubicBezTo>
                    <a:pt x="6799" y="3930"/>
                    <a:pt x="6870" y="4013"/>
                    <a:pt x="6966" y="4013"/>
                  </a:cubicBezTo>
                  <a:cubicBezTo>
                    <a:pt x="7049" y="4013"/>
                    <a:pt x="7108" y="3930"/>
                    <a:pt x="7108" y="3858"/>
                  </a:cubicBezTo>
                  <a:lnTo>
                    <a:pt x="7108" y="834"/>
                  </a:lnTo>
                  <a:cubicBezTo>
                    <a:pt x="7108" y="763"/>
                    <a:pt x="7061" y="703"/>
                    <a:pt x="6989" y="691"/>
                  </a:cubicBezTo>
                  <a:lnTo>
                    <a:pt x="358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64"/>
            <p:cNvSpPr/>
            <p:nvPr/>
          </p:nvSpPr>
          <p:spPr>
            <a:xfrm>
              <a:off x="3645597" y="4362056"/>
              <a:ext cx="144019" cy="144019"/>
            </a:xfrm>
            <a:custGeom>
              <a:avLst/>
              <a:gdLst/>
              <a:ahLst/>
              <a:cxnLst/>
              <a:rect l="l" t="t" r="r" b="b"/>
              <a:pathLst>
                <a:path w="4525" h="4525" extrusionOk="0">
                  <a:moveTo>
                    <a:pt x="2262" y="322"/>
                  </a:moveTo>
                  <a:cubicBezTo>
                    <a:pt x="3334" y="322"/>
                    <a:pt x="4215" y="1203"/>
                    <a:pt x="4215" y="2275"/>
                  </a:cubicBezTo>
                  <a:cubicBezTo>
                    <a:pt x="4215" y="3346"/>
                    <a:pt x="3334" y="4227"/>
                    <a:pt x="2262" y="4227"/>
                  </a:cubicBezTo>
                  <a:cubicBezTo>
                    <a:pt x="1191" y="4227"/>
                    <a:pt x="322" y="3346"/>
                    <a:pt x="322" y="2275"/>
                  </a:cubicBezTo>
                  <a:cubicBezTo>
                    <a:pt x="322" y="1203"/>
                    <a:pt x="1191" y="322"/>
                    <a:pt x="2262" y="322"/>
                  </a:cubicBezTo>
                  <a:close/>
                  <a:moveTo>
                    <a:pt x="2262" y="0"/>
                  </a:moveTo>
                  <a:cubicBezTo>
                    <a:pt x="1012" y="0"/>
                    <a:pt x="0" y="1012"/>
                    <a:pt x="0" y="2263"/>
                  </a:cubicBezTo>
                  <a:cubicBezTo>
                    <a:pt x="0" y="3513"/>
                    <a:pt x="1012" y="4525"/>
                    <a:pt x="2262" y="4525"/>
                  </a:cubicBezTo>
                  <a:cubicBezTo>
                    <a:pt x="3513" y="4525"/>
                    <a:pt x="4525" y="3513"/>
                    <a:pt x="4525" y="2263"/>
                  </a:cubicBezTo>
                  <a:cubicBezTo>
                    <a:pt x="4525" y="1012"/>
                    <a:pt x="3513" y="0"/>
                    <a:pt x="2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64"/>
            <p:cNvSpPr/>
            <p:nvPr/>
          </p:nvSpPr>
          <p:spPr>
            <a:xfrm>
              <a:off x="3692574" y="4377970"/>
              <a:ext cx="51561" cy="112574"/>
            </a:xfrm>
            <a:custGeom>
              <a:avLst/>
              <a:gdLst/>
              <a:ahLst/>
              <a:cxnLst/>
              <a:rect l="l" t="t" r="r" b="b"/>
              <a:pathLst>
                <a:path w="1620" h="3537" extrusionOk="0">
                  <a:moveTo>
                    <a:pt x="810" y="0"/>
                  </a:moveTo>
                  <a:cubicBezTo>
                    <a:pt x="727" y="0"/>
                    <a:pt x="656" y="72"/>
                    <a:pt x="656" y="155"/>
                  </a:cubicBezTo>
                  <a:lnTo>
                    <a:pt x="656" y="489"/>
                  </a:lnTo>
                  <a:cubicBezTo>
                    <a:pt x="298" y="524"/>
                    <a:pt x="1" y="834"/>
                    <a:pt x="1" y="1203"/>
                  </a:cubicBezTo>
                  <a:cubicBezTo>
                    <a:pt x="1" y="1608"/>
                    <a:pt x="334" y="1917"/>
                    <a:pt x="715" y="1917"/>
                  </a:cubicBezTo>
                  <a:lnTo>
                    <a:pt x="882" y="1917"/>
                  </a:lnTo>
                  <a:cubicBezTo>
                    <a:pt x="1108" y="1917"/>
                    <a:pt x="1298" y="2108"/>
                    <a:pt x="1298" y="2334"/>
                  </a:cubicBezTo>
                  <a:cubicBezTo>
                    <a:pt x="1298" y="2560"/>
                    <a:pt x="1108" y="2751"/>
                    <a:pt x="882" y="2751"/>
                  </a:cubicBezTo>
                  <a:lnTo>
                    <a:pt x="644" y="2751"/>
                  </a:lnTo>
                  <a:cubicBezTo>
                    <a:pt x="465" y="2751"/>
                    <a:pt x="310" y="2608"/>
                    <a:pt x="310" y="2429"/>
                  </a:cubicBezTo>
                  <a:cubicBezTo>
                    <a:pt x="310" y="2334"/>
                    <a:pt x="239" y="2275"/>
                    <a:pt x="167" y="2275"/>
                  </a:cubicBezTo>
                  <a:cubicBezTo>
                    <a:pt x="84" y="2275"/>
                    <a:pt x="13" y="2346"/>
                    <a:pt x="13" y="2429"/>
                  </a:cubicBezTo>
                  <a:cubicBezTo>
                    <a:pt x="13" y="2787"/>
                    <a:pt x="298" y="3060"/>
                    <a:pt x="656" y="3060"/>
                  </a:cubicBezTo>
                  <a:lnTo>
                    <a:pt x="667" y="3060"/>
                  </a:lnTo>
                  <a:lnTo>
                    <a:pt x="667" y="3394"/>
                  </a:lnTo>
                  <a:cubicBezTo>
                    <a:pt x="667" y="3477"/>
                    <a:pt x="739" y="3537"/>
                    <a:pt x="822" y="3537"/>
                  </a:cubicBezTo>
                  <a:cubicBezTo>
                    <a:pt x="894" y="3537"/>
                    <a:pt x="965" y="3465"/>
                    <a:pt x="965" y="3394"/>
                  </a:cubicBezTo>
                  <a:lnTo>
                    <a:pt x="965" y="3048"/>
                  </a:lnTo>
                  <a:cubicBezTo>
                    <a:pt x="1322" y="3025"/>
                    <a:pt x="1620" y="2703"/>
                    <a:pt x="1620" y="2334"/>
                  </a:cubicBezTo>
                  <a:cubicBezTo>
                    <a:pt x="1620" y="1929"/>
                    <a:pt x="1298" y="1620"/>
                    <a:pt x="906" y="1620"/>
                  </a:cubicBezTo>
                  <a:lnTo>
                    <a:pt x="739" y="1620"/>
                  </a:lnTo>
                  <a:cubicBezTo>
                    <a:pt x="525" y="1620"/>
                    <a:pt x="334" y="1429"/>
                    <a:pt x="334" y="1203"/>
                  </a:cubicBezTo>
                  <a:cubicBezTo>
                    <a:pt x="334" y="977"/>
                    <a:pt x="525" y="786"/>
                    <a:pt x="739" y="786"/>
                  </a:cubicBezTo>
                  <a:lnTo>
                    <a:pt x="977" y="786"/>
                  </a:lnTo>
                  <a:cubicBezTo>
                    <a:pt x="1167" y="786"/>
                    <a:pt x="1310" y="941"/>
                    <a:pt x="1310" y="1120"/>
                  </a:cubicBezTo>
                  <a:lnTo>
                    <a:pt x="1310" y="1286"/>
                  </a:lnTo>
                  <a:cubicBezTo>
                    <a:pt x="1310" y="1358"/>
                    <a:pt x="1382" y="1429"/>
                    <a:pt x="1465" y="1429"/>
                  </a:cubicBezTo>
                  <a:cubicBezTo>
                    <a:pt x="1548" y="1429"/>
                    <a:pt x="1608" y="1358"/>
                    <a:pt x="1608" y="1286"/>
                  </a:cubicBezTo>
                  <a:lnTo>
                    <a:pt x="1608" y="1120"/>
                  </a:lnTo>
                  <a:cubicBezTo>
                    <a:pt x="1608" y="762"/>
                    <a:pt x="1322" y="477"/>
                    <a:pt x="965" y="477"/>
                  </a:cubicBezTo>
                  <a:lnTo>
                    <a:pt x="953" y="477"/>
                  </a:lnTo>
                  <a:lnTo>
                    <a:pt x="953" y="155"/>
                  </a:lnTo>
                  <a:cubicBezTo>
                    <a:pt x="953" y="60"/>
                    <a:pt x="882"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8" name="Google Shape;10788;p64"/>
          <p:cNvGrpSpPr/>
          <p:nvPr/>
        </p:nvGrpSpPr>
        <p:grpSpPr>
          <a:xfrm>
            <a:off x="3082855" y="4121478"/>
            <a:ext cx="375946" cy="327823"/>
            <a:chOff x="3082855" y="4295728"/>
            <a:chExt cx="375946" cy="327823"/>
          </a:xfrm>
        </p:grpSpPr>
        <p:sp>
          <p:nvSpPr>
            <p:cNvPr id="10789" name="Google Shape;10789;p64"/>
            <p:cNvSpPr/>
            <p:nvPr/>
          </p:nvSpPr>
          <p:spPr>
            <a:xfrm>
              <a:off x="3082855" y="4295728"/>
              <a:ext cx="375946" cy="327823"/>
            </a:xfrm>
            <a:custGeom>
              <a:avLst/>
              <a:gdLst/>
              <a:ahLst/>
              <a:cxnLst/>
              <a:rect l="l" t="t" r="r" b="b"/>
              <a:pathLst>
                <a:path w="11812" h="10300" extrusionOk="0">
                  <a:moveTo>
                    <a:pt x="6644" y="358"/>
                  </a:moveTo>
                  <a:lnTo>
                    <a:pt x="6311" y="3311"/>
                  </a:lnTo>
                  <a:cubicBezTo>
                    <a:pt x="6311" y="3311"/>
                    <a:pt x="6311" y="3335"/>
                    <a:pt x="6299" y="3335"/>
                  </a:cubicBezTo>
                  <a:lnTo>
                    <a:pt x="5525" y="3335"/>
                  </a:lnTo>
                  <a:cubicBezTo>
                    <a:pt x="5525" y="3335"/>
                    <a:pt x="5513" y="3335"/>
                    <a:pt x="5513" y="3311"/>
                  </a:cubicBezTo>
                  <a:lnTo>
                    <a:pt x="5180" y="358"/>
                  </a:lnTo>
                  <a:close/>
                  <a:moveTo>
                    <a:pt x="11240" y="2930"/>
                  </a:moveTo>
                  <a:cubicBezTo>
                    <a:pt x="11347" y="2930"/>
                    <a:pt x="11431" y="3013"/>
                    <a:pt x="11431" y="3120"/>
                  </a:cubicBezTo>
                  <a:lnTo>
                    <a:pt x="11431" y="9764"/>
                  </a:lnTo>
                  <a:lnTo>
                    <a:pt x="11454" y="9764"/>
                  </a:lnTo>
                  <a:cubicBezTo>
                    <a:pt x="11454" y="9859"/>
                    <a:pt x="11359" y="9954"/>
                    <a:pt x="11252" y="9954"/>
                  </a:cubicBezTo>
                  <a:lnTo>
                    <a:pt x="560" y="9954"/>
                  </a:lnTo>
                  <a:cubicBezTo>
                    <a:pt x="453" y="9954"/>
                    <a:pt x="358" y="9859"/>
                    <a:pt x="358" y="9764"/>
                  </a:cubicBezTo>
                  <a:lnTo>
                    <a:pt x="358" y="3120"/>
                  </a:lnTo>
                  <a:cubicBezTo>
                    <a:pt x="358" y="3013"/>
                    <a:pt x="453" y="2930"/>
                    <a:pt x="560" y="2930"/>
                  </a:cubicBezTo>
                  <a:lnTo>
                    <a:pt x="5108" y="2930"/>
                  </a:lnTo>
                  <a:lnTo>
                    <a:pt x="5156" y="3346"/>
                  </a:lnTo>
                  <a:cubicBezTo>
                    <a:pt x="5168" y="3525"/>
                    <a:pt x="5335" y="3656"/>
                    <a:pt x="5513" y="3656"/>
                  </a:cubicBezTo>
                  <a:lnTo>
                    <a:pt x="6287" y="3656"/>
                  </a:lnTo>
                  <a:cubicBezTo>
                    <a:pt x="6466" y="3656"/>
                    <a:pt x="6608" y="3525"/>
                    <a:pt x="6644" y="3346"/>
                  </a:cubicBezTo>
                  <a:lnTo>
                    <a:pt x="6692" y="2930"/>
                  </a:lnTo>
                  <a:close/>
                  <a:moveTo>
                    <a:pt x="4977" y="1"/>
                  </a:moveTo>
                  <a:cubicBezTo>
                    <a:pt x="4930" y="1"/>
                    <a:pt x="4882" y="13"/>
                    <a:pt x="4846" y="60"/>
                  </a:cubicBezTo>
                  <a:cubicBezTo>
                    <a:pt x="4811" y="84"/>
                    <a:pt x="4799" y="144"/>
                    <a:pt x="4799" y="191"/>
                  </a:cubicBezTo>
                  <a:lnTo>
                    <a:pt x="5061" y="2584"/>
                  </a:lnTo>
                  <a:lnTo>
                    <a:pt x="536" y="2584"/>
                  </a:lnTo>
                  <a:cubicBezTo>
                    <a:pt x="239" y="2584"/>
                    <a:pt x="1" y="2823"/>
                    <a:pt x="1" y="3120"/>
                  </a:cubicBezTo>
                  <a:lnTo>
                    <a:pt x="1" y="9764"/>
                  </a:lnTo>
                  <a:cubicBezTo>
                    <a:pt x="1" y="10062"/>
                    <a:pt x="239" y="10300"/>
                    <a:pt x="536" y="10300"/>
                  </a:cubicBezTo>
                  <a:lnTo>
                    <a:pt x="11240" y="10300"/>
                  </a:lnTo>
                  <a:cubicBezTo>
                    <a:pt x="11538" y="10300"/>
                    <a:pt x="11776" y="10062"/>
                    <a:pt x="11776" y="9764"/>
                  </a:cubicBezTo>
                  <a:lnTo>
                    <a:pt x="11776" y="3120"/>
                  </a:lnTo>
                  <a:cubicBezTo>
                    <a:pt x="11812" y="2823"/>
                    <a:pt x="11550" y="2584"/>
                    <a:pt x="11252" y="2584"/>
                  </a:cubicBezTo>
                  <a:lnTo>
                    <a:pt x="6728" y="2584"/>
                  </a:lnTo>
                  <a:lnTo>
                    <a:pt x="7001" y="191"/>
                  </a:lnTo>
                  <a:cubicBezTo>
                    <a:pt x="7001" y="144"/>
                    <a:pt x="6989" y="84"/>
                    <a:pt x="6954" y="60"/>
                  </a:cubicBezTo>
                  <a:cubicBezTo>
                    <a:pt x="6930" y="25"/>
                    <a:pt x="6882" y="1"/>
                    <a:pt x="6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64"/>
            <p:cNvSpPr/>
            <p:nvPr/>
          </p:nvSpPr>
          <p:spPr>
            <a:xfrm>
              <a:off x="3118852" y="4424947"/>
              <a:ext cx="128488" cy="163371"/>
            </a:xfrm>
            <a:custGeom>
              <a:avLst/>
              <a:gdLst/>
              <a:ahLst/>
              <a:cxnLst/>
              <a:rect l="l" t="t" r="r" b="b"/>
              <a:pathLst>
                <a:path w="4037" h="5133" extrusionOk="0">
                  <a:moveTo>
                    <a:pt x="2203" y="1251"/>
                  </a:moveTo>
                  <a:cubicBezTo>
                    <a:pt x="2418" y="1251"/>
                    <a:pt x="2596" y="1418"/>
                    <a:pt x="2596" y="1632"/>
                  </a:cubicBezTo>
                  <a:lnTo>
                    <a:pt x="2596" y="2013"/>
                  </a:lnTo>
                  <a:cubicBezTo>
                    <a:pt x="2584" y="2323"/>
                    <a:pt x="2322" y="2573"/>
                    <a:pt x="2013" y="2573"/>
                  </a:cubicBezTo>
                  <a:cubicBezTo>
                    <a:pt x="1703" y="2573"/>
                    <a:pt x="1453" y="2323"/>
                    <a:pt x="1453" y="2013"/>
                  </a:cubicBezTo>
                  <a:lnTo>
                    <a:pt x="1453" y="1632"/>
                  </a:lnTo>
                  <a:cubicBezTo>
                    <a:pt x="1453" y="1430"/>
                    <a:pt x="1608" y="1251"/>
                    <a:pt x="1834" y="1251"/>
                  </a:cubicBezTo>
                  <a:close/>
                  <a:moveTo>
                    <a:pt x="2191" y="2906"/>
                  </a:moveTo>
                  <a:lnTo>
                    <a:pt x="2191" y="3001"/>
                  </a:lnTo>
                  <a:cubicBezTo>
                    <a:pt x="2203" y="3061"/>
                    <a:pt x="2227" y="3144"/>
                    <a:pt x="2251" y="3180"/>
                  </a:cubicBezTo>
                  <a:lnTo>
                    <a:pt x="2013" y="3418"/>
                  </a:lnTo>
                  <a:lnTo>
                    <a:pt x="2001" y="3418"/>
                  </a:lnTo>
                  <a:lnTo>
                    <a:pt x="1763" y="3180"/>
                  </a:lnTo>
                  <a:cubicBezTo>
                    <a:pt x="1787" y="3120"/>
                    <a:pt x="1798" y="3061"/>
                    <a:pt x="1798" y="3001"/>
                  </a:cubicBezTo>
                  <a:lnTo>
                    <a:pt x="1798" y="2906"/>
                  </a:lnTo>
                  <a:cubicBezTo>
                    <a:pt x="1858" y="2918"/>
                    <a:pt x="1941" y="2918"/>
                    <a:pt x="2001" y="2918"/>
                  </a:cubicBezTo>
                  <a:cubicBezTo>
                    <a:pt x="2060" y="2918"/>
                    <a:pt x="2132" y="2906"/>
                    <a:pt x="2191" y="2906"/>
                  </a:cubicBezTo>
                  <a:close/>
                  <a:moveTo>
                    <a:pt x="2525" y="3394"/>
                  </a:moveTo>
                  <a:lnTo>
                    <a:pt x="2822" y="3537"/>
                  </a:lnTo>
                  <a:cubicBezTo>
                    <a:pt x="2882" y="3573"/>
                    <a:pt x="2918" y="3644"/>
                    <a:pt x="2918" y="3716"/>
                  </a:cubicBezTo>
                  <a:lnTo>
                    <a:pt x="2918" y="4787"/>
                  </a:lnTo>
                  <a:lnTo>
                    <a:pt x="1072" y="4787"/>
                  </a:lnTo>
                  <a:lnTo>
                    <a:pt x="1072" y="3716"/>
                  </a:lnTo>
                  <a:cubicBezTo>
                    <a:pt x="1072" y="3644"/>
                    <a:pt x="1120" y="3573"/>
                    <a:pt x="1179" y="3537"/>
                  </a:cubicBezTo>
                  <a:lnTo>
                    <a:pt x="1477" y="3394"/>
                  </a:lnTo>
                  <a:lnTo>
                    <a:pt x="1751" y="3656"/>
                  </a:lnTo>
                  <a:cubicBezTo>
                    <a:pt x="1822" y="3728"/>
                    <a:pt x="1906" y="3763"/>
                    <a:pt x="2001" y="3763"/>
                  </a:cubicBezTo>
                  <a:cubicBezTo>
                    <a:pt x="2084" y="3763"/>
                    <a:pt x="2179" y="3728"/>
                    <a:pt x="2251" y="3656"/>
                  </a:cubicBezTo>
                  <a:lnTo>
                    <a:pt x="2525" y="3394"/>
                  </a:lnTo>
                  <a:close/>
                  <a:moveTo>
                    <a:pt x="3680" y="334"/>
                  </a:moveTo>
                  <a:cubicBezTo>
                    <a:pt x="3680" y="334"/>
                    <a:pt x="3692" y="334"/>
                    <a:pt x="3692" y="358"/>
                  </a:cubicBezTo>
                  <a:lnTo>
                    <a:pt x="3692" y="4775"/>
                  </a:lnTo>
                  <a:lnTo>
                    <a:pt x="3680" y="4775"/>
                  </a:lnTo>
                  <a:lnTo>
                    <a:pt x="3299" y="4787"/>
                  </a:lnTo>
                  <a:lnTo>
                    <a:pt x="3299" y="3716"/>
                  </a:lnTo>
                  <a:cubicBezTo>
                    <a:pt x="3299" y="3513"/>
                    <a:pt x="3180" y="3335"/>
                    <a:pt x="3001" y="3227"/>
                  </a:cubicBezTo>
                  <a:lnTo>
                    <a:pt x="2560" y="3001"/>
                  </a:lnTo>
                  <a:lnTo>
                    <a:pt x="2560" y="2989"/>
                  </a:lnTo>
                  <a:lnTo>
                    <a:pt x="2560" y="2739"/>
                  </a:lnTo>
                  <a:cubicBezTo>
                    <a:pt x="2787" y="2573"/>
                    <a:pt x="2941" y="2311"/>
                    <a:pt x="2941" y="2013"/>
                  </a:cubicBezTo>
                  <a:lnTo>
                    <a:pt x="2941" y="1632"/>
                  </a:lnTo>
                  <a:cubicBezTo>
                    <a:pt x="2941" y="1227"/>
                    <a:pt x="2608" y="906"/>
                    <a:pt x="2203" y="906"/>
                  </a:cubicBezTo>
                  <a:lnTo>
                    <a:pt x="1834" y="906"/>
                  </a:lnTo>
                  <a:cubicBezTo>
                    <a:pt x="1429" y="906"/>
                    <a:pt x="1108" y="1239"/>
                    <a:pt x="1108" y="1632"/>
                  </a:cubicBezTo>
                  <a:lnTo>
                    <a:pt x="1108" y="2013"/>
                  </a:lnTo>
                  <a:cubicBezTo>
                    <a:pt x="1108" y="2311"/>
                    <a:pt x="1251" y="2573"/>
                    <a:pt x="1477" y="2739"/>
                  </a:cubicBezTo>
                  <a:lnTo>
                    <a:pt x="1477" y="2989"/>
                  </a:lnTo>
                  <a:lnTo>
                    <a:pt x="1477" y="3001"/>
                  </a:lnTo>
                  <a:lnTo>
                    <a:pt x="1048" y="3227"/>
                  </a:lnTo>
                  <a:cubicBezTo>
                    <a:pt x="870" y="3323"/>
                    <a:pt x="751" y="3513"/>
                    <a:pt x="751" y="3716"/>
                  </a:cubicBezTo>
                  <a:lnTo>
                    <a:pt x="751" y="4787"/>
                  </a:lnTo>
                  <a:lnTo>
                    <a:pt x="358" y="4787"/>
                  </a:lnTo>
                  <a:cubicBezTo>
                    <a:pt x="358" y="4787"/>
                    <a:pt x="346" y="4787"/>
                    <a:pt x="346" y="4775"/>
                  </a:cubicBezTo>
                  <a:lnTo>
                    <a:pt x="346" y="358"/>
                  </a:lnTo>
                  <a:cubicBezTo>
                    <a:pt x="346" y="358"/>
                    <a:pt x="346" y="334"/>
                    <a:pt x="358" y="334"/>
                  </a:cubicBezTo>
                  <a:close/>
                  <a:moveTo>
                    <a:pt x="358" y="1"/>
                  </a:moveTo>
                  <a:cubicBezTo>
                    <a:pt x="167" y="1"/>
                    <a:pt x="1" y="168"/>
                    <a:pt x="1" y="358"/>
                  </a:cubicBezTo>
                  <a:lnTo>
                    <a:pt x="1" y="4775"/>
                  </a:lnTo>
                  <a:cubicBezTo>
                    <a:pt x="1" y="4966"/>
                    <a:pt x="167" y="5132"/>
                    <a:pt x="358" y="5132"/>
                  </a:cubicBezTo>
                  <a:lnTo>
                    <a:pt x="3680" y="5132"/>
                  </a:lnTo>
                  <a:cubicBezTo>
                    <a:pt x="3870" y="5132"/>
                    <a:pt x="4037" y="4966"/>
                    <a:pt x="4037" y="4775"/>
                  </a:cubicBezTo>
                  <a:lnTo>
                    <a:pt x="4037" y="358"/>
                  </a:lnTo>
                  <a:cubicBezTo>
                    <a:pt x="4037" y="168"/>
                    <a:pt x="3870"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1" name="Google Shape;10791;p64"/>
            <p:cNvSpPr/>
            <p:nvPr/>
          </p:nvSpPr>
          <p:spPr>
            <a:xfrm>
              <a:off x="3271178" y="4424947"/>
              <a:ext cx="152008" cy="34533"/>
            </a:xfrm>
            <a:custGeom>
              <a:avLst/>
              <a:gdLst/>
              <a:ahLst/>
              <a:cxnLst/>
              <a:rect l="l" t="t" r="r" b="b"/>
              <a:pathLst>
                <a:path w="4776" h="1085" extrusionOk="0">
                  <a:moveTo>
                    <a:pt x="4430" y="346"/>
                  </a:moveTo>
                  <a:cubicBezTo>
                    <a:pt x="4430" y="346"/>
                    <a:pt x="4442" y="346"/>
                    <a:pt x="4442" y="358"/>
                  </a:cubicBezTo>
                  <a:lnTo>
                    <a:pt x="4442" y="727"/>
                  </a:lnTo>
                  <a:lnTo>
                    <a:pt x="4430" y="727"/>
                  </a:lnTo>
                  <a:lnTo>
                    <a:pt x="370" y="739"/>
                  </a:lnTo>
                  <a:cubicBezTo>
                    <a:pt x="370" y="739"/>
                    <a:pt x="358" y="739"/>
                    <a:pt x="358" y="727"/>
                  </a:cubicBezTo>
                  <a:lnTo>
                    <a:pt x="358" y="358"/>
                  </a:lnTo>
                  <a:cubicBezTo>
                    <a:pt x="358" y="358"/>
                    <a:pt x="358" y="346"/>
                    <a:pt x="370" y="346"/>
                  </a:cubicBezTo>
                  <a:close/>
                  <a:moveTo>
                    <a:pt x="358" y="1"/>
                  </a:moveTo>
                  <a:cubicBezTo>
                    <a:pt x="156" y="1"/>
                    <a:pt x="1" y="168"/>
                    <a:pt x="1" y="358"/>
                  </a:cubicBezTo>
                  <a:lnTo>
                    <a:pt x="1" y="727"/>
                  </a:lnTo>
                  <a:cubicBezTo>
                    <a:pt x="1" y="918"/>
                    <a:pt x="156" y="1084"/>
                    <a:pt x="358" y="1084"/>
                  </a:cubicBezTo>
                  <a:lnTo>
                    <a:pt x="4418" y="1084"/>
                  </a:lnTo>
                  <a:cubicBezTo>
                    <a:pt x="4609" y="1084"/>
                    <a:pt x="4775" y="918"/>
                    <a:pt x="4775" y="727"/>
                  </a:cubicBezTo>
                  <a:lnTo>
                    <a:pt x="4775" y="358"/>
                  </a:lnTo>
                  <a:cubicBezTo>
                    <a:pt x="4775" y="168"/>
                    <a:pt x="4621" y="1"/>
                    <a:pt x="4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64"/>
            <p:cNvSpPr/>
            <p:nvPr/>
          </p:nvSpPr>
          <p:spPr>
            <a:xfrm>
              <a:off x="3271560" y="4471957"/>
              <a:ext cx="116393" cy="34501"/>
            </a:xfrm>
            <a:custGeom>
              <a:avLst/>
              <a:gdLst/>
              <a:ahLst/>
              <a:cxnLst/>
              <a:rect l="l" t="t" r="r" b="b"/>
              <a:pathLst>
                <a:path w="3657" h="1084" extrusionOk="0">
                  <a:moveTo>
                    <a:pt x="3299" y="334"/>
                  </a:moveTo>
                  <a:cubicBezTo>
                    <a:pt x="3299" y="334"/>
                    <a:pt x="3323" y="334"/>
                    <a:pt x="3323" y="357"/>
                  </a:cubicBezTo>
                  <a:lnTo>
                    <a:pt x="3323" y="727"/>
                  </a:lnTo>
                  <a:lnTo>
                    <a:pt x="358" y="738"/>
                  </a:lnTo>
                  <a:cubicBezTo>
                    <a:pt x="358" y="738"/>
                    <a:pt x="346" y="738"/>
                    <a:pt x="346" y="727"/>
                  </a:cubicBezTo>
                  <a:lnTo>
                    <a:pt x="346" y="357"/>
                  </a:lnTo>
                  <a:cubicBezTo>
                    <a:pt x="346" y="357"/>
                    <a:pt x="346" y="334"/>
                    <a:pt x="358" y="334"/>
                  </a:cubicBezTo>
                  <a:close/>
                  <a:moveTo>
                    <a:pt x="358" y="0"/>
                  </a:moveTo>
                  <a:cubicBezTo>
                    <a:pt x="168" y="0"/>
                    <a:pt x="1" y="155"/>
                    <a:pt x="1" y="357"/>
                  </a:cubicBezTo>
                  <a:lnTo>
                    <a:pt x="1" y="727"/>
                  </a:lnTo>
                  <a:cubicBezTo>
                    <a:pt x="1" y="917"/>
                    <a:pt x="168" y="1084"/>
                    <a:pt x="358" y="1084"/>
                  </a:cubicBezTo>
                  <a:lnTo>
                    <a:pt x="3299" y="1084"/>
                  </a:lnTo>
                  <a:cubicBezTo>
                    <a:pt x="3489" y="1084"/>
                    <a:pt x="3656" y="917"/>
                    <a:pt x="3656" y="727"/>
                  </a:cubicBezTo>
                  <a:lnTo>
                    <a:pt x="3656" y="357"/>
                  </a:lnTo>
                  <a:cubicBezTo>
                    <a:pt x="3656" y="155"/>
                    <a:pt x="3501"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64"/>
            <p:cNvSpPr/>
            <p:nvPr/>
          </p:nvSpPr>
          <p:spPr>
            <a:xfrm>
              <a:off x="3271178" y="4518552"/>
              <a:ext cx="70148" cy="11394"/>
            </a:xfrm>
            <a:custGeom>
              <a:avLst/>
              <a:gdLst/>
              <a:ahLst/>
              <a:cxnLst/>
              <a:rect l="l" t="t" r="r" b="b"/>
              <a:pathLst>
                <a:path w="2204" h="358" extrusionOk="0">
                  <a:moveTo>
                    <a:pt x="180" y="1"/>
                  </a:moveTo>
                  <a:cubicBezTo>
                    <a:pt x="84" y="1"/>
                    <a:pt x="1" y="84"/>
                    <a:pt x="1" y="179"/>
                  </a:cubicBezTo>
                  <a:cubicBezTo>
                    <a:pt x="1" y="286"/>
                    <a:pt x="72" y="358"/>
                    <a:pt x="180" y="358"/>
                  </a:cubicBezTo>
                  <a:lnTo>
                    <a:pt x="2025" y="358"/>
                  </a:lnTo>
                  <a:cubicBezTo>
                    <a:pt x="2108" y="358"/>
                    <a:pt x="2204" y="286"/>
                    <a:pt x="2204" y="179"/>
                  </a:cubicBezTo>
                  <a:cubicBezTo>
                    <a:pt x="2204"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64"/>
            <p:cNvSpPr/>
            <p:nvPr/>
          </p:nvSpPr>
          <p:spPr>
            <a:xfrm>
              <a:off x="3353038" y="4518552"/>
              <a:ext cx="34915" cy="11394"/>
            </a:xfrm>
            <a:custGeom>
              <a:avLst/>
              <a:gdLst/>
              <a:ahLst/>
              <a:cxnLst/>
              <a:rect l="l" t="t" r="r" b="b"/>
              <a:pathLst>
                <a:path w="1097" h="358" extrusionOk="0">
                  <a:moveTo>
                    <a:pt x="179" y="1"/>
                  </a:moveTo>
                  <a:cubicBezTo>
                    <a:pt x="84" y="1"/>
                    <a:pt x="1" y="84"/>
                    <a:pt x="1" y="179"/>
                  </a:cubicBezTo>
                  <a:cubicBezTo>
                    <a:pt x="1" y="286"/>
                    <a:pt x="72" y="358"/>
                    <a:pt x="179" y="358"/>
                  </a:cubicBezTo>
                  <a:lnTo>
                    <a:pt x="917" y="358"/>
                  </a:lnTo>
                  <a:cubicBezTo>
                    <a:pt x="1013" y="358"/>
                    <a:pt x="1096" y="286"/>
                    <a:pt x="1096" y="179"/>
                  </a:cubicBezTo>
                  <a:cubicBezTo>
                    <a:pt x="1096" y="84"/>
                    <a:pt x="1025"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64"/>
            <p:cNvSpPr/>
            <p:nvPr/>
          </p:nvSpPr>
          <p:spPr>
            <a:xfrm>
              <a:off x="3271178" y="4554167"/>
              <a:ext cx="23170" cy="11426"/>
            </a:xfrm>
            <a:custGeom>
              <a:avLst/>
              <a:gdLst/>
              <a:ahLst/>
              <a:cxnLst/>
              <a:rect l="l" t="t" r="r" b="b"/>
              <a:pathLst>
                <a:path w="728" h="359" extrusionOk="0">
                  <a:moveTo>
                    <a:pt x="180" y="1"/>
                  </a:moveTo>
                  <a:cubicBezTo>
                    <a:pt x="84" y="1"/>
                    <a:pt x="1" y="72"/>
                    <a:pt x="1" y="179"/>
                  </a:cubicBezTo>
                  <a:cubicBezTo>
                    <a:pt x="1" y="287"/>
                    <a:pt x="72" y="358"/>
                    <a:pt x="180" y="358"/>
                  </a:cubicBezTo>
                  <a:lnTo>
                    <a:pt x="549" y="358"/>
                  </a:lnTo>
                  <a:cubicBezTo>
                    <a:pt x="632" y="358"/>
                    <a:pt x="727" y="287"/>
                    <a:pt x="727" y="179"/>
                  </a:cubicBezTo>
                  <a:cubicBezTo>
                    <a:pt x="727" y="72"/>
                    <a:pt x="632"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64"/>
            <p:cNvSpPr/>
            <p:nvPr/>
          </p:nvSpPr>
          <p:spPr>
            <a:xfrm>
              <a:off x="3306443" y="4554167"/>
              <a:ext cx="58372" cy="11426"/>
            </a:xfrm>
            <a:custGeom>
              <a:avLst/>
              <a:gdLst/>
              <a:ahLst/>
              <a:cxnLst/>
              <a:rect l="l" t="t" r="r" b="b"/>
              <a:pathLst>
                <a:path w="1834" h="359" extrusionOk="0">
                  <a:moveTo>
                    <a:pt x="179" y="1"/>
                  </a:moveTo>
                  <a:cubicBezTo>
                    <a:pt x="95" y="1"/>
                    <a:pt x="0" y="72"/>
                    <a:pt x="0" y="179"/>
                  </a:cubicBezTo>
                  <a:cubicBezTo>
                    <a:pt x="0" y="287"/>
                    <a:pt x="84" y="358"/>
                    <a:pt x="179" y="358"/>
                  </a:cubicBezTo>
                  <a:lnTo>
                    <a:pt x="1655" y="358"/>
                  </a:lnTo>
                  <a:cubicBezTo>
                    <a:pt x="1750" y="358"/>
                    <a:pt x="1834" y="287"/>
                    <a:pt x="1834" y="179"/>
                  </a:cubicBezTo>
                  <a:cubicBezTo>
                    <a:pt x="1834" y="72"/>
                    <a:pt x="1750" y="1"/>
                    <a:pt x="1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64"/>
            <p:cNvSpPr/>
            <p:nvPr/>
          </p:nvSpPr>
          <p:spPr>
            <a:xfrm>
              <a:off x="3271178" y="4577306"/>
              <a:ext cx="23170" cy="11394"/>
            </a:xfrm>
            <a:custGeom>
              <a:avLst/>
              <a:gdLst/>
              <a:ahLst/>
              <a:cxnLst/>
              <a:rect l="l" t="t" r="r" b="b"/>
              <a:pathLst>
                <a:path w="728" h="358" extrusionOk="0">
                  <a:moveTo>
                    <a:pt x="180" y="0"/>
                  </a:moveTo>
                  <a:cubicBezTo>
                    <a:pt x="84" y="0"/>
                    <a:pt x="1" y="84"/>
                    <a:pt x="1" y="179"/>
                  </a:cubicBezTo>
                  <a:cubicBezTo>
                    <a:pt x="1" y="286"/>
                    <a:pt x="72" y="357"/>
                    <a:pt x="180" y="357"/>
                  </a:cubicBezTo>
                  <a:lnTo>
                    <a:pt x="549" y="357"/>
                  </a:lnTo>
                  <a:cubicBezTo>
                    <a:pt x="632" y="357"/>
                    <a:pt x="727" y="286"/>
                    <a:pt x="727" y="179"/>
                  </a:cubicBezTo>
                  <a:cubicBezTo>
                    <a:pt x="727" y="84"/>
                    <a:pt x="632"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64"/>
            <p:cNvSpPr/>
            <p:nvPr/>
          </p:nvSpPr>
          <p:spPr>
            <a:xfrm>
              <a:off x="3306443" y="4577306"/>
              <a:ext cx="58372" cy="11394"/>
            </a:xfrm>
            <a:custGeom>
              <a:avLst/>
              <a:gdLst/>
              <a:ahLst/>
              <a:cxnLst/>
              <a:rect l="l" t="t" r="r" b="b"/>
              <a:pathLst>
                <a:path w="1834" h="358" extrusionOk="0">
                  <a:moveTo>
                    <a:pt x="179" y="0"/>
                  </a:moveTo>
                  <a:cubicBezTo>
                    <a:pt x="95" y="0"/>
                    <a:pt x="0" y="84"/>
                    <a:pt x="0" y="179"/>
                  </a:cubicBezTo>
                  <a:cubicBezTo>
                    <a:pt x="0" y="286"/>
                    <a:pt x="84" y="357"/>
                    <a:pt x="179" y="357"/>
                  </a:cubicBezTo>
                  <a:lnTo>
                    <a:pt x="1655" y="357"/>
                  </a:lnTo>
                  <a:cubicBezTo>
                    <a:pt x="1750" y="357"/>
                    <a:pt x="1834" y="286"/>
                    <a:pt x="1834" y="179"/>
                  </a:cubicBezTo>
                  <a:cubicBezTo>
                    <a:pt x="1822" y="84"/>
                    <a:pt x="1750" y="0"/>
                    <a:pt x="1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64"/>
            <p:cNvSpPr/>
            <p:nvPr/>
          </p:nvSpPr>
          <p:spPr>
            <a:xfrm>
              <a:off x="3265513" y="4377970"/>
              <a:ext cx="11394" cy="11394"/>
            </a:xfrm>
            <a:custGeom>
              <a:avLst/>
              <a:gdLst/>
              <a:ahLst/>
              <a:cxnLst/>
              <a:rect l="l" t="t" r="r" b="b"/>
              <a:pathLst>
                <a:path w="358" h="358" extrusionOk="0">
                  <a:moveTo>
                    <a:pt x="179" y="0"/>
                  </a:moveTo>
                  <a:cubicBezTo>
                    <a:pt x="72" y="0"/>
                    <a:pt x="0" y="72"/>
                    <a:pt x="0" y="179"/>
                  </a:cubicBezTo>
                  <a:cubicBezTo>
                    <a:pt x="0" y="274"/>
                    <a:pt x="72" y="358"/>
                    <a:pt x="179" y="358"/>
                  </a:cubicBezTo>
                  <a:cubicBezTo>
                    <a:pt x="262" y="358"/>
                    <a:pt x="358" y="286"/>
                    <a:pt x="358" y="179"/>
                  </a:cubicBezTo>
                  <a:cubicBezTo>
                    <a:pt x="358"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0" name="Google Shape;10800;p64"/>
          <p:cNvGrpSpPr/>
          <p:nvPr/>
        </p:nvGrpSpPr>
        <p:grpSpPr>
          <a:xfrm>
            <a:off x="2749016" y="4116926"/>
            <a:ext cx="150831" cy="336926"/>
            <a:chOff x="2749016" y="4291176"/>
            <a:chExt cx="150831" cy="336926"/>
          </a:xfrm>
        </p:grpSpPr>
        <p:sp>
          <p:nvSpPr>
            <p:cNvPr id="10801" name="Google Shape;10801;p64"/>
            <p:cNvSpPr/>
            <p:nvPr/>
          </p:nvSpPr>
          <p:spPr>
            <a:xfrm>
              <a:off x="2799399" y="4307472"/>
              <a:ext cx="51942" cy="114865"/>
            </a:xfrm>
            <a:custGeom>
              <a:avLst/>
              <a:gdLst/>
              <a:ahLst/>
              <a:cxnLst/>
              <a:rect l="l" t="t" r="r" b="b"/>
              <a:pathLst>
                <a:path w="1632" h="3609" extrusionOk="0">
                  <a:moveTo>
                    <a:pt x="810" y="1"/>
                  </a:moveTo>
                  <a:cubicBezTo>
                    <a:pt x="727" y="1"/>
                    <a:pt x="667" y="72"/>
                    <a:pt x="667" y="144"/>
                  </a:cubicBezTo>
                  <a:lnTo>
                    <a:pt x="667" y="489"/>
                  </a:lnTo>
                  <a:cubicBezTo>
                    <a:pt x="298" y="525"/>
                    <a:pt x="1" y="846"/>
                    <a:pt x="1" y="1215"/>
                  </a:cubicBezTo>
                  <a:cubicBezTo>
                    <a:pt x="1" y="1620"/>
                    <a:pt x="322" y="1942"/>
                    <a:pt x="727" y="1942"/>
                  </a:cubicBezTo>
                  <a:lnTo>
                    <a:pt x="894" y="1942"/>
                  </a:lnTo>
                  <a:cubicBezTo>
                    <a:pt x="1132" y="1942"/>
                    <a:pt x="1322" y="2144"/>
                    <a:pt x="1322" y="2382"/>
                  </a:cubicBezTo>
                  <a:cubicBezTo>
                    <a:pt x="1322" y="2620"/>
                    <a:pt x="1132" y="2811"/>
                    <a:pt x="894" y="2811"/>
                  </a:cubicBezTo>
                  <a:lnTo>
                    <a:pt x="632" y="2811"/>
                  </a:lnTo>
                  <a:cubicBezTo>
                    <a:pt x="441" y="2811"/>
                    <a:pt x="298" y="2656"/>
                    <a:pt x="298" y="2466"/>
                  </a:cubicBezTo>
                  <a:cubicBezTo>
                    <a:pt x="298" y="2382"/>
                    <a:pt x="215" y="2323"/>
                    <a:pt x="144" y="2323"/>
                  </a:cubicBezTo>
                  <a:cubicBezTo>
                    <a:pt x="48" y="2323"/>
                    <a:pt x="1" y="2394"/>
                    <a:pt x="1" y="2466"/>
                  </a:cubicBezTo>
                  <a:cubicBezTo>
                    <a:pt x="1" y="2823"/>
                    <a:pt x="298" y="3120"/>
                    <a:pt x="644" y="3120"/>
                  </a:cubicBezTo>
                  <a:lnTo>
                    <a:pt x="667" y="3120"/>
                  </a:lnTo>
                  <a:lnTo>
                    <a:pt x="667" y="3466"/>
                  </a:lnTo>
                  <a:cubicBezTo>
                    <a:pt x="667" y="3549"/>
                    <a:pt x="739" y="3609"/>
                    <a:pt x="810" y="3609"/>
                  </a:cubicBezTo>
                  <a:cubicBezTo>
                    <a:pt x="906" y="3609"/>
                    <a:pt x="965" y="3537"/>
                    <a:pt x="965" y="3466"/>
                  </a:cubicBezTo>
                  <a:lnTo>
                    <a:pt x="965" y="3120"/>
                  </a:lnTo>
                  <a:cubicBezTo>
                    <a:pt x="1334" y="3097"/>
                    <a:pt x="1632" y="2763"/>
                    <a:pt x="1632" y="2394"/>
                  </a:cubicBezTo>
                  <a:cubicBezTo>
                    <a:pt x="1632" y="1989"/>
                    <a:pt x="1298" y="1668"/>
                    <a:pt x="906" y="1668"/>
                  </a:cubicBezTo>
                  <a:lnTo>
                    <a:pt x="739" y="1668"/>
                  </a:lnTo>
                  <a:cubicBezTo>
                    <a:pt x="501" y="1668"/>
                    <a:pt x="310" y="1477"/>
                    <a:pt x="310" y="1239"/>
                  </a:cubicBezTo>
                  <a:cubicBezTo>
                    <a:pt x="310" y="1001"/>
                    <a:pt x="501" y="799"/>
                    <a:pt x="739" y="799"/>
                  </a:cubicBezTo>
                  <a:lnTo>
                    <a:pt x="989" y="799"/>
                  </a:lnTo>
                  <a:cubicBezTo>
                    <a:pt x="1191" y="799"/>
                    <a:pt x="1334" y="953"/>
                    <a:pt x="1334" y="1144"/>
                  </a:cubicBezTo>
                  <a:lnTo>
                    <a:pt x="1334" y="1311"/>
                  </a:lnTo>
                  <a:cubicBezTo>
                    <a:pt x="1322" y="1382"/>
                    <a:pt x="1394" y="1453"/>
                    <a:pt x="1489" y="1453"/>
                  </a:cubicBezTo>
                  <a:cubicBezTo>
                    <a:pt x="1572" y="1453"/>
                    <a:pt x="1632" y="1382"/>
                    <a:pt x="1632" y="1311"/>
                  </a:cubicBezTo>
                  <a:lnTo>
                    <a:pt x="1632" y="1144"/>
                  </a:lnTo>
                  <a:cubicBezTo>
                    <a:pt x="1632" y="787"/>
                    <a:pt x="1334" y="489"/>
                    <a:pt x="977" y="489"/>
                  </a:cubicBezTo>
                  <a:lnTo>
                    <a:pt x="965" y="489"/>
                  </a:lnTo>
                  <a:lnTo>
                    <a:pt x="965" y="144"/>
                  </a:lnTo>
                  <a:cubicBezTo>
                    <a:pt x="965"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64"/>
            <p:cNvSpPr/>
            <p:nvPr/>
          </p:nvSpPr>
          <p:spPr>
            <a:xfrm>
              <a:off x="2750894" y="4291176"/>
              <a:ext cx="147075" cy="336926"/>
            </a:xfrm>
            <a:custGeom>
              <a:avLst/>
              <a:gdLst/>
              <a:ahLst/>
              <a:cxnLst/>
              <a:rect l="l" t="t" r="r" b="b"/>
              <a:pathLst>
                <a:path w="4621" h="10586" extrusionOk="0">
                  <a:moveTo>
                    <a:pt x="2310" y="299"/>
                  </a:moveTo>
                  <a:cubicBezTo>
                    <a:pt x="3406" y="299"/>
                    <a:pt x="4323" y="1192"/>
                    <a:pt x="4323" y="2311"/>
                  </a:cubicBezTo>
                  <a:cubicBezTo>
                    <a:pt x="4323" y="3418"/>
                    <a:pt x="3430" y="4323"/>
                    <a:pt x="2310" y="4323"/>
                  </a:cubicBezTo>
                  <a:cubicBezTo>
                    <a:pt x="1203" y="4311"/>
                    <a:pt x="298" y="3418"/>
                    <a:pt x="298" y="2311"/>
                  </a:cubicBezTo>
                  <a:cubicBezTo>
                    <a:pt x="298" y="1215"/>
                    <a:pt x="1191" y="299"/>
                    <a:pt x="2310" y="299"/>
                  </a:cubicBezTo>
                  <a:close/>
                  <a:moveTo>
                    <a:pt x="4299" y="7288"/>
                  </a:moveTo>
                  <a:lnTo>
                    <a:pt x="4299" y="7621"/>
                  </a:lnTo>
                  <a:lnTo>
                    <a:pt x="3620" y="7621"/>
                  </a:lnTo>
                  <a:cubicBezTo>
                    <a:pt x="3525" y="7621"/>
                    <a:pt x="3465" y="7704"/>
                    <a:pt x="3465" y="7776"/>
                  </a:cubicBezTo>
                  <a:cubicBezTo>
                    <a:pt x="3465" y="7859"/>
                    <a:pt x="3549" y="7919"/>
                    <a:pt x="3620" y="7919"/>
                  </a:cubicBezTo>
                  <a:lnTo>
                    <a:pt x="3787" y="7919"/>
                  </a:lnTo>
                  <a:lnTo>
                    <a:pt x="3727" y="8442"/>
                  </a:lnTo>
                  <a:lnTo>
                    <a:pt x="882" y="8442"/>
                  </a:lnTo>
                  <a:lnTo>
                    <a:pt x="822" y="7919"/>
                  </a:lnTo>
                  <a:lnTo>
                    <a:pt x="2894" y="7919"/>
                  </a:lnTo>
                  <a:cubicBezTo>
                    <a:pt x="2977" y="7919"/>
                    <a:pt x="3037" y="7847"/>
                    <a:pt x="3037" y="7776"/>
                  </a:cubicBezTo>
                  <a:cubicBezTo>
                    <a:pt x="3037" y="7680"/>
                    <a:pt x="2965" y="7621"/>
                    <a:pt x="2894" y="7621"/>
                  </a:cubicBezTo>
                  <a:lnTo>
                    <a:pt x="298" y="7621"/>
                  </a:lnTo>
                  <a:lnTo>
                    <a:pt x="298" y="7288"/>
                  </a:lnTo>
                  <a:close/>
                  <a:moveTo>
                    <a:pt x="3692" y="8776"/>
                  </a:moveTo>
                  <a:lnTo>
                    <a:pt x="3608" y="9455"/>
                  </a:lnTo>
                  <a:lnTo>
                    <a:pt x="1013" y="9455"/>
                  </a:lnTo>
                  <a:lnTo>
                    <a:pt x="929" y="8776"/>
                  </a:lnTo>
                  <a:close/>
                  <a:moveTo>
                    <a:pt x="3573" y="9764"/>
                  </a:moveTo>
                  <a:lnTo>
                    <a:pt x="3501" y="10288"/>
                  </a:lnTo>
                  <a:lnTo>
                    <a:pt x="1120" y="10288"/>
                  </a:lnTo>
                  <a:lnTo>
                    <a:pt x="1060" y="9764"/>
                  </a:lnTo>
                  <a:close/>
                  <a:moveTo>
                    <a:pt x="2310" y="1"/>
                  </a:moveTo>
                  <a:cubicBezTo>
                    <a:pt x="1048" y="1"/>
                    <a:pt x="1" y="1049"/>
                    <a:pt x="1" y="2311"/>
                  </a:cubicBezTo>
                  <a:cubicBezTo>
                    <a:pt x="1" y="3537"/>
                    <a:pt x="953" y="4549"/>
                    <a:pt x="2156" y="4621"/>
                  </a:cubicBezTo>
                  <a:lnTo>
                    <a:pt x="2156" y="6966"/>
                  </a:lnTo>
                  <a:lnTo>
                    <a:pt x="155" y="6966"/>
                  </a:lnTo>
                  <a:cubicBezTo>
                    <a:pt x="60" y="6966"/>
                    <a:pt x="1" y="7049"/>
                    <a:pt x="1" y="7121"/>
                  </a:cubicBezTo>
                  <a:lnTo>
                    <a:pt x="1" y="7788"/>
                  </a:lnTo>
                  <a:cubicBezTo>
                    <a:pt x="1" y="7883"/>
                    <a:pt x="72" y="7942"/>
                    <a:pt x="155" y="7942"/>
                  </a:cubicBezTo>
                  <a:lnTo>
                    <a:pt x="513" y="7942"/>
                  </a:lnTo>
                  <a:lnTo>
                    <a:pt x="822" y="10455"/>
                  </a:lnTo>
                  <a:cubicBezTo>
                    <a:pt x="834" y="10526"/>
                    <a:pt x="894" y="10586"/>
                    <a:pt x="965" y="10586"/>
                  </a:cubicBezTo>
                  <a:lnTo>
                    <a:pt x="3620" y="10586"/>
                  </a:lnTo>
                  <a:cubicBezTo>
                    <a:pt x="3692" y="10586"/>
                    <a:pt x="3763" y="10526"/>
                    <a:pt x="3763" y="10455"/>
                  </a:cubicBezTo>
                  <a:lnTo>
                    <a:pt x="4084" y="7942"/>
                  </a:lnTo>
                  <a:lnTo>
                    <a:pt x="4442" y="7942"/>
                  </a:lnTo>
                  <a:cubicBezTo>
                    <a:pt x="4525" y="7942"/>
                    <a:pt x="4585" y="7859"/>
                    <a:pt x="4585" y="7788"/>
                  </a:cubicBezTo>
                  <a:lnTo>
                    <a:pt x="4585" y="7121"/>
                  </a:lnTo>
                  <a:cubicBezTo>
                    <a:pt x="4620" y="7026"/>
                    <a:pt x="4549" y="6966"/>
                    <a:pt x="4465" y="6966"/>
                  </a:cubicBezTo>
                  <a:lnTo>
                    <a:pt x="2453" y="6966"/>
                  </a:lnTo>
                  <a:lnTo>
                    <a:pt x="2453" y="4621"/>
                  </a:lnTo>
                  <a:cubicBezTo>
                    <a:pt x="3668" y="4549"/>
                    <a:pt x="4620" y="3537"/>
                    <a:pt x="4620" y="2311"/>
                  </a:cubicBezTo>
                  <a:cubicBezTo>
                    <a:pt x="4620" y="1037"/>
                    <a:pt x="3573"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64"/>
            <p:cNvSpPr/>
            <p:nvPr/>
          </p:nvSpPr>
          <p:spPr>
            <a:xfrm>
              <a:off x="2749016" y="4443917"/>
              <a:ext cx="69734" cy="52706"/>
            </a:xfrm>
            <a:custGeom>
              <a:avLst/>
              <a:gdLst/>
              <a:ahLst/>
              <a:cxnLst/>
              <a:rect l="l" t="t" r="r" b="b"/>
              <a:pathLst>
                <a:path w="2191" h="1656" extrusionOk="0">
                  <a:moveTo>
                    <a:pt x="1107" y="310"/>
                  </a:moveTo>
                  <a:cubicBezTo>
                    <a:pt x="1381" y="310"/>
                    <a:pt x="1643" y="441"/>
                    <a:pt x="1786" y="667"/>
                  </a:cubicBezTo>
                  <a:lnTo>
                    <a:pt x="417" y="667"/>
                  </a:lnTo>
                  <a:cubicBezTo>
                    <a:pt x="572" y="441"/>
                    <a:pt x="822" y="310"/>
                    <a:pt x="1107" y="310"/>
                  </a:cubicBezTo>
                  <a:close/>
                  <a:moveTo>
                    <a:pt x="1786" y="976"/>
                  </a:moveTo>
                  <a:cubicBezTo>
                    <a:pt x="1619" y="1203"/>
                    <a:pt x="1369" y="1334"/>
                    <a:pt x="1107" y="1334"/>
                  </a:cubicBezTo>
                  <a:cubicBezTo>
                    <a:pt x="822" y="1334"/>
                    <a:pt x="572" y="1203"/>
                    <a:pt x="417" y="976"/>
                  </a:cubicBezTo>
                  <a:close/>
                  <a:moveTo>
                    <a:pt x="1107" y="0"/>
                  </a:moveTo>
                  <a:cubicBezTo>
                    <a:pt x="607" y="0"/>
                    <a:pt x="179" y="310"/>
                    <a:pt x="12" y="774"/>
                  </a:cubicBezTo>
                  <a:cubicBezTo>
                    <a:pt x="0" y="798"/>
                    <a:pt x="0" y="846"/>
                    <a:pt x="12" y="881"/>
                  </a:cubicBezTo>
                  <a:cubicBezTo>
                    <a:pt x="179" y="1334"/>
                    <a:pt x="607" y="1655"/>
                    <a:pt x="1107" y="1655"/>
                  </a:cubicBezTo>
                  <a:cubicBezTo>
                    <a:pt x="1596" y="1655"/>
                    <a:pt x="2024" y="1334"/>
                    <a:pt x="2191" y="881"/>
                  </a:cubicBezTo>
                  <a:lnTo>
                    <a:pt x="2191" y="846"/>
                  </a:lnTo>
                  <a:lnTo>
                    <a:pt x="2191" y="822"/>
                  </a:lnTo>
                  <a:lnTo>
                    <a:pt x="2191" y="798"/>
                  </a:lnTo>
                  <a:lnTo>
                    <a:pt x="2191" y="774"/>
                  </a:lnTo>
                  <a:cubicBezTo>
                    <a:pt x="2024" y="310"/>
                    <a:pt x="1596" y="0"/>
                    <a:pt x="1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64"/>
            <p:cNvSpPr/>
            <p:nvPr/>
          </p:nvSpPr>
          <p:spPr>
            <a:xfrm>
              <a:off x="2829731" y="4443917"/>
              <a:ext cx="70116" cy="52706"/>
            </a:xfrm>
            <a:custGeom>
              <a:avLst/>
              <a:gdLst/>
              <a:ahLst/>
              <a:cxnLst/>
              <a:rect l="l" t="t" r="r" b="b"/>
              <a:pathLst>
                <a:path w="2203" h="1656" extrusionOk="0">
                  <a:moveTo>
                    <a:pt x="1096" y="310"/>
                  </a:moveTo>
                  <a:cubicBezTo>
                    <a:pt x="1381" y="310"/>
                    <a:pt x="1631" y="441"/>
                    <a:pt x="1786" y="667"/>
                  </a:cubicBezTo>
                  <a:lnTo>
                    <a:pt x="417" y="667"/>
                  </a:lnTo>
                  <a:cubicBezTo>
                    <a:pt x="560" y="441"/>
                    <a:pt x="810" y="310"/>
                    <a:pt x="1096" y="310"/>
                  </a:cubicBezTo>
                  <a:close/>
                  <a:moveTo>
                    <a:pt x="1786" y="976"/>
                  </a:moveTo>
                  <a:cubicBezTo>
                    <a:pt x="1631" y="1203"/>
                    <a:pt x="1381" y="1334"/>
                    <a:pt x="1096" y="1334"/>
                  </a:cubicBezTo>
                  <a:cubicBezTo>
                    <a:pt x="810" y="1334"/>
                    <a:pt x="560" y="1203"/>
                    <a:pt x="417" y="976"/>
                  </a:cubicBezTo>
                  <a:close/>
                  <a:moveTo>
                    <a:pt x="1096" y="0"/>
                  </a:moveTo>
                  <a:cubicBezTo>
                    <a:pt x="607" y="0"/>
                    <a:pt x="179" y="310"/>
                    <a:pt x="12" y="774"/>
                  </a:cubicBezTo>
                  <a:cubicBezTo>
                    <a:pt x="0" y="798"/>
                    <a:pt x="0" y="846"/>
                    <a:pt x="12" y="881"/>
                  </a:cubicBezTo>
                  <a:cubicBezTo>
                    <a:pt x="179" y="1334"/>
                    <a:pt x="607" y="1655"/>
                    <a:pt x="1096" y="1655"/>
                  </a:cubicBezTo>
                  <a:cubicBezTo>
                    <a:pt x="1584" y="1655"/>
                    <a:pt x="2024" y="1334"/>
                    <a:pt x="2179" y="881"/>
                  </a:cubicBezTo>
                  <a:cubicBezTo>
                    <a:pt x="2203" y="846"/>
                    <a:pt x="2203" y="822"/>
                    <a:pt x="2179" y="774"/>
                  </a:cubicBezTo>
                  <a:cubicBezTo>
                    <a:pt x="2024" y="310"/>
                    <a:pt x="1584" y="0"/>
                    <a:pt x="1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5" name="Google Shape;10805;p64"/>
          <p:cNvGrpSpPr/>
          <p:nvPr/>
        </p:nvGrpSpPr>
        <p:grpSpPr>
          <a:xfrm>
            <a:off x="7127716" y="4105182"/>
            <a:ext cx="248254" cy="361942"/>
            <a:chOff x="7127716" y="4279432"/>
            <a:chExt cx="248254" cy="361942"/>
          </a:xfrm>
        </p:grpSpPr>
        <p:sp>
          <p:nvSpPr>
            <p:cNvPr id="10806" name="Google Shape;10806;p64"/>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64"/>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64"/>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64"/>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64"/>
            <p:cNvSpPr/>
            <p:nvPr/>
          </p:nvSpPr>
          <p:spPr>
            <a:xfrm>
              <a:off x="7235357" y="4608369"/>
              <a:ext cx="33005" cy="33005"/>
            </a:xfrm>
            <a:custGeom>
              <a:avLst/>
              <a:gdLst/>
              <a:ahLst/>
              <a:cxnLst/>
              <a:rect l="l" t="t" r="r" b="b"/>
              <a:pathLst>
                <a:path w="1037" h="1037" extrusionOk="0">
                  <a:moveTo>
                    <a:pt x="524" y="322"/>
                  </a:moveTo>
                  <a:cubicBezTo>
                    <a:pt x="619" y="322"/>
                    <a:pt x="715" y="417"/>
                    <a:pt x="715" y="512"/>
                  </a:cubicBezTo>
                  <a:cubicBezTo>
                    <a:pt x="715" y="620"/>
                    <a:pt x="619" y="715"/>
                    <a:pt x="524" y="715"/>
                  </a:cubicBezTo>
                  <a:cubicBezTo>
                    <a:pt x="417" y="715"/>
                    <a:pt x="322" y="620"/>
                    <a:pt x="322" y="512"/>
                  </a:cubicBezTo>
                  <a:cubicBezTo>
                    <a:pt x="322" y="417"/>
                    <a:pt x="417" y="322"/>
                    <a:pt x="524" y="322"/>
                  </a:cubicBezTo>
                  <a:close/>
                  <a:moveTo>
                    <a:pt x="524" y="0"/>
                  </a:moveTo>
                  <a:cubicBezTo>
                    <a:pt x="238" y="0"/>
                    <a:pt x="0" y="239"/>
                    <a:pt x="0" y="512"/>
                  </a:cubicBezTo>
                  <a:cubicBezTo>
                    <a:pt x="0" y="798"/>
                    <a:pt x="238" y="1036"/>
                    <a:pt x="524" y="1036"/>
                  </a:cubicBezTo>
                  <a:cubicBezTo>
                    <a:pt x="798" y="1036"/>
                    <a:pt x="1036" y="798"/>
                    <a:pt x="1036" y="512"/>
                  </a:cubicBezTo>
                  <a:cubicBezTo>
                    <a:pt x="1036" y="239"/>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64"/>
            <p:cNvSpPr/>
            <p:nvPr/>
          </p:nvSpPr>
          <p:spPr>
            <a:xfrm>
              <a:off x="7127716" y="4608369"/>
              <a:ext cx="33387" cy="33005"/>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8" y="715"/>
                    <a:pt x="334" y="620"/>
                    <a:pt x="334" y="512"/>
                  </a:cubicBezTo>
                  <a:cubicBezTo>
                    <a:pt x="334" y="417"/>
                    <a:pt x="418" y="322"/>
                    <a:pt x="525" y="322"/>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64"/>
            <p:cNvSpPr/>
            <p:nvPr/>
          </p:nvSpPr>
          <p:spPr>
            <a:xfrm>
              <a:off x="7342965" y="4608369"/>
              <a:ext cx="33005" cy="33005"/>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7" y="715"/>
                    <a:pt x="322" y="620"/>
                    <a:pt x="322" y="512"/>
                  </a:cubicBezTo>
                  <a:cubicBezTo>
                    <a:pt x="322" y="417"/>
                    <a:pt x="417" y="322"/>
                    <a:pt x="513" y="322"/>
                  </a:cubicBezTo>
                  <a:close/>
                  <a:moveTo>
                    <a:pt x="513" y="0"/>
                  </a:moveTo>
                  <a:cubicBezTo>
                    <a:pt x="227" y="0"/>
                    <a:pt x="1" y="239"/>
                    <a:pt x="1" y="512"/>
                  </a:cubicBezTo>
                  <a:cubicBezTo>
                    <a:pt x="1" y="798"/>
                    <a:pt x="227" y="1036"/>
                    <a:pt x="513" y="1036"/>
                  </a:cubicBezTo>
                  <a:cubicBezTo>
                    <a:pt x="798" y="1036"/>
                    <a:pt x="1036" y="798"/>
                    <a:pt x="1036" y="512"/>
                  </a:cubicBezTo>
                  <a:cubicBezTo>
                    <a:pt x="1036" y="239"/>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3" name="Google Shape;10813;p64"/>
            <p:cNvSpPr/>
            <p:nvPr/>
          </p:nvSpPr>
          <p:spPr>
            <a:xfrm>
              <a:off x="7159194" y="4517788"/>
              <a:ext cx="186064" cy="84916"/>
            </a:xfrm>
            <a:custGeom>
              <a:avLst/>
              <a:gdLst/>
              <a:ahLst/>
              <a:cxnLst/>
              <a:rect l="l" t="t" r="r" b="b"/>
              <a:pathLst>
                <a:path w="5846" h="2668" extrusionOk="0">
                  <a:moveTo>
                    <a:pt x="2929" y="1"/>
                  </a:moveTo>
                  <a:cubicBezTo>
                    <a:pt x="2834" y="1"/>
                    <a:pt x="2762" y="72"/>
                    <a:pt x="2762" y="168"/>
                  </a:cubicBezTo>
                  <a:lnTo>
                    <a:pt x="2762" y="715"/>
                  </a:lnTo>
                  <a:lnTo>
                    <a:pt x="1607" y="715"/>
                  </a:lnTo>
                  <a:cubicBezTo>
                    <a:pt x="1381" y="715"/>
                    <a:pt x="1167" y="822"/>
                    <a:pt x="1036" y="1013"/>
                  </a:cubicBezTo>
                  <a:lnTo>
                    <a:pt x="60" y="2394"/>
                  </a:lnTo>
                  <a:cubicBezTo>
                    <a:pt x="0" y="2465"/>
                    <a:pt x="24" y="2573"/>
                    <a:pt x="95" y="2632"/>
                  </a:cubicBezTo>
                  <a:cubicBezTo>
                    <a:pt x="127" y="2655"/>
                    <a:pt x="160" y="2665"/>
                    <a:pt x="192" y="2665"/>
                  </a:cubicBezTo>
                  <a:cubicBezTo>
                    <a:pt x="245" y="2665"/>
                    <a:pt x="296" y="2636"/>
                    <a:pt x="333" y="2585"/>
                  </a:cubicBezTo>
                  <a:lnTo>
                    <a:pt x="1322" y="1203"/>
                  </a:lnTo>
                  <a:cubicBezTo>
                    <a:pt x="1393" y="1120"/>
                    <a:pt x="1500" y="1061"/>
                    <a:pt x="1619" y="1061"/>
                  </a:cubicBezTo>
                  <a:lnTo>
                    <a:pt x="2774" y="1061"/>
                  </a:lnTo>
                  <a:lnTo>
                    <a:pt x="2774" y="2311"/>
                  </a:lnTo>
                  <a:cubicBezTo>
                    <a:pt x="2774" y="2394"/>
                    <a:pt x="2858" y="2465"/>
                    <a:pt x="2941" y="2465"/>
                  </a:cubicBezTo>
                  <a:cubicBezTo>
                    <a:pt x="3036" y="2465"/>
                    <a:pt x="3108" y="2394"/>
                    <a:pt x="3108" y="2311"/>
                  </a:cubicBezTo>
                  <a:lnTo>
                    <a:pt x="3108" y="1061"/>
                  </a:lnTo>
                  <a:lnTo>
                    <a:pt x="4262" y="1061"/>
                  </a:lnTo>
                  <a:cubicBezTo>
                    <a:pt x="4382" y="1061"/>
                    <a:pt x="4489" y="1120"/>
                    <a:pt x="4560" y="1203"/>
                  </a:cubicBezTo>
                  <a:lnTo>
                    <a:pt x="5548" y="2585"/>
                  </a:lnTo>
                  <a:cubicBezTo>
                    <a:pt x="5572" y="2632"/>
                    <a:pt x="5632" y="2668"/>
                    <a:pt x="5679" y="2668"/>
                  </a:cubicBezTo>
                  <a:cubicBezTo>
                    <a:pt x="5715" y="2668"/>
                    <a:pt x="5751" y="2644"/>
                    <a:pt x="5775" y="2632"/>
                  </a:cubicBezTo>
                  <a:cubicBezTo>
                    <a:pt x="5834" y="2561"/>
                    <a:pt x="5846" y="2454"/>
                    <a:pt x="5798" y="2382"/>
                  </a:cubicBezTo>
                  <a:lnTo>
                    <a:pt x="4822" y="1001"/>
                  </a:lnTo>
                  <a:cubicBezTo>
                    <a:pt x="4679" y="822"/>
                    <a:pt x="4477" y="703"/>
                    <a:pt x="4251" y="703"/>
                  </a:cubicBezTo>
                  <a:lnTo>
                    <a:pt x="3096" y="703"/>
                  </a:lnTo>
                  <a:lnTo>
                    <a:pt x="3096" y="168"/>
                  </a:lnTo>
                  <a:cubicBezTo>
                    <a:pt x="3096" y="72"/>
                    <a:pt x="3012"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64"/>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5" name="Google Shape;10815;p64"/>
          <p:cNvGrpSpPr/>
          <p:nvPr/>
        </p:nvGrpSpPr>
        <p:grpSpPr>
          <a:xfrm>
            <a:off x="7565408" y="4105182"/>
            <a:ext cx="248255" cy="361942"/>
            <a:chOff x="7565408" y="4279432"/>
            <a:chExt cx="248255" cy="361942"/>
          </a:xfrm>
        </p:grpSpPr>
        <p:sp>
          <p:nvSpPr>
            <p:cNvPr id="10816" name="Google Shape;10816;p64"/>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64"/>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64"/>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64"/>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64"/>
            <p:cNvSpPr/>
            <p:nvPr/>
          </p:nvSpPr>
          <p:spPr>
            <a:xfrm>
              <a:off x="7673017" y="4608369"/>
              <a:ext cx="33005" cy="33005"/>
            </a:xfrm>
            <a:custGeom>
              <a:avLst/>
              <a:gdLst/>
              <a:ahLst/>
              <a:cxnLst/>
              <a:rect l="l" t="t" r="r" b="b"/>
              <a:pathLst>
                <a:path w="1037" h="1037" extrusionOk="0">
                  <a:moveTo>
                    <a:pt x="525" y="322"/>
                  </a:moveTo>
                  <a:cubicBezTo>
                    <a:pt x="620" y="322"/>
                    <a:pt x="715" y="417"/>
                    <a:pt x="715" y="512"/>
                  </a:cubicBezTo>
                  <a:cubicBezTo>
                    <a:pt x="715" y="620"/>
                    <a:pt x="620" y="715"/>
                    <a:pt x="525" y="715"/>
                  </a:cubicBezTo>
                  <a:cubicBezTo>
                    <a:pt x="418" y="715"/>
                    <a:pt x="322" y="620"/>
                    <a:pt x="322" y="512"/>
                  </a:cubicBezTo>
                  <a:cubicBezTo>
                    <a:pt x="322" y="417"/>
                    <a:pt x="418" y="322"/>
                    <a:pt x="525" y="322"/>
                  </a:cubicBezTo>
                  <a:close/>
                  <a:moveTo>
                    <a:pt x="525" y="0"/>
                  </a:moveTo>
                  <a:cubicBezTo>
                    <a:pt x="239" y="0"/>
                    <a:pt x="1" y="239"/>
                    <a:pt x="1" y="512"/>
                  </a:cubicBezTo>
                  <a:cubicBezTo>
                    <a:pt x="1" y="798"/>
                    <a:pt x="239" y="1036"/>
                    <a:pt x="525" y="1036"/>
                  </a:cubicBezTo>
                  <a:cubicBezTo>
                    <a:pt x="799" y="1036"/>
                    <a:pt x="1037" y="798"/>
                    <a:pt x="1037" y="512"/>
                  </a:cubicBezTo>
                  <a:cubicBezTo>
                    <a:pt x="1037" y="239"/>
                    <a:pt x="799"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64"/>
            <p:cNvSpPr/>
            <p:nvPr/>
          </p:nvSpPr>
          <p:spPr>
            <a:xfrm>
              <a:off x="7565408" y="4608369"/>
              <a:ext cx="33387" cy="33005"/>
            </a:xfrm>
            <a:custGeom>
              <a:avLst/>
              <a:gdLst/>
              <a:ahLst/>
              <a:cxnLst/>
              <a:rect l="l" t="t" r="r" b="b"/>
              <a:pathLst>
                <a:path w="1049" h="1037" extrusionOk="0">
                  <a:moveTo>
                    <a:pt x="524" y="322"/>
                  </a:moveTo>
                  <a:cubicBezTo>
                    <a:pt x="632" y="322"/>
                    <a:pt x="715" y="417"/>
                    <a:pt x="715" y="512"/>
                  </a:cubicBezTo>
                  <a:cubicBezTo>
                    <a:pt x="715" y="620"/>
                    <a:pt x="632" y="715"/>
                    <a:pt x="524" y="715"/>
                  </a:cubicBezTo>
                  <a:cubicBezTo>
                    <a:pt x="417" y="715"/>
                    <a:pt x="334" y="620"/>
                    <a:pt x="334" y="512"/>
                  </a:cubicBezTo>
                  <a:cubicBezTo>
                    <a:pt x="334" y="417"/>
                    <a:pt x="417" y="322"/>
                    <a:pt x="524" y="322"/>
                  </a:cubicBezTo>
                  <a:close/>
                  <a:moveTo>
                    <a:pt x="524" y="0"/>
                  </a:moveTo>
                  <a:cubicBezTo>
                    <a:pt x="239" y="0"/>
                    <a:pt x="1" y="239"/>
                    <a:pt x="1" y="512"/>
                  </a:cubicBezTo>
                  <a:cubicBezTo>
                    <a:pt x="1" y="798"/>
                    <a:pt x="239" y="1036"/>
                    <a:pt x="524" y="1036"/>
                  </a:cubicBezTo>
                  <a:cubicBezTo>
                    <a:pt x="810" y="1036"/>
                    <a:pt x="1048" y="798"/>
                    <a:pt x="1048" y="512"/>
                  </a:cubicBez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64"/>
            <p:cNvSpPr/>
            <p:nvPr/>
          </p:nvSpPr>
          <p:spPr>
            <a:xfrm>
              <a:off x="7780657" y="4608369"/>
              <a:ext cx="33005" cy="33005"/>
            </a:xfrm>
            <a:custGeom>
              <a:avLst/>
              <a:gdLst/>
              <a:ahLst/>
              <a:cxnLst/>
              <a:rect l="l" t="t" r="r" b="b"/>
              <a:pathLst>
                <a:path w="1037" h="1037" extrusionOk="0">
                  <a:moveTo>
                    <a:pt x="512" y="322"/>
                  </a:moveTo>
                  <a:cubicBezTo>
                    <a:pt x="619" y="322"/>
                    <a:pt x="715" y="417"/>
                    <a:pt x="715" y="512"/>
                  </a:cubicBezTo>
                  <a:cubicBezTo>
                    <a:pt x="715" y="620"/>
                    <a:pt x="619" y="715"/>
                    <a:pt x="512" y="715"/>
                  </a:cubicBezTo>
                  <a:cubicBezTo>
                    <a:pt x="417" y="715"/>
                    <a:pt x="322" y="620"/>
                    <a:pt x="322" y="512"/>
                  </a:cubicBezTo>
                  <a:cubicBezTo>
                    <a:pt x="322" y="417"/>
                    <a:pt x="417" y="322"/>
                    <a:pt x="512" y="322"/>
                  </a:cubicBezTo>
                  <a:close/>
                  <a:moveTo>
                    <a:pt x="512" y="0"/>
                  </a:moveTo>
                  <a:cubicBezTo>
                    <a:pt x="238" y="0"/>
                    <a:pt x="0" y="239"/>
                    <a:pt x="0" y="512"/>
                  </a:cubicBezTo>
                  <a:cubicBezTo>
                    <a:pt x="0" y="798"/>
                    <a:pt x="238" y="1036"/>
                    <a:pt x="512" y="1036"/>
                  </a:cubicBezTo>
                  <a:cubicBezTo>
                    <a:pt x="798" y="1036"/>
                    <a:pt x="1036" y="798"/>
                    <a:pt x="1036" y="512"/>
                  </a:cubicBezTo>
                  <a:cubicBezTo>
                    <a:pt x="1036" y="239"/>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64"/>
            <p:cNvSpPr/>
            <p:nvPr/>
          </p:nvSpPr>
          <p:spPr>
            <a:xfrm>
              <a:off x="7596090" y="4528801"/>
              <a:ext cx="186859" cy="73362"/>
            </a:xfrm>
            <a:custGeom>
              <a:avLst/>
              <a:gdLst/>
              <a:ahLst/>
              <a:cxnLst/>
              <a:rect l="l" t="t" r="r" b="b"/>
              <a:pathLst>
                <a:path w="5871" h="2305" extrusionOk="0">
                  <a:moveTo>
                    <a:pt x="2942" y="0"/>
                  </a:moveTo>
                  <a:cubicBezTo>
                    <a:pt x="2847" y="0"/>
                    <a:pt x="2775" y="72"/>
                    <a:pt x="2775" y="155"/>
                  </a:cubicBezTo>
                  <a:lnTo>
                    <a:pt x="2775" y="357"/>
                  </a:lnTo>
                  <a:lnTo>
                    <a:pt x="1608" y="357"/>
                  </a:lnTo>
                  <a:cubicBezTo>
                    <a:pt x="1394" y="357"/>
                    <a:pt x="1180" y="453"/>
                    <a:pt x="1049" y="655"/>
                  </a:cubicBezTo>
                  <a:lnTo>
                    <a:pt x="60" y="2036"/>
                  </a:lnTo>
                  <a:cubicBezTo>
                    <a:pt x="1" y="2108"/>
                    <a:pt x="37" y="2215"/>
                    <a:pt x="108" y="2274"/>
                  </a:cubicBezTo>
                  <a:cubicBezTo>
                    <a:pt x="133" y="2295"/>
                    <a:pt x="163" y="2304"/>
                    <a:pt x="193" y="2304"/>
                  </a:cubicBezTo>
                  <a:cubicBezTo>
                    <a:pt x="249" y="2304"/>
                    <a:pt x="308" y="2273"/>
                    <a:pt x="346" y="2227"/>
                  </a:cubicBezTo>
                  <a:lnTo>
                    <a:pt x="1334" y="846"/>
                  </a:lnTo>
                  <a:cubicBezTo>
                    <a:pt x="1406" y="750"/>
                    <a:pt x="1513" y="691"/>
                    <a:pt x="1632" y="691"/>
                  </a:cubicBezTo>
                  <a:lnTo>
                    <a:pt x="2787" y="691"/>
                  </a:lnTo>
                  <a:lnTo>
                    <a:pt x="2787" y="1941"/>
                  </a:lnTo>
                  <a:cubicBezTo>
                    <a:pt x="2787" y="2036"/>
                    <a:pt x="2858" y="2108"/>
                    <a:pt x="2954" y="2108"/>
                  </a:cubicBezTo>
                  <a:cubicBezTo>
                    <a:pt x="3037" y="2108"/>
                    <a:pt x="3120" y="2036"/>
                    <a:pt x="3120" y="1941"/>
                  </a:cubicBezTo>
                  <a:lnTo>
                    <a:pt x="3120" y="691"/>
                  </a:lnTo>
                  <a:lnTo>
                    <a:pt x="4275" y="691"/>
                  </a:lnTo>
                  <a:cubicBezTo>
                    <a:pt x="4394" y="691"/>
                    <a:pt x="4502" y="750"/>
                    <a:pt x="4573" y="846"/>
                  </a:cubicBezTo>
                  <a:lnTo>
                    <a:pt x="5561" y="2227"/>
                  </a:lnTo>
                  <a:cubicBezTo>
                    <a:pt x="5585" y="2274"/>
                    <a:pt x="5645" y="2298"/>
                    <a:pt x="5692" y="2298"/>
                  </a:cubicBezTo>
                  <a:cubicBezTo>
                    <a:pt x="5716" y="2298"/>
                    <a:pt x="5764" y="2286"/>
                    <a:pt x="5775" y="2274"/>
                  </a:cubicBezTo>
                  <a:cubicBezTo>
                    <a:pt x="5859" y="2215"/>
                    <a:pt x="5871" y="2108"/>
                    <a:pt x="5811" y="2036"/>
                  </a:cubicBezTo>
                  <a:lnTo>
                    <a:pt x="4823" y="655"/>
                  </a:lnTo>
                  <a:cubicBezTo>
                    <a:pt x="4692" y="476"/>
                    <a:pt x="4490" y="357"/>
                    <a:pt x="4263" y="357"/>
                  </a:cubicBezTo>
                  <a:lnTo>
                    <a:pt x="3097" y="357"/>
                  </a:lnTo>
                  <a:lnTo>
                    <a:pt x="3097" y="155"/>
                  </a:lnTo>
                  <a:cubicBezTo>
                    <a:pt x="3097" y="72"/>
                    <a:pt x="3025"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4" name="Google Shape;10824;p64"/>
          <p:cNvGrpSpPr/>
          <p:nvPr/>
        </p:nvGrpSpPr>
        <p:grpSpPr>
          <a:xfrm>
            <a:off x="6264109" y="4105182"/>
            <a:ext cx="225498" cy="361560"/>
            <a:chOff x="6264109" y="4279432"/>
            <a:chExt cx="225498" cy="361560"/>
          </a:xfrm>
        </p:grpSpPr>
        <p:sp>
          <p:nvSpPr>
            <p:cNvPr id="10825" name="Google Shape;10825;p64"/>
            <p:cNvSpPr/>
            <p:nvPr/>
          </p:nvSpPr>
          <p:spPr>
            <a:xfrm>
              <a:off x="6264109" y="4279432"/>
              <a:ext cx="225498" cy="361560"/>
            </a:xfrm>
            <a:custGeom>
              <a:avLst/>
              <a:gdLst/>
              <a:ahLst/>
              <a:cxnLst/>
              <a:rect l="l" t="t" r="r" b="b"/>
              <a:pathLst>
                <a:path w="7085" h="11360" extrusionOk="0">
                  <a:moveTo>
                    <a:pt x="6716" y="870"/>
                  </a:moveTo>
                  <a:cubicBezTo>
                    <a:pt x="6716" y="870"/>
                    <a:pt x="6728" y="870"/>
                    <a:pt x="6728" y="882"/>
                  </a:cubicBezTo>
                  <a:lnTo>
                    <a:pt x="6728" y="1239"/>
                  </a:lnTo>
                  <a:lnTo>
                    <a:pt x="6751" y="1239"/>
                  </a:lnTo>
                  <a:lnTo>
                    <a:pt x="6192" y="1251"/>
                  </a:lnTo>
                  <a:cubicBezTo>
                    <a:pt x="6108" y="1251"/>
                    <a:pt x="6037" y="1322"/>
                    <a:pt x="6037" y="1418"/>
                  </a:cubicBezTo>
                  <a:cubicBezTo>
                    <a:pt x="6037" y="1501"/>
                    <a:pt x="6108" y="1584"/>
                    <a:pt x="6192" y="1584"/>
                  </a:cubicBezTo>
                  <a:lnTo>
                    <a:pt x="6394" y="1584"/>
                  </a:lnTo>
                  <a:lnTo>
                    <a:pt x="6394" y="7454"/>
                  </a:lnTo>
                  <a:cubicBezTo>
                    <a:pt x="6394" y="7454"/>
                    <a:pt x="6394" y="7478"/>
                    <a:pt x="6370" y="7478"/>
                  </a:cubicBezTo>
                  <a:lnTo>
                    <a:pt x="679" y="7478"/>
                  </a:lnTo>
                  <a:cubicBezTo>
                    <a:pt x="679" y="7478"/>
                    <a:pt x="655" y="7478"/>
                    <a:pt x="655" y="7454"/>
                  </a:cubicBezTo>
                  <a:lnTo>
                    <a:pt x="655" y="1584"/>
                  </a:lnTo>
                  <a:lnTo>
                    <a:pt x="5477" y="1584"/>
                  </a:lnTo>
                  <a:cubicBezTo>
                    <a:pt x="5573" y="1584"/>
                    <a:pt x="5644" y="1501"/>
                    <a:pt x="5644" y="1418"/>
                  </a:cubicBezTo>
                  <a:cubicBezTo>
                    <a:pt x="5644" y="1322"/>
                    <a:pt x="5573" y="1251"/>
                    <a:pt x="5477" y="1251"/>
                  </a:cubicBezTo>
                  <a:lnTo>
                    <a:pt x="322" y="1251"/>
                  </a:lnTo>
                  <a:cubicBezTo>
                    <a:pt x="322" y="1251"/>
                    <a:pt x="298" y="1251"/>
                    <a:pt x="298" y="1239"/>
                  </a:cubicBezTo>
                  <a:lnTo>
                    <a:pt x="298" y="882"/>
                  </a:lnTo>
                  <a:cubicBezTo>
                    <a:pt x="298" y="882"/>
                    <a:pt x="298" y="870"/>
                    <a:pt x="322" y="870"/>
                  </a:cubicBezTo>
                  <a:close/>
                  <a:moveTo>
                    <a:pt x="5358" y="7811"/>
                  </a:moveTo>
                  <a:lnTo>
                    <a:pt x="5858" y="10335"/>
                  </a:lnTo>
                  <a:lnTo>
                    <a:pt x="3691" y="10335"/>
                  </a:lnTo>
                  <a:lnTo>
                    <a:pt x="3691" y="8371"/>
                  </a:lnTo>
                  <a:cubicBezTo>
                    <a:pt x="3691" y="8276"/>
                    <a:pt x="3620" y="8204"/>
                    <a:pt x="3537" y="8204"/>
                  </a:cubicBezTo>
                  <a:cubicBezTo>
                    <a:pt x="3441" y="8204"/>
                    <a:pt x="3370" y="8276"/>
                    <a:pt x="3370" y="8371"/>
                  </a:cubicBezTo>
                  <a:lnTo>
                    <a:pt x="3370" y="10335"/>
                  </a:lnTo>
                  <a:lnTo>
                    <a:pt x="1215" y="10335"/>
                  </a:lnTo>
                  <a:lnTo>
                    <a:pt x="1715" y="7811"/>
                  </a:lnTo>
                  <a:close/>
                  <a:moveTo>
                    <a:pt x="3549" y="1"/>
                  </a:moveTo>
                  <a:cubicBezTo>
                    <a:pt x="3453" y="1"/>
                    <a:pt x="3382" y="72"/>
                    <a:pt x="3382" y="168"/>
                  </a:cubicBezTo>
                  <a:lnTo>
                    <a:pt x="3382" y="537"/>
                  </a:lnTo>
                  <a:lnTo>
                    <a:pt x="346" y="537"/>
                  </a:lnTo>
                  <a:cubicBezTo>
                    <a:pt x="155" y="537"/>
                    <a:pt x="0" y="691"/>
                    <a:pt x="0" y="882"/>
                  </a:cubicBezTo>
                  <a:lnTo>
                    <a:pt x="0" y="1239"/>
                  </a:lnTo>
                  <a:cubicBezTo>
                    <a:pt x="0" y="1430"/>
                    <a:pt x="155" y="1584"/>
                    <a:pt x="346" y="1584"/>
                  </a:cubicBezTo>
                  <a:lnTo>
                    <a:pt x="358" y="1584"/>
                  </a:lnTo>
                  <a:lnTo>
                    <a:pt x="358" y="7454"/>
                  </a:lnTo>
                  <a:cubicBezTo>
                    <a:pt x="358" y="7645"/>
                    <a:pt x="512" y="7799"/>
                    <a:pt x="703" y="7799"/>
                  </a:cubicBezTo>
                  <a:lnTo>
                    <a:pt x="1382" y="7799"/>
                  </a:lnTo>
                  <a:lnTo>
                    <a:pt x="715" y="11157"/>
                  </a:lnTo>
                  <a:cubicBezTo>
                    <a:pt x="703" y="11252"/>
                    <a:pt x="762" y="11347"/>
                    <a:pt x="858" y="11359"/>
                  </a:cubicBezTo>
                  <a:lnTo>
                    <a:pt x="882" y="11359"/>
                  </a:lnTo>
                  <a:cubicBezTo>
                    <a:pt x="953" y="11359"/>
                    <a:pt x="1036" y="11300"/>
                    <a:pt x="1048" y="11217"/>
                  </a:cubicBezTo>
                  <a:lnTo>
                    <a:pt x="1167" y="10645"/>
                  </a:lnTo>
                  <a:lnTo>
                    <a:pt x="3382" y="10645"/>
                  </a:lnTo>
                  <a:lnTo>
                    <a:pt x="3382" y="11193"/>
                  </a:lnTo>
                  <a:cubicBezTo>
                    <a:pt x="3382" y="11288"/>
                    <a:pt x="3453" y="11359"/>
                    <a:pt x="3549" y="11359"/>
                  </a:cubicBezTo>
                  <a:cubicBezTo>
                    <a:pt x="3632" y="11359"/>
                    <a:pt x="3703" y="11288"/>
                    <a:pt x="3703" y="11193"/>
                  </a:cubicBezTo>
                  <a:lnTo>
                    <a:pt x="3703" y="10645"/>
                  </a:lnTo>
                  <a:lnTo>
                    <a:pt x="5930" y="10645"/>
                  </a:lnTo>
                  <a:lnTo>
                    <a:pt x="6049" y="11217"/>
                  </a:lnTo>
                  <a:cubicBezTo>
                    <a:pt x="6061" y="11300"/>
                    <a:pt x="6132" y="11359"/>
                    <a:pt x="6204" y="11359"/>
                  </a:cubicBezTo>
                  <a:lnTo>
                    <a:pt x="6239" y="11359"/>
                  </a:lnTo>
                  <a:cubicBezTo>
                    <a:pt x="6323" y="11336"/>
                    <a:pt x="6382" y="11252"/>
                    <a:pt x="6370" y="11157"/>
                  </a:cubicBezTo>
                  <a:lnTo>
                    <a:pt x="5704" y="7799"/>
                  </a:lnTo>
                  <a:lnTo>
                    <a:pt x="6382" y="7799"/>
                  </a:lnTo>
                  <a:cubicBezTo>
                    <a:pt x="6585" y="7799"/>
                    <a:pt x="6728" y="7645"/>
                    <a:pt x="6728" y="7454"/>
                  </a:cubicBezTo>
                  <a:lnTo>
                    <a:pt x="6728" y="1584"/>
                  </a:lnTo>
                  <a:lnTo>
                    <a:pt x="6739" y="1584"/>
                  </a:lnTo>
                  <a:cubicBezTo>
                    <a:pt x="6942" y="1584"/>
                    <a:pt x="7085" y="1430"/>
                    <a:pt x="7085" y="1239"/>
                  </a:cubicBezTo>
                  <a:lnTo>
                    <a:pt x="7085" y="882"/>
                  </a:lnTo>
                  <a:cubicBezTo>
                    <a:pt x="7085" y="691"/>
                    <a:pt x="6930" y="537"/>
                    <a:pt x="6751" y="537"/>
                  </a:cubicBezTo>
                  <a:lnTo>
                    <a:pt x="3715" y="537"/>
                  </a:lnTo>
                  <a:lnTo>
                    <a:pt x="3715" y="168"/>
                  </a:lnTo>
                  <a:cubicBezTo>
                    <a:pt x="3715" y="72"/>
                    <a:pt x="3632" y="1"/>
                    <a:pt x="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64"/>
            <p:cNvSpPr/>
            <p:nvPr/>
          </p:nvSpPr>
          <p:spPr>
            <a:xfrm>
              <a:off x="6303129" y="4370395"/>
              <a:ext cx="146693" cy="106495"/>
            </a:xfrm>
            <a:custGeom>
              <a:avLst/>
              <a:gdLst/>
              <a:ahLst/>
              <a:cxnLst/>
              <a:rect l="l" t="t" r="r" b="b"/>
              <a:pathLst>
                <a:path w="4609" h="3346" extrusionOk="0">
                  <a:moveTo>
                    <a:pt x="3561" y="0"/>
                  </a:moveTo>
                  <a:cubicBezTo>
                    <a:pt x="3466" y="0"/>
                    <a:pt x="3394" y="72"/>
                    <a:pt x="3394" y="167"/>
                  </a:cubicBezTo>
                  <a:cubicBezTo>
                    <a:pt x="3394" y="250"/>
                    <a:pt x="3466" y="334"/>
                    <a:pt x="3561" y="334"/>
                  </a:cubicBezTo>
                  <a:lnTo>
                    <a:pt x="4049" y="334"/>
                  </a:lnTo>
                  <a:lnTo>
                    <a:pt x="2406" y="1965"/>
                  </a:lnTo>
                  <a:lnTo>
                    <a:pt x="2394" y="1965"/>
                  </a:lnTo>
                  <a:lnTo>
                    <a:pt x="2025" y="1596"/>
                  </a:lnTo>
                  <a:cubicBezTo>
                    <a:pt x="1959" y="1530"/>
                    <a:pt x="1870" y="1498"/>
                    <a:pt x="1781" y="1498"/>
                  </a:cubicBezTo>
                  <a:cubicBezTo>
                    <a:pt x="1692" y="1498"/>
                    <a:pt x="1602" y="1530"/>
                    <a:pt x="1537" y="1596"/>
                  </a:cubicBezTo>
                  <a:lnTo>
                    <a:pt x="60" y="3072"/>
                  </a:lnTo>
                  <a:cubicBezTo>
                    <a:pt x="1" y="3132"/>
                    <a:pt x="1" y="3227"/>
                    <a:pt x="60" y="3310"/>
                  </a:cubicBezTo>
                  <a:cubicBezTo>
                    <a:pt x="84" y="3334"/>
                    <a:pt x="132" y="3346"/>
                    <a:pt x="179" y="3346"/>
                  </a:cubicBezTo>
                  <a:cubicBezTo>
                    <a:pt x="227" y="3346"/>
                    <a:pt x="263" y="3334"/>
                    <a:pt x="298" y="3310"/>
                  </a:cubicBezTo>
                  <a:lnTo>
                    <a:pt x="1775" y="1834"/>
                  </a:lnTo>
                  <a:lnTo>
                    <a:pt x="1787" y="1834"/>
                  </a:lnTo>
                  <a:lnTo>
                    <a:pt x="2156" y="2203"/>
                  </a:lnTo>
                  <a:cubicBezTo>
                    <a:pt x="2215" y="2263"/>
                    <a:pt x="2311" y="2310"/>
                    <a:pt x="2394" y="2310"/>
                  </a:cubicBezTo>
                  <a:cubicBezTo>
                    <a:pt x="2477" y="2310"/>
                    <a:pt x="2573" y="2274"/>
                    <a:pt x="2632" y="2203"/>
                  </a:cubicBezTo>
                  <a:lnTo>
                    <a:pt x="4263" y="572"/>
                  </a:lnTo>
                  <a:lnTo>
                    <a:pt x="4263" y="1060"/>
                  </a:lnTo>
                  <a:cubicBezTo>
                    <a:pt x="4263" y="1143"/>
                    <a:pt x="4347" y="1227"/>
                    <a:pt x="4430" y="1227"/>
                  </a:cubicBezTo>
                  <a:cubicBezTo>
                    <a:pt x="4525" y="1227"/>
                    <a:pt x="4597" y="1143"/>
                    <a:pt x="4597" y="1060"/>
                  </a:cubicBezTo>
                  <a:lnTo>
                    <a:pt x="4597" y="167"/>
                  </a:lnTo>
                  <a:cubicBezTo>
                    <a:pt x="4609" y="72"/>
                    <a:pt x="4537" y="0"/>
                    <a:pt x="4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7" name="Google Shape;10827;p64"/>
          <p:cNvGrpSpPr/>
          <p:nvPr/>
        </p:nvGrpSpPr>
        <p:grpSpPr>
          <a:xfrm>
            <a:off x="7929578" y="4110115"/>
            <a:ext cx="395266" cy="351312"/>
            <a:chOff x="7929578" y="4284365"/>
            <a:chExt cx="395266" cy="351312"/>
          </a:xfrm>
        </p:grpSpPr>
        <p:sp>
          <p:nvSpPr>
            <p:cNvPr id="10828" name="Google Shape;10828;p64"/>
            <p:cNvSpPr/>
            <p:nvPr/>
          </p:nvSpPr>
          <p:spPr>
            <a:xfrm>
              <a:off x="7954213" y="4588668"/>
              <a:ext cx="11394" cy="47009"/>
            </a:xfrm>
            <a:custGeom>
              <a:avLst/>
              <a:gdLst/>
              <a:ahLst/>
              <a:cxnLst/>
              <a:rect l="l" t="t" r="r" b="b"/>
              <a:pathLst>
                <a:path w="358" h="1477" extrusionOk="0">
                  <a:moveTo>
                    <a:pt x="179" y="0"/>
                  </a:moveTo>
                  <a:cubicBezTo>
                    <a:pt x="84" y="0"/>
                    <a:pt x="0" y="84"/>
                    <a:pt x="0" y="179"/>
                  </a:cubicBezTo>
                  <a:lnTo>
                    <a:pt x="0" y="1298"/>
                  </a:lnTo>
                  <a:cubicBezTo>
                    <a:pt x="0" y="1405"/>
                    <a:pt x="84" y="1477"/>
                    <a:pt x="179" y="1477"/>
                  </a:cubicBezTo>
                  <a:cubicBezTo>
                    <a:pt x="286" y="1477"/>
                    <a:pt x="358" y="1405"/>
                    <a:pt x="358" y="1298"/>
                  </a:cubicBezTo>
                  <a:lnTo>
                    <a:pt x="358" y="179"/>
                  </a:lnTo>
                  <a:cubicBezTo>
                    <a:pt x="358" y="96"/>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64"/>
            <p:cNvSpPr/>
            <p:nvPr/>
          </p:nvSpPr>
          <p:spPr>
            <a:xfrm>
              <a:off x="7929578" y="4432522"/>
              <a:ext cx="213372" cy="203155"/>
            </a:xfrm>
            <a:custGeom>
              <a:avLst/>
              <a:gdLst/>
              <a:ahLst/>
              <a:cxnLst/>
              <a:rect l="l" t="t" r="r" b="b"/>
              <a:pathLst>
                <a:path w="6704" h="6383" extrusionOk="0">
                  <a:moveTo>
                    <a:pt x="6192" y="1013"/>
                  </a:moveTo>
                  <a:lnTo>
                    <a:pt x="6275" y="1275"/>
                  </a:lnTo>
                  <a:cubicBezTo>
                    <a:pt x="6287" y="1358"/>
                    <a:pt x="6275" y="1430"/>
                    <a:pt x="6216" y="1489"/>
                  </a:cubicBezTo>
                  <a:lnTo>
                    <a:pt x="6108" y="1596"/>
                  </a:lnTo>
                  <a:lnTo>
                    <a:pt x="5858" y="1334"/>
                  </a:lnTo>
                  <a:lnTo>
                    <a:pt x="6192" y="1013"/>
                  </a:lnTo>
                  <a:close/>
                  <a:moveTo>
                    <a:pt x="1941" y="382"/>
                  </a:moveTo>
                  <a:cubicBezTo>
                    <a:pt x="2251" y="382"/>
                    <a:pt x="2536" y="501"/>
                    <a:pt x="2763" y="727"/>
                  </a:cubicBezTo>
                  <a:cubicBezTo>
                    <a:pt x="2965" y="953"/>
                    <a:pt x="3096" y="1251"/>
                    <a:pt x="3132" y="1573"/>
                  </a:cubicBezTo>
                  <a:cubicBezTo>
                    <a:pt x="3144" y="1692"/>
                    <a:pt x="3156" y="1846"/>
                    <a:pt x="3179" y="2001"/>
                  </a:cubicBezTo>
                  <a:cubicBezTo>
                    <a:pt x="2977" y="1680"/>
                    <a:pt x="2656" y="1430"/>
                    <a:pt x="2239" y="1287"/>
                  </a:cubicBezTo>
                  <a:cubicBezTo>
                    <a:pt x="1947" y="1199"/>
                    <a:pt x="1670" y="1191"/>
                    <a:pt x="1579" y="1191"/>
                  </a:cubicBezTo>
                  <a:cubicBezTo>
                    <a:pt x="1559" y="1191"/>
                    <a:pt x="1548" y="1192"/>
                    <a:pt x="1548" y="1192"/>
                  </a:cubicBezTo>
                  <a:cubicBezTo>
                    <a:pt x="1513" y="1192"/>
                    <a:pt x="1465" y="1204"/>
                    <a:pt x="1429" y="1251"/>
                  </a:cubicBezTo>
                  <a:lnTo>
                    <a:pt x="1108" y="1585"/>
                  </a:lnTo>
                  <a:cubicBezTo>
                    <a:pt x="1036" y="1668"/>
                    <a:pt x="1036" y="1787"/>
                    <a:pt x="1108" y="1846"/>
                  </a:cubicBezTo>
                  <a:cubicBezTo>
                    <a:pt x="1143" y="1882"/>
                    <a:pt x="1191" y="1900"/>
                    <a:pt x="1237" y="1900"/>
                  </a:cubicBezTo>
                  <a:cubicBezTo>
                    <a:pt x="1283" y="1900"/>
                    <a:pt x="1328" y="1882"/>
                    <a:pt x="1358" y="1846"/>
                  </a:cubicBezTo>
                  <a:lnTo>
                    <a:pt x="1632" y="1561"/>
                  </a:lnTo>
                  <a:cubicBezTo>
                    <a:pt x="1870" y="1573"/>
                    <a:pt x="2620" y="1668"/>
                    <a:pt x="2906" y="2299"/>
                  </a:cubicBezTo>
                  <a:cubicBezTo>
                    <a:pt x="2834" y="2763"/>
                    <a:pt x="2417" y="3120"/>
                    <a:pt x="1929" y="3120"/>
                  </a:cubicBezTo>
                  <a:cubicBezTo>
                    <a:pt x="1393" y="3120"/>
                    <a:pt x="941" y="2680"/>
                    <a:pt x="941" y="2144"/>
                  </a:cubicBezTo>
                  <a:cubicBezTo>
                    <a:pt x="941" y="2037"/>
                    <a:pt x="870" y="1966"/>
                    <a:pt x="762" y="1966"/>
                  </a:cubicBezTo>
                  <a:cubicBezTo>
                    <a:pt x="751" y="1966"/>
                    <a:pt x="715" y="1966"/>
                    <a:pt x="703" y="1977"/>
                  </a:cubicBezTo>
                  <a:cubicBezTo>
                    <a:pt x="715" y="1835"/>
                    <a:pt x="751" y="1680"/>
                    <a:pt x="751" y="1573"/>
                  </a:cubicBezTo>
                  <a:cubicBezTo>
                    <a:pt x="774" y="1251"/>
                    <a:pt x="893" y="953"/>
                    <a:pt x="1120" y="727"/>
                  </a:cubicBezTo>
                  <a:cubicBezTo>
                    <a:pt x="1334" y="501"/>
                    <a:pt x="1632" y="382"/>
                    <a:pt x="1941" y="382"/>
                  </a:cubicBezTo>
                  <a:close/>
                  <a:moveTo>
                    <a:pt x="631" y="2442"/>
                  </a:moveTo>
                  <a:cubicBezTo>
                    <a:pt x="703" y="2763"/>
                    <a:pt x="917" y="3049"/>
                    <a:pt x="1179" y="3228"/>
                  </a:cubicBezTo>
                  <a:lnTo>
                    <a:pt x="1179" y="3442"/>
                  </a:lnTo>
                  <a:lnTo>
                    <a:pt x="1167" y="3442"/>
                  </a:lnTo>
                  <a:cubicBezTo>
                    <a:pt x="822" y="3382"/>
                    <a:pt x="572" y="3287"/>
                    <a:pt x="417" y="3216"/>
                  </a:cubicBezTo>
                  <a:cubicBezTo>
                    <a:pt x="405" y="3216"/>
                    <a:pt x="417" y="3204"/>
                    <a:pt x="417" y="3204"/>
                  </a:cubicBezTo>
                  <a:cubicBezTo>
                    <a:pt x="501" y="2989"/>
                    <a:pt x="572" y="2728"/>
                    <a:pt x="631" y="2442"/>
                  </a:cubicBezTo>
                  <a:close/>
                  <a:moveTo>
                    <a:pt x="3239" y="2454"/>
                  </a:moveTo>
                  <a:cubicBezTo>
                    <a:pt x="3275" y="2692"/>
                    <a:pt x="3334" y="2942"/>
                    <a:pt x="3418" y="3144"/>
                  </a:cubicBezTo>
                  <a:lnTo>
                    <a:pt x="3084" y="3454"/>
                  </a:lnTo>
                  <a:cubicBezTo>
                    <a:pt x="3037" y="3478"/>
                    <a:pt x="3001" y="3513"/>
                    <a:pt x="2941" y="3513"/>
                  </a:cubicBezTo>
                  <a:lnTo>
                    <a:pt x="2894" y="3513"/>
                  </a:lnTo>
                  <a:cubicBezTo>
                    <a:pt x="2775" y="3513"/>
                    <a:pt x="2679" y="3418"/>
                    <a:pt x="2679" y="3299"/>
                  </a:cubicBezTo>
                  <a:lnTo>
                    <a:pt x="2679" y="3239"/>
                  </a:lnTo>
                  <a:cubicBezTo>
                    <a:pt x="2953" y="3061"/>
                    <a:pt x="3144" y="2787"/>
                    <a:pt x="3239" y="2454"/>
                  </a:cubicBezTo>
                  <a:close/>
                  <a:moveTo>
                    <a:pt x="2358" y="3418"/>
                  </a:moveTo>
                  <a:cubicBezTo>
                    <a:pt x="2370" y="3525"/>
                    <a:pt x="2429" y="3620"/>
                    <a:pt x="2489" y="3692"/>
                  </a:cubicBezTo>
                  <a:lnTo>
                    <a:pt x="2203" y="3954"/>
                  </a:lnTo>
                  <a:cubicBezTo>
                    <a:pt x="2132" y="4031"/>
                    <a:pt x="2033" y="4070"/>
                    <a:pt x="1934" y="4070"/>
                  </a:cubicBezTo>
                  <a:cubicBezTo>
                    <a:pt x="1834" y="4070"/>
                    <a:pt x="1733" y="4031"/>
                    <a:pt x="1655" y="3954"/>
                  </a:cubicBezTo>
                  <a:lnTo>
                    <a:pt x="1489" y="3799"/>
                  </a:lnTo>
                  <a:cubicBezTo>
                    <a:pt x="1524" y="3740"/>
                    <a:pt x="1536" y="3680"/>
                    <a:pt x="1536" y="3620"/>
                  </a:cubicBezTo>
                  <a:lnTo>
                    <a:pt x="1536" y="3418"/>
                  </a:lnTo>
                  <a:cubicBezTo>
                    <a:pt x="1667" y="3466"/>
                    <a:pt x="1810" y="3478"/>
                    <a:pt x="1941" y="3478"/>
                  </a:cubicBezTo>
                  <a:cubicBezTo>
                    <a:pt x="2084" y="3478"/>
                    <a:pt x="2227" y="3454"/>
                    <a:pt x="2358" y="3418"/>
                  </a:cubicBezTo>
                  <a:close/>
                  <a:moveTo>
                    <a:pt x="1941" y="1"/>
                  </a:moveTo>
                  <a:cubicBezTo>
                    <a:pt x="1120" y="1"/>
                    <a:pt x="465" y="656"/>
                    <a:pt x="393" y="1537"/>
                  </a:cubicBezTo>
                  <a:cubicBezTo>
                    <a:pt x="358" y="1882"/>
                    <a:pt x="239" y="2644"/>
                    <a:pt x="72" y="3061"/>
                  </a:cubicBezTo>
                  <a:cubicBezTo>
                    <a:pt x="0" y="3251"/>
                    <a:pt x="96" y="3454"/>
                    <a:pt x="274" y="3537"/>
                  </a:cubicBezTo>
                  <a:cubicBezTo>
                    <a:pt x="405" y="3597"/>
                    <a:pt x="608" y="3692"/>
                    <a:pt x="893" y="3751"/>
                  </a:cubicBezTo>
                  <a:lnTo>
                    <a:pt x="417" y="3990"/>
                  </a:lnTo>
                  <a:cubicBezTo>
                    <a:pt x="155" y="4121"/>
                    <a:pt x="0" y="4371"/>
                    <a:pt x="0" y="4668"/>
                  </a:cubicBezTo>
                  <a:lnTo>
                    <a:pt x="0" y="6204"/>
                  </a:lnTo>
                  <a:cubicBezTo>
                    <a:pt x="0" y="6311"/>
                    <a:pt x="72" y="6383"/>
                    <a:pt x="179" y="6383"/>
                  </a:cubicBezTo>
                  <a:cubicBezTo>
                    <a:pt x="286" y="6383"/>
                    <a:pt x="358" y="6311"/>
                    <a:pt x="358" y="6204"/>
                  </a:cubicBezTo>
                  <a:lnTo>
                    <a:pt x="358" y="4668"/>
                  </a:lnTo>
                  <a:cubicBezTo>
                    <a:pt x="358" y="4525"/>
                    <a:pt x="453" y="4371"/>
                    <a:pt x="584" y="4311"/>
                  </a:cubicBezTo>
                  <a:lnTo>
                    <a:pt x="1191" y="4013"/>
                  </a:lnTo>
                  <a:lnTo>
                    <a:pt x="1405" y="4216"/>
                  </a:lnTo>
                  <a:cubicBezTo>
                    <a:pt x="1548" y="4347"/>
                    <a:pt x="1739" y="4418"/>
                    <a:pt x="1929" y="4418"/>
                  </a:cubicBezTo>
                  <a:cubicBezTo>
                    <a:pt x="2120" y="4418"/>
                    <a:pt x="2310" y="4347"/>
                    <a:pt x="2453" y="4216"/>
                  </a:cubicBezTo>
                  <a:lnTo>
                    <a:pt x="2822" y="3859"/>
                  </a:lnTo>
                  <a:lnTo>
                    <a:pt x="2929" y="3859"/>
                  </a:lnTo>
                  <a:cubicBezTo>
                    <a:pt x="3084" y="3859"/>
                    <a:pt x="3215" y="3799"/>
                    <a:pt x="3322" y="3692"/>
                  </a:cubicBezTo>
                  <a:lnTo>
                    <a:pt x="5584" y="1561"/>
                  </a:lnTo>
                  <a:lnTo>
                    <a:pt x="5835" y="1811"/>
                  </a:lnTo>
                  <a:lnTo>
                    <a:pt x="3001" y="4656"/>
                  </a:lnTo>
                  <a:cubicBezTo>
                    <a:pt x="2822" y="4835"/>
                    <a:pt x="2715" y="5073"/>
                    <a:pt x="2715" y="5347"/>
                  </a:cubicBezTo>
                  <a:lnTo>
                    <a:pt x="2715" y="6192"/>
                  </a:lnTo>
                  <a:cubicBezTo>
                    <a:pt x="2715" y="6299"/>
                    <a:pt x="2787" y="6371"/>
                    <a:pt x="2894" y="6371"/>
                  </a:cubicBezTo>
                  <a:cubicBezTo>
                    <a:pt x="3001" y="6371"/>
                    <a:pt x="3072" y="6299"/>
                    <a:pt x="3072" y="6192"/>
                  </a:cubicBezTo>
                  <a:lnTo>
                    <a:pt x="3072" y="5371"/>
                  </a:lnTo>
                  <a:cubicBezTo>
                    <a:pt x="3072" y="5204"/>
                    <a:pt x="3132" y="5061"/>
                    <a:pt x="3251" y="4954"/>
                  </a:cubicBezTo>
                  <a:lnTo>
                    <a:pt x="6466" y="1739"/>
                  </a:lnTo>
                  <a:cubicBezTo>
                    <a:pt x="6597" y="1608"/>
                    <a:pt x="6656" y="1394"/>
                    <a:pt x="6608" y="1204"/>
                  </a:cubicBezTo>
                  <a:lnTo>
                    <a:pt x="6513" y="727"/>
                  </a:lnTo>
                  <a:lnTo>
                    <a:pt x="6632" y="608"/>
                  </a:lnTo>
                  <a:cubicBezTo>
                    <a:pt x="6704" y="537"/>
                    <a:pt x="6704" y="430"/>
                    <a:pt x="6644" y="358"/>
                  </a:cubicBezTo>
                  <a:cubicBezTo>
                    <a:pt x="6607" y="321"/>
                    <a:pt x="6560" y="303"/>
                    <a:pt x="6513" y="303"/>
                  </a:cubicBezTo>
                  <a:cubicBezTo>
                    <a:pt x="6470" y="303"/>
                    <a:pt x="6428" y="318"/>
                    <a:pt x="6394" y="346"/>
                  </a:cubicBezTo>
                  <a:lnTo>
                    <a:pt x="3727" y="2858"/>
                  </a:lnTo>
                  <a:cubicBezTo>
                    <a:pt x="3608" y="2430"/>
                    <a:pt x="3501" y="1846"/>
                    <a:pt x="3489" y="1537"/>
                  </a:cubicBezTo>
                  <a:cubicBezTo>
                    <a:pt x="3429" y="656"/>
                    <a:pt x="2751"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64"/>
            <p:cNvSpPr/>
            <p:nvPr/>
          </p:nvSpPr>
          <p:spPr>
            <a:xfrm>
              <a:off x="8090243" y="4284365"/>
              <a:ext cx="234601" cy="196344"/>
            </a:xfrm>
            <a:custGeom>
              <a:avLst/>
              <a:gdLst/>
              <a:ahLst/>
              <a:cxnLst/>
              <a:rect l="l" t="t" r="r" b="b"/>
              <a:pathLst>
                <a:path w="7371" h="6169" extrusionOk="0">
                  <a:moveTo>
                    <a:pt x="572" y="1"/>
                  </a:moveTo>
                  <a:cubicBezTo>
                    <a:pt x="251" y="1"/>
                    <a:pt x="1" y="251"/>
                    <a:pt x="1" y="560"/>
                  </a:cubicBezTo>
                  <a:lnTo>
                    <a:pt x="1" y="5275"/>
                  </a:lnTo>
                  <a:cubicBezTo>
                    <a:pt x="1" y="5382"/>
                    <a:pt x="72" y="5454"/>
                    <a:pt x="179" y="5454"/>
                  </a:cubicBezTo>
                  <a:cubicBezTo>
                    <a:pt x="286" y="5454"/>
                    <a:pt x="358" y="5382"/>
                    <a:pt x="358" y="5275"/>
                  </a:cubicBezTo>
                  <a:lnTo>
                    <a:pt x="358" y="560"/>
                  </a:lnTo>
                  <a:cubicBezTo>
                    <a:pt x="358" y="441"/>
                    <a:pt x="453" y="358"/>
                    <a:pt x="572" y="358"/>
                  </a:cubicBezTo>
                  <a:lnTo>
                    <a:pt x="6787" y="358"/>
                  </a:lnTo>
                  <a:cubicBezTo>
                    <a:pt x="6906" y="358"/>
                    <a:pt x="7002" y="441"/>
                    <a:pt x="7002" y="560"/>
                  </a:cubicBezTo>
                  <a:lnTo>
                    <a:pt x="7002" y="5608"/>
                  </a:lnTo>
                  <a:cubicBezTo>
                    <a:pt x="7002" y="5728"/>
                    <a:pt x="6906" y="5811"/>
                    <a:pt x="6787" y="5811"/>
                  </a:cubicBezTo>
                  <a:lnTo>
                    <a:pt x="2191" y="5811"/>
                  </a:lnTo>
                  <a:cubicBezTo>
                    <a:pt x="2084" y="5811"/>
                    <a:pt x="2013" y="5894"/>
                    <a:pt x="2013" y="5989"/>
                  </a:cubicBezTo>
                  <a:cubicBezTo>
                    <a:pt x="2013" y="6097"/>
                    <a:pt x="2084" y="6168"/>
                    <a:pt x="2191" y="6168"/>
                  </a:cubicBezTo>
                  <a:lnTo>
                    <a:pt x="6787" y="6168"/>
                  </a:lnTo>
                  <a:cubicBezTo>
                    <a:pt x="7097" y="6168"/>
                    <a:pt x="7359" y="5918"/>
                    <a:pt x="7359" y="5608"/>
                  </a:cubicBezTo>
                  <a:lnTo>
                    <a:pt x="7359" y="560"/>
                  </a:lnTo>
                  <a:cubicBezTo>
                    <a:pt x="7371" y="251"/>
                    <a:pt x="7097" y="1"/>
                    <a:pt x="6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64"/>
            <p:cNvSpPr/>
            <p:nvPr/>
          </p:nvSpPr>
          <p:spPr>
            <a:xfrm>
              <a:off x="8145591" y="4309382"/>
              <a:ext cx="136063" cy="135299"/>
            </a:xfrm>
            <a:custGeom>
              <a:avLst/>
              <a:gdLst/>
              <a:ahLst/>
              <a:cxnLst/>
              <a:rect l="l" t="t" r="r" b="b"/>
              <a:pathLst>
                <a:path w="4275" h="4251" extrusionOk="0">
                  <a:moveTo>
                    <a:pt x="1953" y="739"/>
                  </a:moveTo>
                  <a:cubicBezTo>
                    <a:pt x="2322" y="739"/>
                    <a:pt x="2655" y="882"/>
                    <a:pt x="2917" y="1084"/>
                  </a:cubicBezTo>
                  <a:lnTo>
                    <a:pt x="1822" y="2179"/>
                  </a:lnTo>
                  <a:cubicBezTo>
                    <a:pt x="1750" y="2263"/>
                    <a:pt x="1750" y="2382"/>
                    <a:pt x="1822" y="2441"/>
                  </a:cubicBezTo>
                  <a:cubicBezTo>
                    <a:pt x="1845" y="2465"/>
                    <a:pt x="1905" y="2501"/>
                    <a:pt x="1953" y="2501"/>
                  </a:cubicBezTo>
                  <a:cubicBezTo>
                    <a:pt x="2000" y="2501"/>
                    <a:pt x="2048" y="2477"/>
                    <a:pt x="2084" y="2441"/>
                  </a:cubicBezTo>
                  <a:lnTo>
                    <a:pt x="2643" y="1882"/>
                  </a:lnTo>
                  <a:cubicBezTo>
                    <a:pt x="2715" y="2001"/>
                    <a:pt x="2762" y="2155"/>
                    <a:pt x="2762" y="2298"/>
                  </a:cubicBezTo>
                  <a:cubicBezTo>
                    <a:pt x="2762" y="2739"/>
                    <a:pt x="2405" y="3096"/>
                    <a:pt x="1965" y="3096"/>
                  </a:cubicBezTo>
                  <a:cubicBezTo>
                    <a:pt x="1536" y="3096"/>
                    <a:pt x="1179" y="2739"/>
                    <a:pt x="1179" y="2298"/>
                  </a:cubicBezTo>
                  <a:cubicBezTo>
                    <a:pt x="1179" y="1870"/>
                    <a:pt x="1536" y="1513"/>
                    <a:pt x="1965" y="1513"/>
                  </a:cubicBezTo>
                  <a:cubicBezTo>
                    <a:pt x="2072" y="1513"/>
                    <a:pt x="2143" y="1441"/>
                    <a:pt x="2143" y="1334"/>
                  </a:cubicBezTo>
                  <a:cubicBezTo>
                    <a:pt x="2143" y="1227"/>
                    <a:pt x="2072" y="1155"/>
                    <a:pt x="1965" y="1155"/>
                  </a:cubicBezTo>
                  <a:cubicBezTo>
                    <a:pt x="1334" y="1155"/>
                    <a:pt x="822" y="1679"/>
                    <a:pt x="822" y="2298"/>
                  </a:cubicBezTo>
                  <a:cubicBezTo>
                    <a:pt x="822" y="2941"/>
                    <a:pt x="1345" y="3453"/>
                    <a:pt x="1965" y="3453"/>
                  </a:cubicBezTo>
                  <a:cubicBezTo>
                    <a:pt x="2607" y="3453"/>
                    <a:pt x="3119" y="2929"/>
                    <a:pt x="3119" y="2298"/>
                  </a:cubicBezTo>
                  <a:cubicBezTo>
                    <a:pt x="3119" y="2060"/>
                    <a:pt x="3036" y="1822"/>
                    <a:pt x="2893" y="1632"/>
                  </a:cubicBezTo>
                  <a:lnTo>
                    <a:pt x="3191" y="1334"/>
                  </a:lnTo>
                  <a:cubicBezTo>
                    <a:pt x="3381" y="1608"/>
                    <a:pt x="3512" y="1953"/>
                    <a:pt x="3512" y="2310"/>
                  </a:cubicBezTo>
                  <a:cubicBezTo>
                    <a:pt x="3512" y="3168"/>
                    <a:pt x="2822" y="3870"/>
                    <a:pt x="1953" y="3870"/>
                  </a:cubicBezTo>
                  <a:cubicBezTo>
                    <a:pt x="1095" y="3870"/>
                    <a:pt x="393" y="3168"/>
                    <a:pt x="393" y="2310"/>
                  </a:cubicBezTo>
                  <a:cubicBezTo>
                    <a:pt x="393" y="1441"/>
                    <a:pt x="1095" y="739"/>
                    <a:pt x="1953" y="739"/>
                  </a:cubicBezTo>
                  <a:close/>
                  <a:moveTo>
                    <a:pt x="3500" y="0"/>
                  </a:moveTo>
                  <a:cubicBezTo>
                    <a:pt x="3393" y="0"/>
                    <a:pt x="3322" y="72"/>
                    <a:pt x="3322" y="179"/>
                  </a:cubicBezTo>
                  <a:lnTo>
                    <a:pt x="3322" y="679"/>
                  </a:lnTo>
                  <a:lnTo>
                    <a:pt x="3179" y="834"/>
                  </a:lnTo>
                  <a:cubicBezTo>
                    <a:pt x="2846" y="548"/>
                    <a:pt x="2417" y="381"/>
                    <a:pt x="1941" y="381"/>
                  </a:cubicBezTo>
                  <a:cubicBezTo>
                    <a:pt x="869" y="381"/>
                    <a:pt x="0" y="1251"/>
                    <a:pt x="0" y="2322"/>
                  </a:cubicBezTo>
                  <a:cubicBezTo>
                    <a:pt x="0" y="3394"/>
                    <a:pt x="869" y="4251"/>
                    <a:pt x="1941" y="4251"/>
                  </a:cubicBezTo>
                  <a:cubicBezTo>
                    <a:pt x="3012" y="4251"/>
                    <a:pt x="3870" y="3394"/>
                    <a:pt x="3870" y="2322"/>
                  </a:cubicBezTo>
                  <a:cubicBezTo>
                    <a:pt x="3870" y="1858"/>
                    <a:pt x="3715" y="1429"/>
                    <a:pt x="3429" y="1084"/>
                  </a:cubicBezTo>
                  <a:lnTo>
                    <a:pt x="3572" y="941"/>
                  </a:lnTo>
                  <a:lnTo>
                    <a:pt x="4084" y="941"/>
                  </a:lnTo>
                  <a:cubicBezTo>
                    <a:pt x="4191" y="941"/>
                    <a:pt x="4262" y="858"/>
                    <a:pt x="4262" y="751"/>
                  </a:cubicBezTo>
                  <a:cubicBezTo>
                    <a:pt x="4262" y="655"/>
                    <a:pt x="4191" y="584"/>
                    <a:pt x="4084" y="584"/>
                  </a:cubicBezTo>
                  <a:lnTo>
                    <a:pt x="3929" y="584"/>
                  </a:lnTo>
                  <a:lnTo>
                    <a:pt x="4203" y="310"/>
                  </a:lnTo>
                  <a:cubicBezTo>
                    <a:pt x="4274" y="239"/>
                    <a:pt x="4274" y="120"/>
                    <a:pt x="4203" y="60"/>
                  </a:cubicBezTo>
                  <a:cubicBezTo>
                    <a:pt x="4167" y="24"/>
                    <a:pt x="4120" y="6"/>
                    <a:pt x="4073" y="6"/>
                  </a:cubicBezTo>
                  <a:cubicBezTo>
                    <a:pt x="4027" y="6"/>
                    <a:pt x="3983" y="24"/>
                    <a:pt x="3953" y="60"/>
                  </a:cubicBezTo>
                  <a:lnTo>
                    <a:pt x="3679" y="322"/>
                  </a:lnTo>
                  <a:lnTo>
                    <a:pt x="3679" y="179"/>
                  </a:lnTo>
                  <a:cubicBezTo>
                    <a:pt x="3679" y="72"/>
                    <a:pt x="3608" y="0"/>
                    <a:pt x="3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2" name="Google Shape;10832;p64"/>
          <p:cNvGrpSpPr/>
          <p:nvPr/>
        </p:nvGrpSpPr>
        <p:grpSpPr>
          <a:xfrm>
            <a:off x="6595502" y="4149527"/>
            <a:ext cx="426315" cy="332826"/>
            <a:chOff x="6639652" y="4323777"/>
            <a:chExt cx="426315" cy="332826"/>
          </a:xfrm>
        </p:grpSpPr>
        <p:sp>
          <p:nvSpPr>
            <p:cNvPr id="10833" name="Google Shape;10833;p64"/>
            <p:cNvSpPr/>
            <p:nvPr/>
          </p:nvSpPr>
          <p:spPr>
            <a:xfrm>
              <a:off x="6639652" y="4323777"/>
              <a:ext cx="426315" cy="332826"/>
            </a:xfrm>
            <a:custGeom>
              <a:avLst/>
              <a:gdLst/>
              <a:ahLst/>
              <a:cxnLst/>
              <a:rect l="l" t="t" r="r" b="b"/>
              <a:pathLst>
                <a:path w="10967" h="8562" extrusionOk="0">
                  <a:moveTo>
                    <a:pt x="10585" y="382"/>
                  </a:moveTo>
                  <a:lnTo>
                    <a:pt x="10609" y="727"/>
                  </a:lnTo>
                  <a:lnTo>
                    <a:pt x="9335" y="727"/>
                  </a:lnTo>
                  <a:cubicBezTo>
                    <a:pt x="9252" y="727"/>
                    <a:pt x="9156" y="799"/>
                    <a:pt x="9156" y="906"/>
                  </a:cubicBezTo>
                  <a:cubicBezTo>
                    <a:pt x="9156" y="989"/>
                    <a:pt x="9240" y="1084"/>
                    <a:pt x="9335" y="1084"/>
                  </a:cubicBezTo>
                  <a:lnTo>
                    <a:pt x="10323" y="1084"/>
                  </a:lnTo>
                  <a:lnTo>
                    <a:pt x="10323" y="6168"/>
                  </a:lnTo>
                  <a:lnTo>
                    <a:pt x="4442" y="6168"/>
                  </a:lnTo>
                  <a:lnTo>
                    <a:pt x="4442" y="6002"/>
                  </a:lnTo>
                  <a:cubicBezTo>
                    <a:pt x="4442" y="5918"/>
                    <a:pt x="4370" y="5823"/>
                    <a:pt x="4263" y="5823"/>
                  </a:cubicBezTo>
                  <a:lnTo>
                    <a:pt x="3977" y="5823"/>
                  </a:lnTo>
                  <a:cubicBezTo>
                    <a:pt x="3953" y="5728"/>
                    <a:pt x="3906" y="5621"/>
                    <a:pt x="3846" y="5513"/>
                  </a:cubicBezTo>
                  <a:lnTo>
                    <a:pt x="4037" y="5323"/>
                  </a:lnTo>
                  <a:cubicBezTo>
                    <a:pt x="4108" y="5252"/>
                    <a:pt x="4108" y="5144"/>
                    <a:pt x="4037" y="5085"/>
                  </a:cubicBezTo>
                  <a:lnTo>
                    <a:pt x="3513" y="4561"/>
                  </a:lnTo>
                  <a:cubicBezTo>
                    <a:pt x="3489" y="4537"/>
                    <a:pt x="3441" y="4513"/>
                    <a:pt x="3394" y="4513"/>
                  </a:cubicBezTo>
                  <a:cubicBezTo>
                    <a:pt x="3358" y="4513"/>
                    <a:pt x="3311" y="4537"/>
                    <a:pt x="3275" y="4561"/>
                  </a:cubicBezTo>
                  <a:lnTo>
                    <a:pt x="3084" y="4751"/>
                  </a:lnTo>
                  <a:cubicBezTo>
                    <a:pt x="2977" y="4692"/>
                    <a:pt x="2882" y="4668"/>
                    <a:pt x="2775" y="4621"/>
                  </a:cubicBezTo>
                  <a:lnTo>
                    <a:pt x="2775" y="4335"/>
                  </a:lnTo>
                  <a:cubicBezTo>
                    <a:pt x="2775" y="4251"/>
                    <a:pt x="2703" y="4156"/>
                    <a:pt x="2596" y="4156"/>
                  </a:cubicBezTo>
                  <a:lnTo>
                    <a:pt x="2168" y="4156"/>
                  </a:lnTo>
                  <a:lnTo>
                    <a:pt x="2168" y="1084"/>
                  </a:lnTo>
                  <a:lnTo>
                    <a:pt x="8728" y="1084"/>
                  </a:lnTo>
                  <a:cubicBezTo>
                    <a:pt x="8811" y="1084"/>
                    <a:pt x="8906" y="1001"/>
                    <a:pt x="8906" y="894"/>
                  </a:cubicBezTo>
                  <a:cubicBezTo>
                    <a:pt x="8906" y="799"/>
                    <a:pt x="8835" y="715"/>
                    <a:pt x="8728" y="715"/>
                  </a:cubicBezTo>
                  <a:lnTo>
                    <a:pt x="1882" y="715"/>
                  </a:lnTo>
                  <a:lnTo>
                    <a:pt x="1882" y="382"/>
                  </a:lnTo>
                  <a:close/>
                  <a:moveTo>
                    <a:pt x="10609" y="6502"/>
                  </a:moveTo>
                  <a:lnTo>
                    <a:pt x="10609" y="6835"/>
                  </a:lnTo>
                  <a:lnTo>
                    <a:pt x="4394" y="6835"/>
                  </a:lnTo>
                  <a:cubicBezTo>
                    <a:pt x="4430" y="6811"/>
                    <a:pt x="4442" y="6764"/>
                    <a:pt x="4442" y="6716"/>
                  </a:cubicBezTo>
                  <a:lnTo>
                    <a:pt x="4442" y="6526"/>
                  </a:lnTo>
                  <a:lnTo>
                    <a:pt x="10490" y="6526"/>
                  </a:lnTo>
                  <a:cubicBezTo>
                    <a:pt x="10526" y="6526"/>
                    <a:pt x="10561" y="6514"/>
                    <a:pt x="10585" y="6502"/>
                  </a:cubicBezTo>
                  <a:close/>
                  <a:moveTo>
                    <a:pt x="2453" y="4501"/>
                  </a:moveTo>
                  <a:lnTo>
                    <a:pt x="2453" y="4740"/>
                  </a:lnTo>
                  <a:cubicBezTo>
                    <a:pt x="2453" y="4811"/>
                    <a:pt x="2513" y="4894"/>
                    <a:pt x="2584" y="4906"/>
                  </a:cubicBezTo>
                  <a:cubicBezTo>
                    <a:pt x="2751" y="4930"/>
                    <a:pt x="2894" y="5013"/>
                    <a:pt x="3049" y="5097"/>
                  </a:cubicBezTo>
                  <a:cubicBezTo>
                    <a:pt x="3078" y="5117"/>
                    <a:pt x="3110" y="5126"/>
                    <a:pt x="3141" y="5126"/>
                  </a:cubicBezTo>
                  <a:cubicBezTo>
                    <a:pt x="3183" y="5126"/>
                    <a:pt x="3223" y="5108"/>
                    <a:pt x="3251" y="5073"/>
                  </a:cubicBezTo>
                  <a:lnTo>
                    <a:pt x="3430" y="4894"/>
                  </a:lnTo>
                  <a:lnTo>
                    <a:pt x="3715" y="5168"/>
                  </a:lnTo>
                  <a:lnTo>
                    <a:pt x="3537" y="5347"/>
                  </a:lnTo>
                  <a:cubicBezTo>
                    <a:pt x="3477" y="5406"/>
                    <a:pt x="3477" y="5502"/>
                    <a:pt x="3501" y="5561"/>
                  </a:cubicBezTo>
                  <a:cubicBezTo>
                    <a:pt x="3596" y="5704"/>
                    <a:pt x="3656" y="5859"/>
                    <a:pt x="3703" y="6025"/>
                  </a:cubicBezTo>
                  <a:cubicBezTo>
                    <a:pt x="3715" y="6097"/>
                    <a:pt x="3787" y="6156"/>
                    <a:pt x="3858" y="6156"/>
                  </a:cubicBezTo>
                  <a:lnTo>
                    <a:pt x="4096" y="6156"/>
                  </a:lnTo>
                  <a:lnTo>
                    <a:pt x="4096" y="6561"/>
                  </a:lnTo>
                  <a:lnTo>
                    <a:pt x="3858" y="6561"/>
                  </a:lnTo>
                  <a:cubicBezTo>
                    <a:pt x="3787" y="6561"/>
                    <a:pt x="3715" y="6621"/>
                    <a:pt x="3703" y="6692"/>
                  </a:cubicBezTo>
                  <a:cubicBezTo>
                    <a:pt x="3656" y="6859"/>
                    <a:pt x="3596" y="7002"/>
                    <a:pt x="3501" y="7157"/>
                  </a:cubicBezTo>
                  <a:cubicBezTo>
                    <a:pt x="3465" y="7228"/>
                    <a:pt x="3477" y="7311"/>
                    <a:pt x="3537" y="7359"/>
                  </a:cubicBezTo>
                  <a:lnTo>
                    <a:pt x="3715" y="7538"/>
                  </a:lnTo>
                  <a:lnTo>
                    <a:pt x="3430" y="7823"/>
                  </a:lnTo>
                  <a:lnTo>
                    <a:pt x="3251" y="7645"/>
                  </a:lnTo>
                  <a:cubicBezTo>
                    <a:pt x="3215" y="7608"/>
                    <a:pt x="3169" y="7594"/>
                    <a:pt x="3126" y="7594"/>
                  </a:cubicBezTo>
                  <a:cubicBezTo>
                    <a:pt x="3098" y="7594"/>
                    <a:pt x="3072" y="7600"/>
                    <a:pt x="3049" y="7609"/>
                  </a:cubicBezTo>
                  <a:cubicBezTo>
                    <a:pt x="2894" y="7704"/>
                    <a:pt x="2751" y="7764"/>
                    <a:pt x="2584" y="7799"/>
                  </a:cubicBezTo>
                  <a:cubicBezTo>
                    <a:pt x="2513" y="7823"/>
                    <a:pt x="2453" y="7895"/>
                    <a:pt x="2453" y="7966"/>
                  </a:cubicBezTo>
                  <a:lnTo>
                    <a:pt x="2453" y="8204"/>
                  </a:lnTo>
                  <a:lnTo>
                    <a:pt x="2048" y="8204"/>
                  </a:lnTo>
                  <a:lnTo>
                    <a:pt x="2048" y="7966"/>
                  </a:lnTo>
                  <a:cubicBezTo>
                    <a:pt x="2048" y="7895"/>
                    <a:pt x="1989" y="7823"/>
                    <a:pt x="1917" y="7799"/>
                  </a:cubicBezTo>
                  <a:cubicBezTo>
                    <a:pt x="1751" y="7764"/>
                    <a:pt x="1596" y="7704"/>
                    <a:pt x="1453" y="7609"/>
                  </a:cubicBezTo>
                  <a:cubicBezTo>
                    <a:pt x="1426" y="7596"/>
                    <a:pt x="1396" y="7589"/>
                    <a:pt x="1366" y="7589"/>
                  </a:cubicBezTo>
                  <a:cubicBezTo>
                    <a:pt x="1317" y="7589"/>
                    <a:pt x="1269" y="7607"/>
                    <a:pt x="1239" y="7645"/>
                  </a:cubicBezTo>
                  <a:lnTo>
                    <a:pt x="1060" y="7823"/>
                  </a:lnTo>
                  <a:lnTo>
                    <a:pt x="786" y="7538"/>
                  </a:lnTo>
                  <a:lnTo>
                    <a:pt x="965" y="7359"/>
                  </a:lnTo>
                  <a:cubicBezTo>
                    <a:pt x="1025" y="7299"/>
                    <a:pt x="1025" y="7216"/>
                    <a:pt x="989" y="7157"/>
                  </a:cubicBezTo>
                  <a:cubicBezTo>
                    <a:pt x="905" y="7002"/>
                    <a:pt x="846" y="6859"/>
                    <a:pt x="798" y="6692"/>
                  </a:cubicBezTo>
                  <a:cubicBezTo>
                    <a:pt x="786" y="6621"/>
                    <a:pt x="703" y="6561"/>
                    <a:pt x="632" y="6561"/>
                  </a:cubicBezTo>
                  <a:lnTo>
                    <a:pt x="393" y="6561"/>
                  </a:lnTo>
                  <a:lnTo>
                    <a:pt x="393" y="6156"/>
                  </a:lnTo>
                  <a:lnTo>
                    <a:pt x="632" y="6156"/>
                  </a:lnTo>
                  <a:cubicBezTo>
                    <a:pt x="703" y="6156"/>
                    <a:pt x="786" y="6097"/>
                    <a:pt x="798" y="6025"/>
                  </a:cubicBezTo>
                  <a:cubicBezTo>
                    <a:pt x="822" y="5859"/>
                    <a:pt x="905" y="5704"/>
                    <a:pt x="989" y="5561"/>
                  </a:cubicBezTo>
                  <a:cubicBezTo>
                    <a:pt x="1036" y="5490"/>
                    <a:pt x="1025" y="5394"/>
                    <a:pt x="965" y="5347"/>
                  </a:cubicBezTo>
                  <a:lnTo>
                    <a:pt x="786" y="5168"/>
                  </a:lnTo>
                  <a:lnTo>
                    <a:pt x="1060" y="4894"/>
                  </a:lnTo>
                  <a:lnTo>
                    <a:pt x="1239" y="5073"/>
                  </a:lnTo>
                  <a:cubicBezTo>
                    <a:pt x="1272" y="5106"/>
                    <a:pt x="1317" y="5121"/>
                    <a:pt x="1361" y="5121"/>
                  </a:cubicBezTo>
                  <a:cubicBezTo>
                    <a:pt x="1394" y="5121"/>
                    <a:pt x="1427" y="5112"/>
                    <a:pt x="1453" y="5097"/>
                  </a:cubicBezTo>
                  <a:cubicBezTo>
                    <a:pt x="1596" y="5013"/>
                    <a:pt x="1751" y="4954"/>
                    <a:pt x="1917" y="4906"/>
                  </a:cubicBezTo>
                  <a:cubicBezTo>
                    <a:pt x="1989" y="4894"/>
                    <a:pt x="2048" y="4811"/>
                    <a:pt x="2048" y="4740"/>
                  </a:cubicBezTo>
                  <a:lnTo>
                    <a:pt x="2048" y="4501"/>
                  </a:lnTo>
                  <a:close/>
                  <a:moveTo>
                    <a:pt x="1715" y="1"/>
                  </a:moveTo>
                  <a:cubicBezTo>
                    <a:pt x="1632" y="1"/>
                    <a:pt x="1536" y="84"/>
                    <a:pt x="1536" y="191"/>
                  </a:cubicBezTo>
                  <a:lnTo>
                    <a:pt x="1536" y="882"/>
                  </a:lnTo>
                  <a:cubicBezTo>
                    <a:pt x="1536" y="977"/>
                    <a:pt x="1608" y="1061"/>
                    <a:pt x="1715" y="1061"/>
                  </a:cubicBezTo>
                  <a:lnTo>
                    <a:pt x="1822" y="1061"/>
                  </a:lnTo>
                  <a:lnTo>
                    <a:pt x="1822" y="4144"/>
                  </a:lnTo>
                  <a:cubicBezTo>
                    <a:pt x="1751" y="4156"/>
                    <a:pt x="1679" y="4240"/>
                    <a:pt x="1679" y="4311"/>
                  </a:cubicBezTo>
                  <a:lnTo>
                    <a:pt x="1679" y="4597"/>
                  </a:lnTo>
                  <a:cubicBezTo>
                    <a:pt x="1572" y="4621"/>
                    <a:pt x="1465" y="4668"/>
                    <a:pt x="1358" y="4728"/>
                  </a:cubicBezTo>
                  <a:lnTo>
                    <a:pt x="1167" y="4537"/>
                  </a:lnTo>
                  <a:cubicBezTo>
                    <a:pt x="1144" y="4501"/>
                    <a:pt x="1096" y="4490"/>
                    <a:pt x="1048" y="4490"/>
                  </a:cubicBezTo>
                  <a:cubicBezTo>
                    <a:pt x="1001" y="4490"/>
                    <a:pt x="965" y="4501"/>
                    <a:pt x="929" y="4537"/>
                  </a:cubicBezTo>
                  <a:lnTo>
                    <a:pt x="405" y="5049"/>
                  </a:lnTo>
                  <a:cubicBezTo>
                    <a:pt x="334" y="5132"/>
                    <a:pt x="334" y="5228"/>
                    <a:pt x="405" y="5287"/>
                  </a:cubicBezTo>
                  <a:lnTo>
                    <a:pt x="608" y="5490"/>
                  </a:lnTo>
                  <a:cubicBezTo>
                    <a:pt x="548" y="5585"/>
                    <a:pt x="513" y="5692"/>
                    <a:pt x="465" y="5799"/>
                  </a:cubicBezTo>
                  <a:lnTo>
                    <a:pt x="191" y="5799"/>
                  </a:lnTo>
                  <a:cubicBezTo>
                    <a:pt x="96" y="5799"/>
                    <a:pt x="1" y="5871"/>
                    <a:pt x="1" y="5978"/>
                  </a:cubicBezTo>
                  <a:lnTo>
                    <a:pt x="1" y="6716"/>
                  </a:lnTo>
                  <a:cubicBezTo>
                    <a:pt x="1" y="6811"/>
                    <a:pt x="84" y="6895"/>
                    <a:pt x="191" y="6895"/>
                  </a:cubicBezTo>
                  <a:lnTo>
                    <a:pt x="465" y="6895"/>
                  </a:lnTo>
                  <a:cubicBezTo>
                    <a:pt x="501" y="7002"/>
                    <a:pt x="548" y="7109"/>
                    <a:pt x="608" y="7216"/>
                  </a:cubicBezTo>
                  <a:lnTo>
                    <a:pt x="405" y="7407"/>
                  </a:lnTo>
                  <a:cubicBezTo>
                    <a:pt x="334" y="7478"/>
                    <a:pt x="334" y="7585"/>
                    <a:pt x="405" y="7645"/>
                  </a:cubicBezTo>
                  <a:lnTo>
                    <a:pt x="929" y="8169"/>
                  </a:lnTo>
                  <a:cubicBezTo>
                    <a:pt x="965" y="8204"/>
                    <a:pt x="1010" y="8222"/>
                    <a:pt x="1053" y="8222"/>
                  </a:cubicBezTo>
                  <a:cubicBezTo>
                    <a:pt x="1096" y="8222"/>
                    <a:pt x="1138" y="8204"/>
                    <a:pt x="1167" y="8169"/>
                  </a:cubicBezTo>
                  <a:lnTo>
                    <a:pt x="1358" y="7966"/>
                  </a:lnTo>
                  <a:cubicBezTo>
                    <a:pt x="1465" y="8026"/>
                    <a:pt x="1572" y="8061"/>
                    <a:pt x="1679" y="8109"/>
                  </a:cubicBezTo>
                  <a:lnTo>
                    <a:pt x="1679" y="8383"/>
                  </a:lnTo>
                  <a:cubicBezTo>
                    <a:pt x="1679" y="8478"/>
                    <a:pt x="1751" y="8561"/>
                    <a:pt x="1858" y="8561"/>
                  </a:cubicBezTo>
                  <a:lnTo>
                    <a:pt x="2596" y="8561"/>
                  </a:lnTo>
                  <a:cubicBezTo>
                    <a:pt x="2679" y="8561"/>
                    <a:pt x="2775" y="8490"/>
                    <a:pt x="2775" y="8383"/>
                  </a:cubicBezTo>
                  <a:lnTo>
                    <a:pt x="2775" y="8109"/>
                  </a:lnTo>
                  <a:cubicBezTo>
                    <a:pt x="2882" y="8073"/>
                    <a:pt x="2989" y="8026"/>
                    <a:pt x="3084" y="7966"/>
                  </a:cubicBezTo>
                  <a:lnTo>
                    <a:pt x="3275" y="8169"/>
                  </a:lnTo>
                  <a:cubicBezTo>
                    <a:pt x="3316" y="8204"/>
                    <a:pt x="3364" y="8222"/>
                    <a:pt x="3407" y="8222"/>
                  </a:cubicBezTo>
                  <a:cubicBezTo>
                    <a:pt x="3450" y="8222"/>
                    <a:pt x="3489" y="8204"/>
                    <a:pt x="3513" y="8169"/>
                  </a:cubicBezTo>
                  <a:lnTo>
                    <a:pt x="4037" y="7645"/>
                  </a:lnTo>
                  <a:cubicBezTo>
                    <a:pt x="4108" y="7573"/>
                    <a:pt x="4108" y="7466"/>
                    <a:pt x="4037" y="7407"/>
                  </a:cubicBezTo>
                  <a:lnTo>
                    <a:pt x="3846" y="7216"/>
                  </a:lnTo>
                  <a:cubicBezTo>
                    <a:pt x="3846" y="7192"/>
                    <a:pt x="3858" y="7192"/>
                    <a:pt x="3858" y="7180"/>
                  </a:cubicBezTo>
                  <a:lnTo>
                    <a:pt x="10764" y="7180"/>
                  </a:lnTo>
                  <a:cubicBezTo>
                    <a:pt x="10859" y="7180"/>
                    <a:pt x="10942" y="7109"/>
                    <a:pt x="10942" y="7002"/>
                  </a:cubicBezTo>
                  <a:lnTo>
                    <a:pt x="10942" y="6299"/>
                  </a:lnTo>
                  <a:cubicBezTo>
                    <a:pt x="10942" y="6216"/>
                    <a:pt x="10871" y="6121"/>
                    <a:pt x="10764" y="6121"/>
                  </a:cubicBezTo>
                  <a:lnTo>
                    <a:pt x="10657" y="6121"/>
                  </a:lnTo>
                  <a:lnTo>
                    <a:pt x="10657" y="1037"/>
                  </a:lnTo>
                  <a:lnTo>
                    <a:pt x="10788" y="1037"/>
                  </a:lnTo>
                  <a:lnTo>
                    <a:pt x="10788" y="1061"/>
                  </a:lnTo>
                  <a:cubicBezTo>
                    <a:pt x="10871" y="1061"/>
                    <a:pt x="10966" y="989"/>
                    <a:pt x="10966" y="882"/>
                  </a:cubicBezTo>
                  <a:lnTo>
                    <a:pt x="10966" y="191"/>
                  </a:lnTo>
                  <a:cubicBezTo>
                    <a:pt x="10966" y="96"/>
                    <a:pt x="10883" y="1"/>
                    <a:pt x="10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64"/>
            <p:cNvSpPr/>
            <p:nvPr/>
          </p:nvSpPr>
          <p:spPr>
            <a:xfrm>
              <a:off x="6830793" y="4458937"/>
              <a:ext cx="41244" cy="85675"/>
            </a:xfrm>
            <a:custGeom>
              <a:avLst/>
              <a:gdLst/>
              <a:ahLst/>
              <a:cxnLst/>
              <a:rect l="l" t="t" r="r" b="b"/>
              <a:pathLst>
                <a:path w="1061" h="2204" extrusionOk="0">
                  <a:moveTo>
                    <a:pt x="715" y="358"/>
                  </a:moveTo>
                  <a:lnTo>
                    <a:pt x="715" y="1858"/>
                  </a:lnTo>
                  <a:lnTo>
                    <a:pt x="370" y="1858"/>
                  </a:lnTo>
                  <a:lnTo>
                    <a:pt x="370" y="358"/>
                  </a:lnTo>
                  <a:close/>
                  <a:moveTo>
                    <a:pt x="179" y="1"/>
                  </a:moveTo>
                  <a:cubicBezTo>
                    <a:pt x="96" y="1"/>
                    <a:pt x="1" y="72"/>
                    <a:pt x="1" y="179"/>
                  </a:cubicBezTo>
                  <a:lnTo>
                    <a:pt x="1" y="2025"/>
                  </a:lnTo>
                  <a:cubicBezTo>
                    <a:pt x="1" y="2108"/>
                    <a:pt x="72" y="2203"/>
                    <a:pt x="179" y="2203"/>
                  </a:cubicBezTo>
                  <a:lnTo>
                    <a:pt x="882" y="2203"/>
                  </a:lnTo>
                  <a:cubicBezTo>
                    <a:pt x="965" y="2203"/>
                    <a:pt x="1061" y="2132"/>
                    <a:pt x="1061" y="2025"/>
                  </a:cubicBezTo>
                  <a:lnTo>
                    <a:pt x="1061" y="179"/>
                  </a:lnTo>
                  <a:cubicBezTo>
                    <a:pt x="1061" y="84"/>
                    <a:pt x="989"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64"/>
            <p:cNvSpPr/>
            <p:nvPr/>
          </p:nvSpPr>
          <p:spPr>
            <a:xfrm>
              <a:off x="6879423" y="4426556"/>
              <a:ext cx="41205" cy="118522"/>
            </a:xfrm>
            <a:custGeom>
              <a:avLst/>
              <a:gdLst/>
              <a:ahLst/>
              <a:cxnLst/>
              <a:rect l="l" t="t" r="r" b="b"/>
              <a:pathLst>
                <a:path w="1060" h="3049" extrusionOk="0">
                  <a:moveTo>
                    <a:pt x="702" y="345"/>
                  </a:moveTo>
                  <a:lnTo>
                    <a:pt x="702" y="2691"/>
                  </a:lnTo>
                  <a:lnTo>
                    <a:pt x="357" y="2691"/>
                  </a:lnTo>
                  <a:lnTo>
                    <a:pt x="357" y="345"/>
                  </a:lnTo>
                  <a:close/>
                  <a:moveTo>
                    <a:pt x="179" y="0"/>
                  </a:moveTo>
                  <a:cubicBezTo>
                    <a:pt x="95" y="0"/>
                    <a:pt x="0" y="72"/>
                    <a:pt x="0" y="179"/>
                  </a:cubicBezTo>
                  <a:lnTo>
                    <a:pt x="0" y="2869"/>
                  </a:lnTo>
                  <a:cubicBezTo>
                    <a:pt x="0" y="2965"/>
                    <a:pt x="71" y="3048"/>
                    <a:pt x="179" y="3048"/>
                  </a:cubicBezTo>
                  <a:lnTo>
                    <a:pt x="881" y="3048"/>
                  </a:lnTo>
                  <a:cubicBezTo>
                    <a:pt x="964" y="3048"/>
                    <a:pt x="1060" y="2977"/>
                    <a:pt x="1060" y="2869"/>
                  </a:cubicBezTo>
                  <a:lnTo>
                    <a:pt x="1060" y="179"/>
                  </a:lnTo>
                  <a:cubicBezTo>
                    <a:pt x="1048" y="72"/>
                    <a:pt x="964"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64"/>
            <p:cNvSpPr/>
            <p:nvPr/>
          </p:nvSpPr>
          <p:spPr>
            <a:xfrm>
              <a:off x="6927549" y="4443194"/>
              <a:ext cx="41205" cy="101418"/>
            </a:xfrm>
            <a:custGeom>
              <a:avLst/>
              <a:gdLst/>
              <a:ahLst/>
              <a:cxnLst/>
              <a:rect l="l" t="t" r="r" b="b"/>
              <a:pathLst>
                <a:path w="1060" h="2609" extrusionOk="0">
                  <a:moveTo>
                    <a:pt x="715" y="358"/>
                  </a:moveTo>
                  <a:lnTo>
                    <a:pt x="715" y="2263"/>
                  </a:lnTo>
                  <a:lnTo>
                    <a:pt x="369" y="2263"/>
                  </a:lnTo>
                  <a:lnTo>
                    <a:pt x="369" y="358"/>
                  </a:lnTo>
                  <a:close/>
                  <a:moveTo>
                    <a:pt x="179" y="1"/>
                  </a:moveTo>
                  <a:cubicBezTo>
                    <a:pt x="84" y="1"/>
                    <a:pt x="0" y="72"/>
                    <a:pt x="0" y="179"/>
                  </a:cubicBezTo>
                  <a:lnTo>
                    <a:pt x="0" y="2430"/>
                  </a:lnTo>
                  <a:cubicBezTo>
                    <a:pt x="0" y="2513"/>
                    <a:pt x="72" y="2608"/>
                    <a:pt x="179" y="2608"/>
                  </a:cubicBezTo>
                  <a:lnTo>
                    <a:pt x="881" y="2608"/>
                  </a:lnTo>
                  <a:cubicBezTo>
                    <a:pt x="965" y="2608"/>
                    <a:pt x="1060" y="2537"/>
                    <a:pt x="1060" y="2430"/>
                  </a:cubicBezTo>
                  <a:lnTo>
                    <a:pt x="1060" y="179"/>
                  </a:lnTo>
                  <a:cubicBezTo>
                    <a:pt x="1060"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64"/>
            <p:cNvSpPr/>
            <p:nvPr/>
          </p:nvSpPr>
          <p:spPr>
            <a:xfrm>
              <a:off x="6976141" y="4387645"/>
              <a:ext cx="41244" cy="156967"/>
            </a:xfrm>
            <a:custGeom>
              <a:avLst/>
              <a:gdLst/>
              <a:ahLst/>
              <a:cxnLst/>
              <a:rect l="l" t="t" r="r" b="b"/>
              <a:pathLst>
                <a:path w="1061" h="4038" extrusionOk="0">
                  <a:moveTo>
                    <a:pt x="679" y="358"/>
                  </a:moveTo>
                  <a:lnTo>
                    <a:pt x="679" y="3692"/>
                  </a:lnTo>
                  <a:lnTo>
                    <a:pt x="346" y="3692"/>
                  </a:lnTo>
                  <a:lnTo>
                    <a:pt x="346" y="358"/>
                  </a:lnTo>
                  <a:close/>
                  <a:moveTo>
                    <a:pt x="179" y="1"/>
                  </a:moveTo>
                  <a:cubicBezTo>
                    <a:pt x="72" y="1"/>
                    <a:pt x="0" y="96"/>
                    <a:pt x="0" y="180"/>
                  </a:cubicBezTo>
                  <a:lnTo>
                    <a:pt x="0" y="3859"/>
                  </a:lnTo>
                  <a:cubicBezTo>
                    <a:pt x="0" y="3942"/>
                    <a:pt x="72" y="4037"/>
                    <a:pt x="179" y="4037"/>
                  </a:cubicBezTo>
                  <a:lnTo>
                    <a:pt x="881" y="4037"/>
                  </a:lnTo>
                  <a:cubicBezTo>
                    <a:pt x="965" y="4037"/>
                    <a:pt x="1060" y="3966"/>
                    <a:pt x="1060" y="3859"/>
                  </a:cubicBezTo>
                  <a:lnTo>
                    <a:pt x="1060" y="180"/>
                  </a:lnTo>
                  <a:cubicBezTo>
                    <a:pt x="1060"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8" name="Google Shape;10838;p64"/>
            <p:cNvSpPr/>
            <p:nvPr/>
          </p:nvSpPr>
          <p:spPr>
            <a:xfrm>
              <a:off x="6745193" y="4404321"/>
              <a:ext cx="50029" cy="13916"/>
            </a:xfrm>
            <a:custGeom>
              <a:avLst/>
              <a:gdLst/>
              <a:ahLst/>
              <a:cxnLst/>
              <a:rect l="l" t="t" r="r" b="b"/>
              <a:pathLst>
                <a:path w="1287" h="358" extrusionOk="0">
                  <a:moveTo>
                    <a:pt x="179" y="1"/>
                  </a:moveTo>
                  <a:cubicBezTo>
                    <a:pt x="95" y="1"/>
                    <a:pt x="0" y="72"/>
                    <a:pt x="0" y="179"/>
                  </a:cubicBezTo>
                  <a:cubicBezTo>
                    <a:pt x="12" y="274"/>
                    <a:pt x="95" y="358"/>
                    <a:pt x="179" y="358"/>
                  </a:cubicBezTo>
                  <a:lnTo>
                    <a:pt x="1107" y="358"/>
                  </a:lnTo>
                  <a:cubicBezTo>
                    <a:pt x="1191" y="358"/>
                    <a:pt x="1286" y="286"/>
                    <a:pt x="1286" y="179"/>
                  </a:cubicBezTo>
                  <a:cubicBezTo>
                    <a:pt x="1286" y="96"/>
                    <a:pt x="1203"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64"/>
            <p:cNvSpPr/>
            <p:nvPr/>
          </p:nvSpPr>
          <p:spPr>
            <a:xfrm>
              <a:off x="6745193" y="4426090"/>
              <a:ext cx="69465" cy="13916"/>
            </a:xfrm>
            <a:custGeom>
              <a:avLst/>
              <a:gdLst/>
              <a:ahLst/>
              <a:cxnLst/>
              <a:rect l="l" t="t" r="r" b="b"/>
              <a:pathLst>
                <a:path w="1787" h="358" extrusionOk="0">
                  <a:moveTo>
                    <a:pt x="179" y="0"/>
                  </a:moveTo>
                  <a:cubicBezTo>
                    <a:pt x="95" y="0"/>
                    <a:pt x="0" y="72"/>
                    <a:pt x="0" y="179"/>
                  </a:cubicBezTo>
                  <a:cubicBezTo>
                    <a:pt x="0" y="274"/>
                    <a:pt x="72" y="357"/>
                    <a:pt x="179" y="357"/>
                  </a:cubicBezTo>
                  <a:lnTo>
                    <a:pt x="1608" y="357"/>
                  </a:lnTo>
                  <a:cubicBezTo>
                    <a:pt x="1703" y="357"/>
                    <a:pt x="1786" y="274"/>
                    <a:pt x="1786" y="179"/>
                  </a:cubicBezTo>
                  <a:cubicBezTo>
                    <a:pt x="1786"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64"/>
            <p:cNvSpPr/>
            <p:nvPr/>
          </p:nvSpPr>
          <p:spPr>
            <a:xfrm>
              <a:off x="6745193" y="4447353"/>
              <a:ext cx="69465" cy="13955"/>
            </a:xfrm>
            <a:custGeom>
              <a:avLst/>
              <a:gdLst/>
              <a:ahLst/>
              <a:cxnLst/>
              <a:rect l="l" t="t" r="r" b="b"/>
              <a:pathLst>
                <a:path w="1787" h="359" extrusionOk="0">
                  <a:moveTo>
                    <a:pt x="179" y="1"/>
                  </a:moveTo>
                  <a:cubicBezTo>
                    <a:pt x="95" y="1"/>
                    <a:pt x="0" y="72"/>
                    <a:pt x="0" y="179"/>
                  </a:cubicBezTo>
                  <a:cubicBezTo>
                    <a:pt x="0" y="287"/>
                    <a:pt x="72" y="358"/>
                    <a:pt x="179" y="358"/>
                  </a:cubicBezTo>
                  <a:lnTo>
                    <a:pt x="1608" y="358"/>
                  </a:lnTo>
                  <a:cubicBezTo>
                    <a:pt x="1703" y="358"/>
                    <a:pt x="1786" y="287"/>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64"/>
            <p:cNvSpPr/>
            <p:nvPr/>
          </p:nvSpPr>
          <p:spPr>
            <a:xfrm>
              <a:off x="6745193" y="4468189"/>
              <a:ext cx="69465" cy="13916"/>
            </a:xfrm>
            <a:custGeom>
              <a:avLst/>
              <a:gdLst/>
              <a:ahLst/>
              <a:cxnLst/>
              <a:rect l="l" t="t" r="r" b="b"/>
              <a:pathLst>
                <a:path w="1787" h="358" extrusionOk="0">
                  <a:moveTo>
                    <a:pt x="179" y="1"/>
                  </a:moveTo>
                  <a:cubicBezTo>
                    <a:pt x="95" y="1"/>
                    <a:pt x="0" y="72"/>
                    <a:pt x="0" y="179"/>
                  </a:cubicBezTo>
                  <a:cubicBezTo>
                    <a:pt x="0" y="263"/>
                    <a:pt x="72" y="358"/>
                    <a:pt x="179" y="358"/>
                  </a:cubicBezTo>
                  <a:lnTo>
                    <a:pt x="1608" y="358"/>
                  </a:lnTo>
                  <a:cubicBezTo>
                    <a:pt x="1703" y="358"/>
                    <a:pt x="1786" y="286"/>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64"/>
            <p:cNvSpPr/>
            <p:nvPr/>
          </p:nvSpPr>
          <p:spPr>
            <a:xfrm>
              <a:off x="6684551" y="4528830"/>
              <a:ext cx="83809" cy="83809"/>
            </a:xfrm>
            <a:custGeom>
              <a:avLst/>
              <a:gdLst/>
              <a:ahLst/>
              <a:cxnLst/>
              <a:rect l="l" t="t" r="r" b="b"/>
              <a:pathLst>
                <a:path w="2156" h="2156" extrusionOk="0">
                  <a:moveTo>
                    <a:pt x="1084" y="0"/>
                  </a:moveTo>
                  <a:cubicBezTo>
                    <a:pt x="489" y="0"/>
                    <a:pt x="0" y="489"/>
                    <a:pt x="0" y="1084"/>
                  </a:cubicBezTo>
                  <a:cubicBezTo>
                    <a:pt x="0" y="1322"/>
                    <a:pt x="72" y="1548"/>
                    <a:pt x="227" y="1739"/>
                  </a:cubicBezTo>
                  <a:cubicBezTo>
                    <a:pt x="263" y="1782"/>
                    <a:pt x="313" y="1808"/>
                    <a:pt x="365" y="1808"/>
                  </a:cubicBezTo>
                  <a:cubicBezTo>
                    <a:pt x="398" y="1808"/>
                    <a:pt x="432" y="1798"/>
                    <a:pt x="465" y="1774"/>
                  </a:cubicBezTo>
                  <a:cubicBezTo>
                    <a:pt x="536" y="1715"/>
                    <a:pt x="548" y="1608"/>
                    <a:pt x="489" y="1536"/>
                  </a:cubicBezTo>
                  <a:cubicBezTo>
                    <a:pt x="381" y="1405"/>
                    <a:pt x="346" y="1251"/>
                    <a:pt x="346" y="1084"/>
                  </a:cubicBezTo>
                  <a:cubicBezTo>
                    <a:pt x="346" y="679"/>
                    <a:pt x="667" y="358"/>
                    <a:pt x="1072" y="358"/>
                  </a:cubicBezTo>
                  <a:cubicBezTo>
                    <a:pt x="1477" y="358"/>
                    <a:pt x="1798" y="691"/>
                    <a:pt x="1798" y="1084"/>
                  </a:cubicBezTo>
                  <a:cubicBezTo>
                    <a:pt x="1798" y="1322"/>
                    <a:pt x="1679" y="1560"/>
                    <a:pt x="1477" y="1703"/>
                  </a:cubicBezTo>
                  <a:cubicBezTo>
                    <a:pt x="1453" y="1703"/>
                    <a:pt x="1453" y="1715"/>
                    <a:pt x="1441" y="1715"/>
                  </a:cubicBezTo>
                  <a:lnTo>
                    <a:pt x="1429" y="1715"/>
                  </a:lnTo>
                  <a:lnTo>
                    <a:pt x="1417" y="1727"/>
                  </a:lnTo>
                  <a:lnTo>
                    <a:pt x="1394" y="1727"/>
                  </a:lnTo>
                  <a:cubicBezTo>
                    <a:pt x="1382" y="1727"/>
                    <a:pt x="1382" y="1739"/>
                    <a:pt x="1370" y="1739"/>
                  </a:cubicBezTo>
                  <a:cubicBezTo>
                    <a:pt x="1358" y="1739"/>
                    <a:pt x="1358" y="1762"/>
                    <a:pt x="1334" y="1762"/>
                  </a:cubicBezTo>
                  <a:lnTo>
                    <a:pt x="1322" y="1762"/>
                  </a:lnTo>
                  <a:cubicBezTo>
                    <a:pt x="1322" y="1762"/>
                    <a:pt x="1310" y="1762"/>
                    <a:pt x="1310" y="1774"/>
                  </a:cubicBezTo>
                  <a:lnTo>
                    <a:pt x="1298" y="1774"/>
                  </a:lnTo>
                  <a:cubicBezTo>
                    <a:pt x="1274" y="1774"/>
                    <a:pt x="1274" y="1774"/>
                    <a:pt x="1263" y="1786"/>
                  </a:cubicBezTo>
                  <a:cubicBezTo>
                    <a:pt x="1251" y="1786"/>
                    <a:pt x="1251" y="1786"/>
                    <a:pt x="1239" y="1798"/>
                  </a:cubicBezTo>
                  <a:lnTo>
                    <a:pt x="798" y="1798"/>
                  </a:lnTo>
                  <a:cubicBezTo>
                    <a:pt x="786" y="1798"/>
                    <a:pt x="786" y="1798"/>
                    <a:pt x="774" y="1786"/>
                  </a:cubicBezTo>
                  <a:cubicBezTo>
                    <a:pt x="762" y="1786"/>
                    <a:pt x="762" y="1786"/>
                    <a:pt x="739" y="1774"/>
                  </a:cubicBezTo>
                  <a:lnTo>
                    <a:pt x="727" y="1774"/>
                  </a:lnTo>
                  <a:cubicBezTo>
                    <a:pt x="708" y="1766"/>
                    <a:pt x="688" y="1763"/>
                    <a:pt x="668" y="1763"/>
                  </a:cubicBezTo>
                  <a:cubicBezTo>
                    <a:pt x="599" y="1763"/>
                    <a:pt x="528" y="1808"/>
                    <a:pt x="501" y="1882"/>
                  </a:cubicBezTo>
                  <a:cubicBezTo>
                    <a:pt x="477" y="1965"/>
                    <a:pt x="524" y="2072"/>
                    <a:pt x="608" y="2096"/>
                  </a:cubicBezTo>
                  <a:lnTo>
                    <a:pt x="620" y="2096"/>
                  </a:lnTo>
                  <a:cubicBezTo>
                    <a:pt x="643" y="2096"/>
                    <a:pt x="655" y="2120"/>
                    <a:pt x="667" y="2120"/>
                  </a:cubicBezTo>
                  <a:cubicBezTo>
                    <a:pt x="679" y="2120"/>
                    <a:pt x="703" y="2132"/>
                    <a:pt x="715" y="2132"/>
                  </a:cubicBezTo>
                  <a:lnTo>
                    <a:pt x="727" y="2132"/>
                  </a:lnTo>
                  <a:cubicBezTo>
                    <a:pt x="739" y="2132"/>
                    <a:pt x="762" y="2132"/>
                    <a:pt x="762" y="2143"/>
                  </a:cubicBezTo>
                  <a:lnTo>
                    <a:pt x="774" y="2143"/>
                  </a:lnTo>
                  <a:cubicBezTo>
                    <a:pt x="786" y="2143"/>
                    <a:pt x="798" y="2143"/>
                    <a:pt x="822" y="2155"/>
                  </a:cubicBezTo>
                  <a:lnTo>
                    <a:pt x="1132" y="2155"/>
                  </a:lnTo>
                  <a:cubicBezTo>
                    <a:pt x="1143" y="2155"/>
                    <a:pt x="1155" y="2155"/>
                    <a:pt x="1179" y="2143"/>
                  </a:cubicBezTo>
                  <a:lnTo>
                    <a:pt x="1191" y="2143"/>
                  </a:lnTo>
                  <a:cubicBezTo>
                    <a:pt x="1203" y="2143"/>
                    <a:pt x="1215" y="2143"/>
                    <a:pt x="1215" y="2132"/>
                  </a:cubicBezTo>
                  <a:lnTo>
                    <a:pt x="1227" y="2132"/>
                  </a:lnTo>
                  <a:cubicBezTo>
                    <a:pt x="1251" y="2132"/>
                    <a:pt x="1263" y="2120"/>
                    <a:pt x="1274" y="2120"/>
                  </a:cubicBezTo>
                  <a:cubicBezTo>
                    <a:pt x="1286" y="2120"/>
                    <a:pt x="1310" y="2096"/>
                    <a:pt x="1322" y="2096"/>
                  </a:cubicBezTo>
                  <a:lnTo>
                    <a:pt x="1334" y="2096"/>
                  </a:lnTo>
                  <a:cubicBezTo>
                    <a:pt x="1346" y="2096"/>
                    <a:pt x="1346" y="2084"/>
                    <a:pt x="1370" y="2084"/>
                  </a:cubicBezTo>
                  <a:lnTo>
                    <a:pt x="1382" y="2084"/>
                  </a:lnTo>
                  <a:cubicBezTo>
                    <a:pt x="1394" y="2084"/>
                    <a:pt x="1405" y="2072"/>
                    <a:pt x="1429" y="2072"/>
                  </a:cubicBezTo>
                  <a:cubicBezTo>
                    <a:pt x="1441" y="2072"/>
                    <a:pt x="1453" y="2060"/>
                    <a:pt x="1465" y="2060"/>
                  </a:cubicBezTo>
                  <a:lnTo>
                    <a:pt x="1489" y="2060"/>
                  </a:lnTo>
                  <a:cubicBezTo>
                    <a:pt x="1501" y="2060"/>
                    <a:pt x="1501" y="2036"/>
                    <a:pt x="1513" y="2036"/>
                  </a:cubicBezTo>
                  <a:lnTo>
                    <a:pt x="1524" y="2036"/>
                  </a:lnTo>
                  <a:cubicBezTo>
                    <a:pt x="1548" y="2024"/>
                    <a:pt x="1560" y="2024"/>
                    <a:pt x="1572" y="2013"/>
                  </a:cubicBezTo>
                  <a:cubicBezTo>
                    <a:pt x="1870" y="1798"/>
                    <a:pt x="2048" y="1477"/>
                    <a:pt x="2048" y="1120"/>
                  </a:cubicBezTo>
                  <a:cubicBezTo>
                    <a:pt x="2156" y="477"/>
                    <a:pt x="1679"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3" name="Google Shape;10843;p64"/>
          <p:cNvGrpSpPr/>
          <p:nvPr/>
        </p:nvGrpSpPr>
        <p:grpSpPr>
          <a:xfrm>
            <a:off x="5357662" y="4123387"/>
            <a:ext cx="287275" cy="326296"/>
            <a:chOff x="5357662" y="4297637"/>
            <a:chExt cx="287275" cy="326296"/>
          </a:xfrm>
        </p:grpSpPr>
        <p:sp>
          <p:nvSpPr>
            <p:cNvPr id="10844" name="Google Shape;10844;p64"/>
            <p:cNvSpPr/>
            <p:nvPr/>
          </p:nvSpPr>
          <p:spPr>
            <a:xfrm>
              <a:off x="5357662" y="4385545"/>
              <a:ext cx="287275" cy="238388"/>
            </a:xfrm>
            <a:custGeom>
              <a:avLst/>
              <a:gdLst/>
              <a:ahLst/>
              <a:cxnLst/>
              <a:rect l="l" t="t" r="r" b="b"/>
              <a:pathLst>
                <a:path w="9026" h="7490" extrusionOk="0">
                  <a:moveTo>
                    <a:pt x="2906" y="5573"/>
                  </a:moveTo>
                  <a:lnTo>
                    <a:pt x="2906" y="7144"/>
                  </a:lnTo>
                  <a:lnTo>
                    <a:pt x="322" y="7144"/>
                  </a:lnTo>
                  <a:lnTo>
                    <a:pt x="322" y="5573"/>
                  </a:lnTo>
                  <a:close/>
                  <a:moveTo>
                    <a:pt x="5799" y="3037"/>
                  </a:moveTo>
                  <a:lnTo>
                    <a:pt x="5799" y="7144"/>
                  </a:lnTo>
                  <a:lnTo>
                    <a:pt x="3227" y="7144"/>
                  </a:lnTo>
                  <a:lnTo>
                    <a:pt x="3227" y="5406"/>
                  </a:lnTo>
                  <a:lnTo>
                    <a:pt x="3227" y="3037"/>
                  </a:lnTo>
                  <a:close/>
                  <a:moveTo>
                    <a:pt x="5966" y="1"/>
                  </a:moveTo>
                  <a:cubicBezTo>
                    <a:pt x="5882" y="1"/>
                    <a:pt x="5799" y="72"/>
                    <a:pt x="5799" y="167"/>
                  </a:cubicBezTo>
                  <a:lnTo>
                    <a:pt x="5799" y="2727"/>
                  </a:lnTo>
                  <a:lnTo>
                    <a:pt x="3061" y="2727"/>
                  </a:lnTo>
                  <a:cubicBezTo>
                    <a:pt x="2977" y="2727"/>
                    <a:pt x="2906" y="2799"/>
                    <a:pt x="2906" y="2894"/>
                  </a:cubicBezTo>
                  <a:lnTo>
                    <a:pt x="2906" y="5251"/>
                  </a:lnTo>
                  <a:lnTo>
                    <a:pt x="156" y="5251"/>
                  </a:lnTo>
                  <a:cubicBezTo>
                    <a:pt x="72" y="5251"/>
                    <a:pt x="1" y="5335"/>
                    <a:pt x="1" y="5418"/>
                  </a:cubicBezTo>
                  <a:lnTo>
                    <a:pt x="1" y="7323"/>
                  </a:lnTo>
                  <a:cubicBezTo>
                    <a:pt x="1" y="7418"/>
                    <a:pt x="72" y="7490"/>
                    <a:pt x="156" y="7490"/>
                  </a:cubicBezTo>
                  <a:lnTo>
                    <a:pt x="8871" y="7490"/>
                  </a:lnTo>
                  <a:cubicBezTo>
                    <a:pt x="8954" y="7490"/>
                    <a:pt x="9026" y="7418"/>
                    <a:pt x="9026" y="7323"/>
                  </a:cubicBezTo>
                  <a:lnTo>
                    <a:pt x="9026" y="1417"/>
                  </a:lnTo>
                  <a:cubicBezTo>
                    <a:pt x="9026" y="1322"/>
                    <a:pt x="8954" y="1251"/>
                    <a:pt x="8871" y="1251"/>
                  </a:cubicBezTo>
                  <a:cubicBezTo>
                    <a:pt x="8776" y="1251"/>
                    <a:pt x="8704" y="1322"/>
                    <a:pt x="8704" y="1417"/>
                  </a:cubicBezTo>
                  <a:lnTo>
                    <a:pt x="8704" y="7144"/>
                  </a:lnTo>
                  <a:lnTo>
                    <a:pt x="6132" y="7144"/>
                  </a:lnTo>
                  <a:lnTo>
                    <a:pt x="6132" y="2870"/>
                  </a:lnTo>
                  <a:lnTo>
                    <a:pt x="6132" y="310"/>
                  </a:lnTo>
                  <a:lnTo>
                    <a:pt x="8704" y="310"/>
                  </a:lnTo>
                  <a:lnTo>
                    <a:pt x="8704" y="763"/>
                  </a:lnTo>
                  <a:cubicBezTo>
                    <a:pt x="8704" y="846"/>
                    <a:pt x="8776" y="929"/>
                    <a:pt x="8871" y="929"/>
                  </a:cubicBezTo>
                  <a:cubicBezTo>
                    <a:pt x="8954" y="929"/>
                    <a:pt x="9026" y="846"/>
                    <a:pt x="9026" y="763"/>
                  </a:cubicBezTo>
                  <a:lnTo>
                    <a:pt x="9026" y="167"/>
                  </a:lnTo>
                  <a:cubicBezTo>
                    <a:pt x="9026" y="72"/>
                    <a:pt x="8954" y="1"/>
                    <a:pt x="8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64"/>
            <p:cNvSpPr/>
            <p:nvPr/>
          </p:nvSpPr>
          <p:spPr>
            <a:xfrm>
              <a:off x="5377363" y="4576542"/>
              <a:ext cx="62191" cy="10248"/>
            </a:xfrm>
            <a:custGeom>
              <a:avLst/>
              <a:gdLst/>
              <a:ahLst/>
              <a:cxnLst/>
              <a:rect l="l" t="t" r="r" b="b"/>
              <a:pathLst>
                <a:path w="1954" h="322" extrusionOk="0">
                  <a:moveTo>
                    <a:pt x="168" y="0"/>
                  </a:moveTo>
                  <a:cubicBezTo>
                    <a:pt x="84" y="0"/>
                    <a:pt x="1" y="72"/>
                    <a:pt x="1" y="167"/>
                  </a:cubicBezTo>
                  <a:cubicBezTo>
                    <a:pt x="1" y="250"/>
                    <a:pt x="84" y="322"/>
                    <a:pt x="168" y="322"/>
                  </a:cubicBezTo>
                  <a:lnTo>
                    <a:pt x="1787" y="322"/>
                  </a:lnTo>
                  <a:cubicBezTo>
                    <a:pt x="1882" y="322"/>
                    <a:pt x="1953" y="250"/>
                    <a:pt x="1953" y="167"/>
                  </a:cubicBezTo>
                  <a:cubicBezTo>
                    <a:pt x="1953" y="72"/>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64"/>
            <p:cNvSpPr/>
            <p:nvPr/>
          </p:nvSpPr>
          <p:spPr>
            <a:xfrm>
              <a:off x="5470204" y="4495827"/>
              <a:ext cx="62191" cy="10630"/>
            </a:xfrm>
            <a:custGeom>
              <a:avLst/>
              <a:gdLst/>
              <a:ahLst/>
              <a:cxnLst/>
              <a:rect l="l" t="t" r="r" b="b"/>
              <a:pathLst>
                <a:path w="1954" h="334" extrusionOk="0">
                  <a:moveTo>
                    <a:pt x="168" y="0"/>
                  </a:moveTo>
                  <a:cubicBezTo>
                    <a:pt x="84" y="0"/>
                    <a:pt x="1" y="84"/>
                    <a:pt x="1" y="167"/>
                  </a:cubicBezTo>
                  <a:cubicBezTo>
                    <a:pt x="1" y="262"/>
                    <a:pt x="84" y="334"/>
                    <a:pt x="168" y="334"/>
                  </a:cubicBezTo>
                  <a:lnTo>
                    <a:pt x="1787" y="334"/>
                  </a:lnTo>
                  <a:cubicBezTo>
                    <a:pt x="1882" y="334"/>
                    <a:pt x="1954" y="262"/>
                    <a:pt x="1954" y="167"/>
                  </a:cubicBezTo>
                  <a:cubicBezTo>
                    <a:pt x="1954" y="84"/>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64"/>
            <p:cNvSpPr/>
            <p:nvPr/>
          </p:nvSpPr>
          <p:spPr>
            <a:xfrm>
              <a:off x="5562694" y="4409798"/>
              <a:ext cx="62159" cy="10280"/>
            </a:xfrm>
            <a:custGeom>
              <a:avLst/>
              <a:gdLst/>
              <a:ahLst/>
              <a:cxnLst/>
              <a:rect l="l" t="t" r="r" b="b"/>
              <a:pathLst>
                <a:path w="1953" h="323" extrusionOk="0">
                  <a:moveTo>
                    <a:pt x="167" y="1"/>
                  </a:moveTo>
                  <a:cubicBezTo>
                    <a:pt x="71" y="1"/>
                    <a:pt x="0" y="72"/>
                    <a:pt x="0" y="167"/>
                  </a:cubicBezTo>
                  <a:cubicBezTo>
                    <a:pt x="0" y="251"/>
                    <a:pt x="71" y="322"/>
                    <a:pt x="167" y="322"/>
                  </a:cubicBezTo>
                  <a:lnTo>
                    <a:pt x="1786" y="322"/>
                  </a:lnTo>
                  <a:cubicBezTo>
                    <a:pt x="1881" y="322"/>
                    <a:pt x="1953" y="251"/>
                    <a:pt x="1953" y="167"/>
                  </a:cubicBezTo>
                  <a:cubicBezTo>
                    <a:pt x="1953" y="72"/>
                    <a:pt x="1881"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64"/>
            <p:cNvSpPr/>
            <p:nvPr/>
          </p:nvSpPr>
          <p:spPr>
            <a:xfrm>
              <a:off x="5358043" y="4297637"/>
              <a:ext cx="238388" cy="237624"/>
            </a:xfrm>
            <a:custGeom>
              <a:avLst/>
              <a:gdLst/>
              <a:ahLst/>
              <a:cxnLst/>
              <a:rect l="l" t="t" r="r" b="b"/>
              <a:pathLst>
                <a:path w="7490" h="7466" extrusionOk="0">
                  <a:moveTo>
                    <a:pt x="6061" y="0"/>
                  </a:moveTo>
                  <a:cubicBezTo>
                    <a:pt x="5966" y="0"/>
                    <a:pt x="5894" y="72"/>
                    <a:pt x="5894" y="155"/>
                  </a:cubicBezTo>
                  <a:cubicBezTo>
                    <a:pt x="5894" y="250"/>
                    <a:pt x="5966" y="322"/>
                    <a:pt x="6061" y="322"/>
                  </a:cubicBezTo>
                  <a:lnTo>
                    <a:pt x="6942" y="322"/>
                  </a:lnTo>
                  <a:lnTo>
                    <a:pt x="60" y="7204"/>
                  </a:lnTo>
                  <a:cubicBezTo>
                    <a:pt x="1" y="7263"/>
                    <a:pt x="1" y="7358"/>
                    <a:pt x="60" y="7418"/>
                  </a:cubicBezTo>
                  <a:cubicBezTo>
                    <a:pt x="72" y="7454"/>
                    <a:pt x="120" y="7466"/>
                    <a:pt x="167" y="7466"/>
                  </a:cubicBezTo>
                  <a:cubicBezTo>
                    <a:pt x="215" y="7466"/>
                    <a:pt x="251" y="7454"/>
                    <a:pt x="286" y="7418"/>
                  </a:cubicBezTo>
                  <a:lnTo>
                    <a:pt x="7156" y="548"/>
                  </a:lnTo>
                  <a:lnTo>
                    <a:pt x="7156" y="1429"/>
                  </a:lnTo>
                  <a:cubicBezTo>
                    <a:pt x="7156" y="1512"/>
                    <a:pt x="7240" y="1584"/>
                    <a:pt x="7323" y="1584"/>
                  </a:cubicBezTo>
                  <a:cubicBezTo>
                    <a:pt x="7406" y="1584"/>
                    <a:pt x="7490" y="1512"/>
                    <a:pt x="7490" y="1429"/>
                  </a:cubicBezTo>
                  <a:lnTo>
                    <a:pt x="7490" y="155"/>
                  </a:lnTo>
                  <a:cubicBezTo>
                    <a:pt x="7490" y="72"/>
                    <a:pt x="7406" y="0"/>
                    <a:pt x="7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9" name="Google Shape;10849;p64"/>
          <p:cNvGrpSpPr/>
          <p:nvPr/>
        </p:nvGrpSpPr>
        <p:grpSpPr>
          <a:xfrm>
            <a:off x="5774124" y="4120300"/>
            <a:ext cx="331611" cy="331674"/>
            <a:chOff x="5774124" y="4294550"/>
            <a:chExt cx="331611" cy="331674"/>
          </a:xfrm>
        </p:grpSpPr>
        <p:sp>
          <p:nvSpPr>
            <p:cNvPr id="10850" name="Google Shape;10850;p64"/>
            <p:cNvSpPr/>
            <p:nvPr/>
          </p:nvSpPr>
          <p:spPr>
            <a:xfrm>
              <a:off x="5774124" y="4419664"/>
              <a:ext cx="331611" cy="206560"/>
            </a:xfrm>
            <a:custGeom>
              <a:avLst/>
              <a:gdLst/>
              <a:ahLst/>
              <a:cxnLst/>
              <a:rect l="l" t="t" r="r" b="b"/>
              <a:pathLst>
                <a:path w="10419" h="6490" extrusionOk="0">
                  <a:moveTo>
                    <a:pt x="2751" y="2905"/>
                  </a:moveTo>
                  <a:lnTo>
                    <a:pt x="2751" y="6191"/>
                  </a:lnTo>
                  <a:lnTo>
                    <a:pt x="1429" y="6191"/>
                  </a:lnTo>
                  <a:lnTo>
                    <a:pt x="1429" y="2905"/>
                  </a:lnTo>
                  <a:close/>
                  <a:moveTo>
                    <a:pt x="5847" y="2084"/>
                  </a:moveTo>
                  <a:lnTo>
                    <a:pt x="5847" y="6191"/>
                  </a:lnTo>
                  <a:lnTo>
                    <a:pt x="4525" y="6191"/>
                  </a:lnTo>
                  <a:lnTo>
                    <a:pt x="4525" y="2084"/>
                  </a:lnTo>
                  <a:close/>
                  <a:moveTo>
                    <a:pt x="8942" y="298"/>
                  </a:moveTo>
                  <a:lnTo>
                    <a:pt x="8942" y="6191"/>
                  </a:lnTo>
                  <a:lnTo>
                    <a:pt x="7609" y="6191"/>
                  </a:lnTo>
                  <a:lnTo>
                    <a:pt x="7609" y="298"/>
                  </a:lnTo>
                  <a:close/>
                  <a:moveTo>
                    <a:pt x="7466" y="0"/>
                  </a:moveTo>
                  <a:cubicBezTo>
                    <a:pt x="7383" y="0"/>
                    <a:pt x="7323" y="72"/>
                    <a:pt x="7323" y="155"/>
                  </a:cubicBezTo>
                  <a:lnTo>
                    <a:pt x="7323" y="6191"/>
                  </a:lnTo>
                  <a:lnTo>
                    <a:pt x="6156" y="6191"/>
                  </a:lnTo>
                  <a:lnTo>
                    <a:pt x="6156" y="1941"/>
                  </a:lnTo>
                  <a:cubicBezTo>
                    <a:pt x="6156" y="1846"/>
                    <a:pt x="6085" y="1786"/>
                    <a:pt x="6013" y="1786"/>
                  </a:cubicBezTo>
                  <a:lnTo>
                    <a:pt x="4370" y="1786"/>
                  </a:lnTo>
                  <a:cubicBezTo>
                    <a:pt x="4287" y="1786"/>
                    <a:pt x="4227" y="1858"/>
                    <a:pt x="4227" y="1941"/>
                  </a:cubicBezTo>
                  <a:lnTo>
                    <a:pt x="4227" y="6191"/>
                  </a:lnTo>
                  <a:lnTo>
                    <a:pt x="3061" y="6191"/>
                  </a:lnTo>
                  <a:lnTo>
                    <a:pt x="3061" y="2751"/>
                  </a:lnTo>
                  <a:cubicBezTo>
                    <a:pt x="3061" y="2667"/>
                    <a:pt x="2989" y="2608"/>
                    <a:pt x="2918" y="2608"/>
                  </a:cubicBezTo>
                  <a:lnTo>
                    <a:pt x="1275" y="2608"/>
                  </a:lnTo>
                  <a:cubicBezTo>
                    <a:pt x="1191" y="2608"/>
                    <a:pt x="1132" y="2679"/>
                    <a:pt x="1132" y="2751"/>
                  </a:cubicBezTo>
                  <a:lnTo>
                    <a:pt x="1132" y="6191"/>
                  </a:lnTo>
                  <a:lnTo>
                    <a:pt x="144" y="6191"/>
                  </a:lnTo>
                  <a:cubicBezTo>
                    <a:pt x="60" y="6191"/>
                    <a:pt x="1" y="6263"/>
                    <a:pt x="1" y="6346"/>
                  </a:cubicBezTo>
                  <a:cubicBezTo>
                    <a:pt x="1" y="6430"/>
                    <a:pt x="72" y="6489"/>
                    <a:pt x="144" y="6489"/>
                  </a:cubicBezTo>
                  <a:lnTo>
                    <a:pt x="10264" y="6489"/>
                  </a:lnTo>
                  <a:cubicBezTo>
                    <a:pt x="10359" y="6489"/>
                    <a:pt x="10419" y="6418"/>
                    <a:pt x="10419" y="6346"/>
                  </a:cubicBezTo>
                  <a:cubicBezTo>
                    <a:pt x="10395" y="6251"/>
                    <a:pt x="10323" y="6191"/>
                    <a:pt x="10240" y="6191"/>
                  </a:cubicBezTo>
                  <a:lnTo>
                    <a:pt x="9252" y="6191"/>
                  </a:lnTo>
                  <a:lnTo>
                    <a:pt x="9252" y="155"/>
                  </a:lnTo>
                  <a:cubicBezTo>
                    <a:pt x="9252" y="60"/>
                    <a:pt x="9180" y="0"/>
                    <a:pt x="91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64"/>
            <p:cNvSpPr/>
            <p:nvPr/>
          </p:nvSpPr>
          <p:spPr>
            <a:xfrm>
              <a:off x="5778294" y="4294550"/>
              <a:ext cx="316461" cy="191442"/>
            </a:xfrm>
            <a:custGeom>
              <a:avLst/>
              <a:gdLst/>
              <a:ahLst/>
              <a:cxnLst/>
              <a:rect l="l" t="t" r="r" b="b"/>
              <a:pathLst>
                <a:path w="9943" h="6015" extrusionOk="0">
                  <a:moveTo>
                    <a:pt x="9447" y="0"/>
                  </a:moveTo>
                  <a:cubicBezTo>
                    <a:pt x="9433" y="0"/>
                    <a:pt x="9420" y="1"/>
                    <a:pt x="9407" y="2"/>
                  </a:cubicBezTo>
                  <a:lnTo>
                    <a:pt x="8097" y="169"/>
                  </a:lnTo>
                  <a:cubicBezTo>
                    <a:pt x="7847" y="193"/>
                    <a:pt x="7644" y="455"/>
                    <a:pt x="7680" y="705"/>
                  </a:cubicBezTo>
                  <a:cubicBezTo>
                    <a:pt x="7703" y="951"/>
                    <a:pt x="7914" y="1123"/>
                    <a:pt x="8167" y="1123"/>
                  </a:cubicBezTo>
                  <a:cubicBezTo>
                    <a:pt x="8183" y="1123"/>
                    <a:pt x="8200" y="1123"/>
                    <a:pt x="8216" y="1121"/>
                  </a:cubicBezTo>
                  <a:lnTo>
                    <a:pt x="8323" y="1109"/>
                  </a:lnTo>
                  <a:lnTo>
                    <a:pt x="8323" y="1109"/>
                  </a:lnTo>
                  <a:cubicBezTo>
                    <a:pt x="6716" y="2967"/>
                    <a:pt x="4811" y="3919"/>
                    <a:pt x="3465" y="4407"/>
                  </a:cubicBezTo>
                  <a:cubicBezTo>
                    <a:pt x="1787" y="5003"/>
                    <a:pt x="477" y="5062"/>
                    <a:pt x="477" y="5062"/>
                  </a:cubicBezTo>
                  <a:cubicBezTo>
                    <a:pt x="203" y="5074"/>
                    <a:pt x="1" y="5288"/>
                    <a:pt x="13" y="5550"/>
                  </a:cubicBezTo>
                  <a:cubicBezTo>
                    <a:pt x="24" y="5824"/>
                    <a:pt x="239" y="6015"/>
                    <a:pt x="489" y="6015"/>
                  </a:cubicBezTo>
                  <a:lnTo>
                    <a:pt x="501" y="6015"/>
                  </a:lnTo>
                  <a:cubicBezTo>
                    <a:pt x="560" y="6015"/>
                    <a:pt x="1953" y="5967"/>
                    <a:pt x="3775" y="5312"/>
                  </a:cubicBezTo>
                  <a:cubicBezTo>
                    <a:pt x="4811" y="4943"/>
                    <a:pt x="5775" y="4467"/>
                    <a:pt x="6656" y="3872"/>
                  </a:cubicBezTo>
                  <a:cubicBezTo>
                    <a:pt x="6728" y="3824"/>
                    <a:pt x="6740" y="3729"/>
                    <a:pt x="6692" y="3669"/>
                  </a:cubicBezTo>
                  <a:cubicBezTo>
                    <a:pt x="6670" y="3618"/>
                    <a:pt x="6621" y="3594"/>
                    <a:pt x="6573" y="3594"/>
                  </a:cubicBezTo>
                  <a:cubicBezTo>
                    <a:pt x="6542" y="3594"/>
                    <a:pt x="6512" y="3603"/>
                    <a:pt x="6490" y="3622"/>
                  </a:cubicBezTo>
                  <a:cubicBezTo>
                    <a:pt x="5620" y="4205"/>
                    <a:pt x="4692" y="4681"/>
                    <a:pt x="3692" y="5038"/>
                  </a:cubicBezTo>
                  <a:cubicBezTo>
                    <a:pt x="1906" y="5669"/>
                    <a:pt x="560" y="5717"/>
                    <a:pt x="525" y="5717"/>
                  </a:cubicBezTo>
                  <a:cubicBezTo>
                    <a:pt x="429" y="5717"/>
                    <a:pt x="358" y="5646"/>
                    <a:pt x="346" y="5550"/>
                  </a:cubicBezTo>
                  <a:cubicBezTo>
                    <a:pt x="346" y="5467"/>
                    <a:pt x="417" y="5372"/>
                    <a:pt x="501" y="5372"/>
                  </a:cubicBezTo>
                  <a:cubicBezTo>
                    <a:pt x="525" y="5372"/>
                    <a:pt x="1858" y="5336"/>
                    <a:pt x="3596" y="4705"/>
                  </a:cubicBezTo>
                  <a:cubicBezTo>
                    <a:pt x="5061" y="4181"/>
                    <a:pt x="7144" y="3133"/>
                    <a:pt x="8835" y="1014"/>
                  </a:cubicBezTo>
                  <a:cubicBezTo>
                    <a:pt x="8927" y="911"/>
                    <a:pt x="8842" y="763"/>
                    <a:pt x="8718" y="763"/>
                  </a:cubicBezTo>
                  <a:cubicBezTo>
                    <a:pt x="8714" y="763"/>
                    <a:pt x="8709" y="764"/>
                    <a:pt x="8704" y="764"/>
                  </a:cubicBezTo>
                  <a:lnTo>
                    <a:pt x="8216" y="824"/>
                  </a:lnTo>
                  <a:cubicBezTo>
                    <a:pt x="8208" y="825"/>
                    <a:pt x="8200" y="825"/>
                    <a:pt x="8192" y="825"/>
                  </a:cubicBezTo>
                  <a:cubicBezTo>
                    <a:pt x="8109" y="825"/>
                    <a:pt x="8047" y="769"/>
                    <a:pt x="8025" y="693"/>
                  </a:cubicBezTo>
                  <a:cubicBezTo>
                    <a:pt x="7990" y="586"/>
                    <a:pt x="8061" y="478"/>
                    <a:pt x="8168" y="478"/>
                  </a:cubicBezTo>
                  <a:lnTo>
                    <a:pt x="9478" y="312"/>
                  </a:lnTo>
                  <a:cubicBezTo>
                    <a:pt x="9484" y="311"/>
                    <a:pt x="9490" y="311"/>
                    <a:pt x="9496" y="311"/>
                  </a:cubicBezTo>
                  <a:cubicBezTo>
                    <a:pt x="9594" y="311"/>
                    <a:pt x="9669" y="400"/>
                    <a:pt x="9669" y="490"/>
                  </a:cubicBezTo>
                  <a:lnTo>
                    <a:pt x="9669" y="1800"/>
                  </a:lnTo>
                  <a:cubicBezTo>
                    <a:pt x="9669" y="1895"/>
                    <a:pt x="9597" y="1979"/>
                    <a:pt x="9490" y="1979"/>
                  </a:cubicBezTo>
                  <a:cubicBezTo>
                    <a:pt x="9407" y="1979"/>
                    <a:pt x="9311" y="1907"/>
                    <a:pt x="9311" y="1800"/>
                  </a:cubicBezTo>
                  <a:lnTo>
                    <a:pt x="9311" y="1407"/>
                  </a:lnTo>
                  <a:cubicBezTo>
                    <a:pt x="9311" y="1348"/>
                    <a:pt x="9264" y="1288"/>
                    <a:pt x="9204" y="1252"/>
                  </a:cubicBezTo>
                  <a:cubicBezTo>
                    <a:pt x="9187" y="1242"/>
                    <a:pt x="9169" y="1238"/>
                    <a:pt x="9152" y="1238"/>
                  </a:cubicBezTo>
                  <a:cubicBezTo>
                    <a:pt x="9106" y="1238"/>
                    <a:pt x="9060" y="1266"/>
                    <a:pt x="9026" y="1300"/>
                  </a:cubicBezTo>
                  <a:cubicBezTo>
                    <a:pt x="8466" y="2002"/>
                    <a:pt x="7811" y="2633"/>
                    <a:pt x="7097" y="3193"/>
                  </a:cubicBezTo>
                  <a:cubicBezTo>
                    <a:pt x="7037" y="3229"/>
                    <a:pt x="7025" y="3336"/>
                    <a:pt x="7061" y="3395"/>
                  </a:cubicBezTo>
                  <a:cubicBezTo>
                    <a:pt x="7091" y="3433"/>
                    <a:pt x="7144" y="3451"/>
                    <a:pt x="7194" y="3451"/>
                  </a:cubicBezTo>
                  <a:cubicBezTo>
                    <a:pt x="7224" y="3451"/>
                    <a:pt x="7253" y="3445"/>
                    <a:pt x="7275" y="3431"/>
                  </a:cubicBezTo>
                  <a:cubicBezTo>
                    <a:pt x="7895" y="2943"/>
                    <a:pt x="8466" y="2419"/>
                    <a:pt x="8990" y="1824"/>
                  </a:cubicBezTo>
                  <a:cubicBezTo>
                    <a:pt x="9002" y="2074"/>
                    <a:pt x="9204" y="2276"/>
                    <a:pt x="9466" y="2276"/>
                  </a:cubicBezTo>
                  <a:cubicBezTo>
                    <a:pt x="9728" y="2276"/>
                    <a:pt x="9942" y="2074"/>
                    <a:pt x="9942" y="1800"/>
                  </a:cubicBezTo>
                  <a:lnTo>
                    <a:pt x="9942" y="478"/>
                  </a:lnTo>
                  <a:cubicBezTo>
                    <a:pt x="9942" y="347"/>
                    <a:pt x="9883" y="216"/>
                    <a:pt x="9776" y="121"/>
                  </a:cubicBezTo>
                  <a:cubicBezTo>
                    <a:pt x="9679" y="46"/>
                    <a:pt x="9564" y="0"/>
                    <a:pt x="94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2" name="Google Shape;10852;p64"/>
          <p:cNvGrpSpPr/>
          <p:nvPr/>
        </p:nvGrpSpPr>
        <p:grpSpPr>
          <a:xfrm>
            <a:off x="4890434" y="4113139"/>
            <a:ext cx="345997" cy="346029"/>
            <a:chOff x="4890434" y="4287389"/>
            <a:chExt cx="345997" cy="346029"/>
          </a:xfrm>
        </p:grpSpPr>
        <p:sp>
          <p:nvSpPr>
            <p:cNvPr id="10853" name="Google Shape;10853;p64"/>
            <p:cNvSpPr/>
            <p:nvPr/>
          </p:nvSpPr>
          <p:spPr>
            <a:xfrm>
              <a:off x="5111349" y="4400695"/>
              <a:ext cx="54998" cy="54998"/>
            </a:xfrm>
            <a:custGeom>
              <a:avLst/>
              <a:gdLst/>
              <a:ahLst/>
              <a:cxnLst/>
              <a:rect l="l" t="t" r="r" b="b"/>
              <a:pathLst>
                <a:path w="1728" h="1728" extrusionOk="0">
                  <a:moveTo>
                    <a:pt x="858" y="346"/>
                  </a:moveTo>
                  <a:cubicBezTo>
                    <a:pt x="1144" y="346"/>
                    <a:pt x="1382" y="584"/>
                    <a:pt x="1382" y="870"/>
                  </a:cubicBezTo>
                  <a:cubicBezTo>
                    <a:pt x="1382" y="1144"/>
                    <a:pt x="1144" y="1382"/>
                    <a:pt x="858" y="1382"/>
                  </a:cubicBezTo>
                  <a:cubicBezTo>
                    <a:pt x="572" y="1382"/>
                    <a:pt x="346" y="1144"/>
                    <a:pt x="346" y="870"/>
                  </a:cubicBezTo>
                  <a:cubicBezTo>
                    <a:pt x="346" y="584"/>
                    <a:pt x="584" y="346"/>
                    <a:pt x="858" y="346"/>
                  </a:cubicBezTo>
                  <a:close/>
                  <a:moveTo>
                    <a:pt x="858" y="1"/>
                  </a:moveTo>
                  <a:cubicBezTo>
                    <a:pt x="382" y="1"/>
                    <a:pt x="1" y="394"/>
                    <a:pt x="1" y="870"/>
                  </a:cubicBezTo>
                  <a:cubicBezTo>
                    <a:pt x="1" y="1346"/>
                    <a:pt x="382" y="1727"/>
                    <a:pt x="858" y="1727"/>
                  </a:cubicBezTo>
                  <a:cubicBezTo>
                    <a:pt x="1334" y="1727"/>
                    <a:pt x="1727" y="1346"/>
                    <a:pt x="1727" y="870"/>
                  </a:cubicBezTo>
                  <a:cubicBezTo>
                    <a:pt x="1727"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64"/>
            <p:cNvSpPr/>
            <p:nvPr/>
          </p:nvSpPr>
          <p:spPr>
            <a:xfrm>
              <a:off x="5113640" y="4466642"/>
              <a:ext cx="70498" cy="51179"/>
            </a:xfrm>
            <a:custGeom>
              <a:avLst/>
              <a:gdLst/>
              <a:ahLst/>
              <a:cxnLst/>
              <a:rect l="l" t="t" r="r" b="b"/>
              <a:pathLst>
                <a:path w="2215" h="1608" extrusionOk="0">
                  <a:moveTo>
                    <a:pt x="786" y="1"/>
                  </a:moveTo>
                  <a:cubicBezTo>
                    <a:pt x="548" y="1"/>
                    <a:pt x="333" y="60"/>
                    <a:pt x="119" y="167"/>
                  </a:cubicBezTo>
                  <a:cubicBezTo>
                    <a:pt x="36" y="203"/>
                    <a:pt x="0" y="310"/>
                    <a:pt x="48" y="405"/>
                  </a:cubicBezTo>
                  <a:cubicBezTo>
                    <a:pt x="73" y="463"/>
                    <a:pt x="132" y="498"/>
                    <a:pt x="198" y="498"/>
                  </a:cubicBezTo>
                  <a:cubicBezTo>
                    <a:pt x="226" y="498"/>
                    <a:pt x="257" y="491"/>
                    <a:pt x="286" y="477"/>
                  </a:cubicBezTo>
                  <a:cubicBezTo>
                    <a:pt x="429" y="382"/>
                    <a:pt x="607" y="346"/>
                    <a:pt x="786" y="346"/>
                  </a:cubicBezTo>
                  <a:cubicBezTo>
                    <a:pt x="1322" y="346"/>
                    <a:pt x="1774" y="727"/>
                    <a:pt x="1857" y="1251"/>
                  </a:cubicBezTo>
                  <a:lnTo>
                    <a:pt x="786" y="1251"/>
                  </a:lnTo>
                  <a:cubicBezTo>
                    <a:pt x="703" y="1251"/>
                    <a:pt x="607" y="1322"/>
                    <a:pt x="607" y="1429"/>
                  </a:cubicBezTo>
                  <a:cubicBezTo>
                    <a:pt x="607" y="1513"/>
                    <a:pt x="679" y="1608"/>
                    <a:pt x="786" y="1608"/>
                  </a:cubicBezTo>
                  <a:lnTo>
                    <a:pt x="2036" y="1608"/>
                  </a:lnTo>
                  <a:cubicBezTo>
                    <a:pt x="2131" y="1608"/>
                    <a:pt x="2215" y="1536"/>
                    <a:pt x="2215" y="1429"/>
                  </a:cubicBezTo>
                  <a:cubicBezTo>
                    <a:pt x="2215" y="643"/>
                    <a:pt x="1572"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5" name="Google Shape;10855;p64"/>
            <p:cNvSpPr/>
            <p:nvPr/>
          </p:nvSpPr>
          <p:spPr>
            <a:xfrm>
              <a:off x="4943490" y="4467023"/>
              <a:ext cx="70880" cy="51179"/>
            </a:xfrm>
            <a:custGeom>
              <a:avLst/>
              <a:gdLst/>
              <a:ahLst/>
              <a:cxnLst/>
              <a:rect l="l" t="t" r="r" b="b"/>
              <a:pathLst>
                <a:path w="2227" h="1608" extrusionOk="0">
                  <a:moveTo>
                    <a:pt x="1429" y="0"/>
                  </a:moveTo>
                  <a:cubicBezTo>
                    <a:pt x="643" y="0"/>
                    <a:pt x="0" y="643"/>
                    <a:pt x="0" y="1429"/>
                  </a:cubicBezTo>
                  <a:cubicBezTo>
                    <a:pt x="0" y="1524"/>
                    <a:pt x="84" y="1608"/>
                    <a:pt x="179" y="1608"/>
                  </a:cubicBezTo>
                  <a:lnTo>
                    <a:pt x="1453" y="1608"/>
                  </a:lnTo>
                  <a:cubicBezTo>
                    <a:pt x="1536" y="1608"/>
                    <a:pt x="1631" y="1536"/>
                    <a:pt x="1631" y="1429"/>
                  </a:cubicBezTo>
                  <a:cubicBezTo>
                    <a:pt x="1608" y="1322"/>
                    <a:pt x="1536" y="1251"/>
                    <a:pt x="1453" y="1251"/>
                  </a:cubicBezTo>
                  <a:lnTo>
                    <a:pt x="357" y="1251"/>
                  </a:lnTo>
                  <a:cubicBezTo>
                    <a:pt x="453" y="727"/>
                    <a:pt x="893" y="346"/>
                    <a:pt x="1429" y="346"/>
                  </a:cubicBezTo>
                  <a:cubicBezTo>
                    <a:pt x="1608" y="346"/>
                    <a:pt x="1786" y="393"/>
                    <a:pt x="1941" y="477"/>
                  </a:cubicBezTo>
                  <a:cubicBezTo>
                    <a:pt x="1966" y="491"/>
                    <a:pt x="1994" y="498"/>
                    <a:pt x="2022" y="498"/>
                  </a:cubicBezTo>
                  <a:cubicBezTo>
                    <a:pt x="2084" y="498"/>
                    <a:pt x="2146" y="463"/>
                    <a:pt x="2179" y="405"/>
                  </a:cubicBezTo>
                  <a:cubicBezTo>
                    <a:pt x="2227" y="310"/>
                    <a:pt x="2191" y="215"/>
                    <a:pt x="2108" y="167"/>
                  </a:cubicBezTo>
                  <a:cubicBezTo>
                    <a:pt x="1893" y="60"/>
                    <a:pt x="1667" y="0"/>
                    <a:pt x="1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64"/>
            <p:cNvSpPr/>
            <p:nvPr/>
          </p:nvSpPr>
          <p:spPr>
            <a:xfrm>
              <a:off x="4961282" y="4400695"/>
              <a:ext cx="54616" cy="54998"/>
            </a:xfrm>
            <a:custGeom>
              <a:avLst/>
              <a:gdLst/>
              <a:ahLst/>
              <a:cxnLst/>
              <a:rect l="l" t="t" r="r" b="b"/>
              <a:pathLst>
                <a:path w="1716" h="1728" extrusionOk="0">
                  <a:moveTo>
                    <a:pt x="858" y="346"/>
                  </a:moveTo>
                  <a:cubicBezTo>
                    <a:pt x="1144" y="346"/>
                    <a:pt x="1382" y="584"/>
                    <a:pt x="1382" y="870"/>
                  </a:cubicBezTo>
                  <a:cubicBezTo>
                    <a:pt x="1382" y="1144"/>
                    <a:pt x="1144" y="1382"/>
                    <a:pt x="858" y="1382"/>
                  </a:cubicBezTo>
                  <a:cubicBezTo>
                    <a:pt x="572" y="1382"/>
                    <a:pt x="334" y="1144"/>
                    <a:pt x="334" y="870"/>
                  </a:cubicBezTo>
                  <a:cubicBezTo>
                    <a:pt x="358" y="584"/>
                    <a:pt x="572" y="346"/>
                    <a:pt x="858" y="346"/>
                  </a:cubicBezTo>
                  <a:close/>
                  <a:moveTo>
                    <a:pt x="858" y="1"/>
                  </a:moveTo>
                  <a:cubicBezTo>
                    <a:pt x="382" y="1"/>
                    <a:pt x="1" y="394"/>
                    <a:pt x="1" y="870"/>
                  </a:cubicBezTo>
                  <a:cubicBezTo>
                    <a:pt x="1" y="1346"/>
                    <a:pt x="382" y="1727"/>
                    <a:pt x="858" y="1727"/>
                  </a:cubicBezTo>
                  <a:cubicBezTo>
                    <a:pt x="1334" y="1727"/>
                    <a:pt x="1715" y="1346"/>
                    <a:pt x="1715" y="870"/>
                  </a:cubicBezTo>
                  <a:cubicBezTo>
                    <a:pt x="1715"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64"/>
            <p:cNvSpPr/>
            <p:nvPr/>
          </p:nvSpPr>
          <p:spPr>
            <a:xfrm>
              <a:off x="5028374" y="4386691"/>
              <a:ext cx="71262" cy="70880"/>
            </a:xfrm>
            <a:custGeom>
              <a:avLst/>
              <a:gdLst/>
              <a:ahLst/>
              <a:cxnLst/>
              <a:rect l="l" t="t" r="r" b="b"/>
              <a:pathLst>
                <a:path w="2239" h="2227" extrusionOk="0">
                  <a:moveTo>
                    <a:pt x="1119" y="358"/>
                  </a:moveTo>
                  <a:cubicBezTo>
                    <a:pt x="1536" y="358"/>
                    <a:pt x="1893" y="691"/>
                    <a:pt x="1893" y="1131"/>
                  </a:cubicBezTo>
                  <a:cubicBezTo>
                    <a:pt x="1893" y="1548"/>
                    <a:pt x="1548" y="1905"/>
                    <a:pt x="1119" y="1905"/>
                  </a:cubicBezTo>
                  <a:cubicBezTo>
                    <a:pt x="703" y="1905"/>
                    <a:pt x="345" y="1560"/>
                    <a:pt x="345" y="1131"/>
                  </a:cubicBezTo>
                  <a:cubicBezTo>
                    <a:pt x="345" y="691"/>
                    <a:pt x="679" y="358"/>
                    <a:pt x="1119" y="358"/>
                  </a:cubicBezTo>
                  <a:close/>
                  <a:moveTo>
                    <a:pt x="1119" y="0"/>
                  </a:moveTo>
                  <a:cubicBezTo>
                    <a:pt x="512" y="0"/>
                    <a:pt x="0" y="500"/>
                    <a:pt x="0" y="1108"/>
                  </a:cubicBezTo>
                  <a:cubicBezTo>
                    <a:pt x="0" y="1739"/>
                    <a:pt x="512" y="2227"/>
                    <a:pt x="1119" y="2227"/>
                  </a:cubicBezTo>
                  <a:cubicBezTo>
                    <a:pt x="1727" y="2227"/>
                    <a:pt x="2239" y="1727"/>
                    <a:pt x="2239" y="1108"/>
                  </a:cubicBezTo>
                  <a:cubicBezTo>
                    <a:pt x="2239" y="500"/>
                    <a:pt x="1727" y="0"/>
                    <a:pt x="1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64"/>
            <p:cNvSpPr/>
            <p:nvPr/>
          </p:nvSpPr>
          <p:spPr>
            <a:xfrm>
              <a:off x="5004122" y="4468901"/>
              <a:ext cx="120149" cy="65596"/>
            </a:xfrm>
            <a:custGeom>
              <a:avLst/>
              <a:gdLst/>
              <a:ahLst/>
              <a:cxnLst/>
              <a:rect l="l" t="t" r="r" b="b"/>
              <a:pathLst>
                <a:path w="3775" h="2061" extrusionOk="0">
                  <a:moveTo>
                    <a:pt x="1881" y="346"/>
                  </a:moveTo>
                  <a:cubicBezTo>
                    <a:pt x="2667" y="346"/>
                    <a:pt x="3322" y="942"/>
                    <a:pt x="3393" y="1704"/>
                  </a:cubicBezTo>
                  <a:lnTo>
                    <a:pt x="357" y="1704"/>
                  </a:lnTo>
                  <a:cubicBezTo>
                    <a:pt x="453" y="942"/>
                    <a:pt x="1096" y="346"/>
                    <a:pt x="1881" y="346"/>
                  </a:cubicBezTo>
                  <a:close/>
                  <a:moveTo>
                    <a:pt x="1881" y="1"/>
                  </a:moveTo>
                  <a:cubicBezTo>
                    <a:pt x="834" y="1"/>
                    <a:pt x="0" y="846"/>
                    <a:pt x="0" y="1882"/>
                  </a:cubicBezTo>
                  <a:cubicBezTo>
                    <a:pt x="0" y="1966"/>
                    <a:pt x="84" y="2061"/>
                    <a:pt x="179" y="2061"/>
                  </a:cubicBezTo>
                  <a:lnTo>
                    <a:pt x="3596" y="2061"/>
                  </a:lnTo>
                  <a:cubicBezTo>
                    <a:pt x="3679" y="2061"/>
                    <a:pt x="3774" y="1977"/>
                    <a:pt x="3774" y="1882"/>
                  </a:cubicBezTo>
                  <a:cubicBezTo>
                    <a:pt x="3751" y="834"/>
                    <a:pt x="290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64"/>
            <p:cNvSpPr/>
            <p:nvPr/>
          </p:nvSpPr>
          <p:spPr>
            <a:xfrm>
              <a:off x="4890434" y="4287389"/>
              <a:ext cx="345997" cy="346029"/>
            </a:xfrm>
            <a:custGeom>
              <a:avLst/>
              <a:gdLst/>
              <a:ahLst/>
              <a:cxnLst/>
              <a:rect l="l" t="t" r="r" b="b"/>
              <a:pathLst>
                <a:path w="10871" h="10872" extrusionOk="0">
                  <a:moveTo>
                    <a:pt x="5608" y="953"/>
                  </a:moveTo>
                  <a:cubicBezTo>
                    <a:pt x="7954" y="1049"/>
                    <a:pt x="9823" y="2918"/>
                    <a:pt x="9918" y="5252"/>
                  </a:cubicBezTo>
                  <a:lnTo>
                    <a:pt x="9502" y="5252"/>
                  </a:lnTo>
                  <a:cubicBezTo>
                    <a:pt x="9406" y="5252"/>
                    <a:pt x="9323" y="5335"/>
                    <a:pt x="9323" y="5442"/>
                  </a:cubicBezTo>
                  <a:cubicBezTo>
                    <a:pt x="9323" y="5525"/>
                    <a:pt x="9394" y="5621"/>
                    <a:pt x="9502" y="5621"/>
                  </a:cubicBezTo>
                  <a:lnTo>
                    <a:pt x="9918" y="5621"/>
                  </a:lnTo>
                  <a:cubicBezTo>
                    <a:pt x="9847" y="7954"/>
                    <a:pt x="7954" y="9824"/>
                    <a:pt x="5608" y="9919"/>
                  </a:cubicBezTo>
                  <a:lnTo>
                    <a:pt x="5608" y="9502"/>
                  </a:lnTo>
                  <a:cubicBezTo>
                    <a:pt x="5608" y="9407"/>
                    <a:pt x="5537" y="9323"/>
                    <a:pt x="5430" y="9323"/>
                  </a:cubicBezTo>
                  <a:cubicBezTo>
                    <a:pt x="5346" y="9323"/>
                    <a:pt x="5251" y="9395"/>
                    <a:pt x="5251" y="9502"/>
                  </a:cubicBezTo>
                  <a:lnTo>
                    <a:pt x="5251" y="9919"/>
                  </a:lnTo>
                  <a:cubicBezTo>
                    <a:pt x="2917" y="9824"/>
                    <a:pt x="1048" y="7954"/>
                    <a:pt x="953" y="5621"/>
                  </a:cubicBezTo>
                  <a:lnTo>
                    <a:pt x="1370" y="5621"/>
                  </a:lnTo>
                  <a:cubicBezTo>
                    <a:pt x="1465" y="5621"/>
                    <a:pt x="1548" y="5537"/>
                    <a:pt x="1548" y="5442"/>
                  </a:cubicBezTo>
                  <a:cubicBezTo>
                    <a:pt x="1548" y="5347"/>
                    <a:pt x="1477" y="5252"/>
                    <a:pt x="1370" y="5252"/>
                  </a:cubicBezTo>
                  <a:lnTo>
                    <a:pt x="953" y="5252"/>
                  </a:lnTo>
                  <a:cubicBezTo>
                    <a:pt x="1048" y="2918"/>
                    <a:pt x="2917" y="1049"/>
                    <a:pt x="5251" y="953"/>
                  </a:cubicBezTo>
                  <a:lnTo>
                    <a:pt x="5251" y="1370"/>
                  </a:lnTo>
                  <a:cubicBezTo>
                    <a:pt x="5251" y="1465"/>
                    <a:pt x="5334" y="1549"/>
                    <a:pt x="5430" y="1549"/>
                  </a:cubicBezTo>
                  <a:cubicBezTo>
                    <a:pt x="5525" y="1549"/>
                    <a:pt x="5608" y="1477"/>
                    <a:pt x="5608" y="1370"/>
                  </a:cubicBezTo>
                  <a:lnTo>
                    <a:pt x="5608" y="953"/>
                  </a:lnTo>
                  <a:close/>
                  <a:moveTo>
                    <a:pt x="5441" y="1"/>
                  </a:moveTo>
                  <a:cubicBezTo>
                    <a:pt x="5346" y="1"/>
                    <a:pt x="5263" y="84"/>
                    <a:pt x="5263" y="179"/>
                  </a:cubicBezTo>
                  <a:lnTo>
                    <a:pt x="5263" y="596"/>
                  </a:lnTo>
                  <a:cubicBezTo>
                    <a:pt x="2727" y="691"/>
                    <a:pt x="691" y="2727"/>
                    <a:pt x="596" y="5263"/>
                  </a:cubicBezTo>
                  <a:lnTo>
                    <a:pt x="179" y="5263"/>
                  </a:lnTo>
                  <a:cubicBezTo>
                    <a:pt x="96" y="5263"/>
                    <a:pt x="0" y="5335"/>
                    <a:pt x="0" y="5442"/>
                  </a:cubicBezTo>
                  <a:cubicBezTo>
                    <a:pt x="0" y="5525"/>
                    <a:pt x="84" y="5621"/>
                    <a:pt x="179" y="5621"/>
                  </a:cubicBezTo>
                  <a:lnTo>
                    <a:pt x="596" y="5621"/>
                  </a:lnTo>
                  <a:cubicBezTo>
                    <a:pt x="691" y="8145"/>
                    <a:pt x="2727" y="10181"/>
                    <a:pt x="5263" y="10276"/>
                  </a:cubicBezTo>
                  <a:lnTo>
                    <a:pt x="5263" y="10693"/>
                  </a:lnTo>
                  <a:cubicBezTo>
                    <a:pt x="5263" y="10776"/>
                    <a:pt x="5334" y="10871"/>
                    <a:pt x="5441" y="10871"/>
                  </a:cubicBezTo>
                  <a:cubicBezTo>
                    <a:pt x="5525" y="10871"/>
                    <a:pt x="5620" y="10800"/>
                    <a:pt x="5620" y="10693"/>
                  </a:cubicBezTo>
                  <a:lnTo>
                    <a:pt x="5620" y="10276"/>
                  </a:lnTo>
                  <a:cubicBezTo>
                    <a:pt x="8144" y="10181"/>
                    <a:pt x="10180" y="8145"/>
                    <a:pt x="10275" y="5621"/>
                  </a:cubicBezTo>
                  <a:lnTo>
                    <a:pt x="10692" y="5621"/>
                  </a:lnTo>
                  <a:cubicBezTo>
                    <a:pt x="10775" y="5621"/>
                    <a:pt x="10871" y="5537"/>
                    <a:pt x="10871" y="5442"/>
                  </a:cubicBezTo>
                  <a:cubicBezTo>
                    <a:pt x="10871" y="5347"/>
                    <a:pt x="10799" y="5263"/>
                    <a:pt x="10692" y="5263"/>
                  </a:cubicBezTo>
                  <a:lnTo>
                    <a:pt x="10275" y="5263"/>
                  </a:lnTo>
                  <a:cubicBezTo>
                    <a:pt x="10180" y="2727"/>
                    <a:pt x="8144" y="691"/>
                    <a:pt x="5620" y="596"/>
                  </a:cubicBezTo>
                  <a:lnTo>
                    <a:pt x="5620" y="179"/>
                  </a:lnTo>
                  <a:cubicBezTo>
                    <a:pt x="5620" y="96"/>
                    <a:pt x="5537"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0" name="Google Shape;10860;p64"/>
          <p:cNvGrpSpPr/>
          <p:nvPr/>
        </p:nvGrpSpPr>
        <p:grpSpPr>
          <a:xfrm>
            <a:off x="2165809" y="3636809"/>
            <a:ext cx="422542" cy="342973"/>
            <a:chOff x="2165809" y="3811059"/>
            <a:chExt cx="422542" cy="342973"/>
          </a:xfrm>
        </p:grpSpPr>
        <p:sp>
          <p:nvSpPr>
            <p:cNvPr id="10861" name="Google Shape;10861;p64"/>
            <p:cNvSpPr/>
            <p:nvPr/>
          </p:nvSpPr>
          <p:spPr>
            <a:xfrm>
              <a:off x="2165809" y="3811059"/>
              <a:ext cx="422542" cy="342973"/>
            </a:xfrm>
            <a:custGeom>
              <a:avLst/>
              <a:gdLst/>
              <a:ahLst/>
              <a:cxnLst/>
              <a:rect l="l" t="t" r="r" b="b"/>
              <a:pathLst>
                <a:path w="13276" h="10776" extrusionOk="0">
                  <a:moveTo>
                    <a:pt x="2084" y="382"/>
                  </a:moveTo>
                  <a:cubicBezTo>
                    <a:pt x="2084" y="382"/>
                    <a:pt x="2108" y="382"/>
                    <a:pt x="2108" y="406"/>
                  </a:cubicBezTo>
                  <a:lnTo>
                    <a:pt x="2108" y="1239"/>
                  </a:lnTo>
                  <a:cubicBezTo>
                    <a:pt x="2108" y="1239"/>
                    <a:pt x="2108" y="1251"/>
                    <a:pt x="2084" y="1251"/>
                  </a:cubicBezTo>
                  <a:lnTo>
                    <a:pt x="1667" y="1251"/>
                  </a:lnTo>
                  <a:cubicBezTo>
                    <a:pt x="1667" y="1251"/>
                    <a:pt x="1655" y="1251"/>
                    <a:pt x="1655" y="1239"/>
                  </a:cubicBezTo>
                  <a:lnTo>
                    <a:pt x="1655" y="406"/>
                  </a:lnTo>
                  <a:lnTo>
                    <a:pt x="2084" y="382"/>
                  </a:lnTo>
                  <a:close/>
                  <a:moveTo>
                    <a:pt x="11645" y="382"/>
                  </a:moveTo>
                  <a:cubicBezTo>
                    <a:pt x="11645" y="382"/>
                    <a:pt x="11657" y="382"/>
                    <a:pt x="11657" y="406"/>
                  </a:cubicBezTo>
                  <a:lnTo>
                    <a:pt x="11657" y="1239"/>
                  </a:lnTo>
                  <a:cubicBezTo>
                    <a:pt x="11657" y="1239"/>
                    <a:pt x="11657" y="1251"/>
                    <a:pt x="11645" y="1251"/>
                  </a:cubicBezTo>
                  <a:lnTo>
                    <a:pt x="11216" y="1251"/>
                  </a:lnTo>
                  <a:cubicBezTo>
                    <a:pt x="11216" y="1251"/>
                    <a:pt x="11192" y="1251"/>
                    <a:pt x="11192" y="1239"/>
                  </a:cubicBezTo>
                  <a:lnTo>
                    <a:pt x="11192" y="406"/>
                  </a:lnTo>
                  <a:lnTo>
                    <a:pt x="11216" y="406"/>
                  </a:lnTo>
                  <a:lnTo>
                    <a:pt x="11645" y="382"/>
                  </a:lnTo>
                  <a:close/>
                  <a:moveTo>
                    <a:pt x="12478" y="1215"/>
                  </a:moveTo>
                  <a:cubicBezTo>
                    <a:pt x="12716" y="1215"/>
                    <a:pt x="12907" y="1418"/>
                    <a:pt x="12907" y="1656"/>
                  </a:cubicBezTo>
                  <a:lnTo>
                    <a:pt x="12907" y="9954"/>
                  </a:lnTo>
                  <a:cubicBezTo>
                    <a:pt x="12895" y="10193"/>
                    <a:pt x="12704" y="10383"/>
                    <a:pt x="12466" y="10383"/>
                  </a:cubicBezTo>
                  <a:lnTo>
                    <a:pt x="834" y="10383"/>
                  </a:lnTo>
                  <a:cubicBezTo>
                    <a:pt x="596" y="10383"/>
                    <a:pt x="405" y="10193"/>
                    <a:pt x="405" y="9954"/>
                  </a:cubicBezTo>
                  <a:lnTo>
                    <a:pt x="405" y="1656"/>
                  </a:lnTo>
                  <a:cubicBezTo>
                    <a:pt x="405" y="1418"/>
                    <a:pt x="596" y="1215"/>
                    <a:pt x="834" y="1215"/>
                  </a:cubicBezTo>
                  <a:lnTo>
                    <a:pt x="1262" y="1215"/>
                  </a:lnTo>
                  <a:lnTo>
                    <a:pt x="1262" y="1239"/>
                  </a:lnTo>
                  <a:cubicBezTo>
                    <a:pt x="1262" y="1453"/>
                    <a:pt x="1441" y="1632"/>
                    <a:pt x="1667" y="1632"/>
                  </a:cubicBezTo>
                  <a:lnTo>
                    <a:pt x="2084" y="1632"/>
                  </a:lnTo>
                  <a:cubicBezTo>
                    <a:pt x="2310" y="1632"/>
                    <a:pt x="2489" y="1453"/>
                    <a:pt x="2489" y="1239"/>
                  </a:cubicBezTo>
                  <a:lnTo>
                    <a:pt x="2489" y="1215"/>
                  </a:lnTo>
                  <a:lnTo>
                    <a:pt x="10823" y="1215"/>
                  </a:lnTo>
                  <a:lnTo>
                    <a:pt x="10823" y="1239"/>
                  </a:lnTo>
                  <a:cubicBezTo>
                    <a:pt x="10823" y="1453"/>
                    <a:pt x="11002" y="1632"/>
                    <a:pt x="11228" y="1632"/>
                  </a:cubicBezTo>
                  <a:lnTo>
                    <a:pt x="11645" y="1632"/>
                  </a:lnTo>
                  <a:cubicBezTo>
                    <a:pt x="11859" y="1632"/>
                    <a:pt x="12038" y="1453"/>
                    <a:pt x="12038" y="1239"/>
                  </a:cubicBezTo>
                  <a:lnTo>
                    <a:pt x="12038" y="1215"/>
                  </a:lnTo>
                  <a:close/>
                  <a:moveTo>
                    <a:pt x="1655" y="1"/>
                  </a:moveTo>
                  <a:cubicBezTo>
                    <a:pt x="1429" y="1"/>
                    <a:pt x="1251" y="179"/>
                    <a:pt x="1251" y="406"/>
                  </a:cubicBezTo>
                  <a:lnTo>
                    <a:pt x="1251" y="834"/>
                  </a:lnTo>
                  <a:lnTo>
                    <a:pt x="822" y="834"/>
                  </a:lnTo>
                  <a:cubicBezTo>
                    <a:pt x="381" y="834"/>
                    <a:pt x="0" y="1203"/>
                    <a:pt x="0" y="1656"/>
                  </a:cubicBezTo>
                  <a:lnTo>
                    <a:pt x="0" y="9954"/>
                  </a:lnTo>
                  <a:cubicBezTo>
                    <a:pt x="0" y="10395"/>
                    <a:pt x="381" y="10776"/>
                    <a:pt x="822" y="10776"/>
                  </a:cubicBezTo>
                  <a:lnTo>
                    <a:pt x="12442" y="10776"/>
                  </a:lnTo>
                  <a:cubicBezTo>
                    <a:pt x="12895" y="10776"/>
                    <a:pt x="13264" y="10395"/>
                    <a:pt x="13264" y="9954"/>
                  </a:cubicBezTo>
                  <a:lnTo>
                    <a:pt x="13264" y="1656"/>
                  </a:lnTo>
                  <a:cubicBezTo>
                    <a:pt x="13276" y="1203"/>
                    <a:pt x="12907" y="834"/>
                    <a:pt x="12466" y="834"/>
                  </a:cubicBezTo>
                  <a:lnTo>
                    <a:pt x="12026" y="834"/>
                  </a:lnTo>
                  <a:lnTo>
                    <a:pt x="12026" y="406"/>
                  </a:lnTo>
                  <a:cubicBezTo>
                    <a:pt x="12026" y="179"/>
                    <a:pt x="11847" y="1"/>
                    <a:pt x="11621" y="1"/>
                  </a:cubicBezTo>
                  <a:lnTo>
                    <a:pt x="11216" y="1"/>
                  </a:lnTo>
                  <a:cubicBezTo>
                    <a:pt x="10990" y="1"/>
                    <a:pt x="10811" y="179"/>
                    <a:pt x="10811" y="406"/>
                  </a:cubicBezTo>
                  <a:lnTo>
                    <a:pt x="10811" y="834"/>
                  </a:lnTo>
                  <a:lnTo>
                    <a:pt x="2477" y="834"/>
                  </a:lnTo>
                  <a:lnTo>
                    <a:pt x="2477" y="406"/>
                  </a:lnTo>
                  <a:cubicBezTo>
                    <a:pt x="2477" y="179"/>
                    <a:pt x="2298"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64"/>
            <p:cNvSpPr/>
            <p:nvPr/>
          </p:nvSpPr>
          <p:spPr>
            <a:xfrm>
              <a:off x="2193085" y="3877387"/>
              <a:ext cx="368753" cy="12158"/>
            </a:xfrm>
            <a:custGeom>
              <a:avLst/>
              <a:gdLst/>
              <a:ahLst/>
              <a:cxnLst/>
              <a:rect l="l" t="t" r="r" b="b"/>
              <a:pathLst>
                <a:path w="11586" h="382" extrusionOk="0">
                  <a:moveTo>
                    <a:pt x="191" y="0"/>
                  </a:moveTo>
                  <a:cubicBezTo>
                    <a:pt x="84" y="0"/>
                    <a:pt x="1" y="84"/>
                    <a:pt x="1" y="191"/>
                  </a:cubicBezTo>
                  <a:cubicBezTo>
                    <a:pt x="1" y="298"/>
                    <a:pt x="84" y="381"/>
                    <a:pt x="191" y="381"/>
                  </a:cubicBezTo>
                  <a:lnTo>
                    <a:pt x="11395" y="381"/>
                  </a:lnTo>
                  <a:cubicBezTo>
                    <a:pt x="11502" y="381"/>
                    <a:pt x="11585" y="298"/>
                    <a:pt x="11585" y="191"/>
                  </a:cubicBezTo>
                  <a:cubicBezTo>
                    <a:pt x="11585" y="84"/>
                    <a:pt x="11502"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3" name="Google Shape;10863;p64"/>
            <p:cNvSpPr/>
            <p:nvPr/>
          </p:nvSpPr>
          <p:spPr>
            <a:xfrm>
              <a:off x="2212404" y="3930062"/>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4" name="Google Shape;10864;p64"/>
            <p:cNvSpPr/>
            <p:nvPr/>
          </p:nvSpPr>
          <p:spPr>
            <a:xfrm>
              <a:off x="2305245" y="3930062"/>
              <a:ext cx="51974" cy="12158"/>
            </a:xfrm>
            <a:custGeom>
              <a:avLst/>
              <a:gdLst/>
              <a:ahLst/>
              <a:cxnLst/>
              <a:rect l="l" t="t" r="r" b="b"/>
              <a:pathLst>
                <a:path w="1633"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64"/>
            <p:cNvSpPr/>
            <p:nvPr/>
          </p:nvSpPr>
          <p:spPr>
            <a:xfrm>
              <a:off x="2489813" y="3930062"/>
              <a:ext cx="52324" cy="12158"/>
            </a:xfrm>
            <a:custGeom>
              <a:avLst/>
              <a:gdLst/>
              <a:ahLst/>
              <a:cxnLst/>
              <a:rect l="l" t="t" r="r" b="b"/>
              <a:pathLst>
                <a:path w="1644" h="382" extrusionOk="0">
                  <a:moveTo>
                    <a:pt x="203" y="0"/>
                  </a:moveTo>
                  <a:cubicBezTo>
                    <a:pt x="95" y="0"/>
                    <a:pt x="0" y="84"/>
                    <a:pt x="0" y="191"/>
                  </a:cubicBezTo>
                  <a:cubicBezTo>
                    <a:pt x="0" y="298"/>
                    <a:pt x="95" y="381"/>
                    <a:pt x="203" y="381"/>
                  </a:cubicBezTo>
                  <a:lnTo>
                    <a:pt x="1441" y="381"/>
                  </a:lnTo>
                  <a:cubicBezTo>
                    <a:pt x="1548" y="381"/>
                    <a:pt x="1643" y="286"/>
                    <a:pt x="1643" y="191"/>
                  </a:cubicBezTo>
                  <a:cubicBezTo>
                    <a:pt x="1643" y="84"/>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6" name="Google Shape;10866;p64"/>
            <p:cNvSpPr/>
            <p:nvPr/>
          </p:nvSpPr>
          <p:spPr>
            <a:xfrm>
              <a:off x="2212404" y="3983118"/>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7" name="Google Shape;10867;p64"/>
            <p:cNvSpPr/>
            <p:nvPr/>
          </p:nvSpPr>
          <p:spPr>
            <a:xfrm>
              <a:off x="2397736" y="3983118"/>
              <a:ext cx="51942" cy="12158"/>
            </a:xfrm>
            <a:custGeom>
              <a:avLst/>
              <a:gdLst/>
              <a:ahLst/>
              <a:cxnLst/>
              <a:rect l="l" t="t" r="r" b="b"/>
              <a:pathLst>
                <a:path w="1632" h="382" extrusionOk="0">
                  <a:moveTo>
                    <a:pt x="191" y="0"/>
                  </a:moveTo>
                  <a:cubicBezTo>
                    <a:pt x="83" y="0"/>
                    <a:pt x="0" y="84"/>
                    <a:pt x="0" y="191"/>
                  </a:cubicBezTo>
                  <a:cubicBezTo>
                    <a:pt x="0" y="298"/>
                    <a:pt x="83" y="381"/>
                    <a:pt x="191" y="381"/>
                  </a:cubicBezTo>
                  <a:lnTo>
                    <a:pt x="1441" y="381"/>
                  </a:lnTo>
                  <a:cubicBezTo>
                    <a:pt x="1548" y="381"/>
                    <a:pt x="1631" y="286"/>
                    <a:pt x="1631" y="191"/>
                  </a:cubicBezTo>
                  <a:cubicBezTo>
                    <a:pt x="1631" y="84"/>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8" name="Google Shape;10868;p64"/>
            <p:cNvSpPr/>
            <p:nvPr/>
          </p:nvSpPr>
          <p:spPr>
            <a:xfrm>
              <a:off x="2212404" y="4036175"/>
              <a:ext cx="51942" cy="12158"/>
            </a:xfrm>
            <a:custGeom>
              <a:avLst/>
              <a:gdLst/>
              <a:ahLst/>
              <a:cxnLst/>
              <a:rect l="l" t="t" r="r" b="b"/>
              <a:pathLst>
                <a:path w="1632"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64"/>
            <p:cNvSpPr/>
            <p:nvPr/>
          </p:nvSpPr>
          <p:spPr>
            <a:xfrm>
              <a:off x="2305245" y="4036175"/>
              <a:ext cx="51974" cy="12158"/>
            </a:xfrm>
            <a:custGeom>
              <a:avLst/>
              <a:gdLst/>
              <a:ahLst/>
              <a:cxnLst/>
              <a:rect l="l" t="t" r="r" b="b"/>
              <a:pathLst>
                <a:path w="1633"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64"/>
            <p:cNvSpPr/>
            <p:nvPr/>
          </p:nvSpPr>
          <p:spPr>
            <a:xfrm>
              <a:off x="2489813" y="4036175"/>
              <a:ext cx="52324" cy="12158"/>
            </a:xfrm>
            <a:custGeom>
              <a:avLst/>
              <a:gdLst/>
              <a:ahLst/>
              <a:cxnLst/>
              <a:rect l="l" t="t" r="r" b="b"/>
              <a:pathLst>
                <a:path w="1644" h="382" extrusionOk="0">
                  <a:moveTo>
                    <a:pt x="203" y="0"/>
                  </a:moveTo>
                  <a:cubicBezTo>
                    <a:pt x="95" y="0"/>
                    <a:pt x="0" y="83"/>
                    <a:pt x="0" y="191"/>
                  </a:cubicBezTo>
                  <a:cubicBezTo>
                    <a:pt x="0" y="298"/>
                    <a:pt x="95" y="381"/>
                    <a:pt x="203" y="381"/>
                  </a:cubicBezTo>
                  <a:lnTo>
                    <a:pt x="1441" y="381"/>
                  </a:lnTo>
                  <a:cubicBezTo>
                    <a:pt x="1548" y="381"/>
                    <a:pt x="1643" y="298"/>
                    <a:pt x="1643" y="191"/>
                  </a:cubicBezTo>
                  <a:cubicBezTo>
                    <a:pt x="1643" y="83"/>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64"/>
            <p:cNvSpPr/>
            <p:nvPr/>
          </p:nvSpPr>
          <p:spPr>
            <a:xfrm>
              <a:off x="2305245" y="4088467"/>
              <a:ext cx="51974" cy="12540"/>
            </a:xfrm>
            <a:custGeom>
              <a:avLst/>
              <a:gdLst/>
              <a:ahLst/>
              <a:cxnLst/>
              <a:rect l="l" t="t" r="r" b="b"/>
              <a:pathLst>
                <a:path w="1633" h="394" extrusionOk="0">
                  <a:moveTo>
                    <a:pt x="191" y="0"/>
                  </a:moveTo>
                  <a:cubicBezTo>
                    <a:pt x="84" y="0"/>
                    <a:pt x="1" y="95"/>
                    <a:pt x="1" y="191"/>
                  </a:cubicBezTo>
                  <a:cubicBezTo>
                    <a:pt x="1" y="298"/>
                    <a:pt x="84" y="393"/>
                    <a:pt x="191" y="393"/>
                  </a:cubicBezTo>
                  <a:lnTo>
                    <a:pt x="1442" y="393"/>
                  </a:lnTo>
                  <a:cubicBezTo>
                    <a:pt x="1549" y="393"/>
                    <a:pt x="1632" y="298"/>
                    <a:pt x="1632" y="191"/>
                  </a:cubicBezTo>
                  <a:cubicBezTo>
                    <a:pt x="1632" y="95"/>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64"/>
            <p:cNvSpPr/>
            <p:nvPr/>
          </p:nvSpPr>
          <p:spPr>
            <a:xfrm>
              <a:off x="2397736" y="4088467"/>
              <a:ext cx="51942" cy="12540"/>
            </a:xfrm>
            <a:custGeom>
              <a:avLst/>
              <a:gdLst/>
              <a:ahLst/>
              <a:cxnLst/>
              <a:rect l="l" t="t" r="r" b="b"/>
              <a:pathLst>
                <a:path w="1632" h="394" extrusionOk="0">
                  <a:moveTo>
                    <a:pt x="191" y="0"/>
                  </a:moveTo>
                  <a:cubicBezTo>
                    <a:pt x="83" y="0"/>
                    <a:pt x="0" y="95"/>
                    <a:pt x="0" y="191"/>
                  </a:cubicBezTo>
                  <a:cubicBezTo>
                    <a:pt x="0" y="298"/>
                    <a:pt x="83" y="393"/>
                    <a:pt x="191" y="393"/>
                  </a:cubicBezTo>
                  <a:lnTo>
                    <a:pt x="1441" y="393"/>
                  </a:lnTo>
                  <a:cubicBezTo>
                    <a:pt x="1548" y="393"/>
                    <a:pt x="1631" y="298"/>
                    <a:pt x="1631" y="191"/>
                  </a:cubicBezTo>
                  <a:cubicBezTo>
                    <a:pt x="1631" y="95"/>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64"/>
            <p:cNvSpPr/>
            <p:nvPr/>
          </p:nvSpPr>
          <p:spPr>
            <a:xfrm>
              <a:off x="2489813" y="4088467"/>
              <a:ext cx="52324" cy="12540"/>
            </a:xfrm>
            <a:custGeom>
              <a:avLst/>
              <a:gdLst/>
              <a:ahLst/>
              <a:cxnLst/>
              <a:rect l="l" t="t" r="r" b="b"/>
              <a:pathLst>
                <a:path w="1644" h="394" extrusionOk="0">
                  <a:moveTo>
                    <a:pt x="203" y="0"/>
                  </a:moveTo>
                  <a:cubicBezTo>
                    <a:pt x="95" y="0"/>
                    <a:pt x="0" y="95"/>
                    <a:pt x="0" y="191"/>
                  </a:cubicBezTo>
                  <a:cubicBezTo>
                    <a:pt x="0" y="298"/>
                    <a:pt x="95" y="393"/>
                    <a:pt x="203" y="393"/>
                  </a:cubicBezTo>
                  <a:lnTo>
                    <a:pt x="1441" y="393"/>
                  </a:lnTo>
                  <a:cubicBezTo>
                    <a:pt x="1548" y="393"/>
                    <a:pt x="1643" y="298"/>
                    <a:pt x="1643" y="191"/>
                  </a:cubicBezTo>
                  <a:cubicBezTo>
                    <a:pt x="1643" y="95"/>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64"/>
            <p:cNvSpPr/>
            <p:nvPr/>
          </p:nvSpPr>
          <p:spPr>
            <a:xfrm>
              <a:off x="2304863" y="3969751"/>
              <a:ext cx="53088" cy="38766"/>
            </a:xfrm>
            <a:custGeom>
              <a:avLst/>
              <a:gdLst/>
              <a:ahLst/>
              <a:cxnLst/>
              <a:rect l="l" t="t" r="r" b="b"/>
              <a:pathLst>
                <a:path w="1668" h="1218" extrusionOk="0">
                  <a:moveTo>
                    <a:pt x="1454" y="1"/>
                  </a:moveTo>
                  <a:cubicBezTo>
                    <a:pt x="1406" y="1"/>
                    <a:pt x="1358" y="21"/>
                    <a:pt x="1323" y="63"/>
                  </a:cubicBezTo>
                  <a:lnTo>
                    <a:pt x="620" y="754"/>
                  </a:lnTo>
                  <a:lnTo>
                    <a:pt x="334" y="480"/>
                  </a:lnTo>
                  <a:cubicBezTo>
                    <a:pt x="299" y="438"/>
                    <a:pt x="251" y="417"/>
                    <a:pt x="203" y="417"/>
                  </a:cubicBezTo>
                  <a:cubicBezTo>
                    <a:pt x="156" y="417"/>
                    <a:pt x="108" y="438"/>
                    <a:pt x="72" y="480"/>
                  </a:cubicBezTo>
                  <a:cubicBezTo>
                    <a:pt x="1" y="551"/>
                    <a:pt x="1" y="670"/>
                    <a:pt x="72" y="742"/>
                  </a:cubicBezTo>
                  <a:lnTo>
                    <a:pt x="489" y="1158"/>
                  </a:lnTo>
                  <a:cubicBezTo>
                    <a:pt x="513" y="1194"/>
                    <a:pt x="572" y="1218"/>
                    <a:pt x="620" y="1218"/>
                  </a:cubicBezTo>
                  <a:cubicBezTo>
                    <a:pt x="668" y="1218"/>
                    <a:pt x="727" y="1206"/>
                    <a:pt x="751" y="1158"/>
                  </a:cubicBezTo>
                  <a:lnTo>
                    <a:pt x="1585" y="325"/>
                  </a:lnTo>
                  <a:cubicBezTo>
                    <a:pt x="1668" y="254"/>
                    <a:pt x="1668" y="134"/>
                    <a:pt x="1585" y="63"/>
                  </a:cubicBezTo>
                  <a:cubicBezTo>
                    <a:pt x="1549" y="21"/>
                    <a:pt x="1501"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64"/>
            <p:cNvSpPr/>
            <p:nvPr/>
          </p:nvSpPr>
          <p:spPr>
            <a:xfrm>
              <a:off x="2489813" y="3969751"/>
              <a:ext cx="53088" cy="38766"/>
            </a:xfrm>
            <a:custGeom>
              <a:avLst/>
              <a:gdLst/>
              <a:ahLst/>
              <a:cxnLst/>
              <a:rect l="l" t="t" r="r" b="b"/>
              <a:pathLst>
                <a:path w="1668" h="1218" extrusionOk="0">
                  <a:moveTo>
                    <a:pt x="1465" y="1"/>
                  </a:moveTo>
                  <a:cubicBezTo>
                    <a:pt x="1417" y="1"/>
                    <a:pt x="1369" y="21"/>
                    <a:pt x="1334" y="63"/>
                  </a:cubicBezTo>
                  <a:lnTo>
                    <a:pt x="631" y="754"/>
                  </a:lnTo>
                  <a:lnTo>
                    <a:pt x="346" y="480"/>
                  </a:lnTo>
                  <a:cubicBezTo>
                    <a:pt x="310" y="438"/>
                    <a:pt x="262" y="417"/>
                    <a:pt x="215" y="417"/>
                  </a:cubicBezTo>
                  <a:cubicBezTo>
                    <a:pt x="167" y="417"/>
                    <a:pt x="119" y="438"/>
                    <a:pt x="84" y="480"/>
                  </a:cubicBezTo>
                  <a:cubicBezTo>
                    <a:pt x="0" y="551"/>
                    <a:pt x="0" y="670"/>
                    <a:pt x="84" y="742"/>
                  </a:cubicBezTo>
                  <a:lnTo>
                    <a:pt x="500" y="1158"/>
                  </a:lnTo>
                  <a:cubicBezTo>
                    <a:pt x="524" y="1194"/>
                    <a:pt x="584" y="1218"/>
                    <a:pt x="631" y="1218"/>
                  </a:cubicBezTo>
                  <a:cubicBezTo>
                    <a:pt x="667" y="1218"/>
                    <a:pt x="738" y="1206"/>
                    <a:pt x="762" y="1158"/>
                  </a:cubicBezTo>
                  <a:lnTo>
                    <a:pt x="1596" y="325"/>
                  </a:lnTo>
                  <a:cubicBezTo>
                    <a:pt x="1667" y="254"/>
                    <a:pt x="1667" y="134"/>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64"/>
            <p:cNvSpPr/>
            <p:nvPr/>
          </p:nvSpPr>
          <p:spPr>
            <a:xfrm>
              <a:off x="2396972" y="4022807"/>
              <a:ext cx="53088" cy="38766"/>
            </a:xfrm>
            <a:custGeom>
              <a:avLst/>
              <a:gdLst/>
              <a:ahLst/>
              <a:cxnLst/>
              <a:rect l="l" t="t" r="r" b="b"/>
              <a:pathLst>
                <a:path w="1668" h="1218" extrusionOk="0">
                  <a:moveTo>
                    <a:pt x="1465" y="0"/>
                  </a:moveTo>
                  <a:cubicBezTo>
                    <a:pt x="1417" y="0"/>
                    <a:pt x="1369" y="21"/>
                    <a:pt x="1334" y="63"/>
                  </a:cubicBezTo>
                  <a:lnTo>
                    <a:pt x="631" y="753"/>
                  </a:lnTo>
                  <a:lnTo>
                    <a:pt x="345" y="480"/>
                  </a:lnTo>
                  <a:cubicBezTo>
                    <a:pt x="310" y="438"/>
                    <a:pt x="262" y="417"/>
                    <a:pt x="215" y="417"/>
                  </a:cubicBezTo>
                  <a:cubicBezTo>
                    <a:pt x="167" y="417"/>
                    <a:pt x="119" y="438"/>
                    <a:pt x="84" y="480"/>
                  </a:cubicBezTo>
                  <a:cubicBezTo>
                    <a:pt x="0" y="551"/>
                    <a:pt x="0" y="670"/>
                    <a:pt x="84" y="742"/>
                  </a:cubicBezTo>
                  <a:lnTo>
                    <a:pt x="500" y="1158"/>
                  </a:lnTo>
                  <a:cubicBezTo>
                    <a:pt x="536" y="1206"/>
                    <a:pt x="584" y="1218"/>
                    <a:pt x="631" y="1218"/>
                  </a:cubicBezTo>
                  <a:cubicBezTo>
                    <a:pt x="667" y="1218"/>
                    <a:pt x="738" y="1206"/>
                    <a:pt x="762" y="1158"/>
                  </a:cubicBezTo>
                  <a:lnTo>
                    <a:pt x="1596" y="325"/>
                  </a:lnTo>
                  <a:cubicBezTo>
                    <a:pt x="1667" y="253"/>
                    <a:pt x="1667" y="134"/>
                    <a:pt x="1596" y="63"/>
                  </a:cubicBezTo>
                  <a:cubicBezTo>
                    <a:pt x="1560" y="21"/>
                    <a:pt x="1512" y="0"/>
                    <a:pt x="1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64"/>
            <p:cNvSpPr/>
            <p:nvPr/>
          </p:nvSpPr>
          <p:spPr>
            <a:xfrm>
              <a:off x="2212404" y="4075386"/>
              <a:ext cx="53088" cy="38861"/>
            </a:xfrm>
            <a:custGeom>
              <a:avLst/>
              <a:gdLst/>
              <a:ahLst/>
              <a:cxnLst/>
              <a:rect l="l" t="t" r="r" b="b"/>
              <a:pathLst>
                <a:path w="1668" h="1221" extrusionOk="0">
                  <a:moveTo>
                    <a:pt x="1455" y="0"/>
                  </a:moveTo>
                  <a:cubicBezTo>
                    <a:pt x="1406" y="0"/>
                    <a:pt x="1358" y="18"/>
                    <a:pt x="1322" y="54"/>
                  </a:cubicBezTo>
                  <a:lnTo>
                    <a:pt x="620" y="756"/>
                  </a:lnTo>
                  <a:lnTo>
                    <a:pt x="346" y="471"/>
                  </a:lnTo>
                  <a:cubicBezTo>
                    <a:pt x="304" y="435"/>
                    <a:pt x="254" y="417"/>
                    <a:pt x="205" y="417"/>
                  </a:cubicBezTo>
                  <a:cubicBezTo>
                    <a:pt x="156" y="417"/>
                    <a:pt x="108" y="435"/>
                    <a:pt x="72" y="471"/>
                  </a:cubicBezTo>
                  <a:cubicBezTo>
                    <a:pt x="1" y="554"/>
                    <a:pt x="1" y="673"/>
                    <a:pt x="72" y="745"/>
                  </a:cubicBezTo>
                  <a:lnTo>
                    <a:pt x="489" y="1161"/>
                  </a:lnTo>
                  <a:cubicBezTo>
                    <a:pt x="537" y="1197"/>
                    <a:pt x="584" y="1221"/>
                    <a:pt x="620" y="1221"/>
                  </a:cubicBezTo>
                  <a:cubicBezTo>
                    <a:pt x="668" y="1221"/>
                    <a:pt x="727" y="1197"/>
                    <a:pt x="763" y="1161"/>
                  </a:cubicBezTo>
                  <a:lnTo>
                    <a:pt x="1596" y="328"/>
                  </a:lnTo>
                  <a:cubicBezTo>
                    <a:pt x="1668" y="268"/>
                    <a:pt x="1668" y="137"/>
                    <a:pt x="1596" y="54"/>
                  </a:cubicBezTo>
                  <a:cubicBezTo>
                    <a:pt x="1555" y="18"/>
                    <a:pt x="1504" y="0"/>
                    <a:pt x="1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64"/>
            <p:cNvSpPr/>
            <p:nvPr/>
          </p:nvSpPr>
          <p:spPr>
            <a:xfrm>
              <a:off x="2396972" y="3916694"/>
              <a:ext cx="53088" cy="38798"/>
            </a:xfrm>
            <a:custGeom>
              <a:avLst/>
              <a:gdLst/>
              <a:ahLst/>
              <a:cxnLst/>
              <a:rect l="l" t="t" r="r" b="b"/>
              <a:pathLst>
                <a:path w="1668" h="1219" extrusionOk="0">
                  <a:moveTo>
                    <a:pt x="1465" y="1"/>
                  </a:moveTo>
                  <a:cubicBezTo>
                    <a:pt x="1417" y="1"/>
                    <a:pt x="1369" y="21"/>
                    <a:pt x="1334" y="63"/>
                  </a:cubicBezTo>
                  <a:lnTo>
                    <a:pt x="631" y="754"/>
                  </a:lnTo>
                  <a:lnTo>
                    <a:pt x="345" y="480"/>
                  </a:lnTo>
                  <a:cubicBezTo>
                    <a:pt x="310" y="438"/>
                    <a:pt x="262" y="417"/>
                    <a:pt x="215" y="417"/>
                  </a:cubicBezTo>
                  <a:cubicBezTo>
                    <a:pt x="167" y="417"/>
                    <a:pt x="119" y="438"/>
                    <a:pt x="84" y="480"/>
                  </a:cubicBezTo>
                  <a:cubicBezTo>
                    <a:pt x="0" y="551"/>
                    <a:pt x="0" y="670"/>
                    <a:pt x="84" y="742"/>
                  </a:cubicBezTo>
                  <a:lnTo>
                    <a:pt x="500" y="1159"/>
                  </a:lnTo>
                  <a:cubicBezTo>
                    <a:pt x="536" y="1206"/>
                    <a:pt x="584" y="1218"/>
                    <a:pt x="631" y="1218"/>
                  </a:cubicBezTo>
                  <a:cubicBezTo>
                    <a:pt x="667" y="1218"/>
                    <a:pt x="738" y="1206"/>
                    <a:pt x="762" y="1159"/>
                  </a:cubicBezTo>
                  <a:lnTo>
                    <a:pt x="1596" y="325"/>
                  </a:lnTo>
                  <a:cubicBezTo>
                    <a:pt x="1667" y="266"/>
                    <a:pt x="1667" y="135"/>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79" name="Google Shape;10879;p64"/>
          <p:cNvSpPr/>
          <p:nvPr/>
        </p:nvSpPr>
        <p:spPr>
          <a:xfrm>
            <a:off x="6217513" y="3223401"/>
            <a:ext cx="347524" cy="289917"/>
          </a:xfrm>
          <a:custGeom>
            <a:avLst/>
            <a:gdLst/>
            <a:ahLst/>
            <a:cxnLst/>
            <a:rect l="l" t="t" r="r" b="b"/>
            <a:pathLst>
              <a:path w="10919" h="9109" extrusionOk="0">
                <a:moveTo>
                  <a:pt x="2917" y="310"/>
                </a:moveTo>
                <a:cubicBezTo>
                  <a:pt x="3119" y="310"/>
                  <a:pt x="3286" y="476"/>
                  <a:pt x="3286" y="679"/>
                </a:cubicBezTo>
                <a:lnTo>
                  <a:pt x="3286" y="1036"/>
                </a:lnTo>
                <a:cubicBezTo>
                  <a:pt x="3250" y="1322"/>
                  <a:pt x="3012" y="1560"/>
                  <a:pt x="2715" y="1560"/>
                </a:cubicBezTo>
                <a:cubicBezTo>
                  <a:pt x="2417" y="1560"/>
                  <a:pt x="2179" y="1322"/>
                  <a:pt x="2179" y="1024"/>
                </a:cubicBezTo>
                <a:lnTo>
                  <a:pt x="2179" y="679"/>
                </a:lnTo>
                <a:cubicBezTo>
                  <a:pt x="2179" y="476"/>
                  <a:pt x="2346" y="310"/>
                  <a:pt x="2560" y="310"/>
                </a:cubicBezTo>
                <a:close/>
                <a:moveTo>
                  <a:pt x="5715" y="310"/>
                </a:moveTo>
                <a:cubicBezTo>
                  <a:pt x="5917" y="310"/>
                  <a:pt x="6084" y="476"/>
                  <a:pt x="6084" y="679"/>
                </a:cubicBezTo>
                <a:lnTo>
                  <a:pt x="6084" y="1036"/>
                </a:lnTo>
                <a:cubicBezTo>
                  <a:pt x="6048" y="1322"/>
                  <a:pt x="5810" y="1560"/>
                  <a:pt x="5513" y="1560"/>
                </a:cubicBezTo>
                <a:cubicBezTo>
                  <a:pt x="5215" y="1560"/>
                  <a:pt x="4977" y="1322"/>
                  <a:pt x="4977" y="1024"/>
                </a:cubicBezTo>
                <a:lnTo>
                  <a:pt x="4977" y="679"/>
                </a:lnTo>
                <a:cubicBezTo>
                  <a:pt x="4977" y="476"/>
                  <a:pt x="5144" y="310"/>
                  <a:pt x="5358" y="310"/>
                </a:cubicBezTo>
                <a:close/>
                <a:moveTo>
                  <a:pt x="8513" y="310"/>
                </a:moveTo>
                <a:cubicBezTo>
                  <a:pt x="8715" y="310"/>
                  <a:pt x="8882" y="476"/>
                  <a:pt x="8882" y="679"/>
                </a:cubicBezTo>
                <a:lnTo>
                  <a:pt x="8882" y="1036"/>
                </a:lnTo>
                <a:cubicBezTo>
                  <a:pt x="8846" y="1322"/>
                  <a:pt x="8608" y="1560"/>
                  <a:pt x="8311" y="1560"/>
                </a:cubicBezTo>
                <a:cubicBezTo>
                  <a:pt x="8013" y="1560"/>
                  <a:pt x="7775" y="1322"/>
                  <a:pt x="7775" y="1024"/>
                </a:cubicBezTo>
                <a:lnTo>
                  <a:pt x="7775" y="679"/>
                </a:lnTo>
                <a:cubicBezTo>
                  <a:pt x="7775" y="476"/>
                  <a:pt x="7941" y="310"/>
                  <a:pt x="8156" y="310"/>
                </a:cubicBezTo>
                <a:close/>
                <a:moveTo>
                  <a:pt x="2893" y="1881"/>
                </a:moveTo>
                <a:lnTo>
                  <a:pt x="2893" y="1977"/>
                </a:lnTo>
                <a:cubicBezTo>
                  <a:pt x="2893" y="2036"/>
                  <a:pt x="2905" y="2096"/>
                  <a:pt x="2941" y="2143"/>
                </a:cubicBezTo>
                <a:lnTo>
                  <a:pt x="2715" y="2358"/>
                </a:lnTo>
                <a:lnTo>
                  <a:pt x="2691" y="2358"/>
                </a:lnTo>
                <a:lnTo>
                  <a:pt x="2465" y="2143"/>
                </a:lnTo>
                <a:cubicBezTo>
                  <a:pt x="2500" y="2096"/>
                  <a:pt x="2512" y="2036"/>
                  <a:pt x="2512" y="1977"/>
                </a:cubicBezTo>
                <a:lnTo>
                  <a:pt x="2512" y="1881"/>
                </a:lnTo>
                <a:close/>
                <a:moveTo>
                  <a:pt x="5715" y="1881"/>
                </a:moveTo>
                <a:lnTo>
                  <a:pt x="5715" y="1977"/>
                </a:lnTo>
                <a:cubicBezTo>
                  <a:pt x="5715" y="2036"/>
                  <a:pt x="5727" y="2096"/>
                  <a:pt x="5751" y="2143"/>
                </a:cubicBezTo>
                <a:lnTo>
                  <a:pt x="5536" y="2358"/>
                </a:lnTo>
                <a:lnTo>
                  <a:pt x="5501" y="2358"/>
                </a:lnTo>
                <a:lnTo>
                  <a:pt x="5274" y="2143"/>
                </a:lnTo>
                <a:cubicBezTo>
                  <a:pt x="5310" y="2096"/>
                  <a:pt x="5322" y="2036"/>
                  <a:pt x="5322" y="1977"/>
                </a:cubicBezTo>
                <a:lnTo>
                  <a:pt x="5322" y="1881"/>
                </a:lnTo>
                <a:close/>
                <a:moveTo>
                  <a:pt x="8501" y="1881"/>
                </a:moveTo>
                <a:lnTo>
                  <a:pt x="8501" y="1977"/>
                </a:lnTo>
                <a:cubicBezTo>
                  <a:pt x="8501" y="2036"/>
                  <a:pt x="8525" y="2096"/>
                  <a:pt x="8549" y="2143"/>
                </a:cubicBezTo>
                <a:lnTo>
                  <a:pt x="8334" y="2358"/>
                </a:lnTo>
                <a:lnTo>
                  <a:pt x="8299" y="2358"/>
                </a:lnTo>
                <a:lnTo>
                  <a:pt x="8072" y="2143"/>
                </a:lnTo>
                <a:cubicBezTo>
                  <a:pt x="8108" y="2096"/>
                  <a:pt x="8120" y="2036"/>
                  <a:pt x="8120" y="1977"/>
                </a:cubicBezTo>
                <a:lnTo>
                  <a:pt x="8120" y="1881"/>
                </a:lnTo>
                <a:close/>
                <a:moveTo>
                  <a:pt x="9906" y="3286"/>
                </a:moveTo>
                <a:cubicBezTo>
                  <a:pt x="10120" y="3286"/>
                  <a:pt x="10275" y="3453"/>
                  <a:pt x="10275" y="3655"/>
                </a:cubicBezTo>
                <a:lnTo>
                  <a:pt x="10275" y="4012"/>
                </a:lnTo>
                <a:cubicBezTo>
                  <a:pt x="10263" y="4298"/>
                  <a:pt x="10013" y="4536"/>
                  <a:pt x="9716" y="4536"/>
                </a:cubicBezTo>
                <a:cubicBezTo>
                  <a:pt x="9418" y="4536"/>
                  <a:pt x="9180" y="4298"/>
                  <a:pt x="9180" y="4001"/>
                </a:cubicBezTo>
                <a:lnTo>
                  <a:pt x="9180" y="3655"/>
                </a:lnTo>
                <a:cubicBezTo>
                  <a:pt x="9180" y="3453"/>
                  <a:pt x="9346" y="3286"/>
                  <a:pt x="9549" y="3286"/>
                </a:cubicBezTo>
                <a:close/>
                <a:moveTo>
                  <a:pt x="1512" y="3286"/>
                </a:moveTo>
                <a:cubicBezTo>
                  <a:pt x="1691" y="3286"/>
                  <a:pt x="1857" y="3453"/>
                  <a:pt x="1857" y="3655"/>
                </a:cubicBezTo>
                <a:lnTo>
                  <a:pt x="1857" y="4012"/>
                </a:lnTo>
                <a:cubicBezTo>
                  <a:pt x="1857" y="4310"/>
                  <a:pt x="1619" y="4548"/>
                  <a:pt x="1322" y="4548"/>
                </a:cubicBezTo>
                <a:cubicBezTo>
                  <a:pt x="1024" y="4548"/>
                  <a:pt x="786" y="4310"/>
                  <a:pt x="786" y="4012"/>
                </a:cubicBezTo>
                <a:lnTo>
                  <a:pt x="786" y="3655"/>
                </a:lnTo>
                <a:cubicBezTo>
                  <a:pt x="786" y="3453"/>
                  <a:pt x="953" y="3286"/>
                  <a:pt x="1155" y="3286"/>
                </a:cubicBezTo>
                <a:close/>
                <a:moveTo>
                  <a:pt x="4310" y="3286"/>
                </a:moveTo>
                <a:cubicBezTo>
                  <a:pt x="4489" y="3286"/>
                  <a:pt x="4655" y="3453"/>
                  <a:pt x="4655" y="3655"/>
                </a:cubicBezTo>
                <a:lnTo>
                  <a:pt x="4655" y="4012"/>
                </a:lnTo>
                <a:cubicBezTo>
                  <a:pt x="4655" y="4310"/>
                  <a:pt x="4417" y="4548"/>
                  <a:pt x="4120" y="4548"/>
                </a:cubicBezTo>
                <a:cubicBezTo>
                  <a:pt x="3822" y="4548"/>
                  <a:pt x="3584" y="4310"/>
                  <a:pt x="3584" y="4012"/>
                </a:cubicBezTo>
                <a:lnTo>
                  <a:pt x="3584" y="3655"/>
                </a:lnTo>
                <a:cubicBezTo>
                  <a:pt x="3584" y="3453"/>
                  <a:pt x="3750" y="3286"/>
                  <a:pt x="3953" y="3286"/>
                </a:cubicBezTo>
                <a:close/>
                <a:moveTo>
                  <a:pt x="7108" y="3286"/>
                </a:moveTo>
                <a:cubicBezTo>
                  <a:pt x="7287" y="3286"/>
                  <a:pt x="7453" y="3453"/>
                  <a:pt x="7453" y="3655"/>
                </a:cubicBezTo>
                <a:lnTo>
                  <a:pt x="7453" y="4012"/>
                </a:lnTo>
                <a:cubicBezTo>
                  <a:pt x="7453" y="4310"/>
                  <a:pt x="7215" y="4548"/>
                  <a:pt x="6918" y="4548"/>
                </a:cubicBezTo>
                <a:cubicBezTo>
                  <a:pt x="6620" y="4548"/>
                  <a:pt x="6382" y="4310"/>
                  <a:pt x="6382" y="4012"/>
                </a:cubicBezTo>
                <a:lnTo>
                  <a:pt x="6382" y="3655"/>
                </a:lnTo>
                <a:cubicBezTo>
                  <a:pt x="6382" y="3453"/>
                  <a:pt x="6548" y="3286"/>
                  <a:pt x="6751" y="3286"/>
                </a:cubicBezTo>
                <a:close/>
                <a:moveTo>
                  <a:pt x="1500" y="4858"/>
                </a:moveTo>
                <a:lnTo>
                  <a:pt x="1500" y="4953"/>
                </a:lnTo>
                <a:cubicBezTo>
                  <a:pt x="1500" y="5013"/>
                  <a:pt x="1512" y="5072"/>
                  <a:pt x="1548" y="5120"/>
                </a:cubicBezTo>
                <a:lnTo>
                  <a:pt x="1322" y="5334"/>
                </a:lnTo>
                <a:lnTo>
                  <a:pt x="1286" y="5334"/>
                </a:lnTo>
                <a:lnTo>
                  <a:pt x="1072" y="5120"/>
                </a:lnTo>
                <a:cubicBezTo>
                  <a:pt x="1095" y="5072"/>
                  <a:pt x="1107" y="5013"/>
                  <a:pt x="1107" y="4953"/>
                </a:cubicBezTo>
                <a:lnTo>
                  <a:pt x="1107" y="4858"/>
                </a:lnTo>
                <a:close/>
                <a:moveTo>
                  <a:pt x="4298" y="4858"/>
                </a:moveTo>
                <a:lnTo>
                  <a:pt x="4298" y="4953"/>
                </a:lnTo>
                <a:cubicBezTo>
                  <a:pt x="4298" y="5013"/>
                  <a:pt x="4310" y="5072"/>
                  <a:pt x="4334" y="5120"/>
                </a:cubicBezTo>
                <a:lnTo>
                  <a:pt x="4120" y="5334"/>
                </a:lnTo>
                <a:lnTo>
                  <a:pt x="4084" y="5334"/>
                </a:lnTo>
                <a:lnTo>
                  <a:pt x="3870" y="5120"/>
                </a:lnTo>
                <a:cubicBezTo>
                  <a:pt x="3893" y="5072"/>
                  <a:pt x="3905" y="5013"/>
                  <a:pt x="3905" y="4953"/>
                </a:cubicBezTo>
                <a:lnTo>
                  <a:pt x="3905" y="4858"/>
                </a:lnTo>
                <a:close/>
                <a:moveTo>
                  <a:pt x="7108" y="4858"/>
                </a:moveTo>
                <a:lnTo>
                  <a:pt x="7108" y="4953"/>
                </a:lnTo>
                <a:cubicBezTo>
                  <a:pt x="7108" y="5013"/>
                  <a:pt x="7120" y="5072"/>
                  <a:pt x="7156" y="5120"/>
                </a:cubicBezTo>
                <a:lnTo>
                  <a:pt x="6929" y="5334"/>
                </a:lnTo>
                <a:lnTo>
                  <a:pt x="6906" y="5334"/>
                </a:lnTo>
                <a:lnTo>
                  <a:pt x="6679" y="5120"/>
                </a:lnTo>
                <a:cubicBezTo>
                  <a:pt x="6703" y="5072"/>
                  <a:pt x="6715" y="5013"/>
                  <a:pt x="6715" y="4953"/>
                </a:cubicBezTo>
                <a:lnTo>
                  <a:pt x="6715" y="4858"/>
                </a:lnTo>
                <a:close/>
                <a:moveTo>
                  <a:pt x="9906" y="4858"/>
                </a:moveTo>
                <a:lnTo>
                  <a:pt x="9906" y="4953"/>
                </a:lnTo>
                <a:cubicBezTo>
                  <a:pt x="9906" y="5013"/>
                  <a:pt x="9918" y="5072"/>
                  <a:pt x="9954" y="5120"/>
                </a:cubicBezTo>
                <a:lnTo>
                  <a:pt x="9727" y="5334"/>
                </a:lnTo>
                <a:lnTo>
                  <a:pt x="9704" y="5334"/>
                </a:lnTo>
                <a:lnTo>
                  <a:pt x="9477" y="5120"/>
                </a:lnTo>
                <a:cubicBezTo>
                  <a:pt x="9501" y="5072"/>
                  <a:pt x="9525" y="5013"/>
                  <a:pt x="9525" y="4953"/>
                </a:cubicBezTo>
                <a:lnTo>
                  <a:pt x="9525" y="4858"/>
                </a:lnTo>
                <a:close/>
                <a:moveTo>
                  <a:pt x="2453" y="0"/>
                </a:moveTo>
                <a:cubicBezTo>
                  <a:pt x="2084" y="0"/>
                  <a:pt x="1762" y="310"/>
                  <a:pt x="1762" y="679"/>
                </a:cubicBezTo>
                <a:lnTo>
                  <a:pt x="1762" y="1036"/>
                </a:lnTo>
                <a:cubicBezTo>
                  <a:pt x="1762" y="1322"/>
                  <a:pt x="1905" y="1572"/>
                  <a:pt x="2119" y="1726"/>
                </a:cubicBezTo>
                <a:lnTo>
                  <a:pt x="2119" y="1977"/>
                </a:lnTo>
                <a:cubicBezTo>
                  <a:pt x="2119" y="1977"/>
                  <a:pt x="2119" y="1988"/>
                  <a:pt x="2107" y="1988"/>
                </a:cubicBezTo>
                <a:lnTo>
                  <a:pt x="1691" y="2203"/>
                </a:lnTo>
                <a:cubicBezTo>
                  <a:pt x="1512" y="2286"/>
                  <a:pt x="1405" y="2465"/>
                  <a:pt x="1405" y="2655"/>
                </a:cubicBezTo>
                <a:lnTo>
                  <a:pt x="1405" y="2989"/>
                </a:lnTo>
                <a:lnTo>
                  <a:pt x="1036" y="2989"/>
                </a:lnTo>
                <a:cubicBezTo>
                  <a:pt x="667" y="2989"/>
                  <a:pt x="357" y="3298"/>
                  <a:pt x="357" y="3667"/>
                </a:cubicBezTo>
                <a:lnTo>
                  <a:pt x="357" y="4024"/>
                </a:lnTo>
                <a:cubicBezTo>
                  <a:pt x="357" y="4310"/>
                  <a:pt x="488" y="4560"/>
                  <a:pt x="714" y="4715"/>
                </a:cubicBezTo>
                <a:lnTo>
                  <a:pt x="714" y="4965"/>
                </a:lnTo>
                <a:cubicBezTo>
                  <a:pt x="714" y="4965"/>
                  <a:pt x="714" y="4977"/>
                  <a:pt x="691" y="4977"/>
                </a:cubicBezTo>
                <a:lnTo>
                  <a:pt x="274" y="5191"/>
                </a:lnTo>
                <a:cubicBezTo>
                  <a:pt x="95" y="5275"/>
                  <a:pt x="0" y="5453"/>
                  <a:pt x="0" y="5656"/>
                </a:cubicBezTo>
                <a:lnTo>
                  <a:pt x="0" y="7382"/>
                </a:lnTo>
                <a:cubicBezTo>
                  <a:pt x="0" y="7513"/>
                  <a:pt x="36" y="7644"/>
                  <a:pt x="119" y="7751"/>
                </a:cubicBezTo>
                <a:lnTo>
                  <a:pt x="298" y="8013"/>
                </a:lnTo>
                <a:cubicBezTo>
                  <a:pt x="333" y="8073"/>
                  <a:pt x="357" y="8156"/>
                  <a:pt x="357" y="8227"/>
                </a:cubicBezTo>
                <a:lnTo>
                  <a:pt x="357" y="8942"/>
                </a:lnTo>
                <a:cubicBezTo>
                  <a:pt x="357" y="9025"/>
                  <a:pt x="429" y="9108"/>
                  <a:pt x="512" y="9108"/>
                </a:cubicBezTo>
                <a:cubicBezTo>
                  <a:pt x="607" y="9108"/>
                  <a:pt x="679" y="9025"/>
                  <a:pt x="679" y="8942"/>
                </a:cubicBezTo>
                <a:lnTo>
                  <a:pt x="679" y="8227"/>
                </a:lnTo>
                <a:cubicBezTo>
                  <a:pt x="679" y="8096"/>
                  <a:pt x="631" y="7953"/>
                  <a:pt x="560" y="7858"/>
                </a:cubicBezTo>
                <a:lnTo>
                  <a:pt x="381" y="7584"/>
                </a:lnTo>
                <a:cubicBezTo>
                  <a:pt x="333" y="7525"/>
                  <a:pt x="321" y="7453"/>
                  <a:pt x="321" y="7382"/>
                </a:cubicBezTo>
                <a:lnTo>
                  <a:pt x="321" y="5656"/>
                </a:lnTo>
                <a:cubicBezTo>
                  <a:pt x="321" y="5572"/>
                  <a:pt x="369" y="5513"/>
                  <a:pt x="429" y="5477"/>
                </a:cubicBezTo>
                <a:lnTo>
                  <a:pt x="714" y="5322"/>
                </a:lnTo>
                <a:lnTo>
                  <a:pt x="976" y="5596"/>
                </a:lnTo>
                <a:cubicBezTo>
                  <a:pt x="1036" y="5656"/>
                  <a:pt x="1131" y="5691"/>
                  <a:pt x="1214" y="5691"/>
                </a:cubicBezTo>
                <a:cubicBezTo>
                  <a:pt x="1310" y="5691"/>
                  <a:pt x="1381" y="5667"/>
                  <a:pt x="1453" y="5596"/>
                </a:cubicBezTo>
                <a:lnTo>
                  <a:pt x="1726" y="5322"/>
                </a:lnTo>
                <a:lnTo>
                  <a:pt x="2000" y="5477"/>
                </a:lnTo>
                <a:cubicBezTo>
                  <a:pt x="2060" y="5501"/>
                  <a:pt x="2107" y="5572"/>
                  <a:pt x="2107" y="5656"/>
                </a:cubicBezTo>
                <a:lnTo>
                  <a:pt x="2107" y="7382"/>
                </a:lnTo>
                <a:cubicBezTo>
                  <a:pt x="2107" y="7453"/>
                  <a:pt x="2096" y="7525"/>
                  <a:pt x="2048" y="7584"/>
                </a:cubicBezTo>
                <a:lnTo>
                  <a:pt x="1869" y="7858"/>
                </a:lnTo>
                <a:cubicBezTo>
                  <a:pt x="1798" y="7977"/>
                  <a:pt x="1750" y="8096"/>
                  <a:pt x="1750" y="8227"/>
                </a:cubicBezTo>
                <a:lnTo>
                  <a:pt x="1750" y="8942"/>
                </a:lnTo>
                <a:cubicBezTo>
                  <a:pt x="1750" y="9025"/>
                  <a:pt x="1822" y="9108"/>
                  <a:pt x="1917" y="9108"/>
                </a:cubicBezTo>
                <a:cubicBezTo>
                  <a:pt x="2000" y="9108"/>
                  <a:pt x="2084" y="9025"/>
                  <a:pt x="2084" y="8942"/>
                </a:cubicBezTo>
                <a:lnTo>
                  <a:pt x="2084" y="8227"/>
                </a:lnTo>
                <a:cubicBezTo>
                  <a:pt x="2084" y="8156"/>
                  <a:pt x="2096" y="8073"/>
                  <a:pt x="2143" y="8013"/>
                </a:cubicBezTo>
                <a:lnTo>
                  <a:pt x="2322" y="7751"/>
                </a:lnTo>
                <a:cubicBezTo>
                  <a:pt x="2393" y="7632"/>
                  <a:pt x="2441" y="7513"/>
                  <a:pt x="2441" y="7382"/>
                </a:cubicBezTo>
                <a:lnTo>
                  <a:pt x="2441" y="5656"/>
                </a:lnTo>
                <a:cubicBezTo>
                  <a:pt x="2441" y="5453"/>
                  <a:pt x="2334" y="5275"/>
                  <a:pt x="2155" y="5191"/>
                </a:cubicBezTo>
                <a:lnTo>
                  <a:pt x="1738" y="4977"/>
                </a:lnTo>
                <a:lnTo>
                  <a:pt x="1726" y="4965"/>
                </a:lnTo>
                <a:lnTo>
                  <a:pt x="1726" y="4703"/>
                </a:lnTo>
                <a:cubicBezTo>
                  <a:pt x="1929" y="4536"/>
                  <a:pt x="2084" y="4298"/>
                  <a:pt x="2084" y="4012"/>
                </a:cubicBezTo>
                <a:lnTo>
                  <a:pt x="2084" y="3655"/>
                </a:lnTo>
                <a:cubicBezTo>
                  <a:pt x="2084" y="3405"/>
                  <a:pt x="1929" y="3179"/>
                  <a:pt x="1726" y="3060"/>
                </a:cubicBezTo>
                <a:lnTo>
                  <a:pt x="1726" y="2643"/>
                </a:lnTo>
                <a:cubicBezTo>
                  <a:pt x="1726" y="2572"/>
                  <a:pt x="1762" y="2512"/>
                  <a:pt x="1822" y="2465"/>
                </a:cubicBezTo>
                <a:lnTo>
                  <a:pt x="2107" y="2322"/>
                </a:lnTo>
                <a:lnTo>
                  <a:pt x="2381" y="2584"/>
                </a:lnTo>
                <a:cubicBezTo>
                  <a:pt x="2441" y="2643"/>
                  <a:pt x="2524" y="2691"/>
                  <a:pt x="2619" y="2691"/>
                </a:cubicBezTo>
                <a:cubicBezTo>
                  <a:pt x="2703" y="2691"/>
                  <a:pt x="2774" y="2655"/>
                  <a:pt x="2858" y="2584"/>
                </a:cubicBezTo>
                <a:lnTo>
                  <a:pt x="3119" y="2322"/>
                </a:lnTo>
                <a:lnTo>
                  <a:pt x="3405" y="2465"/>
                </a:lnTo>
                <a:cubicBezTo>
                  <a:pt x="3465" y="2500"/>
                  <a:pt x="3512" y="2572"/>
                  <a:pt x="3512" y="2643"/>
                </a:cubicBezTo>
                <a:lnTo>
                  <a:pt x="3512" y="3060"/>
                </a:lnTo>
                <a:cubicBezTo>
                  <a:pt x="3298" y="3179"/>
                  <a:pt x="3155" y="3405"/>
                  <a:pt x="3155" y="3655"/>
                </a:cubicBezTo>
                <a:lnTo>
                  <a:pt x="3155" y="4012"/>
                </a:lnTo>
                <a:cubicBezTo>
                  <a:pt x="3155" y="4298"/>
                  <a:pt x="3286" y="4548"/>
                  <a:pt x="3512" y="4703"/>
                </a:cubicBezTo>
                <a:lnTo>
                  <a:pt x="3512" y="4953"/>
                </a:lnTo>
                <a:cubicBezTo>
                  <a:pt x="3512" y="4953"/>
                  <a:pt x="3512" y="4965"/>
                  <a:pt x="3489" y="4965"/>
                </a:cubicBezTo>
                <a:lnTo>
                  <a:pt x="3072" y="5179"/>
                </a:lnTo>
                <a:cubicBezTo>
                  <a:pt x="2893" y="5263"/>
                  <a:pt x="2798" y="5441"/>
                  <a:pt x="2798" y="5632"/>
                </a:cubicBezTo>
                <a:lnTo>
                  <a:pt x="2798" y="7358"/>
                </a:lnTo>
                <a:cubicBezTo>
                  <a:pt x="2798" y="7501"/>
                  <a:pt x="2834" y="7632"/>
                  <a:pt x="2917" y="7739"/>
                </a:cubicBezTo>
                <a:lnTo>
                  <a:pt x="3096" y="8001"/>
                </a:lnTo>
                <a:cubicBezTo>
                  <a:pt x="3131" y="8061"/>
                  <a:pt x="3155" y="8132"/>
                  <a:pt x="3155" y="8215"/>
                </a:cubicBezTo>
                <a:lnTo>
                  <a:pt x="3155" y="8930"/>
                </a:lnTo>
                <a:cubicBezTo>
                  <a:pt x="3155" y="9013"/>
                  <a:pt x="3227" y="9085"/>
                  <a:pt x="3310" y="9085"/>
                </a:cubicBezTo>
                <a:cubicBezTo>
                  <a:pt x="3405" y="9085"/>
                  <a:pt x="3477" y="9013"/>
                  <a:pt x="3477" y="8930"/>
                </a:cubicBezTo>
                <a:lnTo>
                  <a:pt x="3477" y="8215"/>
                </a:lnTo>
                <a:cubicBezTo>
                  <a:pt x="3477" y="8073"/>
                  <a:pt x="3429" y="7942"/>
                  <a:pt x="3358" y="7834"/>
                </a:cubicBezTo>
                <a:lnTo>
                  <a:pt x="3179" y="7572"/>
                </a:lnTo>
                <a:cubicBezTo>
                  <a:pt x="3131" y="7513"/>
                  <a:pt x="3119" y="7441"/>
                  <a:pt x="3119" y="7358"/>
                </a:cubicBezTo>
                <a:lnTo>
                  <a:pt x="3119" y="5632"/>
                </a:lnTo>
                <a:cubicBezTo>
                  <a:pt x="3119" y="5560"/>
                  <a:pt x="3167" y="5501"/>
                  <a:pt x="3227" y="5453"/>
                </a:cubicBezTo>
                <a:lnTo>
                  <a:pt x="3512" y="5310"/>
                </a:lnTo>
                <a:lnTo>
                  <a:pt x="3774" y="5572"/>
                </a:lnTo>
                <a:cubicBezTo>
                  <a:pt x="3834" y="5632"/>
                  <a:pt x="3929" y="5679"/>
                  <a:pt x="4012" y="5679"/>
                </a:cubicBezTo>
                <a:cubicBezTo>
                  <a:pt x="4108" y="5679"/>
                  <a:pt x="4179" y="5656"/>
                  <a:pt x="4251" y="5572"/>
                </a:cubicBezTo>
                <a:lnTo>
                  <a:pt x="4524" y="5310"/>
                </a:lnTo>
                <a:lnTo>
                  <a:pt x="4798" y="5453"/>
                </a:lnTo>
                <a:cubicBezTo>
                  <a:pt x="4858" y="5489"/>
                  <a:pt x="4905" y="5560"/>
                  <a:pt x="4905" y="5632"/>
                </a:cubicBezTo>
                <a:lnTo>
                  <a:pt x="4905" y="7358"/>
                </a:lnTo>
                <a:cubicBezTo>
                  <a:pt x="4905" y="7441"/>
                  <a:pt x="4893" y="7513"/>
                  <a:pt x="4846" y="7572"/>
                </a:cubicBezTo>
                <a:lnTo>
                  <a:pt x="4667" y="7834"/>
                </a:lnTo>
                <a:cubicBezTo>
                  <a:pt x="4596" y="7953"/>
                  <a:pt x="4548" y="8073"/>
                  <a:pt x="4548" y="8215"/>
                </a:cubicBezTo>
                <a:lnTo>
                  <a:pt x="4548" y="8930"/>
                </a:lnTo>
                <a:cubicBezTo>
                  <a:pt x="4548" y="9013"/>
                  <a:pt x="4620" y="9085"/>
                  <a:pt x="4715" y="9085"/>
                </a:cubicBezTo>
                <a:cubicBezTo>
                  <a:pt x="4798" y="9085"/>
                  <a:pt x="4882" y="9013"/>
                  <a:pt x="4882" y="8930"/>
                </a:cubicBezTo>
                <a:lnTo>
                  <a:pt x="4882" y="8215"/>
                </a:lnTo>
                <a:cubicBezTo>
                  <a:pt x="4882" y="8132"/>
                  <a:pt x="4893" y="8061"/>
                  <a:pt x="4941" y="8001"/>
                </a:cubicBezTo>
                <a:lnTo>
                  <a:pt x="5120" y="7739"/>
                </a:lnTo>
                <a:cubicBezTo>
                  <a:pt x="5191" y="7620"/>
                  <a:pt x="5239" y="7501"/>
                  <a:pt x="5239" y="7358"/>
                </a:cubicBezTo>
                <a:lnTo>
                  <a:pt x="5239" y="5632"/>
                </a:lnTo>
                <a:cubicBezTo>
                  <a:pt x="5239" y="5441"/>
                  <a:pt x="5132" y="5263"/>
                  <a:pt x="4953" y="5179"/>
                </a:cubicBezTo>
                <a:lnTo>
                  <a:pt x="4536" y="4965"/>
                </a:lnTo>
                <a:lnTo>
                  <a:pt x="4524" y="4953"/>
                </a:lnTo>
                <a:lnTo>
                  <a:pt x="4524" y="4703"/>
                </a:lnTo>
                <a:cubicBezTo>
                  <a:pt x="4727" y="4536"/>
                  <a:pt x="4882" y="4298"/>
                  <a:pt x="4882" y="4012"/>
                </a:cubicBezTo>
                <a:lnTo>
                  <a:pt x="4882" y="3655"/>
                </a:lnTo>
                <a:cubicBezTo>
                  <a:pt x="4882" y="3405"/>
                  <a:pt x="4727" y="3179"/>
                  <a:pt x="4524" y="3060"/>
                </a:cubicBezTo>
                <a:lnTo>
                  <a:pt x="4524" y="2643"/>
                </a:lnTo>
                <a:cubicBezTo>
                  <a:pt x="4524" y="2572"/>
                  <a:pt x="4560" y="2512"/>
                  <a:pt x="4620" y="2465"/>
                </a:cubicBezTo>
                <a:lnTo>
                  <a:pt x="4905" y="2322"/>
                </a:lnTo>
                <a:lnTo>
                  <a:pt x="5179" y="2584"/>
                </a:lnTo>
                <a:cubicBezTo>
                  <a:pt x="5239" y="2643"/>
                  <a:pt x="5322" y="2691"/>
                  <a:pt x="5417" y="2691"/>
                </a:cubicBezTo>
                <a:cubicBezTo>
                  <a:pt x="5501" y="2691"/>
                  <a:pt x="5572" y="2655"/>
                  <a:pt x="5655" y="2584"/>
                </a:cubicBezTo>
                <a:lnTo>
                  <a:pt x="5917" y="2322"/>
                </a:lnTo>
                <a:lnTo>
                  <a:pt x="6203" y="2465"/>
                </a:lnTo>
                <a:cubicBezTo>
                  <a:pt x="6263" y="2500"/>
                  <a:pt x="6310" y="2572"/>
                  <a:pt x="6310" y="2643"/>
                </a:cubicBezTo>
                <a:lnTo>
                  <a:pt x="6310" y="3060"/>
                </a:lnTo>
                <a:cubicBezTo>
                  <a:pt x="6096" y="3179"/>
                  <a:pt x="5953" y="3405"/>
                  <a:pt x="5953" y="3655"/>
                </a:cubicBezTo>
                <a:lnTo>
                  <a:pt x="5953" y="4012"/>
                </a:lnTo>
                <a:cubicBezTo>
                  <a:pt x="5953" y="4298"/>
                  <a:pt x="6084" y="4548"/>
                  <a:pt x="6310" y="4703"/>
                </a:cubicBezTo>
                <a:lnTo>
                  <a:pt x="6310" y="4953"/>
                </a:lnTo>
                <a:cubicBezTo>
                  <a:pt x="6310" y="4953"/>
                  <a:pt x="6310" y="4965"/>
                  <a:pt x="6287" y="4965"/>
                </a:cubicBezTo>
                <a:lnTo>
                  <a:pt x="5870" y="5179"/>
                </a:lnTo>
                <a:cubicBezTo>
                  <a:pt x="5691" y="5263"/>
                  <a:pt x="5596" y="5441"/>
                  <a:pt x="5596" y="5632"/>
                </a:cubicBezTo>
                <a:lnTo>
                  <a:pt x="5596" y="7358"/>
                </a:lnTo>
                <a:cubicBezTo>
                  <a:pt x="5596" y="7501"/>
                  <a:pt x="5632" y="7632"/>
                  <a:pt x="5715" y="7739"/>
                </a:cubicBezTo>
                <a:lnTo>
                  <a:pt x="5894" y="8001"/>
                </a:lnTo>
                <a:cubicBezTo>
                  <a:pt x="5929" y="8061"/>
                  <a:pt x="5953" y="8132"/>
                  <a:pt x="5953" y="8215"/>
                </a:cubicBezTo>
                <a:lnTo>
                  <a:pt x="5953" y="8930"/>
                </a:lnTo>
                <a:cubicBezTo>
                  <a:pt x="5953" y="9013"/>
                  <a:pt x="6025" y="9085"/>
                  <a:pt x="6108" y="9085"/>
                </a:cubicBezTo>
                <a:cubicBezTo>
                  <a:pt x="6203" y="9085"/>
                  <a:pt x="6275" y="9013"/>
                  <a:pt x="6275" y="8930"/>
                </a:cubicBezTo>
                <a:lnTo>
                  <a:pt x="6275" y="8215"/>
                </a:lnTo>
                <a:cubicBezTo>
                  <a:pt x="6275" y="8073"/>
                  <a:pt x="6227" y="7942"/>
                  <a:pt x="6156" y="7834"/>
                </a:cubicBezTo>
                <a:lnTo>
                  <a:pt x="5977" y="7572"/>
                </a:lnTo>
                <a:cubicBezTo>
                  <a:pt x="5929" y="7513"/>
                  <a:pt x="5917" y="7441"/>
                  <a:pt x="5917" y="7358"/>
                </a:cubicBezTo>
                <a:lnTo>
                  <a:pt x="5917" y="5632"/>
                </a:lnTo>
                <a:cubicBezTo>
                  <a:pt x="5917" y="5560"/>
                  <a:pt x="5965" y="5501"/>
                  <a:pt x="6025" y="5453"/>
                </a:cubicBezTo>
                <a:lnTo>
                  <a:pt x="6310" y="5310"/>
                </a:lnTo>
                <a:lnTo>
                  <a:pt x="6572" y="5572"/>
                </a:lnTo>
                <a:cubicBezTo>
                  <a:pt x="6632" y="5632"/>
                  <a:pt x="6727" y="5679"/>
                  <a:pt x="6810" y="5679"/>
                </a:cubicBezTo>
                <a:cubicBezTo>
                  <a:pt x="6906" y="5679"/>
                  <a:pt x="6977" y="5656"/>
                  <a:pt x="7049" y="5572"/>
                </a:cubicBezTo>
                <a:lnTo>
                  <a:pt x="7322" y="5310"/>
                </a:lnTo>
                <a:lnTo>
                  <a:pt x="7596" y="5453"/>
                </a:lnTo>
                <a:cubicBezTo>
                  <a:pt x="7656" y="5489"/>
                  <a:pt x="7703" y="5560"/>
                  <a:pt x="7703" y="5632"/>
                </a:cubicBezTo>
                <a:lnTo>
                  <a:pt x="7703" y="7358"/>
                </a:lnTo>
                <a:cubicBezTo>
                  <a:pt x="7703" y="7441"/>
                  <a:pt x="7691" y="7513"/>
                  <a:pt x="7644" y="7572"/>
                </a:cubicBezTo>
                <a:lnTo>
                  <a:pt x="7465" y="7834"/>
                </a:lnTo>
                <a:cubicBezTo>
                  <a:pt x="7394" y="7953"/>
                  <a:pt x="7346" y="8073"/>
                  <a:pt x="7346" y="8215"/>
                </a:cubicBezTo>
                <a:lnTo>
                  <a:pt x="7346" y="8930"/>
                </a:lnTo>
                <a:cubicBezTo>
                  <a:pt x="7346" y="9013"/>
                  <a:pt x="7418" y="9085"/>
                  <a:pt x="7513" y="9085"/>
                </a:cubicBezTo>
                <a:cubicBezTo>
                  <a:pt x="7596" y="9085"/>
                  <a:pt x="7680" y="9013"/>
                  <a:pt x="7680" y="8930"/>
                </a:cubicBezTo>
                <a:lnTo>
                  <a:pt x="7680" y="8215"/>
                </a:lnTo>
                <a:cubicBezTo>
                  <a:pt x="7680" y="8132"/>
                  <a:pt x="7691" y="8061"/>
                  <a:pt x="7739" y="8001"/>
                </a:cubicBezTo>
                <a:lnTo>
                  <a:pt x="7918" y="7739"/>
                </a:lnTo>
                <a:cubicBezTo>
                  <a:pt x="7989" y="7620"/>
                  <a:pt x="8037" y="7501"/>
                  <a:pt x="8037" y="7358"/>
                </a:cubicBezTo>
                <a:lnTo>
                  <a:pt x="8037" y="5632"/>
                </a:lnTo>
                <a:cubicBezTo>
                  <a:pt x="8037" y="5441"/>
                  <a:pt x="7930" y="5263"/>
                  <a:pt x="7751" y="5179"/>
                </a:cubicBezTo>
                <a:lnTo>
                  <a:pt x="7334" y="4965"/>
                </a:lnTo>
                <a:lnTo>
                  <a:pt x="7322" y="4953"/>
                </a:lnTo>
                <a:lnTo>
                  <a:pt x="7322" y="4703"/>
                </a:lnTo>
                <a:cubicBezTo>
                  <a:pt x="7525" y="4536"/>
                  <a:pt x="7680" y="4298"/>
                  <a:pt x="7680" y="4012"/>
                </a:cubicBezTo>
                <a:lnTo>
                  <a:pt x="7680" y="3655"/>
                </a:lnTo>
                <a:cubicBezTo>
                  <a:pt x="7680" y="3405"/>
                  <a:pt x="7525" y="3179"/>
                  <a:pt x="7322" y="3060"/>
                </a:cubicBezTo>
                <a:lnTo>
                  <a:pt x="7322" y="2643"/>
                </a:lnTo>
                <a:cubicBezTo>
                  <a:pt x="7322" y="2572"/>
                  <a:pt x="7358" y="2512"/>
                  <a:pt x="7418" y="2465"/>
                </a:cubicBezTo>
                <a:lnTo>
                  <a:pt x="7703" y="2322"/>
                </a:lnTo>
                <a:lnTo>
                  <a:pt x="7977" y="2584"/>
                </a:lnTo>
                <a:cubicBezTo>
                  <a:pt x="8037" y="2643"/>
                  <a:pt x="8120" y="2691"/>
                  <a:pt x="8215" y="2691"/>
                </a:cubicBezTo>
                <a:cubicBezTo>
                  <a:pt x="8299" y="2691"/>
                  <a:pt x="8370" y="2655"/>
                  <a:pt x="8453" y="2584"/>
                </a:cubicBezTo>
                <a:lnTo>
                  <a:pt x="8715" y="2322"/>
                </a:lnTo>
                <a:lnTo>
                  <a:pt x="9001" y="2465"/>
                </a:lnTo>
                <a:cubicBezTo>
                  <a:pt x="9061" y="2500"/>
                  <a:pt x="9108" y="2572"/>
                  <a:pt x="9108" y="2643"/>
                </a:cubicBezTo>
                <a:lnTo>
                  <a:pt x="9108" y="3060"/>
                </a:lnTo>
                <a:cubicBezTo>
                  <a:pt x="8894" y="3179"/>
                  <a:pt x="8751" y="3405"/>
                  <a:pt x="8751" y="3655"/>
                </a:cubicBezTo>
                <a:lnTo>
                  <a:pt x="8751" y="4012"/>
                </a:lnTo>
                <a:cubicBezTo>
                  <a:pt x="8751" y="4298"/>
                  <a:pt x="8882" y="4548"/>
                  <a:pt x="9108" y="4703"/>
                </a:cubicBezTo>
                <a:lnTo>
                  <a:pt x="9108" y="4953"/>
                </a:lnTo>
                <a:cubicBezTo>
                  <a:pt x="9108" y="4953"/>
                  <a:pt x="9108" y="4965"/>
                  <a:pt x="9084" y="4965"/>
                </a:cubicBezTo>
                <a:lnTo>
                  <a:pt x="8668" y="5179"/>
                </a:lnTo>
                <a:cubicBezTo>
                  <a:pt x="8489" y="5263"/>
                  <a:pt x="8394" y="5441"/>
                  <a:pt x="8394" y="5632"/>
                </a:cubicBezTo>
                <a:lnTo>
                  <a:pt x="8394" y="7358"/>
                </a:lnTo>
                <a:cubicBezTo>
                  <a:pt x="8394" y="7501"/>
                  <a:pt x="8430" y="7632"/>
                  <a:pt x="8513" y="7739"/>
                </a:cubicBezTo>
                <a:lnTo>
                  <a:pt x="8692" y="8001"/>
                </a:lnTo>
                <a:cubicBezTo>
                  <a:pt x="8727" y="8061"/>
                  <a:pt x="8751" y="8132"/>
                  <a:pt x="8751" y="8215"/>
                </a:cubicBezTo>
                <a:lnTo>
                  <a:pt x="8751" y="8930"/>
                </a:lnTo>
                <a:cubicBezTo>
                  <a:pt x="8751" y="9013"/>
                  <a:pt x="8823" y="9085"/>
                  <a:pt x="8906" y="9085"/>
                </a:cubicBezTo>
                <a:cubicBezTo>
                  <a:pt x="9001" y="9085"/>
                  <a:pt x="9073" y="9013"/>
                  <a:pt x="9073" y="8930"/>
                </a:cubicBezTo>
                <a:lnTo>
                  <a:pt x="9073" y="8215"/>
                </a:lnTo>
                <a:cubicBezTo>
                  <a:pt x="9073" y="8073"/>
                  <a:pt x="9025" y="7942"/>
                  <a:pt x="8954" y="7834"/>
                </a:cubicBezTo>
                <a:lnTo>
                  <a:pt x="8775" y="7572"/>
                </a:lnTo>
                <a:cubicBezTo>
                  <a:pt x="8727" y="7513"/>
                  <a:pt x="8715" y="7441"/>
                  <a:pt x="8715" y="7358"/>
                </a:cubicBezTo>
                <a:lnTo>
                  <a:pt x="8715" y="5632"/>
                </a:lnTo>
                <a:cubicBezTo>
                  <a:pt x="8715" y="5560"/>
                  <a:pt x="8763" y="5501"/>
                  <a:pt x="8823" y="5453"/>
                </a:cubicBezTo>
                <a:lnTo>
                  <a:pt x="9108" y="5310"/>
                </a:lnTo>
                <a:lnTo>
                  <a:pt x="9370" y="5572"/>
                </a:lnTo>
                <a:cubicBezTo>
                  <a:pt x="9430" y="5632"/>
                  <a:pt x="9525" y="5679"/>
                  <a:pt x="9608" y="5679"/>
                </a:cubicBezTo>
                <a:cubicBezTo>
                  <a:pt x="9704" y="5679"/>
                  <a:pt x="9775" y="5656"/>
                  <a:pt x="9846" y="5572"/>
                </a:cubicBezTo>
                <a:lnTo>
                  <a:pt x="10120" y="5310"/>
                </a:lnTo>
                <a:lnTo>
                  <a:pt x="10394" y="5453"/>
                </a:lnTo>
                <a:cubicBezTo>
                  <a:pt x="10454" y="5489"/>
                  <a:pt x="10501" y="5560"/>
                  <a:pt x="10501" y="5632"/>
                </a:cubicBezTo>
                <a:lnTo>
                  <a:pt x="10501" y="7358"/>
                </a:lnTo>
                <a:cubicBezTo>
                  <a:pt x="10501" y="7441"/>
                  <a:pt x="10489" y="7513"/>
                  <a:pt x="10442" y="7572"/>
                </a:cubicBezTo>
                <a:lnTo>
                  <a:pt x="10263" y="7834"/>
                </a:lnTo>
                <a:cubicBezTo>
                  <a:pt x="10192" y="7953"/>
                  <a:pt x="10144" y="8073"/>
                  <a:pt x="10144" y="8215"/>
                </a:cubicBezTo>
                <a:lnTo>
                  <a:pt x="10144" y="8930"/>
                </a:lnTo>
                <a:cubicBezTo>
                  <a:pt x="10144" y="9013"/>
                  <a:pt x="10216" y="9085"/>
                  <a:pt x="10311" y="9085"/>
                </a:cubicBezTo>
                <a:cubicBezTo>
                  <a:pt x="10394" y="9085"/>
                  <a:pt x="10478" y="9013"/>
                  <a:pt x="10478" y="8930"/>
                </a:cubicBezTo>
                <a:lnTo>
                  <a:pt x="10478" y="8215"/>
                </a:lnTo>
                <a:cubicBezTo>
                  <a:pt x="10478" y="8132"/>
                  <a:pt x="10489" y="8061"/>
                  <a:pt x="10537" y="8001"/>
                </a:cubicBezTo>
                <a:lnTo>
                  <a:pt x="10716" y="7739"/>
                </a:lnTo>
                <a:cubicBezTo>
                  <a:pt x="10787" y="7620"/>
                  <a:pt x="10835" y="7501"/>
                  <a:pt x="10835" y="7358"/>
                </a:cubicBezTo>
                <a:lnTo>
                  <a:pt x="10835" y="5632"/>
                </a:lnTo>
                <a:cubicBezTo>
                  <a:pt x="10918" y="5429"/>
                  <a:pt x="10811" y="5251"/>
                  <a:pt x="10632" y="5155"/>
                </a:cubicBezTo>
                <a:lnTo>
                  <a:pt x="10216" y="4953"/>
                </a:lnTo>
                <a:lnTo>
                  <a:pt x="10204" y="4941"/>
                </a:lnTo>
                <a:lnTo>
                  <a:pt x="10204" y="4703"/>
                </a:lnTo>
                <a:cubicBezTo>
                  <a:pt x="10418" y="4536"/>
                  <a:pt x="10561" y="4298"/>
                  <a:pt x="10561" y="4012"/>
                </a:cubicBezTo>
                <a:lnTo>
                  <a:pt x="10561" y="3655"/>
                </a:lnTo>
                <a:cubicBezTo>
                  <a:pt x="10561" y="3286"/>
                  <a:pt x="10251" y="2977"/>
                  <a:pt x="9882" y="2977"/>
                </a:cubicBezTo>
                <a:lnTo>
                  <a:pt x="9501" y="2977"/>
                </a:lnTo>
                <a:lnTo>
                  <a:pt x="9501" y="2643"/>
                </a:lnTo>
                <a:cubicBezTo>
                  <a:pt x="9501" y="2453"/>
                  <a:pt x="9406" y="2274"/>
                  <a:pt x="9227" y="2179"/>
                </a:cubicBezTo>
                <a:lnTo>
                  <a:pt x="8811" y="1977"/>
                </a:lnTo>
                <a:lnTo>
                  <a:pt x="8787" y="1953"/>
                </a:lnTo>
                <a:lnTo>
                  <a:pt x="8787" y="1726"/>
                </a:lnTo>
                <a:cubicBezTo>
                  <a:pt x="9001" y="1560"/>
                  <a:pt x="9144" y="1322"/>
                  <a:pt x="9144" y="1036"/>
                </a:cubicBezTo>
                <a:lnTo>
                  <a:pt x="9144" y="679"/>
                </a:lnTo>
                <a:cubicBezTo>
                  <a:pt x="9144" y="310"/>
                  <a:pt x="8834" y="0"/>
                  <a:pt x="8465" y="0"/>
                </a:cubicBezTo>
                <a:lnTo>
                  <a:pt x="8108" y="0"/>
                </a:lnTo>
                <a:cubicBezTo>
                  <a:pt x="7739" y="0"/>
                  <a:pt x="7418" y="310"/>
                  <a:pt x="7418" y="679"/>
                </a:cubicBezTo>
                <a:lnTo>
                  <a:pt x="7418" y="1036"/>
                </a:lnTo>
                <a:cubicBezTo>
                  <a:pt x="7418" y="1322"/>
                  <a:pt x="7560" y="1572"/>
                  <a:pt x="7775" y="1726"/>
                </a:cubicBezTo>
                <a:lnTo>
                  <a:pt x="7775" y="1977"/>
                </a:lnTo>
                <a:cubicBezTo>
                  <a:pt x="7775" y="1977"/>
                  <a:pt x="7775" y="1988"/>
                  <a:pt x="7763" y="1988"/>
                </a:cubicBezTo>
                <a:lnTo>
                  <a:pt x="7346" y="2203"/>
                </a:lnTo>
                <a:cubicBezTo>
                  <a:pt x="7168" y="2286"/>
                  <a:pt x="7060" y="2465"/>
                  <a:pt x="7060" y="2655"/>
                </a:cubicBezTo>
                <a:lnTo>
                  <a:pt x="7060" y="2989"/>
                </a:lnTo>
                <a:lnTo>
                  <a:pt x="6679" y="2989"/>
                </a:lnTo>
                <a:lnTo>
                  <a:pt x="6679" y="2655"/>
                </a:lnTo>
                <a:cubicBezTo>
                  <a:pt x="6679" y="2465"/>
                  <a:pt x="6572" y="2286"/>
                  <a:pt x="6394" y="2203"/>
                </a:cubicBezTo>
                <a:lnTo>
                  <a:pt x="5977" y="1988"/>
                </a:lnTo>
                <a:lnTo>
                  <a:pt x="5965" y="1977"/>
                </a:lnTo>
                <a:lnTo>
                  <a:pt x="5965" y="1726"/>
                </a:lnTo>
                <a:cubicBezTo>
                  <a:pt x="6167" y="1560"/>
                  <a:pt x="6322" y="1322"/>
                  <a:pt x="6322" y="1036"/>
                </a:cubicBezTo>
                <a:lnTo>
                  <a:pt x="6322" y="679"/>
                </a:lnTo>
                <a:cubicBezTo>
                  <a:pt x="6322" y="310"/>
                  <a:pt x="6013" y="0"/>
                  <a:pt x="5632" y="0"/>
                </a:cubicBezTo>
                <a:lnTo>
                  <a:pt x="5274" y="0"/>
                </a:lnTo>
                <a:cubicBezTo>
                  <a:pt x="4905" y="0"/>
                  <a:pt x="4596" y="310"/>
                  <a:pt x="4596" y="679"/>
                </a:cubicBezTo>
                <a:lnTo>
                  <a:pt x="4596" y="1036"/>
                </a:lnTo>
                <a:cubicBezTo>
                  <a:pt x="4596" y="1322"/>
                  <a:pt x="4727" y="1572"/>
                  <a:pt x="4953" y="1726"/>
                </a:cubicBezTo>
                <a:lnTo>
                  <a:pt x="4953" y="1977"/>
                </a:lnTo>
                <a:cubicBezTo>
                  <a:pt x="4953" y="1977"/>
                  <a:pt x="4953" y="1988"/>
                  <a:pt x="4941" y="1988"/>
                </a:cubicBezTo>
                <a:lnTo>
                  <a:pt x="4524" y="2203"/>
                </a:lnTo>
                <a:cubicBezTo>
                  <a:pt x="4346" y="2286"/>
                  <a:pt x="4239" y="2465"/>
                  <a:pt x="4239" y="2655"/>
                </a:cubicBezTo>
                <a:lnTo>
                  <a:pt x="4239" y="2989"/>
                </a:lnTo>
                <a:lnTo>
                  <a:pt x="3846" y="2989"/>
                </a:lnTo>
                <a:lnTo>
                  <a:pt x="3846" y="2655"/>
                </a:lnTo>
                <a:cubicBezTo>
                  <a:pt x="3846" y="2465"/>
                  <a:pt x="3750" y="2286"/>
                  <a:pt x="3572" y="2203"/>
                </a:cubicBezTo>
                <a:lnTo>
                  <a:pt x="3155" y="1988"/>
                </a:lnTo>
                <a:lnTo>
                  <a:pt x="3131" y="1977"/>
                </a:lnTo>
                <a:lnTo>
                  <a:pt x="3131" y="1726"/>
                </a:lnTo>
                <a:cubicBezTo>
                  <a:pt x="3346" y="1560"/>
                  <a:pt x="3489" y="1322"/>
                  <a:pt x="3489" y="1036"/>
                </a:cubicBezTo>
                <a:lnTo>
                  <a:pt x="3489" y="679"/>
                </a:lnTo>
                <a:cubicBezTo>
                  <a:pt x="3489" y="310"/>
                  <a:pt x="3179"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80" name="Google Shape;10880;p64"/>
          <p:cNvGrpSpPr/>
          <p:nvPr/>
        </p:nvGrpSpPr>
        <p:grpSpPr>
          <a:xfrm>
            <a:off x="903530" y="3631875"/>
            <a:ext cx="264550" cy="353222"/>
            <a:chOff x="903530" y="3806125"/>
            <a:chExt cx="264550" cy="353222"/>
          </a:xfrm>
        </p:grpSpPr>
        <p:sp>
          <p:nvSpPr>
            <p:cNvPr id="10881" name="Google Shape;10881;p64"/>
            <p:cNvSpPr/>
            <p:nvPr/>
          </p:nvSpPr>
          <p:spPr>
            <a:xfrm>
              <a:off x="926637" y="3839321"/>
              <a:ext cx="173237" cy="162002"/>
            </a:xfrm>
            <a:custGeom>
              <a:avLst/>
              <a:gdLst/>
              <a:ahLst/>
              <a:cxnLst/>
              <a:rect l="l" t="t" r="r" b="b"/>
              <a:pathLst>
                <a:path w="5443" h="5090" extrusionOk="0">
                  <a:moveTo>
                    <a:pt x="3418" y="1"/>
                  </a:moveTo>
                  <a:cubicBezTo>
                    <a:pt x="2623" y="1"/>
                    <a:pt x="1831" y="307"/>
                    <a:pt x="1227" y="911"/>
                  </a:cubicBezTo>
                  <a:cubicBezTo>
                    <a:pt x="108" y="2030"/>
                    <a:pt x="1" y="3804"/>
                    <a:pt x="989" y="5030"/>
                  </a:cubicBezTo>
                  <a:cubicBezTo>
                    <a:pt x="1013" y="5078"/>
                    <a:pt x="1061" y="5090"/>
                    <a:pt x="1120" y="5090"/>
                  </a:cubicBezTo>
                  <a:cubicBezTo>
                    <a:pt x="1156" y="5090"/>
                    <a:pt x="1192" y="5078"/>
                    <a:pt x="1227" y="5066"/>
                  </a:cubicBezTo>
                  <a:cubicBezTo>
                    <a:pt x="1299" y="5006"/>
                    <a:pt x="1311" y="4899"/>
                    <a:pt x="1251" y="4840"/>
                  </a:cubicBezTo>
                  <a:cubicBezTo>
                    <a:pt x="382" y="3744"/>
                    <a:pt x="477" y="2149"/>
                    <a:pt x="1477" y="1149"/>
                  </a:cubicBezTo>
                  <a:cubicBezTo>
                    <a:pt x="2019" y="607"/>
                    <a:pt x="2735" y="334"/>
                    <a:pt x="3452" y="334"/>
                  </a:cubicBezTo>
                  <a:cubicBezTo>
                    <a:pt x="4059" y="334"/>
                    <a:pt x="4666" y="530"/>
                    <a:pt x="5168" y="923"/>
                  </a:cubicBezTo>
                  <a:cubicBezTo>
                    <a:pt x="5199" y="948"/>
                    <a:pt x="5237" y="961"/>
                    <a:pt x="5273" y="961"/>
                  </a:cubicBezTo>
                  <a:cubicBezTo>
                    <a:pt x="5321" y="961"/>
                    <a:pt x="5367" y="939"/>
                    <a:pt x="5394" y="899"/>
                  </a:cubicBezTo>
                  <a:cubicBezTo>
                    <a:pt x="5442" y="827"/>
                    <a:pt x="5418" y="720"/>
                    <a:pt x="5347" y="672"/>
                  </a:cubicBezTo>
                  <a:cubicBezTo>
                    <a:pt x="4777" y="223"/>
                    <a:pt x="4096" y="1"/>
                    <a:pt x="3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64"/>
            <p:cNvSpPr/>
            <p:nvPr/>
          </p:nvSpPr>
          <p:spPr>
            <a:xfrm>
              <a:off x="903530" y="3806125"/>
              <a:ext cx="264550" cy="353222"/>
            </a:xfrm>
            <a:custGeom>
              <a:avLst/>
              <a:gdLst/>
              <a:ahLst/>
              <a:cxnLst/>
              <a:rect l="l" t="t" r="r" b="b"/>
              <a:pathLst>
                <a:path w="8312" h="11098" extrusionOk="0">
                  <a:moveTo>
                    <a:pt x="4144" y="322"/>
                  </a:moveTo>
                  <a:cubicBezTo>
                    <a:pt x="6251" y="322"/>
                    <a:pt x="7966" y="2025"/>
                    <a:pt x="7966" y="4144"/>
                  </a:cubicBezTo>
                  <a:cubicBezTo>
                    <a:pt x="7978" y="5085"/>
                    <a:pt x="7775" y="6002"/>
                    <a:pt x="7371" y="6895"/>
                  </a:cubicBezTo>
                  <a:cubicBezTo>
                    <a:pt x="7037" y="7609"/>
                    <a:pt x="6597" y="8323"/>
                    <a:pt x="6025" y="8978"/>
                  </a:cubicBezTo>
                  <a:cubicBezTo>
                    <a:pt x="5228" y="9919"/>
                    <a:pt x="4418" y="10526"/>
                    <a:pt x="4156" y="10717"/>
                  </a:cubicBezTo>
                  <a:cubicBezTo>
                    <a:pt x="3882" y="10538"/>
                    <a:pt x="3084" y="9931"/>
                    <a:pt x="2275" y="8990"/>
                  </a:cubicBezTo>
                  <a:cubicBezTo>
                    <a:pt x="1715" y="8323"/>
                    <a:pt x="1251" y="7621"/>
                    <a:pt x="929" y="6895"/>
                  </a:cubicBezTo>
                  <a:cubicBezTo>
                    <a:pt x="525" y="6002"/>
                    <a:pt x="310" y="5085"/>
                    <a:pt x="310" y="4144"/>
                  </a:cubicBezTo>
                  <a:cubicBezTo>
                    <a:pt x="310" y="2025"/>
                    <a:pt x="2025" y="322"/>
                    <a:pt x="4144" y="322"/>
                  </a:cubicBezTo>
                  <a:close/>
                  <a:moveTo>
                    <a:pt x="4156" y="1"/>
                  </a:moveTo>
                  <a:cubicBezTo>
                    <a:pt x="1858" y="1"/>
                    <a:pt x="1" y="1870"/>
                    <a:pt x="1" y="4156"/>
                  </a:cubicBezTo>
                  <a:cubicBezTo>
                    <a:pt x="1" y="5121"/>
                    <a:pt x="215" y="6097"/>
                    <a:pt x="644" y="7049"/>
                  </a:cubicBezTo>
                  <a:cubicBezTo>
                    <a:pt x="989" y="7788"/>
                    <a:pt x="1441" y="8514"/>
                    <a:pt x="2037" y="9216"/>
                  </a:cubicBezTo>
                  <a:cubicBezTo>
                    <a:pt x="3037" y="10395"/>
                    <a:pt x="4037" y="11050"/>
                    <a:pt x="4061" y="11062"/>
                  </a:cubicBezTo>
                  <a:cubicBezTo>
                    <a:pt x="4096" y="11074"/>
                    <a:pt x="4120" y="11098"/>
                    <a:pt x="4156" y="11098"/>
                  </a:cubicBezTo>
                  <a:cubicBezTo>
                    <a:pt x="4180" y="11098"/>
                    <a:pt x="4215" y="11074"/>
                    <a:pt x="4239" y="11062"/>
                  </a:cubicBezTo>
                  <a:cubicBezTo>
                    <a:pt x="4287" y="11038"/>
                    <a:pt x="5275" y="10395"/>
                    <a:pt x="6263" y="9216"/>
                  </a:cubicBezTo>
                  <a:cubicBezTo>
                    <a:pt x="6859" y="8538"/>
                    <a:pt x="7323" y="7800"/>
                    <a:pt x="7668" y="7049"/>
                  </a:cubicBezTo>
                  <a:cubicBezTo>
                    <a:pt x="8085" y="6109"/>
                    <a:pt x="8311" y="5144"/>
                    <a:pt x="8311" y="4156"/>
                  </a:cubicBezTo>
                  <a:cubicBezTo>
                    <a:pt x="8311" y="1870"/>
                    <a:pt x="6442"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64"/>
            <p:cNvSpPr/>
            <p:nvPr/>
          </p:nvSpPr>
          <p:spPr>
            <a:xfrm>
              <a:off x="1008879" y="3904059"/>
              <a:ext cx="54966" cy="18460"/>
            </a:xfrm>
            <a:custGeom>
              <a:avLst/>
              <a:gdLst/>
              <a:ahLst/>
              <a:cxnLst/>
              <a:rect l="l" t="t" r="r" b="b"/>
              <a:pathLst>
                <a:path w="1727" h="580" extrusionOk="0">
                  <a:moveTo>
                    <a:pt x="648" y="1"/>
                  </a:moveTo>
                  <a:cubicBezTo>
                    <a:pt x="492" y="1"/>
                    <a:pt x="319" y="16"/>
                    <a:pt x="132" y="55"/>
                  </a:cubicBezTo>
                  <a:cubicBezTo>
                    <a:pt x="60" y="67"/>
                    <a:pt x="1" y="127"/>
                    <a:pt x="1" y="222"/>
                  </a:cubicBezTo>
                  <a:lnTo>
                    <a:pt x="1" y="401"/>
                  </a:lnTo>
                  <a:cubicBezTo>
                    <a:pt x="1" y="484"/>
                    <a:pt x="72" y="555"/>
                    <a:pt x="155" y="555"/>
                  </a:cubicBezTo>
                  <a:cubicBezTo>
                    <a:pt x="251" y="555"/>
                    <a:pt x="322" y="484"/>
                    <a:pt x="322" y="401"/>
                  </a:cubicBezTo>
                  <a:lnTo>
                    <a:pt x="322" y="365"/>
                  </a:lnTo>
                  <a:cubicBezTo>
                    <a:pt x="434" y="350"/>
                    <a:pt x="539" y="343"/>
                    <a:pt x="636" y="343"/>
                  </a:cubicBezTo>
                  <a:cubicBezTo>
                    <a:pt x="841" y="343"/>
                    <a:pt x="1011" y="372"/>
                    <a:pt x="1132" y="413"/>
                  </a:cubicBezTo>
                  <a:cubicBezTo>
                    <a:pt x="1334" y="472"/>
                    <a:pt x="1453" y="543"/>
                    <a:pt x="1465" y="543"/>
                  </a:cubicBezTo>
                  <a:cubicBezTo>
                    <a:pt x="1501" y="555"/>
                    <a:pt x="1525" y="579"/>
                    <a:pt x="1560" y="579"/>
                  </a:cubicBezTo>
                  <a:cubicBezTo>
                    <a:pt x="1620" y="579"/>
                    <a:pt x="1667" y="543"/>
                    <a:pt x="1691" y="496"/>
                  </a:cubicBezTo>
                  <a:cubicBezTo>
                    <a:pt x="1727" y="401"/>
                    <a:pt x="1703" y="305"/>
                    <a:pt x="1632" y="246"/>
                  </a:cubicBezTo>
                  <a:cubicBezTo>
                    <a:pt x="1613" y="236"/>
                    <a:pt x="125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64"/>
            <p:cNvSpPr/>
            <p:nvPr/>
          </p:nvSpPr>
          <p:spPr>
            <a:xfrm>
              <a:off x="972118" y="3872072"/>
              <a:ext cx="172473" cy="164866"/>
            </a:xfrm>
            <a:custGeom>
              <a:avLst/>
              <a:gdLst/>
              <a:ahLst/>
              <a:cxnLst/>
              <a:rect l="l" t="t" r="r" b="b"/>
              <a:pathLst>
                <a:path w="5419" h="5180" extrusionOk="0">
                  <a:moveTo>
                    <a:pt x="3239" y="346"/>
                  </a:moveTo>
                  <a:lnTo>
                    <a:pt x="3239" y="1144"/>
                  </a:lnTo>
                  <a:cubicBezTo>
                    <a:pt x="3239" y="1287"/>
                    <a:pt x="3203" y="1418"/>
                    <a:pt x="3144" y="1537"/>
                  </a:cubicBezTo>
                  <a:lnTo>
                    <a:pt x="3084" y="1668"/>
                  </a:lnTo>
                  <a:cubicBezTo>
                    <a:pt x="3073" y="1703"/>
                    <a:pt x="3073" y="1715"/>
                    <a:pt x="3073" y="1739"/>
                  </a:cubicBezTo>
                  <a:lnTo>
                    <a:pt x="3073" y="2084"/>
                  </a:lnTo>
                  <a:cubicBezTo>
                    <a:pt x="3073" y="2370"/>
                    <a:pt x="2953" y="2632"/>
                    <a:pt x="2763" y="2846"/>
                  </a:cubicBezTo>
                  <a:cubicBezTo>
                    <a:pt x="2558" y="3028"/>
                    <a:pt x="2311" y="3145"/>
                    <a:pt x="2040" y="3145"/>
                  </a:cubicBezTo>
                  <a:cubicBezTo>
                    <a:pt x="2027" y="3145"/>
                    <a:pt x="2014" y="3144"/>
                    <a:pt x="2001" y="3144"/>
                  </a:cubicBezTo>
                  <a:cubicBezTo>
                    <a:pt x="1406" y="3108"/>
                    <a:pt x="941" y="2620"/>
                    <a:pt x="941" y="2037"/>
                  </a:cubicBezTo>
                  <a:lnTo>
                    <a:pt x="941" y="1739"/>
                  </a:lnTo>
                  <a:cubicBezTo>
                    <a:pt x="941" y="1715"/>
                    <a:pt x="941" y="1703"/>
                    <a:pt x="929" y="1668"/>
                  </a:cubicBezTo>
                  <a:lnTo>
                    <a:pt x="870" y="1537"/>
                  </a:lnTo>
                  <a:cubicBezTo>
                    <a:pt x="810" y="1418"/>
                    <a:pt x="775" y="1287"/>
                    <a:pt x="775" y="1144"/>
                  </a:cubicBezTo>
                  <a:cubicBezTo>
                    <a:pt x="775" y="703"/>
                    <a:pt x="1132" y="346"/>
                    <a:pt x="1584" y="346"/>
                  </a:cubicBezTo>
                  <a:close/>
                  <a:moveTo>
                    <a:pt x="1465" y="3346"/>
                  </a:moveTo>
                  <a:cubicBezTo>
                    <a:pt x="1608" y="3406"/>
                    <a:pt x="1775" y="3453"/>
                    <a:pt x="1953" y="3465"/>
                  </a:cubicBezTo>
                  <a:lnTo>
                    <a:pt x="2001" y="3465"/>
                  </a:lnTo>
                  <a:cubicBezTo>
                    <a:pt x="2180" y="3465"/>
                    <a:pt x="2370" y="3442"/>
                    <a:pt x="2537" y="3370"/>
                  </a:cubicBezTo>
                  <a:lnTo>
                    <a:pt x="2537" y="3584"/>
                  </a:lnTo>
                  <a:cubicBezTo>
                    <a:pt x="2537" y="3632"/>
                    <a:pt x="2549" y="3692"/>
                    <a:pt x="2549" y="3739"/>
                  </a:cubicBezTo>
                  <a:lnTo>
                    <a:pt x="2001" y="4156"/>
                  </a:lnTo>
                  <a:lnTo>
                    <a:pt x="1453" y="3727"/>
                  </a:lnTo>
                  <a:cubicBezTo>
                    <a:pt x="1465" y="3680"/>
                    <a:pt x="1465" y="3632"/>
                    <a:pt x="1465" y="3573"/>
                  </a:cubicBezTo>
                  <a:lnTo>
                    <a:pt x="1465" y="3346"/>
                  </a:lnTo>
                  <a:close/>
                  <a:moveTo>
                    <a:pt x="1251" y="3977"/>
                  </a:moveTo>
                  <a:lnTo>
                    <a:pt x="1834" y="4406"/>
                  </a:lnTo>
                  <a:lnTo>
                    <a:pt x="1834" y="4870"/>
                  </a:lnTo>
                  <a:cubicBezTo>
                    <a:pt x="1334" y="4835"/>
                    <a:pt x="822" y="4680"/>
                    <a:pt x="394" y="4358"/>
                  </a:cubicBezTo>
                  <a:cubicBezTo>
                    <a:pt x="417" y="4335"/>
                    <a:pt x="465" y="4299"/>
                    <a:pt x="501" y="4287"/>
                  </a:cubicBezTo>
                  <a:lnTo>
                    <a:pt x="1132" y="4049"/>
                  </a:lnTo>
                  <a:cubicBezTo>
                    <a:pt x="1179" y="4037"/>
                    <a:pt x="1227" y="4001"/>
                    <a:pt x="1251" y="3977"/>
                  </a:cubicBezTo>
                  <a:close/>
                  <a:moveTo>
                    <a:pt x="2739" y="3989"/>
                  </a:moveTo>
                  <a:cubicBezTo>
                    <a:pt x="2787" y="4025"/>
                    <a:pt x="2822" y="4037"/>
                    <a:pt x="2858" y="4061"/>
                  </a:cubicBezTo>
                  <a:lnTo>
                    <a:pt x="3632" y="4346"/>
                  </a:lnTo>
                  <a:cubicBezTo>
                    <a:pt x="3192" y="4656"/>
                    <a:pt x="2680" y="4835"/>
                    <a:pt x="2168" y="4870"/>
                  </a:cubicBezTo>
                  <a:lnTo>
                    <a:pt x="2168" y="4418"/>
                  </a:lnTo>
                  <a:lnTo>
                    <a:pt x="2739" y="3989"/>
                  </a:lnTo>
                  <a:close/>
                  <a:moveTo>
                    <a:pt x="1596" y="1"/>
                  </a:moveTo>
                  <a:cubicBezTo>
                    <a:pt x="977" y="1"/>
                    <a:pt x="465" y="501"/>
                    <a:pt x="465" y="1132"/>
                  </a:cubicBezTo>
                  <a:cubicBezTo>
                    <a:pt x="465" y="1310"/>
                    <a:pt x="513" y="1501"/>
                    <a:pt x="596" y="1668"/>
                  </a:cubicBezTo>
                  <a:lnTo>
                    <a:pt x="644" y="1751"/>
                  </a:lnTo>
                  <a:lnTo>
                    <a:pt x="644" y="2013"/>
                  </a:lnTo>
                  <a:cubicBezTo>
                    <a:pt x="644" y="2453"/>
                    <a:pt x="858" y="2858"/>
                    <a:pt x="1168" y="3120"/>
                  </a:cubicBezTo>
                  <a:lnTo>
                    <a:pt x="1168" y="3561"/>
                  </a:lnTo>
                  <a:cubicBezTo>
                    <a:pt x="1168" y="3632"/>
                    <a:pt x="1120" y="3704"/>
                    <a:pt x="1048" y="3739"/>
                  </a:cubicBezTo>
                  <a:lnTo>
                    <a:pt x="406" y="3977"/>
                  </a:lnTo>
                  <a:cubicBezTo>
                    <a:pt x="239" y="4037"/>
                    <a:pt x="108" y="4168"/>
                    <a:pt x="36" y="4311"/>
                  </a:cubicBezTo>
                  <a:cubicBezTo>
                    <a:pt x="1" y="4394"/>
                    <a:pt x="25" y="4466"/>
                    <a:pt x="84" y="4513"/>
                  </a:cubicBezTo>
                  <a:cubicBezTo>
                    <a:pt x="644" y="4954"/>
                    <a:pt x="1334" y="5180"/>
                    <a:pt x="2001" y="5180"/>
                  </a:cubicBezTo>
                  <a:cubicBezTo>
                    <a:pt x="2799" y="5180"/>
                    <a:pt x="3596" y="4870"/>
                    <a:pt x="4204" y="4275"/>
                  </a:cubicBezTo>
                  <a:cubicBezTo>
                    <a:pt x="5323" y="3168"/>
                    <a:pt x="5418" y="1406"/>
                    <a:pt x="4442" y="167"/>
                  </a:cubicBezTo>
                  <a:cubicBezTo>
                    <a:pt x="4405" y="124"/>
                    <a:pt x="4351" y="98"/>
                    <a:pt x="4301" y="98"/>
                  </a:cubicBezTo>
                  <a:cubicBezTo>
                    <a:pt x="4269" y="98"/>
                    <a:pt x="4239" y="108"/>
                    <a:pt x="4216" y="132"/>
                  </a:cubicBezTo>
                  <a:cubicBezTo>
                    <a:pt x="4144" y="191"/>
                    <a:pt x="4132" y="298"/>
                    <a:pt x="4192" y="358"/>
                  </a:cubicBezTo>
                  <a:cubicBezTo>
                    <a:pt x="5061" y="1465"/>
                    <a:pt x="4966" y="3049"/>
                    <a:pt x="3965" y="4049"/>
                  </a:cubicBezTo>
                  <a:lnTo>
                    <a:pt x="3906" y="4108"/>
                  </a:lnTo>
                  <a:cubicBezTo>
                    <a:pt x="3870" y="4096"/>
                    <a:pt x="3835" y="4061"/>
                    <a:pt x="3799" y="4049"/>
                  </a:cubicBezTo>
                  <a:lnTo>
                    <a:pt x="2977" y="3739"/>
                  </a:lnTo>
                  <a:cubicBezTo>
                    <a:pt x="2906" y="3704"/>
                    <a:pt x="2858" y="3644"/>
                    <a:pt x="2858" y="3561"/>
                  </a:cubicBezTo>
                  <a:lnTo>
                    <a:pt x="2858" y="3144"/>
                  </a:lnTo>
                  <a:cubicBezTo>
                    <a:pt x="2894" y="3108"/>
                    <a:pt x="2942" y="3084"/>
                    <a:pt x="2965" y="3049"/>
                  </a:cubicBezTo>
                  <a:cubicBezTo>
                    <a:pt x="3239" y="2787"/>
                    <a:pt x="3382" y="2441"/>
                    <a:pt x="3382" y="2072"/>
                  </a:cubicBezTo>
                  <a:lnTo>
                    <a:pt x="3382" y="1751"/>
                  </a:lnTo>
                  <a:lnTo>
                    <a:pt x="3430" y="1668"/>
                  </a:lnTo>
                  <a:cubicBezTo>
                    <a:pt x="3513" y="1501"/>
                    <a:pt x="3561" y="1310"/>
                    <a:pt x="3561" y="1132"/>
                  </a:cubicBezTo>
                  <a:lnTo>
                    <a:pt x="3561" y="167"/>
                  </a:lnTo>
                  <a:cubicBezTo>
                    <a:pt x="3561" y="72"/>
                    <a:pt x="3489" y="1"/>
                    <a:pt x="3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5" name="Google Shape;10885;p64"/>
          <p:cNvGrpSpPr/>
          <p:nvPr/>
        </p:nvGrpSpPr>
        <p:grpSpPr>
          <a:xfrm>
            <a:off x="850092" y="3178684"/>
            <a:ext cx="369517" cy="375660"/>
            <a:chOff x="850092" y="3352934"/>
            <a:chExt cx="369517" cy="375660"/>
          </a:xfrm>
        </p:grpSpPr>
        <p:sp>
          <p:nvSpPr>
            <p:cNvPr id="10886" name="Google Shape;10886;p64"/>
            <p:cNvSpPr/>
            <p:nvPr/>
          </p:nvSpPr>
          <p:spPr>
            <a:xfrm>
              <a:off x="969859" y="3475692"/>
              <a:ext cx="53088" cy="53088"/>
            </a:xfrm>
            <a:custGeom>
              <a:avLst/>
              <a:gdLst/>
              <a:ahLst/>
              <a:cxnLst/>
              <a:rect l="l" t="t" r="r" b="b"/>
              <a:pathLst>
                <a:path w="1668" h="1668" extrusionOk="0">
                  <a:moveTo>
                    <a:pt x="834" y="346"/>
                  </a:moveTo>
                  <a:cubicBezTo>
                    <a:pt x="1108" y="346"/>
                    <a:pt x="1322" y="560"/>
                    <a:pt x="1322" y="834"/>
                  </a:cubicBezTo>
                  <a:cubicBezTo>
                    <a:pt x="1322" y="1096"/>
                    <a:pt x="1108" y="1322"/>
                    <a:pt x="834" y="1322"/>
                  </a:cubicBezTo>
                  <a:cubicBezTo>
                    <a:pt x="548" y="1322"/>
                    <a:pt x="346" y="1096"/>
                    <a:pt x="346" y="834"/>
                  </a:cubicBezTo>
                  <a:cubicBezTo>
                    <a:pt x="346" y="560"/>
                    <a:pt x="572" y="346"/>
                    <a:pt x="834" y="346"/>
                  </a:cubicBezTo>
                  <a:close/>
                  <a:moveTo>
                    <a:pt x="834" y="1"/>
                  </a:moveTo>
                  <a:cubicBezTo>
                    <a:pt x="369" y="1"/>
                    <a:pt x="0" y="370"/>
                    <a:pt x="0" y="834"/>
                  </a:cubicBezTo>
                  <a:cubicBezTo>
                    <a:pt x="0" y="1299"/>
                    <a:pt x="369" y="1668"/>
                    <a:pt x="834" y="1668"/>
                  </a:cubicBezTo>
                  <a:cubicBezTo>
                    <a:pt x="1298" y="1668"/>
                    <a:pt x="1667" y="1299"/>
                    <a:pt x="1667" y="834"/>
                  </a:cubicBezTo>
                  <a:cubicBezTo>
                    <a:pt x="1667" y="370"/>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64"/>
            <p:cNvSpPr/>
            <p:nvPr/>
          </p:nvSpPr>
          <p:spPr>
            <a:xfrm>
              <a:off x="1046786" y="3552237"/>
              <a:ext cx="53088" cy="53088"/>
            </a:xfrm>
            <a:custGeom>
              <a:avLst/>
              <a:gdLst/>
              <a:ahLst/>
              <a:cxnLst/>
              <a:rect l="l" t="t" r="r" b="b"/>
              <a:pathLst>
                <a:path w="1668" h="1668" extrusionOk="0">
                  <a:moveTo>
                    <a:pt x="834" y="346"/>
                  </a:moveTo>
                  <a:cubicBezTo>
                    <a:pt x="1096" y="346"/>
                    <a:pt x="1322" y="572"/>
                    <a:pt x="1322" y="834"/>
                  </a:cubicBezTo>
                  <a:cubicBezTo>
                    <a:pt x="1322" y="1108"/>
                    <a:pt x="1096" y="1334"/>
                    <a:pt x="834" y="1334"/>
                  </a:cubicBezTo>
                  <a:cubicBezTo>
                    <a:pt x="560" y="1334"/>
                    <a:pt x="334" y="1108"/>
                    <a:pt x="334" y="834"/>
                  </a:cubicBezTo>
                  <a:cubicBezTo>
                    <a:pt x="334" y="572"/>
                    <a:pt x="560" y="346"/>
                    <a:pt x="834" y="346"/>
                  </a:cubicBezTo>
                  <a:close/>
                  <a:moveTo>
                    <a:pt x="834" y="1"/>
                  </a:moveTo>
                  <a:cubicBezTo>
                    <a:pt x="369" y="1"/>
                    <a:pt x="0" y="382"/>
                    <a:pt x="0" y="834"/>
                  </a:cubicBezTo>
                  <a:cubicBezTo>
                    <a:pt x="0" y="1299"/>
                    <a:pt x="369" y="1668"/>
                    <a:pt x="834" y="1668"/>
                  </a:cubicBezTo>
                  <a:cubicBezTo>
                    <a:pt x="1286" y="1668"/>
                    <a:pt x="1667" y="1299"/>
                    <a:pt x="1667" y="834"/>
                  </a:cubicBezTo>
                  <a:cubicBezTo>
                    <a:pt x="1667" y="382"/>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8" name="Google Shape;10888;p64"/>
            <p:cNvSpPr/>
            <p:nvPr/>
          </p:nvSpPr>
          <p:spPr>
            <a:xfrm>
              <a:off x="984245" y="3485272"/>
              <a:ext cx="106527" cy="104999"/>
            </a:xfrm>
            <a:custGeom>
              <a:avLst/>
              <a:gdLst/>
              <a:ahLst/>
              <a:cxnLst/>
              <a:rect l="l" t="t" r="r" b="b"/>
              <a:pathLst>
                <a:path w="3347" h="3299" extrusionOk="0">
                  <a:moveTo>
                    <a:pt x="3160" y="0"/>
                  </a:moveTo>
                  <a:cubicBezTo>
                    <a:pt x="3117" y="0"/>
                    <a:pt x="3073" y="15"/>
                    <a:pt x="3037" y="45"/>
                  </a:cubicBezTo>
                  <a:lnTo>
                    <a:pt x="72" y="2998"/>
                  </a:lnTo>
                  <a:cubicBezTo>
                    <a:pt x="1" y="3081"/>
                    <a:pt x="1" y="3176"/>
                    <a:pt x="72" y="3236"/>
                  </a:cubicBezTo>
                  <a:cubicBezTo>
                    <a:pt x="108" y="3278"/>
                    <a:pt x="152" y="3298"/>
                    <a:pt x="196" y="3298"/>
                  </a:cubicBezTo>
                  <a:cubicBezTo>
                    <a:pt x="239" y="3298"/>
                    <a:pt x="280" y="3278"/>
                    <a:pt x="310" y="3236"/>
                  </a:cubicBezTo>
                  <a:lnTo>
                    <a:pt x="3275" y="283"/>
                  </a:lnTo>
                  <a:cubicBezTo>
                    <a:pt x="3346" y="200"/>
                    <a:pt x="3346" y="105"/>
                    <a:pt x="3275" y="45"/>
                  </a:cubicBezTo>
                  <a:cubicBezTo>
                    <a:pt x="3245" y="15"/>
                    <a:pt x="3203" y="0"/>
                    <a:pt x="3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64"/>
            <p:cNvSpPr/>
            <p:nvPr/>
          </p:nvSpPr>
          <p:spPr>
            <a:xfrm>
              <a:off x="922850" y="3428715"/>
              <a:ext cx="223620" cy="223620"/>
            </a:xfrm>
            <a:custGeom>
              <a:avLst/>
              <a:gdLst/>
              <a:ahLst/>
              <a:cxnLst/>
              <a:rect l="l" t="t" r="r" b="b"/>
              <a:pathLst>
                <a:path w="7026" h="7026" extrusionOk="0">
                  <a:moveTo>
                    <a:pt x="3513" y="0"/>
                  </a:moveTo>
                  <a:cubicBezTo>
                    <a:pt x="1584" y="0"/>
                    <a:pt x="1" y="1584"/>
                    <a:pt x="1" y="3513"/>
                  </a:cubicBezTo>
                  <a:cubicBezTo>
                    <a:pt x="1" y="5453"/>
                    <a:pt x="1584" y="7025"/>
                    <a:pt x="3513" y="7025"/>
                  </a:cubicBezTo>
                  <a:cubicBezTo>
                    <a:pt x="5454" y="7025"/>
                    <a:pt x="7026" y="5453"/>
                    <a:pt x="7026" y="3513"/>
                  </a:cubicBezTo>
                  <a:cubicBezTo>
                    <a:pt x="7026" y="1834"/>
                    <a:pt x="5835" y="393"/>
                    <a:pt x="4204" y="60"/>
                  </a:cubicBezTo>
                  <a:cubicBezTo>
                    <a:pt x="4196" y="59"/>
                    <a:pt x="4188" y="58"/>
                    <a:pt x="4180" y="58"/>
                  </a:cubicBezTo>
                  <a:cubicBezTo>
                    <a:pt x="4095" y="58"/>
                    <a:pt x="4022" y="115"/>
                    <a:pt x="3989" y="191"/>
                  </a:cubicBezTo>
                  <a:cubicBezTo>
                    <a:pt x="3978" y="286"/>
                    <a:pt x="4037" y="369"/>
                    <a:pt x="4132" y="405"/>
                  </a:cubicBezTo>
                  <a:cubicBezTo>
                    <a:pt x="5597" y="703"/>
                    <a:pt x="6692" y="2001"/>
                    <a:pt x="6692" y="3513"/>
                  </a:cubicBezTo>
                  <a:cubicBezTo>
                    <a:pt x="6692" y="5251"/>
                    <a:pt x="5263" y="6680"/>
                    <a:pt x="3513" y="6680"/>
                  </a:cubicBezTo>
                  <a:cubicBezTo>
                    <a:pt x="1775" y="6680"/>
                    <a:pt x="346" y="5251"/>
                    <a:pt x="346" y="3513"/>
                  </a:cubicBezTo>
                  <a:cubicBezTo>
                    <a:pt x="346" y="1774"/>
                    <a:pt x="1775" y="346"/>
                    <a:pt x="3513" y="346"/>
                  </a:cubicBezTo>
                  <a:cubicBezTo>
                    <a:pt x="3608" y="346"/>
                    <a:pt x="3692" y="274"/>
                    <a:pt x="3692" y="167"/>
                  </a:cubicBezTo>
                  <a:cubicBezTo>
                    <a:pt x="3680" y="72"/>
                    <a:pt x="3608"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64"/>
            <p:cNvSpPr/>
            <p:nvPr/>
          </p:nvSpPr>
          <p:spPr>
            <a:xfrm>
              <a:off x="850092" y="3352934"/>
              <a:ext cx="369517" cy="375660"/>
            </a:xfrm>
            <a:custGeom>
              <a:avLst/>
              <a:gdLst/>
              <a:ahLst/>
              <a:cxnLst/>
              <a:rect l="l" t="t" r="r" b="b"/>
              <a:pathLst>
                <a:path w="11610" h="11803" extrusionOk="0">
                  <a:moveTo>
                    <a:pt x="5804" y="0"/>
                  </a:moveTo>
                  <a:cubicBezTo>
                    <a:pt x="5801" y="0"/>
                    <a:pt x="5799" y="0"/>
                    <a:pt x="5799" y="0"/>
                  </a:cubicBezTo>
                  <a:cubicBezTo>
                    <a:pt x="5585" y="0"/>
                    <a:pt x="5371" y="119"/>
                    <a:pt x="5252" y="310"/>
                  </a:cubicBezTo>
                  <a:lnTo>
                    <a:pt x="4573" y="1453"/>
                  </a:lnTo>
                  <a:cubicBezTo>
                    <a:pt x="4515" y="1551"/>
                    <a:pt x="4424" y="1605"/>
                    <a:pt x="4326" y="1605"/>
                  </a:cubicBezTo>
                  <a:cubicBezTo>
                    <a:pt x="4281" y="1605"/>
                    <a:pt x="4236" y="1594"/>
                    <a:pt x="4192" y="1572"/>
                  </a:cubicBezTo>
                  <a:lnTo>
                    <a:pt x="2977" y="1060"/>
                  </a:lnTo>
                  <a:cubicBezTo>
                    <a:pt x="2889" y="1020"/>
                    <a:pt x="2800" y="1002"/>
                    <a:pt x="2713" y="1002"/>
                  </a:cubicBezTo>
                  <a:cubicBezTo>
                    <a:pt x="2355" y="1002"/>
                    <a:pt x="2046" y="1312"/>
                    <a:pt x="2084" y="1715"/>
                  </a:cubicBezTo>
                  <a:lnTo>
                    <a:pt x="2204" y="3036"/>
                  </a:lnTo>
                  <a:cubicBezTo>
                    <a:pt x="2215" y="3179"/>
                    <a:pt x="2108" y="3322"/>
                    <a:pt x="1965" y="3346"/>
                  </a:cubicBezTo>
                  <a:lnTo>
                    <a:pt x="668" y="3643"/>
                  </a:lnTo>
                  <a:cubicBezTo>
                    <a:pt x="191" y="3751"/>
                    <a:pt x="1" y="4334"/>
                    <a:pt x="322" y="4703"/>
                  </a:cubicBezTo>
                  <a:lnTo>
                    <a:pt x="1203" y="5703"/>
                  </a:lnTo>
                  <a:cubicBezTo>
                    <a:pt x="1311" y="5822"/>
                    <a:pt x="1311" y="5989"/>
                    <a:pt x="1203" y="6084"/>
                  </a:cubicBezTo>
                  <a:lnTo>
                    <a:pt x="322" y="7084"/>
                  </a:lnTo>
                  <a:cubicBezTo>
                    <a:pt x="179" y="7263"/>
                    <a:pt x="132" y="7489"/>
                    <a:pt x="191" y="7715"/>
                  </a:cubicBezTo>
                  <a:cubicBezTo>
                    <a:pt x="263" y="7930"/>
                    <a:pt x="441" y="8084"/>
                    <a:pt x="668" y="8144"/>
                  </a:cubicBezTo>
                  <a:lnTo>
                    <a:pt x="1025" y="8215"/>
                  </a:lnTo>
                  <a:cubicBezTo>
                    <a:pt x="1033" y="8216"/>
                    <a:pt x="1041" y="8217"/>
                    <a:pt x="1049" y="8217"/>
                  </a:cubicBezTo>
                  <a:cubicBezTo>
                    <a:pt x="1136" y="8217"/>
                    <a:pt x="1217" y="8161"/>
                    <a:pt x="1239" y="8084"/>
                  </a:cubicBezTo>
                  <a:cubicBezTo>
                    <a:pt x="1251" y="7989"/>
                    <a:pt x="1192" y="7894"/>
                    <a:pt x="1096" y="7870"/>
                  </a:cubicBezTo>
                  <a:lnTo>
                    <a:pt x="739" y="7799"/>
                  </a:lnTo>
                  <a:cubicBezTo>
                    <a:pt x="644" y="7775"/>
                    <a:pt x="560" y="7692"/>
                    <a:pt x="525" y="7608"/>
                  </a:cubicBezTo>
                  <a:cubicBezTo>
                    <a:pt x="489" y="7501"/>
                    <a:pt x="501" y="7394"/>
                    <a:pt x="584" y="7322"/>
                  </a:cubicBezTo>
                  <a:lnTo>
                    <a:pt x="1453" y="6322"/>
                  </a:lnTo>
                  <a:cubicBezTo>
                    <a:pt x="1668" y="6084"/>
                    <a:pt x="1668" y="5715"/>
                    <a:pt x="1453" y="5477"/>
                  </a:cubicBezTo>
                  <a:lnTo>
                    <a:pt x="584" y="4477"/>
                  </a:lnTo>
                  <a:cubicBezTo>
                    <a:pt x="430" y="4322"/>
                    <a:pt x="525" y="4048"/>
                    <a:pt x="739" y="3989"/>
                  </a:cubicBezTo>
                  <a:lnTo>
                    <a:pt x="2037" y="3691"/>
                  </a:lnTo>
                  <a:cubicBezTo>
                    <a:pt x="2346" y="3620"/>
                    <a:pt x="2573" y="3322"/>
                    <a:pt x="2549" y="3012"/>
                  </a:cubicBezTo>
                  <a:lnTo>
                    <a:pt x="2430" y="1679"/>
                  </a:lnTo>
                  <a:cubicBezTo>
                    <a:pt x="2410" y="1503"/>
                    <a:pt x="2559" y="1359"/>
                    <a:pt x="2731" y="1359"/>
                  </a:cubicBezTo>
                  <a:cubicBezTo>
                    <a:pt x="2769" y="1359"/>
                    <a:pt x="2808" y="1366"/>
                    <a:pt x="2846" y="1381"/>
                  </a:cubicBezTo>
                  <a:lnTo>
                    <a:pt x="4061" y="1905"/>
                  </a:lnTo>
                  <a:cubicBezTo>
                    <a:pt x="4143" y="1941"/>
                    <a:pt x="4229" y="1958"/>
                    <a:pt x="4314" y="1958"/>
                  </a:cubicBezTo>
                  <a:cubicBezTo>
                    <a:pt x="4536" y="1958"/>
                    <a:pt x="4750" y="1841"/>
                    <a:pt x="4871" y="1643"/>
                  </a:cubicBezTo>
                  <a:lnTo>
                    <a:pt x="5549" y="488"/>
                  </a:lnTo>
                  <a:cubicBezTo>
                    <a:pt x="5609" y="393"/>
                    <a:pt x="5710" y="345"/>
                    <a:pt x="5810" y="345"/>
                  </a:cubicBezTo>
                  <a:cubicBezTo>
                    <a:pt x="5909" y="345"/>
                    <a:pt x="6008" y="393"/>
                    <a:pt x="6061" y="488"/>
                  </a:cubicBezTo>
                  <a:lnTo>
                    <a:pt x="6740" y="1643"/>
                  </a:lnTo>
                  <a:cubicBezTo>
                    <a:pt x="6861" y="1842"/>
                    <a:pt x="7077" y="1953"/>
                    <a:pt x="7300" y="1953"/>
                  </a:cubicBezTo>
                  <a:cubicBezTo>
                    <a:pt x="7383" y="1953"/>
                    <a:pt x="7468" y="1938"/>
                    <a:pt x="7549" y="1905"/>
                  </a:cubicBezTo>
                  <a:lnTo>
                    <a:pt x="8764" y="1381"/>
                  </a:lnTo>
                  <a:cubicBezTo>
                    <a:pt x="8802" y="1366"/>
                    <a:pt x="8841" y="1359"/>
                    <a:pt x="8878" y="1359"/>
                  </a:cubicBezTo>
                  <a:cubicBezTo>
                    <a:pt x="9048" y="1359"/>
                    <a:pt x="9190" y="1503"/>
                    <a:pt x="9181" y="1679"/>
                  </a:cubicBezTo>
                  <a:lnTo>
                    <a:pt x="9062" y="3012"/>
                  </a:lnTo>
                  <a:cubicBezTo>
                    <a:pt x="9038" y="3334"/>
                    <a:pt x="9240" y="3620"/>
                    <a:pt x="9574" y="3691"/>
                  </a:cubicBezTo>
                  <a:lnTo>
                    <a:pt x="10859" y="3989"/>
                  </a:lnTo>
                  <a:cubicBezTo>
                    <a:pt x="11086" y="4036"/>
                    <a:pt x="11181" y="4298"/>
                    <a:pt x="11026" y="4477"/>
                  </a:cubicBezTo>
                  <a:lnTo>
                    <a:pt x="10145" y="5477"/>
                  </a:lnTo>
                  <a:cubicBezTo>
                    <a:pt x="9943" y="5715"/>
                    <a:pt x="9943" y="6084"/>
                    <a:pt x="10145" y="6322"/>
                  </a:cubicBezTo>
                  <a:lnTo>
                    <a:pt x="11026" y="7322"/>
                  </a:lnTo>
                  <a:cubicBezTo>
                    <a:pt x="11181" y="7489"/>
                    <a:pt x="11086" y="7751"/>
                    <a:pt x="10859" y="7811"/>
                  </a:cubicBezTo>
                  <a:lnTo>
                    <a:pt x="9574" y="8108"/>
                  </a:lnTo>
                  <a:cubicBezTo>
                    <a:pt x="9252" y="8192"/>
                    <a:pt x="9038" y="8489"/>
                    <a:pt x="9062" y="8799"/>
                  </a:cubicBezTo>
                  <a:lnTo>
                    <a:pt x="9181" y="10120"/>
                  </a:lnTo>
                  <a:cubicBezTo>
                    <a:pt x="9190" y="10302"/>
                    <a:pt x="9054" y="10445"/>
                    <a:pt x="8889" y="10445"/>
                  </a:cubicBezTo>
                  <a:cubicBezTo>
                    <a:pt x="8848" y="10445"/>
                    <a:pt x="8806" y="10437"/>
                    <a:pt x="8764" y="10418"/>
                  </a:cubicBezTo>
                  <a:lnTo>
                    <a:pt x="7549" y="9894"/>
                  </a:lnTo>
                  <a:cubicBezTo>
                    <a:pt x="7468" y="9858"/>
                    <a:pt x="7382" y="9841"/>
                    <a:pt x="7298" y="9841"/>
                  </a:cubicBezTo>
                  <a:cubicBezTo>
                    <a:pt x="7076" y="9841"/>
                    <a:pt x="6861" y="9961"/>
                    <a:pt x="6740" y="10168"/>
                  </a:cubicBezTo>
                  <a:lnTo>
                    <a:pt x="6061" y="11311"/>
                  </a:lnTo>
                  <a:cubicBezTo>
                    <a:pt x="6002" y="11406"/>
                    <a:pt x="5900" y="11454"/>
                    <a:pt x="5801" y="11454"/>
                  </a:cubicBezTo>
                  <a:cubicBezTo>
                    <a:pt x="5701" y="11454"/>
                    <a:pt x="5603" y="11406"/>
                    <a:pt x="5549" y="11311"/>
                  </a:cubicBezTo>
                  <a:lnTo>
                    <a:pt x="4871" y="10168"/>
                  </a:lnTo>
                  <a:cubicBezTo>
                    <a:pt x="4749" y="9960"/>
                    <a:pt x="4533" y="9846"/>
                    <a:pt x="4309" y="9846"/>
                  </a:cubicBezTo>
                  <a:cubicBezTo>
                    <a:pt x="4226" y="9846"/>
                    <a:pt x="4142" y="9862"/>
                    <a:pt x="4061" y="9894"/>
                  </a:cubicBezTo>
                  <a:lnTo>
                    <a:pt x="2846" y="10418"/>
                  </a:lnTo>
                  <a:cubicBezTo>
                    <a:pt x="2804" y="10437"/>
                    <a:pt x="2762" y="10445"/>
                    <a:pt x="2721" y="10445"/>
                  </a:cubicBezTo>
                  <a:cubicBezTo>
                    <a:pt x="2553" y="10445"/>
                    <a:pt x="2411" y="10302"/>
                    <a:pt x="2430" y="10120"/>
                  </a:cubicBezTo>
                  <a:lnTo>
                    <a:pt x="2549" y="8799"/>
                  </a:lnTo>
                  <a:cubicBezTo>
                    <a:pt x="2573" y="8465"/>
                    <a:pt x="2370" y="8192"/>
                    <a:pt x="2037" y="8108"/>
                  </a:cubicBezTo>
                  <a:lnTo>
                    <a:pt x="1727" y="8037"/>
                  </a:lnTo>
                  <a:cubicBezTo>
                    <a:pt x="1719" y="8036"/>
                    <a:pt x="1711" y="8035"/>
                    <a:pt x="1703" y="8035"/>
                  </a:cubicBezTo>
                  <a:cubicBezTo>
                    <a:pt x="1616" y="8035"/>
                    <a:pt x="1535" y="8092"/>
                    <a:pt x="1513" y="8168"/>
                  </a:cubicBezTo>
                  <a:cubicBezTo>
                    <a:pt x="1501" y="8263"/>
                    <a:pt x="1561" y="8370"/>
                    <a:pt x="1656" y="8382"/>
                  </a:cubicBezTo>
                  <a:lnTo>
                    <a:pt x="1965" y="8454"/>
                  </a:lnTo>
                  <a:cubicBezTo>
                    <a:pt x="2108" y="8489"/>
                    <a:pt x="2204" y="8620"/>
                    <a:pt x="2204" y="8763"/>
                  </a:cubicBezTo>
                  <a:lnTo>
                    <a:pt x="2084" y="10097"/>
                  </a:lnTo>
                  <a:cubicBezTo>
                    <a:pt x="2046" y="10493"/>
                    <a:pt x="2361" y="10804"/>
                    <a:pt x="2723" y="10804"/>
                  </a:cubicBezTo>
                  <a:cubicBezTo>
                    <a:pt x="2807" y="10804"/>
                    <a:pt x="2893" y="10787"/>
                    <a:pt x="2977" y="10751"/>
                  </a:cubicBezTo>
                  <a:lnTo>
                    <a:pt x="4192" y="10228"/>
                  </a:lnTo>
                  <a:cubicBezTo>
                    <a:pt x="4230" y="10212"/>
                    <a:pt x="4269" y="10204"/>
                    <a:pt x="4308" y="10204"/>
                  </a:cubicBezTo>
                  <a:cubicBezTo>
                    <a:pt x="4413" y="10204"/>
                    <a:pt x="4512" y="10259"/>
                    <a:pt x="4573" y="10347"/>
                  </a:cubicBezTo>
                  <a:lnTo>
                    <a:pt x="5252" y="11490"/>
                  </a:lnTo>
                  <a:cubicBezTo>
                    <a:pt x="5377" y="11698"/>
                    <a:pt x="5594" y="11802"/>
                    <a:pt x="5810" y="11802"/>
                  </a:cubicBezTo>
                  <a:cubicBezTo>
                    <a:pt x="6025" y="11802"/>
                    <a:pt x="6240" y="11698"/>
                    <a:pt x="6359" y="11490"/>
                  </a:cubicBezTo>
                  <a:lnTo>
                    <a:pt x="7037" y="10347"/>
                  </a:lnTo>
                  <a:cubicBezTo>
                    <a:pt x="7088" y="10253"/>
                    <a:pt x="7188" y="10202"/>
                    <a:pt x="7288" y="10202"/>
                  </a:cubicBezTo>
                  <a:cubicBezTo>
                    <a:pt x="7328" y="10202"/>
                    <a:pt x="7369" y="10211"/>
                    <a:pt x="7407" y="10228"/>
                  </a:cubicBezTo>
                  <a:lnTo>
                    <a:pt x="8633" y="10751"/>
                  </a:lnTo>
                  <a:cubicBezTo>
                    <a:pt x="8715" y="10787"/>
                    <a:pt x="8800" y="10804"/>
                    <a:pt x="8883" y="10804"/>
                  </a:cubicBezTo>
                  <a:cubicBezTo>
                    <a:pt x="9242" y="10804"/>
                    <a:pt x="9565" y="10493"/>
                    <a:pt x="9526" y="10097"/>
                  </a:cubicBezTo>
                  <a:lnTo>
                    <a:pt x="9407" y="8763"/>
                  </a:lnTo>
                  <a:cubicBezTo>
                    <a:pt x="9395" y="8620"/>
                    <a:pt x="9490" y="8489"/>
                    <a:pt x="9645" y="8454"/>
                  </a:cubicBezTo>
                  <a:lnTo>
                    <a:pt x="10943" y="8156"/>
                  </a:lnTo>
                  <a:cubicBezTo>
                    <a:pt x="11419" y="8049"/>
                    <a:pt x="11609" y="7477"/>
                    <a:pt x="11276" y="7096"/>
                  </a:cubicBezTo>
                  <a:lnTo>
                    <a:pt x="10407" y="6084"/>
                  </a:lnTo>
                  <a:cubicBezTo>
                    <a:pt x="10300" y="5965"/>
                    <a:pt x="10300" y="5810"/>
                    <a:pt x="10407" y="5703"/>
                  </a:cubicBezTo>
                  <a:lnTo>
                    <a:pt x="11276" y="4703"/>
                  </a:lnTo>
                  <a:cubicBezTo>
                    <a:pt x="11609" y="4334"/>
                    <a:pt x="11419" y="3751"/>
                    <a:pt x="10943" y="3643"/>
                  </a:cubicBezTo>
                  <a:lnTo>
                    <a:pt x="9645" y="3346"/>
                  </a:lnTo>
                  <a:cubicBezTo>
                    <a:pt x="9490" y="3322"/>
                    <a:pt x="9407" y="3179"/>
                    <a:pt x="9407" y="3036"/>
                  </a:cubicBezTo>
                  <a:lnTo>
                    <a:pt x="9526" y="1715"/>
                  </a:lnTo>
                  <a:cubicBezTo>
                    <a:pt x="9564" y="1312"/>
                    <a:pt x="9248" y="1002"/>
                    <a:pt x="8893" y="1002"/>
                  </a:cubicBezTo>
                  <a:cubicBezTo>
                    <a:pt x="8807" y="1002"/>
                    <a:pt x="8719" y="1020"/>
                    <a:pt x="8633" y="1060"/>
                  </a:cubicBezTo>
                  <a:lnTo>
                    <a:pt x="7407" y="1572"/>
                  </a:lnTo>
                  <a:cubicBezTo>
                    <a:pt x="7371" y="1588"/>
                    <a:pt x="7334" y="1595"/>
                    <a:pt x="7296" y="1595"/>
                  </a:cubicBezTo>
                  <a:cubicBezTo>
                    <a:pt x="7193" y="1595"/>
                    <a:pt x="7090" y="1540"/>
                    <a:pt x="7037" y="1453"/>
                  </a:cubicBezTo>
                  <a:lnTo>
                    <a:pt x="6359" y="310"/>
                  </a:lnTo>
                  <a:cubicBezTo>
                    <a:pt x="6170" y="10"/>
                    <a:pt x="5848" y="0"/>
                    <a:pt x="58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91" name="Google Shape;10891;p64"/>
          <p:cNvGrpSpPr/>
          <p:nvPr/>
        </p:nvGrpSpPr>
        <p:grpSpPr>
          <a:xfrm>
            <a:off x="2611458" y="3642124"/>
            <a:ext cx="426329" cy="332375"/>
            <a:chOff x="2611458" y="3816374"/>
            <a:chExt cx="426329" cy="332375"/>
          </a:xfrm>
        </p:grpSpPr>
        <p:sp>
          <p:nvSpPr>
            <p:cNvPr id="10892" name="Google Shape;10892;p64"/>
            <p:cNvSpPr/>
            <p:nvPr/>
          </p:nvSpPr>
          <p:spPr>
            <a:xfrm>
              <a:off x="2611458" y="3816374"/>
              <a:ext cx="426329" cy="332375"/>
            </a:xfrm>
            <a:custGeom>
              <a:avLst/>
              <a:gdLst/>
              <a:ahLst/>
              <a:cxnLst/>
              <a:rect l="l" t="t" r="r" b="b"/>
              <a:pathLst>
                <a:path w="13395" h="10443" extrusionOk="0">
                  <a:moveTo>
                    <a:pt x="13002" y="429"/>
                  </a:moveTo>
                  <a:lnTo>
                    <a:pt x="12966" y="846"/>
                  </a:lnTo>
                  <a:lnTo>
                    <a:pt x="11418" y="846"/>
                  </a:lnTo>
                  <a:cubicBezTo>
                    <a:pt x="11299" y="846"/>
                    <a:pt x="11216" y="929"/>
                    <a:pt x="11216" y="1048"/>
                  </a:cubicBezTo>
                  <a:cubicBezTo>
                    <a:pt x="11216" y="1167"/>
                    <a:pt x="11299" y="1263"/>
                    <a:pt x="11418" y="1263"/>
                  </a:cubicBezTo>
                  <a:lnTo>
                    <a:pt x="12633" y="1263"/>
                  </a:lnTo>
                  <a:lnTo>
                    <a:pt x="12633" y="7501"/>
                  </a:lnTo>
                  <a:lnTo>
                    <a:pt x="5429" y="7501"/>
                  </a:lnTo>
                  <a:lnTo>
                    <a:pt x="5429" y="7287"/>
                  </a:lnTo>
                  <a:cubicBezTo>
                    <a:pt x="5429" y="7168"/>
                    <a:pt x="5334" y="7085"/>
                    <a:pt x="5215" y="7085"/>
                  </a:cubicBezTo>
                  <a:lnTo>
                    <a:pt x="4870" y="7085"/>
                  </a:lnTo>
                  <a:cubicBezTo>
                    <a:pt x="4834" y="6942"/>
                    <a:pt x="4786" y="6811"/>
                    <a:pt x="4715" y="6692"/>
                  </a:cubicBezTo>
                  <a:lnTo>
                    <a:pt x="4953" y="6454"/>
                  </a:lnTo>
                  <a:cubicBezTo>
                    <a:pt x="5036" y="6358"/>
                    <a:pt x="5036" y="6227"/>
                    <a:pt x="4953" y="6156"/>
                  </a:cubicBezTo>
                  <a:lnTo>
                    <a:pt x="4310" y="5513"/>
                  </a:lnTo>
                  <a:cubicBezTo>
                    <a:pt x="4263" y="5477"/>
                    <a:pt x="4215" y="5454"/>
                    <a:pt x="4155" y="5454"/>
                  </a:cubicBezTo>
                  <a:cubicBezTo>
                    <a:pt x="4096" y="5454"/>
                    <a:pt x="4060" y="5477"/>
                    <a:pt x="4013" y="5513"/>
                  </a:cubicBezTo>
                  <a:lnTo>
                    <a:pt x="3774" y="5751"/>
                  </a:lnTo>
                  <a:cubicBezTo>
                    <a:pt x="3655" y="5692"/>
                    <a:pt x="3524" y="5632"/>
                    <a:pt x="3382" y="5596"/>
                  </a:cubicBezTo>
                  <a:lnTo>
                    <a:pt x="3382" y="5251"/>
                  </a:lnTo>
                  <a:cubicBezTo>
                    <a:pt x="3382" y="5132"/>
                    <a:pt x="3298" y="5037"/>
                    <a:pt x="3179" y="5037"/>
                  </a:cubicBezTo>
                  <a:lnTo>
                    <a:pt x="2655" y="5037"/>
                  </a:lnTo>
                  <a:lnTo>
                    <a:pt x="2655" y="1274"/>
                  </a:lnTo>
                  <a:lnTo>
                    <a:pt x="10704" y="1274"/>
                  </a:lnTo>
                  <a:cubicBezTo>
                    <a:pt x="10823" y="1274"/>
                    <a:pt x="10918" y="1191"/>
                    <a:pt x="10918" y="1072"/>
                  </a:cubicBezTo>
                  <a:cubicBezTo>
                    <a:pt x="10918" y="953"/>
                    <a:pt x="10823" y="858"/>
                    <a:pt x="10704" y="858"/>
                  </a:cubicBezTo>
                  <a:lnTo>
                    <a:pt x="2310" y="858"/>
                  </a:lnTo>
                  <a:lnTo>
                    <a:pt x="2310" y="429"/>
                  </a:lnTo>
                  <a:close/>
                  <a:moveTo>
                    <a:pt x="12966" y="7918"/>
                  </a:moveTo>
                  <a:lnTo>
                    <a:pt x="12966" y="8347"/>
                  </a:lnTo>
                  <a:lnTo>
                    <a:pt x="5358" y="8347"/>
                  </a:lnTo>
                  <a:cubicBezTo>
                    <a:pt x="5394" y="8299"/>
                    <a:pt x="5417" y="8251"/>
                    <a:pt x="5417" y="8192"/>
                  </a:cubicBezTo>
                  <a:lnTo>
                    <a:pt x="5417" y="7954"/>
                  </a:lnTo>
                  <a:lnTo>
                    <a:pt x="12835" y="7954"/>
                  </a:lnTo>
                  <a:cubicBezTo>
                    <a:pt x="12883" y="7954"/>
                    <a:pt x="12930" y="7942"/>
                    <a:pt x="12954" y="7918"/>
                  </a:cubicBezTo>
                  <a:close/>
                  <a:moveTo>
                    <a:pt x="2953" y="5442"/>
                  </a:moveTo>
                  <a:lnTo>
                    <a:pt x="2953" y="5739"/>
                  </a:lnTo>
                  <a:cubicBezTo>
                    <a:pt x="2953" y="5846"/>
                    <a:pt x="3024" y="5918"/>
                    <a:pt x="3120" y="5954"/>
                  </a:cubicBezTo>
                  <a:cubicBezTo>
                    <a:pt x="3310" y="5989"/>
                    <a:pt x="3501" y="6073"/>
                    <a:pt x="3679" y="6192"/>
                  </a:cubicBezTo>
                  <a:cubicBezTo>
                    <a:pt x="3716" y="6215"/>
                    <a:pt x="3755" y="6225"/>
                    <a:pt x="3793" y="6225"/>
                  </a:cubicBezTo>
                  <a:cubicBezTo>
                    <a:pt x="3853" y="6225"/>
                    <a:pt x="3909" y="6200"/>
                    <a:pt x="3953" y="6156"/>
                  </a:cubicBezTo>
                  <a:lnTo>
                    <a:pt x="4155" y="5954"/>
                  </a:lnTo>
                  <a:lnTo>
                    <a:pt x="4501" y="6287"/>
                  </a:lnTo>
                  <a:lnTo>
                    <a:pt x="4298" y="6501"/>
                  </a:lnTo>
                  <a:cubicBezTo>
                    <a:pt x="4215" y="6573"/>
                    <a:pt x="4203" y="6680"/>
                    <a:pt x="4263" y="6763"/>
                  </a:cubicBezTo>
                  <a:cubicBezTo>
                    <a:pt x="4370" y="6942"/>
                    <a:pt x="4453" y="7144"/>
                    <a:pt x="4501" y="7335"/>
                  </a:cubicBezTo>
                  <a:cubicBezTo>
                    <a:pt x="4513" y="7418"/>
                    <a:pt x="4608" y="7501"/>
                    <a:pt x="4715" y="7501"/>
                  </a:cubicBezTo>
                  <a:lnTo>
                    <a:pt x="5013" y="7501"/>
                  </a:lnTo>
                  <a:lnTo>
                    <a:pt x="5013" y="7990"/>
                  </a:lnTo>
                  <a:lnTo>
                    <a:pt x="4715" y="7990"/>
                  </a:lnTo>
                  <a:cubicBezTo>
                    <a:pt x="4608" y="7990"/>
                    <a:pt x="4525" y="8061"/>
                    <a:pt x="4501" y="8156"/>
                  </a:cubicBezTo>
                  <a:cubicBezTo>
                    <a:pt x="4453" y="8347"/>
                    <a:pt x="4382" y="8537"/>
                    <a:pt x="4263" y="8716"/>
                  </a:cubicBezTo>
                  <a:cubicBezTo>
                    <a:pt x="4203" y="8811"/>
                    <a:pt x="4215" y="8906"/>
                    <a:pt x="4298" y="8990"/>
                  </a:cubicBezTo>
                  <a:lnTo>
                    <a:pt x="4501" y="9192"/>
                  </a:lnTo>
                  <a:lnTo>
                    <a:pt x="4155" y="9537"/>
                  </a:lnTo>
                  <a:lnTo>
                    <a:pt x="3953" y="9323"/>
                  </a:lnTo>
                  <a:cubicBezTo>
                    <a:pt x="3912" y="9282"/>
                    <a:pt x="3860" y="9261"/>
                    <a:pt x="3805" y="9261"/>
                  </a:cubicBezTo>
                  <a:cubicBezTo>
                    <a:pt x="3764" y="9261"/>
                    <a:pt x="3720" y="9273"/>
                    <a:pt x="3679" y="9299"/>
                  </a:cubicBezTo>
                  <a:cubicBezTo>
                    <a:pt x="3501" y="9394"/>
                    <a:pt x="3310" y="9490"/>
                    <a:pt x="3120" y="9537"/>
                  </a:cubicBezTo>
                  <a:cubicBezTo>
                    <a:pt x="3024" y="9549"/>
                    <a:pt x="2953" y="9633"/>
                    <a:pt x="2953" y="9740"/>
                  </a:cubicBezTo>
                  <a:lnTo>
                    <a:pt x="2953" y="10037"/>
                  </a:lnTo>
                  <a:lnTo>
                    <a:pt x="2465" y="10037"/>
                  </a:lnTo>
                  <a:lnTo>
                    <a:pt x="2465" y="9740"/>
                  </a:lnTo>
                  <a:cubicBezTo>
                    <a:pt x="2465" y="9633"/>
                    <a:pt x="2393" y="9561"/>
                    <a:pt x="2298" y="9537"/>
                  </a:cubicBezTo>
                  <a:cubicBezTo>
                    <a:pt x="2108" y="9490"/>
                    <a:pt x="1917" y="9418"/>
                    <a:pt x="1738" y="9299"/>
                  </a:cubicBezTo>
                  <a:cubicBezTo>
                    <a:pt x="1697" y="9273"/>
                    <a:pt x="1654" y="9261"/>
                    <a:pt x="1612" y="9261"/>
                  </a:cubicBezTo>
                  <a:cubicBezTo>
                    <a:pt x="1557" y="9261"/>
                    <a:pt x="1505" y="9282"/>
                    <a:pt x="1465" y="9323"/>
                  </a:cubicBezTo>
                  <a:lnTo>
                    <a:pt x="1262" y="9537"/>
                  </a:lnTo>
                  <a:lnTo>
                    <a:pt x="917" y="9192"/>
                  </a:lnTo>
                  <a:lnTo>
                    <a:pt x="1119" y="8990"/>
                  </a:lnTo>
                  <a:cubicBezTo>
                    <a:pt x="1203" y="8906"/>
                    <a:pt x="1215" y="8799"/>
                    <a:pt x="1155" y="8716"/>
                  </a:cubicBezTo>
                  <a:cubicBezTo>
                    <a:pt x="1048" y="8537"/>
                    <a:pt x="965" y="8347"/>
                    <a:pt x="917" y="8156"/>
                  </a:cubicBezTo>
                  <a:cubicBezTo>
                    <a:pt x="905" y="8061"/>
                    <a:pt x="810" y="7990"/>
                    <a:pt x="703" y="7990"/>
                  </a:cubicBezTo>
                  <a:lnTo>
                    <a:pt x="405" y="7990"/>
                  </a:lnTo>
                  <a:lnTo>
                    <a:pt x="405" y="7501"/>
                  </a:lnTo>
                  <a:lnTo>
                    <a:pt x="703" y="7501"/>
                  </a:lnTo>
                  <a:cubicBezTo>
                    <a:pt x="810" y="7501"/>
                    <a:pt x="881" y="7418"/>
                    <a:pt x="917" y="7335"/>
                  </a:cubicBezTo>
                  <a:cubicBezTo>
                    <a:pt x="965" y="7144"/>
                    <a:pt x="1036" y="6942"/>
                    <a:pt x="1155" y="6763"/>
                  </a:cubicBezTo>
                  <a:cubicBezTo>
                    <a:pt x="1215" y="6680"/>
                    <a:pt x="1203" y="6573"/>
                    <a:pt x="1119" y="6501"/>
                  </a:cubicBezTo>
                  <a:lnTo>
                    <a:pt x="917" y="6287"/>
                  </a:lnTo>
                  <a:lnTo>
                    <a:pt x="1262" y="5954"/>
                  </a:lnTo>
                  <a:lnTo>
                    <a:pt x="1465" y="6156"/>
                  </a:lnTo>
                  <a:cubicBezTo>
                    <a:pt x="1508" y="6200"/>
                    <a:pt x="1565" y="6225"/>
                    <a:pt x="1624" y="6225"/>
                  </a:cubicBezTo>
                  <a:cubicBezTo>
                    <a:pt x="1662" y="6225"/>
                    <a:pt x="1701" y="6215"/>
                    <a:pt x="1738" y="6192"/>
                  </a:cubicBezTo>
                  <a:cubicBezTo>
                    <a:pt x="1917" y="6085"/>
                    <a:pt x="2108" y="5989"/>
                    <a:pt x="2298" y="5954"/>
                  </a:cubicBezTo>
                  <a:cubicBezTo>
                    <a:pt x="2393" y="5930"/>
                    <a:pt x="2465" y="5846"/>
                    <a:pt x="2465" y="5739"/>
                  </a:cubicBezTo>
                  <a:lnTo>
                    <a:pt x="2465" y="5442"/>
                  </a:lnTo>
                  <a:close/>
                  <a:moveTo>
                    <a:pt x="2084" y="0"/>
                  </a:moveTo>
                  <a:cubicBezTo>
                    <a:pt x="1977" y="0"/>
                    <a:pt x="1881" y="84"/>
                    <a:pt x="1881" y="203"/>
                  </a:cubicBezTo>
                  <a:lnTo>
                    <a:pt x="1881" y="1048"/>
                  </a:lnTo>
                  <a:cubicBezTo>
                    <a:pt x="1881" y="1167"/>
                    <a:pt x="1977" y="1263"/>
                    <a:pt x="2084" y="1263"/>
                  </a:cubicBezTo>
                  <a:lnTo>
                    <a:pt x="2227" y="1263"/>
                  </a:lnTo>
                  <a:lnTo>
                    <a:pt x="2227" y="5037"/>
                  </a:lnTo>
                  <a:cubicBezTo>
                    <a:pt x="2119" y="5061"/>
                    <a:pt x="2048" y="5144"/>
                    <a:pt x="2048" y="5251"/>
                  </a:cubicBezTo>
                  <a:lnTo>
                    <a:pt x="2048" y="5584"/>
                  </a:lnTo>
                  <a:cubicBezTo>
                    <a:pt x="1905" y="5632"/>
                    <a:pt x="1774" y="5680"/>
                    <a:pt x="1655" y="5751"/>
                  </a:cubicBezTo>
                  <a:lnTo>
                    <a:pt x="1417" y="5513"/>
                  </a:lnTo>
                  <a:cubicBezTo>
                    <a:pt x="1369" y="5465"/>
                    <a:pt x="1334" y="5454"/>
                    <a:pt x="1274" y="5454"/>
                  </a:cubicBezTo>
                  <a:cubicBezTo>
                    <a:pt x="1215" y="5454"/>
                    <a:pt x="1167" y="5465"/>
                    <a:pt x="1119" y="5513"/>
                  </a:cubicBezTo>
                  <a:lnTo>
                    <a:pt x="476" y="6156"/>
                  </a:lnTo>
                  <a:cubicBezTo>
                    <a:pt x="393" y="6239"/>
                    <a:pt x="393" y="6382"/>
                    <a:pt x="476" y="6454"/>
                  </a:cubicBezTo>
                  <a:lnTo>
                    <a:pt x="715" y="6692"/>
                  </a:lnTo>
                  <a:cubicBezTo>
                    <a:pt x="655" y="6811"/>
                    <a:pt x="595" y="6942"/>
                    <a:pt x="560" y="7073"/>
                  </a:cubicBezTo>
                  <a:lnTo>
                    <a:pt x="214" y="7073"/>
                  </a:lnTo>
                  <a:cubicBezTo>
                    <a:pt x="95" y="7073"/>
                    <a:pt x="0" y="7168"/>
                    <a:pt x="0" y="7287"/>
                  </a:cubicBezTo>
                  <a:lnTo>
                    <a:pt x="0" y="8192"/>
                  </a:lnTo>
                  <a:cubicBezTo>
                    <a:pt x="0" y="8311"/>
                    <a:pt x="95" y="8406"/>
                    <a:pt x="214" y="8406"/>
                  </a:cubicBezTo>
                  <a:lnTo>
                    <a:pt x="560" y="8406"/>
                  </a:lnTo>
                  <a:cubicBezTo>
                    <a:pt x="595" y="8537"/>
                    <a:pt x="643" y="8668"/>
                    <a:pt x="715" y="8787"/>
                  </a:cubicBezTo>
                  <a:lnTo>
                    <a:pt x="476" y="9025"/>
                  </a:lnTo>
                  <a:cubicBezTo>
                    <a:pt x="393" y="9121"/>
                    <a:pt x="393" y="9252"/>
                    <a:pt x="476" y="9323"/>
                  </a:cubicBezTo>
                  <a:lnTo>
                    <a:pt x="1119" y="9966"/>
                  </a:lnTo>
                  <a:cubicBezTo>
                    <a:pt x="1167" y="10008"/>
                    <a:pt x="1223" y="10028"/>
                    <a:pt x="1277" y="10028"/>
                  </a:cubicBezTo>
                  <a:cubicBezTo>
                    <a:pt x="1331" y="10028"/>
                    <a:pt x="1381" y="10008"/>
                    <a:pt x="1417" y="9966"/>
                  </a:cubicBezTo>
                  <a:lnTo>
                    <a:pt x="1655" y="9728"/>
                  </a:lnTo>
                  <a:cubicBezTo>
                    <a:pt x="1774" y="9787"/>
                    <a:pt x="1905" y="9847"/>
                    <a:pt x="2048" y="9895"/>
                  </a:cubicBezTo>
                  <a:lnTo>
                    <a:pt x="2048" y="10228"/>
                  </a:lnTo>
                  <a:cubicBezTo>
                    <a:pt x="2048" y="10347"/>
                    <a:pt x="2131" y="10442"/>
                    <a:pt x="2250" y="10442"/>
                  </a:cubicBezTo>
                  <a:lnTo>
                    <a:pt x="3155" y="10442"/>
                  </a:lnTo>
                  <a:cubicBezTo>
                    <a:pt x="3274" y="10442"/>
                    <a:pt x="3370" y="10347"/>
                    <a:pt x="3370" y="10228"/>
                  </a:cubicBezTo>
                  <a:lnTo>
                    <a:pt x="3370" y="9895"/>
                  </a:lnTo>
                  <a:cubicBezTo>
                    <a:pt x="3501" y="9847"/>
                    <a:pt x="3632" y="9799"/>
                    <a:pt x="3751" y="9728"/>
                  </a:cubicBezTo>
                  <a:lnTo>
                    <a:pt x="3989" y="9966"/>
                  </a:lnTo>
                  <a:cubicBezTo>
                    <a:pt x="4036" y="10008"/>
                    <a:pt x="4093" y="10028"/>
                    <a:pt x="4146" y="10028"/>
                  </a:cubicBezTo>
                  <a:cubicBezTo>
                    <a:pt x="4200" y="10028"/>
                    <a:pt x="4251" y="10008"/>
                    <a:pt x="4286" y="9966"/>
                  </a:cubicBezTo>
                  <a:lnTo>
                    <a:pt x="4929" y="9323"/>
                  </a:lnTo>
                  <a:cubicBezTo>
                    <a:pt x="5025" y="9240"/>
                    <a:pt x="5025" y="9097"/>
                    <a:pt x="4929" y="9025"/>
                  </a:cubicBezTo>
                  <a:lnTo>
                    <a:pt x="4691" y="8787"/>
                  </a:lnTo>
                  <a:cubicBezTo>
                    <a:pt x="4691" y="8775"/>
                    <a:pt x="4703" y="8775"/>
                    <a:pt x="4703" y="8763"/>
                  </a:cubicBezTo>
                  <a:lnTo>
                    <a:pt x="13180" y="8763"/>
                  </a:lnTo>
                  <a:cubicBezTo>
                    <a:pt x="13299" y="8763"/>
                    <a:pt x="13383" y="8668"/>
                    <a:pt x="13383" y="8549"/>
                  </a:cubicBezTo>
                  <a:lnTo>
                    <a:pt x="13383" y="7704"/>
                  </a:lnTo>
                  <a:cubicBezTo>
                    <a:pt x="13383" y="7585"/>
                    <a:pt x="13299" y="7489"/>
                    <a:pt x="13180" y="7489"/>
                  </a:cubicBezTo>
                  <a:lnTo>
                    <a:pt x="13037" y="7489"/>
                  </a:lnTo>
                  <a:lnTo>
                    <a:pt x="13037" y="1263"/>
                  </a:lnTo>
                  <a:lnTo>
                    <a:pt x="13192" y="1263"/>
                  </a:lnTo>
                  <a:cubicBezTo>
                    <a:pt x="13311" y="1263"/>
                    <a:pt x="13395" y="1167"/>
                    <a:pt x="13395" y="1048"/>
                  </a:cubicBezTo>
                  <a:lnTo>
                    <a:pt x="13395" y="203"/>
                  </a:lnTo>
                  <a:cubicBezTo>
                    <a:pt x="13395" y="84"/>
                    <a:pt x="13311" y="0"/>
                    <a:pt x="1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64"/>
            <p:cNvSpPr/>
            <p:nvPr/>
          </p:nvSpPr>
          <p:spPr>
            <a:xfrm>
              <a:off x="2803568" y="3950909"/>
              <a:ext cx="40198" cy="85648"/>
            </a:xfrm>
            <a:custGeom>
              <a:avLst/>
              <a:gdLst/>
              <a:ahLst/>
              <a:cxnLst/>
              <a:rect l="l" t="t" r="r" b="b"/>
              <a:pathLst>
                <a:path w="1263" h="2691" extrusionOk="0">
                  <a:moveTo>
                    <a:pt x="846" y="417"/>
                  </a:moveTo>
                  <a:lnTo>
                    <a:pt x="846" y="2262"/>
                  </a:lnTo>
                  <a:lnTo>
                    <a:pt x="417" y="2262"/>
                  </a:lnTo>
                  <a:lnTo>
                    <a:pt x="417" y="417"/>
                  </a:lnTo>
                  <a:close/>
                  <a:moveTo>
                    <a:pt x="203" y="0"/>
                  </a:moveTo>
                  <a:cubicBezTo>
                    <a:pt x="84" y="0"/>
                    <a:pt x="1" y="84"/>
                    <a:pt x="1" y="203"/>
                  </a:cubicBezTo>
                  <a:lnTo>
                    <a:pt x="1" y="2477"/>
                  </a:lnTo>
                  <a:cubicBezTo>
                    <a:pt x="1" y="2596"/>
                    <a:pt x="84" y="2691"/>
                    <a:pt x="203" y="2691"/>
                  </a:cubicBezTo>
                  <a:lnTo>
                    <a:pt x="1060" y="2691"/>
                  </a:lnTo>
                  <a:cubicBezTo>
                    <a:pt x="1167" y="2691"/>
                    <a:pt x="1263" y="2596"/>
                    <a:pt x="1263" y="2477"/>
                  </a:cubicBezTo>
                  <a:lnTo>
                    <a:pt x="1263" y="203"/>
                  </a:lnTo>
                  <a:cubicBezTo>
                    <a:pt x="1263" y="84"/>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64"/>
            <p:cNvSpPr/>
            <p:nvPr/>
          </p:nvSpPr>
          <p:spPr>
            <a:xfrm>
              <a:off x="2851691" y="3917935"/>
              <a:ext cx="40580" cy="118621"/>
            </a:xfrm>
            <a:custGeom>
              <a:avLst/>
              <a:gdLst/>
              <a:ahLst/>
              <a:cxnLst/>
              <a:rect l="l" t="t" r="r" b="b"/>
              <a:pathLst>
                <a:path w="1275" h="3727" extrusionOk="0">
                  <a:moveTo>
                    <a:pt x="858" y="417"/>
                  </a:moveTo>
                  <a:lnTo>
                    <a:pt x="858" y="3298"/>
                  </a:lnTo>
                  <a:lnTo>
                    <a:pt x="417" y="3298"/>
                  </a:lnTo>
                  <a:lnTo>
                    <a:pt x="417" y="417"/>
                  </a:lnTo>
                  <a:close/>
                  <a:moveTo>
                    <a:pt x="215" y="0"/>
                  </a:moveTo>
                  <a:cubicBezTo>
                    <a:pt x="96" y="0"/>
                    <a:pt x="1" y="96"/>
                    <a:pt x="1" y="215"/>
                  </a:cubicBezTo>
                  <a:lnTo>
                    <a:pt x="1" y="3513"/>
                  </a:lnTo>
                  <a:cubicBezTo>
                    <a:pt x="1" y="3632"/>
                    <a:pt x="96" y="3727"/>
                    <a:pt x="215" y="3727"/>
                  </a:cubicBezTo>
                  <a:lnTo>
                    <a:pt x="1060" y="3727"/>
                  </a:lnTo>
                  <a:cubicBezTo>
                    <a:pt x="1179" y="3727"/>
                    <a:pt x="1275" y="3632"/>
                    <a:pt x="1275" y="3513"/>
                  </a:cubicBezTo>
                  <a:lnTo>
                    <a:pt x="1275" y="215"/>
                  </a:lnTo>
                  <a:cubicBezTo>
                    <a:pt x="1275" y="96"/>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64"/>
            <p:cNvSpPr/>
            <p:nvPr/>
          </p:nvSpPr>
          <p:spPr>
            <a:xfrm>
              <a:off x="2900197" y="3934995"/>
              <a:ext cx="40198" cy="101562"/>
            </a:xfrm>
            <a:custGeom>
              <a:avLst/>
              <a:gdLst/>
              <a:ahLst/>
              <a:cxnLst/>
              <a:rect l="l" t="t" r="r" b="b"/>
              <a:pathLst>
                <a:path w="1263" h="3191" extrusionOk="0">
                  <a:moveTo>
                    <a:pt x="846" y="417"/>
                  </a:moveTo>
                  <a:lnTo>
                    <a:pt x="846" y="2762"/>
                  </a:lnTo>
                  <a:lnTo>
                    <a:pt x="417" y="2762"/>
                  </a:lnTo>
                  <a:lnTo>
                    <a:pt x="417" y="417"/>
                  </a:lnTo>
                  <a:close/>
                  <a:moveTo>
                    <a:pt x="203" y="0"/>
                  </a:moveTo>
                  <a:cubicBezTo>
                    <a:pt x="84" y="0"/>
                    <a:pt x="1" y="95"/>
                    <a:pt x="1" y="214"/>
                  </a:cubicBezTo>
                  <a:lnTo>
                    <a:pt x="1" y="2977"/>
                  </a:lnTo>
                  <a:cubicBezTo>
                    <a:pt x="1" y="3096"/>
                    <a:pt x="84" y="3191"/>
                    <a:pt x="203" y="3191"/>
                  </a:cubicBezTo>
                  <a:lnTo>
                    <a:pt x="1048" y="3191"/>
                  </a:lnTo>
                  <a:cubicBezTo>
                    <a:pt x="1168" y="3191"/>
                    <a:pt x="1263" y="3096"/>
                    <a:pt x="1263" y="2977"/>
                  </a:cubicBezTo>
                  <a:lnTo>
                    <a:pt x="1263" y="214"/>
                  </a:lnTo>
                  <a:cubicBezTo>
                    <a:pt x="1263" y="95"/>
                    <a:pt x="1179"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64"/>
            <p:cNvSpPr/>
            <p:nvPr/>
          </p:nvSpPr>
          <p:spPr>
            <a:xfrm>
              <a:off x="2948320" y="3879265"/>
              <a:ext cx="40580" cy="156941"/>
            </a:xfrm>
            <a:custGeom>
              <a:avLst/>
              <a:gdLst/>
              <a:ahLst/>
              <a:cxnLst/>
              <a:rect l="l" t="t" r="r" b="b"/>
              <a:pathLst>
                <a:path w="1275" h="4931" extrusionOk="0">
                  <a:moveTo>
                    <a:pt x="858" y="430"/>
                  </a:moveTo>
                  <a:lnTo>
                    <a:pt x="858" y="4525"/>
                  </a:lnTo>
                  <a:lnTo>
                    <a:pt x="418" y="4525"/>
                  </a:lnTo>
                  <a:lnTo>
                    <a:pt x="418" y="430"/>
                  </a:lnTo>
                  <a:close/>
                  <a:moveTo>
                    <a:pt x="215" y="1"/>
                  </a:moveTo>
                  <a:cubicBezTo>
                    <a:pt x="96" y="1"/>
                    <a:pt x="1" y="108"/>
                    <a:pt x="1" y="203"/>
                  </a:cubicBezTo>
                  <a:lnTo>
                    <a:pt x="1" y="4716"/>
                  </a:lnTo>
                  <a:cubicBezTo>
                    <a:pt x="1" y="4835"/>
                    <a:pt x="96" y="4930"/>
                    <a:pt x="215" y="4930"/>
                  </a:cubicBezTo>
                  <a:lnTo>
                    <a:pt x="1060" y="4930"/>
                  </a:lnTo>
                  <a:cubicBezTo>
                    <a:pt x="1180" y="4930"/>
                    <a:pt x="1275" y="4835"/>
                    <a:pt x="1275" y="4716"/>
                  </a:cubicBezTo>
                  <a:lnTo>
                    <a:pt x="1275" y="203"/>
                  </a:lnTo>
                  <a:cubicBezTo>
                    <a:pt x="1275" y="84"/>
                    <a:pt x="1180"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64"/>
            <p:cNvSpPr/>
            <p:nvPr/>
          </p:nvSpPr>
          <p:spPr>
            <a:xfrm>
              <a:off x="2716807" y="3896325"/>
              <a:ext cx="49269" cy="13304"/>
            </a:xfrm>
            <a:custGeom>
              <a:avLst/>
              <a:gdLst/>
              <a:ahLst/>
              <a:cxnLst/>
              <a:rect l="l" t="t" r="r" b="b"/>
              <a:pathLst>
                <a:path w="1548" h="418" extrusionOk="0">
                  <a:moveTo>
                    <a:pt x="214" y="1"/>
                  </a:moveTo>
                  <a:cubicBezTo>
                    <a:pt x="95" y="1"/>
                    <a:pt x="0" y="84"/>
                    <a:pt x="0" y="203"/>
                  </a:cubicBezTo>
                  <a:cubicBezTo>
                    <a:pt x="0" y="322"/>
                    <a:pt x="107" y="417"/>
                    <a:pt x="214" y="417"/>
                  </a:cubicBezTo>
                  <a:lnTo>
                    <a:pt x="1345" y="417"/>
                  </a:lnTo>
                  <a:cubicBezTo>
                    <a:pt x="1453" y="417"/>
                    <a:pt x="1548" y="322"/>
                    <a:pt x="1548" y="203"/>
                  </a:cubicBezTo>
                  <a:cubicBezTo>
                    <a:pt x="1548" y="84"/>
                    <a:pt x="1453" y="1"/>
                    <a:pt x="13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64"/>
            <p:cNvSpPr/>
            <p:nvPr/>
          </p:nvSpPr>
          <p:spPr>
            <a:xfrm>
              <a:off x="2717157" y="3917553"/>
              <a:ext cx="69002" cy="13304"/>
            </a:xfrm>
            <a:custGeom>
              <a:avLst/>
              <a:gdLst/>
              <a:ahLst/>
              <a:cxnLst/>
              <a:rect l="l" t="t" r="r" b="b"/>
              <a:pathLst>
                <a:path w="2168" h="418" extrusionOk="0">
                  <a:moveTo>
                    <a:pt x="215" y="0"/>
                  </a:moveTo>
                  <a:cubicBezTo>
                    <a:pt x="96" y="0"/>
                    <a:pt x="1" y="96"/>
                    <a:pt x="1" y="215"/>
                  </a:cubicBezTo>
                  <a:cubicBezTo>
                    <a:pt x="1" y="334"/>
                    <a:pt x="96" y="417"/>
                    <a:pt x="215" y="417"/>
                  </a:cubicBezTo>
                  <a:lnTo>
                    <a:pt x="1954" y="417"/>
                  </a:lnTo>
                  <a:cubicBezTo>
                    <a:pt x="2073" y="417"/>
                    <a:pt x="2168" y="334"/>
                    <a:pt x="2168" y="215"/>
                  </a:cubicBezTo>
                  <a:cubicBezTo>
                    <a:pt x="2168" y="96"/>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64"/>
            <p:cNvSpPr/>
            <p:nvPr/>
          </p:nvSpPr>
          <p:spPr>
            <a:xfrm>
              <a:off x="2717157" y="3938782"/>
              <a:ext cx="69002" cy="13272"/>
            </a:xfrm>
            <a:custGeom>
              <a:avLst/>
              <a:gdLst/>
              <a:ahLst/>
              <a:cxnLst/>
              <a:rect l="l" t="t" r="r" b="b"/>
              <a:pathLst>
                <a:path w="2168" h="417" extrusionOk="0">
                  <a:moveTo>
                    <a:pt x="215" y="0"/>
                  </a:moveTo>
                  <a:cubicBezTo>
                    <a:pt x="96" y="0"/>
                    <a:pt x="1" y="95"/>
                    <a:pt x="1" y="214"/>
                  </a:cubicBezTo>
                  <a:cubicBezTo>
                    <a:pt x="1" y="334"/>
                    <a:pt x="96" y="417"/>
                    <a:pt x="215" y="417"/>
                  </a:cubicBezTo>
                  <a:lnTo>
                    <a:pt x="1954" y="417"/>
                  </a:lnTo>
                  <a:cubicBezTo>
                    <a:pt x="2073" y="417"/>
                    <a:pt x="2168" y="334"/>
                    <a:pt x="2168" y="214"/>
                  </a:cubicBezTo>
                  <a:cubicBezTo>
                    <a:pt x="2168" y="95"/>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64"/>
            <p:cNvSpPr/>
            <p:nvPr/>
          </p:nvSpPr>
          <p:spPr>
            <a:xfrm>
              <a:off x="2717157" y="3960361"/>
              <a:ext cx="69002" cy="13304"/>
            </a:xfrm>
            <a:custGeom>
              <a:avLst/>
              <a:gdLst/>
              <a:ahLst/>
              <a:cxnLst/>
              <a:rect l="l" t="t" r="r" b="b"/>
              <a:pathLst>
                <a:path w="2168" h="418" extrusionOk="0">
                  <a:moveTo>
                    <a:pt x="215" y="1"/>
                  </a:moveTo>
                  <a:cubicBezTo>
                    <a:pt x="96" y="1"/>
                    <a:pt x="1" y="84"/>
                    <a:pt x="1" y="203"/>
                  </a:cubicBezTo>
                  <a:cubicBezTo>
                    <a:pt x="1" y="322"/>
                    <a:pt x="96" y="418"/>
                    <a:pt x="215" y="418"/>
                  </a:cubicBezTo>
                  <a:lnTo>
                    <a:pt x="1954" y="418"/>
                  </a:lnTo>
                  <a:cubicBezTo>
                    <a:pt x="2073" y="418"/>
                    <a:pt x="2168" y="322"/>
                    <a:pt x="2168" y="203"/>
                  </a:cubicBezTo>
                  <a:cubicBezTo>
                    <a:pt x="2168" y="84"/>
                    <a:pt x="2061" y="1"/>
                    <a:pt x="1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64"/>
            <p:cNvSpPr/>
            <p:nvPr/>
          </p:nvSpPr>
          <p:spPr>
            <a:xfrm>
              <a:off x="2655793" y="4020993"/>
              <a:ext cx="84152" cy="82656"/>
            </a:xfrm>
            <a:custGeom>
              <a:avLst/>
              <a:gdLst/>
              <a:ahLst/>
              <a:cxnLst/>
              <a:rect l="l" t="t" r="r" b="b"/>
              <a:pathLst>
                <a:path w="2644" h="2597" extrusionOk="0">
                  <a:moveTo>
                    <a:pt x="1322" y="1"/>
                  </a:moveTo>
                  <a:cubicBezTo>
                    <a:pt x="595" y="1"/>
                    <a:pt x="0" y="596"/>
                    <a:pt x="0" y="1322"/>
                  </a:cubicBezTo>
                  <a:cubicBezTo>
                    <a:pt x="0" y="1620"/>
                    <a:pt x="84" y="1882"/>
                    <a:pt x="262" y="2120"/>
                  </a:cubicBezTo>
                  <a:cubicBezTo>
                    <a:pt x="312" y="2177"/>
                    <a:pt x="379" y="2204"/>
                    <a:pt x="442" y="2204"/>
                  </a:cubicBezTo>
                  <a:cubicBezTo>
                    <a:pt x="485" y="2204"/>
                    <a:pt x="526" y="2192"/>
                    <a:pt x="560" y="2168"/>
                  </a:cubicBezTo>
                  <a:cubicBezTo>
                    <a:pt x="655" y="2096"/>
                    <a:pt x="667" y="1965"/>
                    <a:pt x="607" y="1870"/>
                  </a:cubicBezTo>
                  <a:cubicBezTo>
                    <a:pt x="488" y="1703"/>
                    <a:pt x="429" y="1525"/>
                    <a:pt x="429" y="1322"/>
                  </a:cubicBezTo>
                  <a:cubicBezTo>
                    <a:pt x="429" y="822"/>
                    <a:pt x="834" y="406"/>
                    <a:pt x="1334" y="406"/>
                  </a:cubicBezTo>
                  <a:cubicBezTo>
                    <a:pt x="1846" y="406"/>
                    <a:pt x="2239" y="810"/>
                    <a:pt x="2239" y="1322"/>
                  </a:cubicBezTo>
                  <a:cubicBezTo>
                    <a:pt x="2239" y="1620"/>
                    <a:pt x="2096" y="1894"/>
                    <a:pt x="1846" y="2061"/>
                  </a:cubicBezTo>
                  <a:cubicBezTo>
                    <a:pt x="1822" y="2061"/>
                    <a:pt x="1822" y="2073"/>
                    <a:pt x="1810" y="2073"/>
                  </a:cubicBezTo>
                  <a:lnTo>
                    <a:pt x="1798" y="2073"/>
                  </a:lnTo>
                  <a:cubicBezTo>
                    <a:pt x="1786" y="2073"/>
                    <a:pt x="1786" y="2096"/>
                    <a:pt x="1762" y="2096"/>
                  </a:cubicBezTo>
                  <a:lnTo>
                    <a:pt x="1750" y="2096"/>
                  </a:lnTo>
                  <a:cubicBezTo>
                    <a:pt x="1738" y="2096"/>
                    <a:pt x="1738" y="2108"/>
                    <a:pt x="1727" y="2108"/>
                  </a:cubicBezTo>
                  <a:cubicBezTo>
                    <a:pt x="1703" y="2108"/>
                    <a:pt x="1691" y="2120"/>
                    <a:pt x="1691" y="2120"/>
                  </a:cubicBezTo>
                  <a:lnTo>
                    <a:pt x="1679" y="2120"/>
                  </a:lnTo>
                  <a:cubicBezTo>
                    <a:pt x="1667" y="2120"/>
                    <a:pt x="1667" y="2120"/>
                    <a:pt x="1643" y="2144"/>
                  </a:cubicBezTo>
                  <a:lnTo>
                    <a:pt x="1631" y="2144"/>
                  </a:lnTo>
                  <a:cubicBezTo>
                    <a:pt x="1619" y="2144"/>
                    <a:pt x="1608" y="2156"/>
                    <a:pt x="1608" y="2156"/>
                  </a:cubicBezTo>
                  <a:cubicBezTo>
                    <a:pt x="1584" y="2156"/>
                    <a:pt x="1572" y="2156"/>
                    <a:pt x="1560" y="2168"/>
                  </a:cubicBezTo>
                  <a:lnTo>
                    <a:pt x="1072" y="2168"/>
                  </a:lnTo>
                  <a:cubicBezTo>
                    <a:pt x="1048" y="2168"/>
                    <a:pt x="1036" y="2168"/>
                    <a:pt x="1024" y="2156"/>
                  </a:cubicBezTo>
                  <a:cubicBezTo>
                    <a:pt x="1012" y="2156"/>
                    <a:pt x="988" y="2144"/>
                    <a:pt x="988" y="2144"/>
                  </a:cubicBezTo>
                  <a:lnTo>
                    <a:pt x="976" y="2144"/>
                  </a:lnTo>
                  <a:cubicBezTo>
                    <a:pt x="951" y="2133"/>
                    <a:pt x="925" y="2127"/>
                    <a:pt x="899" y="2127"/>
                  </a:cubicBezTo>
                  <a:cubicBezTo>
                    <a:pt x="817" y="2127"/>
                    <a:pt x="742" y="2181"/>
                    <a:pt x="715" y="2263"/>
                  </a:cubicBezTo>
                  <a:cubicBezTo>
                    <a:pt x="667" y="2358"/>
                    <a:pt x="726" y="2501"/>
                    <a:pt x="834" y="2525"/>
                  </a:cubicBezTo>
                  <a:lnTo>
                    <a:pt x="846" y="2525"/>
                  </a:lnTo>
                  <a:cubicBezTo>
                    <a:pt x="857" y="2525"/>
                    <a:pt x="869" y="2537"/>
                    <a:pt x="905" y="2537"/>
                  </a:cubicBezTo>
                  <a:cubicBezTo>
                    <a:pt x="917" y="2537"/>
                    <a:pt x="929" y="2561"/>
                    <a:pt x="965" y="2561"/>
                  </a:cubicBezTo>
                  <a:lnTo>
                    <a:pt x="976" y="2561"/>
                  </a:lnTo>
                  <a:cubicBezTo>
                    <a:pt x="988" y="2561"/>
                    <a:pt x="1012" y="2561"/>
                    <a:pt x="1024" y="2573"/>
                  </a:cubicBezTo>
                  <a:lnTo>
                    <a:pt x="1036" y="2573"/>
                  </a:lnTo>
                  <a:cubicBezTo>
                    <a:pt x="1048" y="2573"/>
                    <a:pt x="1072" y="2573"/>
                    <a:pt x="1096" y="2584"/>
                  </a:cubicBezTo>
                  <a:cubicBezTo>
                    <a:pt x="1107" y="2584"/>
                    <a:pt x="1143" y="2584"/>
                    <a:pt x="1155" y="2596"/>
                  </a:cubicBezTo>
                  <a:lnTo>
                    <a:pt x="1429" y="2596"/>
                  </a:lnTo>
                  <a:cubicBezTo>
                    <a:pt x="1441" y="2596"/>
                    <a:pt x="1465" y="2596"/>
                    <a:pt x="1488" y="2584"/>
                  </a:cubicBezTo>
                  <a:cubicBezTo>
                    <a:pt x="1500" y="2584"/>
                    <a:pt x="1524" y="2584"/>
                    <a:pt x="1548" y="2573"/>
                  </a:cubicBezTo>
                  <a:lnTo>
                    <a:pt x="1560" y="2573"/>
                  </a:lnTo>
                  <a:cubicBezTo>
                    <a:pt x="1572" y="2573"/>
                    <a:pt x="1584" y="2573"/>
                    <a:pt x="1608" y="2561"/>
                  </a:cubicBezTo>
                  <a:lnTo>
                    <a:pt x="1619" y="2561"/>
                  </a:lnTo>
                  <a:cubicBezTo>
                    <a:pt x="1631" y="2561"/>
                    <a:pt x="1643" y="2537"/>
                    <a:pt x="1679" y="2537"/>
                  </a:cubicBezTo>
                  <a:cubicBezTo>
                    <a:pt x="1691" y="2537"/>
                    <a:pt x="1703" y="2525"/>
                    <a:pt x="1738" y="2525"/>
                  </a:cubicBezTo>
                  <a:lnTo>
                    <a:pt x="1750" y="2525"/>
                  </a:lnTo>
                  <a:cubicBezTo>
                    <a:pt x="1762" y="2525"/>
                    <a:pt x="1786" y="2513"/>
                    <a:pt x="1798" y="2513"/>
                  </a:cubicBezTo>
                  <a:lnTo>
                    <a:pt x="1810" y="2513"/>
                  </a:lnTo>
                  <a:cubicBezTo>
                    <a:pt x="1822" y="2513"/>
                    <a:pt x="1846" y="2489"/>
                    <a:pt x="1858" y="2477"/>
                  </a:cubicBezTo>
                  <a:cubicBezTo>
                    <a:pt x="1869" y="2465"/>
                    <a:pt x="1881" y="2465"/>
                    <a:pt x="1905" y="2454"/>
                  </a:cubicBezTo>
                  <a:lnTo>
                    <a:pt x="1917" y="2430"/>
                  </a:lnTo>
                  <a:cubicBezTo>
                    <a:pt x="1929" y="2430"/>
                    <a:pt x="1941" y="2418"/>
                    <a:pt x="1941" y="2418"/>
                  </a:cubicBezTo>
                  <a:lnTo>
                    <a:pt x="1965" y="2406"/>
                  </a:lnTo>
                  <a:cubicBezTo>
                    <a:pt x="1977" y="2394"/>
                    <a:pt x="1989" y="2394"/>
                    <a:pt x="2000" y="2370"/>
                  </a:cubicBezTo>
                  <a:cubicBezTo>
                    <a:pt x="2381" y="2120"/>
                    <a:pt x="2584" y="1715"/>
                    <a:pt x="2584" y="1275"/>
                  </a:cubicBezTo>
                  <a:cubicBezTo>
                    <a:pt x="2643" y="596"/>
                    <a:pt x="2048"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02" name="Google Shape;10902;p64"/>
          <p:cNvSpPr/>
          <p:nvPr/>
        </p:nvSpPr>
        <p:spPr>
          <a:xfrm>
            <a:off x="1752752" y="3629616"/>
            <a:ext cx="356245" cy="356627"/>
          </a:xfrm>
          <a:custGeom>
            <a:avLst/>
            <a:gdLst/>
            <a:ahLst/>
            <a:cxnLst/>
            <a:rect l="l" t="t" r="r" b="b"/>
            <a:pathLst>
              <a:path w="11193" h="11205" extrusionOk="0">
                <a:moveTo>
                  <a:pt x="3763" y="358"/>
                </a:moveTo>
                <a:cubicBezTo>
                  <a:pt x="4096" y="358"/>
                  <a:pt x="4346" y="632"/>
                  <a:pt x="4346" y="941"/>
                </a:cubicBezTo>
                <a:cubicBezTo>
                  <a:pt x="4346" y="1144"/>
                  <a:pt x="4239" y="1346"/>
                  <a:pt x="4061" y="1441"/>
                </a:cubicBezTo>
                <a:cubicBezTo>
                  <a:pt x="4013" y="1477"/>
                  <a:pt x="3977" y="1536"/>
                  <a:pt x="3977" y="1596"/>
                </a:cubicBezTo>
                <a:lnTo>
                  <a:pt x="3977" y="2001"/>
                </a:lnTo>
                <a:cubicBezTo>
                  <a:pt x="3977" y="2096"/>
                  <a:pt x="4049" y="2179"/>
                  <a:pt x="4156" y="2179"/>
                </a:cubicBezTo>
                <a:lnTo>
                  <a:pt x="5394" y="2179"/>
                </a:lnTo>
                <a:lnTo>
                  <a:pt x="5394" y="3406"/>
                </a:lnTo>
                <a:cubicBezTo>
                  <a:pt x="5394" y="3513"/>
                  <a:pt x="5466" y="3584"/>
                  <a:pt x="5573" y="3584"/>
                </a:cubicBezTo>
                <a:lnTo>
                  <a:pt x="5966" y="3584"/>
                </a:lnTo>
                <a:cubicBezTo>
                  <a:pt x="6025" y="3584"/>
                  <a:pt x="6085" y="3561"/>
                  <a:pt x="6120" y="3501"/>
                </a:cubicBezTo>
                <a:cubicBezTo>
                  <a:pt x="6228" y="3322"/>
                  <a:pt x="6418" y="3215"/>
                  <a:pt x="6620" y="3215"/>
                </a:cubicBezTo>
                <a:cubicBezTo>
                  <a:pt x="6954" y="3215"/>
                  <a:pt x="7204" y="3489"/>
                  <a:pt x="7204" y="3799"/>
                </a:cubicBezTo>
                <a:cubicBezTo>
                  <a:pt x="7204" y="4120"/>
                  <a:pt x="6942" y="4382"/>
                  <a:pt x="6620" y="4382"/>
                </a:cubicBezTo>
                <a:cubicBezTo>
                  <a:pt x="6418" y="4382"/>
                  <a:pt x="6228" y="4275"/>
                  <a:pt x="6120" y="4096"/>
                </a:cubicBezTo>
                <a:cubicBezTo>
                  <a:pt x="6085" y="4037"/>
                  <a:pt x="6025" y="4001"/>
                  <a:pt x="5966" y="4001"/>
                </a:cubicBezTo>
                <a:lnTo>
                  <a:pt x="5573" y="4001"/>
                </a:lnTo>
                <a:cubicBezTo>
                  <a:pt x="5466" y="4001"/>
                  <a:pt x="5394" y="4084"/>
                  <a:pt x="5394" y="4180"/>
                </a:cubicBezTo>
                <a:lnTo>
                  <a:pt x="5394" y="5418"/>
                </a:lnTo>
                <a:lnTo>
                  <a:pt x="4334" y="5418"/>
                </a:lnTo>
                <a:lnTo>
                  <a:pt x="4334" y="5299"/>
                </a:lnTo>
                <a:cubicBezTo>
                  <a:pt x="4573" y="5120"/>
                  <a:pt x="4704" y="4834"/>
                  <a:pt x="4704" y="4561"/>
                </a:cubicBezTo>
                <a:cubicBezTo>
                  <a:pt x="4704" y="4037"/>
                  <a:pt x="4287" y="3620"/>
                  <a:pt x="3775" y="3620"/>
                </a:cubicBezTo>
                <a:cubicBezTo>
                  <a:pt x="3251" y="3620"/>
                  <a:pt x="2834" y="4037"/>
                  <a:pt x="2834" y="4561"/>
                </a:cubicBezTo>
                <a:cubicBezTo>
                  <a:pt x="2834" y="4858"/>
                  <a:pt x="2965" y="5132"/>
                  <a:pt x="3203" y="5299"/>
                </a:cubicBezTo>
                <a:lnTo>
                  <a:pt x="3203" y="5430"/>
                </a:lnTo>
                <a:lnTo>
                  <a:pt x="2144" y="5430"/>
                </a:lnTo>
                <a:lnTo>
                  <a:pt x="2144" y="2179"/>
                </a:lnTo>
                <a:lnTo>
                  <a:pt x="3382" y="2179"/>
                </a:lnTo>
                <a:cubicBezTo>
                  <a:pt x="3489" y="2179"/>
                  <a:pt x="3561" y="2096"/>
                  <a:pt x="3561" y="2001"/>
                </a:cubicBezTo>
                <a:lnTo>
                  <a:pt x="3561" y="1596"/>
                </a:lnTo>
                <a:cubicBezTo>
                  <a:pt x="3561" y="1536"/>
                  <a:pt x="3537" y="1477"/>
                  <a:pt x="3465" y="1441"/>
                </a:cubicBezTo>
                <a:cubicBezTo>
                  <a:pt x="3299" y="1346"/>
                  <a:pt x="3191" y="1144"/>
                  <a:pt x="3191" y="941"/>
                </a:cubicBezTo>
                <a:cubicBezTo>
                  <a:pt x="3191" y="608"/>
                  <a:pt x="3453" y="358"/>
                  <a:pt x="3763" y="358"/>
                </a:cubicBezTo>
                <a:close/>
                <a:moveTo>
                  <a:pt x="9014" y="5811"/>
                </a:moveTo>
                <a:lnTo>
                  <a:pt x="9014" y="7799"/>
                </a:lnTo>
                <a:lnTo>
                  <a:pt x="9014" y="8025"/>
                </a:lnTo>
                <a:lnTo>
                  <a:pt x="9014" y="9049"/>
                </a:lnTo>
                <a:lnTo>
                  <a:pt x="7775" y="9049"/>
                </a:lnTo>
                <a:cubicBezTo>
                  <a:pt x="7668" y="9049"/>
                  <a:pt x="7597" y="9121"/>
                  <a:pt x="7597" y="9228"/>
                </a:cubicBezTo>
                <a:lnTo>
                  <a:pt x="7597" y="9633"/>
                </a:lnTo>
                <a:cubicBezTo>
                  <a:pt x="7597" y="9692"/>
                  <a:pt x="7621" y="9752"/>
                  <a:pt x="7680" y="9776"/>
                </a:cubicBezTo>
                <a:cubicBezTo>
                  <a:pt x="7859" y="9883"/>
                  <a:pt x="7966" y="10073"/>
                  <a:pt x="7966" y="10288"/>
                </a:cubicBezTo>
                <a:cubicBezTo>
                  <a:pt x="7966" y="10609"/>
                  <a:pt x="7704" y="10871"/>
                  <a:pt x="7382" y="10871"/>
                </a:cubicBezTo>
                <a:cubicBezTo>
                  <a:pt x="7061" y="10871"/>
                  <a:pt x="6811" y="10597"/>
                  <a:pt x="6811" y="10288"/>
                </a:cubicBezTo>
                <a:cubicBezTo>
                  <a:pt x="6811" y="10073"/>
                  <a:pt x="6906" y="9883"/>
                  <a:pt x="7085" y="9776"/>
                </a:cubicBezTo>
                <a:cubicBezTo>
                  <a:pt x="7144" y="9752"/>
                  <a:pt x="7180" y="9692"/>
                  <a:pt x="7180" y="9633"/>
                </a:cubicBezTo>
                <a:lnTo>
                  <a:pt x="7180" y="9228"/>
                </a:lnTo>
                <a:cubicBezTo>
                  <a:pt x="7180" y="9121"/>
                  <a:pt x="7109" y="9049"/>
                  <a:pt x="7001" y="9049"/>
                </a:cubicBezTo>
                <a:lnTo>
                  <a:pt x="5763" y="9049"/>
                </a:lnTo>
                <a:lnTo>
                  <a:pt x="5763" y="7811"/>
                </a:lnTo>
                <a:cubicBezTo>
                  <a:pt x="5763" y="7716"/>
                  <a:pt x="5692" y="7632"/>
                  <a:pt x="5585" y="7632"/>
                </a:cubicBezTo>
                <a:lnTo>
                  <a:pt x="5180" y="7632"/>
                </a:lnTo>
                <a:cubicBezTo>
                  <a:pt x="5120" y="7632"/>
                  <a:pt x="5061" y="7668"/>
                  <a:pt x="5037" y="7728"/>
                </a:cubicBezTo>
                <a:cubicBezTo>
                  <a:pt x="4930" y="7906"/>
                  <a:pt x="4739" y="8013"/>
                  <a:pt x="4525" y="8013"/>
                </a:cubicBezTo>
                <a:cubicBezTo>
                  <a:pt x="4203" y="8013"/>
                  <a:pt x="3953" y="7740"/>
                  <a:pt x="3953" y="7430"/>
                </a:cubicBezTo>
                <a:cubicBezTo>
                  <a:pt x="3953" y="7120"/>
                  <a:pt x="4215" y="6847"/>
                  <a:pt x="4525" y="6847"/>
                </a:cubicBezTo>
                <a:cubicBezTo>
                  <a:pt x="4739" y="6847"/>
                  <a:pt x="4930" y="6954"/>
                  <a:pt x="5037" y="7132"/>
                </a:cubicBezTo>
                <a:cubicBezTo>
                  <a:pt x="5061" y="7192"/>
                  <a:pt x="5120" y="7216"/>
                  <a:pt x="5180" y="7216"/>
                </a:cubicBezTo>
                <a:lnTo>
                  <a:pt x="5585" y="7216"/>
                </a:lnTo>
                <a:cubicBezTo>
                  <a:pt x="5692" y="7216"/>
                  <a:pt x="5763" y="7144"/>
                  <a:pt x="5763" y="7037"/>
                </a:cubicBezTo>
                <a:lnTo>
                  <a:pt x="5763" y="5811"/>
                </a:lnTo>
                <a:lnTo>
                  <a:pt x="6823" y="5811"/>
                </a:lnTo>
                <a:lnTo>
                  <a:pt x="6823" y="5942"/>
                </a:lnTo>
                <a:cubicBezTo>
                  <a:pt x="6585" y="6120"/>
                  <a:pt x="6454" y="6406"/>
                  <a:pt x="6454" y="6680"/>
                </a:cubicBezTo>
                <a:cubicBezTo>
                  <a:pt x="6454" y="7204"/>
                  <a:pt x="6870" y="7621"/>
                  <a:pt x="7382" y="7621"/>
                </a:cubicBezTo>
                <a:cubicBezTo>
                  <a:pt x="7906" y="7621"/>
                  <a:pt x="8323" y="7204"/>
                  <a:pt x="8323" y="6680"/>
                </a:cubicBezTo>
                <a:cubicBezTo>
                  <a:pt x="8323" y="6382"/>
                  <a:pt x="8192" y="6108"/>
                  <a:pt x="7954" y="5942"/>
                </a:cubicBezTo>
                <a:lnTo>
                  <a:pt x="7954" y="5811"/>
                </a:lnTo>
                <a:close/>
                <a:moveTo>
                  <a:pt x="3799" y="1"/>
                </a:moveTo>
                <a:cubicBezTo>
                  <a:pt x="3275" y="1"/>
                  <a:pt x="2858" y="417"/>
                  <a:pt x="2858" y="941"/>
                </a:cubicBezTo>
                <a:cubicBezTo>
                  <a:pt x="2858" y="1239"/>
                  <a:pt x="3001" y="1525"/>
                  <a:pt x="3239" y="1679"/>
                </a:cubicBezTo>
                <a:lnTo>
                  <a:pt x="3239" y="1822"/>
                </a:lnTo>
                <a:lnTo>
                  <a:pt x="2001" y="1822"/>
                </a:lnTo>
                <a:cubicBezTo>
                  <a:pt x="1894" y="1822"/>
                  <a:pt x="1822" y="1894"/>
                  <a:pt x="1822" y="2001"/>
                </a:cubicBezTo>
                <a:lnTo>
                  <a:pt x="1822" y="5608"/>
                </a:lnTo>
                <a:lnTo>
                  <a:pt x="1822" y="6847"/>
                </a:lnTo>
                <a:lnTo>
                  <a:pt x="1691" y="6847"/>
                </a:lnTo>
                <a:cubicBezTo>
                  <a:pt x="1513" y="6609"/>
                  <a:pt x="1227" y="6478"/>
                  <a:pt x="941" y="6478"/>
                </a:cubicBezTo>
                <a:cubicBezTo>
                  <a:pt x="417" y="6478"/>
                  <a:pt x="1" y="6894"/>
                  <a:pt x="1" y="7406"/>
                </a:cubicBezTo>
                <a:cubicBezTo>
                  <a:pt x="1" y="7930"/>
                  <a:pt x="417" y="8347"/>
                  <a:pt x="941" y="8347"/>
                </a:cubicBezTo>
                <a:cubicBezTo>
                  <a:pt x="1239" y="8347"/>
                  <a:pt x="1525" y="8216"/>
                  <a:pt x="1691" y="7978"/>
                </a:cubicBezTo>
                <a:lnTo>
                  <a:pt x="1822" y="7978"/>
                </a:lnTo>
                <a:lnTo>
                  <a:pt x="1822" y="9216"/>
                </a:lnTo>
                <a:cubicBezTo>
                  <a:pt x="1822" y="9311"/>
                  <a:pt x="1894" y="9395"/>
                  <a:pt x="2001" y="9395"/>
                </a:cubicBezTo>
                <a:lnTo>
                  <a:pt x="2620" y="9395"/>
                </a:lnTo>
                <a:cubicBezTo>
                  <a:pt x="2727" y="9395"/>
                  <a:pt x="2799" y="9311"/>
                  <a:pt x="2799" y="9216"/>
                </a:cubicBezTo>
                <a:cubicBezTo>
                  <a:pt x="2799" y="9109"/>
                  <a:pt x="2727" y="9037"/>
                  <a:pt x="2620" y="9037"/>
                </a:cubicBezTo>
                <a:lnTo>
                  <a:pt x="2179" y="9037"/>
                </a:lnTo>
                <a:lnTo>
                  <a:pt x="2179" y="7799"/>
                </a:lnTo>
                <a:cubicBezTo>
                  <a:pt x="2179" y="7692"/>
                  <a:pt x="2108" y="7621"/>
                  <a:pt x="2001" y="7621"/>
                </a:cubicBezTo>
                <a:lnTo>
                  <a:pt x="1596" y="7621"/>
                </a:lnTo>
                <a:cubicBezTo>
                  <a:pt x="1536" y="7621"/>
                  <a:pt x="1477" y="7644"/>
                  <a:pt x="1453" y="7704"/>
                </a:cubicBezTo>
                <a:cubicBezTo>
                  <a:pt x="1346" y="7882"/>
                  <a:pt x="1155" y="7990"/>
                  <a:pt x="941" y="7990"/>
                </a:cubicBezTo>
                <a:cubicBezTo>
                  <a:pt x="620" y="7990"/>
                  <a:pt x="358" y="7728"/>
                  <a:pt x="358" y="7406"/>
                </a:cubicBezTo>
                <a:cubicBezTo>
                  <a:pt x="358" y="7085"/>
                  <a:pt x="632" y="6835"/>
                  <a:pt x="941" y="6835"/>
                </a:cubicBezTo>
                <a:cubicBezTo>
                  <a:pt x="1155" y="6835"/>
                  <a:pt x="1346" y="6930"/>
                  <a:pt x="1453" y="7109"/>
                </a:cubicBezTo>
                <a:cubicBezTo>
                  <a:pt x="1477" y="7168"/>
                  <a:pt x="1536" y="7204"/>
                  <a:pt x="1596" y="7204"/>
                </a:cubicBezTo>
                <a:lnTo>
                  <a:pt x="2001" y="7204"/>
                </a:lnTo>
                <a:cubicBezTo>
                  <a:pt x="2108" y="7204"/>
                  <a:pt x="2179" y="7132"/>
                  <a:pt x="2179" y="7025"/>
                </a:cubicBezTo>
                <a:lnTo>
                  <a:pt x="2179" y="5787"/>
                </a:lnTo>
                <a:lnTo>
                  <a:pt x="3418" y="5787"/>
                </a:lnTo>
                <a:cubicBezTo>
                  <a:pt x="3513" y="5787"/>
                  <a:pt x="3596" y="5716"/>
                  <a:pt x="3596" y="5608"/>
                </a:cubicBezTo>
                <a:lnTo>
                  <a:pt x="3596" y="5204"/>
                </a:lnTo>
                <a:cubicBezTo>
                  <a:pt x="3596" y="5144"/>
                  <a:pt x="3561" y="5085"/>
                  <a:pt x="3501" y="5061"/>
                </a:cubicBezTo>
                <a:cubicBezTo>
                  <a:pt x="3322" y="4954"/>
                  <a:pt x="3215" y="4763"/>
                  <a:pt x="3215" y="4549"/>
                </a:cubicBezTo>
                <a:cubicBezTo>
                  <a:pt x="3215" y="4227"/>
                  <a:pt x="3489" y="3977"/>
                  <a:pt x="3799" y="3977"/>
                </a:cubicBezTo>
                <a:cubicBezTo>
                  <a:pt x="4132" y="3977"/>
                  <a:pt x="4382" y="4239"/>
                  <a:pt x="4382" y="4549"/>
                </a:cubicBezTo>
                <a:cubicBezTo>
                  <a:pt x="4382" y="4763"/>
                  <a:pt x="4275" y="4954"/>
                  <a:pt x="4096" y="5061"/>
                </a:cubicBezTo>
                <a:cubicBezTo>
                  <a:pt x="4037" y="5085"/>
                  <a:pt x="4013" y="5144"/>
                  <a:pt x="4013" y="5204"/>
                </a:cubicBezTo>
                <a:lnTo>
                  <a:pt x="4013" y="5608"/>
                </a:lnTo>
                <a:cubicBezTo>
                  <a:pt x="4013" y="5716"/>
                  <a:pt x="4084" y="5787"/>
                  <a:pt x="4192" y="5787"/>
                </a:cubicBezTo>
                <a:lnTo>
                  <a:pt x="5418" y="5787"/>
                </a:lnTo>
                <a:lnTo>
                  <a:pt x="5418" y="6847"/>
                </a:lnTo>
                <a:lnTo>
                  <a:pt x="5287" y="6847"/>
                </a:lnTo>
                <a:cubicBezTo>
                  <a:pt x="5108" y="6609"/>
                  <a:pt x="4823" y="6478"/>
                  <a:pt x="4549" y="6478"/>
                </a:cubicBezTo>
                <a:cubicBezTo>
                  <a:pt x="4025" y="6478"/>
                  <a:pt x="3608" y="6894"/>
                  <a:pt x="3608" y="7406"/>
                </a:cubicBezTo>
                <a:cubicBezTo>
                  <a:pt x="3608" y="7930"/>
                  <a:pt x="4025" y="8347"/>
                  <a:pt x="4549" y="8347"/>
                </a:cubicBezTo>
                <a:cubicBezTo>
                  <a:pt x="4846" y="8347"/>
                  <a:pt x="5120" y="8216"/>
                  <a:pt x="5287" y="7978"/>
                </a:cubicBezTo>
                <a:lnTo>
                  <a:pt x="5418" y="7978"/>
                </a:lnTo>
                <a:lnTo>
                  <a:pt x="5418" y="9037"/>
                </a:lnTo>
                <a:lnTo>
                  <a:pt x="3168" y="9037"/>
                </a:lnTo>
                <a:cubicBezTo>
                  <a:pt x="3072" y="9037"/>
                  <a:pt x="3001" y="9109"/>
                  <a:pt x="3001" y="9216"/>
                </a:cubicBezTo>
                <a:cubicBezTo>
                  <a:pt x="3001" y="9311"/>
                  <a:pt x="3072" y="9395"/>
                  <a:pt x="3168" y="9395"/>
                </a:cubicBezTo>
                <a:lnTo>
                  <a:pt x="6835" y="9395"/>
                </a:lnTo>
                <a:lnTo>
                  <a:pt x="6835" y="9526"/>
                </a:lnTo>
                <a:cubicBezTo>
                  <a:pt x="6597" y="9704"/>
                  <a:pt x="6466" y="9990"/>
                  <a:pt x="6466" y="10264"/>
                </a:cubicBezTo>
                <a:cubicBezTo>
                  <a:pt x="6466" y="10788"/>
                  <a:pt x="6882" y="11204"/>
                  <a:pt x="7406" y="11204"/>
                </a:cubicBezTo>
                <a:cubicBezTo>
                  <a:pt x="7918" y="11204"/>
                  <a:pt x="8335" y="10788"/>
                  <a:pt x="8335" y="10264"/>
                </a:cubicBezTo>
                <a:cubicBezTo>
                  <a:pt x="8335" y="9966"/>
                  <a:pt x="8204" y="9692"/>
                  <a:pt x="7966" y="9526"/>
                </a:cubicBezTo>
                <a:lnTo>
                  <a:pt x="7966" y="9395"/>
                </a:lnTo>
                <a:lnTo>
                  <a:pt x="9204" y="9395"/>
                </a:lnTo>
                <a:cubicBezTo>
                  <a:pt x="9311" y="9395"/>
                  <a:pt x="9383" y="9311"/>
                  <a:pt x="9383" y="9216"/>
                </a:cubicBezTo>
                <a:lnTo>
                  <a:pt x="9383" y="8002"/>
                </a:lnTo>
                <a:lnTo>
                  <a:pt x="9383" y="7787"/>
                </a:lnTo>
                <a:lnTo>
                  <a:pt x="9383" y="5596"/>
                </a:lnTo>
                <a:lnTo>
                  <a:pt x="9383" y="4358"/>
                </a:lnTo>
                <a:lnTo>
                  <a:pt x="9514" y="4358"/>
                </a:lnTo>
                <a:cubicBezTo>
                  <a:pt x="9692" y="4596"/>
                  <a:pt x="9978" y="4727"/>
                  <a:pt x="10264" y="4727"/>
                </a:cubicBezTo>
                <a:cubicBezTo>
                  <a:pt x="10776" y="4727"/>
                  <a:pt x="11192" y="4311"/>
                  <a:pt x="11192" y="3799"/>
                </a:cubicBezTo>
                <a:cubicBezTo>
                  <a:pt x="11192" y="3287"/>
                  <a:pt x="10776" y="2858"/>
                  <a:pt x="10264" y="2858"/>
                </a:cubicBezTo>
                <a:cubicBezTo>
                  <a:pt x="9966" y="2858"/>
                  <a:pt x="9680" y="2989"/>
                  <a:pt x="9514" y="3227"/>
                </a:cubicBezTo>
                <a:lnTo>
                  <a:pt x="9383" y="3227"/>
                </a:lnTo>
                <a:lnTo>
                  <a:pt x="9383" y="2001"/>
                </a:lnTo>
                <a:cubicBezTo>
                  <a:pt x="9383" y="1894"/>
                  <a:pt x="9311" y="1822"/>
                  <a:pt x="9204" y="1822"/>
                </a:cubicBezTo>
                <a:lnTo>
                  <a:pt x="8609" y="1822"/>
                </a:lnTo>
                <a:cubicBezTo>
                  <a:pt x="8502" y="1822"/>
                  <a:pt x="8430" y="1894"/>
                  <a:pt x="8430" y="2001"/>
                </a:cubicBezTo>
                <a:cubicBezTo>
                  <a:pt x="8430" y="2096"/>
                  <a:pt x="8502" y="2179"/>
                  <a:pt x="8609" y="2179"/>
                </a:cubicBezTo>
                <a:lnTo>
                  <a:pt x="9026" y="2179"/>
                </a:lnTo>
                <a:lnTo>
                  <a:pt x="9026" y="3406"/>
                </a:lnTo>
                <a:cubicBezTo>
                  <a:pt x="9026" y="3513"/>
                  <a:pt x="9097" y="3584"/>
                  <a:pt x="9204" y="3584"/>
                </a:cubicBezTo>
                <a:lnTo>
                  <a:pt x="9609" y="3584"/>
                </a:lnTo>
                <a:cubicBezTo>
                  <a:pt x="9668" y="3584"/>
                  <a:pt x="9728" y="3561"/>
                  <a:pt x="9752" y="3501"/>
                </a:cubicBezTo>
                <a:cubicBezTo>
                  <a:pt x="9859" y="3322"/>
                  <a:pt x="10049" y="3215"/>
                  <a:pt x="10264" y="3215"/>
                </a:cubicBezTo>
                <a:cubicBezTo>
                  <a:pt x="10585" y="3215"/>
                  <a:pt x="10835" y="3489"/>
                  <a:pt x="10835" y="3799"/>
                </a:cubicBezTo>
                <a:cubicBezTo>
                  <a:pt x="10835" y="4120"/>
                  <a:pt x="10573" y="4382"/>
                  <a:pt x="10264" y="4382"/>
                </a:cubicBezTo>
                <a:cubicBezTo>
                  <a:pt x="10049" y="4382"/>
                  <a:pt x="9859" y="4275"/>
                  <a:pt x="9752" y="4096"/>
                </a:cubicBezTo>
                <a:cubicBezTo>
                  <a:pt x="9728" y="4037"/>
                  <a:pt x="9668" y="4001"/>
                  <a:pt x="9609" y="4001"/>
                </a:cubicBezTo>
                <a:lnTo>
                  <a:pt x="9204" y="4001"/>
                </a:lnTo>
                <a:cubicBezTo>
                  <a:pt x="9097" y="4001"/>
                  <a:pt x="9026" y="4084"/>
                  <a:pt x="9026" y="4180"/>
                </a:cubicBezTo>
                <a:lnTo>
                  <a:pt x="9026" y="5418"/>
                </a:lnTo>
                <a:lnTo>
                  <a:pt x="7787" y="5418"/>
                </a:lnTo>
                <a:cubicBezTo>
                  <a:pt x="7680" y="5418"/>
                  <a:pt x="7609" y="5489"/>
                  <a:pt x="7609" y="5596"/>
                </a:cubicBezTo>
                <a:lnTo>
                  <a:pt x="7609" y="6001"/>
                </a:lnTo>
                <a:cubicBezTo>
                  <a:pt x="7609" y="6061"/>
                  <a:pt x="7644" y="6120"/>
                  <a:pt x="7704" y="6144"/>
                </a:cubicBezTo>
                <a:cubicBezTo>
                  <a:pt x="7883" y="6251"/>
                  <a:pt x="7978" y="6442"/>
                  <a:pt x="7978" y="6656"/>
                </a:cubicBezTo>
                <a:cubicBezTo>
                  <a:pt x="7978" y="6978"/>
                  <a:pt x="7716" y="7240"/>
                  <a:pt x="7406" y="7240"/>
                </a:cubicBezTo>
                <a:cubicBezTo>
                  <a:pt x="7073" y="7240"/>
                  <a:pt x="6823" y="6966"/>
                  <a:pt x="6823" y="6656"/>
                </a:cubicBezTo>
                <a:cubicBezTo>
                  <a:pt x="6823" y="6442"/>
                  <a:pt x="6930" y="6251"/>
                  <a:pt x="7109" y="6144"/>
                </a:cubicBezTo>
                <a:cubicBezTo>
                  <a:pt x="7168" y="6120"/>
                  <a:pt x="7192" y="6061"/>
                  <a:pt x="7192" y="6001"/>
                </a:cubicBezTo>
                <a:lnTo>
                  <a:pt x="7192" y="5596"/>
                </a:lnTo>
                <a:cubicBezTo>
                  <a:pt x="7192" y="5489"/>
                  <a:pt x="7121" y="5418"/>
                  <a:pt x="7013" y="5418"/>
                </a:cubicBezTo>
                <a:lnTo>
                  <a:pt x="5775" y="5418"/>
                </a:lnTo>
                <a:lnTo>
                  <a:pt x="5775" y="4358"/>
                </a:lnTo>
                <a:lnTo>
                  <a:pt x="5918" y="4358"/>
                </a:lnTo>
                <a:cubicBezTo>
                  <a:pt x="6097" y="4596"/>
                  <a:pt x="6370" y="4739"/>
                  <a:pt x="6656" y="4739"/>
                </a:cubicBezTo>
                <a:cubicBezTo>
                  <a:pt x="7180" y="4739"/>
                  <a:pt x="7597" y="4323"/>
                  <a:pt x="7597" y="3799"/>
                </a:cubicBezTo>
                <a:cubicBezTo>
                  <a:pt x="7597" y="3275"/>
                  <a:pt x="7180" y="2858"/>
                  <a:pt x="6656" y="2858"/>
                </a:cubicBezTo>
                <a:cubicBezTo>
                  <a:pt x="6359" y="2858"/>
                  <a:pt x="6073" y="2989"/>
                  <a:pt x="5918" y="3227"/>
                </a:cubicBezTo>
                <a:lnTo>
                  <a:pt x="5775" y="3227"/>
                </a:lnTo>
                <a:lnTo>
                  <a:pt x="5775" y="2179"/>
                </a:lnTo>
                <a:lnTo>
                  <a:pt x="8025" y="2179"/>
                </a:lnTo>
                <a:cubicBezTo>
                  <a:pt x="8133" y="2179"/>
                  <a:pt x="8204" y="2096"/>
                  <a:pt x="8204" y="2001"/>
                </a:cubicBezTo>
                <a:cubicBezTo>
                  <a:pt x="8204" y="1894"/>
                  <a:pt x="8133" y="1822"/>
                  <a:pt x="8025" y="1822"/>
                </a:cubicBezTo>
                <a:lnTo>
                  <a:pt x="4370" y="1822"/>
                </a:lnTo>
                <a:lnTo>
                  <a:pt x="4370" y="1679"/>
                </a:lnTo>
                <a:cubicBezTo>
                  <a:pt x="4608" y="1501"/>
                  <a:pt x="4739" y="1227"/>
                  <a:pt x="4739" y="941"/>
                </a:cubicBezTo>
                <a:cubicBezTo>
                  <a:pt x="4739" y="417"/>
                  <a:pt x="4323"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03" name="Google Shape;10903;p64"/>
          <p:cNvGrpSpPr/>
          <p:nvPr/>
        </p:nvGrpSpPr>
        <p:grpSpPr>
          <a:xfrm>
            <a:off x="4019984" y="3631143"/>
            <a:ext cx="293704" cy="353954"/>
            <a:chOff x="4019984" y="3805393"/>
            <a:chExt cx="293704" cy="353954"/>
          </a:xfrm>
        </p:grpSpPr>
        <p:sp>
          <p:nvSpPr>
            <p:cNvPr id="10904" name="Google Shape;10904;p64"/>
            <p:cNvSpPr/>
            <p:nvPr/>
          </p:nvSpPr>
          <p:spPr>
            <a:xfrm>
              <a:off x="4019984" y="3805393"/>
              <a:ext cx="293704" cy="353954"/>
            </a:xfrm>
            <a:custGeom>
              <a:avLst/>
              <a:gdLst/>
              <a:ahLst/>
              <a:cxnLst/>
              <a:rect l="l" t="t" r="r" b="b"/>
              <a:pathLst>
                <a:path w="9228" h="11121" extrusionOk="0">
                  <a:moveTo>
                    <a:pt x="477" y="1084"/>
                  </a:moveTo>
                  <a:cubicBezTo>
                    <a:pt x="727" y="1084"/>
                    <a:pt x="977" y="1215"/>
                    <a:pt x="1108" y="1429"/>
                  </a:cubicBezTo>
                  <a:lnTo>
                    <a:pt x="1251" y="1608"/>
                  </a:lnTo>
                  <a:cubicBezTo>
                    <a:pt x="1382" y="1798"/>
                    <a:pt x="1608" y="1917"/>
                    <a:pt x="1822" y="1917"/>
                  </a:cubicBezTo>
                  <a:lnTo>
                    <a:pt x="1822" y="2620"/>
                  </a:lnTo>
                  <a:cubicBezTo>
                    <a:pt x="1822" y="3120"/>
                    <a:pt x="1906" y="3596"/>
                    <a:pt x="2049" y="4072"/>
                  </a:cubicBezTo>
                  <a:cubicBezTo>
                    <a:pt x="1918" y="4001"/>
                    <a:pt x="1775" y="3929"/>
                    <a:pt x="1620" y="3870"/>
                  </a:cubicBezTo>
                  <a:cubicBezTo>
                    <a:pt x="1298" y="3739"/>
                    <a:pt x="965" y="3596"/>
                    <a:pt x="727" y="3334"/>
                  </a:cubicBezTo>
                  <a:cubicBezTo>
                    <a:pt x="441" y="3024"/>
                    <a:pt x="310" y="2560"/>
                    <a:pt x="310" y="1929"/>
                  </a:cubicBezTo>
                  <a:lnTo>
                    <a:pt x="310" y="1250"/>
                  </a:lnTo>
                  <a:cubicBezTo>
                    <a:pt x="310" y="1203"/>
                    <a:pt x="322" y="1155"/>
                    <a:pt x="358" y="1131"/>
                  </a:cubicBezTo>
                  <a:cubicBezTo>
                    <a:pt x="382" y="1096"/>
                    <a:pt x="429" y="1084"/>
                    <a:pt x="477" y="1084"/>
                  </a:cubicBezTo>
                  <a:close/>
                  <a:moveTo>
                    <a:pt x="8704" y="1084"/>
                  </a:moveTo>
                  <a:cubicBezTo>
                    <a:pt x="8752" y="1084"/>
                    <a:pt x="8799" y="1096"/>
                    <a:pt x="8823" y="1131"/>
                  </a:cubicBezTo>
                  <a:cubicBezTo>
                    <a:pt x="8847" y="1155"/>
                    <a:pt x="8871" y="1203"/>
                    <a:pt x="8871" y="1250"/>
                  </a:cubicBezTo>
                  <a:lnTo>
                    <a:pt x="8871" y="1929"/>
                  </a:lnTo>
                  <a:lnTo>
                    <a:pt x="8883" y="1929"/>
                  </a:lnTo>
                  <a:cubicBezTo>
                    <a:pt x="8883" y="2572"/>
                    <a:pt x="8752" y="3036"/>
                    <a:pt x="8466" y="3334"/>
                  </a:cubicBezTo>
                  <a:cubicBezTo>
                    <a:pt x="8228" y="3596"/>
                    <a:pt x="7883" y="3739"/>
                    <a:pt x="7573" y="3870"/>
                  </a:cubicBezTo>
                  <a:cubicBezTo>
                    <a:pt x="7430" y="3929"/>
                    <a:pt x="7263" y="3989"/>
                    <a:pt x="7133" y="4072"/>
                  </a:cubicBezTo>
                  <a:cubicBezTo>
                    <a:pt x="7275" y="3620"/>
                    <a:pt x="7347" y="3120"/>
                    <a:pt x="7347" y="2620"/>
                  </a:cubicBezTo>
                  <a:lnTo>
                    <a:pt x="7347" y="1917"/>
                  </a:lnTo>
                  <a:cubicBezTo>
                    <a:pt x="7585" y="1917"/>
                    <a:pt x="7799" y="1798"/>
                    <a:pt x="7930" y="1608"/>
                  </a:cubicBezTo>
                  <a:lnTo>
                    <a:pt x="8061" y="1429"/>
                  </a:lnTo>
                  <a:cubicBezTo>
                    <a:pt x="8216" y="1215"/>
                    <a:pt x="8454" y="1084"/>
                    <a:pt x="8704" y="1084"/>
                  </a:cubicBezTo>
                  <a:close/>
                  <a:moveTo>
                    <a:pt x="7347" y="345"/>
                  </a:moveTo>
                  <a:lnTo>
                    <a:pt x="7347" y="726"/>
                  </a:lnTo>
                  <a:lnTo>
                    <a:pt x="5954" y="726"/>
                  </a:lnTo>
                  <a:cubicBezTo>
                    <a:pt x="5859" y="726"/>
                    <a:pt x="5787" y="798"/>
                    <a:pt x="5787" y="893"/>
                  </a:cubicBezTo>
                  <a:cubicBezTo>
                    <a:pt x="5787" y="976"/>
                    <a:pt x="5859" y="1060"/>
                    <a:pt x="5954" y="1060"/>
                  </a:cubicBezTo>
                  <a:lnTo>
                    <a:pt x="7013" y="1060"/>
                  </a:lnTo>
                  <a:lnTo>
                    <a:pt x="7013" y="2620"/>
                  </a:lnTo>
                  <a:cubicBezTo>
                    <a:pt x="7037" y="4036"/>
                    <a:pt x="6359" y="5382"/>
                    <a:pt x="5204" y="6239"/>
                  </a:cubicBezTo>
                  <a:lnTo>
                    <a:pt x="5085" y="6322"/>
                  </a:lnTo>
                  <a:cubicBezTo>
                    <a:pt x="5061" y="6322"/>
                    <a:pt x="5025" y="6310"/>
                    <a:pt x="5001" y="6310"/>
                  </a:cubicBezTo>
                  <a:lnTo>
                    <a:pt x="4192" y="6310"/>
                  </a:lnTo>
                  <a:cubicBezTo>
                    <a:pt x="4168" y="6310"/>
                    <a:pt x="4132" y="6310"/>
                    <a:pt x="4108" y="6322"/>
                  </a:cubicBezTo>
                  <a:lnTo>
                    <a:pt x="3989" y="6239"/>
                  </a:lnTo>
                  <a:cubicBezTo>
                    <a:pt x="2846" y="5382"/>
                    <a:pt x="2156" y="4048"/>
                    <a:pt x="2156" y="2620"/>
                  </a:cubicBezTo>
                  <a:lnTo>
                    <a:pt x="2156" y="1060"/>
                  </a:lnTo>
                  <a:lnTo>
                    <a:pt x="5204" y="1060"/>
                  </a:lnTo>
                  <a:cubicBezTo>
                    <a:pt x="5299" y="1060"/>
                    <a:pt x="5370" y="976"/>
                    <a:pt x="5370" y="893"/>
                  </a:cubicBezTo>
                  <a:cubicBezTo>
                    <a:pt x="5370" y="798"/>
                    <a:pt x="5299" y="726"/>
                    <a:pt x="5204" y="726"/>
                  </a:cubicBezTo>
                  <a:lnTo>
                    <a:pt x="1810" y="726"/>
                  </a:lnTo>
                  <a:lnTo>
                    <a:pt x="1810" y="345"/>
                  </a:lnTo>
                  <a:close/>
                  <a:moveTo>
                    <a:pt x="5001" y="6632"/>
                  </a:moveTo>
                  <a:cubicBezTo>
                    <a:pt x="5061" y="6632"/>
                    <a:pt x="5108" y="6680"/>
                    <a:pt x="5108" y="6739"/>
                  </a:cubicBezTo>
                  <a:lnTo>
                    <a:pt x="5108" y="6858"/>
                  </a:lnTo>
                  <a:cubicBezTo>
                    <a:pt x="5108" y="6918"/>
                    <a:pt x="5061" y="6965"/>
                    <a:pt x="5001" y="6965"/>
                  </a:cubicBezTo>
                  <a:lnTo>
                    <a:pt x="4192" y="6965"/>
                  </a:lnTo>
                  <a:cubicBezTo>
                    <a:pt x="4132" y="6965"/>
                    <a:pt x="4085" y="6918"/>
                    <a:pt x="4085" y="6858"/>
                  </a:cubicBezTo>
                  <a:lnTo>
                    <a:pt x="4085" y="6739"/>
                  </a:lnTo>
                  <a:cubicBezTo>
                    <a:pt x="4085" y="6680"/>
                    <a:pt x="4132" y="6632"/>
                    <a:pt x="4192" y="6632"/>
                  </a:cubicBezTo>
                  <a:close/>
                  <a:moveTo>
                    <a:pt x="4787" y="7287"/>
                  </a:moveTo>
                  <a:lnTo>
                    <a:pt x="4787" y="8882"/>
                  </a:lnTo>
                  <a:lnTo>
                    <a:pt x="4406" y="8882"/>
                  </a:lnTo>
                  <a:lnTo>
                    <a:pt x="4406" y="7287"/>
                  </a:lnTo>
                  <a:close/>
                  <a:moveTo>
                    <a:pt x="5609" y="9216"/>
                  </a:moveTo>
                  <a:cubicBezTo>
                    <a:pt x="5728" y="9216"/>
                    <a:pt x="5823" y="9299"/>
                    <a:pt x="5823" y="9418"/>
                  </a:cubicBezTo>
                  <a:lnTo>
                    <a:pt x="5823" y="9609"/>
                  </a:lnTo>
                  <a:lnTo>
                    <a:pt x="4370" y="9609"/>
                  </a:lnTo>
                  <a:cubicBezTo>
                    <a:pt x="4287" y="9609"/>
                    <a:pt x="4204" y="9680"/>
                    <a:pt x="4204" y="9775"/>
                  </a:cubicBezTo>
                  <a:cubicBezTo>
                    <a:pt x="4204" y="9870"/>
                    <a:pt x="4287" y="9942"/>
                    <a:pt x="4370" y="9942"/>
                  </a:cubicBezTo>
                  <a:lnTo>
                    <a:pt x="6585" y="9942"/>
                  </a:lnTo>
                  <a:cubicBezTo>
                    <a:pt x="6609" y="9942"/>
                    <a:pt x="6621" y="9954"/>
                    <a:pt x="6632" y="9966"/>
                  </a:cubicBezTo>
                  <a:lnTo>
                    <a:pt x="6787" y="10763"/>
                  </a:lnTo>
                  <a:cubicBezTo>
                    <a:pt x="6787" y="10775"/>
                    <a:pt x="6787" y="10787"/>
                    <a:pt x="6763" y="10787"/>
                  </a:cubicBezTo>
                  <a:cubicBezTo>
                    <a:pt x="6763" y="10787"/>
                    <a:pt x="6752" y="10799"/>
                    <a:pt x="6740" y="10799"/>
                  </a:cubicBezTo>
                  <a:lnTo>
                    <a:pt x="2453" y="10799"/>
                  </a:lnTo>
                  <a:cubicBezTo>
                    <a:pt x="2441" y="10799"/>
                    <a:pt x="2418" y="10787"/>
                    <a:pt x="2418" y="10787"/>
                  </a:cubicBezTo>
                  <a:cubicBezTo>
                    <a:pt x="2418" y="10787"/>
                    <a:pt x="2406" y="10775"/>
                    <a:pt x="2406" y="10763"/>
                  </a:cubicBezTo>
                  <a:lnTo>
                    <a:pt x="2561" y="9966"/>
                  </a:lnTo>
                  <a:cubicBezTo>
                    <a:pt x="2561" y="9954"/>
                    <a:pt x="2572" y="9942"/>
                    <a:pt x="2596" y="9942"/>
                  </a:cubicBezTo>
                  <a:lnTo>
                    <a:pt x="3596" y="9942"/>
                  </a:lnTo>
                  <a:cubicBezTo>
                    <a:pt x="3692" y="9942"/>
                    <a:pt x="3763" y="9870"/>
                    <a:pt x="3763" y="9775"/>
                  </a:cubicBezTo>
                  <a:cubicBezTo>
                    <a:pt x="3763" y="9680"/>
                    <a:pt x="3692" y="9609"/>
                    <a:pt x="3596" y="9609"/>
                  </a:cubicBezTo>
                  <a:lnTo>
                    <a:pt x="3370" y="9609"/>
                  </a:lnTo>
                  <a:lnTo>
                    <a:pt x="3370" y="9418"/>
                  </a:lnTo>
                  <a:cubicBezTo>
                    <a:pt x="3370" y="9299"/>
                    <a:pt x="3465" y="9216"/>
                    <a:pt x="3584" y="9216"/>
                  </a:cubicBezTo>
                  <a:close/>
                  <a:moveTo>
                    <a:pt x="1810" y="0"/>
                  </a:moveTo>
                  <a:cubicBezTo>
                    <a:pt x="1656" y="0"/>
                    <a:pt x="1501" y="131"/>
                    <a:pt x="1501" y="310"/>
                  </a:cubicBezTo>
                  <a:lnTo>
                    <a:pt x="1501" y="726"/>
                  </a:lnTo>
                  <a:cubicBezTo>
                    <a:pt x="1501" y="893"/>
                    <a:pt x="1632" y="1036"/>
                    <a:pt x="1810" y="1036"/>
                  </a:cubicBezTo>
                  <a:lnTo>
                    <a:pt x="1846" y="1036"/>
                  </a:lnTo>
                  <a:lnTo>
                    <a:pt x="1846" y="1572"/>
                  </a:lnTo>
                  <a:cubicBezTo>
                    <a:pt x="1727" y="1572"/>
                    <a:pt x="1608" y="1512"/>
                    <a:pt x="1537" y="1417"/>
                  </a:cubicBezTo>
                  <a:lnTo>
                    <a:pt x="1394" y="1238"/>
                  </a:lnTo>
                  <a:cubicBezTo>
                    <a:pt x="1191" y="941"/>
                    <a:pt x="846" y="762"/>
                    <a:pt x="489" y="762"/>
                  </a:cubicBezTo>
                  <a:cubicBezTo>
                    <a:pt x="358" y="762"/>
                    <a:pt x="239" y="798"/>
                    <a:pt x="144" y="905"/>
                  </a:cubicBezTo>
                  <a:cubicBezTo>
                    <a:pt x="60" y="1000"/>
                    <a:pt x="1" y="1131"/>
                    <a:pt x="1" y="1250"/>
                  </a:cubicBezTo>
                  <a:lnTo>
                    <a:pt x="1" y="1929"/>
                  </a:lnTo>
                  <a:cubicBezTo>
                    <a:pt x="1" y="3560"/>
                    <a:pt x="834" y="3894"/>
                    <a:pt x="1501" y="4179"/>
                  </a:cubicBezTo>
                  <a:cubicBezTo>
                    <a:pt x="1870" y="4334"/>
                    <a:pt x="2203" y="4465"/>
                    <a:pt x="2370" y="4786"/>
                  </a:cubicBezTo>
                  <a:cubicBezTo>
                    <a:pt x="2406" y="4882"/>
                    <a:pt x="2394" y="4965"/>
                    <a:pt x="2334" y="5025"/>
                  </a:cubicBezTo>
                  <a:cubicBezTo>
                    <a:pt x="2284" y="5092"/>
                    <a:pt x="2191" y="5124"/>
                    <a:pt x="2108" y="5124"/>
                  </a:cubicBezTo>
                  <a:cubicBezTo>
                    <a:pt x="2073" y="5124"/>
                    <a:pt x="2041" y="5118"/>
                    <a:pt x="2013" y="5108"/>
                  </a:cubicBezTo>
                  <a:cubicBezTo>
                    <a:pt x="1894" y="5060"/>
                    <a:pt x="1870" y="4906"/>
                    <a:pt x="1870" y="4786"/>
                  </a:cubicBezTo>
                  <a:cubicBezTo>
                    <a:pt x="1870" y="4703"/>
                    <a:pt x="1810" y="4632"/>
                    <a:pt x="1727" y="4632"/>
                  </a:cubicBezTo>
                  <a:cubicBezTo>
                    <a:pt x="1632" y="4632"/>
                    <a:pt x="1560" y="4691"/>
                    <a:pt x="1560" y="4775"/>
                  </a:cubicBezTo>
                  <a:cubicBezTo>
                    <a:pt x="1560" y="4929"/>
                    <a:pt x="1572" y="5263"/>
                    <a:pt x="1894" y="5406"/>
                  </a:cubicBezTo>
                  <a:cubicBezTo>
                    <a:pt x="1965" y="5429"/>
                    <a:pt x="2037" y="5441"/>
                    <a:pt x="2108" y="5441"/>
                  </a:cubicBezTo>
                  <a:cubicBezTo>
                    <a:pt x="2275" y="5441"/>
                    <a:pt x="2453" y="5370"/>
                    <a:pt x="2572" y="5251"/>
                  </a:cubicBezTo>
                  <a:cubicBezTo>
                    <a:pt x="2584" y="5239"/>
                    <a:pt x="2608" y="5227"/>
                    <a:pt x="2608" y="5203"/>
                  </a:cubicBezTo>
                  <a:cubicBezTo>
                    <a:pt x="2918" y="5703"/>
                    <a:pt x="3323" y="6144"/>
                    <a:pt x="3811" y="6489"/>
                  </a:cubicBezTo>
                  <a:lnTo>
                    <a:pt x="3834" y="6501"/>
                  </a:lnTo>
                  <a:cubicBezTo>
                    <a:pt x="3799" y="6561"/>
                    <a:pt x="3775" y="6656"/>
                    <a:pt x="3775" y="6727"/>
                  </a:cubicBezTo>
                  <a:lnTo>
                    <a:pt x="3775" y="6846"/>
                  </a:lnTo>
                  <a:cubicBezTo>
                    <a:pt x="3775" y="7037"/>
                    <a:pt x="3918" y="7215"/>
                    <a:pt x="4096" y="7263"/>
                  </a:cubicBezTo>
                  <a:lnTo>
                    <a:pt x="4096" y="8870"/>
                  </a:lnTo>
                  <a:lnTo>
                    <a:pt x="3596" y="8870"/>
                  </a:lnTo>
                  <a:cubicBezTo>
                    <a:pt x="3299" y="8870"/>
                    <a:pt x="3061" y="9108"/>
                    <a:pt x="3061" y="9406"/>
                  </a:cubicBezTo>
                  <a:lnTo>
                    <a:pt x="3061" y="9597"/>
                  </a:lnTo>
                  <a:lnTo>
                    <a:pt x="2620" y="9597"/>
                  </a:lnTo>
                  <a:cubicBezTo>
                    <a:pt x="2441" y="9597"/>
                    <a:pt x="2287" y="9716"/>
                    <a:pt x="2263" y="9894"/>
                  </a:cubicBezTo>
                  <a:lnTo>
                    <a:pt x="2108" y="10680"/>
                  </a:lnTo>
                  <a:cubicBezTo>
                    <a:pt x="2096" y="10787"/>
                    <a:pt x="2108" y="10906"/>
                    <a:pt x="2191" y="10978"/>
                  </a:cubicBezTo>
                  <a:cubicBezTo>
                    <a:pt x="2263" y="11073"/>
                    <a:pt x="2370" y="11121"/>
                    <a:pt x="2465" y="11121"/>
                  </a:cubicBezTo>
                  <a:lnTo>
                    <a:pt x="6752" y="11121"/>
                  </a:lnTo>
                  <a:cubicBezTo>
                    <a:pt x="6859" y="11121"/>
                    <a:pt x="6966" y="11073"/>
                    <a:pt x="7037" y="10978"/>
                  </a:cubicBezTo>
                  <a:cubicBezTo>
                    <a:pt x="7109" y="10894"/>
                    <a:pt x="7144" y="10787"/>
                    <a:pt x="7109" y="10680"/>
                  </a:cubicBezTo>
                  <a:lnTo>
                    <a:pt x="6966" y="9894"/>
                  </a:lnTo>
                  <a:cubicBezTo>
                    <a:pt x="6930" y="9716"/>
                    <a:pt x="6787" y="9597"/>
                    <a:pt x="6609" y="9597"/>
                  </a:cubicBezTo>
                  <a:lnTo>
                    <a:pt x="6156" y="9597"/>
                  </a:lnTo>
                  <a:lnTo>
                    <a:pt x="6156" y="9406"/>
                  </a:lnTo>
                  <a:cubicBezTo>
                    <a:pt x="6156" y="9108"/>
                    <a:pt x="5918" y="8870"/>
                    <a:pt x="5620" y="8870"/>
                  </a:cubicBezTo>
                  <a:lnTo>
                    <a:pt x="5132" y="8870"/>
                  </a:lnTo>
                  <a:lnTo>
                    <a:pt x="5132" y="7263"/>
                  </a:lnTo>
                  <a:cubicBezTo>
                    <a:pt x="5311" y="7215"/>
                    <a:pt x="5442" y="7037"/>
                    <a:pt x="5442" y="6846"/>
                  </a:cubicBezTo>
                  <a:lnTo>
                    <a:pt x="5442" y="6727"/>
                  </a:lnTo>
                  <a:cubicBezTo>
                    <a:pt x="5442" y="6632"/>
                    <a:pt x="5418" y="6561"/>
                    <a:pt x="5382" y="6501"/>
                  </a:cubicBezTo>
                  <a:lnTo>
                    <a:pt x="5418" y="6489"/>
                  </a:lnTo>
                  <a:cubicBezTo>
                    <a:pt x="5894" y="6132"/>
                    <a:pt x="6311" y="5703"/>
                    <a:pt x="6621" y="5203"/>
                  </a:cubicBezTo>
                  <a:cubicBezTo>
                    <a:pt x="6632" y="5227"/>
                    <a:pt x="6656" y="5239"/>
                    <a:pt x="6656" y="5251"/>
                  </a:cubicBezTo>
                  <a:cubicBezTo>
                    <a:pt x="6775" y="5382"/>
                    <a:pt x="6954" y="5441"/>
                    <a:pt x="7109" y="5441"/>
                  </a:cubicBezTo>
                  <a:cubicBezTo>
                    <a:pt x="7192" y="5441"/>
                    <a:pt x="7263" y="5429"/>
                    <a:pt x="7335" y="5406"/>
                  </a:cubicBezTo>
                  <a:cubicBezTo>
                    <a:pt x="7644" y="5263"/>
                    <a:pt x="7668" y="4929"/>
                    <a:pt x="7668" y="4775"/>
                  </a:cubicBezTo>
                  <a:cubicBezTo>
                    <a:pt x="7668" y="4701"/>
                    <a:pt x="7603" y="4628"/>
                    <a:pt x="7531" y="4628"/>
                  </a:cubicBezTo>
                  <a:cubicBezTo>
                    <a:pt x="7521" y="4628"/>
                    <a:pt x="7511" y="4629"/>
                    <a:pt x="7502" y="4632"/>
                  </a:cubicBezTo>
                  <a:cubicBezTo>
                    <a:pt x="7406" y="4632"/>
                    <a:pt x="7335" y="4703"/>
                    <a:pt x="7347" y="4786"/>
                  </a:cubicBezTo>
                  <a:cubicBezTo>
                    <a:pt x="7347" y="4906"/>
                    <a:pt x="7335" y="5048"/>
                    <a:pt x="7216" y="5108"/>
                  </a:cubicBezTo>
                  <a:cubicBezTo>
                    <a:pt x="7188" y="5117"/>
                    <a:pt x="7158" y="5122"/>
                    <a:pt x="7128" y="5122"/>
                  </a:cubicBezTo>
                  <a:cubicBezTo>
                    <a:pt x="7043" y="5122"/>
                    <a:pt x="6956" y="5086"/>
                    <a:pt x="6894" y="5025"/>
                  </a:cubicBezTo>
                  <a:cubicBezTo>
                    <a:pt x="6835" y="4953"/>
                    <a:pt x="6811" y="4882"/>
                    <a:pt x="6859" y="4786"/>
                  </a:cubicBezTo>
                  <a:cubicBezTo>
                    <a:pt x="7025" y="4465"/>
                    <a:pt x="7335" y="4334"/>
                    <a:pt x="7728" y="4179"/>
                  </a:cubicBezTo>
                  <a:cubicBezTo>
                    <a:pt x="8395" y="3917"/>
                    <a:pt x="9228" y="3572"/>
                    <a:pt x="9228" y="1929"/>
                  </a:cubicBezTo>
                  <a:lnTo>
                    <a:pt x="9228" y="1250"/>
                  </a:lnTo>
                  <a:cubicBezTo>
                    <a:pt x="9216" y="1131"/>
                    <a:pt x="9168" y="1000"/>
                    <a:pt x="9061" y="905"/>
                  </a:cubicBezTo>
                  <a:cubicBezTo>
                    <a:pt x="8978" y="822"/>
                    <a:pt x="8859" y="762"/>
                    <a:pt x="8716" y="762"/>
                  </a:cubicBezTo>
                  <a:cubicBezTo>
                    <a:pt x="8359" y="762"/>
                    <a:pt x="8025" y="941"/>
                    <a:pt x="7811" y="1238"/>
                  </a:cubicBezTo>
                  <a:lnTo>
                    <a:pt x="7680" y="1417"/>
                  </a:lnTo>
                  <a:cubicBezTo>
                    <a:pt x="7609" y="1512"/>
                    <a:pt x="7490" y="1572"/>
                    <a:pt x="7371" y="1572"/>
                  </a:cubicBezTo>
                  <a:lnTo>
                    <a:pt x="7371" y="1036"/>
                  </a:lnTo>
                  <a:lnTo>
                    <a:pt x="7394" y="1036"/>
                  </a:lnTo>
                  <a:cubicBezTo>
                    <a:pt x="7561" y="1036"/>
                    <a:pt x="7704" y="905"/>
                    <a:pt x="7704" y="726"/>
                  </a:cubicBezTo>
                  <a:lnTo>
                    <a:pt x="7704" y="310"/>
                  </a:lnTo>
                  <a:cubicBezTo>
                    <a:pt x="7704" y="143"/>
                    <a:pt x="7573" y="0"/>
                    <a:pt x="7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64"/>
            <p:cNvSpPr/>
            <p:nvPr/>
          </p:nvSpPr>
          <p:spPr>
            <a:xfrm>
              <a:off x="4118903" y="3867139"/>
              <a:ext cx="93987" cy="87971"/>
            </a:xfrm>
            <a:custGeom>
              <a:avLst/>
              <a:gdLst/>
              <a:ahLst/>
              <a:cxnLst/>
              <a:rect l="l" t="t" r="r" b="b"/>
              <a:pathLst>
                <a:path w="2953" h="2764" extrusionOk="0">
                  <a:moveTo>
                    <a:pt x="1477" y="489"/>
                  </a:moveTo>
                  <a:lnTo>
                    <a:pt x="1727" y="989"/>
                  </a:lnTo>
                  <a:cubicBezTo>
                    <a:pt x="1762" y="1049"/>
                    <a:pt x="1822" y="1096"/>
                    <a:pt x="1881" y="1096"/>
                  </a:cubicBezTo>
                  <a:lnTo>
                    <a:pt x="2441" y="1180"/>
                  </a:lnTo>
                  <a:lnTo>
                    <a:pt x="2036" y="1584"/>
                  </a:lnTo>
                  <a:cubicBezTo>
                    <a:pt x="2000" y="1632"/>
                    <a:pt x="1977" y="1692"/>
                    <a:pt x="1977" y="1763"/>
                  </a:cubicBezTo>
                  <a:lnTo>
                    <a:pt x="2072" y="2335"/>
                  </a:lnTo>
                  <a:lnTo>
                    <a:pt x="1560" y="2061"/>
                  </a:lnTo>
                  <a:cubicBezTo>
                    <a:pt x="1536" y="2049"/>
                    <a:pt x="1500" y="2037"/>
                    <a:pt x="1477" y="2037"/>
                  </a:cubicBezTo>
                  <a:cubicBezTo>
                    <a:pt x="1441" y="2037"/>
                    <a:pt x="1417" y="2049"/>
                    <a:pt x="1381" y="2061"/>
                  </a:cubicBezTo>
                  <a:lnTo>
                    <a:pt x="881" y="2335"/>
                  </a:lnTo>
                  <a:lnTo>
                    <a:pt x="965" y="1763"/>
                  </a:lnTo>
                  <a:cubicBezTo>
                    <a:pt x="988" y="1703"/>
                    <a:pt x="953" y="1632"/>
                    <a:pt x="905" y="1584"/>
                  </a:cubicBezTo>
                  <a:lnTo>
                    <a:pt x="512" y="1180"/>
                  </a:lnTo>
                  <a:lnTo>
                    <a:pt x="1072" y="1096"/>
                  </a:lnTo>
                  <a:cubicBezTo>
                    <a:pt x="1131" y="1084"/>
                    <a:pt x="1191" y="1049"/>
                    <a:pt x="1227" y="989"/>
                  </a:cubicBezTo>
                  <a:lnTo>
                    <a:pt x="1477" y="489"/>
                  </a:lnTo>
                  <a:close/>
                  <a:moveTo>
                    <a:pt x="1477" y="1"/>
                  </a:moveTo>
                  <a:cubicBezTo>
                    <a:pt x="1405" y="1"/>
                    <a:pt x="1322" y="49"/>
                    <a:pt x="1298" y="108"/>
                  </a:cubicBezTo>
                  <a:lnTo>
                    <a:pt x="953" y="799"/>
                  </a:lnTo>
                  <a:lnTo>
                    <a:pt x="191" y="906"/>
                  </a:lnTo>
                  <a:cubicBezTo>
                    <a:pt x="119" y="918"/>
                    <a:pt x="60" y="965"/>
                    <a:pt x="36" y="1037"/>
                  </a:cubicBezTo>
                  <a:cubicBezTo>
                    <a:pt x="0" y="1108"/>
                    <a:pt x="36" y="1180"/>
                    <a:pt x="72" y="1227"/>
                  </a:cubicBezTo>
                  <a:lnTo>
                    <a:pt x="631" y="1763"/>
                  </a:lnTo>
                  <a:lnTo>
                    <a:pt x="488" y="2525"/>
                  </a:lnTo>
                  <a:cubicBezTo>
                    <a:pt x="476" y="2596"/>
                    <a:pt x="512" y="2668"/>
                    <a:pt x="572" y="2716"/>
                  </a:cubicBezTo>
                  <a:cubicBezTo>
                    <a:pt x="604" y="2741"/>
                    <a:pt x="639" y="2753"/>
                    <a:pt x="676" y="2753"/>
                  </a:cubicBezTo>
                  <a:cubicBezTo>
                    <a:pt x="708" y="2753"/>
                    <a:pt x="741" y="2744"/>
                    <a:pt x="774" y="2727"/>
                  </a:cubicBezTo>
                  <a:lnTo>
                    <a:pt x="1465" y="2370"/>
                  </a:lnTo>
                  <a:lnTo>
                    <a:pt x="2143" y="2727"/>
                  </a:lnTo>
                  <a:cubicBezTo>
                    <a:pt x="2179" y="2751"/>
                    <a:pt x="2203" y="2763"/>
                    <a:pt x="2239" y="2763"/>
                  </a:cubicBezTo>
                  <a:cubicBezTo>
                    <a:pt x="2274" y="2763"/>
                    <a:pt x="2310" y="2751"/>
                    <a:pt x="2358" y="2716"/>
                  </a:cubicBezTo>
                  <a:cubicBezTo>
                    <a:pt x="2417" y="2668"/>
                    <a:pt x="2441" y="2596"/>
                    <a:pt x="2429" y="2525"/>
                  </a:cubicBezTo>
                  <a:lnTo>
                    <a:pt x="2298" y="1763"/>
                  </a:lnTo>
                  <a:lnTo>
                    <a:pt x="2846" y="1227"/>
                  </a:lnTo>
                  <a:cubicBezTo>
                    <a:pt x="2917" y="1180"/>
                    <a:pt x="2953" y="1108"/>
                    <a:pt x="2917" y="1037"/>
                  </a:cubicBezTo>
                  <a:cubicBezTo>
                    <a:pt x="2893" y="965"/>
                    <a:pt x="2834" y="918"/>
                    <a:pt x="2751" y="906"/>
                  </a:cubicBezTo>
                  <a:lnTo>
                    <a:pt x="2000" y="799"/>
                  </a:lnTo>
                  <a:lnTo>
                    <a:pt x="1655" y="108"/>
                  </a:lnTo>
                  <a:cubicBezTo>
                    <a:pt x="1619" y="37"/>
                    <a:pt x="1548"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6" name="Google Shape;10906;p64"/>
          <p:cNvGrpSpPr/>
          <p:nvPr/>
        </p:nvGrpSpPr>
        <p:grpSpPr>
          <a:xfrm>
            <a:off x="8006505" y="3215794"/>
            <a:ext cx="323654" cy="303189"/>
            <a:chOff x="8006505" y="3390044"/>
            <a:chExt cx="323654" cy="303189"/>
          </a:xfrm>
        </p:grpSpPr>
        <p:sp>
          <p:nvSpPr>
            <p:cNvPr id="10907" name="Google Shape;10907;p64"/>
            <p:cNvSpPr/>
            <p:nvPr/>
          </p:nvSpPr>
          <p:spPr>
            <a:xfrm>
              <a:off x="8006505" y="3390044"/>
              <a:ext cx="323654" cy="303189"/>
            </a:xfrm>
            <a:custGeom>
              <a:avLst/>
              <a:gdLst/>
              <a:ahLst/>
              <a:cxnLst/>
              <a:rect l="l" t="t" r="r" b="b"/>
              <a:pathLst>
                <a:path w="10169" h="9526" extrusionOk="0">
                  <a:moveTo>
                    <a:pt x="5358" y="322"/>
                  </a:moveTo>
                  <a:cubicBezTo>
                    <a:pt x="5704" y="322"/>
                    <a:pt x="5965" y="608"/>
                    <a:pt x="5965" y="930"/>
                  </a:cubicBezTo>
                  <a:lnTo>
                    <a:pt x="5965" y="1311"/>
                  </a:lnTo>
                  <a:cubicBezTo>
                    <a:pt x="5965" y="1584"/>
                    <a:pt x="6192" y="1811"/>
                    <a:pt x="6477" y="1811"/>
                  </a:cubicBezTo>
                  <a:lnTo>
                    <a:pt x="6620" y="1811"/>
                  </a:lnTo>
                  <a:cubicBezTo>
                    <a:pt x="6727" y="1811"/>
                    <a:pt x="6811" y="1906"/>
                    <a:pt x="6811" y="2001"/>
                  </a:cubicBezTo>
                  <a:lnTo>
                    <a:pt x="6811" y="3013"/>
                  </a:lnTo>
                  <a:cubicBezTo>
                    <a:pt x="6811" y="3120"/>
                    <a:pt x="6727" y="3204"/>
                    <a:pt x="6620" y="3204"/>
                  </a:cubicBezTo>
                  <a:lnTo>
                    <a:pt x="3465" y="3204"/>
                  </a:lnTo>
                  <a:cubicBezTo>
                    <a:pt x="3358" y="3204"/>
                    <a:pt x="3275" y="3120"/>
                    <a:pt x="3275" y="3013"/>
                  </a:cubicBezTo>
                  <a:lnTo>
                    <a:pt x="3322" y="2001"/>
                  </a:lnTo>
                  <a:cubicBezTo>
                    <a:pt x="3322" y="1894"/>
                    <a:pt x="3406" y="1811"/>
                    <a:pt x="3513" y="1811"/>
                  </a:cubicBezTo>
                  <a:lnTo>
                    <a:pt x="3656" y="1811"/>
                  </a:lnTo>
                  <a:cubicBezTo>
                    <a:pt x="3941" y="1811"/>
                    <a:pt x="4168" y="1584"/>
                    <a:pt x="4168" y="1311"/>
                  </a:cubicBezTo>
                  <a:lnTo>
                    <a:pt x="4168" y="930"/>
                  </a:lnTo>
                  <a:cubicBezTo>
                    <a:pt x="4168" y="596"/>
                    <a:pt x="4453" y="322"/>
                    <a:pt x="4775" y="322"/>
                  </a:cubicBezTo>
                  <a:close/>
                  <a:moveTo>
                    <a:pt x="9275" y="2239"/>
                  </a:moveTo>
                  <a:cubicBezTo>
                    <a:pt x="9585" y="2239"/>
                    <a:pt x="9847" y="2501"/>
                    <a:pt x="9847" y="2823"/>
                  </a:cubicBezTo>
                  <a:lnTo>
                    <a:pt x="9835" y="8633"/>
                  </a:lnTo>
                  <a:cubicBezTo>
                    <a:pt x="9835" y="8943"/>
                    <a:pt x="9585" y="9204"/>
                    <a:pt x="9252" y="9204"/>
                  </a:cubicBezTo>
                  <a:lnTo>
                    <a:pt x="881" y="9204"/>
                  </a:lnTo>
                  <a:cubicBezTo>
                    <a:pt x="560" y="9204"/>
                    <a:pt x="298" y="8954"/>
                    <a:pt x="298" y="8633"/>
                  </a:cubicBezTo>
                  <a:lnTo>
                    <a:pt x="298" y="2823"/>
                  </a:lnTo>
                  <a:cubicBezTo>
                    <a:pt x="298" y="2513"/>
                    <a:pt x="548" y="2239"/>
                    <a:pt x="881" y="2239"/>
                  </a:cubicBezTo>
                  <a:lnTo>
                    <a:pt x="2977" y="2239"/>
                  </a:lnTo>
                  <a:lnTo>
                    <a:pt x="2977" y="2775"/>
                  </a:lnTo>
                  <a:lnTo>
                    <a:pt x="1001" y="2775"/>
                  </a:lnTo>
                  <a:cubicBezTo>
                    <a:pt x="905" y="2775"/>
                    <a:pt x="834" y="2858"/>
                    <a:pt x="834" y="2942"/>
                  </a:cubicBezTo>
                  <a:lnTo>
                    <a:pt x="834" y="8514"/>
                  </a:lnTo>
                  <a:cubicBezTo>
                    <a:pt x="834" y="8597"/>
                    <a:pt x="905" y="8669"/>
                    <a:pt x="1001" y="8669"/>
                  </a:cubicBezTo>
                  <a:lnTo>
                    <a:pt x="6418" y="8669"/>
                  </a:lnTo>
                  <a:cubicBezTo>
                    <a:pt x="6501" y="8669"/>
                    <a:pt x="6573" y="8597"/>
                    <a:pt x="6573" y="8514"/>
                  </a:cubicBezTo>
                  <a:cubicBezTo>
                    <a:pt x="6573" y="8419"/>
                    <a:pt x="6501" y="8347"/>
                    <a:pt x="6418" y="8347"/>
                  </a:cubicBezTo>
                  <a:lnTo>
                    <a:pt x="1155" y="8347"/>
                  </a:lnTo>
                  <a:lnTo>
                    <a:pt x="1155" y="3108"/>
                  </a:lnTo>
                  <a:lnTo>
                    <a:pt x="2989" y="3108"/>
                  </a:lnTo>
                  <a:cubicBezTo>
                    <a:pt x="3037" y="3347"/>
                    <a:pt x="3239" y="3537"/>
                    <a:pt x="3501" y="3537"/>
                  </a:cubicBezTo>
                  <a:lnTo>
                    <a:pt x="6656" y="3537"/>
                  </a:lnTo>
                  <a:cubicBezTo>
                    <a:pt x="6906" y="3537"/>
                    <a:pt x="7108" y="3359"/>
                    <a:pt x="7156" y="3108"/>
                  </a:cubicBezTo>
                  <a:lnTo>
                    <a:pt x="8990" y="3108"/>
                  </a:lnTo>
                  <a:lnTo>
                    <a:pt x="8990" y="8347"/>
                  </a:lnTo>
                  <a:lnTo>
                    <a:pt x="7216" y="8347"/>
                  </a:lnTo>
                  <a:cubicBezTo>
                    <a:pt x="7132" y="8347"/>
                    <a:pt x="7049" y="8419"/>
                    <a:pt x="7049" y="8514"/>
                  </a:cubicBezTo>
                  <a:cubicBezTo>
                    <a:pt x="7049" y="8597"/>
                    <a:pt x="7132" y="8669"/>
                    <a:pt x="7216" y="8669"/>
                  </a:cubicBezTo>
                  <a:lnTo>
                    <a:pt x="9156" y="8669"/>
                  </a:lnTo>
                  <a:cubicBezTo>
                    <a:pt x="9240" y="8669"/>
                    <a:pt x="9311" y="8597"/>
                    <a:pt x="9311" y="8514"/>
                  </a:cubicBezTo>
                  <a:lnTo>
                    <a:pt x="9311" y="2942"/>
                  </a:lnTo>
                  <a:cubicBezTo>
                    <a:pt x="9311" y="2858"/>
                    <a:pt x="9240" y="2775"/>
                    <a:pt x="9156" y="2775"/>
                  </a:cubicBezTo>
                  <a:lnTo>
                    <a:pt x="7168" y="2775"/>
                  </a:lnTo>
                  <a:lnTo>
                    <a:pt x="7168" y="2239"/>
                  </a:lnTo>
                  <a:close/>
                  <a:moveTo>
                    <a:pt x="4787" y="1"/>
                  </a:moveTo>
                  <a:cubicBezTo>
                    <a:pt x="4275" y="1"/>
                    <a:pt x="3858" y="418"/>
                    <a:pt x="3858" y="930"/>
                  </a:cubicBezTo>
                  <a:lnTo>
                    <a:pt x="3858" y="1311"/>
                  </a:lnTo>
                  <a:cubicBezTo>
                    <a:pt x="3858" y="1406"/>
                    <a:pt x="3763" y="1501"/>
                    <a:pt x="3656" y="1501"/>
                  </a:cubicBezTo>
                  <a:lnTo>
                    <a:pt x="3513" y="1501"/>
                  </a:lnTo>
                  <a:cubicBezTo>
                    <a:pt x="3263" y="1501"/>
                    <a:pt x="3048" y="1680"/>
                    <a:pt x="3001" y="1930"/>
                  </a:cubicBezTo>
                  <a:lnTo>
                    <a:pt x="893" y="1930"/>
                  </a:lnTo>
                  <a:cubicBezTo>
                    <a:pt x="405" y="1930"/>
                    <a:pt x="0" y="2335"/>
                    <a:pt x="0" y="2823"/>
                  </a:cubicBezTo>
                  <a:lnTo>
                    <a:pt x="0" y="8633"/>
                  </a:lnTo>
                  <a:cubicBezTo>
                    <a:pt x="0" y="9121"/>
                    <a:pt x="405" y="9526"/>
                    <a:pt x="893" y="9526"/>
                  </a:cubicBezTo>
                  <a:lnTo>
                    <a:pt x="9263" y="9526"/>
                  </a:lnTo>
                  <a:cubicBezTo>
                    <a:pt x="9764" y="9526"/>
                    <a:pt x="10156" y="9121"/>
                    <a:pt x="10156" y="8633"/>
                  </a:cubicBezTo>
                  <a:lnTo>
                    <a:pt x="10156" y="2823"/>
                  </a:lnTo>
                  <a:cubicBezTo>
                    <a:pt x="10168" y="2335"/>
                    <a:pt x="9764" y="1930"/>
                    <a:pt x="9275" y="1930"/>
                  </a:cubicBezTo>
                  <a:lnTo>
                    <a:pt x="7156" y="1930"/>
                  </a:lnTo>
                  <a:cubicBezTo>
                    <a:pt x="7108" y="1692"/>
                    <a:pt x="6906" y="1501"/>
                    <a:pt x="6656" y="1501"/>
                  </a:cubicBezTo>
                  <a:lnTo>
                    <a:pt x="6501" y="1501"/>
                  </a:lnTo>
                  <a:cubicBezTo>
                    <a:pt x="6394" y="1501"/>
                    <a:pt x="6311" y="1406"/>
                    <a:pt x="6311" y="1311"/>
                  </a:cubicBezTo>
                  <a:lnTo>
                    <a:pt x="6311" y="930"/>
                  </a:lnTo>
                  <a:cubicBezTo>
                    <a:pt x="6311" y="418"/>
                    <a:pt x="589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64"/>
            <p:cNvSpPr/>
            <p:nvPr/>
          </p:nvSpPr>
          <p:spPr>
            <a:xfrm>
              <a:off x="8148997" y="3444247"/>
              <a:ext cx="37907" cy="37938"/>
            </a:xfrm>
            <a:custGeom>
              <a:avLst/>
              <a:gdLst/>
              <a:ahLst/>
              <a:cxnLst/>
              <a:rect l="l" t="t" r="r" b="b"/>
              <a:pathLst>
                <a:path w="1191" h="1192" extrusionOk="0">
                  <a:moveTo>
                    <a:pt x="595" y="334"/>
                  </a:moveTo>
                  <a:cubicBezTo>
                    <a:pt x="750" y="334"/>
                    <a:pt x="869" y="453"/>
                    <a:pt x="869" y="596"/>
                  </a:cubicBezTo>
                  <a:cubicBezTo>
                    <a:pt x="869" y="751"/>
                    <a:pt x="750" y="870"/>
                    <a:pt x="595" y="870"/>
                  </a:cubicBezTo>
                  <a:cubicBezTo>
                    <a:pt x="453" y="870"/>
                    <a:pt x="334" y="751"/>
                    <a:pt x="334" y="596"/>
                  </a:cubicBezTo>
                  <a:cubicBezTo>
                    <a:pt x="334" y="453"/>
                    <a:pt x="453" y="334"/>
                    <a:pt x="595" y="334"/>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64"/>
            <p:cNvSpPr/>
            <p:nvPr/>
          </p:nvSpPr>
          <p:spPr>
            <a:xfrm>
              <a:off x="8089861" y="3526871"/>
              <a:ext cx="165630" cy="104617"/>
            </a:xfrm>
            <a:custGeom>
              <a:avLst/>
              <a:gdLst/>
              <a:ahLst/>
              <a:cxnLst/>
              <a:rect l="l" t="t" r="r" b="b"/>
              <a:pathLst>
                <a:path w="5204" h="3287" extrusionOk="0">
                  <a:moveTo>
                    <a:pt x="739" y="2024"/>
                  </a:moveTo>
                  <a:cubicBezTo>
                    <a:pt x="1001" y="2024"/>
                    <a:pt x="1215" y="2250"/>
                    <a:pt x="1215" y="2500"/>
                  </a:cubicBezTo>
                  <a:cubicBezTo>
                    <a:pt x="1239" y="2762"/>
                    <a:pt x="1013" y="2977"/>
                    <a:pt x="739" y="2977"/>
                  </a:cubicBezTo>
                  <a:cubicBezTo>
                    <a:pt x="477" y="2977"/>
                    <a:pt x="263" y="2750"/>
                    <a:pt x="263" y="2500"/>
                  </a:cubicBezTo>
                  <a:cubicBezTo>
                    <a:pt x="263" y="2227"/>
                    <a:pt x="489" y="2024"/>
                    <a:pt x="739" y="2024"/>
                  </a:cubicBezTo>
                  <a:close/>
                  <a:moveTo>
                    <a:pt x="4823" y="0"/>
                  </a:moveTo>
                  <a:cubicBezTo>
                    <a:pt x="4823" y="0"/>
                    <a:pt x="4811" y="0"/>
                    <a:pt x="4811" y="12"/>
                  </a:cubicBezTo>
                  <a:lnTo>
                    <a:pt x="4370" y="226"/>
                  </a:lnTo>
                  <a:cubicBezTo>
                    <a:pt x="4299" y="262"/>
                    <a:pt x="4275" y="357"/>
                    <a:pt x="4299" y="429"/>
                  </a:cubicBezTo>
                  <a:cubicBezTo>
                    <a:pt x="4334" y="481"/>
                    <a:pt x="4388" y="514"/>
                    <a:pt x="4447" y="514"/>
                  </a:cubicBezTo>
                  <a:cubicBezTo>
                    <a:pt x="4469" y="514"/>
                    <a:pt x="4491" y="510"/>
                    <a:pt x="4513" y="500"/>
                  </a:cubicBezTo>
                  <a:lnTo>
                    <a:pt x="4632" y="441"/>
                  </a:lnTo>
                  <a:lnTo>
                    <a:pt x="4632" y="441"/>
                  </a:lnTo>
                  <a:cubicBezTo>
                    <a:pt x="4418" y="1143"/>
                    <a:pt x="4049" y="1667"/>
                    <a:pt x="3537" y="1988"/>
                  </a:cubicBezTo>
                  <a:cubicBezTo>
                    <a:pt x="3037" y="2306"/>
                    <a:pt x="2479" y="2385"/>
                    <a:pt x="2070" y="2385"/>
                  </a:cubicBezTo>
                  <a:cubicBezTo>
                    <a:pt x="1866" y="2385"/>
                    <a:pt x="1699" y="2365"/>
                    <a:pt x="1596" y="2346"/>
                  </a:cubicBezTo>
                  <a:cubicBezTo>
                    <a:pt x="1537" y="1977"/>
                    <a:pt x="1191" y="1679"/>
                    <a:pt x="799" y="1679"/>
                  </a:cubicBezTo>
                  <a:cubicBezTo>
                    <a:pt x="358" y="1679"/>
                    <a:pt x="1" y="2036"/>
                    <a:pt x="1" y="2477"/>
                  </a:cubicBezTo>
                  <a:cubicBezTo>
                    <a:pt x="1" y="2929"/>
                    <a:pt x="358" y="3286"/>
                    <a:pt x="799" y="3286"/>
                  </a:cubicBezTo>
                  <a:cubicBezTo>
                    <a:pt x="1180" y="3286"/>
                    <a:pt x="1501" y="3012"/>
                    <a:pt x="1572" y="2679"/>
                  </a:cubicBezTo>
                  <a:cubicBezTo>
                    <a:pt x="1691" y="2691"/>
                    <a:pt x="1858" y="2703"/>
                    <a:pt x="2049" y="2703"/>
                  </a:cubicBezTo>
                  <a:cubicBezTo>
                    <a:pt x="2501" y="2703"/>
                    <a:pt x="3120" y="2619"/>
                    <a:pt x="3692" y="2262"/>
                  </a:cubicBezTo>
                  <a:cubicBezTo>
                    <a:pt x="4251" y="1905"/>
                    <a:pt x="4656" y="1334"/>
                    <a:pt x="4894" y="595"/>
                  </a:cubicBezTo>
                  <a:lnTo>
                    <a:pt x="4930" y="631"/>
                  </a:lnTo>
                  <a:cubicBezTo>
                    <a:pt x="4954" y="691"/>
                    <a:pt x="5013" y="726"/>
                    <a:pt x="5073" y="726"/>
                  </a:cubicBezTo>
                  <a:cubicBezTo>
                    <a:pt x="5109" y="726"/>
                    <a:pt x="5120" y="726"/>
                    <a:pt x="5144" y="714"/>
                  </a:cubicBezTo>
                  <a:cubicBezTo>
                    <a:pt x="5180" y="679"/>
                    <a:pt x="5204" y="584"/>
                    <a:pt x="5180" y="500"/>
                  </a:cubicBezTo>
                  <a:lnTo>
                    <a:pt x="4966" y="72"/>
                  </a:lnTo>
                  <a:cubicBezTo>
                    <a:pt x="4966" y="72"/>
                    <a:pt x="4966" y="60"/>
                    <a:pt x="4954" y="60"/>
                  </a:cubicBezTo>
                  <a:lnTo>
                    <a:pt x="4930" y="24"/>
                  </a:lnTo>
                  <a:lnTo>
                    <a:pt x="4906" y="12"/>
                  </a:lnTo>
                  <a:cubicBezTo>
                    <a:pt x="4906" y="12"/>
                    <a:pt x="4894" y="12"/>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64"/>
            <p:cNvSpPr/>
            <p:nvPr/>
          </p:nvSpPr>
          <p:spPr>
            <a:xfrm>
              <a:off x="8067519" y="3519742"/>
              <a:ext cx="32241" cy="30268"/>
            </a:xfrm>
            <a:custGeom>
              <a:avLst/>
              <a:gdLst/>
              <a:ahLst/>
              <a:cxnLst/>
              <a:rect l="l" t="t" r="r" b="b"/>
              <a:pathLst>
                <a:path w="1013" h="951" extrusionOk="0">
                  <a:moveTo>
                    <a:pt x="173" y="1"/>
                  </a:moveTo>
                  <a:cubicBezTo>
                    <a:pt x="131" y="1"/>
                    <a:pt x="90" y="16"/>
                    <a:pt x="60" y="46"/>
                  </a:cubicBezTo>
                  <a:cubicBezTo>
                    <a:pt x="0" y="105"/>
                    <a:pt x="0" y="212"/>
                    <a:pt x="60" y="272"/>
                  </a:cubicBezTo>
                  <a:lnTo>
                    <a:pt x="274" y="474"/>
                  </a:lnTo>
                  <a:lnTo>
                    <a:pt x="60" y="688"/>
                  </a:lnTo>
                  <a:cubicBezTo>
                    <a:pt x="0" y="748"/>
                    <a:pt x="0" y="843"/>
                    <a:pt x="60" y="903"/>
                  </a:cubicBezTo>
                  <a:cubicBezTo>
                    <a:pt x="96" y="938"/>
                    <a:pt x="131" y="950"/>
                    <a:pt x="179" y="950"/>
                  </a:cubicBezTo>
                  <a:cubicBezTo>
                    <a:pt x="227" y="950"/>
                    <a:pt x="274" y="938"/>
                    <a:pt x="298" y="903"/>
                  </a:cubicBezTo>
                  <a:lnTo>
                    <a:pt x="512" y="700"/>
                  </a:lnTo>
                  <a:lnTo>
                    <a:pt x="715" y="903"/>
                  </a:lnTo>
                  <a:cubicBezTo>
                    <a:pt x="750" y="938"/>
                    <a:pt x="786" y="950"/>
                    <a:pt x="834" y="950"/>
                  </a:cubicBezTo>
                  <a:cubicBezTo>
                    <a:pt x="881" y="950"/>
                    <a:pt x="929" y="938"/>
                    <a:pt x="953" y="903"/>
                  </a:cubicBezTo>
                  <a:cubicBezTo>
                    <a:pt x="1012" y="843"/>
                    <a:pt x="1012" y="748"/>
                    <a:pt x="953" y="688"/>
                  </a:cubicBezTo>
                  <a:lnTo>
                    <a:pt x="715" y="474"/>
                  </a:lnTo>
                  <a:lnTo>
                    <a:pt x="929" y="272"/>
                  </a:lnTo>
                  <a:cubicBezTo>
                    <a:pt x="989" y="212"/>
                    <a:pt x="989" y="105"/>
                    <a:pt x="929" y="46"/>
                  </a:cubicBezTo>
                  <a:cubicBezTo>
                    <a:pt x="899" y="16"/>
                    <a:pt x="858" y="1"/>
                    <a:pt x="816" y="1"/>
                  </a:cubicBezTo>
                  <a:cubicBezTo>
                    <a:pt x="774" y="1"/>
                    <a:pt x="733" y="16"/>
                    <a:pt x="703" y="46"/>
                  </a:cubicBezTo>
                  <a:lnTo>
                    <a:pt x="488" y="248"/>
                  </a:ln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64"/>
            <p:cNvSpPr/>
            <p:nvPr/>
          </p:nvSpPr>
          <p:spPr>
            <a:xfrm>
              <a:off x="8244479" y="3601602"/>
              <a:ext cx="32623" cy="30268"/>
            </a:xfrm>
            <a:custGeom>
              <a:avLst/>
              <a:gdLst/>
              <a:ahLst/>
              <a:cxnLst/>
              <a:rect l="l" t="t" r="r" b="b"/>
              <a:pathLst>
                <a:path w="1025" h="951" extrusionOk="0">
                  <a:moveTo>
                    <a:pt x="179" y="1"/>
                  </a:moveTo>
                  <a:cubicBezTo>
                    <a:pt x="140" y="1"/>
                    <a:pt x="102" y="15"/>
                    <a:pt x="72" y="45"/>
                  </a:cubicBezTo>
                  <a:cubicBezTo>
                    <a:pt x="1" y="105"/>
                    <a:pt x="1" y="212"/>
                    <a:pt x="72" y="271"/>
                  </a:cubicBezTo>
                  <a:lnTo>
                    <a:pt x="274" y="474"/>
                  </a:lnTo>
                  <a:lnTo>
                    <a:pt x="72" y="688"/>
                  </a:lnTo>
                  <a:cubicBezTo>
                    <a:pt x="1" y="748"/>
                    <a:pt x="1" y="855"/>
                    <a:pt x="72" y="914"/>
                  </a:cubicBezTo>
                  <a:cubicBezTo>
                    <a:pt x="96" y="938"/>
                    <a:pt x="143" y="950"/>
                    <a:pt x="179" y="950"/>
                  </a:cubicBezTo>
                  <a:cubicBezTo>
                    <a:pt x="227" y="950"/>
                    <a:pt x="274" y="938"/>
                    <a:pt x="298" y="914"/>
                  </a:cubicBezTo>
                  <a:lnTo>
                    <a:pt x="513" y="700"/>
                  </a:lnTo>
                  <a:lnTo>
                    <a:pt x="727" y="914"/>
                  </a:lnTo>
                  <a:cubicBezTo>
                    <a:pt x="751" y="938"/>
                    <a:pt x="798" y="950"/>
                    <a:pt x="846" y="950"/>
                  </a:cubicBezTo>
                  <a:cubicBezTo>
                    <a:pt x="882" y="950"/>
                    <a:pt x="929" y="938"/>
                    <a:pt x="965" y="914"/>
                  </a:cubicBezTo>
                  <a:cubicBezTo>
                    <a:pt x="1024" y="855"/>
                    <a:pt x="1024" y="748"/>
                    <a:pt x="965" y="688"/>
                  </a:cubicBezTo>
                  <a:lnTo>
                    <a:pt x="727" y="474"/>
                  </a:lnTo>
                  <a:lnTo>
                    <a:pt x="929" y="271"/>
                  </a:lnTo>
                  <a:cubicBezTo>
                    <a:pt x="989" y="212"/>
                    <a:pt x="989" y="105"/>
                    <a:pt x="929" y="45"/>
                  </a:cubicBezTo>
                  <a:cubicBezTo>
                    <a:pt x="899" y="15"/>
                    <a:pt x="858" y="1"/>
                    <a:pt x="816" y="1"/>
                  </a:cubicBezTo>
                  <a:cubicBezTo>
                    <a:pt x="774" y="1"/>
                    <a:pt x="733" y="15"/>
                    <a:pt x="703" y="45"/>
                  </a:cubicBezTo>
                  <a:lnTo>
                    <a:pt x="501" y="260"/>
                  </a:lnTo>
                  <a:lnTo>
                    <a:pt x="286" y="45"/>
                  </a:lnTo>
                  <a:cubicBezTo>
                    <a:pt x="257" y="15"/>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64"/>
            <p:cNvSpPr/>
            <p:nvPr/>
          </p:nvSpPr>
          <p:spPr>
            <a:xfrm>
              <a:off x="8156190" y="3533396"/>
              <a:ext cx="32241" cy="30236"/>
            </a:xfrm>
            <a:custGeom>
              <a:avLst/>
              <a:gdLst/>
              <a:ahLst/>
              <a:cxnLst/>
              <a:rect l="l" t="t" r="r" b="b"/>
              <a:pathLst>
                <a:path w="1013" h="950" extrusionOk="0">
                  <a:moveTo>
                    <a:pt x="167" y="0"/>
                  </a:moveTo>
                  <a:cubicBezTo>
                    <a:pt x="128" y="0"/>
                    <a:pt x="90" y="15"/>
                    <a:pt x="60" y="45"/>
                  </a:cubicBezTo>
                  <a:cubicBezTo>
                    <a:pt x="0" y="105"/>
                    <a:pt x="0" y="212"/>
                    <a:pt x="60" y="271"/>
                  </a:cubicBezTo>
                  <a:lnTo>
                    <a:pt x="262" y="474"/>
                  </a:lnTo>
                  <a:lnTo>
                    <a:pt x="60" y="688"/>
                  </a:lnTo>
                  <a:cubicBezTo>
                    <a:pt x="0" y="748"/>
                    <a:pt x="0" y="855"/>
                    <a:pt x="60" y="914"/>
                  </a:cubicBezTo>
                  <a:cubicBezTo>
                    <a:pt x="84" y="938"/>
                    <a:pt x="131" y="950"/>
                    <a:pt x="179" y="950"/>
                  </a:cubicBezTo>
                  <a:cubicBezTo>
                    <a:pt x="215" y="950"/>
                    <a:pt x="262" y="938"/>
                    <a:pt x="298" y="914"/>
                  </a:cubicBezTo>
                  <a:lnTo>
                    <a:pt x="500" y="700"/>
                  </a:lnTo>
                  <a:lnTo>
                    <a:pt x="715" y="914"/>
                  </a:lnTo>
                  <a:cubicBezTo>
                    <a:pt x="739" y="938"/>
                    <a:pt x="786" y="950"/>
                    <a:pt x="834" y="950"/>
                  </a:cubicBezTo>
                  <a:cubicBezTo>
                    <a:pt x="870" y="950"/>
                    <a:pt x="917" y="938"/>
                    <a:pt x="953" y="914"/>
                  </a:cubicBezTo>
                  <a:cubicBezTo>
                    <a:pt x="1012" y="855"/>
                    <a:pt x="1012" y="748"/>
                    <a:pt x="953" y="688"/>
                  </a:cubicBezTo>
                  <a:lnTo>
                    <a:pt x="715" y="474"/>
                  </a:lnTo>
                  <a:lnTo>
                    <a:pt x="917" y="271"/>
                  </a:lnTo>
                  <a:cubicBezTo>
                    <a:pt x="977" y="212"/>
                    <a:pt x="977" y="105"/>
                    <a:pt x="917" y="45"/>
                  </a:cubicBezTo>
                  <a:cubicBezTo>
                    <a:pt x="887" y="15"/>
                    <a:pt x="849" y="0"/>
                    <a:pt x="810" y="0"/>
                  </a:cubicBezTo>
                  <a:cubicBezTo>
                    <a:pt x="771" y="0"/>
                    <a:pt x="733" y="15"/>
                    <a:pt x="703" y="45"/>
                  </a:cubicBezTo>
                  <a:lnTo>
                    <a:pt x="489" y="259"/>
                  </a:lnTo>
                  <a:lnTo>
                    <a:pt x="274" y="45"/>
                  </a:lnTo>
                  <a:cubicBezTo>
                    <a:pt x="244"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3" name="Google Shape;10913;p64"/>
          <p:cNvGrpSpPr/>
          <p:nvPr/>
        </p:nvGrpSpPr>
        <p:grpSpPr>
          <a:xfrm>
            <a:off x="1299146" y="3632257"/>
            <a:ext cx="367990" cy="351312"/>
            <a:chOff x="1299146" y="3806507"/>
            <a:chExt cx="367990" cy="351312"/>
          </a:xfrm>
        </p:grpSpPr>
        <p:sp>
          <p:nvSpPr>
            <p:cNvPr id="10914" name="Google Shape;10914;p64"/>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64"/>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16" name="Google Shape;10916;p64"/>
          <p:cNvSpPr/>
          <p:nvPr/>
        </p:nvSpPr>
        <p:spPr>
          <a:xfrm>
            <a:off x="3524716" y="3629934"/>
            <a:ext cx="389187" cy="355927"/>
          </a:xfrm>
          <a:custGeom>
            <a:avLst/>
            <a:gdLst/>
            <a:ahLst/>
            <a:cxnLst/>
            <a:rect l="l" t="t" r="r" b="b"/>
            <a:pathLst>
              <a:path w="12228" h="11183" extrusionOk="0">
                <a:moveTo>
                  <a:pt x="4560" y="3991"/>
                </a:moveTo>
                <a:cubicBezTo>
                  <a:pt x="4739" y="3991"/>
                  <a:pt x="4894" y="4146"/>
                  <a:pt x="4894" y="4324"/>
                </a:cubicBezTo>
                <a:cubicBezTo>
                  <a:pt x="4894" y="4503"/>
                  <a:pt x="4739" y="4646"/>
                  <a:pt x="4560" y="4646"/>
                </a:cubicBezTo>
                <a:cubicBezTo>
                  <a:pt x="4382" y="4646"/>
                  <a:pt x="4239" y="4503"/>
                  <a:pt x="4239" y="4324"/>
                </a:cubicBezTo>
                <a:cubicBezTo>
                  <a:pt x="4251" y="4134"/>
                  <a:pt x="4382" y="3991"/>
                  <a:pt x="4560" y="3991"/>
                </a:cubicBezTo>
                <a:close/>
                <a:moveTo>
                  <a:pt x="5930" y="1419"/>
                </a:moveTo>
                <a:lnTo>
                  <a:pt x="5930" y="2003"/>
                </a:lnTo>
                <a:lnTo>
                  <a:pt x="5941" y="4051"/>
                </a:lnTo>
                <a:lnTo>
                  <a:pt x="5965" y="5872"/>
                </a:lnTo>
                <a:lnTo>
                  <a:pt x="1619" y="4908"/>
                </a:lnTo>
                <a:cubicBezTo>
                  <a:pt x="1869" y="3801"/>
                  <a:pt x="2548" y="2848"/>
                  <a:pt x="3489" y="2229"/>
                </a:cubicBezTo>
                <a:lnTo>
                  <a:pt x="4275" y="3670"/>
                </a:lnTo>
                <a:cubicBezTo>
                  <a:pt x="4025" y="3777"/>
                  <a:pt x="3858" y="4027"/>
                  <a:pt x="3858" y="4313"/>
                </a:cubicBezTo>
                <a:cubicBezTo>
                  <a:pt x="3858" y="4694"/>
                  <a:pt x="4179" y="5027"/>
                  <a:pt x="4572" y="5027"/>
                </a:cubicBezTo>
                <a:cubicBezTo>
                  <a:pt x="4965" y="5027"/>
                  <a:pt x="5287" y="4705"/>
                  <a:pt x="5287" y="4313"/>
                </a:cubicBezTo>
                <a:cubicBezTo>
                  <a:pt x="5287" y="3967"/>
                  <a:pt x="5037" y="3670"/>
                  <a:pt x="4715" y="3610"/>
                </a:cubicBezTo>
                <a:lnTo>
                  <a:pt x="3846" y="2015"/>
                </a:lnTo>
                <a:cubicBezTo>
                  <a:pt x="4477" y="1657"/>
                  <a:pt x="5168" y="1455"/>
                  <a:pt x="5930" y="1419"/>
                </a:cubicBezTo>
                <a:close/>
                <a:moveTo>
                  <a:pt x="6287" y="4265"/>
                </a:moveTo>
                <a:cubicBezTo>
                  <a:pt x="7227" y="4348"/>
                  <a:pt x="7965" y="5158"/>
                  <a:pt x="7965" y="6122"/>
                </a:cubicBezTo>
                <a:cubicBezTo>
                  <a:pt x="7965" y="6491"/>
                  <a:pt x="7846" y="6872"/>
                  <a:pt x="7644" y="7170"/>
                </a:cubicBezTo>
                <a:lnTo>
                  <a:pt x="6287" y="6039"/>
                </a:lnTo>
                <a:lnTo>
                  <a:pt x="6287" y="4265"/>
                </a:lnTo>
                <a:close/>
                <a:moveTo>
                  <a:pt x="6477" y="348"/>
                </a:moveTo>
                <a:cubicBezTo>
                  <a:pt x="9501" y="526"/>
                  <a:pt x="11871" y="3039"/>
                  <a:pt x="11871" y="6063"/>
                </a:cubicBezTo>
                <a:cubicBezTo>
                  <a:pt x="11835" y="7349"/>
                  <a:pt x="11454" y="8539"/>
                  <a:pt x="10728" y="9516"/>
                </a:cubicBezTo>
                <a:cubicBezTo>
                  <a:pt x="10692" y="9563"/>
                  <a:pt x="10644" y="9575"/>
                  <a:pt x="10609" y="9575"/>
                </a:cubicBezTo>
                <a:cubicBezTo>
                  <a:pt x="10561" y="9575"/>
                  <a:pt x="10513" y="9563"/>
                  <a:pt x="10490" y="9527"/>
                </a:cubicBezTo>
                <a:lnTo>
                  <a:pt x="9537" y="8730"/>
                </a:lnTo>
                <a:cubicBezTo>
                  <a:pt x="10013" y="8123"/>
                  <a:pt x="10311" y="7384"/>
                  <a:pt x="10394" y="6610"/>
                </a:cubicBezTo>
                <a:cubicBezTo>
                  <a:pt x="10406" y="6491"/>
                  <a:pt x="10323" y="6396"/>
                  <a:pt x="10204" y="6396"/>
                </a:cubicBezTo>
                <a:cubicBezTo>
                  <a:pt x="10097" y="6396"/>
                  <a:pt x="10025" y="6468"/>
                  <a:pt x="10013" y="6551"/>
                </a:cubicBezTo>
                <a:cubicBezTo>
                  <a:pt x="9930" y="7206"/>
                  <a:pt x="9680" y="7849"/>
                  <a:pt x="9299" y="8384"/>
                </a:cubicBezTo>
                <a:cubicBezTo>
                  <a:pt x="9275" y="8396"/>
                  <a:pt x="9263" y="8432"/>
                  <a:pt x="9251" y="8444"/>
                </a:cubicBezTo>
                <a:cubicBezTo>
                  <a:pt x="9251" y="8444"/>
                  <a:pt x="9251" y="8456"/>
                  <a:pt x="9239" y="8456"/>
                </a:cubicBezTo>
                <a:lnTo>
                  <a:pt x="7954" y="7372"/>
                </a:lnTo>
                <a:cubicBezTo>
                  <a:pt x="8227" y="7003"/>
                  <a:pt x="8370" y="6539"/>
                  <a:pt x="8370" y="6075"/>
                </a:cubicBezTo>
                <a:cubicBezTo>
                  <a:pt x="8370" y="4908"/>
                  <a:pt x="7465" y="3920"/>
                  <a:pt x="6299" y="3836"/>
                </a:cubicBezTo>
                <a:lnTo>
                  <a:pt x="6287" y="2146"/>
                </a:lnTo>
                <a:lnTo>
                  <a:pt x="6418" y="2146"/>
                </a:lnTo>
                <a:cubicBezTo>
                  <a:pt x="6453" y="2146"/>
                  <a:pt x="6501" y="2146"/>
                  <a:pt x="6525" y="2169"/>
                </a:cubicBezTo>
                <a:cubicBezTo>
                  <a:pt x="8358" y="2360"/>
                  <a:pt x="9811" y="3812"/>
                  <a:pt x="10025" y="5646"/>
                </a:cubicBezTo>
                <a:cubicBezTo>
                  <a:pt x="10037" y="5753"/>
                  <a:pt x="10109" y="5813"/>
                  <a:pt x="10216" y="5813"/>
                </a:cubicBezTo>
                <a:cubicBezTo>
                  <a:pt x="10335" y="5813"/>
                  <a:pt x="10430" y="5706"/>
                  <a:pt x="10406" y="5598"/>
                </a:cubicBezTo>
                <a:cubicBezTo>
                  <a:pt x="10192" y="3503"/>
                  <a:pt x="8430" y="1848"/>
                  <a:pt x="6299" y="1765"/>
                </a:cubicBezTo>
                <a:lnTo>
                  <a:pt x="6299" y="526"/>
                </a:lnTo>
                <a:cubicBezTo>
                  <a:pt x="6299" y="479"/>
                  <a:pt x="6322" y="443"/>
                  <a:pt x="6346" y="407"/>
                </a:cubicBezTo>
                <a:cubicBezTo>
                  <a:pt x="6382" y="360"/>
                  <a:pt x="6418" y="348"/>
                  <a:pt x="6477" y="348"/>
                </a:cubicBezTo>
                <a:close/>
                <a:moveTo>
                  <a:pt x="1477" y="5277"/>
                </a:moveTo>
                <a:lnTo>
                  <a:pt x="5870" y="6241"/>
                </a:lnTo>
                <a:lnTo>
                  <a:pt x="4667" y="10575"/>
                </a:lnTo>
                <a:cubicBezTo>
                  <a:pt x="2774" y="9980"/>
                  <a:pt x="1405" y="8206"/>
                  <a:pt x="1405" y="6110"/>
                </a:cubicBezTo>
                <a:cubicBezTo>
                  <a:pt x="1405" y="5825"/>
                  <a:pt x="1441" y="5539"/>
                  <a:pt x="1477" y="5277"/>
                </a:cubicBezTo>
                <a:close/>
                <a:moveTo>
                  <a:pt x="6215" y="6468"/>
                </a:moveTo>
                <a:lnTo>
                  <a:pt x="7549" y="7599"/>
                </a:lnTo>
                <a:lnTo>
                  <a:pt x="9132" y="8920"/>
                </a:lnTo>
                <a:lnTo>
                  <a:pt x="9573" y="9289"/>
                </a:lnTo>
                <a:cubicBezTo>
                  <a:pt x="8680" y="10266"/>
                  <a:pt x="7430" y="10813"/>
                  <a:pt x="6108" y="10813"/>
                </a:cubicBezTo>
                <a:cubicBezTo>
                  <a:pt x="5739" y="10813"/>
                  <a:pt x="5382" y="10766"/>
                  <a:pt x="5037" y="10694"/>
                </a:cubicBezTo>
                <a:lnTo>
                  <a:pt x="6215" y="6468"/>
                </a:lnTo>
                <a:close/>
                <a:moveTo>
                  <a:pt x="6429" y="1"/>
                </a:moveTo>
                <a:cubicBezTo>
                  <a:pt x="6297" y="1"/>
                  <a:pt x="6159" y="59"/>
                  <a:pt x="6060" y="157"/>
                </a:cubicBezTo>
                <a:cubicBezTo>
                  <a:pt x="5953" y="264"/>
                  <a:pt x="5882" y="407"/>
                  <a:pt x="5882" y="562"/>
                </a:cubicBezTo>
                <a:lnTo>
                  <a:pt x="5882" y="1038"/>
                </a:lnTo>
                <a:cubicBezTo>
                  <a:pt x="5084" y="1062"/>
                  <a:pt x="4310" y="1288"/>
                  <a:pt x="3620" y="1669"/>
                </a:cubicBezTo>
                <a:lnTo>
                  <a:pt x="3191" y="872"/>
                </a:lnTo>
                <a:cubicBezTo>
                  <a:pt x="3155" y="812"/>
                  <a:pt x="3084" y="764"/>
                  <a:pt x="3024" y="764"/>
                </a:cubicBezTo>
                <a:lnTo>
                  <a:pt x="393" y="764"/>
                </a:lnTo>
                <a:lnTo>
                  <a:pt x="393" y="443"/>
                </a:lnTo>
                <a:cubicBezTo>
                  <a:pt x="393" y="336"/>
                  <a:pt x="298" y="241"/>
                  <a:pt x="203" y="241"/>
                </a:cubicBezTo>
                <a:cubicBezTo>
                  <a:pt x="95" y="241"/>
                  <a:pt x="0" y="336"/>
                  <a:pt x="0" y="443"/>
                </a:cubicBezTo>
                <a:lnTo>
                  <a:pt x="0" y="1467"/>
                </a:lnTo>
                <a:cubicBezTo>
                  <a:pt x="0" y="1574"/>
                  <a:pt x="95" y="1657"/>
                  <a:pt x="203" y="1657"/>
                </a:cubicBezTo>
                <a:cubicBezTo>
                  <a:pt x="298" y="1657"/>
                  <a:pt x="393" y="1562"/>
                  <a:pt x="393" y="1467"/>
                </a:cubicBezTo>
                <a:lnTo>
                  <a:pt x="393" y="1157"/>
                </a:lnTo>
                <a:lnTo>
                  <a:pt x="2917" y="1157"/>
                </a:lnTo>
                <a:lnTo>
                  <a:pt x="3310" y="1872"/>
                </a:lnTo>
                <a:cubicBezTo>
                  <a:pt x="3024" y="2062"/>
                  <a:pt x="2762" y="2277"/>
                  <a:pt x="2501" y="2527"/>
                </a:cubicBezTo>
                <a:cubicBezTo>
                  <a:pt x="1548" y="3467"/>
                  <a:pt x="1036" y="4753"/>
                  <a:pt x="1036" y="6098"/>
                </a:cubicBezTo>
                <a:cubicBezTo>
                  <a:pt x="1036" y="8885"/>
                  <a:pt x="3310" y="11182"/>
                  <a:pt x="6120" y="11182"/>
                </a:cubicBezTo>
                <a:cubicBezTo>
                  <a:pt x="7573" y="11182"/>
                  <a:pt x="8918" y="10575"/>
                  <a:pt x="9882" y="9516"/>
                </a:cubicBezTo>
                <a:lnTo>
                  <a:pt x="10240" y="9813"/>
                </a:lnTo>
                <a:cubicBezTo>
                  <a:pt x="10347" y="9908"/>
                  <a:pt x="10466" y="9944"/>
                  <a:pt x="10597" y="9944"/>
                </a:cubicBezTo>
                <a:lnTo>
                  <a:pt x="10656" y="9944"/>
                </a:lnTo>
                <a:cubicBezTo>
                  <a:pt x="10811" y="9932"/>
                  <a:pt x="10942" y="9837"/>
                  <a:pt x="11037" y="9718"/>
                </a:cubicBezTo>
                <a:cubicBezTo>
                  <a:pt x="11823" y="8670"/>
                  <a:pt x="12228" y="7420"/>
                  <a:pt x="12228" y="6098"/>
                </a:cubicBezTo>
                <a:cubicBezTo>
                  <a:pt x="12228" y="2884"/>
                  <a:pt x="9692" y="205"/>
                  <a:pt x="6465" y="2"/>
                </a:cubicBezTo>
                <a:cubicBezTo>
                  <a:pt x="6453" y="1"/>
                  <a:pt x="6441" y="1"/>
                  <a:pt x="6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17" name="Google Shape;10917;p64"/>
          <p:cNvGrpSpPr/>
          <p:nvPr/>
        </p:nvGrpSpPr>
        <p:grpSpPr>
          <a:xfrm>
            <a:off x="3095745" y="3631143"/>
            <a:ext cx="352840" cy="354717"/>
            <a:chOff x="3095745" y="3805393"/>
            <a:chExt cx="352840" cy="354717"/>
          </a:xfrm>
        </p:grpSpPr>
        <p:sp>
          <p:nvSpPr>
            <p:cNvPr id="10918" name="Google Shape;10918;p64"/>
            <p:cNvSpPr/>
            <p:nvPr/>
          </p:nvSpPr>
          <p:spPr>
            <a:xfrm>
              <a:off x="3095745" y="3805393"/>
              <a:ext cx="272093" cy="271711"/>
            </a:xfrm>
            <a:custGeom>
              <a:avLst/>
              <a:gdLst/>
              <a:ahLst/>
              <a:cxnLst/>
              <a:rect l="l" t="t" r="r" b="b"/>
              <a:pathLst>
                <a:path w="8549" h="8537" extrusionOk="0">
                  <a:moveTo>
                    <a:pt x="4025" y="0"/>
                  </a:moveTo>
                  <a:cubicBezTo>
                    <a:pt x="3763" y="0"/>
                    <a:pt x="3525" y="179"/>
                    <a:pt x="3489" y="441"/>
                  </a:cubicBezTo>
                  <a:lnTo>
                    <a:pt x="3322" y="1262"/>
                  </a:lnTo>
                  <a:cubicBezTo>
                    <a:pt x="3155" y="1322"/>
                    <a:pt x="2977" y="1381"/>
                    <a:pt x="2834" y="1465"/>
                  </a:cubicBezTo>
                  <a:lnTo>
                    <a:pt x="2132" y="1012"/>
                  </a:lnTo>
                  <a:cubicBezTo>
                    <a:pt x="2036" y="947"/>
                    <a:pt x="1929" y="915"/>
                    <a:pt x="1825" y="915"/>
                  </a:cubicBezTo>
                  <a:cubicBezTo>
                    <a:pt x="1683" y="915"/>
                    <a:pt x="1544" y="974"/>
                    <a:pt x="1441" y="1084"/>
                  </a:cubicBezTo>
                  <a:lnTo>
                    <a:pt x="1084" y="1441"/>
                  </a:lnTo>
                  <a:cubicBezTo>
                    <a:pt x="905" y="1619"/>
                    <a:pt x="881" y="1917"/>
                    <a:pt x="1012" y="2119"/>
                  </a:cubicBezTo>
                  <a:lnTo>
                    <a:pt x="1477" y="2822"/>
                  </a:lnTo>
                  <a:cubicBezTo>
                    <a:pt x="1381" y="2989"/>
                    <a:pt x="1322" y="3155"/>
                    <a:pt x="1262" y="3310"/>
                  </a:cubicBezTo>
                  <a:lnTo>
                    <a:pt x="453" y="3477"/>
                  </a:lnTo>
                  <a:cubicBezTo>
                    <a:pt x="191" y="3524"/>
                    <a:pt x="0" y="3763"/>
                    <a:pt x="0" y="4013"/>
                  </a:cubicBezTo>
                  <a:lnTo>
                    <a:pt x="0" y="4525"/>
                  </a:lnTo>
                  <a:cubicBezTo>
                    <a:pt x="0" y="4775"/>
                    <a:pt x="179" y="5013"/>
                    <a:pt x="453" y="5060"/>
                  </a:cubicBezTo>
                  <a:lnTo>
                    <a:pt x="1262" y="5215"/>
                  </a:lnTo>
                  <a:cubicBezTo>
                    <a:pt x="1322" y="5382"/>
                    <a:pt x="1381" y="5560"/>
                    <a:pt x="1477" y="5715"/>
                  </a:cubicBezTo>
                  <a:lnTo>
                    <a:pt x="1012" y="6406"/>
                  </a:lnTo>
                  <a:cubicBezTo>
                    <a:pt x="869" y="6632"/>
                    <a:pt x="893" y="6918"/>
                    <a:pt x="1084" y="7096"/>
                  </a:cubicBezTo>
                  <a:lnTo>
                    <a:pt x="1441" y="7453"/>
                  </a:lnTo>
                  <a:cubicBezTo>
                    <a:pt x="1544" y="7557"/>
                    <a:pt x="1687" y="7608"/>
                    <a:pt x="1830" y="7608"/>
                  </a:cubicBezTo>
                  <a:cubicBezTo>
                    <a:pt x="1935" y="7608"/>
                    <a:pt x="2041" y="7580"/>
                    <a:pt x="2132" y="7525"/>
                  </a:cubicBezTo>
                  <a:lnTo>
                    <a:pt x="2834" y="7061"/>
                  </a:lnTo>
                  <a:cubicBezTo>
                    <a:pt x="2989" y="7156"/>
                    <a:pt x="3155" y="7215"/>
                    <a:pt x="3322" y="7275"/>
                  </a:cubicBezTo>
                  <a:lnTo>
                    <a:pt x="3489" y="8096"/>
                  </a:lnTo>
                  <a:cubicBezTo>
                    <a:pt x="3525" y="8346"/>
                    <a:pt x="3763" y="8537"/>
                    <a:pt x="4025" y="8537"/>
                  </a:cubicBezTo>
                  <a:lnTo>
                    <a:pt x="4525" y="8537"/>
                  </a:lnTo>
                  <a:cubicBezTo>
                    <a:pt x="4775" y="8537"/>
                    <a:pt x="5013" y="8358"/>
                    <a:pt x="5060" y="8096"/>
                  </a:cubicBezTo>
                  <a:lnTo>
                    <a:pt x="5227" y="7275"/>
                  </a:lnTo>
                  <a:cubicBezTo>
                    <a:pt x="5358" y="7227"/>
                    <a:pt x="5489" y="7180"/>
                    <a:pt x="5632" y="7120"/>
                  </a:cubicBezTo>
                  <a:cubicBezTo>
                    <a:pt x="5692" y="7084"/>
                    <a:pt x="5727" y="6977"/>
                    <a:pt x="5692" y="6894"/>
                  </a:cubicBezTo>
                  <a:cubicBezTo>
                    <a:pt x="5655" y="6821"/>
                    <a:pt x="5584" y="6790"/>
                    <a:pt x="5515" y="6790"/>
                  </a:cubicBezTo>
                  <a:cubicBezTo>
                    <a:pt x="5494" y="6790"/>
                    <a:pt x="5473" y="6793"/>
                    <a:pt x="5453" y="6799"/>
                  </a:cubicBezTo>
                  <a:cubicBezTo>
                    <a:pt x="5299" y="6870"/>
                    <a:pt x="5156" y="6918"/>
                    <a:pt x="5001" y="6965"/>
                  </a:cubicBezTo>
                  <a:cubicBezTo>
                    <a:pt x="4941" y="6977"/>
                    <a:pt x="4882" y="7037"/>
                    <a:pt x="4882" y="7096"/>
                  </a:cubicBezTo>
                  <a:lnTo>
                    <a:pt x="4703" y="8025"/>
                  </a:lnTo>
                  <a:cubicBezTo>
                    <a:pt x="4691" y="8108"/>
                    <a:pt x="4596" y="8180"/>
                    <a:pt x="4513" y="8180"/>
                  </a:cubicBezTo>
                  <a:lnTo>
                    <a:pt x="4001" y="8180"/>
                  </a:lnTo>
                  <a:cubicBezTo>
                    <a:pt x="3917" y="8180"/>
                    <a:pt x="3822" y="8120"/>
                    <a:pt x="3810" y="8025"/>
                  </a:cubicBezTo>
                  <a:lnTo>
                    <a:pt x="3632" y="7096"/>
                  </a:lnTo>
                  <a:cubicBezTo>
                    <a:pt x="3620" y="7037"/>
                    <a:pt x="3572" y="6977"/>
                    <a:pt x="3513" y="6965"/>
                  </a:cubicBezTo>
                  <a:cubicBezTo>
                    <a:pt x="3310" y="6906"/>
                    <a:pt x="3096" y="6811"/>
                    <a:pt x="2905" y="6703"/>
                  </a:cubicBezTo>
                  <a:cubicBezTo>
                    <a:pt x="2876" y="6691"/>
                    <a:pt x="2843" y="6686"/>
                    <a:pt x="2812" y="6686"/>
                  </a:cubicBezTo>
                  <a:cubicBezTo>
                    <a:pt x="2780" y="6686"/>
                    <a:pt x="2751" y="6691"/>
                    <a:pt x="2727" y="6703"/>
                  </a:cubicBezTo>
                  <a:lnTo>
                    <a:pt x="1941" y="7227"/>
                  </a:lnTo>
                  <a:cubicBezTo>
                    <a:pt x="1904" y="7249"/>
                    <a:pt x="1864" y="7260"/>
                    <a:pt x="1824" y="7260"/>
                  </a:cubicBezTo>
                  <a:cubicBezTo>
                    <a:pt x="1774" y="7260"/>
                    <a:pt x="1725" y="7243"/>
                    <a:pt x="1679" y="7203"/>
                  </a:cubicBezTo>
                  <a:lnTo>
                    <a:pt x="1322" y="6846"/>
                  </a:lnTo>
                  <a:cubicBezTo>
                    <a:pt x="1262" y="6787"/>
                    <a:pt x="1250" y="6680"/>
                    <a:pt x="1298" y="6584"/>
                  </a:cubicBezTo>
                  <a:lnTo>
                    <a:pt x="1822" y="5799"/>
                  </a:lnTo>
                  <a:cubicBezTo>
                    <a:pt x="1846" y="5739"/>
                    <a:pt x="1858" y="5679"/>
                    <a:pt x="1822" y="5620"/>
                  </a:cubicBezTo>
                  <a:cubicBezTo>
                    <a:pt x="1715" y="5429"/>
                    <a:pt x="1620" y="5215"/>
                    <a:pt x="1560" y="5013"/>
                  </a:cubicBezTo>
                  <a:cubicBezTo>
                    <a:pt x="1548" y="4953"/>
                    <a:pt x="1489" y="4894"/>
                    <a:pt x="1429" y="4894"/>
                  </a:cubicBezTo>
                  <a:lnTo>
                    <a:pt x="512" y="4715"/>
                  </a:lnTo>
                  <a:cubicBezTo>
                    <a:pt x="417" y="4703"/>
                    <a:pt x="346" y="4608"/>
                    <a:pt x="346" y="4525"/>
                  </a:cubicBezTo>
                  <a:lnTo>
                    <a:pt x="346" y="4013"/>
                  </a:lnTo>
                  <a:cubicBezTo>
                    <a:pt x="346" y="3929"/>
                    <a:pt x="405" y="3834"/>
                    <a:pt x="512" y="3822"/>
                  </a:cubicBezTo>
                  <a:lnTo>
                    <a:pt x="1429" y="3643"/>
                  </a:lnTo>
                  <a:cubicBezTo>
                    <a:pt x="1489" y="3632"/>
                    <a:pt x="1548" y="3584"/>
                    <a:pt x="1560" y="3524"/>
                  </a:cubicBezTo>
                  <a:cubicBezTo>
                    <a:pt x="1620" y="3322"/>
                    <a:pt x="1715" y="3108"/>
                    <a:pt x="1822" y="2917"/>
                  </a:cubicBezTo>
                  <a:cubicBezTo>
                    <a:pt x="1846" y="2858"/>
                    <a:pt x="1846" y="2786"/>
                    <a:pt x="1822" y="2739"/>
                  </a:cubicBezTo>
                  <a:lnTo>
                    <a:pt x="1298" y="1941"/>
                  </a:lnTo>
                  <a:cubicBezTo>
                    <a:pt x="1250" y="1869"/>
                    <a:pt x="1250" y="1762"/>
                    <a:pt x="1322" y="1691"/>
                  </a:cubicBezTo>
                  <a:lnTo>
                    <a:pt x="1679" y="1334"/>
                  </a:lnTo>
                  <a:cubicBezTo>
                    <a:pt x="1714" y="1299"/>
                    <a:pt x="1765" y="1280"/>
                    <a:pt x="1820" y="1280"/>
                  </a:cubicBezTo>
                  <a:cubicBezTo>
                    <a:pt x="1859" y="1280"/>
                    <a:pt x="1901" y="1290"/>
                    <a:pt x="1941" y="1310"/>
                  </a:cubicBezTo>
                  <a:lnTo>
                    <a:pt x="2727" y="1822"/>
                  </a:lnTo>
                  <a:cubicBezTo>
                    <a:pt x="2759" y="1841"/>
                    <a:pt x="2791" y="1853"/>
                    <a:pt x="2822" y="1853"/>
                  </a:cubicBezTo>
                  <a:cubicBezTo>
                    <a:pt x="2850" y="1853"/>
                    <a:pt x="2878" y="1844"/>
                    <a:pt x="2905" y="1822"/>
                  </a:cubicBezTo>
                  <a:cubicBezTo>
                    <a:pt x="3096" y="1727"/>
                    <a:pt x="3310" y="1631"/>
                    <a:pt x="3513" y="1572"/>
                  </a:cubicBezTo>
                  <a:cubicBezTo>
                    <a:pt x="3572" y="1560"/>
                    <a:pt x="3632" y="1500"/>
                    <a:pt x="3632" y="1441"/>
                  </a:cubicBezTo>
                  <a:lnTo>
                    <a:pt x="3810" y="512"/>
                  </a:lnTo>
                  <a:cubicBezTo>
                    <a:pt x="3822" y="429"/>
                    <a:pt x="3917" y="357"/>
                    <a:pt x="4001" y="357"/>
                  </a:cubicBezTo>
                  <a:lnTo>
                    <a:pt x="4513" y="357"/>
                  </a:lnTo>
                  <a:cubicBezTo>
                    <a:pt x="4596" y="357"/>
                    <a:pt x="4691" y="417"/>
                    <a:pt x="4703" y="512"/>
                  </a:cubicBezTo>
                  <a:lnTo>
                    <a:pt x="4882" y="1441"/>
                  </a:lnTo>
                  <a:cubicBezTo>
                    <a:pt x="4894" y="1500"/>
                    <a:pt x="4941" y="1560"/>
                    <a:pt x="5001" y="1572"/>
                  </a:cubicBezTo>
                  <a:cubicBezTo>
                    <a:pt x="5215" y="1631"/>
                    <a:pt x="5418" y="1727"/>
                    <a:pt x="5608" y="1822"/>
                  </a:cubicBezTo>
                  <a:cubicBezTo>
                    <a:pt x="5638" y="1840"/>
                    <a:pt x="5674" y="1849"/>
                    <a:pt x="5706" y="1849"/>
                  </a:cubicBezTo>
                  <a:cubicBezTo>
                    <a:pt x="5739" y="1849"/>
                    <a:pt x="5769" y="1840"/>
                    <a:pt x="5787" y="1822"/>
                  </a:cubicBezTo>
                  <a:lnTo>
                    <a:pt x="6584" y="1310"/>
                  </a:lnTo>
                  <a:cubicBezTo>
                    <a:pt x="6617" y="1288"/>
                    <a:pt x="6656" y="1277"/>
                    <a:pt x="6696" y="1277"/>
                  </a:cubicBezTo>
                  <a:cubicBezTo>
                    <a:pt x="6745" y="1277"/>
                    <a:pt x="6795" y="1294"/>
                    <a:pt x="6835" y="1334"/>
                  </a:cubicBezTo>
                  <a:lnTo>
                    <a:pt x="7192" y="1691"/>
                  </a:lnTo>
                  <a:cubicBezTo>
                    <a:pt x="7251" y="1750"/>
                    <a:pt x="7263" y="1858"/>
                    <a:pt x="7216" y="1941"/>
                  </a:cubicBezTo>
                  <a:lnTo>
                    <a:pt x="6704" y="2739"/>
                  </a:lnTo>
                  <a:cubicBezTo>
                    <a:pt x="6668" y="2798"/>
                    <a:pt x="6656" y="2858"/>
                    <a:pt x="6704" y="2917"/>
                  </a:cubicBezTo>
                  <a:cubicBezTo>
                    <a:pt x="6799" y="3108"/>
                    <a:pt x="6894" y="3322"/>
                    <a:pt x="6954" y="3524"/>
                  </a:cubicBezTo>
                  <a:cubicBezTo>
                    <a:pt x="6965" y="3584"/>
                    <a:pt x="7025" y="3643"/>
                    <a:pt x="7085" y="3643"/>
                  </a:cubicBezTo>
                  <a:lnTo>
                    <a:pt x="8013" y="3822"/>
                  </a:lnTo>
                  <a:cubicBezTo>
                    <a:pt x="8097" y="3834"/>
                    <a:pt x="8168" y="3929"/>
                    <a:pt x="8168" y="4013"/>
                  </a:cubicBezTo>
                  <a:lnTo>
                    <a:pt x="8168" y="4525"/>
                  </a:lnTo>
                  <a:cubicBezTo>
                    <a:pt x="8168" y="4608"/>
                    <a:pt x="8108" y="4703"/>
                    <a:pt x="8013" y="4715"/>
                  </a:cubicBezTo>
                  <a:lnTo>
                    <a:pt x="7085" y="4894"/>
                  </a:lnTo>
                  <a:cubicBezTo>
                    <a:pt x="7025" y="4906"/>
                    <a:pt x="6965" y="4953"/>
                    <a:pt x="6954" y="5013"/>
                  </a:cubicBezTo>
                  <a:cubicBezTo>
                    <a:pt x="6906" y="5156"/>
                    <a:pt x="6846" y="5322"/>
                    <a:pt x="6787" y="5477"/>
                  </a:cubicBezTo>
                  <a:cubicBezTo>
                    <a:pt x="6739" y="5560"/>
                    <a:pt x="6787" y="5668"/>
                    <a:pt x="6882" y="5715"/>
                  </a:cubicBezTo>
                  <a:cubicBezTo>
                    <a:pt x="6903" y="5724"/>
                    <a:pt x="6926" y="5729"/>
                    <a:pt x="6949" y="5729"/>
                  </a:cubicBezTo>
                  <a:cubicBezTo>
                    <a:pt x="7016" y="5729"/>
                    <a:pt x="7085" y="5691"/>
                    <a:pt x="7120" y="5620"/>
                  </a:cubicBezTo>
                  <a:cubicBezTo>
                    <a:pt x="7180" y="5489"/>
                    <a:pt x="7239" y="5358"/>
                    <a:pt x="7275" y="5215"/>
                  </a:cubicBezTo>
                  <a:lnTo>
                    <a:pt x="8097" y="5060"/>
                  </a:lnTo>
                  <a:cubicBezTo>
                    <a:pt x="8347" y="5013"/>
                    <a:pt x="8549" y="4775"/>
                    <a:pt x="8549" y="4525"/>
                  </a:cubicBezTo>
                  <a:lnTo>
                    <a:pt x="8549" y="4013"/>
                  </a:lnTo>
                  <a:cubicBezTo>
                    <a:pt x="8549" y="3763"/>
                    <a:pt x="8370" y="3524"/>
                    <a:pt x="8097" y="3477"/>
                  </a:cubicBezTo>
                  <a:lnTo>
                    <a:pt x="7275" y="3310"/>
                  </a:lnTo>
                  <a:cubicBezTo>
                    <a:pt x="7216" y="3155"/>
                    <a:pt x="7156" y="2977"/>
                    <a:pt x="7073" y="2822"/>
                  </a:cubicBezTo>
                  <a:lnTo>
                    <a:pt x="7537" y="2119"/>
                  </a:lnTo>
                  <a:cubicBezTo>
                    <a:pt x="7680" y="1905"/>
                    <a:pt x="7656" y="1619"/>
                    <a:pt x="7454" y="1441"/>
                  </a:cubicBezTo>
                  <a:lnTo>
                    <a:pt x="7096" y="1084"/>
                  </a:lnTo>
                  <a:cubicBezTo>
                    <a:pt x="6992" y="980"/>
                    <a:pt x="6848" y="924"/>
                    <a:pt x="6705" y="924"/>
                  </a:cubicBezTo>
                  <a:cubicBezTo>
                    <a:pt x="6603" y="924"/>
                    <a:pt x="6502" y="953"/>
                    <a:pt x="6418" y="1012"/>
                  </a:cubicBezTo>
                  <a:lnTo>
                    <a:pt x="5715" y="1465"/>
                  </a:lnTo>
                  <a:cubicBezTo>
                    <a:pt x="5549" y="1381"/>
                    <a:pt x="5394" y="1322"/>
                    <a:pt x="5227" y="1262"/>
                  </a:cubicBezTo>
                  <a:lnTo>
                    <a:pt x="5060" y="441"/>
                  </a:lnTo>
                  <a:cubicBezTo>
                    <a:pt x="5013" y="191"/>
                    <a:pt x="4775" y="0"/>
                    <a:pt x="4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64"/>
            <p:cNvSpPr/>
            <p:nvPr/>
          </p:nvSpPr>
          <p:spPr>
            <a:xfrm>
              <a:off x="3184798" y="3878883"/>
              <a:ext cx="109550" cy="94018"/>
            </a:xfrm>
            <a:custGeom>
              <a:avLst/>
              <a:gdLst/>
              <a:ahLst/>
              <a:cxnLst/>
              <a:rect l="l" t="t" r="r" b="b"/>
              <a:pathLst>
                <a:path w="3442" h="2954" extrusionOk="0">
                  <a:moveTo>
                    <a:pt x="1465" y="1"/>
                  </a:moveTo>
                  <a:cubicBezTo>
                    <a:pt x="941" y="1"/>
                    <a:pt x="453" y="191"/>
                    <a:pt x="72" y="561"/>
                  </a:cubicBezTo>
                  <a:cubicBezTo>
                    <a:pt x="0" y="632"/>
                    <a:pt x="0" y="739"/>
                    <a:pt x="72" y="811"/>
                  </a:cubicBezTo>
                  <a:cubicBezTo>
                    <a:pt x="113" y="852"/>
                    <a:pt x="158" y="873"/>
                    <a:pt x="203" y="873"/>
                  </a:cubicBezTo>
                  <a:cubicBezTo>
                    <a:pt x="247" y="873"/>
                    <a:pt x="292" y="852"/>
                    <a:pt x="334" y="811"/>
                  </a:cubicBezTo>
                  <a:cubicBezTo>
                    <a:pt x="631" y="513"/>
                    <a:pt x="1024" y="358"/>
                    <a:pt x="1465" y="358"/>
                  </a:cubicBezTo>
                  <a:cubicBezTo>
                    <a:pt x="2358" y="358"/>
                    <a:pt x="3084" y="1084"/>
                    <a:pt x="3084" y="1977"/>
                  </a:cubicBezTo>
                  <a:cubicBezTo>
                    <a:pt x="3084" y="2227"/>
                    <a:pt x="3024" y="2477"/>
                    <a:pt x="2905" y="2716"/>
                  </a:cubicBezTo>
                  <a:cubicBezTo>
                    <a:pt x="2846" y="2799"/>
                    <a:pt x="2894" y="2894"/>
                    <a:pt x="2977" y="2942"/>
                  </a:cubicBezTo>
                  <a:cubicBezTo>
                    <a:pt x="3013" y="2954"/>
                    <a:pt x="3036" y="2954"/>
                    <a:pt x="3048" y="2954"/>
                  </a:cubicBezTo>
                  <a:cubicBezTo>
                    <a:pt x="3108" y="2954"/>
                    <a:pt x="3167" y="2930"/>
                    <a:pt x="3215" y="2870"/>
                  </a:cubicBezTo>
                  <a:cubicBezTo>
                    <a:pt x="3370" y="2585"/>
                    <a:pt x="3441" y="2287"/>
                    <a:pt x="3441" y="1977"/>
                  </a:cubicBezTo>
                  <a:cubicBezTo>
                    <a:pt x="3441" y="894"/>
                    <a:pt x="2560"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64"/>
            <p:cNvSpPr/>
            <p:nvPr/>
          </p:nvSpPr>
          <p:spPr>
            <a:xfrm>
              <a:off x="3168120" y="3917331"/>
              <a:ext cx="102707" cy="87016"/>
            </a:xfrm>
            <a:custGeom>
              <a:avLst/>
              <a:gdLst/>
              <a:ahLst/>
              <a:cxnLst/>
              <a:rect l="l" t="t" r="r" b="b"/>
              <a:pathLst>
                <a:path w="3227" h="2734" extrusionOk="0">
                  <a:moveTo>
                    <a:pt x="277" y="0"/>
                  </a:moveTo>
                  <a:cubicBezTo>
                    <a:pt x="203" y="0"/>
                    <a:pt x="136" y="38"/>
                    <a:pt x="108" y="115"/>
                  </a:cubicBezTo>
                  <a:cubicBezTo>
                    <a:pt x="36" y="317"/>
                    <a:pt x="0" y="531"/>
                    <a:pt x="0" y="758"/>
                  </a:cubicBezTo>
                  <a:cubicBezTo>
                    <a:pt x="0" y="1841"/>
                    <a:pt x="881" y="2734"/>
                    <a:pt x="1977" y="2734"/>
                  </a:cubicBezTo>
                  <a:cubicBezTo>
                    <a:pt x="2394" y="2734"/>
                    <a:pt x="2798" y="2603"/>
                    <a:pt x="3144" y="2365"/>
                  </a:cubicBezTo>
                  <a:cubicBezTo>
                    <a:pt x="3215" y="2305"/>
                    <a:pt x="3227" y="2198"/>
                    <a:pt x="3191" y="2127"/>
                  </a:cubicBezTo>
                  <a:cubicBezTo>
                    <a:pt x="3162" y="2075"/>
                    <a:pt x="3106" y="2051"/>
                    <a:pt x="3050" y="2051"/>
                  </a:cubicBezTo>
                  <a:cubicBezTo>
                    <a:pt x="3015" y="2051"/>
                    <a:pt x="2981" y="2061"/>
                    <a:pt x="2953" y="2079"/>
                  </a:cubicBezTo>
                  <a:cubicBezTo>
                    <a:pt x="2667" y="2282"/>
                    <a:pt x="2334" y="2389"/>
                    <a:pt x="2001" y="2389"/>
                  </a:cubicBezTo>
                  <a:cubicBezTo>
                    <a:pt x="1108" y="2389"/>
                    <a:pt x="370" y="1662"/>
                    <a:pt x="370" y="769"/>
                  </a:cubicBezTo>
                  <a:cubicBezTo>
                    <a:pt x="370" y="591"/>
                    <a:pt x="405" y="412"/>
                    <a:pt x="465" y="246"/>
                  </a:cubicBezTo>
                  <a:cubicBezTo>
                    <a:pt x="465" y="138"/>
                    <a:pt x="417" y="43"/>
                    <a:pt x="334" y="7"/>
                  </a:cubicBezTo>
                  <a:cubicBezTo>
                    <a:pt x="315" y="3"/>
                    <a:pt x="296" y="0"/>
                    <a:pt x="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64"/>
            <p:cNvSpPr/>
            <p:nvPr/>
          </p:nvSpPr>
          <p:spPr>
            <a:xfrm>
              <a:off x="3264749" y="3976275"/>
              <a:ext cx="183836" cy="183836"/>
            </a:xfrm>
            <a:custGeom>
              <a:avLst/>
              <a:gdLst/>
              <a:ahLst/>
              <a:cxnLst/>
              <a:rect l="l" t="t" r="r" b="b"/>
              <a:pathLst>
                <a:path w="5776" h="5776" extrusionOk="0">
                  <a:moveTo>
                    <a:pt x="2739" y="1"/>
                  </a:moveTo>
                  <a:cubicBezTo>
                    <a:pt x="2548" y="1"/>
                    <a:pt x="2370" y="156"/>
                    <a:pt x="2322" y="346"/>
                  </a:cubicBezTo>
                  <a:lnTo>
                    <a:pt x="2215" y="846"/>
                  </a:lnTo>
                  <a:cubicBezTo>
                    <a:pt x="2132" y="882"/>
                    <a:pt x="2036" y="930"/>
                    <a:pt x="1953" y="953"/>
                  </a:cubicBezTo>
                  <a:lnTo>
                    <a:pt x="1525" y="668"/>
                  </a:lnTo>
                  <a:cubicBezTo>
                    <a:pt x="1454" y="627"/>
                    <a:pt x="1372" y="606"/>
                    <a:pt x="1291" y="606"/>
                  </a:cubicBezTo>
                  <a:cubicBezTo>
                    <a:pt x="1181" y="606"/>
                    <a:pt x="1071" y="645"/>
                    <a:pt x="989" y="727"/>
                  </a:cubicBezTo>
                  <a:lnTo>
                    <a:pt x="751" y="965"/>
                  </a:lnTo>
                  <a:cubicBezTo>
                    <a:pt x="620" y="1108"/>
                    <a:pt x="584" y="1322"/>
                    <a:pt x="691" y="1501"/>
                  </a:cubicBezTo>
                  <a:lnTo>
                    <a:pt x="977" y="1942"/>
                  </a:lnTo>
                  <a:cubicBezTo>
                    <a:pt x="917" y="2061"/>
                    <a:pt x="870" y="2180"/>
                    <a:pt x="822" y="2311"/>
                  </a:cubicBezTo>
                  <a:cubicBezTo>
                    <a:pt x="786" y="2394"/>
                    <a:pt x="858" y="2501"/>
                    <a:pt x="941" y="2537"/>
                  </a:cubicBezTo>
                  <a:cubicBezTo>
                    <a:pt x="954" y="2541"/>
                    <a:pt x="967" y="2542"/>
                    <a:pt x="980" y="2542"/>
                  </a:cubicBezTo>
                  <a:cubicBezTo>
                    <a:pt x="1055" y="2542"/>
                    <a:pt x="1137" y="2489"/>
                    <a:pt x="1167" y="2418"/>
                  </a:cubicBezTo>
                  <a:cubicBezTo>
                    <a:pt x="1203" y="2275"/>
                    <a:pt x="1251" y="2144"/>
                    <a:pt x="1322" y="2025"/>
                  </a:cubicBezTo>
                  <a:cubicBezTo>
                    <a:pt x="1358" y="1965"/>
                    <a:pt x="1358" y="1894"/>
                    <a:pt x="1322" y="1846"/>
                  </a:cubicBezTo>
                  <a:lnTo>
                    <a:pt x="989" y="1322"/>
                  </a:lnTo>
                  <a:cubicBezTo>
                    <a:pt x="977" y="1299"/>
                    <a:pt x="977" y="1263"/>
                    <a:pt x="1001" y="1239"/>
                  </a:cubicBezTo>
                  <a:lnTo>
                    <a:pt x="1239" y="1001"/>
                  </a:lnTo>
                  <a:cubicBezTo>
                    <a:pt x="1258" y="981"/>
                    <a:pt x="1274" y="973"/>
                    <a:pt x="1291" y="973"/>
                  </a:cubicBezTo>
                  <a:cubicBezTo>
                    <a:pt x="1304" y="973"/>
                    <a:pt x="1318" y="978"/>
                    <a:pt x="1334" y="989"/>
                  </a:cubicBezTo>
                  <a:lnTo>
                    <a:pt x="1846" y="1322"/>
                  </a:lnTo>
                  <a:cubicBezTo>
                    <a:pt x="1878" y="1342"/>
                    <a:pt x="1910" y="1354"/>
                    <a:pt x="1942" y="1354"/>
                  </a:cubicBezTo>
                  <a:cubicBezTo>
                    <a:pt x="1969" y="1354"/>
                    <a:pt x="1997" y="1345"/>
                    <a:pt x="2025" y="1322"/>
                  </a:cubicBezTo>
                  <a:cubicBezTo>
                    <a:pt x="2144" y="1251"/>
                    <a:pt x="2287" y="1203"/>
                    <a:pt x="2417" y="1156"/>
                  </a:cubicBezTo>
                  <a:cubicBezTo>
                    <a:pt x="2477" y="1144"/>
                    <a:pt x="2537" y="1084"/>
                    <a:pt x="2537" y="1025"/>
                  </a:cubicBezTo>
                  <a:lnTo>
                    <a:pt x="2656" y="418"/>
                  </a:lnTo>
                  <a:cubicBezTo>
                    <a:pt x="2656" y="382"/>
                    <a:pt x="2679" y="358"/>
                    <a:pt x="2727" y="358"/>
                  </a:cubicBezTo>
                  <a:lnTo>
                    <a:pt x="3060" y="358"/>
                  </a:lnTo>
                  <a:cubicBezTo>
                    <a:pt x="3084" y="358"/>
                    <a:pt x="3120" y="394"/>
                    <a:pt x="3132" y="418"/>
                  </a:cubicBezTo>
                  <a:lnTo>
                    <a:pt x="3251" y="1025"/>
                  </a:lnTo>
                  <a:cubicBezTo>
                    <a:pt x="3263" y="1084"/>
                    <a:pt x="3310" y="1144"/>
                    <a:pt x="3370" y="1156"/>
                  </a:cubicBezTo>
                  <a:cubicBezTo>
                    <a:pt x="3501" y="1203"/>
                    <a:pt x="3632" y="1251"/>
                    <a:pt x="3751" y="1322"/>
                  </a:cubicBezTo>
                  <a:cubicBezTo>
                    <a:pt x="3781" y="1340"/>
                    <a:pt x="3816" y="1349"/>
                    <a:pt x="3849" y="1349"/>
                  </a:cubicBezTo>
                  <a:cubicBezTo>
                    <a:pt x="3882" y="1349"/>
                    <a:pt x="3912" y="1340"/>
                    <a:pt x="3930" y="1322"/>
                  </a:cubicBezTo>
                  <a:lnTo>
                    <a:pt x="4453" y="989"/>
                  </a:lnTo>
                  <a:cubicBezTo>
                    <a:pt x="4469" y="978"/>
                    <a:pt x="4483" y="973"/>
                    <a:pt x="4497" y="973"/>
                  </a:cubicBezTo>
                  <a:cubicBezTo>
                    <a:pt x="4513" y="973"/>
                    <a:pt x="4529" y="981"/>
                    <a:pt x="4549" y="1001"/>
                  </a:cubicBezTo>
                  <a:lnTo>
                    <a:pt x="4787" y="1239"/>
                  </a:lnTo>
                  <a:cubicBezTo>
                    <a:pt x="4811" y="1263"/>
                    <a:pt x="4811" y="1299"/>
                    <a:pt x="4799" y="1322"/>
                  </a:cubicBezTo>
                  <a:lnTo>
                    <a:pt x="4453" y="1846"/>
                  </a:lnTo>
                  <a:cubicBezTo>
                    <a:pt x="4430" y="1906"/>
                    <a:pt x="4406" y="1965"/>
                    <a:pt x="4453" y="2025"/>
                  </a:cubicBezTo>
                  <a:cubicBezTo>
                    <a:pt x="4525" y="2144"/>
                    <a:pt x="4573" y="2275"/>
                    <a:pt x="4620" y="2418"/>
                  </a:cubicBezTo>
                  <a:cubicBezTo>
                    <a:pt x="4632" y="2477"/>
                    <a:pt x="4692" y="2537"/>
                    <a:pt x="4751" y="2537"/>
                  </a:cubicBezTo>
                  <a:lnTo>
                    <a:pt x="5358" y="2656"/>
                  </a:lnTo>
                  <a:cubicBezTo>
                    <a:pt x="5394" y="2656"/>
                    <a:pt x="5418" y="2680"/>
                    <a:pt x="5418" y="2727"/>
                  </a:cubicBezTo>
                  <a:lnTo>
                    <a:pt x="5418" y="3049"/>
                  </a:lnTo>
                  <a:cubicBezTo>
                    <a:pt x="5418" y="3085"/>
                    <a:pt x="5394" y="3108"/>
                    <a:pt x="5358" y="3132"/>
                  </a:cubicBezTo>
                  <a:lnTo>
                    <a:pt x="4751" y="3251"/>
                  </a:lnTo>
                  <a:cubicBezTo>
                    <a:pt x="4692" y="3263"/>
                    <a:pt x="4632" y="3311"/>
                    <a:pt x="4620" y="3370"/>
                  </a:cubicBezTo>
                  <a:cubicBezTo>
                    <a:pt x="4573" y="3501"/>
                    <a:pt x="4525" y="3632"/>
                    <a:pt x="4453" y="3751"/>
                  </a:cubicBezTo>
                  <a:cubicBezTo>
                    <a:pt x="4430" y="3811"/>
                    <a:pt x="4430" y="3882"/>
                    <a:pt x="4453" y="3930"/>
                  </a:cubicBezTo>
                  <a:lnTo>
                    <a:pt x="4799" y="4454"/>
                  </a:lnTo>
                  <a:cubicBezTo>
                    <a:pt x="4811" y="4478"/>
                    <a:pt x="4811" y="4513"/>
                    <a:pt x="4787" y="4537"/>
                  </a:cubicBezTo>
                  <a:lnTo>
                    <a:pt x="4549" y="4775"/>
                  </a:lnTo>
                  <a:cubicBezTo>
                    <a:pt x="4526" y="4798"/>
                    <a:pt x="4508" y="4806"/>
                    <a:pt x="4489" y="4806"/>
                  </a:cubicBezTo>
                  <a:cubicBezTo>
                    <a:pt x="4478" y="4806"/>
                    <a:pt x="4467" y="4803"/>
                    <a:pt x="4453" y="4799"/>
                  </a:cubicBezTo>
                  <a:lnTo>
                    <a:pt x="3930" y="4454"/>
                  </a:lnTo>
                  <a:cubicBezTo>
                    <a:pt x="3898" y="4435"/>
                    <a:pt x="3866" y="4422"/>
                    <a:pt x="3834" y="4422"/>
                  </a:cubicBezTo>
                  <a:cubicBezTo>
                    <a:pt x="3806" y="4422"/>
                    <a:pt x="3779" y="4432"/>
                    <a:pt x="3751" y="4454"/>
                  </a:cubicBezTo>
                  <a:cubicBezTo>
                    <a:pt x="3632" y="4525"/>
                    <a:pt x="3501" y="4573"/>
                    <a:pt x="3370" y="4621"/>
                  </a:cubicBezTo>
                  <a:cubicBezTo>
                    <a:pt x="3310" y="4632"/>
                    <a:pt x="3251" y="4692"/>
                    <a:pt x="3251" y="4751"/>
                  </a:cubicBezTo>
                  <a:lnTo>
                    <a:pt x="3132" y="5359"/>
                  </a:lnTo>
                  <a:cubicBezTo>
                    <a:pt x="3132" y="5394"/>
                    <a:pt x="3096" y="5418"/>
                    <a:pt x="3060" y="5418"/>
                  </a:cubicBezTo>
                  <a:lnTo>
                    <a:pt x="2727" y="5418"/>
                  </a:lnTo>
                  <a:cubicBezTo>
                    <a:pt x="2703" y="5418"/>
                    <a:pt x="2668" y="5394"/>
                    <a:pt x="2656" y="5359"/>
                  </a:cubicBezTo>
                  <a:lnTo>
                    <a:pt x="2537" y="4751"/>
                  </a:lnTo>
                  <a:cubicBezTo>
                    <a:pt x="2525" y="4692"/>
                    <a:pt x="2477" y="4632"/>
                    <a:pt x="2417" y="4621"/>
                  </a:cubicBezTo>
                  <a:cubicBezTo>
                    <a:pt x="2287" y="4573"/>
                    <a:pt x="2144" y="4525"/>
                    <a:pt x="2025" y="4454"/>
                  </a:cubicBezTo>
                  <a:cubicBezTo>
                    <a:pt x="1995" y="4436"/>
                    <a:pt x="1962" y="4427"/>
                    <a:pt x="1931" y="4427"/>
                  </a:cubicBezTo>
                  <a:cubicBezTo>
                    <a:pt x="1900" y="4427"/>
                    <a:pt x="1870" y="4436"/>
                    <a:pt x="1846" y="4454"/>
                  </a:cubicBezTo>
                  <a:lnTo>
                    <a:pt x="1334" y="4799"/>
                  </a:lnTo>
                  <a:cubicBezTo>
                    <a:pt x="1321" y="4803"/>
                    <a:pt x="1309" y="4806"/>
                    <a:pt x="1298" y="4806"/>
                  </a:cubicBezTo>
                  <a:cubicBezTo>
                    <a:pt x="1279" y="4806"/>
                    <a:pt x="1261" y="4798"/>
                    <a:pt x="1239" y="4775"/>
                  </a:cubicBezTo>
                  <a:lnTo>
                    <a:pt x="1001" y="4537"/>
                  </a:lnTo>
                  <a:cubicBezTo>
                    <a:pt x="977" y="4513"/>
                    <a:pt x="977" y="4478"/>
                    <a:pt x="989" y="4454"/>
                  </a:cubicBezTo>
                  <a:lnTo>
                    <a:pt x="1322" y="3930"/>
                  </a:lnTo>
                  <a:cubicBezTo>
                    <a:pt x="1358" y="3870"/>
                    <a:pt x="1370" y="3811"/>
                    <a:pt x="1322" y="3751"/>
                  </a:cubicBezTo>
                  <a:cubicBezTo>
                    <a:pt x="1251" y="3632"/>
                    <a:pt x="1215" y="3501"/>
                    <a:pt x="1167" y="3370"/>
                  </a:cubicBezTo>
                  <a:cubicBezTo>
                    <a:pt x="1144" y="3311"/>
                    <a:pt x="1084" y="3251"/>
                    <a:pt x="1024" y="3251"/>
                  </a:cubicBezTo>
                  <a:lnTo>
                    <a:pt x="417" y="3132"/>
                  </a:lnTo>
                  <a:cubicBezTo>
                    <a:pt x="393" y="3132"/>
                    <a:pt x="358" y="3097"/>
                    <a:pt x="358" y="3049"/>
                  </a:cubicBezTo>
                  <a:lnTo>
                    <a:pt x="358" y="2727"/>
                  </a:lnTo>
                  <a:cubicBezTo>
                    <a:pt x="358" y="2692"/>
                    <a:pt x="393" y="2668"/>
                    <a:pt x="417" y="2656"/>
                  </a:cubicBezTo>
                  <a:lnTo>
                    <a:pt x="465" y="2632"/>
                  </a:lnTo>
                  <a:cubicBezTo>
                    <a:pt x="548" y="2620"/>
                    <a:pt x="632" y="2525"/>
                    <a:pt x="596" y="2430"/>
                  </a:cubicBezTo>
                  <a:cubicBezTo>
                    <a:pt x="586" y="2352"/>
                    <a:pt x="520" y="2289"/>
                    <a:pt x="444" y="2289"/>
                  </a:cubicBezTo>
                  <a:cubicBezTo>
                    <a:pt x="428" y="2289"/>
                    <a:pt x="410" y="2292"/>
                    <a:pt x="393" y="2299"/>
                  </a:cubicBezTo>
                  <a:lnTo>
                    <a:pt x="346" y="2311"/>
                  </a:lnTo>
                  <a:cubicBezTo>
                    <a:pt x="155" y="2358"/>
                    <a:pt x="1" y="2513"/>
                    <a:pt x="1" y="2727"/>
                  </a:cubicBezTo>
                  <a:lnTo>
                    <a:pt x="1" y="3049"/>
                  </a:lnTo>
                  <a:cubicBezTo>
                    <a:pt x="1" y="3251"/>
                    <a:pt x="155" y="3430"/>
                    <a:pt x="346" y="3466"/>
                  </a:cubicBezTo>
                  <a:lnTo>
                    <a:pt x="846" y="3573"/>
                  </a:lnTo>
                  <a:cubicBezTo>
                    <a:pt x="882" y="3668"/>
                    <a:pt x="929" y="3751"/>
                    <a:pt x="953" y="3847"/>
                  </a:cubicBezTo>
                  <a:lnTo>
                    <a:pt x="679" y="4275"/>
                  </a:lnTo>
                  <a:cubicBezTo>
                    <a:pt x="572" y="4442"/>
                    <a:pt x="584" y="4656"/>
                    <a:pt x="727" y="4811"/>
                  </a:cubicBezTo>
                  <a:lnTo>
                    <a:pt x="977" y="5049"/>
                  </a:lnTo>
                  <a:cubicBezTo>
                    <a:pt x="1055" y="5127"/>
                    <a:pt x="1163" y="5172"/>
                    <a:pt x="1278" y="5172"/>
                  </a:cubicBezTo>
                  <a:cubicBezTo>
                    <a:pt x="1356" y="5172"/>
                    <a:pt x="1436" y="5152"/>
                    <a:pt x="1513" y="5109"/>
                  </a:cubicBezTo>
                  <a:lnTo>
                    <a:pt x="1941" y="4823"/>
                  </a:lnTo>
                  <a:cubicBezTo>
                    <a:pt x="2025" y="4871"/>
                    <a:pt x="2120" y="4894"/>
                    <a:pt x="2203" y="4930"/>
                  </a:cubicBezTo>
                  <a:lnTo>
                    <a:pt x="2310" y="5430"/>
                  </a:lnTo>
                  <a:cubicBezTo>
                    <a:pt x="2358" y="5633"/>
                    <a:pt x="2513" y="5775"/>
                    <a:pt x="2727" y="5775"/>
                  </a:cubicBezTo>
                  <a:lnTo>
                    <a:pt x="3060" y="5775"/>
                  </a:lnTo>
                  <a:cubicBezTo>
                    <a:pt x="3251" y="5775"/>
                    <a:pt x="3430" y="5633"/>
                    <a:pt x="3465" y="5430"/>
                  </a:cubicBezTo>
                  <a:lnTo>
                    <a:pt x="3572" y="4930"/>
                  </a:lnTo>
                  <a:cubicBezTo>
                    <a:pt x="3668" y="4894"/>
                    <a:pt x="3751" y="4859"/>
                    <a:pt x="3846" y="4823"/>
                  </a:cubicBezTo>
                  <a:lnTo>
                    <a:pt x="4275" y="5109"/>
                  </a:lnTo>
                  <a:cubicBezTo>
                    <a:pt x="4344" y="5153"/>
                    <a:pt x="4422" y="5175"/>
                    <a:pt x="4500" y="5175"/>
                  </a:cubicBezTo>
                  <a:cubicBezTo>
                    <a:pt x="4610" y="5175"/>
                    <a:pt x="4720" y="5132"/>
                    <a:pt x="4811" y="5049"/>
                  </a:cubicBezTo>
                  <a:lnTo>
                    <a:pt x="5049" y="4811"/>
                  </a:lnTo>
                  <a:cubicBezTo>
                    <a:pt x="5180" y="4680"/>
                    <a:pt x="5215" y="4454"/>
                    <a:pt x="5108" y="4275"/>
                  </a:cubicBezTo>
                  <a:lnTo>
                    <a:pt x="4823" y="3847"/>
                  </a:lnTo>
                  <a:cubicBezTo>
                    <a:pt x="4870" y="3751"/>
                    <a:pt x="4894" y="3668"/>
                    <a:pt x="4930" y="3573"/>
                  </a:cubicBezTo>
                  <a:lnTo>
                    <a:pt x="5442" y="3466"/>
                  </a:lnTo>
                  <a:cubicBezTo>
                    <a:pt x="5632" y="3430"/>
                    <a:pt x="5775" y="3263"/>
                    <a:pt x="5775" y="3049"/>
                  </a:cubicBezTo>
                  <a:lnTo>
                    <a:pt x="5775" y="2727"/>
                  </a:lnTo>
                  <a:cubicBezTo>
                    <a:pt x="5775" y="2513"/>
                    <a:pt x="5644" y="2358"/>
                    <a:pt x="5454" y="2311"/>
                  </a:cubicBezTo>
                  <a:lnTo>
                    <a:pt x="4942" y="2204"/>
                  </a:lnTo>
                  <a:cubicBezTo>
                    <a:pt x="4918" y="2120"/>
                    <a:pt x="4870" y="2025"/>
                    <a:pt x="4846" y="1942"/>
                  </a:cubicBezTo>
                  <a:lnTo>
                    <a:pt x="5120" y="1501"/>
                  </a:lnTo>
                  <a:cubicBezTo>
                    <a:pt x="5227" y="1346"/>
                    <a:pt x="5215" y="1120"/>
                    <a:pt x="5061" y="965"/>
                  </a:cubicBezTo>
                  <a:lnTo>
                    <a:pt x="4823" y="727"/>
                  </a:lnTo>
                  <a:cubicBezTo>
                    <a:pt x="4745" y="650"/>
                    <a:pt x="4634" y="610"/>
                    <a:pt x="4520" y="610"/>
                  </a:cubicBezTo>
                  <a:cubicBezTo>
                    <a:pt x="4441" y="610"/>
                    <a:pt x="4360" y="629"/>
                    <a:pt x="4287" y="668"/>
                  </a:cubicBezTo>
                  <a:lnTo>
                    <a:pt x="3858" y="953"/>
                  </a:lnTo>
                  <a:cubicBezTo>
                    <a:pt x="3763" y="906"/>
                    <a:pt x="3680" y="882"/>
                    <a:pt x="3596" y="846"/>
                  </a:cubicBezTo>
                  <a:lnTo>
                    <a:pt x="3489" y="346"/>
                  </a:lnTo>
                  <a:cubicBezTo>
                    <a:pt x="3441" y="156"/>
                    <a:pt x="327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64"/>
            <p:cNvSpPr/>
            <p:nvPr/>
          </p:nvSpPr>
          <p:spPr>
            <a:xfrm>
              <a:off x="3326526" y="4036907"/>
              <a:ext cx="62541" cy="62573"/>
            </a:xfrm>
            <a:custGeom>
              <a:avLst/>
              <a:gdLst/>
              <a:ahLst/>
              <a:cxnLst/>
              <a:rect l="l" t="t" r="r" b="b"/>
              <a:pathLst>
                <a:path w="1965" h="1966" extrusionOk="0">
                  <a:moveTo>
                    <a:pt x="977" y="1"/>
                  </a:moveTo>
                  <a:cubicBezTo>
                    <a:pt x="441" y="1"/>
                    <a:pt x="0" y="453"/>
                    <a:pt x="0" y="989"/>
                  </a:cubicBezTo>
                  <a:cubicBezTo>
                    <a:pt x="0" y="1525"/>
                    <a:pt x="441" y="1965"/>
                    <a:pt x="977" y="1965"/>
                  </a:cubicBezTo>
                  <a:cubicBezTo>
                    <a:pt x="1203" y="1965"/>
                    <a:pt x="1417" y="1894"/>
                    <a:pt x="1572" y="1763"/>
                  </a:cubicBezTo>
                  <a:cubicBezTo>
                    <a:pt x="1655" y="1703"/>
                    <a:pt x="1667" y="1596"/>
                    <a:pt x="1608" y="1501"/>
                  </a:cubicBezTo>
                  <a:cubicBezTo>
                    <a:pt x="1574" y="1461"/>
                    <a:pt x="1525" y="1439"/>
                    <a:pt x="1473" y="1439"/>
                  </a:cubicBezTo>
                  <a:cubicBezTo>
                    <a:pt x="1434" y="1439"/>
                    <a:pt x="1394" y="1452"/>
                    <a:pt x="1358" y="1477"/>
                  </a:cubicBezTo>
                  <a:cubicBezTo>
                    <a:pt x="1250" y="1561"/>
                    <a:pt x="1119" y="1608"/>
                    <a:pt x="965" y="1608"/>
                  </a:cubicBezTo>
                  <a:cubicBezTo>
                    <a:pt x="619" y="1608"/>
                    <a:pt x="346" y="1322"/>
                    <a:pt x="346" y="977"/>
                  </a:cubicBezTo>
                  <a:cubicBezTo>
                    <a:pt x="346" y="644"/>
                    <a:pt x="619" y="358"/>
                    <a:pt x="977" y="358"/>
                  </a:cubicBezTo>
                  <a:cubicBezTo>
                    <a:pt x="1322" y="358"/>
                    <a:pt x="1608" y="644"/>
                    <a:pt x="1608" y="989"/>
                  </a:cubicBezTo>
                  <a:cubicBezTo>
                    <a:pt x="1608" y="1084"/>
                    <a:pt x="1679" y="1168"/>
                    <a:pt x="1786" y="1168"/>
                  </a:cubicBezTo>
                  <a:cubicBezTo>
                    <a:pt x="1893" y="1168"/>
                    <a:pt x="1965" y="1084"/>
                    <a:pt x="1965" y="989"/>
                  </a:cubicBezTo>
                  <a:cubicBezTo>
                    <a:pt x="1965" y="453"/>
                    <a:pt x="151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64"/>
            <p:cNvSpPr/>
            <p:nvPr/>
          </p:nvSpPr>
          <p:spPr>
            <a:xfrm>
              <a:off x="3196542" y="3907687"/>
              <a:ext cx="68238" cy="68238"/>
            </a:xfrm>
            <a:custGeom>
              <a:avLst/>
              <a:gdLst/>
              <a:ahLst/>
              <a:cxnLst/>
              <a:rect l="l" t="t" r="r" b="b"/>
              <a:pathLst>
                <a:path w="2144" h="2144" extrusionOk="0">
                  <a:moveTo>
                    <a:pt x="1072" y="358"/>
                  </a:moveTo>
                  <a:cubicBezTo>
                    <a:pt x="1477" y="358"/>
                    <a:pt x="1786" y="680"/>
                    <a:pt x="1786" y="1072"/>
                  </a:cubicBezTo>
                  <a:cubicBezTo>
                    <a:pt x="1786" y="1477"/>
                    <a:pt x="1465" y="1787"/>
                    <a:pt x="1072" y="1787"/>
                  </a:cubicBezTo>
                  <a:cubicBezTo>
                    <a:pt x="691" y="1787"/>
                    <a:pt x="358" y="1453"/>
                    <a:pt x="358" y="1072"/>
                  </a:cubicBezTo>
                  <a:cubicBezTo>
                    <a:pt x="358" y="668"/>
                    <a:pt x="691" y="358"/>
                    <a:pt x="1072" y="358"/>
                  </a:cubicBezTo>
                  <a:close/>
                  <a:moveTo>
                    <a:pt x="1072" y="1"/>
                  </a:moveTo>
                  <a:cubicBezTo>
                    <a:pt x="477" y="1"/>
                    <a:pt x="0" y="477"/>
                    <a:pt x="0" y="1072"/>
                  </a:cubicBezTo>
                  <a:cubicBezTo>
                    <a:pt x="0" y="1668"/>
                    <a:pt x="477" y="2144"/>
                    <a:pt x="1072" y="2144"/>
                  </a:cubicBezTo>
                  <a:cubicBezTo>
                    <a:pt x="1667" y="2144"/>
                    <a:pt x="2144" y="1656"/>
                    <a:pt x="2144" y="1072"/>
                  </a:cubicBezTo>
                  <a:cubicBezTo>
                    <a:pt x="2144"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4" name="Google Shape;10924;p64"/>
          <p:cNvGrpSpPr/>
          <p:nvPr/>
        </p:nvGrpSpPr>
        <p:grpSpPr>
          <a:xfrm>
            <a:off x="7550258" y="3658420"/>
            <a:ext cx="371395" cy="301279"/>
            <a:chOff x="7550258" y="3832670"/>
            <a:chExt cx="371395" cy="301279"/>
          </a:xfrm>
        </p:grpSpPr>
        <p:sp>
          <p:nvSpPr>
            <p:cNvPr id="10925" name="Google Shape;10925;p64"/>
            <p:cNvSpPr/>
            <p:nvPr/>
          </p:nvSpPr>
          <p:spPr>
            <a:xfrm>
              <a:off x="7550258" y="3832670"/>
              <a:ext cx="371395" cy="301279"/>
            </a:xfrm>
            <a:custGeom>
              <a:avLst/>
              <a:gdLst/>
              <a:ahLst/>
              <a:cxnLst/>
              <a:rect l="l" t="t" r="r" b="b"/>
              <a:pathLst>
                <a:path w="11669" h="9466" extrusionOk="0">
                  <a:moveTo>
                    <a:pt x="1822" y="346"/>
                  </a:moveTo>
                  <a:cubicBezTo>
                    <a:pt x="1822" y="346"/>
                    <a:pt x="1834" y="346"/>
                    <a:pt x="1834" y="358"/>
                  </a:cubicBezTo>
                  <a:lnTo>
                    <a:pt x="1834" y="1096"/>
                  </a:lnTo>
                  <a:cubicBezTo>
                    <a:pt x="1834" y="1096"/>
                    <a:pt x="1834" y="1108"/>
                    <a:pt x="1822" y="1108"/>
                  </a:cubicBezTo>
                  <a:lnTo>
                    <a:pt x="1441" y="1108"/>
                  </a:lnTo>
                  <a:cubicBezTo>
                    <a:pt x="1441" y="1108"/>
                    <a:pt x="1429" y="1108"/>
                    <a:pt x="1429" y="1096"/>
                  </a:cubicBezTo>
                  <a:lnTo>
                    <a:pt x="1429" y="358"/>
                  </a:lnTo>
                  <a:lnTo>
                    <a:pt x="1441" y="358"/>
                  </a:lnTo>
                  <a:lnTo>
                    <a:pt x="1822" y="346"/>
                  </a:lnTo>
                  <a:close/>
                  <a:moveTo>
                    <a:pt x="10228" y="346"/>
                  </a:moveTo>
                  <a:cubicBezTo>
                    <a:pt x="10228" y="346"/>
                    <a:pt x="10240" y="346"/>
                    <a:pt x="10240" y="358"/>
                  </a:cubicBezTo>
                  <a:lnTo>
                    <a:pt x="10240" y="1096"/>
                  </a:lnTo>
                  <a:cubicBezTo>
                    <a:pt x="10240" y="1096"/>
                    <a:pt x="10240" y="1108"/>
                    <a:pt x="10228" y="1108"/>
                  </a:cubicBezTo>
                  <a:lnTo>
                    <a:pt x="9859" y="1108"/>
                  </a:lnTo>
                  <a:cubicBezTo>
                    <a:pt x="9859" y="1108"/>
                    <a:pt x="9835" y="1108"/>
                    <a:pt x="9835" y="1096"/>
                  </a:cubicBezTo>
                  <a:lnTo>
                    <a:pt x="9835" y="358"/>
                  </a:lnTo>
                  <a:lnTo>
                    <a:pt x="9859" y="358"/>
                  </a:lnTo>
                  <a:lnTo>
                    <a:pt x="10228" y="346"/>
                  </a:lnTo>
                  <a:close/>
                  <a:moveTo>
                    <a:pt x="10966" y="1096"/>
                  </a:moveTo>
                  <a:cubicBezTo>
                    <a:pt x="11180" y="1096"/>
                    <a:pt x="11347" y="1251"/>
                    <a:pt x="11347" y="1465"/>
                  </a:cubicBezTo>
                  <a:lnTo>
                    <a:pt x="11347" y="8775"/>
                  </a:lnTo>
                  <a:cubicBezTo>
                    <a:pt x="11323" y="8978"/>
                    <a:pt x="11168" y="9144"/>
                    <a:pt x="10954" y="9144"/>
                  </a:cubicBezTo>
                  <a:lnTo>
                    <a:pt x="715" y="9144"/>
                  </a:lnTo>
                  <a:cubicBezTo>
                    <a:pt x="512" y="9144"/>
                    <a:pt x="346" y="8978"/>
                    <a:pt x="346" y="8775"/>
                  </a:cubicBezTo>
                  <a:lnTo>
                    <a:pt x="346" y="1465"/>
                  </a:lnTo>
                  <a:cubicBezTo>
                    <a:pt x="346" y="1251"/>
                    <a:pt x="512" y="1096"/>
                    <a:pt x="715" y="1096"/>
                  </a:cubicBezTo>
                  <a:lnTo>
                    <a:pt x="1084" y="1096"/>
                  </a:lnTo>
                  <a:lnTo>
                    <a:pt x="1084" y="1108"/>
                  </a:lnTo>
                  <a:cubicBezTo>
                    <a:pt x="1084" y="1298"/>
                    <a:pt x="1250" y="1465"/>
                    <a:pt x="1441" y="1465"/>
                  </a:cubicBezTo>
                  <a:lnTo>
                    <a:pt x="1822" y="1465"/>
                  </a:lnTo>
                  <a:cubicBezTo>
                    <a:pt x="2012" y="1465"/>
                    <a:pt x="2179" y="1298"/>
                    <a:pt x="2179" y="1108"/>
                  </a:cubicBezTo>
                  <a:lnTo>
                    <a:pt x="2179" y="1096"/>
                  </a:lnTo>
                  <a:lnTo>
                    <a:pt x="9513" y="1096"/>
                  </a:lnTo>
                  <a:lnTo>
                    <a:pt x="9513" y="1108"/>
                  </a:lnTo>
                  <a:cubicBezTo>
                    <a:pt x="9513" y="1298"/>
                    <a:pt x="9680" y="1465"/>
                    <a:pt x="9871" y="1465"/>
                  </a:cubicBezTo>
                  <a:lnTo>
                    <a:pt x="10240" y="1465"/>
                  </a:lnTo>
                  <a:cubicBezTo>
                    <a:pt x="10430" y="1465"/>
                    <a:pt x="10597" y="1298"/>
                    <a:pt x="10597" y="1108"/>
                  </a:cubicBezTo>
                  <a:lnTo>
                    <a:pt x="10597" y="1096"/>
                  </a:lnTo>
                  <a:close/>
                  <a:moveTo>
                    <a:pt x="1441" y="0"/>
                  </a:moveTo>
                  <a:cubicBezTo>
                    <a:pt x="1250" y="0"/>
                    <a:pt x="1084" y="167"/>
                    <a:pt x="1084" y="358"/>
                  </a:cubicBezTo>
                  <a:lnTo>
                    <a:pt x="1084" y="739"/>
                  </a:lnTo>
                  <a:lnTo>
                    <a:pt x="715" y="739"/>
                  </a:lnTo>
                  <a:cubicBezTo>
                    <a:pt x="310" y="739"/>
                    <a:pt x="0" y="1060"/>
                    <a:pt x="0" y="1453"/>
                  </a:cubicBezTo>
                  <a:lnTo>
                    <a:pt x="0" y="8752"/>
                  </a:lnTo>
                  <a:cubicBezTo>
                    <a:pt x="0" y="9156"/>
                    <a:pt x="334" y="9466"/>
                    <a:pt x="715" y="9466"/>
                  </a:cubicBezTo>
                  <a:lnTo>
                    <a:pt x="10954" y="9466"/>
                  </a:lnTo>
                  <a:cubicBezTo>
                    <a:pt x="11359" y="9466"/>
                    <a:pt x="11668" y="9144"/>
                    <a:pt x="11668" y="8752"/>
                  </a:cubicBezTo>
                  <a:lnTo>
                    <a:pt x="11668" y="1453"/>
                  </a:lnTo>
                  <a:cubicBezTo>
                    <a:pt x="11668" y="1060"/>
                    <a:pt x="11359" y="739"/>
                    <a:pt x="10954" y="739"/>
                  </a:cubicBezTo>
                  <a:lnTo>
                    <a:pt x="10585" y="739"/>
                  </a:lnTo>
                  <a:lnTo>
                    <a:pt x="10585" y="358"/>
                  </a:lnTo>
                  <a:cubicBezTo>
                    <a:pt x="10585" y="167"/>
                    <a:pt x="10418" y="0"/>
                    <a:pt x="10228" y="0"/>
                  </a:cubicBezTo>
                  <a:lnTo>
                    <a:pt x="9859" y="0"/>
                  </a:lnTo>
                  <a:cubicBezTo>
                    <a:pt x="9656" y="0"/>
                    <a:pt x="9490" y="167"/>
                    <a:pt x="9490" y="358"/>
                  </a:cubicBezTo>
                  <a:lnTo>
                    <a:pt x="9490" y="739"/>
                  </a:lnTo>
                  <a:lnTo>
                    <a:pt x="2179" y="739"/>
                  </a:lnTo>
                  <a:lnTo>
                    <a:pt x="2179" y="358"/>
                  </a:lnTo>
                  <a:cubicBezTo>
                    <a:pt x="2179" y="167"/>
                    <a:pt x="201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64"/>
            <p:cNvSpPr/>
            <p:nvPr/>
          </p:nvSpPr>
          <p:spPr>
            <a:xfrm>
              <a:off x="7574129" y="3891009"/>
              <a:ext cx="324418" cy="10662"/>
            </a:xfrm>
            <a:custGeom>
              <a:avLst/>
              <a:gdLst/>
              <a:ahLst/>
              <a:cxnLst/>
              <a:rect l="l" t="t" r="r" b="b"/>
              <a:pathLst>
                <a:path w="10193" h="335" extrusionOk="0">
                  <a:moveTo>
                    <a:pt x="155" y="1"/>
                  </a:moveTo>
                  <a:cubicBezTo>
                    <a:pt x="72" y="1"/>
                    <a:pt x="0" y="72"/>
                    <a:pt x="0" y="168"/>
                  </a:cubicBezTo>
                  <a:cubicBezTo>
                    <a:pt x="0" y="251"/>
                    <a:pt x="72" y="334"/>
                    <a:pt x="155" y="334"/>
                  </a:cubicBezTo>
                  <a:lnTo>
                    <a:pt x="10025" y="334"/>
                  </a:lnTo>
                  <a:cubicBezTo>
                    <a:pt x="10121" y="334"/>
                    <a:pt x="10192" y="251"/>
                    <a:pt x="10192" y="168"/>
                  </a:cubicBezTo>
                  <a:cubicBezTo>
                    <a:pt x="10192" y="72"/>
                    <a:pt x="10121" y="1"/>
                    <a:pt x="10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64"/>
            <p:cNvSpPr/>
            <p:nvPr/>
          </p:nvSpPr>
          <p:spPr>
            <a:xfrm>
              <a:off x="7591188" y="3937637"/>
              <a:ext cx="45481" cy="10248"/>
            </a:xfrm>
            <a:custGeom>
              <a:avLst/>
              <a:gdLst/>
              <a:ahLst/>
              <a:cxnLst/>
              <a:rect l="l" t="t" r="r" b="b"/>
              <a:pathLst>
                <a:path w="1429" h="322" extrusionOk="0">
                  <a:moveTo>
                    <a:pt x="155" y="0"/>
                  </a:moveTo>
                  <a:cubicBezTo>
                    <a:pt x="72" y="0"/>
                    <a:pt x="0" y="72"/>
                    <a:pt x="0" y="155"/>
                  </a:cubicBezTo>
                  <a:cubicBezTo>
                    <a:pt x="0" y="250"/>
                    <a:pt x="72" y="322"/>
                    <a:pt x="155" y="322"/>
                  </a:cubicBezTo>
                  <a:lnTo>
                    <a:pt x="1262" y="322"/>
                  </a:lnTo>
                  <a:cubicBezTo>
                    <a:pt x="1346" y="322"/>
                    <a:pt x="1429" y="250"/>
                    <a:pt x="1429" y="155"/>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64"/>
            <p:cNvSpPr/>
            <p:nvPr/>
          </p:nvSpPr>
          <p:spPr>
            <a:xfrm>
              <a:off x="7672667" y="3937637"/>
              <a:ext cx="45481" cy="10248"/>
            </a:xfrm>
            <a:custGeom>
              <a:avLst/>
              <a:gdLst/>
              <a:ahLst/>
              <a:cxnLst/>
              <a:rect l="l" t="t" r="r" b="b"/>
              <a:pathLst>
                <a:path w="1429" h="322" extrusionOk="0">
                  <a:moveTo>
                    <a:pt x="155" y="0"/>
                  </a:moveTo>
                  <a:cubicBezTo>
                    <a:pt x="71" y="0"/>
                    <a:pt x="0" y="72"/>
                    <a:pt x="0" y="155"/>
                  </a:cubicBezTo>
                  <a:cubicBezTo>
                    <a:pt x="0" y="250"/>
                    <a:pt x="71" y="322"/>
                    <a:pt x="155" y="322"/>
                  </a:cubicBezTo>
                  <a:lnTo>
                    <a:pt x="1262" y="322"/>
                  </a:lnTo>
                  <a:cubicBezTo>
                    <a:pt x="1345" y="322"/>
                    <a:pt x="1429" y="250"/>
                    <a:pt x="1429" y="155"/>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64"/>
            <p:cNvSpPr/>
            <p:nvPr/>
          </p:nvSpPr>
          <p:spPr>
            <a:xfrm>
              <a:off x="7835592" y="3937637"/>
              <a:ext cx="45131" cy="10248"/>
            </a:xfrm>
            <a:custGeom>
              <a:avLst/>
              <a:gdLst/>
              <a:ahLst/>
              <a:cxnLst/>
              <a:rect l="l" t="t" r="r" b="b"/>
              <a:pathLst>
                <a:path w="1418" h="322" extrusionOk="0">
                  <a:moveTo>
                    <a:pt x="155" y="0"/>
                  </a:moveTo>
                  <a:cubicBezTo>
                    <a:pt x="72" y="0"/>
                    <a:pt x="1" y="72"/>
                    <a:pt x="1" y="155"/>
                  </a:cubicBezTo>
                  <a:cubicBezTo>
                    <a:pt x="1" y="250"/>
                    <a:pt x="72" y="322"/>
                    <a:pt x="155" y="322"/>
                  </a:cubicBezTo>
                  <a:lnTo>
                    <a:pt x="1263" y="322"/>
                  </a:lnTo>
                  <a:cubicBezTo>
                    <a:pt x="1346" y="322"/>
                    <a:pt x="1418" y="250"/>
                    <a:pt x="1418" y="155"/>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64"/>
            <p:cNvSpPr/>
            <p:nvPr/>
          </p:nvSpPr>
          <p:spPr>
            <a:xfrm>
              <a:off x="7591188" y="3984232"/>
              <a:ext cx="45481" cy="10662"/>
            </a:xfrm>
            <a:custGeom>
              <a:avLst/>
              <a:gdLst/>
              <a:ahLst/>
              <a:cxnLst/>
              <a:rect l="l" t="t" r="r" b="b"/>
              <a:pathLst>
                <a:path w="1429" h="335" extrusionOk="0">
                  <a:moveTo>
                    <a:pt x="155" y="1"/>
                  </a:moveTo>
                  <a:cubicBezTo>
                    <a:pt x="72" y="1"/>
                    <a:pt x="0" y="84"/>
                    <a:pt x="0" y="168"/>
                  </a:cubicBezTo>
                  <a:cubicBezTo>
                    <a:pt x="0" y="263"/>
                    <a:pt x="72" y="334"/>
                    <a:pt x="155" y="334"/>
                  </a:cubicBezTo>
                  <a:lnTo>
                    <a:pt x="1262" y="334"/>
                  </a:lnTo>
                  <a:cubicBezTo>
                    <a:pt x="1346" y="334"/>
                    <a:pt x="1429" y="263"/>
                    <a:pt x="1429" y="168"/>
                  </a:cubicBezTo>
                  <a:cubicBezTo>
                    <a:pt x="1429" y="84"/>
                    <a:pt x="1346"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1" name="Google Shape;10931;p64"/>
            <p:cNvSpPr/>
            <p:nvPr/>
          </p:nvSpPr>
          <p:spPr>
            <a:xfrm>
              <a:off x="7754113" y="3984232"/>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2" name="Google Shape;10932;p64"/>
            <p:cNvSpPr/>
            <p:nvPr/>
          </p:nvSpPr>
          <p:spPr>
            <a:xfrm>
              <a:off x="7591188" y="4030859"/>
              <a:ext cx="45481" cy="10248"/>
            </a:xfrm>
            <a:custGeom>
              <a:avLst/>
              <a:gdLst/>
              <a:ahLst/>
              <a:cxnLst/>
              <a:rect l="l" t="t" r="r" b="b"/>
              <a:pathLst>
                <a:path w="1429" h="322" extrusionOk="0">
                  <a:moveTo>
                    <a:pt x="155" y="0"/>
                  </a:moveTo>
                  <a:cubicBezTo>
                    <a:pt x="72" y="0"/>
                    <a:pt x="0" y="72"/>
                    <a:pt x="0" y="167"/>
                  </a:cubicBezTo>
                  <a:cubicBezTo>
                    <a:pt x="0" y="250"/>
                    <a:pt x="72" y="322"/>
                    <a:pt x="155" y="322"/>
                  </a:cubicBezTo>
                  <a:lnTo>
                    <a:pt x="1262" y="322"/>
                  </a:lnTo>
                  <a:cubicBezTo>
                    <a:pt x="1346" y="322"/>
                    <a:pt x="1429" y="250"/>
                    <a:pt x="1429" y="167"/>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64"/>
            <p:cNvSpPr/>
            <p:nvPr/>
          </p:nvSpPr>
          <p:spPr>
            <a:xfrm>
              <a:off x="7672667" y="4030859"/>
              <a:ext cx="45481" cy="10248"/>
            </a:xfrm>
            <a:custGeom>
              <a:avLst/>
              <a:gdLst/>
              <a:ahLst/>
              <a:cxnLst/>
              <a:rect l="l" t="t" r="r" b="b"/>
              <a:pathLst>
                <a:path w="1429" h="322" extrusionOk="0">
                  <a:moveTo>
                    <a:pt x="155" y="0"/>
                  </a:moveTo>
                  <a:cubicBezTo>
                    <a:pt x="71" y="0"/>
                    <a:pt x="0" y="72"/>
                    <a:pt x="0" y="167"/>
                  </a:cubicBezTo>
                  <a:cubicBezTo>
                    <a:pt x="0" y="250"/>
                    <a:pt x="71" y="322"/>
                    <a:pt x="155" y="322"/>
                  </a:cubicBezTo>
                  <a:lnTo>
                    <a:pt x="1262" y="322"/>
                  </a:lnTo>
                  <a:cubicBezTo>
                    <a:pt x="1345" y="322"/>
                    <a:pt x="1429" y="250"/>
                    <a:pt x="1429" y="167"/>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64"/>
            <p:cNvSpPr/>
            <p:nvPr/>
          </p:nvSpPr>
          <p:spPr>
            <a:xfrm>
              <a:off x="7835592" y="4030859"/>
              <a:ext cx="45131" cy="10248"/>
            </a:xfrm>
            <a:custGeom>
              <a:avLst/>
              <a:gdLst/>
              <a:ahLst/>
              <a:cxnLst/>
              <a:rect l="l" t="t" r="r" b="b"/>
              <a:pathLst>
                <a:path w="1418" h="322" extrusionOk="0">
                  <a:moveTo>
                    <a:pt x="155" y="0"/>
                  </a:moveTo>
                  <a:cubicBezTo>
                    <a:pt x="72" y="0"/>
                    <a:pt x="1" y="72"/>
                    <a:pt x="1" y="167"/>
                  </a:cubicBezTo>
                  <a:cubicBezTo>
                    <a:pt x="1" y="250"/>
                    <a:pt x="72" y="322"/>
                    <a:pt x="155" y="322"/>
                  </a:cubicBezTo>
                  <a:lnTo>
                    <a:pt x="1263" y="322"/>
                  </a:lnTo>
                  <a:cubicBezTo>
                    <a:pt x="1346" y="322"/>
                    <a:pt x="1418" y="250"/>
                    <a:pt x="1418" y="167"/>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64"/>
            <p:cNvSpPr/>
            <p:nvPr/>
          </p:nvSpPr>
          <p:spPr>
            <a:xfrm>
              <a:off x="7672667" y="4077073"/>
              <a:ext cx="45481" cy="10662"/>
            </a:xfrm>
            <a:custGeom>
              <a:avLst/>
              <a:gdLst/>
              <a:ahLst/>
              <a:cxnLst/>
              <a:rect l="l" t="t" r="r" b="b"/>
              <a:pathLst>
                <a:path w="1429" h="335" extrusionOk="0">
                  <a:moveTo>
                    <a:pt x="155" y="1"/>
                  </a:moveTo>
                  <a:cubicBezTo>
                    <a:pt x="71" y="1"/>
                    <a:pt x="0" y="84"/>
                    <a:pt x="0" y="168"/>
                  </a:cubicBezTo>
                  <a:cubicBezTo>
                    <a:pt x="0" y="263"/>
                    <a:pt x="71" y="334"/>
                    <a:pt x="155" y="334"/>
                  </a:cubicBezTo>
                  <a:lnTo>
                    <a:pt x="1262" y="334"/>
                  </a:lnTo>
                  <a:cubicBezTo>
                    <a:pt x="1345" y="334"/>
                    <a:pt x="1429" y="263"/>
                    <a:pt x="1429" y="168"/>
                  </a:cubicBezTo>
                  <a:cubicBezTo>
                    <a:pt x="1429" y="84"/>
                    <a:pt x="1345"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64"/>
            <p:cNvSpPr/>
            <p:nvPr/>
          </p:nvSpPr>
          <p:spPr>
            <a:xfrm>
              <a:off x="7754113" y="4077073"/>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64"/>
            <p:cNvSpPr/>
            <p:nvPr/>
          </p:nvSpPr>
          <p:spPr>
            <a:xfrm>
              <a:off x="7835592" y="4077073"/>
              <a:ext cx="45131" cy="10662"/>
            </a:xfrm>
            <a:custGeom>
              <a:avLst/>
              <a:gdLst/>
              <a:ahLst/>
              <a:cxnLst/>
              <a:rect l="l" t="t" r="r" b="b"/>
              <a:pathLst>
                <a:path w="1418" h="335" extrusionOk="0">
                  <a:moveTo>
                    <a:pt x="155" y="1"/>
                  </a:moveTo>
                  <a:cubicBezTo>
                    <a:pt x="72" y="1"/>
                    <a:pt x="1" y="84"/>
                    <a:pt x="1" y="168"/>
                  </a:cubicBezTo>
                  <a:cubicBezTo>
                    <a:pt x="1" y="263"/>
                    <a:pt x="72" y="334"/>
                    <a:pt x="155" y="334"/>
                  </a:cubicBezTo>
                  <a:lnTo>
                    <a:pt x="1263" y="334"/>
                  </a:lnTo>
                  <a:cubicBezTo>
                    <a:pt x="1346" y="334"/>
                    <a:pt x="1418" y="263"/>
                    <a:pt x="1418" y="168"/>
                  </a:cubicBezTo>
                  <a:cubicBezTo>
                    <a:pt x="1418"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64"/>
            <p:cNvSpPr/>
            <p:nvPr/>
          </p:nvSpPr>
          <p:spPr>
            <a:xfrm>
              <a:off x="7672667" y="3972583"/>
              <a:ext cx="46245" cy="34055"/>
            </a:xfrm>
            <a:custGeom>
              <a:avLst/>
              <a:gdLst/>
              <a:ahLst/>
              <a:cxnLst/>
              <a:rect l="l" t="t" r="r" b="b"/>
              <a:pathLst>
                <a:path w="1453" h="1070" extrusionOk="0">
                  <a:moveTo>
                    <a:pt x="1262" y="1"/>
                  </a:moveTo>
                  <a:cubicBezTo>
                    <a:pt x="1217" y="1"/>
                    <a:pt x="1173" y="16"/>
                    <a:pt x="1143" y="45"/>
                  </a:cubicBezTo>
                  <a:lnTo>
                    <a:pt x="536" y="653"/>
                  </a:lnTo>
                  <a:lnTo>
                    <a:pt x="298" y="415"/>
                  </a:lnTo>
                  <a:cubicBezTo>
                    <a:pt x="268" y="385"/>
                    <a:pt x="223" y="370"/>
                    <a:pt x="179" y="370"/>
                  </a:cubicBezTo>
                  <a:cubicBezTo>
                    <a:pt x="134" y="370"/>
                    <a:pt x="89" y="385"/>
                    <a:pt x="60" y="415"/>
                  </a:cubicBezTo>
                  <a:cubicBezTo>
                    <a:pt x="0" y="474"/>
                    <a:pt x="0" y="593"/>
                    <a:pt x="60" y="653"/>
                  </a:cubicBezTo>
                  <a:lnTo>
                    <a:pt x="429" y="1022"/>
                  </a:lnTo>
                  <a:cubicBezTo>
                    <a:pt x="452" y="1057"/>
                    <a:pt x="500" y="1069"/>
                    <a:pt x="548" y="1069"/>
                  </a:cubicBezTo>
                  <a:cubicBezTo>
                    <a:pt x="595" y="1069"/>
                    <a:pt x="631" y="1057"/>
                    <a:pt x="667" y="1022"/>
                  </a:cubicBezTo>
                  <a:lnTo>
                    <a:pt x="1393" y="295"/>
                  </a:lnTo>
                  <a:cubicBezTo>
                    <a:pt x="1453" y="224"/>
                    <a:pt x="1453" y="117"/>
                    <a:pt x="1381" y="45"/>
                  </a:cubicBezTo>
                  <a:cubicBezTo>
                    <a:pt x="1351"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64"/>
            <p:cNvSpPr/>
            <p:nvPr/>
          </p:nvSpPr>
          <p:spPr>
            <a:xfrm>
              <a:off x="7835592" y="3972583"/>
              <a:ext cx="45895" cy="34055"/>
            </a:xfrm>
            <a:custGeom>
              <a:avLst/>
              <a:gdLst/>
              <a:ahLst/>
              <a:cxnLst/>
              <a:rect l="l" t="t" r="r" b="b"/>
              <a:pathLst>
                <a:path w="1442" h="1070" extrusionOk="0">
                  <a:moveTo>
                    <a:pt x="1263" y="1"/>
                  </a:moveTo>
                  <a:cubicBezTo>
                    <a:pt x="1218" y="1"/>
                    <a:pt x="1173" y="16"/>
                    <a:pt x="1144" y="45"/>
                  </a:cubicBezTo>
                  <a:lnTo>
                    <a:pt x="536" y="653"/>
                  </a:lnTo>
                  <a:lnTo>
                    <a:pt x="298" y="415"/>
                  </a:lnTo>
                  <a:cubicBezTo>
                    <a:pt x="269" y="385"/>
                    <a:pt x="224" y="370"/>
                    <a:pt x="179" y="370"/>
                  </a:cubicBezTo>
                  <a:cubicBezTo>
                    <a:pt x="135" y="370"/>
                    <a:pt x="90" y="385"/>
                    <a:pt x="60" y="415"/>
                  </a:cubicBezTo>
                  <a:cubicBezTo>
                    <a:pt x="1" y="474"/>
                    <a:pt x="1" y="593"/>
                    <a:pt x="60" y="653"/>
                  </a:cubicBezTo>
                  <a:lnTo>
                    <a:pt x="429" y="1022"/>
                  </a:lnTo>
                  <a:cubicBezTo>
                    <a:pt x="453" y="1057"/>
                    <a:pt x="501" y="1069"/>
                    <a:pt x="548" y="1069"/>
                  </a:cubicBezTo>
                  <a:cubicBezTo>
                    <a:pt x="596" y="1069"/>
                    <a:pt x="632" y="1057"/>
                    <a:pt x="667" y="1022"/>
                  </a:cubicBezTo>
                  <a:lnTo>
                    <a:pt x="1394" y="295"/>
                  </a:lnTo>
                  <a:cubicBezTo>
                    <a:pt x="1441" y="224"/>
                    <a:pt x="1441" y="117"/>
                    <a:pt x="1382" y="45"/>
                  </a:cubicBezTo>
                  <a:cubicBezTo>
                    <a:pt x="1352" y="16"/>
                    <a:pt x="1307"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64"/>
            <p:cNvSpPr/>
            <p:nvPr/>
          </p:nvSpPr>
          <p:spPr>
            <a:xfrm>
              <a:off x="7754113" y="4019592"/>
              <a:ext cx="46277" cy="34024"/>
            </a:xfrm>
            <a:custGeom>
              <a:avLst/>
              <a:gdLst/>
              <a:ahLst/>
              <a:cxnLst/>
              <a:rect l="l" t="t" r="r" b="b"/>
              <a:pathLst>
                <a:path w="1454" h="1069" extrusionOk="0">
                  <a:moveTo>
                    <a:pt x="1263" y="0"/>
                  </a:moveTo>
                  <a:cubicBezTo>
                    <a:pt x="1218" y="0"/>
                    <a:pt x="1174" y="15"/>
                    <a:pt x="1144" y="45"/>
                  </a:cubicBezTo>
                  <a:lnTo>
                    <a:pt x="537" y="652"/>
                  </a:lnTo>
                  <a:lnTo>
                    <a:pt x="299" y="414"/>
                  </a:lnTo>
                  <a:cubicBezTo>
                    <a:pt x="269" y="384"/>
                    <a:pt x="224" y="369"/>
                    <a:pt x="179" y="369"/>
                  </a:cubicBezTo>
                  <a:cubicBezTo>
                    <a:pt x="135" y="369"/>
                    <a:pt x="90" y="384"/>
                    <a:pt x="60" y="414"/>
                  </a:cubicBezTo>
                  <a:cubicBezTo>
                    <a:pt x="1" y="473"/>
                    <a:pt x="1" y="593"/>
                    <a:pt x="60" y="652"/>
                  </a:cubicBezTo>
                  <a:lnTo>
                    <a:pt x="429" y="1021"/>
                  </a:lnTo>
                  <a:cubicBezTo>
                    <a:pt x="453" y="1057"/>
                    <a:pt x="501" y="1069"/>
                    <a:pt x="549" y="1069"/>
                  </a:cubicBezTo>
                  <a:cubicBezTo>
                    <a:pt x="596" y="1069"/>
                    <a:pt x="632" y="1057"/>
                    <a:pt x="668" y="1021"/>
                  </a:cubicBezTo>
                  <a:lnTo>
                    <a:pt x="1394" y="295"/>
                  </a:lnTo>
                  <a:cubicBezTo>
                    <a:pt x="1453" y="200"/>
                    <a:pt x="1453" y="104"/>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64"/>
            <p:cNvSpPr/>
            <p:nvPr/>
          </p:nvSpPr>
          <p:spPr>
            <a:xfrm>
              <a:off x="7591188" y="4065806"/>
              <a:ext cx="46245" cy="34055"/>
            </a:xfrm>
            <a:custGeom>
              <a:avLst/>
              <a:gdLst/>
              <a:ahLst/>
              <a:cxnLst/>
              <a:rect l="l" t="t" r="r" b="b"/>
              <a:pathLst>
                <a:path w="1453" h="1070" extrusionOk="0">
                  <a:moveTo>
                    <a:pt x="1262" y="1"/>
                  </a:moveTo>
                  <a:cubicBezTo>
                    <a:pt x="1218" y="1"/>
                    <a:pt x="1173" y="16"/>
                    <a:pt x="1143" y="45"/>
                  </a:cubicBezTo>
                  <a:lnTo>
                    <a:pt x="536" y="653"/>
                  </a:lnTo>
                  <a:lnTo>
                    <a:pt x="298" y="414"/>
                  </a:lnTo>
                  <a:cubicBezTo>
                    <a:pt x="268" y="385"/>
                    <a:pt x="223" y="370"/>
                    <a:pt x="179" y="370"/>
                  </a:cubicBezTo>
                  <a:cubicBezTo>
                    <a:pt x="134" y="370"/>
                    <a:pt x="89" y="385"/>
                    <a:pt x="60" y="414"/>
                  </a:cubicBezTo>
                  <a:cubicBezTo>
                    <a:pt x="0" y="474"/>
                    <a:pt x="0" y="593"/>
                    <a:pt x="60" y="653"/>
                  </a:cubicBezTo>
                  <a:lnTo>
                    <a:pt x="429" y="1034"/>
                  </a:lnTo>
                  <a:cubicBezTo>
                    <a:pt x="453" y="1057"/>
                    <a:pt x="500" y="1069"/>
                    <a:pt x="548" y="1069"/>
                  </a:cubicBezTo>
                  <a:cubicBezTo>
                    <a:pt x="595" y="1069"/>
                    <a:pt x="631" y="1057"/>
                    <a:pt x="667" y="1034"/>
                  </a:cubicBezTo>
                  <a:lnTo>
                    <a:pt x="1393" y="295"/>
                  </a:lnTo>
                  <a:cubicBezTo>
                    <a:pt x="1453" y="224"/>
                    <a:pt x="1453" y="105"/>
                    <a:pt x="1381" y="45"/>
                  </a:cubicBezTo>
                  <a:cubicBezTo>
                    <a:pt x="1352"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2" name="Google Shape;10942;p64"/>
            <p:cNvSpPr/>
            <p:nvPr/>
          </p:nvSpPr>
          <p:spPr>
            <a:xfrm>
              <a:off x="7754113" y="3925988"/>
              <a:ext cx="46277" cy="34406"/>
            </a:xfrm>
            <a:custGeom>
              <a:avLst/>
              <a:gdLst/>
              <a:ahLst/>
              <a:cxnLst/>
              <a:rect l="l" t="t" r="r" b="b"/>
              <a:pathLst>
                <a:path w="1454" h="1081" extrusionOk="0">
                  <a:moveTo>
                    <a:pt x="1263" y="0"/>
                  </a:moveTo>
                  <a:cubicBezTo>
                    <a:pt x="1218" y="0"/>
                    <a:pt x="1174" y="15"/>
                    <a:pt x="1144" y="45"/>
                  </a:cubicBezTo>
                  <a:lnTo>
                    <a:pt x="537" y="664"/>
                  </a:lnTo>
                  <a:lnTo>
                    <a:pt x="299" y="426"/>
                  </a:lnTo>
                  <a:cubicBezTo>
                    <a:pt x="269" y="396"/>
                    <a:pt x="224" y="381"/>
                    <a:pt x="179" y="381"/>
                  </a:cubicBezTo>
                  <a:cubicBezTo>
                    <a:pt x="135" y="381"/>
                    <a:pt x="90" y="396"/>
                    <a:pt x="60" y="426"/>
                  </a:cubicBezTo>
                  <a:cubicBezTo>
                    <a:pt x="1" y="486"/>
                    <a:pt x="1" y="605"/>
                    <a:pt x="60" y="664"/>
                  </a:cubicBezTo>
                  <a:lnTo>
                    <a:pt x="429" y="1033"/>
                  </a:lnTo>
                  <a:cubicBezTo>
                    <a:pt x="453" y="1057"/>
                    <a:pt x="501" y="1081"/>
                    <a:pt x="549" y="1081"/>
                  </a:cubicBezTo>
                  <a:cubicBezTo>
                    <a:pt x="596" y="1081"/>
                    <a:pt x="632" y="1057"/>
                    <a:pt x="668" y="1033"/>
                  </a:cubicBezTo>
                  <a:lnTo>
                    <a:pt x="1394" y="307"/>
                  </a:lnTo>
                  <a:cubicBezTo>
                    <a:pt x="1453" y="224"/>
                    <a:pt x="1453" y="128"/>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43" name="Google Shape;10943;p64"/>
          <p:cNvSpPr/>
          <p:nvPr/>
        </p:nvSpPr>
        <p:spPr>
          <a:xfrm>
            <a:off x="7114476" y="3634549"/>
            <a:ext cx="350548" cy="350548"/>
          </a:xfrm>
          <a:custGeom>
            <a:avLst/>
            <a:gdLst/>
            <a:ahLst/>
            <a:cxnLst/>
            <a:rect l="l" t="t" r="r" b="b"/>
            <a:pathLst>
              <a:path w="11014" h="11014" extrusionOk="0">
                <a:moveTo>
                  <a:pt x="3739" y="358"/>
                </a:moveTo>
                <a:cubicBezTo>
                  <a:pt x="4048" y="358"/>
                  <a:pt x="4298" y="608"/>
                  <a:pt x="4298" y="917"/>
                </a:cubicBezTo>
                <a:cubicBezTo>
                  <a:pt x="4298" y="1131"/>
                  <a:pt x="4203" y="1310"/>
                  <a:pt x="4024" y="1405"/>
                </a:cubicBezTo>
                <a:cubicBezTo>
                  <a:pt x="3953" y="1441"/>
                  <a:pt x="3929" y="1501"/>
                  <a:pt x="3929" y="1560"/>
                </a:cubicBezTo>
                <a:lnTo>
                  <a:pt x="3929" y="1965"/>
                </a:lnTo>
                <a:cubicBezTo>
                  <a:pt x="3929" y="2048"/>
                  <a:pt x="4001" y="2143"/>
                  <a:pt x="4108" y="2143"/>
                </a:cubicBezTo>
                <a:lnTo>
                  <a:pt x="5334" y="2143"/>
                </a:lnTo>
                <a:lnTo>
                  <a:pt x="5334" y="3358"/>
                </a:lnTo>
                <a:cubicBezTo>
                  <a:pt x="5334" y="3453"/>
                  <a:pt x="5406" y="3536"/>
                  <a:pt x="5513" y="3536"/>
                </a:cubicBezTo>
                <a:lnTo>
                  <a:pt x="5906" y="3536"/>
                </a:lnTo>
                <a:cubicBezTo>
                  <a:pt x="5965" y="3536"/>
                  <a:pt x="6025" y="3513"/>
                  <a:pt x="6060" y="3453"/>
                </a:cubicBezTo>
                <a:cubicBezTo>
                  <a:pt x="6168" y="3275"/>
                  <a:pt x="6358" y="3167"/>
                  <a:pt x="6549" y="3167"/>
                </a:cubicBezTo>
                <a:cubicBezTo>
                  <a:pt x="6858" y="3167"/>
                  <a:pt x="7120" y="3417"/>
                  <a:pt x="7120" y="3727"/>
                </a:cubicBezTo>
                <a:cubicBezTo>
                  <a:pt x="7120" y="4048"/>
                  <a:pt x="6858" y="4298"/>
                  <a:pt x="6549" y="4298"/>
                </a:cubicBezTo>
                <a:cubicBezTo>
                  <a:pt x="6346" y="4298"/>
                  <a:pt x="6168" y="4191"/>
                  <a:pt x="6060" y="4013"/>
                </a:cubicBezTo>
                <a:cubicBezTo>
                  <a:pt x="6025" y="3953"/>
                  <a:pt x="5965" y="3929"/>
                  <a:pt x="5906" y="3929"/>
                </a:cubicBezTo>
                <a:lnTo>
                  <a:pt x="5513" y="3929"/>
                </a:lnTo>
                <a:cubicBezTo>
                  <a:pt x="5417" y="3929"/>
                  <a:pt x="5334" y="4001"/>
                  <a:pt x="5334" y="4108"/>
                </a:cubicBezTo>
                <a:lnTo>
                  <a:pt x="5334" y="5322"/>
                </a:lnTo>
                <a:lnTo>
                  <a:pt x="4286" y="5322"/>
                </a:lnTo>
                <a:lnTo>
                  <a:pt x="4286" y="5191"/>
                </a:lnTo>
                <a:cubicBezTo>
                  <a:pt x="4513" y="5013"/>
                  <a:pt x="4655" y="4739"/>
                  <a:pt x="4655" y="4465"/>
                </a:cubicBezTo>
                <a:cubicBezTo>
                  <a:pt x="4655" y="3953"/>
                  <a:pt x="4239" y="3536"/>
                  <a:pt x="3739" y="3536"/>
                </a:cubicBezTo>
                <a:cubicBezTo>
                  <a:pt x="3227" y="3536"/>
                  <a:pt x="2810" y="3953"/>
                  <a:pt x="2810" y="4465"/>
                </a:cubicBezTo>
                <a:cubicBezTo>
                  <a:pt x="2810" y="4739"/>
                  <a:pt x="2953" y="5025"/>
                  <a:pt x="3191" y="5191"/>
                </a:cubicBezTo>
                <a:lnTo>
                  <a:pt x="3191" y="5322"/>
                </a:lnTo>
                <a:lnTo>
                  <a:pt x="2143" y="5322"/>
                </a:lnTo>
                <a:lnTo>
                  <a:pt x="2143" y="2143"/>
                </a:lnTo>
                <a:lnTo>
                  <a:pt x="3370" y="2143"/>
                </a:lnTo>
                <a:cubicBezTo>
                  <a:pt x="3453" y="2143"/>
                  <a:pt x="3548" y="2060"/>
                  <a:pt x="3548" y="1965"/>
                </a:cubicBezTo>
                <a:lnTo>
                  <a:pt x="3548" y="1560"/>
                </a:lnTo>
                <a:cubicBezTo>
                  <a:pt x="3548" y="1501"/>
                  <a:pt x="3512" y="1441"/>
                  <a:pt x="3453" y="1405"/>
                </a:cubicBezTo>
                <a:cubicBezTo>
                  <a:pt x="3274" y="1298"/>
                  <a:pt x="3167" y="1108"/>
                  <a:pt x="3167" y="917"/>
                </a:cubicBezTo>
                <a:cubicBezTo>
                  <a:pt x="3167" y="608"/>
                  <a:pt x="3429" y="358"/>
                  <a:pt x="3739" y="358"/>
                </a:cubicBezTo>
                <a:close/>
                <a:moveTo>
                  <a:pt x="8870" y="5644"/>
                </a:moveTo>
                <a:lnTo>
                  <a:pt x="8870" y="7632"/>
                </a:lnTo>
                <a:lnTo>
                  <a:pt x="8870" y="7858"/>
                </a:lnTo>
                <a:lnTo>
                  <a:pt x="8870" y="8870"/>
                </a:lnTo>
                <a:lnTo>
                  <a:pt x="7656" y="8870"/>
                </a:lnTo>
                <a:cubicBezTo>
                  <a:pt x="7561" y="8870"/>
                  <a:pt x="7477" y="8942"/>
                  <a:pt x="7477" y="9049"/>
                </a:cubicBezTo>
                <a:lnTo>
                  <a:pt x="7477" y="9442"/>
                </a:lnTo>
                <a:cubicBezTo>
                  <a:pt x="7477" y="9502"/>
                  <a:pt x="7501" y="9561"/>
                  <a:pt x="7561" y="9597"/>
                </a:cubicBezTo>
                <a:cubicBezTo>
                  <a:pt x="7739" y="9704"/>
                  <a:pt x="7846" y="9894"/>
                  <a:pt x="7846" y="10085"/>
                </a:cubicBezTo>
                <a:cubicBezTo>
                  <a:pt x="7846" y="10394"/>
                  <a:pt x="7596" y="10656"/>
                  <a:pt x="7275" y="10656"/>
                </a:cubicBezTo>
                <a:cubicBezTo>
                  <a:pt x="6965" y="10656"/>
                  <a:pt x="6715" y="10394"/>
                  <a:pt x="6715" y="10085"/>
                </a:cubicBezTo>
                <a:cubicBezTo>
                  <a:pt x="6715" y="9883"/>
                  <a:pt x="6822" y="9704"/>
                  <a:pt x="7001" y="9597"/>
                </a:cubicBezTo>
                <a:cubicBezTo>
                  <a:pt x="7061" y="9561"/>
                  <a:pt x="7084" y="9502"/>
                  <a:pt x="7084" y="9442"/>
                </a:cubicBezTo>
                <a:lnTo>
                  <a:pt x="7084" y="9049"/>
                </a:lnTo>
                <a:cubicBezTo>
                  <a:pt x="7084" y="8954"/>
                  <a:pt x="7013" y="8870"/>
                  <a:pt x="6906" y="8870"/>
                </a:cubicBezTo>
                <a:lnTo>
                  <a:pt x="5691" y="8870"/>
                </a:lnTo>
                <a:lnTo>
                  <a:pt x="5691" y="7644"/>
                </a:lnTo>
                <a:cubicBezTo>
                  <a:pt x="5691" y="7549"/>
                  <a:pt x="5608" y="7466"/>
                  <a:pt x="5513" y="7466"/>
                </a:cubicBezTo>
                <a:lnTo>
                  <a:pt x="5108" y="7466"/>
                </a:lnTo>
                <a:cubicBezTo>
                  <a:pt x="5048" y="7466"/>
                  <a:pt x="4989" y="7489"/>
                  <a:pt x="4953" y="7549"/>
                </a:cubicBezTo>
                <a:cubicBezTo>
                  <a:pt x="4846" y="7739"/>
                  <a:pt x="4655" y="7835"/>
                  <a:pt x="4465" y="7835"/>
                </a:cubicBezTo>
                <a:cubicBezTo>
                  <a:pt x="4155" y="7835"/>
                  <a:pt x="3905" y="7585"/>
                  <a:pt x="3905" y="7251"/>
                </a:cubicBezTo>
                <a:cubicBezTo>
                  <a:pt x="3905" y="6942"/>
                  <a:pt x="4155" y="6680"/>
                  <a:pt x="4465" y="6680"/>
                </a:cubicBezTo>
                <a:cubicBezTo>
                  <a:pt x="4679" y="6680"/>
                  <a:pt x="4846" y="6787"/>
                  <a:pt x="4953" y="6954"/>
                </a:cubicBezTo>
                <a:cubicBezTo>
                  <a:pt x="4989" y="7013"/>
                  <a:pt x="5048" y="7049"/>
                  <a:pt x="5108" y="7049"/>
                </a:cubicBezTo>
                <a:lnTo>
                  <a:pt x="5513" y="7049"/>
                </a:lnTo>
                <a:cubicBezTo>
                  <a:pt x="5596" y="7049"/>
                  <a:pt x="5691" y="6977"/>
                  <a:pt x="5691" y="6870"/>
                </a:cubicBezTo>
                <a:lnTo>
                  <a:pt x="5691" y="5644"/>
                </a:lnTo>
                <a:lnTo>
                  <a:pt x="6727" y="5644"/>
                </a:lnTo>
                <a:lnTo>
                  <a:pt x="6727" y="5787"/>
                </a:lnTo>
                <a:cubicBezTo>
                  <a:pt x="6501" y="5965"/>
                  <a:pt x="6358" y="6227"/>
                  <a:pt x="6358" y="6513"/>
                </a:cubicBezTo>
                <a:cubicBezTo>
                  <a:pt x="6358" y="7013"/>
                  <a:pt x="6775" y="7430"/>
                  <a:pt x="7275" y="7430"/>
                </a:cubicBezTo>
                <a:cubicBezTo>
                  <a:pt x="7787" y="7430"/>
                  <a:pt x="8204" y="7013"/>
                  <a:pt x="8204" y="6513"/>
                </a:cubicBezTo>
                <a:cubicBezTo>
                  <a:pt x="8204" y="6227"/>
                  <a:pt x="8073" y="5942"/>
                  <a:pt x="7834" y="5787"/>
                </a:cubicBezTo>
                <a:lnTo>
                  <a:pt x="7834" y="5644"/>
                </a:lnTo>
                <a:close/>
                <a:moveTo>
                  <a:pt x="3739" y="0"/>
                </a:moveTo>
                <a:cubicBezTo>
                  <a:pt x="3227" y="0"/>
                  <a:pt x="2810" y="405"/>
                  <a:pt x="2810" y="917"/>
                </a:cubicBezTo>
                <a:cubicBezTo>
                  <a:pt x="2810" y="1203"/>
                  <a:pt x="2941" y="1489"/>
                  <a:pt x="3179" y="1643"/>
                </a:cubicBezTo>
                <a:lnTo>
                  <a:pt x="3179" y="1786"/>
                </a:lnTo>
                <a:lnTo>
                  <a:pt x="1965" y="1786"/>
                </a:lnTo>
                <a:cubicBezTo>
                  <a:pt x="1869" y="1786"/>
                  <a:pt x="1786" y="1858"/>
                  <a:pt x="1786" y="1965"/>
                </a:cubicBezTo>
                <a:lnTo>
                  <a:pt x="1786" y="5501"/>
                </a:lnTo>
                <a:lnTo>
                  <a:pt x="1786" y="6727"/>
                </a:lnTo>
                <a:lnTo>
                  <a:pt x="1655" y="6727"/>
                </a:lnTo>
                <a:cubicBezTo>
                  <a:pt x="1476" y="6501"/>
                  <a:pt x="1203" y="6346"/>
                  <a:pt x="917" y="6346"/>
                </a:cubicBezTo>
                <a:cubicBezTo>
                  <a:pt x="417" y="6346"/>
                  <a:pt x="0" y="6763"/>
                  <a:pt x="0" y="7275"/>
                </a:cubicBezTo>
                <a:cubicBezTo>
                  <a:pt x="0" y="7775"/>
                  <a:pt x="417" y="8192"/>
                  <a:pt x="917" y="8192"/>
                </a:cubicBezTo>
                <a:cubicBezTo>
                  <a:pt x="1203" y="8192"/>
                  <a:pt x="1488" y="8061"/>
                  <a:pt x="1655" y="7823"/>
                </a:cubicBezTo>
                <a:lnTo>
                  <a:pt x="1786" y="7823"/>
                </a:lnTo>
                <a:lnTo>
                  <a:pt x="1786" y="9049"/>
                </a:lnTo>
                <a:cubicBezTo>
                  <a:pt x="1786" y="9132"/>
                  <a:pt x="1857" y="9228"/>
                  <a:pt x="1965" y="9228"/>
                </a:cubicBezTo>
                <a:lnTo>
                  <a:pt x="2584" y="9228"/>
                </a:lnTo>
                <a:cubicBezTo>
                  <a:pt x="2679" y="9228"/>
                  <a:pt x="2762" y="9144"/>
                  <a:pt x="2762" y="9049"/>
                </a:cubicBezTo>
                <a:cubicBezTo>
                  <a:pt x="2762" y="8942"/>
                  <a:pt x="2691" y="8870"/>
                  <a:pt x="2584" y="8870"/>
                </a:cubicBezTo>
                <a:lnTo>
                  <a:pt x="2143" y="8870"/>
                </a:lnTo>
                <a:lnTo>
                  <a:pt x="2143" y="7644"/>
                </a:lnTo>
                <a:cubicBezTo>
                  <a:pt x="2143" y="7561"/>
                  <a:pt x="2072" y="7466"/>
                  <a:pt x="1965" y="7466"/>
                </a:cubicBezTo>
                <a:lnTo>
                  <a:pt x="1560" y="7466"/>
                </a:lnTo>
                <a:cubicBezTo>
                  <a:pt x="1500" y="7466"/>
                  <a:pt x="1441" y="7501"/>
                  <a:pt x="1417" y="7561"/>
                </a:cubicBezTo>
                <a:cubicBezTo>
                  <a:pt x="1310" y="7739"/>
                  <a:pt x="1119" y="7835"/>
                  <a:pt x="917" y="7835"/>
                </a:cubicBezTo>
                <a:cubicBezTo>
                  <a:pt x="607" y="7835"/>
                  <a:pt x="357" y="7585"/>
                  <a:pt x="357" y="7275"/>
                </a:cubicBezTo>
                <a:cubicBezTo>
                  <a:pt x="357" y="6965"/>
                  <a:pt x="607" y="6704"/>
                  <a:pt x="917" y="6704"/>
                </a:cubicBezTo>
                <a:cubicBezTo>
                  <a:pt x="1131" y="6704"/>
                  <a:pt x="1310" y="6811"/>
                  <a:pt x="1417" y="6989"/>
                </a:cubicBezTo>
                <a:cubicBezTo>
                  <a:pt x="1441" y="7049"/>
                  <a:pt x="1500" y="7085"/>
                  <a:pt x="1560" y="7085"/>
                </a:cubicBezTo>
                <a:lnTo>
                  <a:pt x="1965" y="7085"/>
                </a:lnTo>
                <a:cubicBezTo>
                  <a:pt x="2048" y="7085"/>
                  <a:pt x="2143" y="7001"/>
                  <a:pt x="2143" y="6906"/>
                </a:cubicBezTo>
                <a:lnTo>
                  <a:pt x="2143" y="5680"/>
                </a:lnTo>
                <a:lnTo>
                  <a:pt x="3358" y="5680"/>
                </a:lnTo>
                <a:cubicBezTo>
                  <a:pt x="3453" y="5680"/>
                  <a:pt x="3536" y="5608"/>
                  <a:pt x="3536" y="5501"/>
                </a:cubicBezTo>
                <a:lnTo>
                  <a:pt x="3536" y="5096"/>
                </a:lnTo>
                <a:cubicBezTo>
                  <a:pt x="3536" y="5037"/>
                  <a:pt x="3512" y="4977"/>
                  <a:pt x="3453" y="4953"/>
                </a:cubicBezTo>
                <a:cubicBezTo>
                  <a:pt x="3274" y="4846"/>
                  <a:pt x="3167" y="4656"/>
                  <a:pt x="3167" y="4465"/>
                </a:cubicBezTo>
                <a:cubicBezTo>
                  <a:pt x="3167" y="4144"/>
                  <a:pt x="3417" y="3894"/>
                  <a:pt x="3739" y="3894"/>
                </a:cubicBezTo>
                <a:cubicBezTo>
                  <a:pt x="4048" y="3894"/>
                  <a:pt x="4298" y="4144"/>
                  <a:pt x="4298" y="4465"/>
                </a:cubicBezTo>
                <a:cubicBezTo>
                  <a:pt x="4298" y="4668"/>
                  <a:pt x="4191" y="4846"/>
                  <a:pt x="4013" y="4953"/>
                </a:cubicBezTo>
                <a:cubicBezTo>
                  <a:pt x="3953" y="4977"/>
                  <a:pt x="3929" y="5037"/>
                  <a:pt x="3929" y="5096"/>
                </a:cubicBezTo>
                <a:lnTo>
                  <a:pt x="3929" y="5501"/>
                </a:lnTo>
                <a:cubicBezTo>
                  <a:pt x="3929" y="5596"/>
                  <a:pt x="4001" y="5680"/>
                  <a:pt x="4108" y="5680"/>
                </a:cubicBezTo>
                <a:lnTo>
                  <a:pt x="5322" y="5680"/>
                </a:lnTo>
                <a:lnTo>
                  <a:pt x="5322" y="6727"/>
                </a:lnTo>
                <a:lnTo>
                  <a:pt x="5191" y="6727"/>
                </a:lnTo>
                <a:cubicBezTo>
                  <a:pt x="5013" y="6501"/>
                  <a:pt x="4751" y="6346"/>
                  <a:pt x="4465" y="6346"/>
                </a:cubicBezTo>
                <a:cubicBezTo>
                  <a:pt x="3953" y="6346"/>
                  <a:pt x="3536" y="6763"/>
                  <a:pt x="3536" y="7275"/>
                </a:cubicBezTo>
                <a:cubicBezTo>
                  <a:pt x="3536" y="7775"/>
                  <a:pt x="3953" y="8192"/>
                  <a:pt x="4465" y="8192"/>
                </a:cubicBezTo>
                <a:cubicBezTo>
                  <a:pt x="4751" y="8192"/>
                  <a:pt x="5025" y="8061"/>
                  <a:pt x="5191" y="7823"/>
                </a:cubicBezTo>
                <a:lnTo>
                  <a:pt x="5322" y="7823"/>
                </a:lnTo>
                <a:lnTo>
                  <a:pt x="5322" y="8870"/>
                </a:lnTo>
                <a:lnTo>
                  <a:pt x="3120" y="8870"/>
                </a:lnTo>
                <a:cubicBezTo>
                  <a:pt x="3036" y="8870"/>
                  <a:pt x="2941" y="8942"/>
                  <a:pt x="2941" y="9049"/>
                </a:cubicBezTo>
                <a:cubicBezTo>
                  <a:pt x="2941" y="9144"/>
                  <a:pt x="3024" y="9228"/>
                  <a:pt x="3120" y="9228"/>
                </a:cubicBezTo>
                <a:lnTo>
                  <a:pt x="6727" y="9228"/>
                </a:lnTo>
                <a:lnTo>
                  <a:pt x="6727" y="9359"/>
                </a:lnTo>
                <a:cubicBezTo>
                  <a:pt x="6501" y="9537"/>
                  <a:pt x="6358" y="9799"/>
                  <a:pt x="6358" y="10085"/>
                </a:cubicBezTo>
                <a:cubicBezTo>
                  <a:pt x="6358" y="10597"/>
                  <a:pt x="6775" y="11014"/>
                  <a:pt x="7275" y="11014"/>
                </a:cubicBezTo>
                <a:cubicBezTo>
                  <a:pt x="7787" y="11014"/>
                  <a:pt x="8204" y="10597"/>
                  <a:pt x="8204" y="10085"/>
                </a:cubicBezTo>
                <a:cubicBezTo>
                  <a:pt x="8204" y="9799"/>
                  <a:pt x="8061" y="9525"/>
                  <a:pt x="7823" y="9359"/>
                </a:cubicBezTo>
                <a:lnTo>
                  <a:pt x="7823" y="9228"/>
                </a:lnTo>
                <a:lnTo>
                  <a:pt x="9049" y="9228"/>
                </a:lnTo>
                <a:cubicBezTo>
                  <a:pt x="9132" y="9228"/>
                  <a:pt x="9227" y="9144"/>
                  <a:pt x="9227" y="9049"/>
                </a:cubicBezTo>
                <a:lnTo>
                  <a:pt x="9227" y="7858"/>
                </a:lnTo>
                <a:lnTo>
                  <a:pt x="9227" y="7632"/>
                </a:lnTo>
                <a:lnTo>
                  <a:pt x="9227" y="5501"/>
                </a:lnTo>
                <a:lnTo>
                  <a:pt x="9227" y="4287"/>
                </a:lnTo>
                <a:lnTo>
                  <a:pt x="9358" y="4287"/>
                </a:lnTo>
                <a:cubicBezTo>
                  <a:pt x="9537" y="4501"/>
                  <a:pt x="9811" y="4656"/>
                  <a:pt x="10097" y="4656"/>
                </a:cubicBezTo>
                <a:cubicBezTo>
                  <a:pt x="10597" y="4656"/>
                  <a:pt x="11013" y="4239"/>
                  <a:pt x="11013" y="3727"/>
                </a:cubicBezTo>
                <a:cubicBezTo>
                  <a:pt x="11013" y="3227"/>
                  <a:pt x="10597" y="2810"/>
                  <a:pt x="10097" y="2810"/>
                </a:cubicBezTo>
                <a:cubicBezTo>
                  <a:pt x="9811" y="2810"/>
                  <a:pt x="9525" y="2941"/>
                  <a:pt x="9358" y="3179"/>
                </a:cubicBezTo>
                <a:lnTo>
                  <a:pt x="9227" y="3179"/>
                </a:lnTo>
                <a:lnTo>
                  <a:pt x="9227" y="1965"/>
                </a:lnTo>
                <a:cubicBezTo>
                  <a:pt x="9227" y="1870"/>
                  <a:pt x="9156" y="1786"/>
                  <a:pt x="9049" y="1786"/>
                </a:cubicBezTo>
                <a:lnTo>
                  <a:pt x="8465" y="1786"/>
                </a:lnTo>
                <a:cubicBezTo>
                  <a:pt x="8382" y="1786"/>
                  <a:pt x="8287" y="1858"/>
                  <a:pt x="8287" y="1965"/>
                </a:cubicBezTo>
                <a:cubicBezTo>
                  <a:pt x="8287" y="2048"/>
                  <a:pt x="8358" y="2143"/>
                  <a:pt x="8465" y="2143"/>
                </a:cubicBezTo>
                <a:lnTo>
                  <a:pt x="8870" y="2143"/>
                </a:lnTo>
                <a:lnTo>
                  <a:pt x="8870" y="3358"/>
                </a:lnTo>
                <a:cubicBezTo>
                  <a:pt x="8870" y="3453"/>
                  <a:pt x="8942" y="3536"/>
                  <a:pt x="9049" y="3536"/>
                </a:cubicBezTo>
                <a:lnTo>
                  <a:pt x="9454" y="3536"/>
                </a:lnTo>
                <a:cubicBezTo>
                  <a:pt x="9513" y="3536"/>
                  <a:pt x="9573" y="3513"/>
                  <a:pt x="9597" y="3453"/>
                </a:cubicBezTo>
                <a:cubicBezTo>
                  <a:pt x="9704" y="3275"/>
                  <a:pt x="9894" y="3167"/>
                  <a:pt x="10085" y="3167"/>
                </a:cubicBezTo>
                <a:cubicBezTo>
                  <a:pt x="10406" y="3167"/>
                  <a:pt x="10656" y="3417"/>
                  <a:pt x="10656" y="3727"/>
                </a:cubicBezTo>
                <a:cubicBezTo>
                  <a:pt x="10656" y="4048"/>
                  <a:pt x="10406" y="4298"/>
                  <a:pt x="10085" y="4298"/>
                </a:cubicBezTo>
                <a:cubicBezTo>
                  <a:pt x="9882" y="4298"/>
                  <a:pt x="9704" y="4191"/>
                  <a:pt x="9597" y="4013"/>
                </a:cubicBezTo>
                <a:cubicBezTo>
                  <a:pt x="9573" y="3953"/>
                  <a:pt x="9513" y="3929"/>
                  <a:pt x="9454" y="3929"/>
                </a:cubicBezTo>
                <a:lnTo>
                  <a:pt x="9049" y="3929"/>
                </a:lnTo>
                <a:cubicBezTo>
                  <a:pt x="8966" y="3929"/>
                  <a:pt x="8870" y="4001"/>
                  <a:pt x="8870" y="4108"/>
                </a:cubicBezTo>
                <a:lnTo>
                  <a:pt x="8870" y="5322"/>
                </a:lnTo>
                <a:lnTo>
                  <a:pt x="7644" y="5322"/>
                </a:lnTo>
                <a:cubicBezTo>
                  <a:pt x="7561" y="5322"/>
                  <a:pt x="7465" y="5394"/>
                  <a:pt x="7465" y="5501"/>
                </a:cubicBezTo>
                <a:lnTo>
                  <a:pt x="7465" y="5906"/>
                </a:lnTo>
                <a:cubicBezTo>
                  <a:pt x="7465" y="5965"/>
                  <a:pt x="7501" y="6025"/>
                  <a:pt x="7561" y="6049"/>
                </a:cubicBezTo>
                <a:cubicBezTo>
                  <a:pt x="7739" y="6156"/>
                  <a:pt x="7846" y="6346"/>
                  <a:pt x="7846" y="6549"/>
                </a:cubicBezTo>
                <a:cubicBezTo>
                  <a:pt x="7846" y="6858"/>
                  <a:pt x="7584" y="7108"/>
                  <a:pt x="7275" y="7108"/>
                </a:cubicBezTo>
                <a:cubicBezTo>
                  <a:pt x="6965" y="7108"/>
                  <a:pt x="6715" y="6858"/>
                  <a:pt x="6715" y="6549"/>
                </a:cubicBezTo>
                <a:cubicBezTo>
                  <a:pt x="6715" y="6334"/>
                  <a:pt x="6810" y="6156"/>
                  <a:pt x="7001" y="6049"/>
                </a:cubicBezTo>
                <a:cubicBezTo>
                  <a:pt x="7061" y="6025"/>
                  <a:pt x="7084" y="5965"/>
                  <a:pt x="7084" y="5906"/>
                </a:cubicBezTo>
                <a:lnTo>
                  <a:pt x="7084" y="5501"/>
                </a:lnTo>
                <a:cubicBezTo>
                  <a:pt x="7084" y="5418"/>
                  <a:pt x="7013" y="5322"/>
                  <a:pt x="6906" y="5322"/>
                </a:cubicBezTo>
                <a:lnTo>
                  <a:pt x="5679" y="5322"/>
                </a:lnTo>
                <a:lnTo>
                  <a:pt x="5679" y="4287"/>
                </a:lnTo>
                <a:lnTo>
                  <a:pt x="5822" y="4287"/>
                </a:lnTo>
                <a:cubicBezTo>
                  <a:pt x="6001" y="4501"/>
                  <a:pt x="6263" y="4656"/>
                  <a:pt x="6549" y="4656"/>
                </a:cubicBezTo>
                <a:cubicBezTo>
                  <a:pt x="7061" y="4656"/>
                  <a:pt x="7477" y="4239"/>
                  <a:pt x="7477" y="3727"/>
                </a:cubicBezTo>
                <a:cubicBezTo>
                  <a:pt x="7477" y="3227"/>
                  <a:pt x="7061" y="2810"/>
                  <a:pt x="6549" y="2810"/>
                </a:cubicBezTo>
                <a:cubicBezTo>
                  <a:pt x="6263" y="2810"/>
                  <a:pt x="5989" y="2941"/>
                  <a:pt x="5822" y="3179"/>
                </a:cubicBezTo>
                <a:lnTo>
                  <a:pt x="5679" y="3179"/>
                </a:lnTo>
                <a:lnTo>
                  <a:pt x="5679" y="2143"/>
                </a:lnTo>
                <a:lnTo>
                  <a:pt x="7882" y="2143"/>
                </a:lnTo>
                <a:cubicBezTo>
                  <a:pt x="7977" y="2143"/>
                  <a:pt x="8061" y="2060"/>
                  <a:pt x="8061" y="1965"/>
                </a:cubicBezTo>
                <a:cubicBezTo>
                  <a:pt x="8061" y="1870"/>
                  <a:pt x="7989" y="1786"/>
                  <a:pt x="7882" y="1786"/>
                </a:cubicBezTo>
                <a:lnTo>
                  <a:pt x="4286" y="1786"/>
                </a:lnTo>
                <a:lnTo>
                  <a:pt x="4286" y="1643"/>
                </a:lnTo>
                <a:cubicBezTo>
                  <a:pt x="4513" y="1465"/>
                  <a:pt x="4655" y="1203"/>
                  <a:pt x="4655" y="917"/>
                </a:cubicBezTo>
                <a:cubicBezTo>
                  <a:pt x="4655" y="417"/>
                  <a:pt x="4239" y="0"/>
                  <a:pt x="3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44" name="Google Shape;10944;p64"/>
          <p:cNvGrpSpPr/>
          <p:nvPr/>
        </p:nvGrpSpPr>
        <p:grpSpPr>
          <a:xfrm>
            <a:off x="6659725" y="3633785"/>
            <a:ext cx="367608" cy="350548"/>
            <a:chOff x="6659725" y="3808035"/>
            <a:chExt cx="367608" cy="350548"/>
          </a:xfrm>
        </p:grpSpPr>
        <p:sp>
          <p:nvSpPr>
            <p:cNvPr id="10945" name="Google Shape;10945;p64"/>
            <p:cNvSpPr/>
            <p:nvPr/>
          </p:nvSpPr>
          <p:spPr>
            <a:xfrm>
              <a:off x="6659725" y="3845942"/>
              <a:ext cx="321394" cy="312642"/>
            </a:xfrm>
            <a:custGeom>
              <a:avLst/>
              <a:gdLst/>
              <a:ahLst/>
              <a:cxnLst/>
              <a:rect l="l" t="t" r="r" b="b"/>
              <a:pathLst>
                <a:path w="10098" h="9823" extrusionOk="0">
                  <a:moveTo>
                    <a:pt x="8740" y="0"/>
                  </a:moveTo>
                  <a:cubicBezTo>
                    <a:pt x="8383" y="0"/>
                    <a:pt x="8037" y="131"/>
                    <a:pt x="7787" y="405"/>
                  </a:cubicBezTo>
                  <a:lnTo>
                    <a:pt x="6847" y="1346"/>
                  </a:lnTo>
                  <a:cubicBezTo>
                    <a:pt x="6775" y="1417"/>
                    <a:pt x="6775" y="1524"/>
                    <a:pt x="6847" y="1596"/>
                  </a:cubicBezTo>
                  <a:cubicBezTo>
                    <a:pt x="6882" y="1631"/>
                    <a:pt x="6927" y="1649"/>
                    <a:pt x="6972" y="1649"/>
                  </a:cubicBezTo>
                  <a:cubicBezTo>
                    <a:pt x="7016" y="1649"/>
                    <a:pt x="7061" y="1631"/>
                    <a:pt x="7097" y="1596"/>
                  </a:cubicBezTo>
                  <a:lnTo>
                    <a:pt x="8037" y="655"/>
                  </a:lnTo>
                  <a:cubicBezTo>
                    <a:pt x="8228" y="464"/>
                    <a:pt x="8466" y="357"/>
                    <a:pt x="8740" y="357"/>
                  </a:cubicBezTo>
                  <a:cubicBezTo>
                    <a:pt x="9002" y="357"/>
                    <a:pt x="9264" y="464"/>
                    <a:pt x="9442" y="655"/>
                  </a:cubicBezTo>
                  <a:cubicBezTo>
                    <a:pt x="9633" y="857"/>
                    <a:pt x="9740" y="1096"/>
                    <a:pt x="9740" y="1357"/>
                  </a:cubicBezTo>
                  <a:cubicBezTo>
                    <a:pt x="9740" y="1631"/>
                    <a:pt x="9633" y="1881"/>
                    <a:pt x="9442" y="2060"/>
                  </a:cubicBezTo>
                  <a:lnTo>
                    <a:pt x="8156" y="3334"/>
                  </a:lnTo>
                  <a:cubicBezTo>
                    <a:pt x="8025" y="3024"/>
                    <a:pt x="7847" y="2739"/>
                    <a:pt x="7597" y="2489"/>
                  </a:cubicBezTo>
                  <a:cubicBezTo>
                    <a:pt x="7097" y="1988"/>
                    <a:pt x="6436" y="1738"/>
                    <a:pt x="5777" y="1738"/>
                  </a:cubicBezTo>
                  <a:cubicBezTo>
                    <a:pt x="5117" y="1738"/>
                    <a:pt x="4459" y="1988"/>
                    <a:pt x="3965" y="2489"/>
                  </a:cubicBezTo>
                  <a:lnTo>
                    <a:pt x="1001" y="5453"/>
                  </a:lnTo>
                  <a:cubicBezTo>
                    <a:pt x="1" y="6453"/>
                    <a:pt x="1" y="8084"/>
                    <a:pt x="1001" y="9085"/>
                  </a:cubicBezTo>
                  <a:cubicBezTo>
                    <a:pt x="1501" y="9585"/>
                    <a:pt x="2156" y="9823"/>
                    <a:pt x="2810" y="9823"/>
                  </a:cubicBezTo>
                  <a:cubicBezTo>
                    <a:pt x="3465" y="9823"/>
                    <a:pt x="4120" y="9573"/>
                    <a:pt x="4632" y="9085"/>
                  </a:cubicBezTo>
                  <a:lnTo>
                    <a:pt x="6204" y="7501"/>
                  </a:lnTo>
                  <a:cubicBezTo>
                    <a:pt x="6287" y="7430"/>
                    <a:pt x="6287" y="7322"/>
                    <a:pt x="6204" y="7251"/>
                  </a:cubicBezTo>
                  <a:cubicBezTo>
                    <a:pt x="6176" y="7242"/>
                    <a:pt x="6143" y="7236"/>
                    <a:pt x="6109" y="7236"/>
                  </a:cubicBezTo>
                  <a:cubicBezTo>
                    <a:pt x="6055" y="7236"/>
                    <a:pt x="5997" y="7250"/>
                    <a:pt x="5954" y="7287"/>
                  </a:cubicBezTo>
                  <a:lnTo>
                    <a:pt x="4382" y="8858"/>
                  </a:lnTo>
                  <a:cubicBezTo>
                    <a:pt x="3965" y="9275"/>
                    <a:pt x="3406" y="9513"/>
                    <a:pt x="2810" y="9513"/>
                  </a:cubicBezTo>
                  <a:cubicBezTo>
                    <a:pt x="2215" y="9513"/>
                    <a:pt x="1667" y="9287"/>
                    <a:pt x="1251" y="8858"/>
                  </a:cubicBezTo>
                  <a:cubicBezTo>
                    <a:pt x="394" y="8001"/>
                    <a:pt x="394" y="6596"/>
                    <a:pt x="1251" y="5739"/>
                  </a:cubicBezTo>
                  <a:lnTo>
                    <a:pt x="4215" y="2774"/>
                  </a:lnTo>
                  <a:cubicBezTo>
                    <a:pt x="4632" y="2358"/>
                    <a:pt x="5180" y="2119"/>
                    <a:pt x="5775" y="2119"/>
                  </a:cubicBezTo>
                  <a:cubicBezTo>
                    <a:pt x="6370" y="2119"/>
                    <a:pt x="6918" y="2346"/>
                    <a:pt x="7335" y="2774"/>
                  </a:cubicBezTo>
                  <a:cubicBezTo>
                    <a:pt x="7573" y="3012"/>
                    <a:pt x="7775" y="3310"/>
                    <a:pt x="7871" y="3632"/>
                  </a:cubicBezTo>
                  <a:lnTo>
                    <a:pt x="6478" y="5036"/>
                  </a:lnTo>
                  <a:cubicBezTo>
                    <a:pt x="6287" y="5227"/>
                    <a:pt x="6049" y="5334"/>
                    <a:pt x="5775" y="5334"/>
                  </a:cubicBezTo>
                  <a:cubicBezTo>
                    <a:pt x="5513" y="5334"/>
                    <a:pt x="5251" y="5227"/>
                    <a:pt x="5073" y="5036"/>
                  </a:cubicBezTo>
                  <a:cubicBezTo>
                    <a:pt x="4989" y="4941"/>
                    <a:pt x="4918" y="4822"/>
                    <a:pt x="4858" y="4703"/>
                  </a:cubicBezTo>
                  <a:cubicBezTo>
                    <a:pt x="4829" y="4634"/>
                    <a:pt x="4751" y="4590"/>
                    <a:pt x="4677" y="4590"/>
                  </a:cubicBezTo>
                  <a:cubicBezTo>
                    <a:pt x="4662" y="4590"/>
                    <a:pt x="4647" y="4592"/>
                    <a:pt x="4632" y="4596"/>
                  </a:cubicBezTo>
                  <a:cubicBezTo>
                    <a:pt x="4537" y="4632"/>
                    <a:pt x="4501" y="4739"/>
                    <a:pt x="4525" y="4822"/>
                  </a:cubicBezTo>
                  <a:cubicBezTo>
                    <a:pt x="4596" y="4989"/>
                    <a:pt x="4692" y="5132"/>
                    <a:pt x="4823" y="5275"/>
                  </a:cubicBezTo>
                  <a:cubicBezTo>
                    <a:pt x="5073" y="5525"/>
                    <a:pt x="5418" y="5679"/>
                    <a:pt x="5775" y="5679"/>
                  </a:cubicBezTo>
                  <a:cubicBezTo>
                    <a:pt x="6132" y="5679"/>
                    <a:pt x="6478" y="5537"/>
                    <a:pt x="6728" y="5275"/>
                  </a:cubicBezTo>
                  <a:lnTo>
                    <a:pt x="9692" y="2310"/>
                  </a:lnTo>
                  <a:cubicBezTo>
                    <a:pt x="9942" y="2060"/>
                    <a:pt x="10097" y="1715"/>
                    <a:pt x="10097" y="1357"/>
                  </a:cubicBezTo>
                  <a:cubicBezTo>
                    <a:pt x="10097" y="1000"/>
                    <a:pt x="9954" y="655"/>
                    <a:pt x="9692" y="405"/>
                  </a:cubicBezTo>
                  <a:cubicBezTo>
                    <a:pt x="9442" y="155"/>
                    <a:pt x="9097" y="0"/>
                    <a:pt x="8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64"/>
            <p:cNvSpPr/>
            <p:nvPr/>
          </p:nvSpPr>
          <p:spPr>
            <a:xfrm>
              <a:off x="6705588" y="3808035"/>
              <a:ext cx="321744" cy="313787"/>
            </a:xfrm>
            <a:custGeom>
              <a:avLst/>
              <a:gdLst/>
              <a:ahLst/>
              <a:cxnLst/>
              <a:rect l="l" t="t" r="r" b="b"/>
              <a:pathLst>
                <a:path w="10109" h="9859" extrusionOk="0">
                  <a:moveTo>
                    <a:pt x="7281" y="1"/>
                  </a:moveTo>
                  <a:cubicBezTo>
                    <a:pt x="6623" y="1"/>
                    <a:pt x="5965" y="251"/>
                    <a:pt x="5465" y="751"/>
                  </a:cubicBezTo>
                  <a:lnTo>
                    <a:pt x="3894" y="2322"/>
                  </a:lnTo>
                  <a:cubicBezTo>
                    <a:pt x="3810" y="2406"/>
                    <a:pt x="3810" y="2501"/>
                    <a:pt x="3894" y="2584"/>
                  </a:cubicBezTo>
                  <a:cubicBezTo>
                    <a:pt x="3929" y="2620"/>
                    <a:pt x="3974" y="2638"/>
                    <a:pt x="4019" y="2638"/>
                  </a:cubicBezTo>
                  <a:cubicBezTo>
                    <a:pt x="4063" y="2638"/>
                    <a:pt x="4108" y="2620"/>
                    <a:pt x="4144" y="2584"/>
                  </a:cubicBezTo>
                  <a:lnTo>
                    <a:pt x="5715" y="1001"/>
                  </a:lnTo>
                  <a:cubicBezTo>
                    <a:pt x="6150" y="572"/>
                    <a:pt x="6715" y="358"/>
                    <a:pt x="7281" y="358"/>
                  </a:cubicBezTo>
                  <a:cubicBezTo>
                    <a:pt x="7846" y="358"/>
                    <a:pt x="8412" y="572"/>
                    <a:pt x="8847" y="1001"/>
                  </a:cubicBezTo>
                  <a:cubicBezTo>
                    <a:pt x="9704" y="1870"/>
                    <a:pt x="9704" y="3263"/>
                    <a:pt x="8847" y="4132"/>
                  </a:cubicBezTo>
                  <a:lnTo>
                    <a:pt x="5882" y="7085"/>
                  </a:lnTo>
                  <a:cubicBezTo>
                    <a:pt x="5465" y="7501"/>
                    <a:pt x="4918" y="7740"/>
                    <a:pt x="4322" y="7740"/>
                  </a:cubicBezTo>
                  <a:cubicBezTo>
                    <a:pt x="3727" y="7740"/>
                    <a:pt x="3179" y="7525"/>
                    <a:pt x="2763" y="7085"/>
                  </a:cubicBezTo>
                  <a:cubicBezTo>
                    <a:pt x="2524" y="6847"/>
                    <a:pt x="2322" y="6549"/>
                    <a:pt x="2227" y="6227"/>
                  </a:cubicBezTo>
                  <a:lnTo>
                    <a:pt x="3620" y="4823"/>
                  </a:lnTo>
                  <a:cubicBezTo>
                    <a:pt x="3810" y="4632"/>
                    <a:pt x="4048" y="4525"/>
                    <a:pt x="4322" y="4525"/>
                  </a:cubicBezTo>
                  <a:cubicBezTo>
                    <a:pt x="4584" y="4525"/>
                    <a:pt x="4846" y="4632"/>
                    <a:pt x="5025" y="4823"/>
                  </a:cubicBezTo>
                  <a:cubicBezTo>
                    <a:pt x="5108" y="4918"/>
                    <a:pt x="5179" y="5037"/>
                    <a:pt x="5239" y="5156"/>
                  </a:cubicBezTo>
                  <a:cubicBezTo>
                    <a:pt x="5269" y="5225"/>
                    <a:pt x="5347" y="5269"/>
                    <a:pt x="5420" y="5269"/>
                  </a:cubicBezTo>
                  <a:cubicBezTo>
                    <a:pt x="5435" y="5269"/>
                    <a:pt x="5451" y="5267"/>
                    <a:pt x="5465" y="5263"/>
                  </a:cubicBezTo>
                  <a:cubicBezTo>
                    <a:pt x="5560" y="5227"/>
                    <a:pt x="5596" y="5120"/>
                    <a:pt x="5572" y="5037"/>
                  </a:cubicBezTo>
                  <a:cubicBezTo>
                    <a:pt x="5501" y="4870"/>
                    <a:pt x="5406" y="4727"/>
                    <a:pt x="5275" y="4584"/>
                  </a:cubicBezTo>
                  <a:cubicBezTo>
                    <a:pt x="5025" y="4334"/>
                    <a:pt x="4679" y="4192"/>
                    <a:pt x="4322" y="4192"/>
                  </a:cubicBezTo>
                  <a:cubicBezTo>
                    <a:pt x="3965" y="4192"/>
                    <a:pt x="3620" y="4322"/>
                    <a:pt x="3370" y="4584"/>
                  </a:cubicBezTo>
                  <a:lnTo>
                    <a:pt x="1929" y="6037"/>
                  </a:lnTo>
                  <a:cubicBezTo>
                    <a:pt x="1893" y="6049"/>
                    <a:pt x="1881" y="6061"/>
                    <a:pt x="1870" y="6097"/>
                  </a:cubicBezTo>
                  <a:lnTo>
                    <a:pt x="405" y="7549"/>
                  </a:lnTo>
                  <a:cubicBezTo>
                    <a:pt x="155" y="7799"/>
                    <a:pt x="0" y="8144"/>
                    <a:pt x="0" y="8502"/>
                  </a:cubicBezTo>
                  <a:cubicBezTo>
                    <a:pt x="0" y="8859"/>
                    <a:pt x="143" y="9204"/>
                    <a:pt x="405" y="9454"/>
                  </a:cubicBezTo>
                  <a:cubicBezTo>
                    <a:pt x="655" y="9704"/>
                    <a:pt x="1000" y="9859"/>
                    <a:pt x="1358" y="9859"/>
                  </a:cubicBezTo>
                  <a:cubicBezTo>
                    <a:pt x="1715" y="9859"/>
                    <a:pt x="2060" y="9728"/>
                    <a:pt x="2310" y="9454"/>
                  </a:cubicBezTo>
                  <a:lnTo>
                    <a:pt x="3251" y="8513"/>
                  </a:lnTo>
                  <a:cubicBezTo>
                    <a:pt x="3322" y="8442"/>
                    <a:pt x="3322" y="8335"/>
                    <a:pt x="3251" y="8263"/>
                  </a:cubicBezTo>
                  <a:cubicBezTo>
                    <a:pt x="3215" y="8228"/>
                    <a:pt x="3170" y="8210"/>
                    <a:pt x="3126" y="8210"/>
                  </a:cubicBezTo>
                  <a:cubicBezTo>
                    <a:pt x="3081" y="8210"/>
                    <a:pt x="3036" y="8228"/>
                    <a:pt x="3001" y="8263"/>
                  </a:cubicBezTo>
                  <a:lnTo>
                    <a:pt x="2060" y="9204"/>
                  </a:lnTo>
                  <a:cubicBezTo>
                    <a:pt x="1870" y="9395"/>
                    <a:pt x="1631" y="9502"/>
                    <a:pt x="1358" y="9502"/>
                  </a:cubicBezTo>
                  <a:cubicBezTo>
                    <a:pt x="1096" y="9502"/>
                    <a:pt x="834" y="9395"/>
                    <a:pt x="655" y="9204"/>
                  </a:cubicBezTo>
                  <a:cubicBezTo>
                    <a:pt x="465" y="9014"/>
                    <a:pt x="357" y="8775"/>
                    <a:pt x="357" y="8502"/>
                  </a:cubicBezTo>
                  <a:cubicBezTo>
                    <a:pt x="357" y="8240"/>
                    <a:pt x="465" y="7978"/>
                    <a:pt x="655" y="7799"/>
                  </a:cubicBezTo>
                  <a:lnTo>
                    <a:pt x="1941" y="6525"/>
                  </a:lnTo>
                  <a:cubicBezTo>
                    <a:pt x="2072" y="6835"/>
                    <a:pt x="2251" y="7120"/>
                    <a:pt x="2501" y="7370"/>
                  </a:cubicBezTo>
                  <a:cubicBezTo>
                    <a:pt x="2989" y="7859"/>
                    <a:pt x="3632" y="8132"/>
                    <a:pt x="4322" y="8132"/>
                  </a:cubicBezTo>
                  <a:cubicBezTo>
                    <a:pt x="5001" y="8132"/>
                    <a:pt x="5644" y="7859"/>
                    <a:pt x="6132" y="7370"/>
                  </a:cubicBezTo>
                  <a:lnTo>
                    <a:pt x="9097" y="4406"/>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7" name="Google Shape;10947;p64"/>
          <p:cNvGrpSpPr/>
          <p:nvPr/>
        </p:nvGrpSpPr>
        <p:grpSpPr>
          <a:xfrm>
            <a:off x="6219391" y="3642506"/>
            <a:ext cx="356627" cy="334252"/>
            <a:chOff x="6219391" y="3816756"/>
            <a:chExt cx="356627" cy="334252"/>
          </a:xfrm>
        </p:grpSpPr>
        <p:sp>
          <p:nvSpPr>
            <p:cNvPr id="10948" name="Google Shape;10948;p64"/>
            <p:cNvSpPr/>
            <p:nvPr/>
          </p:nvSpPr>
          <p:spPr>
            <a:xfrm>
              <a:off x="6219391" y="3816756"/>
              <a:ext cx="306594" cy="334252"/>
            </a:xfrm>
            <a:custGeom>
              <a:avLst/>
              <a:gdLst/>
              <a:ahLst/>
              <a:cxnLst/>
              <a:rect l="l" t="t" r="r" b="b"/>
              <a:pathLst>
                <a:path w="9633" h="10502" extrusionOk="0">
                  <a:moveTo>
                    <a:pt x="8394" y="4179"/>
                  </a:moveTo>
                  <a:cubicBezTo>
                    <a:pt x="8906" y="4251"/>
                    <a:pt x="9299" y="4703"/>
                    <a:pt x="9299" y="5239"/>
                  </a:cubicBezTo>
                  <a:cubicBezTo>
                    <a:pt x="9299" y="5775"/>
                    <a:pt x="8906" y="6215"/>
                    <a:pt x="8394" y="6299"/>
                  </a:cubicBezTo>
                  <a:lnTo>
                    <a:pt x="8394" y="4179"/>
                  </a:lnTo>
                  <a:close/>
                  <a:moveTo>
                    <a:pt x="1203" y="4013"/>
                  </a:moveTo>
                  <a:lnTo>
                    <a:pt x="1203" y="6489"/>
                  </a:lnTo>
                  <a:lnTo>
                    <a:pt x="846" y="6489"/>
                  </a:lnTo>
                  <a:cubicBezTo>
                    <a:pt x="548" y="6489"/>
                    <a:pt x="310" y="6251"/>
                    <a:pt x="310" y="5953"/>
                  </a:cubicBezTo>
                  <a:lnTo>
                    <a:pt x="310" y="4549"/>
                  </a:lnTo>
                  <a:cubicBezTo>
                    <a:pt x="310" y="4251"/>
                    <a:pt x="548" y="4013"/>
                    <a:pt x="846" y="4013"/>
                  </a:cubicBezTo>
                  <a:close/>
                  <a:moveTo>
                    <a:pt x="2596" y="4001"/>
                  </a:moveTo>
                  <a:lnTo>
                    <a:pt x="2596" y="6489"/>
                  </a:lnTo>
                  <a:lnTo>
                    <a:pt x="1525" y="6489"/>
                  </a:lnTo>
                  <a:lnTo>
                    <a:pt x="1525" y="4001"/>
                  </a:lnTo>
                  <a:close/>
                  <a:moveTo>
                    <a:pt x="2799" y="7692"/>
                  </a:moveTo>
                  <a:lnTo>
                    <a:pt x="2799" y="8418"/>
                  </a:lnTo>
                  <a:lnTo>
                    <a:pt x="2477" y="8418"/>
                  </a:lnTo>
                  <a:lnTo>
                    <a:pt x="2679" y="7692"/>
                  </a:lnTo>
                  <a:close/>
                  <a:moveTo>
                    <a:pt x="2560" y="6811"/>
                  </a:moveTo>
                  <a:lnTo>
                    <a:pt x="1941" y="9121"/>
                  </a:lnTo>
                  <a:lnTo>
                    <a:pt x="1525" y="9121"/>
                  </a:lnTo>
                  <a:lnTo>
                    <a:pt x="1525" y="6811"/>
                  </a:lnTo>
                  <a:close/>
                  <a:moveTo>
                    <a:pt x="8061" y="310"/>
                  </a:moveTo>
                  <a:lnTo>
                    <a:pt x="8061" y="10180"/>
                  </a:lnTo>
                  <a:lnTo>
                    <a:pt x="7335" y="10180"/>
                  </a:lnTo>
                  <a:lnTo>
                    <a:pt x="7335" y="3227"/>
                  </a:lnTo>
                  <a:cubicBezTo>
                    <a:pt x="7335" y="3132"/>
                    <a:pt x="7251" y="3060"/>
                    <a:pt x="7168" y="3060"/>
                  </a:cubicBezTo>
                  <a:cubicBezTo>
                    <a:pt x="7085" y="3060"/>
                    <a:pt x="7001" y="3132"/>
                    <a:pt x="7001" y="3227"/>
                  </a:cubicBezTo>
                  <a:lnTo>
                    <a:pt x="7001" y="9085"/>
                  </a:lnTo>
                  <a:cubicBezTo>
                    <a:pt x="6799" y="8811"/>
                    <a:pt x="6489" y="8406"/>
                    <a:pt x="6085" y="8013"/>
                  </a:cubicBezTo>
                  <a:cubicBezTo>
                    <a:pt x="5620" y="7573"/>
                    <a:pt x="5144" y="7216"/>
                    <a:pt x="4656" y="6966"/>
                  </a:cubicBezTo>
                  <a:cubicBezTo>
                    <a:pt x="4084" y="6668"/>
                    <a:pt x="3525" y="6501"/>
                    <a:pt x="2941" y="6489"/>
                  </a:cubicBezTo>
                  <a:lnTo>
                    <a:pt x="2941" y="4001"/>
                  </a:lnTo>
                  <a:cubicBezTo>
                    <a:pt x="3525" y="3965"/>
                    <a:pt x="4084" y="3810"/>
                    <a:pt x="4656" y="3525"/>
                  </a:cubicBezTo>
                  <a:cubicBezTo>
                    <a:pt x="5144" y="3275"/>
                    <a:pt x="5620" y="2917"/>
                    <a:pt x="6085" y="2465"/>
                  </a:cubicBezTo>
                  <a:cubicBezTo>
                    <a:pt x="6489" y="2084"/>
                    <a:pt x="6799" y="1679"/>
                    <a:pt x="7001" y="1393"/>
                  </a:cubicBezTo>
                  <a:lnTo>
                    <a:pt x="7001" y="2441"/>
                  </a:lnTo>
                  <a:cubicBezTo>
                    <a:pt x="7001" y="2524"/>
                    <a:pt x="7085" y="2596"/>
                    <a:pt x="7168" y="2596"/>
                  </a:cubicBezTo>
                  <a:cubicBezTo>
                    <a:pt x="7251" y="2596"/>
                    <a:pt x="7335" y="2524"/>
                    <a:pt x="7335" y="2441"/>
                  </a:cubicBezTo>
                  <a:lnTo>
                    <a:pt x="7335" y="310"/>
                  </a:lnTo>
                  <a:close/>
                  <a:moveTo>
                    <a:pt x="7168" y="0"/>
                  </a:moveTo>
                  <a:cubicBezTo>
                    <a:pt x="7085" y="0"/>
                    <a:pt x="7001" y="72"/>
                    <a:pt x="7001" y="167"/>
                  </a:cubicBezTo>
                  <a:lnTo>
                    <a:pt x="7001" y="822"/>
                  </a:lnTo>
                  <a:cubicBezTo>
                    <a:pt x="6906" y="977"/>
                    <a:pt x="6489" y="1620"/>
                    <a:pt x="5847" y="2251"/>
                  </a:cubicBezTo>
                  <a:cubicBezTo>
                    <a:pt x="5156" y="2905"/>
                    <a:pt x="4084" y="3691"/>
                    <a:pt x="2775" y="3691"/>
                  </a:cubicBezTo>
                  <a:lnTo>
                    <a:pt x="858" y="3691"/>
                  </a:lnTo>
                  <a:cubicBezTo>
                    <a:pt x="382" y="3691"/>
                    <a:pt x="1" y="4072"/>
                    <a:pt x="1" y="4549"/>
                  </a:cubicBezTo>
                  <a:lnTo>
                    <a:pt x="1" y="5953"/>
                  </a:lnTo>
                  <a:cubicBezTo>
                    <a:pt x="1" y="6430"/>
                    <a:pt x="382" y="6811"/>
                    <a:pt x="858" y="6811"/>
                  </a:cubicBezTo>
                  <a:lnTo>
                    <a:pt x="1215" y="6811"/>
                  </a:lnTo>
                  <a:lnTo>
                    <a:pt x="1215" y="9287"/>
                  </a:lnTo>
                  <a:cubicBezTo>
                    <a:pt x="1215" y="9371"/>
                    <a:pt x="1286" y="9454"/>
                    <a:pt x="1382" y="9454"/>
                  </a:cubicBezTo>
                  <a:lnTo>
                    <a:pt x="2084" y="9454"/>
                  </a:lnTo>
                  <a:cubicBezTo>
                    <a:pt x="2156" y="9454"/>
                    <a:pt x="2215" y="9406"/>
                    <a:pt x="2239" y="9335"/>
                  </a:cubicBezTo>
                  <a:lnTo>
                    <a:pt x="2394" y="8751"/>
                  </a:lnTo>
                  <a:lnTo>
                    <a:pt x="2953" y="8751"/>
                  </a:lnTo>
                  <a:cubicBezTo>
                    <a:pt x="3049" y="8751"/>
                    <a:pt x="3120" y="8680"/>
                    <a:pt x="3120" y="8585"/>
                  </a:cubicBezTo>
                  <a:lnTo>
                    <a:pt x="3120" y="7525"/>
                  </a:lnTo>
                  <a:cubicBezTo>
                    <a:pt x="3120" y="7442"/>
                    <a:pt x="3049" y="7370"/>
                    <a:pt x="2953" y="7370"/>
                  </a:cubicBezTo>
                  <a:lnTo>
                    <a:pt x="2763" y="7370"/>
                  </a:lnTo>
                  <a:lnTo>
                    <a:pt x="2918" y="6811"/>
                  </a:lnTo>
                  <a:cubicBezTo>
                    <a:pt x="4168" y="6858"/>
                    <a:pt x="5192" y="7620"/>
                    <a:pt x="5858" y="8263"/>
                  </a:cubicBezTo>
                  <a:cubicBezTo>
                    <a:pt x="6513" y="8882"/>
                    <a:pt x="6930" y="9525"/>
                    <a:pt x="7025" y="9692"/>
                  </a:cubicBezTo>
                  <a:lnTo>
                    <a:pt x="7025" y="10347"/>
                  </a:lnTo>
                  <a:cubicBezTo>
                    <a:pt x="7025" y="10430"/>
                    <a:pt x="7097" y="10502"/>
                    <a:pt x="7180" y="10502"/>
                  </a:cubicBezTo>
                  <a:lnTo>
                    <a:pt x="8240" y="10502"/>
                  </a:lnTo>
                  <a:cubicBezTo>
                    <a:pt x="8335" y="10502"/>
                    <a:pt x="8406" y="10430"/>
                    <a:pt x="8406" y="10347"/>
                  </a:cubicBezTo>
                  <a:lnTo>
                    <a:pt x="8406" y="6632"/>
                  </a:lnTo>
                  <a:cubicBezTo>
                    <a:pt x="9109" y="6549"/>
                    <a:pt x="9633" y="5965"/>
                    <a:pt x="9633" y="5251"/>
                  </a:cubicBezTo>
                  <a:cubicBezTo>
                    <a:pt x="9621" y="4537"/>
                    <a:pt x="9085" y="3941"/>
                    <a:pt x="8394" y="3870"/>
                  </a:cubicBezTo>
                  <a:lnTo>
                    <a:pt x="8394" y="167"/>
                  </a:lnTo>
                  <a:cubicBezTo>
                    <a:pt x="8394" y="72"/>
                    <a:pt x="8311" y="0"/>
                    <a:pt x="8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64"/>
            <p:cNvSpPr/>
            <p:nvPr/>
          </p:nvSpPr>
          <p:spPr>
            <a:xfrm>
              <a:off x="6549060" y="3978567"/>
              <a:ext cx="26958" cy="10630"/>
            </a:xfrm>
            <a:custGeom>
              <a:avLst/>
              <a:gdLst/>
              <a:ahLst/>
              <a:cxnLst/>
              <a:rect l="l" t="t" r="r" b="b"/>
              <a:pathLst>
                <a:path w="847" h="334" extrusionOk="0">
                  <a:moveTo>
                    <a:pt x="156" y="0"/>
                  </a:moveTo>
                  <a:cubicBezTo>
                    <a:pt x="72" y="0"/>
                    <a:pt x="1" y="84"/>
                    <a:pt x="1" y="167"/>
                  </a:cubicBezTo>
                  <a:cubicBezTo>
                    <a:pt x="1" y="262"/>
                    <a:pt x="72" y="334"/>
                    <a:pt x="156" y="334"/>
                  </a:cubicBezTo>
                  <a:lnTo>
                    <a:pt x="680" y="334"/>
                  </a:lnTo>
                  <a:cubicBezTo>
                    <a:pt x="763" y="334"/>
                    <a:pt x="846" y="262"/>
                    <a:pt x="846" y="167"/>
                  </a:cubicBezTo>
                  <a:cubicBezTo>
                    <a:pt x="846" y="84"/>
                    <a:pt x="775"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64"/>
            <p:cNvSpPr/>
            <p:nvPr/>
          </p:nvSpPr>
          <p:spPr>
            <a:xfrm>
              <a:off x="6525572" y="3915357"/>
              <a:ext cx="24666" cy="22311"/>
            </a:xfrm>
            <a:custGeom>
              <a:avLst/>
              <a:gdLst/>
              <a:ahLst/>
              <a:cxnLst/>
              <a:rect l="l" t="t" r="r" b="b"/>
              <a:pathLst>
                <a:path w="775" h="701" extrusionOk="0">
                  <a:moveTo>
                    <a:pt x="605" y="1"/>
                  </a:moveTo>
                  <a:cubicBezTo>
                    <a:pt x="563" y="1"/>
                    <a:pt x="519" y="16"/>
                    <a:pt x="477" y="46"/>
                  </a:cubicBezTo>
                  <a:lnTo>
                    <a:pt x="108" y="415"/>
                  </a:lnTo>
                  <a:cubicBezTo>
                    <a:pt x="1" y="522"/>
                    <a:pt x="84" y="700"/>
                    <a:pt x="227" y="700"/>
                  </a:cubicBezTo>
                  <a:cubicBezTo>
                    <a:pt x="275" y="700"/>
                    <a:pt x="322" y="677"/>
                    <a:pt x="346" y="653"/>
                  </a:cubicBezTo>
                  <a:lnTo>
                    <a:pt x="715" y="284"/>
                  </a:lnTo>
                  <a:cubicBezTo>
                    <a:pt x="775" y="224"/>
                    <a:pt x="775" y="117"/>
                    <a:pt x="715" y="46"/>
                  </a:cubicBezTo>
                  <a:cubicBezTo>
                    <a:pt x="685" y="16"/>
                    <a:pt x="647" y="1"/>
                    <a:pt x="6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64"/>
            <p:cNvSpPr/>
            <p:nvPr/>
          </p:nvSpPr>
          <p:spPr>
            <a:xfrm>
              <a:off x="6527099" y="4030191"/>
              <a:ext cx="23139" cy="22661"/>
            </a:xfrm>
            <a:custGeom>
              <a:avLst/>
              <a:gdLst/>
              <a:ahLst/>
              <a:cxnLst/>
              <a:rect l="l" t="t" r="r" b="b"/>
              <a:pathLst>
                <a:path w="727" h="712" extrusionOk="0">
                  <a:moveTo>
                    <a:pt x="183" y="1"/>
                  </a:moveTo>
                  <a:cubicBezTo>
                    <a:pt x="140" y="1"/>
                    <a:pt x="96" y="15"/>
                    <a:pt x="60" y="45"/>
                  </a:cubicBezTo>
                  <a:cubicBezTo>
                    <a:pt x="0" y="105"/>
                    <a:pt x="0" y="212"/>
                    <a:pt x="60" y="283"/>
                  </a:cubicBezTo>
                  <a:lnTo>
                    <a:pt x="429" y="664"/>
                  </a:lnTo>
                  <a:cubicBezTo>
                    <a:pt x="466" y="696"/>
                    <a:pt x="505" y="711"/>
                    <a:pt x="543" y="711"/>
                  </a:cubicBezTo>
                  <a:cubicBezTo>
                    <a:pt x="590" y="711"/>
                    <a:pt x="634" y="687"/>
                    <a:pt x="667" y="641"/>
                  </a:cubicBezTo>
                  <a:cubicBezTo>
                    <a:pt x="727" y="569"/>
                    <a:pt x="727" y="486"/>
                    <a:pt x="667" y="426"/>
                  </a:cubicBezTo>
                  <a:lnTo>
                    <a:pt x="298" y="45"/>
                  </a:ln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2" name="Google Shape;10952;p64"/>
          <p:cNvGrpSpPr/>
          <p:nvPr/>
        </p:nvGrpSpPr>
        <p:grpSpPr>
          <a:xfrm>
            <a:off x="5778676" y="3652722"/>
            <a:ext cx="349052" cy="313055"/>
            <a:chOff x="5778676" y="3826972"/>
            <a:chExt cx="349052" cy="313055"/>
          </a:xfrm>
        </p:grpSpPr>
        <p:sp>
          <p:nvSpPr>
            <p:cNvPr id="10953" name="Google Shape;10953;p64"/>
            <p:cNvSpPr/>
            <p:nvPr/>
          </p:nvSpPr>
          <p:spPr>
            <a:xfrm>
              <a:off x="5923045" y="3890659"/>
              <a:ext cx="27690" cy="48155"/>
            </a:xfrm>
            <a:custGeom>
              <a:avLst/>
              <a:gdLst/>
              <a:ahLst/>
              <a:cxnLst/>
              <a:rect l="l" t="t" r="r" b="b"/>
              <a:pathLst>
                <a:path w="870" h="1513" extrusionOk="0">
                  <a:moveTo>
                    <a:pt x="406" y="286"/>
                  </a:moveTo>
                  <a:lnTo>
                    <a:pt x="406" y="560"/>
                  </a:lnTo>
                  <a:cubicBezTo>
                    <a:pt x="299" y="524"/>
                    <a:pt x="251" y="488"/>
                    <a:pt x="251" y="417"/>
                  </a:cubicBezTo>
                  <a:cubicBezTo>
                    <a:pt x="251" y="345"/>
                    <a:pt x="334" y="298"/>
                    <a:pt x="406" y="286"/>
                  </a:cubicBezTo>
                  <a:close/>
                  <a:moveTo>
                    <a:pt x="513" y="845"/>
                  </a:moveTo>
                  <a:cubicBezTo>
                    <a:pt x="632" y="893"/>
                    <a:pt x="644" y="953"/>
                    <a:pt x="644" y="1012"/>
                  </a:cubicBezTo>
                  <a:cubicBezTo>
                    <a:pt x="644" y="1119"/>
                    <a:pt x="584" y="1155"/>
                    <a:pt x="513" y="1179"/>
                  </a:cubicBezTo>
                  <a:lnTo>
                    <a:pt x="513" y="845"/>
                  </a:lnTo>
                  <a:close/>
                  <a:moveTo>
                    <a:pt x="465" y="0"/>
                  </a:moveTo>
                  <a:cubicBezTo>
                    <a:pt x="441" y="0"/>
                    <a:pt x="406" y="12"/>
                    <a:pt x="406" y="48"/>
                  </a:cubicBezTo>
                  <a:lnTo>
                    <a:pt x="406" y="83"/>
                  </a:lnTo>
                  <a:cubicBezTo>
                    <a:pt x="179" y="119"/>
                    <a:pt x="48" y="238"/>
                    <a:pt x="48" y="441"/>
                  </a:cubicBezTo>
                  <a:cubicBezTo>
                    <a:pt x="48" y="667"/>
                    <a:pt x="215" y="738"/>
                    <a:pt x="406" y="810"/>
                  </a:cubicBezTo>
                  <a:lnTo>
                    <a:pt x="406" y="1191"/>
                  </a:lnTo>
                  <a:cubicBezTo>
                    <a:pt x="299" y="1167"/>
                    <a:pt x="251" y="1143"/>
                    <a:pt x="168" y="1072"/>
                  </a:cubicBezTo>
                  <a:cubicBezTo>
                    <a:pt x="149" y="1058"/>
                    <a:pt x="132" y="1051"/>
                    <a:pt x="116" y="1051"/>
                  </a:cubicBezTo>
                  <a:cubicBezTo>
                    <a:pt x="92" y="1051"/>
                    <a:pt x="70" y="1067"/>
                    <a:pt x="48" y="1095"/>
                  </a:cubicBezTo>
                  <a:cubicBezTo>
                    <a:pt x="1" y="1155"/>
                    <a:pt x="1" y="1215"/>
                    <a:pt x="48" y="1262"/>
                  </a:cubicBezTo>
                  <a:cubicBezTo>
                    <a:pt x="120" y="1357"/>
                    <a:pt x="275" y="1417"/>
                    <a:pt x="406" y="1417"/>
                  </a:cubicBezTo>
                  <a:lnTo>
                    <a:pt x="406" y="1476"/>
                  </a:lnTo>
                  <a:cubicBezTo>
                    <a:pt x="406" y="1500"/>
                    <a:pt x="441" y="1512"/>
                    <a:pt x="465" y="1512"/>
                  </a:cubicBezTo>
                  <a:cubicBezTo>
                    <a:pt x="501" y="1512"/>
                    <a:pt x="525" y="1500"/>
                    <a:pt x="525" y="1476"/>
                  </a:cubicBezTo>
                  <a:lnTo>
                    <a:pt x="525" y="1417"/>
                  </a:lnTo>
                  <a:cubicBezTo>
                    <a:pt x="715" y="1381"/>
                    <a:pt x="870" y="1262"/>
                    <a:pt x="870" y="1024"/>
                  </a:cubicBezTo>
                  <a:cubicBezTo>
                    <a:pt x="870" y="774"/>
                    <a:pt x="739" y="679"/>
                    <a:pt x="525" y="607"/>
                  </a:cubicBezTo>
                  <a:lnTo>
                    <a:pt x="525" y="286"/>
                  </a:lnTo>
                  <a:cubicBezTo>
                    <a:pt x="572" y="286"/>
                    <a:pt x="596" y="298"/>
                    <a:pt x="656" y="322"/>
                  </a:cubicBezTo>
                  <a:cubicBezTo>
                    <a:pt x="682" y="335"/>
                    <a:pt x="713" y="352"/>
                    <a:pt x="745" y="352"/>
                  </a:cubicBezTo>
                  <a:cubicBezTo>
                    <a:pt x="770" y="352"/>
                    <a:pt x="796" y="341"/>
                    <a:pt x="822" y="310"/>
                  </a:cubicBezTo>
                  <a:cubicBezTo>
                    <a:pt x="858" y="262"/>
                    <a:pt x="870" y="202"/>
                    <a:pt x="810" y="155"/>
                  </a:cubicBezTo>
                  <a:cubicBezTo>
                    <a:pt x="739" y="107"/>
                    <a:pt x="620" y="83"/>
                    <a:pt x="525" y="83"/>
                  </a:cubicBezTo>
                  <a:lnTo>
                    <a:pt x="525" y="48"/>
                  </a:lnTo>
                  <a:cubicBezTo>
                    <a:pt x="525" y="12"/>
                    <a:pt x="501"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64"/>
            <p:cNvSpPr/>
            <p:nvPr/>
          </p:nvSpPr>
          <p:spPr>
            <a:xfrm>
              <a:off x="5976866" y="3843268"/>
              <a:ext cx="80364" cy="80364"/>
            </a:xfrm>
            <a:custGeom>
              <a:avLst/>
              <a:gdLst/>
              <a:ahLst/>
              <a:cxnLst/>
              <a:rect l="l" t="t" r="r" b="b"/>
              <a:pathLst>
                <a:path w="2525" h="2525" extrusionOk="0">
                  <a:moveTo>
                    <a:pt x="1263" y="310"/>
                  </a:moveTo>
                  <a:cubicBezTo>
                    <a:pt x="1786" y="310"/>
                    <a:pt x="2215" y="739"/>
                    <a:pt x="2215" y="1263"/>
                  </a:cubicBezTo>
                  <a:cubicBezTo>
                    <a:pt x="2215" y="1787"/>
                    <a:pt x="1798" y="2215"/>
                    <a:pt x="1263" y="2215"/>
                  </a:cubicBezTo>
                  <a:cubicBezTo>
                    <a:pt x="739" y="2215"/>
                    <a:pt x="310" y="1787"/>
                    <a:pt x="310" y="1263"/>
                  </a:cubicBezTo>
                  <a:cubicBezTo>
                    <a:pt x="310" y="739"/>
                    <a:pt x="739" y="310"/>
                    <a:pt x="1263" y="310"/>
                  </a:cubicBezTo>
                  <a:close/>
                  <a:moveTo>
                    <a:pt x="1263" y="1"/>
                  </a:moveTo>
                  <a:cubicBezTo>
                    <a:pt x="560" y="1"/>
                    <a:pt x="1" y="560"/>
                    <a:pt x="1" y="1263"/>
                  </a:cubicBezTo>
                  <a:cubicBezTo>
                    <a:pt x="1" y="1965"/>
                    <a:pt x="560" y="2525"/>
                    <a:pt x="1263" y="2525"/>
                  </a:cubicBezTo>
                  <a:cubicBezTo>
                    <a:pt x="1965" y="2525"/>
                    <a:pt x="2525" y="1965"/>
                    <a:pt x="2525" y="1263"/>
                  </a:cubicBezTo>
                  <a:cubicBezTo>
                    <a:pt x="2525" y="560"/>
                    <a:pt x="1965"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64"/>
            <p:cNvSpPr/>
            <p:nvPr/>
          </p:nvSpPr>
          <p:spPr>
            <a:xfrm>
              <a:off x="5879473" y="3826972"/>
              <a:ext cx="193288" cy="144051"/>
            </a:xfrm>
            <a:custGeom>
              <a:avLst/>
              <a:gdLst/>
              <a:ahLst/>
              <a:cxnLst/>
              <a:rect l="l" t="t" r="r" b="b"/>
              <a:pathLst>
                <a:path w="6073" h="4526" extrusionOk="0">
                  <a:moveTo>
                    <a:pt x="1798" y="1775"/>
                  </a:moveTo>
                  <a:cubicBezTo>
                    <a:pt x="2132" y="1775"/>
                    <a:pt x="2430" y="1942"/>
                    <a:pt x="2596" y="2192"/>
                  </a:cubicBezTo>
                  <a:cubicBezTo>
                    <a:pt x="2620" y="2346"/>
                    <a:pt x="2680" y="2477"/>
                    <a:pt x="2739" y="2608"/>
                  </a:cubicBezTo>
                  <a:cubicBezTo>
                    <a:pt x="2739" y="2656"/>
                    <a:pt x="2751" y="2704"/>
                    <a:pt x="2751" y="2727"/>
                  </a:cubicBezTo>
                  <a:cubicBezTo>
                    <a:pt x="2751" y="3251"/>
                    <a:pt x="2322" y="3680"/>
                    <a:pt x="1798" y="3680"/>
                  </a:cubicBezTo>
                  <a:cubicBezTo>
                    <a:pt x="1287" y="3680"/>
                    <a:pt x="846" y="3251"/>
                    <a:pt x="846" y="2727"/>
                  </a:cubicBezTo>
                  <a:cubicBezTo>
                    <a:pt x="846" y="2203"/>
                    <a:pt x="1287" y="1775"/>
                    <a:pt x="1798" y="1775"/>
                  </a:cubicBezTo>
                  <a:close/>
                  <a:moveTo>
                    <a:pt x="1810" y="1251"/>
                  </a:moveTo>
                  <a:cubicBezTo>
                    <a:pt x="2072" y="1251"/>
                    <a:pt x="2334" y="1334"/>
                    <a:pt x="2560" y="1465"/>
                  </a:cubicBezTo>
                  <a:cubicBezTo>
                    <a:pt x="2549" y="1537"/>
                    <a:pt x="2549" y="1632"/>
                    <a:pt x="2537" y="1692"/>
                  </a:cubicBezTo>
                  <a:cubicBezTo>
                    <a:pt x="2322" y="1537"/>
                    <a:pt x="2072" y="1453"/>
                    <a:pt x="1787" y="1453"/>
                  </a:cubicBezTo>
                  <a:cubicBezTo>
                    <a:pt x="1084" y="1453"/>
                    <a:pt x="525" y="2013"/>
                    <a:pt x="525" y="2715"/>
                  </a:cubicBezTo>
                  <a:cubicBezTo>
                    <a:pt x="525" y="3418"/>
                    <a:pt x="1084" y="3978"/>
                    <a:pt x="1787" y="3978"/>
                  </a:cubicBezTo>
                  <a:cubicBezTo>
                    <a:pt x="2382" y="3978"/>
                    <a:pt x="2894" y="3561"/>
                    <a:pt x="3025" y="3001"/>
                  </a:cubicBezTo>
                  <a:lnTo>
                    <a:pt x="3192" y="3156"/>
                  </a:lnTo>
                  <a:cubicBezTo>
                    <a:pt x="3025" y="3775"/>
                    <a:pt x="2465" y="4204"/>
                    <a:pt x="1810" y="4204"/>
                  </a:cubicBezTo>
                  <a:cubicBezTo>
                    <a:pt x="1001" y="4204"/>
                    <a:pt x="334" y="3549"/>
                    <a:pt x="334" y="2727"/>
                  </a:cubicBezTo>
                  <a:cubicBezTo>
                    <a:pt x="334" y="1906"/>
                    <a:pt x="989" y="1251"/>
                    <a:pt x="1810" y="1251"/>
                  </a:cubicBezTo>
                  <a:close/>
                  <a:moveTo>
                    <a:pt x="4299" y="1"/>
                  </a:moveTo>
                  <a:cubicBezTo>
                    <a:pt x="3549" y="1"/>
                    <a:pt x="2894" y="501"/>
                    <a:pt x="2632" y="1168"/>
                  </a:cubicBezTo>
                  <a:cubicBezTo>
                    <a:pt x="2382" y="1037"/>
                    <a:pt x="2084" y="953"/>
                    <a:pt x="1787" y="953"/>
                  </a:cubicBezTo>
                  <a:cubicBezTo>
                    <a:pt x="810" y="953"/>
                    <a:pt x="1" y="1763"/>
                    <a:pt x="1" y="2739"/>
                  </a:cubicBezTo>
                  <a:cubicBezTo>
                    <a:pt x="1" y="3727"/>
                    <a:pt x="810" y="4525"/>
                    <a:pt x="1787" y="4525"/>
                  </a:cubicBezTo>
                  <a:cubicBezTo>
                    <a:pt x="2549" y="4525"/>
                    <a:pt x="3203" y="4049"/>
                    <a:pt x="3453" y="3370"/>
                  </a:cubicBezTo>
                  <a:cubicBezTo>
                    <a:pt x="3703" y="3501"/>
                    <a:pt x="3989" y="3573"/>
                    <a:pt x="4299" y="3573"/>
                  </a:cubicBezTo>
                  <a:cubicBezTo>
                    <a:pt x="4704" y="3573"/>
                    <a:pt x="5108" y="3442"/>
                    <a:pt x="5418" y="3192"/>
                  </a:cubicBezTo>
                  <a:cubicBezTo>
                    <a:pt x="5728" y="2942"/>
                    <a:pt x="5954" y="2596"/>
                    <a:pt x="6049" y="2203"/>
                  </a:cubicBezTo>
                  <a:cubicBezTo>
                    <a:pt x="6073" y="2108"/>
                    <a:pt x="6037" y="2013"/>
                    <a:pt x="5942" y="2001"/>
                  </a:cubicBezTo>
                  <a:cubicBezTo>
                    <a:pt x="5932" y="2000"/>
                    <a:pt x="5921" y="1999"/>
                    <a:pt x="5911" y="1999"/>
                  </a:cubicBezTo>
                  <a:cubicBezTo>
                    <a:pt x="5839" y="1999"/>
                    <a:pt x="5772" y="2037"/>
                    <a:pt x="5751" y="2120"/>
                  </a:cubicBezTo>
                  <a:cubicBezTo>
                    <a:pt x="5597" y="2787"/>
                    <a:pt x="5001" y="3251"/>
                    <a:pt x="4323" y="3251"/>
                  </a:cubicBezTo>
                  <a:cubicBezTo>
                    <a:pt x="3787" y="3251"/>
                    <a:pt x="3311" y="2965"/>
                    <a:pt x="3037" y="2501"/>
                  </a:cubicBezTo>
                  <a:cubicBezTo>
                    <a:pt x="3013" y="2358"/>
                    <a:pt x="2953" y="2203"/>
                    <a:pt x="2882" y="2084"/>
                  </a:cubicBezTo>
                  <a:cubicBezTo>
                    <a:pt x="2680" y="1180"/>
                    <a:pt x="3382" y="322"/>
                    <a:pt x="4311" y="322"/>
                  </a:cubicBezTo>
                  <a:cubicBezTo>
                    <a:pt x="4989" y="322"/>
                    <a:pt x="5585" y="775"/>
                    <a:pt x="5739" y="1453"/>
                  </a:cubicBezTo>
                  <a:cubicBezTo>
                    <a:pt x="5750" y="1528"/>
                    <a:pt x="5818" y="1574"/>
                    <a:pt x="5901" y="1574"/>
                  </a:cubicBezTo>
                  <a:cubicBezTo>
                    <a:pt x="5911" y="1574"/>
                    <a:pt x="5920" y="1574"/>
                    <a:pt x="5930" y="1572"/>
                  </a:cubicBezTo>
                  <a:cubicBezTo>
                    <a:pt x="6013" y="1549"/>
                    <a:pt x="6061" y="1465"/>
                    <a:pt x="6049" y="1370"/>
                  </a:cubicBezTo>
                  <a:cubicBezTo>
                    <a:pt x="5954" y="989"/>
                    <a:pt x="5739" y="644"/>
                    <a:pt x="5418" y="394"/>
                  </a:cubicBezTo>
                  <a:cubicBezTo>
                    <a:pt x="5108" y="144"/>
                    <a:pt x="4704"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64"/>
            <p:cNvSpPr/>
            <p:nvPr/>
          </p:nvSpPr>
          <p:spPr>
            <a:xfrm>
              <a:off x="6003760" y="3859946"/>
              <a:ext cx="26958" cy="47773"/>
            </a:xfrm>
            <a:custGeom>
              <a:avLst/>
              <a:gdLst/>
              <a:ahLst/>
              <a:cxnLst/>
              <a:rect l="l" t="t" r="r" b="b"/>
              <a:pathLst>
                <a:path w="847" h="1501" extrusionOk="0">
                  <a:moveTo>
                    <a:pt x="382" y="298"/>
                  </a:moveTo>
                  <a:lnTo>
                    <a:pt x="382" y="572"/>
                  </a:lnTo>
                  <a:cubicBezTo>
                    <a:pt x="287" y="536"/>
                    <a:pt x="239" y="501"/>
                    <a:pt x="239" y="429"/>
                  </a:cubicBezTo>
                  <a:cubicBezTo>
                    <a:pt x="239" y="358"/>
                    <a:pt x="310" y="310"/>
                    <a:pt x="382" y="298"/>
                  </a:cubicBezTo>
                  <a:close/>
                  <a:moveTo>
                    <a:pt x="489" y="870"/>
                  </a:moveTo>
                  <a:cubicBezTo>
                    <a:pt x="608" y="917"/>
                    <a:pt x="620" y="977"/>
                    <a:pt x="620" y="1037"/>
                  </a:cubicBezTo>
                  <a:cubicBezTo>
                    <a:pt x="620" y="1132"/>
                    <a:pt x="560" y="1167"/>
                    <a:pt x="489" y="1203"/>
                  </a:cubicBezTo>
                  <a:lnTo>
                    <a:pt x="489" y="870"/>
                  </a:lnTo>
                  <a:close/>
                  <a:moveTo>
                    <a:pt x="441" y="1"/>
                  </a:moveTo>
                  <a:cubicBezTo>
                    <a:pt x="418" y="1"/>
                    <a:pt x="382" y="13"/>
                    <a:pt x="382" y="36"/>
                  </a:cubicBezTo>
                  <a:lnTo>
                    <a:pt x="382" y="84"/>
                  </a:lnTo>
                  <a:cubicBezTo>
                    <a:pt x="156" y="120"/>
                    <a:pt x="25" y="239"/>
                    <a:pt x="25" y="441"/>
                  </a:cubicBezTo>
                  <a:cubicBezTo>
                    <a:pt x="25" y="679"/>
                    <a:pt x="203" y="739"/>
                    <a:pt x="382" y="810"/>
                  </a:cubicBezTo>
                  <a:lnTo>
                    <a:pt x="382" y="1191"/>
                  </a:lnTo>
                  <a:cubicBezTo>
                    <a:pt x="275" y="1167"/>
                    <a:pt x="239" y="1132"/>
                    <a:pt x="144" y="1072"/>
                  </a:cubicBezTo>
                  <a:cubicBezTo>
                    <a:pt x="125" y="1059"/>
                    <a:pt x="108" y="1053"/>
                    <a:pt x="92" y="1053"/>
                  </a:cubicBezTo>
                  <a:cubicBezTo>
                    <a:pt x="37" y="1053"/>
                    <a:pt x="1" y="1121"/>
                    <a:pt x="1" y="1167"/>
                  </a:cubicBezTo>
                  <a:cubicBezTo>
                    <a:pt x="1" y="1203"/>
                    <a:pt x="13" y="1227"/>
                    <a:pt x="25" y="1251"/>
                  </a:cubicBezTo>
                  <a:cubicBezTo>
                    <a:pt x="96" y="1346"/>
                    <a:pt x="251" y="1394"/>
                    <a:pt x="382" y="1394"/>
                  </a:cubicBezTo>
                  <a:lnTo>
                    <a:pt x="382" y="1453"/>
                  </a:lnTo>
                  <a:cubicBezTo>
                    <a:pt x="382" y="1489"/>
                    <a:pt x="418" y="1501"/>
                    <a:pt x="441" y="1501"/>
                  </a:cubicBezTo>
                  <a:cubicBezTo>
                    <a:pt x="477" y="1501"/>
                    <a:pt x="501" y="1489"/>
                    <a:pt x="501" y="1453"/>
                  </a:cubicBezTo>
                  <a:lnTo>
                    <a:pt x="501" y="1394"/>
                  </a:lnTo>
                  <a:cubicBezTo>
                    <a:pt x="703" y="1370"/>
                    <a:pt x="846" y="1251"/>
                    <a:pt x="846" y="1013"/>
                  </a:cubicBezTo>
                  <a:cubicBezTo>
                    <a:pt x="846" y="786"/>
                    <a:pt x="691" y="691"/>
                    <a:pt x="501" y="620"/>
                  </a:cubicBezTo>
                  <a:lnTo>
                    <a:pt x="501" y="298"/>
                  </a:lnTo>
                  <a:cubicBezTo>
                    <a:pt x="584" y="298"/>
                    <a:pt x="608" y="310"/>
                    <a:pt x="680" y="358"/>
                  </a:cubicBezTo>
                  <a:cubicBezTo>
                    <a:pt x="694" y="362"/>
                    <a:pt x="709" y="364"/>
                    <a:pt x="723" y="364"/>
                  </a:cubicBezTo>
                  <a:cubicBezTo>
                    <a:pt x="754" y="364"/>
                    <a:pt x="782" y="351"/>
                    <a:pt x="799" y="310"/>
                  </a:cubicBezTo>
                  <a:cubicBezTo>
                    <a:pt x="834" y="263"/>
                    <a:pt x="846" y="203"/>
                    <a:pt x="787" y="155"/>
                  </a:cubicBezTo>
                  <a:cubicBezTo>
                    <a:pt x="715" y="96"/>
                    <a:pt x="596" y="84"/>
                    <a:pt x="501" y="84"/>
                  </a:cubicBezTo>
                  <a:lnTo>
                    <a:pt x="501" y="36"/>
                  </a:lnTo>
                  <a:cubicBezTo>
                    <a:pt x="501" y="13"/>
                    <a:pt x="477"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64"/>
            <p:cNvSpPr/>
            <p:nvPr/>
          </p:nvSpPr>
          <p:spPr>
            <a:xfrm>
              <a:off x="5778676" y="3939865"/>
              <a:ext cx="349052" cy="200163"/>
            </a:xfrm>
            <a:custGeom>
              <a:avLst/>
              <a:gdLst/>
              <a:ahLst/>
              <a:cxnLst/>
              <a:rect l="l" t="t" r="r" b="b"/>
              <a:pathLst>
                <a:path w="10967" h="6289" extrusionOk="0">
                  <a:moveTo>
                    <a:pt x="3483" y="1855"/>
                  </a:moveTo>
                  <a:cubicBezTo>
                    <a:pt x="3500" y="1855"/>
                    <a:pt x="3513" y="1868"/>
                    <a:pt x="3513" y="1895"/>
                  </a:cubicBezTo>
                  <a:cubicBezTo>
                    <a:pt x="3584" y="2074"/>
                    <a:pt x="4573" y="4693"/>
                    <a:pt x="4620" y="4776"/>
                  </a:cubicBezTo>
                  <a:cubicBezTo>
                    <a:pt x="4632" y="4788"/>
                    <a:pt x="4620" y="4824"/>
                    <a:pt x="4584" y="4824"/>
                  </a:cubicBezTo>
                  <a:lnTo>
                    <a:pt x="3882" y="5086"/>
                  </a:lnTo>
                  <a:cubicBezTo>
                    <a:pt x="3846" y="4955"/>
                    <a:pt x="2846" y="2300"/>
                    <a:pt x="2775" y="2133"/>
                  </a:cubicBezTo>
                  <a:lnTo>
                    <a:pt x="3465" y="1859"/>
                  </a:lnTo>
                  <a:cubicBezTo>
                    <a:pt x="3471" y="1856"/>
                    <a:pt x="3477" y="1855"/>
                    <a:pt x="3483" y="1855"/>
                  </a:cubicBezTo>
                  <a:close/>
                  <a:moveTo>
                    <a:pt x="2477" y="2228"/>
                  </a:moveTo>
                  <a:lnTo>
                    <a:pt x="3584" y="5193"/>
                  </a:lnTo>
                  <a:cubicBezTo>
                    <a:pt x="3072" y="5407"/>
                    <a:pt x="1739" y="5907"/>
                    <a:pt x="1513" y="6003"/>
                  </a:cubicBezTo>
                  <a:cubicBezTo>
                    <a:pt x="1507" y="6005"/>
                    <a:pt x="1500" y="6007"/>
                    <a:pt x="1493" y="6007"/>
                  </a:cubicBezTo>
                  <a:cubicBezTo>
                    <a:pt x="1468" y="6007"/>
                    <a:pt x="1438" y="5991"/>
                    <a:pt x="1429" y="5955"/>
                  </a:cubicBezTo>
                  <a:lnTo>
                    <a:pt x="358" y="3109"/>
                  </a:lnTo>
                  <a:cubicBezTo>
                    <a:pt x="346" y="3086"/>
                    <a:pt x="358" y="3038"/>
                    <a:pt x="405" y="3026"/>
                  </a:cubicBezTo>
                  <a:cubicBezTo>
                    <a:pt x="1072" y="2764"/>
                    <a:pt x="2013" y="2407"/>
                    <a:pt x="2477" y="2228"/>
                  </a:cubicBezTo>
                  <a:close/>
                  <a:moveTo>
                    <a:pt x="10060" y="0"/>
                  </a:moveTo>
                  <a:cubicBezTo>
                    <a:pt x="9818" y="0"/>
                    <a:pt x="9583" y="125"/>
                    <a:pt x="9407" y="288"/>
                  </a:cubicBezTo>
                  <a:lnTo>
                    <a:pt x="7728" y="1681"/>
                  </a:lnTo>
                  <a:cubicBezTo>
                    <a:pt x="7632" y="1478"/>
                    <a:pt x="7430" y="1264"/>
                    <a:pt x="7061" y="1264"/>
                  </a:cubicBezTo>
                  <a:cubicBezTo>
                    <a:pt x="6668" y="1264"/>
                    <a:pt x="6361" y="1262"/>
                    <a:pt x="6115" y="1262"/>
                  </a:cubicBezTo>
                  <a:cubicBezTo>
                    <a:pt x="5377" y="1262"/>
                    <a:pt x="5192" y="1276"/>
                    <a:pt x="4906" y="1383"/>
                  </a:cubicBezTo>
                  <a:lnTo>
                    <a:pt x="3834" y="1835"/>
                  </a:lnTo>
                  <a:lnTo>
                    <a:pt x="3822" y="1788"/>
                  </a:lnTo>
                  <a:cubicBezTo>
                    <a:pt x="3766" y="1647"/>
                    <a:pt x="3637" y="1551"/>
                    <a:pt x="3491" y="1551"/>
                  </a:cubicBezTo>
                  <a:cubicBezTo>
                    <a:pt x="3451" y="1551"/>
                    <a:pt x="3411" y="1558"/>
                    <a:pt x="3370" y="1574"/>
                  </a:cubicBezTo>
                  <a:lnTo>
                    <a:pt x="2560" y="1871"/>
                  </a:lnTo>
                  <a:cubicBezTo>
                    <a:pt x="2203" y="2014"/>
                    <a:pt x="1084" y="2431"/>
                    <a:pt x="298" y="2728"/>
                  </a:cubicBezTo>
                  <a:cubicBezTo>
                    <a:pt x="108" y="2800"/>
                    <a:pt x="1" y="3026"/>
                    <a:pt x="72" y="3217"/>
                  </a:cubicBezTo>
                  <a:lnTo>
                    <a:pt x="1144" y="6038"/>
                  </a:lnTo>
                  <a:cubicBezTo>
                    <a:pt x="1199" y="6196"/>
                    <a:pt x="1348" y="6288"/>
                    <a:pt x="1501" y="6288"/>
                  </a:cubicBezTo>
                  <a:cubicBezTo>
                    <a:pt x="1545" y="6288"/>
                    <a:pt x="1589" y="6281"/>
                    <a:pt x="1632" y="6265"/>
                  </a:cubicBezTo>
                  <a:cubicBezTo>
                    <a:pt x="1870" y="6181"/>
                    <a:pt x="3501" y="5562"/>
                    <a:pt x="3858" y="5431"/>
                  </a:cubicBezTo>
                  <a:lnTo>
                    <a:pt x="4704" y="5122"/>
                  </a:lnTo>
                  <a:cubicBezTo>
                    <a:pt x="4882" y="5050"/>
                    <a:pt x="4989" y="4848"/>
                    <a:pt x="4918" y="4657"/>
                  </a:cubicBezTo>
                  <a:lnTo>
                    <a:pt x="4894" y="4622"/>
                  </a:lnTo>
                  <a:cubicBezTo>
                    <a:pt x="5454" y="4383"/>
                    <a:pt x="5466" y="4360"/>
                    <a:pt x="6049" y="4360"/>
                  </a:cubicBezTo>
                  <a:cubicBezTo>
                    <a:pt x="6132" y="4360"/>
                    <a:pt x="6204" y="4288"/>
                    <a:pt x="6204" y="4193"/>
                  </a:cubicBezTo>
                  <a:cubicBezTo>
                    <a:pt x="6204" y="4110"/>
                    <a:pt x="6132" y="4026"/>
                    <a:pt x="6049" y="4026"/>
                  </a:cubicBezTo>
                  <a:cubicBezTo>
                    <a:pt x="5418" y="4026"/>
                    <a:pt x="5358" y="4074"/>
                    <a:pt x="4799" y="4312"/>
                  </a:cubicBezTo>
                  <a:lnTo>
                    <a:pt x="3965" y="2097"/>
                  </a:lnTo>
                  <a:lnTo>
                    <a:pt x="5037" y="1645"/>
                  </a:lnTo>
                  <a:cubicBezTo>
                    <a:pt x="5251" y="1571"/>
                    <a:pt x="5403" y="1559"/>
                    <a:pt x="5989" y="1559"/>
                  </a:cubicBezTo>
                  <a:cubicBezTo>
                    <a:pt x="6250" y="1559"/>
                    <a:pt x="6597" y="1562"/>
                    <a:pt x="7073" y="1562"/>
                  </a:cubicBezTo>
                  <a:cubicBezTo>
                    <a:pt x="7240" y="1562"/>
                    <a:pt x="7359" y="1621"/>
                    <a:pt x="7430" y="1740"/>
                  </a:cubicBezTo>
                  <a:cubicBezTo>
                    <a:pt x="7478" y="1835"/>
                    <a:pt x="7490" y="1919"/>
                    <a:pt x="7502" y="1931"/>
                  </a:cubicBezTo>
                  <a:cubicBezTo>
                    <a:pt x="7502" y="1990"/>
                    <a:pt x="7454" y="2276"/>
                    <a:pt x="7180" y="2336"/>
                  </a:cubicBezTo>
                  <a:cubicBezTo>
                    <a:pt x="6740" y="2407"/>
                    <a:pt x="5823" y="2538"/>
                    <a:pt x="5811" y="2538"/>
                  </a:cubicBezTo>
                  <a:cubicBezTo>
                    <a:pt x="5716" y="2562"/>
                    <a:pt x="5656" y="2633"/>
                    <a:pt x="5668" y="2728"/>
                  </a:cubicBezTo>
                  <a:cubicBezTo>
                    <a:pt x="5692" y="2800"/>
                    <a:pt x="5751" y="2859"/>
                    <a:pt x="5823" y="2859"/>
                  </a:cubicBezTo>
                  <a:lnTo>
                    <a:pt x="5847" y="2859"/>
                  </a:lnTo>
                  <a:cubicBezTo>
                    <a:pt x="5870" y="2859"/>
                    <a:pt x="6787" y="2728"/>
                    <a:pt x="7240" y="2645"/>
                  </a:cubicBezTo>
                  <a:cubicBezTo>
                    <a:pt x="7632" y="2574"/>
                    <a:pt x="7787" y="2240"/>
                    <a:pt x="7811" y="2026"/>
                  </a:cubicBezTo>
                  <a:lnTo>
                    <a:pt x="9633" y="514"/>
                  </a:lnTo>
                  <a:cubicBezTo>
                    <a:pt x="9747" y="415"/>
                    <a:pt x="9895" y="311"/>
                    <a:pt x="10058" y="311"/>
                  </a:cubicBezTo>
                  <a:cubicBezTo>
                    <a:pt x="10151" y="311"/>
                    <a:pt x="10248" y="344"/>
                    <a:pt x="10347" y="431"/>
                  </a:cubicBezTo>
                  <a:cubicBezTo>
                    <a:pt x="10645" y="728"/>
                    <a:pt x="10371" y="1073"/>
                    <a:pt x="10299" y="1145"/>
                  </a:cubicBezTo>
                  <a:cubicBezTo>
                    <a:pt x="10228" y="1216"/>
                    <a:pt x="8013" y="3609"/>
                    <a:pt x="8013" y="3609"/>
                  </a:cubicBezTo>
                  <a:cubicBezTo>
                    <a:pt x="7680" y="3990"/>
                    <a:pt x="7251" y="4050"/>
                    <a:pt x="7073" y="4062"/>
                  </a:cubicBezTo>
                  <a:lnTo>
                    <a:pt x="6787" y="4062"/>
                  </a:lnTo>
                  <a:cubicBezTo>
                    <a:pt x="6704" y="4062"/>
                    <a:pt x="6620" y="4133"/>
                    <a:pt x="6620" y="4229"/>
                  </a:cubicBezTo>
                  <a:cubicBezTo>
                    <a:pt x="6620" y="4312"/>
                    <a:pt x="6704" y="4383"/>
                    <a:pt x="6787" y="4383"/>
                  </a:cubicBezTo>
                  <a:lnTo>
                    <a:pt x="7097" y="4383"/>
                  </a:lnTo>
                  <a:cubicBezTo>
                    <a:pt x="7311" y="4371"/>
                    <a:pt x="7859" y="4300"/>
                    <a:pt x="8264" y="3836"/>
                  </a:cubicBezTo>
                  <a:lnTo>
                    <a:pt x="10550" y="1371"/>
                  </a:lnTo>
                  <a:cubicBezTo>
                    <a:pt x="10728" y="1121"/>
                    <a:pt x="10966" y="621"/>
                    <a:pt x="10550" y="204"/>
                  </a:cubicBezTo>
                  <a:cubicBezTo>
                    <a:pt x="10395" y="59"/>
                    <a:pt x="10226" y="0"/>
                    <a:pt x="10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8" name="Google Shape;10958;p64"/>
          <p:cNvGrpSpPr/>
          <p:nvPr/>
        </p:nvGrpSpPr>
        <p:grpSpPr>
          <a:xfrm>
            <a:off x="5355784" y="3660297"/>
            <a:ext cx="299019" cy="297905"/>
            <a:chOff x="5355784" y="3834547"/>
            <a:chExt cx="299019" cy="297905"/>
          </a:xfrm>
        </p:grpSpPr>
        <p:sp>
          <p:nvSpPr>
            <p:cNvPr id="10959" name="Google Shape;10959;p64"/>
            <p:cNvSpPr/>
            <p:nvPr/>
          </p:nvSpPr>
          <p:spPr>
            <a:xfrm>
              <a:off x="5355784" y="3834547"/>
              <a:ext cx="299019" cy="297905"/>
            </a:xfrm>
            <a:custGeom>
              <a:avLst/>
              <a:gdLst/>
              <a:ahLst/>
              <a:cxnLst/>
              <a:rect l="l" t="t" r="r" b="b"/>
              <a:pathLst>
                <a:path w="9395" h="9360" extrusionOk="0">
                  <a:moveTo>
                    <a:pt x="3572" y="5454"/>
                  </a:moveTo>
                  <a:cubicBezTo>
                    <a:pt x="3679" y="5573"/>
                    <a:pt x="3786" y="5704"/>
                    <a:pt x="3929" y="5811"/>
                  </a:cubicBezTo>
                  <a:lnTo>
                    <a:pt x="3405" y="6335"/>
                  </a:lnTo>
                  <a:cubicBezTo>
                    <a:pt x="3393" y="6311"/>
                    <a:pt x="3393" y="6299"/>
                    <a:pt x="3382" y="6287"/>
                  </a:cubicBezTo>
                  <a:lnTo>
                    <a:pt x="3096" y="6002"/>
                  </a:lnTo>
                  <a:cubicBezTo>
                    <a:pt x="3084" y="5990"/>
                    <a:pt x="3060" y="5978"/>
                    <a:pt x="3048" y="5978"/>
                  </a:cubicBezTo>
                  <a:lnTo>
                    <a:pt x="3572" y="5454"/>
                  </a:lnTo>
                  <a:close/>
                  <a:moveTo>
                    <a:pt x="2748" y="6109"/>
                  </a:moveTo>
                  <a:cubicBezTo>
                    <a:pt x="2804" y="6109"/>
                    <a:pt x="2858" y="6133"/>
                    <a:pt x="2893" y="6180"/>
                  </a:cubicBezTo>
                  <a:lnTo>
                    <a:pt x="3179" y="6466"/>
                  </a:lnTo>
                  <a:cubicBezTo>
                    <a:pt x="3274" y="6573"/>
                    <a:pt x="3274" y="6704"/>
                    <a:pt x="3191" y="6788"/>
                  </a:cubicBezTo>
                  <a:lnTo>
                    <a:pt x="3036" y="6954"/>
                  </a:lnTo>
                  <a:lnTo>
                    <a:pt x="2429" y="6347"/>
                  </a:lnTo>
                  <a:lnTo>
                    <a:pt x="2584" y="6180"/>
                  </a:lnTo>
                  <a:cubicBezTo>
                    <a:pt x="2631" y="6133"/>
                    <a:pt x="2691" y="6109"/>
                    <a:pt x="2748" y="6109"/>
                  </a:cubicBezTo>
                  <a:close/>
                  <a:moveTo>
                    <a:pt x="2215" y="6549"/>
                  </a:moveTo>
                  <a:lnTo>
                    <a:pt x="2822" y="7169"/>
                  </a:lnTo>
                  <a:lnTo>
                    <a:pt x="965" y="9026"/>
                  </a:lnTo>
                  <a:cubicBezTo>
                    <a:pt x="923" y="9068"/>
                    <a:pt x="866" y="9088"/>
                    <a:pt x="810" y="9088"/>
                  </a:cubicBezTo>
                  <a:cubicBezTo>
                    <a:pt x="753" y="9088"/>
                    <a:pt x="697" y="9068"/>
                    <a:pt x="655" y="9026"/>
                  </a:cubicBezTo>
                  <a:lnTo>
                    <a:pt x="369" y="8740"/>
                  </a:lnTo>
                  <a:cubicBezTo>
                    <a:pt x="262" y="8657"/>
                    <a:pt x="262" y="8502"/>
                    <a:pt x="357" y="8419"/>
                  </a:cubicBezTo>
                  <a:lnTo>
                    <a:pt x="2215" y="6549"/>
                  </a:lnTo>
                  <a:close/>
                  <a:moveTo>
                    <a:pt x="6096" y="1"/>
                  </a:moveTo>
                  <a:cubicBezTo>
                    <a:pt x="3417" y="1"/>
                    <a:pt x="1869" y="3061"/>
                    <a:pt x="3441" y="5216"/>
                  </a:cubicBezTo>
                  <a:lnTo>
                    <a:pt x="2810" y="5835"/>
                  </a:lnTo>
                  <a:cubicBezTo>
                    <a:pt x="2798" y="5834"/>
                    <a:pt x="2786" y="5834"/>
                    <a:pt x="2774" y="5834"/>
                  </a:cubicBezTo>
                  <a:cubicBezTo>
                    <a:pt x="2643" y="5834"/>
                    <a:pt x="2516" y="5892"/>
                    <a:pt x="2429" y="5990"/>
                  </a:cubicBezTo>
                  <a:lnTo>
                    <a:pt x="191" y="8216"/>
                  </a:lnTo>
                  <a:cubicBezTo>
                    <a:pt x="0" y="8419"/>
                    <a:pt x="0" y="8728"/>
                    <a:pt x="191" y="8919"/>
                  </a:cubicBezTo>
                  <a:lnTo>
                    <a:pt x="465" y="9216"/>
                  </a:lnTo>
                  <a:cubicBezTo>
                    <a:pt x="560" y="9312"/>
                    <a:pt x="685" y="9359"/>
                    <a:pt x="810" y="9359"/>
                  </a:cubicBezTo>
                  <a:cubicBezTo>
                    <a:pt x="935" y="9359"/>
                    <a:pt x="1060" y="9312"/>
                    <a:pt x="1155" y="9216"/>
                  </a:cubicBezTo>
                  <a:lnTo>
                    <a:pt x="3120" y="7252"/>
                  </a:lnTo>
                  <a:lnTo>
                    <a:pt x="3393" y="6990"/>
                  </a:lnTo>
                  <a:cubicBezTo>
                    <a:pt x="3501" y="6883"/>
                    <a:pt x="3536" y="6752"/>
                    <a:pt x="3536" y="6597"/>
                  </a:cubicBezTo>
                  <a:lnTo>
                    <a:pt x="4167" y="5978"/>
                  </a:lnTo>
                  <a:cubicBezTo>
                    <a:pt x="4632" y="6299"/>
                    <a:pt x="5179" y="6526"/>
                    <a:pt x="5763" y="6573"/>
                  </a:cubicBezTo>
                  <a:lnTo>
                    <a:pt x="5775" y="6573"/>
                  </a:lnTo>
                  <a:cubicBezTo>
                    <a:pt x="5846" y="6573"/>
                    <a:pt x="5906" y="6514"/>
                    <a:pt x="5906" y="6454"/>
                  </a:cubicBezTo>
                  <a:cubicBezTo>
                    <a:pt x="5918" y="6371"/>
                    <a:pt x="5858" y="6299"/>
                    <a:pt x="5787" y="6299"/>
                  </a:cubicBezTo>
                  <a:cubicBezTo>
                    <a:pt x="5191" y="6240"/>
                    <a:pt x="4644" y="6002"/>
                    <a:pt x="4191" y="5645"/>
                  </a:cubicBezTo>
                  <a:cubicBezTo>
                    <a:pt x="1977" y="3847"/>
                    <a:pt x="3286" y="287"/>
                    <a:pt x="6096" y="287"/>
                  </a:cubicBezTo>
                  <a:cubicBezTo>
                    <a:pt x="7680" y="287"/>
                    <a:pt x="8942" y="1489"/>
                    <a:pt x="9108" y="3001"/>
                  </a:cubicBezTo>
                  <a:cubicBezTo>
                    <a:pt x="9119" y="3067"/>
                    <a:pt x="9170" y="3122"/>
                    <a:pt x="9233" y="3122"/>
                  </a:cubicBezTo>
                  <a:cubicBezTo>
                    <a:pt x="9239" y="3122"/>
                    <a:pt x="9245" y="3121"/>
                    <a:pt x="9251" y="3120"/>
                  </a:cubicBezTo>
                  <a:cubicBezTo>
                    <a:pt x="9335" y="3097"/>
                    <a:pt x="9394" y="3037"/>
                    <a:pt x="9370" y="2966"/>
                  </a:cubicBezTo>
                  <a:cubicBezTo>
                    <a:pt x="9216" y="1334"/>
                    <a:pt x="7823" y="1"/>
                    <a:pt x="6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64"/>
            <p:cNvSpPr/>
            <p:nvPr/>
          </p:nvSpPr>
          <p:spPr>
            <a:xfrm>
              <a:off x="5455054" y="3854280"/>
              <a:ext cx="179666" cy="171296"/>
            </a:xfrm>
            <a:custGeom>
              <a:avLst/>
              <a:gdLst/>
              <a:ahLst/>
              <a:cxnLst/>
              <a:rect l="l" t="t" r="r" b="b"/>
              <a:pathLst>
                <a:path w="5645" h="5382" extrusionOk="0">
                  <a:moveTo>
                    <a:pt x="2953" y="274"/>
                  </a:moveTo>
                  <a:cubicBezTo>
                    <a:pt x="4275" y="274"/>
                    <a:pt x="5358" y="1345"/>
                    <a:pt x="5358" y="2691"/>
                  </a:cubicBezTo>
                  <a:cubicBezTo>
                    <a:pt x="5358" y="4024"/>
                    <a:pt x="4275" y="5096"/>
                    <a:pt x="2953" y="5096"/>
                  </a:cubicBezTo>
                  <a:cubicBezTo>
                    <a:pt x="2322" y="5096"/>
                    <a:pt x="1715" y="4858"/>
                    <a:pt x="1239" y="4405"/>
                  </a:cubicBezTo>
                  <a:cubicBezTo>
                    <a:pt x="298" y="3465"/>
                    <a:pt x="298" y="1929"/>
                    <a:pt x="1239" y="976"/>
                  </a:cubicBezTo>
                  <a:cubicBezTo>
                    <a:pt x="1715" y="500"/>
                    <a:pt x="2322" y="274"/>
                    <a:pt x="2953" y="274"/>
                  </a:cubicBezTo>
                  <a:close/>
                  <a:moveTo>
                    <a:pt x="2958" y="0"/>
                  </a:moveTo>
                  <a:cubicBezTo>
                    <a:pt x="2269" y="0"/>
                    <a:pt x="1578" y="262"/>
                    <a:pt x="1048" y="786"/>
                  </a:cubicBezTo>
                  <a:cubicBezTo>
                    <a:pt x="1" y="1822"/>
                    <a:pt x="1" y="3536"/>
                    <a:pt x="1048" y="4596"/>
                  </a:cubicBezTo>
                  <a:cubicBezTo>
                    <a:pt x="1572" y="5120"/>
                    <a:pt x="2263" y="5382"/>
                    <a:pt x="2953" y="5382"/>
                  </a:cubicBezTo>
                  <a:cubicBezTo>
                    <a:pt x="4430" y="5370"/>
                    <a:pt x="5644" y="4179"/>
                    <a:pt x="5644" y="2691"/>
                  </a:cubicBezTo>
                  <a:cubicBezTo>
                    <a:pt x="5644" y="1977"/>
                    <a:pt x="5358" y="1286"/>
                    <a:pt x="4858" y="786"/>
                  </a:cubicBezTo>
                  <a:cubicBezTo>
                    <a:pt x="4335" y="262"/>
                    <a:pt x="3647" y="0"/>
                    <a:pt x="2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64"/>
            <p:cNvSpPr/>
            <p:nvPr/>
          </p:nvSpPr>
          <p:spPr>
            <a:xfrm>
              <a:off x="5508110" y="3886490"/>
              <a:ext cx="81510" cy="99302"/>
            </a:xfrm>
            <a:custGeom>
              <a:avLst/>
              <a:gdLst/>
              <a:ahLst/>
              <a:cxnLst/>
              <a:rect l="l" t="t" r="r" b="b"/>
              <a:pathLst>
                <a:path w="2561" h="3120" extrusionOk="0">
                  <a:moveTo>
                    <a:pt x="1286" y="262"/>
                  </a:moveTo>
                  <a:cubicBezTo>
                    <a:pt x="1596" y="262"/>
                    <a:pt x="1846" y="512"/>
                    <a:pt x="1846" y="834"/>
                  </a:cubicBezTo>
                  <a:cubicBezTo>
                    <a:pt x="1846" y="1143"/>
                    <a:pt x="1596" y="1393"/>
                    <a:pt x="1286" y="1393"/>
                  </a:cubicBezTo>
                  <a:cubicBezTo>
                    <a:pt x="977" y="1393"/>
                    <a:pt x="715" y="1143"/>
                    <a:pt x="715" y="834"/>
                  </a:cubicBezTo>
                  <a:cubicBezTo>
                    <a:pt x="739" y="512"/>
                    <a:pt x="977" y="262"/>
                    <a:pt x="1286" y="262"/>
                  </a:cubicBezTo>
                  <a:close/>
                  <a:moveTo>
                    <a:pt x="1703" y="1667"/>
                  </a:moveTo>
                  <a:cubicBezTo>
                    <a:pt x="2036" y="1667"/>
                    <a:pt x="2310" y="1929"/>
                    <a:pt x="2310" y="2274"/>
                  </a:cubicBezTo>
                  <a:lnTo>
                    <a:pt x="2310" y="2858"/>
                  </a:lnTo>
                  <a:lnTo>
                    <a:pt x="2001" y="2858"/>
                  </a:lnTo>
                  <a:lnTo>
                    <a:pt x="2001" y="2262"/>
                  </a:lnTo>
                  <a:cubicBezTo>
                    <a:pt x="2001" y="2179"/>
                    <a:pt x="1941" y="2119"/>
                    <a:pt x="1870" y="2119"/>
                  </a:cubicBezTo>
                  <a:cubicBezTo>
                    <a:pt x="1786" y="2119"/>
                    <a:pt x="1727" y="2179"/>
                    <a:pt x="1727" y="2262"/>
                  </a:cubicBezTo>
                  <a:lnTo>
                    <a:pt x="1727" y="2858"/>
                  </a:lnTo>
                  <a:lnTo>
                    <a:pt x="870" y="2858"/>
                  </a:lnTo>
                  <a:lnTo>
                    <a:pt x="870" y="2262"/>
                  </a:lnTo>
                  <a:cubicBezTo>
                    <a:pt x="870" y="2179"/>
                    <a:pt x="810" y="2119"/>
                    <a:pt x="727" y="2119"/>
                  </a:cubicBezTo>
                  <a:cubicBezTo>
                    <a:pt x="655" y="2119"/>
                    <a:pt x="596" y="2179"/>
                    <a:pt x="596" y="2262"/>
                  </a:cubicBezTo>
                  <a:lnTo>
                    <a:pt x="596" y="2858"/>
                  </a:lnTo>
                  <a:lnTo>
                    <a:pt x="298" y="2858"/>
                  </a:lnTo>
                  <a:lnTo>
                    <a:pt x="298" y="2274"/>
                  </a:lnTo>
                  <a:cubicBezTo>
                    <a:pt x="298" y="1929"/>
                    <a:pt x="572" y="1667"/>
                    <a:pt x="905" y="1667"/>
                  </a:cubicBezTo>
                  <a:close/>
                  <a:moveTo>
                    <a:pt x="1286" y="0"/>
                  </a:moveTo>
                  <a:cubicBezTo>
                    <a:pt x="822" y="0"/>
                    <a:pt x="453" y="369"/>
                    <a:pt x="453" y="834"/>
                  </a:cubicBezTo>
                  <a:cubicBezTo>
                    <a:pt x="453" y="1048"/>
                    <a:pt x="536" y="1262"/>
                    <a:pt x="691" y="1405"/>
                  </a:cubicBezTo>
                  <a:cubicBezTo>
                    <a:pt x="298" y="1500"/>
                    <a:pt x="1" y="1857"/>
                    <a:pt x="1" y="2274"/>
                  </a:cubicBezTo>
                  <a:lnTo>
                    <a:pt x="1" y="2858"/>
                  </a:lnTo>
                  <a:cubicBezTo>
                    <a:pt x="1" y="3000"/>
                    <a:pt x="120" y="3120"/>
                    <a:pt x="274" y="3120"/>
                  </a:cubicBezTo>
                  <a:lnTo>
                    <a:pt x="2298" y="3120"/>
                  </a:lnTo>
                  <a:cubicBezTo>
                    <a:pt x="2441" y="3120"/>
                    <a:pt x="2560" y="3000"/>
                    <a:pt x="2560" y="2858"/>
                  </a:cubicBezTo>
                  <a:lnTo>
                    <a:pt x="2560" y="2274"/>
                  </a:lnTo>
                  <a:cubicBezTo>
                    <a:pt x="2560" y="1857"/>
                    <a:pt x="2275" y="1500"/>
                    <a:pt x="1882" y="1405"/>
                  </a:cubicBezTo>
                  <a:cubicBezTo>
                    <a:pt x="2025" y="1262"/>
                    <a:pt x="2120" y="1048"/>
                    <a:pt x="2120" y="834"/>
                  </a:cubicBezTo>
                  <a:cubicBezTo>
                    <a:pt x="2120" y="369"/>
                    <a:pt x="175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64"/>
            <p:cNvSpPr/>
            <p:nvPr/>
          </p:nvSpPr>
          <p:spPr>
            <a:xfrm>
              <a:off x="5554706" y="3945530"/>
              <a:ext cx="98952" cy="98251"/>
            </a:xfrm>
            <a:custGeom>
              <a:avLst/>
              <a:gdLst/>
              <a:ahLst/>
              <a:cxnLst/>
              <a:rect l="l" t="t" r="r" b="b"/>
              <a:pathLst>
                <a:path w="3109" h="3087" extrusionOk="0">
                  <a:moveTo>
                    <a:pt x="2959" y="1"/>
                  </a:moveTo>
                  <a:cubicBezTo>
                    <a:pt x="2892" y="1"/>
                    <a:pt x="2823" y="56"/>
                    <a:pt x="2823" y="122"/>
                  </a:cubicBezTo>
                  <a:cubicBezTo>
                    <a:pt x="2680" y="1550"/>
                    <a:pt x="1561" y="2669"/>
                    <a:pt x="132" y="2812"/>
                  </a:cubicBezTo>
                  <a:cubicBezTo>
                    <a:pt x="61" y="2824"/>
                    <a:pt x="1" y="2884"/>
                    <a:pt x="13" y="2967"/>
                  </a:cubicBezTo>
                  <a:cubicBezTo>
                    <a:pt x="13" y="3039"/>
                    <a:pt x="72" y="3086"/>
                    <a:pt x="144" y="3086"/>
                  </a:cubicBezTo>
                  <a:lnTo>
                    <a:pt x="168" y="3086"/>
                  </a:lnTo>
                  <a:cubicBezTo>
                    <a:pt x="1704" y="2931"/>
                    <a:pt x="2942" y="1717"/>
                    <a:pt x="3097" y="145"/>
                  </a:cubicBezTo>
                  <a:cubicBezTo>
                    <a:pt x="3109" y="74"/>
                    <a:pt x="3049" y="2"/>
                    <a:pt x="2978" y="2"/>
                  </a:cubicBezTo>
                  <a:cubicBezTo>
                    <a:pt x="2971" y="1"/>
                    <a:pt x="2965" y="1"/>
                    <a:pt x="29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3" name="Google Shape;10963;p64"/>
          <p:cNvGrpSpPr/>
          <p:nvPr/>
        </p:nvGrpSpPr>
        <p:grpSpPr>
          <a:xfrm>
            <a:off x="8036455" y="3633021"/>
            <a:ext cx="292176" cy="353985"/>
            <a:chOff x="8036455" y="3807271"/>
            <a:chExt cx="292176" cy="353985"/>
          </a:xfrm>
        </p:grpSpPr>
        <p:sp>
          <p:nvSpPr>
            <p:cNvPr id="10964" name="Google Shape;10964;p64"/>
            <p:cNvSpPr/>
            <p:nvPr/>
          </p:nvSpPr>
          <p:spPr>
            <a:xfrm>
              <a:off x="8039479" y="3807271"/>
              <a:ext cx="289153" cy="330465"/>
            </a:xfrm>
            <a:custGeom>
              <a:avLst/>
              <a:gdLst/>
              <a:ahLst/>
              <a:cxnLst/>
              <a:rect l="l" t="t" r="r" b="b"/>
              <a:pathLst>
                <a:path w="9085" h="10383" extrusionOk="0">
                  <a:moveTo>
                    <a:pt x="6049" y="298"/>
                  </a:moveTo>
                  <a:lnTo>
                    <a:pt x="4489" y="1358"/>
                  </a:lnTo>
                  <a:lnTo>
                    <a:pt x="2917" y="298"/>
                  </a:lnTo>
                  <a:close/>
                  <a:moveTo>
                    <a:pt x="2465" y="406"/>
                  </a:moveTo>
                  <a:lnTo>
                    <a:pt x="4203" y="1620"/>
                  </a:lnTo>
                  <a:lnTo>
                    <a:pt x="3203" y="2632"/>
                  </a:lnTo>
                  <a:lnTo>
                    <a:pt x="2203" y="1037"/>
                  </a:lnTo>
                  <a:lnTo>
                    <a:pt x="2465" y="406"/>
                  </a:lnTo>
                  <a:close/>
                  <a:moveTo>
                    <a:pt x="6513" y="382"/>
                  </a:moveTo>
                  <a:lnTo>
                    <a:pt x="6763" y="1025"/>
                  </a:lnTo>
                  <a:lnTo>
                    <a:pt x="5763" y="2632"/>
                  </a:lnTo>
                  <a:lnTo>
                    <a:pt x="4739" y="1572"/>
                  </a:lnTo>
                  <a:lnTo>
                    <a:pt x="6513" y="382"/>
                  </a:lnTo>
                  <a:close/>
                  <a:moveTo>
                    <a:pt x="4501" y="1787"/>
                  </a:moveTo>
                  <a:lnTo>
                    <a:pt x="5334" y="2632"/>
                  </a:lnTo>
                  <a:lnTo>
                    <a:pt x="4941" y="3061"/>
                  </a:lnTo>
                  <a:lnTo>
                    <a:pt x="4036" y="3061"/>
                  </a:lnTo>
                  <a:lnTo>
                    <a:pt x="3667" y="2632"/>
                  </a:lnTo>
                  <a:lnTo>
                    <a:pt x="4501" y="1787"/>
                  </a:lnTo>
                  <a:close/>
                  <a:moveTo>
                    <a:pt x="2405" y="1"/>
                  </a:moveTo>
                  <a:lnTo>
                    <a:pt x="2382" y="13"/>
                  </a:lnTo>
                  <a:lnTo>
                    <a:pt x="2370" y="25"/>
                  </a:lnTo>
                  <a:lnTo>
                    <a:pt x="2358" y="48"/>
                  </a:lnTo>
                  <a:lnTo>
                    <a:pt x="2346" y="60"/>
                  </a:lnTo>
                  <a:lnTo>
                    <a:pt x="2346" y="72"/>
                  </a:lnTo>
                  <a:lnTo>
                    <a:pt x="1989" y="965"/>
                  </a:lnTo>
                  <a:lnTo>
                    <a:pt x="107" y="1739"/>
                  </a:lnTo>
                  <a:cubicBezTo>
                    <a:pt x="48" y="1775"/>
                    <a:pt x="0" y="1834"/>
                    <a:pt x="0" y="1894"/>
                  </a:cubicBezTo>
                  <a:lnTo>
                    <a:pt x="0" y="3620"/>
                  </a:lnTo>
                  <a:cubicBezTo>
                    <a:pt x="0" y="3704"/>
                    <a:pt x="84" y="3775"/>
                    <a:pt x="167" y="3775"/>
                  </a:cubicBezTo>
                  <a:cubicBezTo>
                    <a:pt x="262" y="3775"/>
                    <a:pt x="334" y="3704"/>
                    <a:pt x="334" y="3620"/>
                  </a:cubicBezTo>
                  <a:lnTo>
                    <a:pt x="334" y="1989"/>
                  </a:lnTo>
                  <a:lnTo>
                    <a:pt x="2084" y="1275"/>
                  </a:lnTo>
                  <a:lnTo>
                    <a:pt x="3144" y="2977"/>
                  </a:lnTo>
                  <a:cubicBezTo>
                    <a:pt x="3179" y="3025"/>
                    <a:pt x="3215" y="3049"/>
                    <a:pt x="3263" y="3049"/>
                  </a:cubicBezTo>
                  <a:lnTo>
                    <a:pt x="3370" y="3049"/>
                  </a:lnTo>
                  <a:lnTo>
                    <a:pt x="3382" y="3037"/>
                  </a:lnTo>
                  <a:lnTo>
                    <a:pt x="3513" y="2906"/>
                  </a:lnTo>
                  <a:lnTo>
                    <a:pt x="3870" y="3323"/>
                  </a:lnTo>
                  <a:lnTo>
                    <a:pt x="3429" y="5609"/>
                  </a:lnTo>
                  <a:cubicBezTo>
                    <a:pt x="3417" y="5704"/>
                    <a:pt x="3477" y="5787"/>
                    <a:pt x="3560" y="5799"/>
                  </a:cubicBezTo>
                  <a:lnTo>
                    <a:pt x="3679" y="5799"/>
                  </a:lnTo>
                  <a:cubicBezTo>
                    <a:pt x="3679" y="5799"/>
                    <a:pt x="3691" y="5799"/>
                    <a:pt x="3691" y="5787"/>
                  </a:cubicBezTo>
                  <a:lnTo>
                    <a:pt x="3691" y="5775"/>
                  </a:lnTo>
                  <a:lnTo>
                    <a:pt x="3691" y="5751"/>
                  </a:lnTo>
                  <a:lnTo>
                    <a:pt x="3691" y="5740"/>
                  </a:lnTo>
                  <a:lnTo>
                    <a:pt x="3691" y="5728"/>
                  </a:lnTo>
                  <a:lnTo>
                    <a:pt x="4120" y="3477"/>
                  </a:lnTo>
                  <a:lnTo>
                    <a:pt x="4918" y="3477"/>
                  </a:lnTo>
                  <a:lnTo>
                    <a:pt x="5906" y="8633"/>
                  </a:lnTo>
                  <a:lnTo>
                    <a:pt x="4513" y="9978"/>
                  </a:lnTo>
                  <a:lnTo>
                    <a:pt x="3108" y="8633"/>
                  </a:lnTo>
                  <a:lnTo>
                    <a:pt x="3572" y="6228"/>
                  </a:lnTo>
                  <a:lnTo>
                    <a:pt x="3572" y="6204"/>
                  </a:lnTo>
                  <a:cubicBezTo>
                    <a:pt x="3572" y="6132"/>
                    <a:pt x="3513" y="6049"/>
                    <a:pt x="3441" y="6037"/>
                  </a:cubicBezTo>
                  <a:cubicBezTo>
                    <a:pt x="3433" y="6036"/>
                    <a:pt x="3425" y="6036"/>
                    <a:pt x="3417" y="6036"/>
                  </a:cubicBezTo>
                  <a:cubicBezTo>
                    <a:pt x="3332" y="6036"/>
                    <a:pt x="3262" y="6092"/>
                    <a:pt x="3251" y="6168"/>
                  </a:cubicBezTo>
                  <a:lnTo>
                    <a:pt x="2751" y="8657"/>
                  </a:lnTo>
                  <a:cubicBezTo>
                    <a:pt x="2739" y="8716"/>
                    <a:pt x="2751" y="8764"/>
                    <a:pt x="2798" y="8811"/>
                  </a:cubicBezTo>
                  <a:lnTo>
                    <a:pt x="4382" y="10335"/>
                  </a:lnTo>
                  <a:cubicBezTo>
                    <a:pt x="4406" y="10371"/>
                    <a:pt x="4453" y="10383"/>
                    <a:pt x="4501" y="10383"/>
                  </a:cubicBezTo>
                  <a:cubicBezTo>
                    <a:pt x="4537" y="10383"/>
                    <a:pt x="4584" y="10371"/>
                    <a:pt x="4620" y="10335"/>
                  </a:cubicBezTo>
                  <a:lnTo>
                    <a:pt x="6192" y="8811"/>
                  </a:lnTo>
                  <a:cubicBezTo>
                    <a:pt x="6239" y="8764"/>
                    <a:pt x="6251" y="8716"/>
                    <a:pt x="6239" y="8657"/>
                  </a:cubicBezTo>
                  <a:lnTo>
                    <a:pt x="5215" y="3370"/>
                  </a:lnTo>
                  <a:lnTo>
                    <a:pt x="5572" y="2953"/>
                  </a:lnTo>
                  <a:lnTo>
                    <a:pt x="5703" y="3096"/>
                  </a:lnTo>
                  <a:lnTo>
                    <a:pt x="5715" y="3108"/>
                  </a:lnTo>
                  <a:lnTo>
                    <a:pt x="5822" y="3108"/>
                  </a:lnTo>
                  <a:cubicBezTo>
                    <a:pt x="5870" y="3108"/>
                    <a:pt x="5906" y="3073"/>
                    <a:pt x="5941" y="3037"/>
                  </a:cubicBezTo>
                  <a:lnTo>
                    <a:pt x="7001" y="1334"/>
                  </a:lnTo>
                  <a:lnTo>
                    <a:pt x="8751" y="2049"/>
                  </a:lnTo>
                  <a:lnTo>
                    <a:pt x="8751" y="8228"/>
                  </a:lnTo>
                  <a:cubicBezTo>
                    <a:pt x="8751" y="8311"/>
                    <a:pt x="8823" y="8395"/>
                    <a:pt x="8918" y="8395"/>
                  </a:cubicBezTo>
                  <a:cubicBezTo>
                    <a:pt x="9001" y="8395"/>
                    <a:pt x="9085" y="8311"/>
                    <a:pt x="9085" y="8228"/>
                  </a:cubicBezTo>
                  <a:lnTo>
                    <a:pt x="9085" y="1930"/>
                  </a:lnTo>
                  <a:cubicBezTo>
                    <a:pt x="9073" y="1810"/>
                    <a:pt x="9037" y="1751"/>
                    <a:pt x="8978" y="1739"/>
                  </a:cubicBezTo>
                  <a:lnTo>
                    <a:pt x="7108" y="965"/>
                  </a:lnTo>
                  <a:lnTo>
                    <a:pt x="6751" y="72"/>
                  </a:lnTo>
                  <a:lnTo>
                    <a:pt x="6751" y="60"/>
                  </a:lnTo>
                  <a:cubicBezTo>
                    <a:pt x="6751" y="60"/>
                    <a:pt x="6751" y="48"/>
                    <a:pt x="6727" y="48"/>
                  </a:cubicBezTo>
                  <a:lnTo>
                    <a:pt x="6715" y="25"/>
                  </a:lnTo>
                  <a:lnTo>
                    <a:pt x="6703" y="13"/>
                  </a:lnTo>
                  <a:lnTo>
                    <a:pt x="66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64"/>
            <p:cNvSpPr/>
            <p:nvPr/>
          </p:nvSpPr>
          <p:spPr>
            <a:xfrm>
              <a:off x="8036455" y="3934613"/>
              <a:ext cx="291795" cy="226644"/>
            </a:xfrm>
            <a:custGeom>
              <a:avLst/>
              <a:gdLst/>
              <a:ahLst/>
              <a:cxnLst/>
              <a:rect l="l" t="t" r="r" b="b"/>
              <a:pathLst>
                <a:path w="9168" h="7121" extrusionOk="0">
                  <a:moveTo>
                    <a:pt x="155" y="0"/>
                  </a:moveTo>
                  <a:cubicBezTo>
                    <a:pt x="71" y="0"/>
                    <a:pt x="0" y="72"/>
                    <a:pt x="0" y="167"/>
                  </a:cubicBezTo>
                  <a:lnTo>
                    <a:pt x="0" y="6953"/>
                  </a:lnTo>
                  <a:cubicBezTo>
                    <a:pt x="0" y="7037"/>
                    <a:pt x="71" y="7120"/>
                    <a:pt x="155" y="7120"/>
                  </a:cubicBezTo>
                  <a:lnTo>
                    <a:pt x="9001" y="7120"/>
                  </a:lnTo>
                  <a:cubicBezTo>
                    <a:pt x="9084" y="7120"/>
                    <a:pt x="9168" y="7037"/>
                    <a:pt x="9168" y="6953"/>
                  </a:cubicBezTo>
                  <a:lnTo>
                    <a:pt x="9168" y="4715"/>
                  </a:lnTo>
                  <a:cubicBezTo>
                    <a:pt x="9168" y="4632"/>
                    <a:pt x="9084" y="4560"/>
                    <a:pt x="9001" y="4560"/>
                  </a:cubicBezTo>
                  <a:cubicBezTo>
                    <a:pt x="8906" y="4560"/>
                    <a:pt x="8834" y="4632"/>
                    <a:pt x="8834" y="4715"/>
                  </a:cubicBezTo>
                  <a:lnTo>
                    <a:pt x="8834" y="6787"/>
                  </a:lnTo>
                  <a:lnTo>
                    <a:pt x="321" y="6787"/>
                  </a:lnTo>
                  <a:lnTo>
                    <a:pt x="321" y="167"/>
                  </a:lnTo>
                  <a:cubicBezTo>
                    <a:pt x="321"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66" name="Google Shape;10966;p64"/>
          <p:cNvSpPr txBox="1"/>
          <p:nvPr/>
        </p:nvSpPr>
        <p:spPr>
          <a:xfrm>
            <a:off x="849675" y="71597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Business Icons</a:t>
            </a:r>
            <a:endParaRPr sz="2400">
              <a:solidFill>
                <a:srgbClr val="FFFFFF"/>
              </a:solidFill>
            </a:endParaRPr>
          </a:p>
        </p:txBody>
      </p:sp>
      <p:sp>
        <p:nvSpPr>
          <p:cNvPr id="10967" name="Google Shape;10967;p64"/>
          <p:cNvSpPr txBox="1"/>
          <p:nvPr/>
        </p:nvSpPr>
        <p:spPr>
          <a:xfrm>
            <a:off x="4858400" y="71597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Teamwork Icons</a:t>
            </a:r>
            <a:endParaRPr sz="2400">
              <a:solidFill>
                <a:srgbClr val="FFFFFF"/>
              </a:solidFill>
            </a:endParaRPr>
          </a:p>
        </p:txBody>
      </p:sp>
      <p:grpSp>
        <p:nvGrpSpPr>
          <p:cNvPr id="10968" name="Google Shape;10968;p64"/>
          <p:cNvGrpSpPr/>
          <p:nvPr/>
        </p:nvGrpSpPr>
        <p:grpSpPr>
          <a:xfrm>
            <a:off x="4874902" y="3634549"/>
            <a:ext cx="345615" cy="350835"/>
            <a:chOff x="4874902" y="3808799"/>
            <a:chExt cx="345615" cy="350835"/>
          </a:xfrm>
        </p:grpSpPr>
        <p:sp>
          <p:nvSpPr>
            <p:cNvPr id="10969" name="Google Shape;10969;p64"/>
            <p:cNvSpPr/>
            <p:nvPr/>
          </p:nvSpPr>
          <p:spPr>
            <a:xfrm>
              <a:off x="4874902" y="3808799"/>
              <a:ext cx="345615" cy="350835"/>
            </a:xfrm>
            <a:custGeom>
              <a:avLst/>
              <a:gdLst/>
              <a:ahLst/>
              <a:cxnLst/>
              <a:rect l="l" t="t" r="r" b="b"/>
              <a:pathLst>
                <a:path w="10859" h="11023" extrusionOk="0">
                  <a:moveTo>
                    <a:pt x="6632" y="274"/>
                  </a:moveTo>
                  <a:cubicBezTo>
                    <a:pt x="6858" y="274"/>
                    <a:pt x="7037" y="453"/>
                    <a:pt x="7037" y="679"/>
                  </a:cubicBezTo>
                  <a:cubicBezTo>
                    <a:pt x="7037" y="905"/>
                    <a:pt x="6858" y="1084"/>
                    <a:pt x="6632" y="1084"/>
                  </a:cubicBezTo>
                  <a:lnTo>
                    <a:pt x="4906" y="1084"/>
                  </a:lnTo>
                  <a:cubicBezTo>
                    <a:pt x="4691" y="1084"/>
                    <a:pt x="4513" y="905"/>
                    <a:pt x="4513" y="679"/>
                  </a:cubicBezTo>
                  <a:cubicBezTo>
                    <a:pt x="4513" y="453"/>
                    <a:pt x="4691" y="274"/>
                    <a:pt x="4906" y="274"/>
                  </a:cubicBezTo>
                  <a:close/>
                  <a:moveTo>
                    <a:pt x="5965" y="1405"/>
                  </a:moveTo>
                  <a:lnTo>
                    <a:pt x="5965" y="1965"/>
                  </a:lnTo>
                  <a:lnTo>
                    <a:pt x="5572" y="1965"/>
                  </a:lnTo>
                  <a:lnTo>
                    <a:pt x="5572" y="1405"/>
                  </a:lnTo>
                  <a:close/>
                  <a:moveTo>
                    <a:pt x="5790" y="2285"/>
                  </a:moveTo>
                  <a:cubicBezTo>
                    <a:pt x="7012" y="2285"/>
                    <a:pt x="8209" y="2830"/>
                    <a:pt x="9037" y="3834"/>
                  </a:cubicBezTo>
                  <a:cubicBezTo>
                    <a:pt x="10513" y="5632"/>
                    <a:pt x="10228" y="8287"/>
                    <a:pt x="8430" y="9763"/>
                  </a:cubicBezTo>
                  <a:cubicBezTo>
                    <a:pt x="7647" y="10392"/>
                    <a:pt x="6705" y="10700"/>
                    <a:pt x="5771" y="10700"/>
                  </a:cubicBezTo>
                  <a:cubicBezTo>
                    <a:pt x="4545" y="10700"/>
                    <a:pt x="3331" y="10171"/>
                    <a:pt x="2500" y="9144"/>
                  </a:cubicBezTo>
                  <a:cubicBezTo>
                    <a:pt x="405" y="6573"/>
                    <a:pt x="2000" y="2715"/>
                    <a:pt x="5239" y="2322"/>
                  </a:cubicBezTo>
                  <a:cubicBezTo>
                    <a:pt x="5422" y="2297"/>
                    <a:pt x="5606" y="2285"/>
                    <a:pt x="5790" y="2285"/>
                  </a:cubicBezTo>
                  <a:close/>
                  <a:moveTo>
                    <a:pt x="4917" y="0"/>
                  </a:moveTo>
                  <a:cubicBezTo>
                    <a:pt x="4513" y="0"/>
                    <a:pt x="4203" y="322"/>
                    <a:pt x="4203" y="715"/>
                  </a:cubicBezTo>
                  <a:cubicBezTo>
                    <a:pt x="4203" y="1108"/>
                    <a:pt x="4525" y="1429"/>
                    <a:pt x="4917" y="1429"/>
                  </a:cubicBezTo>
                  <a:lnTo>
                    <a:pt x="5251" y="1429"/>
                  </a:lnTo>
                  <a:lnTo>
                    <a:pt x="5251" y="1989"/>
                  </a:lnTo>
                  <a:cubicBezTo>
                    <a:pt x="1727" y="2393"/>
                    <a:pt x="0" y="6573"/>
                    <a:pt x="2262" y="9359"/>
                  </a:cubicBezTo>
                  <a:cubicBezTo>
                    <a:pt x="3161" y="10454"/>
                    <a:pt x="4471" y="11023"/>
                    <a:pt x="5790" y="11023"/>
                  </a:cubicBezTo>
                  <a:cubicBezTo>
                    <a:pt x="6795" y="11023"/>
                    <a:pt x="7805" y="10693"/>
                    <a:pt x="8644" y="10013"/>
                  </a:cubicBezTo>
                  <a:cubicBezTo>
                    <a:pt x="10585" y="8430"/>
                    <a:pt x="10859" y="5561"/>
                    <a:pt x="9287" y="3632"/>
                  </a:cubicBezTo>
                  <a:cubicBezTo>
                    <a:pt x="8513" y="2679"/>
                    <a:pt x="7430" y="2120"/>
                    <a:pt x="6299" y="1989"/>
                  </a:cubicBezTo>
                  <a:lnTo>
                    <a:pt x="6299" y="1429"/>
                  </a:lnTo>
                  <a:lnTo>
                    <a:pt x="6644" y="1429"/>
                  </a:lnTo>
                  <a:cubicBezTo>
                    <a:pt x="7037" y="1429"/>
                    <a:pt x="7358" y="1096"/>
                    <a:pt x="7358" y="715"/>
                  </a:cubicBezTo>
                  <a:cubicBezTo>
                    <a:pt x="7358" y="310"/>
                    <a:pt x="7025" y="0"/>
                    <a:pt x="6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64"/>
            <p:cNvSpPr/>
            <p:nvPr/>
          </p:nvSpPr>
          <p:spPr>
            <a:xfrm>
              <a:off x="4939321" y="4009630"/>
              <a:ext cx="145929" cy="123618"/>
            </a:xfrm>
            <a:custGeom>
              <a:avLst/>
              <a:gdLst/>
              <a:ahLst/>
              <a:cxnLst/>
              <a:rect l="l" t="t" r="r" b="b"/>
              <a:pathLst>
                <a:path w="4585" h="3884" extrusionOk="0">
                  <a:moveTo>
                    <a:pt x="203" y="1"/>
                  </a:moveTo>
                  <a:cubicBezTo>
                    <a:pt x="119" y="1"/>
                    <a:pt x="48" y="72"/>
                    <a:pt x="48" y="155"/>
                  </a:cubicBezTo>
                  <a:cubicBezTo>
                    <a:pt x="48" y="203"/>
                    <a:pt x="0" y="965"/>
                    <a:pt x="429" y="1810"/>
                  </a:cubicBezTo>
                  <a:cubicBezTo>
                    <a:pt x="691" y="2334"/>
                    <a:pt x="1072" y="2799"/>
                    <a:pt x="1548" y="3156"/>
                  </a:cubicBezTo>
                  <a:cubicBezTo>
                    <a:pt x="2212" y="3644"/>
                    <a:pt x="2997" y="3883"/>
                    <a:pt x="3771" y="3883"/>
                  </a:cubicBezTo>
                  <a:cubicBezTo>
                    <a:pt x="3996" y="3883"/>
                    <a:pt x="4221" y="3863"/>
                    <a:pt x="4441" y="3823"/>
                  </a:cubicBezTo>
                  <a:cubicBezTo>
                    <a:pt x="4525" y="3811"/>
                    <a:pt x="4584" y="3715"/>
                    <a:pt x="4572" y="3632"/>
                  </a:cubicBezTo>
                  <a:cubicBezTo>
                    <a:pt x="4540" y="3545"/>
                    <a:pt x="4477" y="3488"/>
                    <a:pt x="4394" y="3488"/>
                  </a:cubicBezTo>
                  <a:cubicBezTo>
                    <a:pt x="4386" y="3488"/>
                    <a:pt x="4378" y="3488"/>
                    <a:pt x="4370" y="3489"/>
                  </a:cubicBezTo>
                  <a:cubicBezTo>
                    <a:pt x="4161" y="3528"/>
                    <a:pt x="3950" y="3547"/>
                    <a:pt x="3739" y="3547"/>
                  </a:cubicBezTo>
                  <a:cubicBezTo>
                    <a:pt x="3035" y="3547"/>
                    <a:pt x="2334" y="3331"/>
                    <a:pt x="1739" y="2882"/>
                  </a:cubicBezTo>
                  <a:cubicBezTo>
                    <a:pt x="286" y="1810"/>
                    <a:pt x="369" y="155"/>
                    <a:pt x="369" y="155"/>
                  </a:cubicBezTo>
                  <a:cubicBezTo>
                    <a:pt x="369" y="72"/>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64"/>
            <p:cNvSpPr/>
            <p:nvPr/>
          </p:nvSpPr>
          <p:spPr>
            <a:xfrm>
              <a:off x="4942344" y="3897629"/>
              <a:ext cx="205033" cy="101816"/>
            </a:xfrm>
            <a:custGeom>
              <a:avLst/>
              <a:gdLst/>
              <a:ahLst/>
              <a:cxnLst/>
              <a:rect l="l" t="t" r="r" b="b"/>
              <a:pathLst>
                <a:path w="6442" h="3199" extrusionOk="0">
                  <a:moveTo>
                    <a:pt x="3666" y="0"/>
                  </a:moveTo>
                  <a:cubicBezTo>
                    <a:pt x="1972" y="0"/>
                    <a:pt x="363" y="1175"/>
                    <a:pt x="24" y="3008"/>
                  </a:cubicBezTo>
                  <a:cubicBezTo>
                    <a:pt x="0" y="3115"/>
                    <a:pt x="72" y="3198"/>
                    <a:pt x="179" y="3198"/>
                  </a:cubicBezTo>
                  <a:cubicBezTo>
                    <a:pt x="251" y="3198"/>
                    <a:pt x="322" y="3139"/>
                    <a:pt x="334" y="3067"/>
                  </a:cubicBezTo>
                  <a:cubicBezTo>
                    <a:pt x="656" y="1384"/>
                    <a:pt x="2127" y="318"/>
                    <a:pt x="3670" y="318"/>
                  </a:cubicBezTo>
                  <a:cubicBezTo>
                    <a:pt x="4353" y="318"/>
                    <a:pt x="5050" y="527"/>
                    <a:pt x="5668" y="984"/>
                  </a:cubicBezTo>
                  <a:cubicBezTo>
                    <a:pt x="5846" y="1115"/>
                    <a:pt x="5989" y="1257"/>
                    <a:pt x="6144" y="1412"/>
                  </a:cubicBezTo>
                  <a:cubicBezTo>
                    <a:pt x="6180" y="1448"/>
                    <a:pt x="6228" y="1471"/>
                    <a:pt x="6274" y="1471"/>
                  </a:cubicBezTo>
                  <a:cubicBezTo>
                    <a:pt x="6305" y="1471"/>
                    <a:pt x="6334" y="1460"/>
                    <a:pt x="6358" y="1436"/>
                  </a:cubicBezTo>
                  <a:cubicBezTo>
                    <a:pt x="6430" y="1377"/>
                    <a:pt x="6442" y="1269"/>
                    <a:pt x="6382" y="1210"/>
                  </a:cubicBezTo>
                  <a:cubicBezTo>
                    <a:pt x="6216" y="1031"/>
                    <a:pt x="6049" y="876"/>
                    <a:pt x="5858" y="734"/>
                  </a:cubicBezTo>
                  <a:cubicBezTo>
                    <a:pt x="5179" y="230"/>
                    <a:pt x="4414" y="0"/>
                    <a:pt x="3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64"/>
            <p:cNvSpPr/>
            <p:nvPr/>
          </p:nvSpPr>
          <p:spPr>
            <a:xfrm>
              <a:off x="5092729" y="3950240"/>
              <a:ext cx="84597" cy="175465"/>
            </a:xfrm>
            <a:custGeom>
              <a:avLst/>
              <a:gdLst/>
              <a:ahLst/>
              <a:cxnLst/>
              <a:rect l="l" t="t" r="r" b="b"/>
              <a:pathLst>
                <a:path w="2658" h="5513" extrusionOk="0">
                  <a:moveTo>
                    <a:pt x="1939" y="0"/>
                  </a:moveTo>
                  <a:cubicBezTo>
                    <a:pt x="1907" y="0"/>
                    <a:pt x="1875" y="11"/>
                    <a:pt x="1848" y="33"/>
                  </a:cubicBezTo>
                  <a:cubicBezTo>
                    <a:pt x="1776" y="81"/>
                    <a:pt x="1741" y="176"/>
                    <a:pt x="1800" y="259"/>
                  </a:cubicBezTo>
                  <a:cubicBezTo>
                    <a:pt x="2145" y="795"/>
                    <a:pt x="2324" y="1414"/>
                    <a:pt x="2324" y="2057"/>
                  </a:cubicBezTo>
                  <a:cubicBezTo>
                    <a:pt x="2324" y="3486"/>
                    <a:pt x="1431" y="4724"/>
                    <a:pt x="169" y="5200"/>
                  </a:cubicBezTo>
                  <a:cubicBezTo>
                    <a:pt x="1" y="5263"/>
                    <a:pt x="55" y="5512"/>
                    <a:pt x="218" y="5512"/>
                  </a:cubicBezTo>
                  <a:cubicBezTo>
                    <a:pt x="239" y="5512"/>
                    <a:pt x="263" y="5508"/>
                    <a:pt x="288" y="5498"/>
                  </a:cubicBezTo>
                  <a:cubicBezTo>
                    <a:pt x="1669" y="4962"/>
                    <a:pt x="2657" y="3605"/>
                    <a:pt x="2657" y="2045"/>
                  </a:cubicBezTo>
                  <a:cubicBezTo>
                    <a:pt x="2622" y="1343"/>
                    <a:pt x="2431" y="676"/>
                    <a:pt x="2074" y="81"/>
                  </a:cubicBezTo>
                  <a:cubicBezTo>
                    <a:pt x="2044" y="29"/>
                    <a:pt x="1992" y="0"/>
                    <a:pt x="1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64"/>
            <p:cNvSpPr/>
            <p:nvPr/>
          </p:nvSpPr>
          <p:spPr>
            <a:xfrm>
              <a:off x="5004886" y="3993717"/>
              <a:ext cx="81478" cy="55348"/>
            </a:xfrm>
            <a:custGeom>
              <a:avLst/>
              <a:gdLst/>
              <a:ahLst/>
              <a:cxnLst/>
              <a:rect l="l" t="t" r="r" b="b"/>
              <a:pathLst>
                <a:path w="2560" h="1739" extrusionOk="0">
                  <a:moveTo>
                    <a:pt x="1691" y="334"/>
                  </a:moveTo>
                  <a:cubicBezTo>
                    <a:pt x="1976" y="334"/>
                    <a:pt x="2143" y="655"/>
                    <a:pt x="1976" y="882"/>
                  </a:cubicBezTo>
                  <a:cubicBezTo>
                    <a:pt x="1913" y="974"/>
                    <a:pt x="1806" y="1024"/>
                    <a:pt x="1698" y="1024"/>
                  </a:cubicBezTo>
                  <a:cubicBezTo>
                    <a:pt x="1625" y="1024"/>
                    <a:pt x="1551" y="1001"/>
                    <a:pt x="1488" y="953"/>
                  </a:cubicBezTo>
                  <a:cubicBezTo>
                    <a:pt x="1214" y="763"/>
                    <a:pt x="1369" y="334"/>
                    <a:pt x="1691" y="334"/>
                  </a:cubicBezTo>
                  <a:close/>
                  <a:moveTo>
                    <a:pt x="1691" y="1"/>
                  </a:moveTo>
                  <a:cubicBezTo>
                    <a:pt x="1584" y="1"/>
                    <a:pt x="1334" y="36"/>
                    <a:pt x="1155" y="274"/>
                  </a:cubicBezTo>
                  <a:cubicBezTo>
                    <a:pt x="1024" y="453"/>
                    <a:pt x="988" y="655"/>
                    <a:pt x="1048" y="846"/>
                  </a:cubicBezTo>
                  <a:lnTo>
                    <a:pt x="131" y="1441"/>
                  </a:lnTo>
                  <a:cubicBezTo>
                    <a:pt x="0" y="1536"/>
                    <a:pt x="60" y="1739"/>
                    <a:pt x="214" y="1739"/>
                  </a:cubicBezTo>
                  <a:cubicBezTo>
                    <a:pt x="310" y="1739"/>
                    <a:pt x="262" y="1727"/>
                    <a:pt x="1214" y="1132"/>
                  </a:cubicBezTo>
                  <a:cubicBezTo>
                    <a:pt x="1346" y="1279"/>
                    <a:pt x="1520" y="1349"/>
                    <a:pt x="1692" y="1349"/>
                  </a:cubicBezTo>
                  <a:cubicBezTo>
                    <a:pt x="1896" y="1349"/>
                    <a:pt x="2098" y="1252"/>
                    <a:pt x="2226" y="1072"/>
                  </a:cubicBezTo>
                  <a:cubicBezTo>
                    <a:pt x="2560" y="632"/>
                    <a:pt x="223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64"/>
            <p:cNvSpPr/>
            <p:nvPr/>
          </p:nvSpPr>
          <p:spPr>
            <a:xfrm>
              <a:off x="5053391" y="3915262"/>
              <a:ext cx="10630" cy="29982"/>
            </a:xfrm>
            <a:custGeom>
              <a:avLst/>
              <a:gdLst/>
              <a:ahLst/>
              <a:cxnLst/>
              <a:rect l="l" t="t" r="r" b="b"/>
              <a:pathLst>
                <a:path w="334" h="942" extrusionOk="0">
                  <a:moveTo>
                    <a:pt x="167" y="1"/>
                  </a:moveTo>
                  <a:cubicBezTo>
                    <a:pt x="83" y="1"/>
                    <a:pt x="0" y="72"/>
                    <a:pt x="0" y="168"/>
                  </a:cubicBezTo>
                  <a:lnTo>
                    <a:pt x="0" y="775"/>
                  </a:lnTo>
                  <a:cubicBezTo>
                    <a:pt x="0" y="858"/>
                    <a:pt x="83" y="942"/>
                    <a:pt x="167" y="942"/>
                  </a:cubicBezTo>
                  <a:cubicBezTo>
                    <a:pt x="262" y="942"/>
                    <a:pt x="333" y="858"/>
                    <a:pt x="333" y="775"/>
                  </a:cubicBezTo>
                  <a:lnTo>
                    <a:pt x="333" y="168"/>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64"/>
            <p:cNvSpPr/>
            <p:nvPr/>
          </p:nvSpPr>
          <p:spPr>
            <a:xfrm>
              <a:off x="5005236" y="3928216"/>
              <a:ext cx="21261" cy="26894"/>
            </a:xfrm>
            <a:custGeom>
              <a:avLst/>
              <a:gdLst/>
              <a:ahLst/>
              <a:cxnLst/>
              <a:rect l="l" t="t" r="r" b="b"/>
              <a:pathLst>
                <a:path w="668" h="845" extrusionOk="0">
                  <a:moveTo>
                    <a:pt x="183" y="1"/>
                  </a:moveTo>
                  <a:cubicBezTo>
                    <a:pt x="156" y="1"/>
                    <a:pt x="130" y="8"/>
                    <a:pt x="108" y="23"/>
                  </a:cubicBezTo>
                  <a:cubicBezTo>
                    <a:pt x="25" y="70"/>
                    <a:pt x="1" y="177"/>
                    <a:pt x="49" y="249"/>
                  </a:cubicBezTo>
                  <a:lnTo>
                    <a:pt x="346" y="773"/>
                  </a:lnTo>
                  <a:cubicBezTo>
                    <a:pt x="382" y="808"/>
                    <a:pt x="430" y="844"/>
                    <a:pt x="489" y="844"/>
                  </a:cubicBezTo>
                  <a:cubicBezTo>
                    <a:pt x="525" y="844"/>
                    <a:pt x="549" y="844"/>
                    <a:pt x="561" y="832"/>
                  </a:cubicBezTo>
                  <a:cubicBezTo>
                    <a:pt x="644" y="785"/>
                    <a:pt x="668" y="677"/>
                    <a:pt x="620" y="606"/>
                  </a:cubicBezTo>
                  <a:lnTo>
                    <a:pt x="322" y="82"/>
                  </a:lnTo>
                  <a:cubicBezTo>
                    <a:pt x="298"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64"/>
            <p:cNvSpPr/>
            <p:nvPr/>
          </p:nvSpPr>
          <p:spPr>
            <a:xfrm>
              <a:off x="4970766" y="3962876"/>
              <a:ext cx="28454" cy="19510"/>
            </a:xfrm>
            <a:custGeom>
              <a:avLst/>
              <a:gdLst/>
              <a:ahLst/>
              <a:cxnLst/>
              <a:rect l="l" t="t" r="r" b="b"/>
              <a:pathLst>
                <a:path w="894" h="613" extrusionOk="0">
                  <a:moveTo>
                    <a:pt x="189" y="1"/>
                  </a:moveTo>
                  <a:cubicBezTo>
                    <a:pt x="130" y="1"/>
                    <a:pt x="69" y="27"/>
                    <a:pt x="36" y="77"/>
                  </a:cubicBezTo>
                  <a:cubicBezTo>
                    <a:pt x="0" y="160"/>
                    <a:pt x="24" y="255"/>
                    <a:pt x="96" y="303"/>
                  </a:cubicBezTo>
                  <a:lnTo>
                    <a:pt x="620" y="600"/>
                  </a:lnTo>
                  <a:cubicBezTo>
                    <a:pt x="655" y="612"/>
                    <a:pt x="679" y="612"/>
                    <a:pt x="691" y="612"/>
                  </a:cubicBezTo>
                  <a:cubicBezTo>
                    <a:pt x="751" y="612"/>
                    <a:pt x="798" y="589"/>
                    <a:pt x="834" y="541"/>
                  </a:cubicBezTo>
                  <a:cubicBezTo>
                    <a:pt x="893" y="470"/>
                    <a:pt x="858" y="362"/>
                    <a:pt x="786" y="315"/>
                  </a:cubicBezTo>
                  <a:lnTo>
                    <a:pt x="262" y="17"/>
                  </a:lnTo>
                  <a:cubicBezTo>
                    <a:pt x="240" y="6"/>
                    <a:pt x="215"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64"/>
            <p:cNvSpPr/>
            <p:nvPr/>
          </p:nvSpPr>
          <p:spPr>
            <a:xfrm>
              <a:off x="4958258" y="4010012"/>
              <a:ext cx="29982" cy="10248"/>
            </a:xfrm>
            <a:custGeom>
              <a:avLst/>
              <a:gdLst/>
              <a:ahLst/>
              <a:cxnLst/>
              <a:rect l="l" t="t" r="r" b="b"/>
              <a:pathLst>
                <a:path w="942" h="322" extrusionOk="0">
                  <a:moveTo>
                    <a:pt x="167" y="1"/>
                  </a:moveTo>
                  <a:cubicBezTo>
                    <a:pt x="72" y="1"/>
                    <a:pt x="1" y="72"/>
                    <a:pt x="1" y="167"/>
                  </a:cubicBezTo>
                  <a:cubicBezTo>
                    <a:pt x="1"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64"/>
            <p:cNvSpPr/>
            <p:nvPr/>
          </p:nvSpPr>
          <p:spPr>
            <a:xfrm>
              <a:off x="4969239" y="4047601"/>
              <a:ext cx="30363" cy="20051"/>
            </a:xfrm>
            <a:custGeom>
              <a:avLst/>
              <a:gdLst/>
              <a:ahLst/>
              <a:cxnLst/>
              <a:rect l="l" t="t" r="r" b="b"/>
              <a:pathLst>
                <a:path w="954" h="630" extrusionOk="0">
                  <a:moveTo>
                    <a:pt x="754" y="0"/>
                  </a:moveTo>
                  <a:cubicBezTo>
                    <a:pt x="728" y="0"/>
                    <a:pt x="702" y="7"/>
                    <a:pt x="679" y="22"/>
                  </a:cubicBezTo>
                  <a:lnTo>
                    <a:pt x="156" y="320"/>
                  </a:lnTo>
                  <a:cubicBezTo>
                    <a:pt x="1" y="415"/>
                    <a:pt x="60" y="629"/>
                    <a:pt x="239" y="629"/>
                  </a:cubicBezTo>
                  <a:cubicBezTo>
                    <a:pt x="310" y="629"/>
                    <a:pt x="310" y="605"/>
                    <a:pt x="846" y="308"/>
                  </a:cubicBezTo>
                  <a:cubicBezTo>
                    <a:pt x="918" y="260"/>
                    <a:pt x="953" y="153"/>
                    <a:pt x="906" y="82"/>
                  </a:cubicBezTo>
                  <a:cubicBezTo>
                    <a:pt x="873" y="33"/>
                    <a:pt x="812"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64"/>
            <p:cNvSpPr/>
            <p:nvPr/>
          </p:nvSpPr>
          <p:spPr>
            <a:xfrm>
              <a:off x="5005236" y="4075641"/>
              <a:ext cx="21261" cy="26862"/>
            </a:xfrm>
            <a:custGeom>
              <a:avLst/>
              <a:gdLst/>
              <a:ahLst/>
              <a:cxnLst/>
              <a:rect l="l" t="t" r="r" b="b"/>
              <a:pathLst>
                <a:path w="668" h="844" extrusionOk="0">
                  <a:moveTo>
                    <a:pt x="491" y="0"/>
                  </a:moveTo>
                  <a:cubicBezTo>
                    <a:pt x="440" y="0"/>
                    <a:pt x="391" y="33"/>
                    <a:pt x="358" y="82"/>
                  </a:cubicBezTo>
                  <a:lnTo>
                    <a:pt x="60" y="606"/>
                  </a:lnTo>
                  <a:cubicBezTo>
                    <a:pt x="1" y="701"/>
                    <a:pt x="72" y="844"/>
                    <a:pt x="191" y="844"/>
                  </a:cubicBezTo>
                  <a:cubicBezTo>
                    <a:pt x="251" y="844"/>
                    <a:pt x="299" y="808"/>
                    <a:pt x="322" y="760"/>
                  </a:cubicBezTo>
                  <a:lnTo>
                    <a:pt x="620" y="248"/>
                  </a:lnTo>
                  <a:cubicBezTo>
                    <a:pt x="668" y="165"/>
                    <a:pt x="644" y="70"/>
                    <a:pt x="561" y="22"/>
                  </a:cubicBezTo>
                  <a:cubicBezTo>
                    <a:pt x="538" y="7"/>
                    <a:pt x="514" y="0"/>
                    <a:pt x="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64"/>
            <p:cNvSpPr/>
            <p:nvPr/>
          </p:nvSpPr>
          <p:spPr>
            <a:xfrm>
              <a:off x="5053391" y="4085794"/>
              <a:ext cx="10630" cy="29982"/>
            </a:xfrm>
            <a:custGeom>
              <a:avLst/>
              <a:gdLst/>
              <a:ahLst/>
              <a:cxnLst/>
              <a:rect l="l" t="t" r="r" b="b"/>
              <a:pathLst>
                <a:path w="334" h="942" extrusionOk="0">
                  <a:moveTo>
                    <a:pt x="167" y="1"/>
                  </a:moveTo>
                  <a:cubicBezTo>
                    <a:pt x="83" y="1"/>
                    <a:pt x="0" y="72"/>
                    <a:pt x="0" y="167"/>
                  </a:cubicBezTo>
                  <a:lnTo>
                    <a:pt x="0" y="775"/>
                  </a:lnTo>
                  <a:cubicBezTo>
                    <a:pt x="0" y="858"/>
                    <a:pt x="83" y="941"/>
                    <a:pt x="167" y="941"/>
                  </a:cubicBezTo>
                  <a:cubicBezTo>
                    <a:pt x="250" y="941"/>
                    <a:pt x="333" y="858"/>
                    <a:pt x="333" y="775"/>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1" name="Google Shape;10981;p64"/>
            <p:cNvSpPr/>
            <p:nvPr/>
          </p:nvSpPr>
          <p:spPr>
            <a:xfrm>
              <a:off x="5090501" y="4075641"/>
              <a:ext cx="21261" cy="26894"/>
            </a:xfrm>
            <a:custGeom>
              <a:avLst/>
              <a:gdLst/>
              <a:ahLst/>
              <a:cxnLst/>
              <a:rect l="l" t="t" r="r" b="b"/>
              <a:pathLst>
                <a:path w="668" h="845" extrusionOk="0">
                  <a:moveTo>
                    <a:pt x="182" y="0"/>
                  </a:moveTo>
                  <a:cubicBezTo>
                    <a:pt x="156" y="0"/>
                    <a:pt x="130" y="7"/>
                    <a:pt x="108" y="22"/>
                  </a:cubicBezTo>
                  <a:cubicBezTo>
                    <a:pt x="25" y="70"/>
                    <a:pt x="1" y="165"/>
                    <a:pt x="48" y="248"/>
                  </a:cubicBezTo>
                  <a:lnTo>
                    <a:pt x="346" y="760"/>
                  </a:lnTo>
                  <a:cubicBezTo>
                    <a:pt x="370" y="815"/>
                    <a:pt x="424" y="844"/>
                    <a:pt x="479" y="844"/>
                  </a:cubicBezTo>
                  <a:cubicBezTo>
                    <a:pt x="507" y="844"/>
                    <a:pt x="536" y="836"/>
                    <a:pt x="560" y="820"/>
                  </a:cubicBezTo>
                  <a:cubicBezTo>
                    <a:pt x="644" y="784"/>
                    <a:pt x="668" y="677"/>
                    <a:pt x="620" y="606"/>
                  </a:cubicBezTo>
                  <a:lnTo>
                    <a:pt x="322" y="82"/>
                  </a:lnTo>
                  <a:cubicBezTo>
                    <a:pt x="298" y="33"/>
                    <a:pt x="240"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2" name="Google Shape;10982;p64"/>
            <p:cNvSpPr/>
            <p:nvPr/>
          </p:nvSpPr>
          <p:spPr>
            <a:xfrm>
              <a:off x="5117809" y="4048142"/>
              <a:ext cx="28454" cy="19510"/>
            </a:xfrm>
            <a:custGeom>
              <a:avLst/>
              <a:gdLst/>
              <a:ahLst/>
              <a:cxnLst/>
              <a:rect l="l" t="t" r="r" b="b"/>
              <a:pathLst>
                <a:path w="894" h="613" extrusionOk="0">
                  <a:moveTo>
                    <a:pt x="195" y="1"/>
                  </a:moveTo>
                  <a:cubicBezTo>
                    <a:pt x="136" y="1"/>
                    <a:pt x="81" y="27"/>
                    <a:pt x="48" y="77"/>
                  </a:cubicBezTo>
                  <a:cubicBezTo>
                    <a:pt x="0" y="160"/>
                    <a:pt x="36" y="243"/>
                    <a:pt x="107" y="291"/>
                  </a:cubicBezTo>
                  <a:cubicBezTo>
                    <a:pt x="643" y="588"/>
                    <a:pt x="631" y="612"/>
                    <a:pt x="714" y="612"/>
                  </a:cubicBezTo>
                  <a:cubicBezTo>
                    <a:pt x="774" y="612"/>
                    <a:pt x="822" y="588"/>
                    <a:pt x="845" y="541"/>
                  </a:cubicBezTo>
                  <a:cubicBezTo>
                    <a:pt x="893" y="469"/>
                    <a:pt x="869" y="362"/>
                    <a:pt x="786" y="315"/>
                  </a:cubicBezTo>
                  <a:lnTo>
                    <a:pt x="274" y="17"/>
                  </a:lnTo>
                  <a:cubicBezTo>
                    <a:pt x="248" y="6"/>
                    <a:pt x="221" y="1"/>
                    <a:pt x="1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64"/>
            <p:cNvSpPr/>
            <p:nvPr/>
          </p:nvSpPr>
          <p:spPr>
            <a:xfrm>
              <a:off x="5128790" y="4010012"/>
              <a:ext cx="29950" cy="10248"/>
            </a:xfrm>
            <a:custGeom>
              <a:avLst/>
              <a:gdLst/>
              <a:ahLst/>
              <a:cxnLst/>
              <a:rect l="l" t="t" r="r" b="b"/>
              <a:pathLst>
                <a:path w="941" h="322" extrusionOk="0">
                  <a:moveTo>
                    <a:pt x="167" y="1"/>
                  </a:moveTo>
                  <a:cubicBezTo>
                    <a:pt x="72" y="1"/>
                    <a:pt x="0" y="72"/>
                    <a:pt x="0" y="167"/>
                  </a:cubicBezTo>
                  <a:cubicBezTo>
                    <a:pt x="0"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64"/>
            <p:cNvSpPr/>
            <p:nvPr/>
          </p:nvSpPr>
          <p:spPr>
            <a:xfrm>
              <a:off x="5117809" y="3962717"/>
              <a:ext cx="28454" cy="19669"/>
            </a:xfrm>
            <a:custGeom>
              <a:avLst/>
              <a:gdLst/>
              <a:ahLst/>
              <a:cxnLst/>
              <a:rect l="l" t="t" r="r" b="b"/>
              <a:pathLst>
                <a:path w="894" h="618" extrusionOk="0">
                  <a:moveTo>
                    <a:pt x="706" y="0"/>
                  </a:moveTo>
                  <a:cubicBezTo>
                    <a:pt x="679" y="0"/>
                    <a:pt x="654" y="7"/>
                    <a:pt x="631" y="22"/>
                  </a:cubicBezTo>
                  <a:lnTo>
                    <a:pt x="107" y="320"/>
                  </a:lnTo>
                  <a:cubicBezTo>
                    <a:pt x="36" y="367"/>
                    <a:pt x="0" y="475"/>
                    <a:pt x="48" y="546"/>
                  </a:cubicBezTo>
                  <a:cubicBezTo>
                    <a:pt x="83" y="594"/>
                    <a:pt x="143" y="617"/>
                    <a:pt x="202" y="617"/>
                  </a:cubicBezTo>
                  <a:cubicBezTo>
                    <a:pt x="226" y="617"/>
                    <a:pt x="262" y="617"/>
                    <a:pt x="274" y="605"/>
                  </a:cubicBezTo>
                  <a:lnTo>
                    <a:pt x="798" y="308"/>
                  </a:lnTo>
                  <a:cubicBezTo>
                    <a:pt x="869" y="260"/>
                    <a:pt x="893" y="165"/>
                    <a:pt x="857" y="82"/>
                  </a:cubicBezTo>
                  <a:cubicBezTo>
                    <a:pt x="825" y="33"/>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64"/>
            <p:cNvSpPr/>
            <p:nvPr/>
          </p:nvSpPr>
          <p:spPr>
            <a:xfrm>
              <a:off x="5090501" y="3928152"/>
              <a:ext cx="20879" cy="26958"/>
            </a:xfrm>
            <a:custGeom>
              <a:avLst/>
              <a:gdLst/>
              <a:ahLst/>
              <a:cxnLst/>
              <a:rect l="l" t="t" r="r" b="b"/>
              <a:pathLst>
                <a:path w="656" h="847" extrusionOk="0">
                  <a:moveTo>
                    <a:pt x="475" y="0"/>
                  </a:moveTo>
                  <a:cubicBezTo>
                    <a:pt x="424" y="0"/>
                    <a:pt x="370" y="29"/>
                    <a:pt x="346" y="84"/>
                  </a:cubicBezTo>
                  <a:lnTo>
                    <a:pt x="48" y="608"/>
                  </a:lnTo>
                  <a:cubicBezTo>
                    <a:pt x="1" y="679"/>
                    <a:pt x="25" y="787"/>
                    <a:pt x="108" y="834"/>
                  </a:cubicBezTo>
                  <a:cubicBezTo>
                    <a:pt x="132" y="846"/>
                    <a:pt x="168" y="846"/>
                    <a:pt x="179" y="846"/>
                  </a:cubicBezTo>
                  <a:cubicBezTo>
                    <a:pt x="239" y="846"/>
                    <a:pt x="287" y="810"/>
                    <a:pt x="310" y="775"/>
                  </a:cubicBezTo>
                  <a:lnTo>
                    <a:pt x="608" y="251"/>
                  </a:lnTo>
                  <a:cubicBezTo>
                    <a:pt x="656" y="179"/>
                    <a:pt x="620" y="72"/>
                    <a:pt x="549" y="25"/>
                  </a:cubicBezTo>
                  <a:cubicBezTo>
                    <a:pt x="528" y="8"/>
                    <a:pt x="502" y="0"/>
                    <a:pt x="4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989"/>
        <p:cNvGrpSpPr/>
        <p:nvPr/>
      </p:nvGrpSpPr>
      <p:grpSpPr>
        <a:xfrm>
          <a:off x="0" y="0"/>
          <a:ext cx="0" cy="0"/>
          <a:chOff x="0" y="0"/>
          <a:chExt cx="0" cy="0"/>
        </a:xfrm>
      </p:grpSpPr>
      <p:grpSp>
        <p:nvGrpSpPr>
          <p:cNvPr id="10990" name="Google Shape;10990;p65"/>
          <p:cNvGrpSpPr/>
          <p:nvPr/>
        </p:nvGrpSpPr>
        <p:grpSpPr>
          <a:xfrm>
            <a:off x="2704005" y="4083381"/>
            <a:ext cx="342144" cy="362704"/>
            <a:chOff x="2704005" y="4258781"/>
            <a:chExt cx="342144" cy="362704"/>
          </a:xfrm>
        </p:grpSpPr>
        <p:sp>
          <p:nvSpPr>
            <p:cNvPr id="10991" name="Google Shape;10991;p65"/>
            <p:cNvSpPr/>
            <p:nvPr/>
          </p:nvSpPr>
          <p:spPr>
            <a:xfrm>
              <a:off x="2704005" y="4258781"/>
              <a:ext cx="173543" cy="183554"/>
            </a:xfrm>
            <a:custGeom>
              <a:avLst/>
              <a:gdLst/>
              <a:ahLst/>
              <a:cxnLst/>
              <a:rect l="l" t="t" r="r" b="b"/>
              <a:pathLst>
                <a:path w="5478" h="5794" extrusionOk="0">
                  <a:moveTo>
                    <a:pt x="2646" y="0"/>
                  </a:moveTo>
                  <a:cubicBezTo>
                    <a:pt x="2134" y="0"/>
                    <a:pt x="1626" y="154"/>
                    <a:pt x="1191" y="447"/>
                  </a:cubicBezTo>
                  <a:cubicBezTo>
                    <a:pt x="798" y="709"/>
                    <a:pt x="489" y="1066"/>
                    <a:pt x="298" y="1483"/>
                  </a:cubicBezTo>
                  <a:cubicBezTo>
                    <a:pt x="108" y="1876"/>
                    <a:pt x="1" y="2328"/>
                    <a:pt x="24" y="2769"/>
                  </a:cubicBezTo>
                  <a:cubicBezTo>
                    <a:pt x="24" y="2864"/>
                    <a:pt x="120" y="2936"/>
                    <a:pt x="203" y="2936"/>
                  </a:cubicBezTo>
                  <a:cubicBezTo>
                    <a:pt x="298" y="2936"/>
                    <a:pt x="370" y="2852"/>
                    <a:pt x="370" y="2757"/>
                  </a:cubicBezTo>
                  <a:cubicBezTo>
                    <a:pt x="346" y="1935"/>
                    <a:pt x="715" y="1197"/>
                    <a:pt x="1394" y="733"/>
                  </a:cubicBezTo>
                  <a:cubicBezTo>
                    <a:pt x="1786" y="473"/>
                    <a:pt x="2229" y="348"/>
                    <a:pt x="2668" y="348"/>
                  </a:cubicBezTo>
                  <a:cubicBezTo>
                    <a:pt x="3413" y="348"/>
                    <a:pt x="4146" y="709"/>
                    <a:pt x="4596" y="1376"/>
                  </a:cubicBezTo>
                  <a:cubicBezTo>
                    <a:pt x="5168" y="2209"/>
                    <a:pt x="5120" y="3293"/>
                    <a:pt x="4489" y="4079"/>
                  </a:cubicBezTo>
                  <a:cubicBezTo>
                    <a:pt x="4465" y="4114"/>
                    <a:pt x="4453" y="4162"/>
                    <a:pt x="4465" y="4198"/>
                  </a:cubicBezTo>
                  <a:lnTo>
                    <a:pt x="4525" y="5376"/>
                  </a:lnTo>
                  <a:lnTo>
                    <a:pt x="3453" y="4876"/>
                  </a:lnTo>
                  <a:cubicBezTo>
                    <a:pt x="3418" y="4852"/>
                    <a:pt x="3382" y="4852"/>
                    <a:pt x="3334" y="4852"/>
                  </a:cubicBezTo>
                  <a:cubicBezTo>
                    <a:pt x="3123" y="4915"/>
                    <a:pt x="2908" y="4945"/>
                    <a:pt x="2695" y="4945"/>
                  </a:cubicBezTo>
                  <a:cubicBezTo>
                    <a:pt x="1939" y="4945"/>
                    <a:pt x="1214" y="4565"/>
                    <a:pt x="786" y="3924"/>
                  </a:cubicBezTo>
                  <a:cubicBezTo>
                    <a:pt x="667" y="3745"/>
                    <a:pt x="584" y="3567"/>
                    <a:pt x="524" y="3352"/>
                  </a:cubicBezTo>
                  <a:cubicBezTo>
                    <a:pt x="495" y="3283"/>
                    <a:pt x="433" y="3239"/>
                    <a:pt x="359" y="3239"/>
                  </a:cubicBezTo>
                  <a:cubicBezTo>
                    <a:pt x="343" y="3239"/>
                    <a:pt x="327" y="3241"/>
                    <a:pt x="310" y="3245"/>
                  </a:cubicBezTo>
                  <a:cubicBezTo>
                    <a:pt x="227" y="3281"/>
                    <a:pt x="179" y="3364"/>
                    <a:pt x="203" y="3459"/>
                  </a:cubicBezTo>
                  <a:cubicBezTo>
                    <a:pt x="286" y="3686"/>
                    <a:pt x="382" y="3900"/>
                    <a:pt x="524" y="4090"/>
                  </a:cubicBezTo>
                  <a:cubicBezTo>
                    <a:pt x="1018" y="4840"/>
                    <a:pt x="1844" y="5272"/>
                    <a:pt x="2713" y="5272"/>
                  </a:cubicBezTo>
                  <a:cubicBezTo>
                    <a:pt x="2935" y="5272"/>
                    <a:pt x="3159" y="5244"/>
                    <a:pt x="3382" y="5186"/>
                  </a:cubicBezTo>
                  <a:lnTo>
                    <a:pt x="4644" y="5781"/>
                  </a:lnTo>
                  <a:cubicBezTo>
                    <a:pt x="4668" y="5793"/>
                    <a:pt x="4692" y="5793"/>
                    <a:pt x="4715" y="5793"/>
                  </a:cubicBezTo>
                  <a:cubicBezTo>
                    <a:pt x="4751" y="5793"/>
                    <a:pt x="4775" y="5781"/>
                    <a:pt x="4811" y="5757"/>
                  </a:cubicBezTo>
                  <a:cubicBezTo>
                    <a:pt x="4846" y="5734"/>
                    <a:pt x="4882" y="5674"/>
                    <a:pt x="4882" y="5614"/>
                  </a:cubicBezTo>
                  <a:lnTo>
                    <a:pt x="4823" y="4210"/>
                  </a:lnTo>
                  <a:cubicBezTo>
                    <a:pt x="5442" y="3328"/>
                    <a:pt x="5477" y="2102"/>
                    <a:pt x="4846" y="1162"/>
                  </a:cubicBezTo>
                  <a:cubicBezTo>
                    <a:pt x="4465" y="590"/>
                    <a:pt x="3870" y="185"/>
                    <a:pt x="3168" y="54"/>
                  </a:cubicBezTo>
                  <a:cubicBezTo>
                    <a:pt x="2995" y="18"/>
                    <a:pt x="2820" y="0"/>
                    <a:pt x="2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65"/>
            <p:cNvSpPr/>
            <p:nvPr/>
          </p:nvSpPr>
          <p:spPr>
            <a:xfrm>
              <a:off x="2733816" y="4278961"/>
              <a:ext cx="112052" cy="122633"/>
            </a:xfrm>
            <a:custGeom>
              <a:avLst/>
              <a:gdLst/>
              <a:ahLst/>
              <a:cxnLst/>
              <a:rect l="l" t="t" r="r" b="b"/>
              <a:pathLst>
                <a:path w="3537" h="3871" extrusionOk="0">
                  <a:moveTo>
                    <a:pt x="2285" y="0"/>
                  </a:moveTo>
                  <a:cubicBezTo>
                    <a:pt x="2256" y="0"/>
                    <a:pt x="2227" y="8"/>
                    <a:pt x="2203" y="24"/>
                  </a:cubicBezTo>
                  <a:cubicBezTo>
                    <a:pt x="2119" y="60"/>
                    <a:pt x="2096" y="167"/>
                    <a:pt x="2143" y="239"/>
                  </a:cubicBezTo>
                  <a:lnTo>
                    <a:pt x="2227" y="394"/>
                  </a:lnTo>
                  <a:cubicBezTo>
                    <a:pt x="2084" y="346"/>
                    <a:pt x="1917" y="334"/>
                    <a:pt x="1762" y="334"/>
                  </a:cubicBezTo>
                  <a:cubicBezTo>
                    <a:pt x="786" y="334"/>
                    <a:pt x="0" y="1120"/>
                    <a:pt x="0" y="2108"/>
                  </a:cubicBezTo>
                  <a:cubicBezTo>
                    <a:pt x="0" y="3084"/>
                    <a:pt x="786" y="3870"/>
                    <a:pt x="1762" y="3870"/>
                  </a:cubicBezTo>
                  <a:cubicBezTo>
                    <a:pt x="2750" y="3870"/>
                    <a:pt x="3536" y="3084"/>
                    <a:pt x="3536" y="2108"/>
                  </a:cubicBezTo>
                  <a:cubicBezTo>
                    <a:pt x="3477" y="1941"/>
                    <a:pt x="3465" y="1810"/>
                    <a:pt x="3429" y="1679"/>
                  </a:cubicBezTo>
                  <a:cubicBezTo>
                    <a:pt x="3420" y="1603"/>
                    <a:pt x="3349" y="1550"/>
                    <a:pt x="3279" y="1550"/>
                  </a:cubicBezTo>
                  <a:cubicBezTo>
                    <a:pt x="3261" y="1550"/>
                    <a:pt x="3243" y="1553"/>
                    <a:pt x="3227" y="1560"/>
                  </a:cubicBezTo>
                  <a:cubicBezTo>
                    <a:pt x="3131" y="1572"/>
                    <a:pt x="3072" y="1656"/>
                    <a:pt x="3108" y="1763"/>
                  </a:cubicBezTo>
                  <a:cubicBezTo>
                    <a:pt x="3131" y="1870"/>
                    <a:pt x="3155" y="1989"/>
                    <a:pt x="3155" y="2096"/>
                  </a:cubicBezTo>
                  <a:cubicBezTo>
                    <a:pt x="3155" y="2882"/>
                    <a:pt x="2512" y="3525"/>
                    <a:pt x="1715" y="3525"/>
                  </a:cubicBezTo>
                  <a:cubicBezTo>
                    <a:pt x="929" y="3525"/>
                    <a:pt x="286" y="2882"/>
                    <a:pt x="286" y="2096"/>
                  </a:cubicBezTo>
                  <a:cubicBezTo>
                    <a:pt x="286" y="1298"/>
                    <a:pt x="929" y="667"/>
                    <a:pt x="1715" y="667"/>
                  </a:cubicBezTo>
                  <a:cubicBezTo>
                    <a:pt x="1834" y="667"/>
                    <a:pt x="1941" y="679"/>
                    <a:pt x="2060" y="703"/>
                  </a:cubicBezTo>
                  <a:lnTo>
                    <a:pt x="1881" y="751"/>
                  </a:lnTo>
                  <a:cubicBezTo>
                    <a:pt x="1798" y="763"/>
                    <a:pt x="1738" y="858"/>
                    <a:pt x="1762" y="965"/>
                  </a:cubicBezTo>
                  <a:cubicBezTo>
                    <a:pt x="1772" y="1031"/>
                    <a:pt x="1834" y="1083"/>
                    <a:pt x="1913" y="1083"/>
                  </a:cubicBezTo>
                  <a:cubicBezTo>
                    <a:pt x="1934" y="1083"/>
                    <a:pt x="1955" y="1079"/>
                    <a:pt x="1977" y="1072"/>
                  </a:cubicBezTo>
                  <a:lnTo>
                    <a:pt x="2655" y="929"/>
                  </a:lnTo>
                  <a:cubicBezTo>
                    <a:pt x="2762" y="894"/>
                    <a:pt x="2822" y="775"/>
                    <a:pt x="2762" y="679"/>
                  </a:cubicBezTo>
                  <a:lnTo>
                    <a:pt x="2417" y="84"/>
                  </a:lnTo>
                  <a:cubicBezTo>
                    <a:pt x="2394" y="29"/>
                    <a:pt x="2339" y="0"/>
                    <a:pt x="22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65"/>
            <p:cNvSpPr/>
            <p:nvPr/>
          </p:nvSpPr>
          <p:spPr>
            <a:xfrm>
              <a:off x="2759445" y="4322711"/>
              <a:ext cx="33993" cy="44542"/>
            </a:xfrm>
            <a:custGeom>
              <a:avLst/>
              <a:gdLst/>
              <a:ahLst/>
              <a:cxnLst/>
              <a:rect l="l" t="t" r="r" b="b"/>
              <a:pathLst>
                <a:path w="1073" h="1406" extrusionOk="0">
                  <a:moveTo>
                    <a:pt x="513" y="1"/>
                  </a:moveTo>
                  <a:cubicBezTo>
                    <a:pt x="239" y="1"/>
                    <a:pt x="36" y="203"/>
                    <a:pt x="36" y="453"/>
                  </a:cubicBezTo>
                  <a:cubicBezTo>
                    <a:pt x="36" y="548"/>
                    <a:pt x="108" y="620"/>
                    <a:pt x="203" y="620"/>
                  </a:cubicBezTo>
                  <a:cubicBezTo>
                    <a:pt x="287" y="620"/>
                    <a:pt x="358" y="548"/>
                    <a:pt x="358" y="453"/>
                  </a:cubicBezTo>
                  <a:cubicBezTo>
                    <a:pt x="358" y="382"/>
                    <a:pt x="417" y="322"/>
                    <a:pt x="513" y="322"/>
                  </a:cubicBezTo>
                  <a:lnTo>
                    <a:pt x="560" y="322"/>
                  </a:lnTo>
                  <a:cubicBezTo>
                    <a:pt x="572" y="322"/>
                    <a:pt x="584" y="334"/>
                    <a:pt x="584" y="334"/>
                  </a:cubicBezTo>
                  <a:lnTo>
                    <a:pt x="584" y="358"/>
                  </a:lnTo>
                  <a:lnTo>
                    <a:pt x="48" y="1144"/>
                  </a:lnTo>
                  <a:cubicBezTo>
                    <a:pt x="13" y="1191"/>
                    <a:pt x="1" y="1263"/>
                    <a:pt x="36" y="1322"/>
                  </a:cubicBezTo>
                  <a:cubicBezTo>
                    <a:pt x="60" y="1382"/>
                    <a:pt x="120" y="1406"/>
                    <a:pt x="179" y="1406"/>
                  </a:cubicBezTo>
                  <a:lnTo>
                    <a:pt x="906" y="1406"/>
                  </a:lnTo>
                  <a:cubicBezTo>
                    <a:pt x="1001" y="1406"/>
                    <a:pt x="1072" y="1334"/>
                    <a:pt x="1072" y="1251"/>
                  </a:cubicBezTo>
                  <a:cubicBezTo>
                    <a:pt x="1072" y="1156"/>
                    <a:pt x="1037" y="1072"/>
                    <a:pt x="929" y="1072"/>
                  </a:cubicBezTo>
                  <a:lnTo>
                    <a:pt x="513" y="1072"/>
                  </a:lnTo>
                  <a:lnTo>
                    <a:pt x="870" y="548"/>
                  </a:lnTo>
                  <a:cubicBezTo>
                    <a:pt x="941" y="441"/>
                    <a:pt x="941" y="310"/>
                    <a:pt x="882" y="191"/>
                  </a:cubicBezTo>
                  <a:cubicBezTo>
                    <a:pt x="822" y="72"/>
                    <a:pt x="691"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65"/>
            <p:cNvSpPr/>
            <p:nvPr/>
          </p:nvSpPr>
          <p:spPr>
            <a:xfrm>
              <a:off x="2791885" y="4321951"/>
              <a:ext cx="26073" cy="44922"/>
            </a:xfrm>
            <a:custGeom>
              <a:avLst/>
              <a:gdLst/>
              <a:ahLst/>
              <a:cxnLst/>
              <a:rect l="l" t="t" r="r" b="b"/>
              <a:pathLst>
                <a:path w="823" h="1418" extrusionOk="0">
                  <a:moveTo>
                    <a:pt x="167" y="1"/>
                  </a:moveTo>
                  <a:cubicBezTo>
                    <a:pt x="84" y="1"/>
                    <a:pt x="1" y="84"/>
                    <a:pt x="1" y="168"/>
                  </a:cubicBezTo>
                  <a:lnTo>
                    <a:pt x="1" y="751"/>
                  </a:lnTo>
                  <a:cubicBezTo>
                    <a:pt x="1" y="834"/>
                    <a:pt x="84" y="918"/>
                    <a:pt x="167" y="918"/>
                  </a:cubicBezTo>
                  <a:lnTo>
                    <a:pt x="501" y="918"/>
                  </a:lnTo>
                  <a:lnTo>
                    <a:pt x="501" y="1251"/>
                  </a:lnTo>
                  <a:cubicBezTo>
                    <a:pt x="501" y="1346"/>
                    <a:pt x="572" y="1418"/>
                    <a:pt x="667" y="1418"/>
                  </a:cubicBezTo>
                  <a:cubicBezTo>
                    <a:pt x="751" y="1418"/>
                    <a:pt x="822" y="1346"/>
                    <a:pt x="822" y="1251"/>
                  </a:cubicBezTo>
                  <a:lnTo>
                    <a:pt x="822" y="751"/>
                  </a:lnTo>
                  <a:lnTo>
                    <a:pt x="822" y="168"/>
                  </a:lnTo>
                  <a:cubicBezTo>
                    <a:pt x="810" y="84"/>
                    <a:pt x="739" y="1"/>
                    <a:pt x="644" y="1"/>
                  </a:cubicBezTo>
                  <a:cubicBezTo>
                    <a:pt x="560" y="1"/>
                    <a:pt x="477" y="84"/>
                    <a:pt x="477" y="168"/>
                  </a:cubicBezTo>
                  <a:lnTo>
                    <a:pt x="477" y="572"/>
                  </a:lnTo>
                  <a:lnTo>
                    <a:pt x="334" y="572"/>
                  </a:lnTo>
                  <a:lnTo>
                    <a:pt x="334" y="168"/>
                  </a:ln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65"/>
            <p:cNvSpPr/>
            <p:nvPr/>
          </p:nvSpPr>
          <p:spPr>
            <a:xfrm>
              <a:off x="2828095" y="4322648"/>
              <a:ext cx="218053" cy="170597"/>
            </a:xfrm>
            <a:custGeom>
              <a:avLst/>
              <a:gdLst/>
              <a:ahLst/>
              <a:cxnLst/>
              <a:rect l="l" t="t" r="r" b="b"/>
              <a:pathLst>
                <a:path w="6883" h="5385" extrusionOk="0">
                  <a:moveTo>
                    <a:pt x="4111" y="0"/>
                  </a:moveTo>
                  <a:cubicBezTo>
                    <a:pt x="4032" y="0"/>
                    <a:pt x="3952" y="5"/>
                    <a:pt x="3870" y="15"/>
                  </a:cubicBezTo>
                  <a:cubicBezTo>
                    <a:pt x="3251" y="62"/>
                    <a:pt x="2632" y="372"/>
                    <a:pt x="2156" y="860"/>
                  </a:cubicBezTo>
                  <a:cubicBezTo>
                    <a:pt x="1679" y="1348"/>
                    <a:pt x="1382" y="1979"/>
                    <a:pt x="1334" y="2586"/>
                  </a:cubicBezTo>
                  <a:cubicBezTo>
                    <a:pt x="1310" y="3015"/>
                    <a:pt x="1382" y="3420"/>
                    <a:pt x="1549" y="3825"/>
                  </a:cubicBezTo>
                  <a:lnTo>
                    <a:pt x="72" y="5087"/>
                  </a:lnTo>
                  <a:cubicBezTo>
                    <a:pt x="1" y="5146"/>
                    <a:pt x="1" y="5253"/>
                    <a:pt x="60" y="5325"/>
                  </a:cubicBezTo>
                  <a:cubicBezTo>
                    <a:pt x="84" y="5372"/>
                    <a:pt x="132" y="5384"/>
                    <a:pt x="191" y="5384"/>
                  </a:cubicBezTo>
                  <a:cubicBezTo>
                    <a:pt x="227" y="5384"/>
                    <a:pt x="263" y="5372"/>
                    <a:pt x="298" y="5337"/>
                  </a:cubicBezTo>
                  <a:lnTo>
                    <a:pt x="1870" y="3991"/>
                  </a:lnTo>
                  <a:cubicBezTo>
                    <a:pt x="1930" y="3944"/>
                    <a:pt x="1941" y="3848"/>
                    <a:pt x="1918" y="3789"/>
                  </a:cubicBezTo>
                  <a:cubicBezTo>
                    <a:pt x="1739" y="3420"/>
                    <a:pt x="1668" y="3015"/>
                    <a:pt x="1691" y="2598"/>
                  </a:cubicBezTo>
                  <a:cubicBezTo>
                    <a:pt x="1763" y="1491"/>
                    <a:pt x="2811" y="431"/>
                    <a:pt x="3906" y="336"/>
                  </a:cubicBezTo>
                  <a:cubicBezTo>
                    <a:pt x="3965" y="333"/>
                    <a:pt x="4023" y="332"/>
                    <a:pt x="4081" y="332"/>
                  </a:cubicBezTo>
                  <a:cubicBezTo>
                    <a:pt x="4280" y="332"/>
                    <a:pt x="4474" y="350"/>
                    <a:pt x="4668" y="396"/>
                  </a:cubicBezTo>
                  <a:cubicBezTo>
                    <a:pt x="4716" y="419"/>
                    <a:pt x="4716" y="443"/>
                    <a:pt x="4727" y="455"/>
                  </a:cubicBezTo>
                  <a:cubicBezTo>
                    <a:pt x="4727" y="479"/>
                    <a:pt x="4739" y="503"/>
                    <a:pt x="4716" y="539"/>
                  </a:cubicBezTo>
                  <a:lnTo>
                    <a:pt x="3632" y="1622"/>
                  </a:lnTo>
                  <a:cubicBezTo>
                    <a:pt x="3477" y="1765"/>
                    <a:pt x="3394" y="1967"/>
                    <a:pt x="3394" y="2182"/>
                  </a:cubicBezTo>
                  <a:cubicBezTo>
                    <a:pt x="3394" y="2396"/>
                    <a:pt x="3477" y="2598"/>
                    <a:pt x="3632" y="2753"/>
                  </a:cubicBezTo>
                  <a:lnTo>
                    <a:pt x="4132" y="3253"/>
                  </a:lnTo>
                  <a:cubicBezTo>
                    <a:pt x="4287" y="3408"/>
                    <a:pt x="4489" y="3485"/>
                    <a:pt x="4692" y="3485"/>
                  </a:cubicBezTo>
                  <a:cubicBezTo>
                    <a:pt x="4894" y="3485"/>
                    <a:pt x="5097" y="3408"/>
                    <a:pt x="5251" y="3253"/>
                  </a:cubicBezTo>
                  <a:lnTo>
                    <a:pt x="6347" y="2158"/>
                  </a:lnTo>
                  <a:cubicBezTo>
                    <a:pt x="6369" y="2135"/>
                    <a:pt x="6387" y="2127"/>
                    <a:pt x="6403" y="2127"/>
                  </a:cubicBezTo>
                  <a:cubicBezTo>
                    <a:pt x="6413" y="2127"/>
                    <a:pt x="6421" y="2130"/>
                    <a:pt x="6430" y="2134"/>
                  </a:cubicBezTo>
                  <a:cubicBezTo>
                    <a:pt x="6442" y="2134"/>
                    <a:pt x="6466" y="2158"/>
                    <a:pt x="6478" y="2194"/>
                  </a:cubicBezTo>
                  <a:cubicBezTo>
                    <a:pt x="6537" y="2455"/>
                    <a:pt x="6573" y="2705"/>
                    <a:pt x="6537" y="2967"/>
                  </a:cubicBezTo>
                  <a:cubicBezTo>
                    <a:pt x="6478" y="3753"/>
                    <a:pt x="5966" y="4515"/>
                    <a:pt x="5216" y="4944"/>
                  </a:cubicBezTo>
                  <a:cubicBezTo>
                    <a:pt x="5144" y="4980"/>
                    <a:pt x="5108" y="5087"/>
                    <a:pt x="5156" y="5158"/>
                  </a:cubicBezTo>
                  <a:cubicBezTo>
                    <a:pt x="5187" y="5213"/>
                    <a:pt x="5244" y="5242"/>
                    <a:pt x="5300" y="5242"/>
                  </a:cubicBezTo>
                  <a:cubicBezTo>
                    <a:pt x="5329" y="5242"/>
                    <a:pt x="5358" y="5234"/>
                    <a:pt x="5382" y="5218"/>
                  </a:cubicBezTo>
                  <a:cubicBezTo>
                    <a:pt x="6228" y="4741"/>
                    <a:pt x="6823" y="3884"/>
                    <a:pt x="6883" y="2991"/>
                  </a:cubicBezTo>
                  <a:cubicBezTo>
                    <a:pt x="6871" y="2682"/>
                    <a:pt x="6859" y="2384"/>
                    <a:pt x="6775" y="2098"/>
                  </a:cubicBezTo>
                  <a:cubicBezTo>
                    <a:pt x="6752" y="1943"/>
                    <a:pt x="6632" y="1848"/>
                    <a:pt x="6478" y="1801"/>
                  </a:cubicBezTo>
                  <a:cubicBezTo>
                    <a:pt x="6440" y="1788"/>
                    <a:pt x="6402" y="1782"/>
                    <a:pt x="6364" y="1782"/>
                  </a:cubicBezTo>
                  <a:cubicBezTo>
                    <a:pt x="6258" y="1782"/>
                    <a:pt x="6155" y="1829"/>
                    <a:pt x="6085" y="1908"/>
                  </a:cubicBezTo>
                  <a:lnTo>
                    <a:pt x="4978" y="3003"/>
                  </a:lnTo>
                  <a:cubicBezTo>
                    <a:pt x="4888" y="3092"/>
                    <a:pt x="4772" y="3137"/>
                    <a:pt x="4658" y="3137"/>
                  </a:cubicBezTo>
                  <a:cubicBezTo>
                    <a:pt x="4543" y="3137"/>
                    <a:pt x="4430" y="3092"/>
                    <a:pt x="4346" y="3003"/>
                  </a:cubicBezTo>
                  <a:lnTo>
                    <a:pt x="3835" y="2503"/>
                  </a:lnTo>
                  <a:cubicBezTo>
                    <a:pt x="3751" y="2408"/>
                    <a:pt x="3704" y="2301"/>
                    <a:pt x="3704" y="2170"/>
                  </a:cubicBezTo>
                  <a:cubicBezTo>
                    <a:pt x="3704" y="2051"/>
                    <a:pt x="3751" y="1932"/>
                    <a:pt x="3835" y="1848"/>
                  </a:cubicBezTo>
                  <a:lnTo>
                    <a:pt x="4918" y="753"/>
                  </a:lnTo>
                  <a:cubicBezTo>
                    <a:pt x="5025" y="658"/>
                    <a:pt x="5073" y="491"/>
                    <a:pt x="5025" y="360"/>
                  </a:cubicBezTo>
                  <a:cubicBezTo>
                    <a:pt x="4978" y="205"/>
                    <a:pt x="4882" y="98"/>
                    <a:pt x="4727" y="74"/>
                  </a:cubicBezTo>
                  <a:cubicBezTo>
                    <a:pt x="4520" y="31"/>
                    <a:pt x="4320" y="0"/>
                    <a:pt x="41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65"/>
            <p:cNvSpPr/>
            <p:nvPr/>
          </p:nvSpPr>
          <p:spPr>
            <a:xfrm>
              <a:off x="2746995" y="4480034"/>
              <a:ext cx="232404" cy="141451"/>
            </a:xfrm>
            <a:custGeom>
              <a:avLst/>
              <a:gdLst/>
              <a:ahLst/>
              <a:cxnLst/>
              <a:rect l="l" t="t" r="r" b="b"/>
              <a:pathLst>
                <a:path w="7336" h="4465" extrusionOk="0">
                  <a:moveTo>
                    <a:pt x="5613" y="0"/>
                  </a:moveTo>
                  <a:cubicBezTo>
                    <a:pt x="5566" y="0"/>
                    <a:pt x="5522" y="19"/>
                    <a:pt x="5490" y="59"/>
                  </a:cubicBezTo>
                  <a:lnTo>
                    <a:pt x="2168" y="3905"/>
                  </a:lnTo>
                  <a:cubicBezTo>
                    <a:pt x="2049" y="4036"/>
                    <a:pt x="1870" y="4119"/>
                    <a:pt x="1692" y="4119"/>
                  </a:cubicBezTo>
                  <a:cubicBezTo>
                    <a:pt x="1513" y="4119"/>
                    <a:pt x="1334" y="4060"/>
                    <a:pt x="1203" y="3929"/>
                  </a:cubicBezTo>
                  <a:lnTo>
                    <a:pt x="549" y="3274"/>
                  </a:lnTo>
                  <a:cubicBezTo>
                    <a:pt x="429" y="3143"/>
                    <a:pt x="358" y="2976"/>
                    <a:pt x="358" y="2786"/>
                  </a:cubicBezTo>
                  <a:cubicBezTo>
                    <a:pt x="370" y="2607"/>
                    <a:pt x="441" y="2429"/>
                    <a:pt x="572" y="2321"/>
                  </a:cubicBezTo>
                  <a:lnTo>
                    <a:pt x="2334" y="821"/>
                  </a:lnTo>
                  <a:cubicBezTo>
                    <a:pt x="2406" y="762"/>
                    <a:pt x="2406" y="655"/>
                    <a:pt x="2346" y="583"/>
                  </a:cubicBezTo>
                  <a:cubicBezTo>
                    <a:pt x="2315" y="546"/>
                    <a:pt x="2271" y="528"/>
                    <a:pt x="2226" y="528"/>
                  </a:cubicBezTo>
                  <a:cubicBezTo>
                    <a:pt x="2185" y="528"/>
                    <a:pt x="2142" y="543"/>
                    <a:pt x="2108" y="571"/>
                  </a:cubicBezTo>
                  <a:lnTo>
                    <a:pt x="358" y="2071"/>
                  </a:lnTo>
                  <a:cubicBezTo>
                    <a:pt x="144" y="2250"/>
                    <a:pt x="25" y="2500"/>
                    <a:pt x="13" y="2786"/>
                  </a:cubicBezTo>
                  <a:cubicBezTo>
                    <a:pt x="1" y="3048"/>
                    <a:pt x="96" y="3322"/>
                    <a:pt x="299" y="3512"/>
                  </a:cubicBezTo>
                  <a:lnTo>
                    <a:pt x="953" y="4167"/>
                  </a:lnTo>
                  <a:cubicBezTo>
                    <a:pt x="1132" y="4357"/>
                    <a:pt x="1394" y="4465"/>
                    <a:pt x="1644" y="4465"/>
                  </a:cubicBezTo>
                  <a:lnTo>
                    <a:pt x="1680" y="4465"/>
                  </a:lnTo>
                  <a:cubicBezTo>
                    <a:pt x="1965" y="4453"/>
                    <a:pt x="2215" y="4334"/>
                    <a:pt x="2394" y="4119"/>
                  </a:cubicBezTo>
                  <a:lnTo>
                    <a:pt x="5633" y="369"/>
                  </a:lnTo>
                  <a:cubicBezTo>
                    <a:pt x="5970" y="502"/>
                    <a:pt x="6298" y="564"/>
                    <a:pt x="6648" y="564"/>
                  </a:cubicBezTo>
                  <a:cubicBezTo>
                    <a:pt x="6706" y="564"/>
                    <a:pt x="6764" y="563"/>
                    <a:pt x="6823" y="559"/>
                  </a:cubicBezTo>
                  <a:cubicBezTo>
                    <a:pt x="6942" y="559"/>
                    <a:pt x="7061" y="535"/>
                    <a:pt x="7180" y="524"/>
                  </a:cubicBezTo>
                  <a:cubicBezTo>
                    <a:pt x="7276" y="488"/>
                    <a:pt x="7335" y="404"/>
                    <a:pt x="7323" y="309"/>
                  </a:cubicBezTo>
                  <a:cubicBezTo>
                    <a:pt x="7301" y="233"/>
                    <a:pt x="7230" y="177"/>
                    <a:pt x="7145" y="177"/>
                  </a:cubicBezTo>
                  <a:cubicBezTo>
                    <a:pt x="7137" y="177"/>
                    <a:pt x="7129" y="177"/>
                    <a:pt x="7121" y="178"/>
                  </a:cubicBezTo>
                  <a:cubicBezTo>
                    <a:pt x="7026" y="190"/>
                    <a:pt x="6918" y="214"/>
                    <a:pt x="6823" y="226"/>
                  </a:cubicBezTo>
                  <a:cubicBezTo>
                    <a:pt x="6774" y="229"/>
                    <a:pt x="6725" y="230"/>
                    <a:pt x="6676" y="230"/>
                  </a:cubicBezTo>
                  <a:cubicBezTo>
                    <a:pt x="6335" y="230"/>
                    <a:pt x="6003" y="157"/>
                    <a:pt x="5680" y="12"/>
                  </a:cubicBezTo>
                  <a:cubicBezTo>
                    <a:pt x="5658" y="4"/>
                    <a:pt x="5635" y="0"/>
                    <a:pt x="5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65"/>
            <p:cNvSpPr/>
            <p:nvPr/>
          </p:nvSpPr>
          <p:spPr>
            <a:xfrm>
              <a:off x="2889206" y="4345046"/>
              <a:ext cx="46411" cy="47488"/>
            </a:xfrm>
            <a:custGeom>
              <a:avLst/>
              <a:gdLst/>
              <a:ahLst/>
              <a:cxnLst/>
              <a:rect l="l" t="t" r="r" b="b"/>
              <a:pathLst>
                <a:path w="1465" h="1499" extrusionOk="0">
                  <a:moveTo>
                    <a:pt x="1250" y="0"/>
                  </a:moveTo>
                  <a:cubicBezTo>
                    <a:pt x="1222" y="0"/>
                    <a:pt x="1193" y="7"/>
                    <a:pt x="1167" y="22"/>
                  </a:cubicBezTo>
                  <a:cubicBezTo>
                    <a:pt x="679" y="320"/>
                    <a:pt x="298" y="748"/>
                    <a:pt x="48" y="1260"/>
                  </a:cubicBezTo>
                  <a:cubicBezTo>
                    <a:pt x="1" y="1344"/>
                    <a:pt x="48" y="1439"/>
                    <a:pt x="120" y="1475"/>
                  </a:cubicBezTo>
                  <a:cubicBezTo>
                    <a:pt x="155" y="1498"/>
                    <a:pt x="167" y="1498"/>
                    <a:pt x="191" y="1498"/>
                  </a:cubicBezTo>
                  <a:cubicBezTo>
                    <a:pt x="251" y="1498"/>
                    <a:pt x="310" y="1463"/>
                    <a:pt x="346" y="1403"/>
                  </a:cubicBezTo>
                  <a:cubicBezTo>
                    <a:pt x="548" y="963"/>
                    <a:pt x="905" y="570"/>
                    <a:pt x="1322" y="308"/>
                  </a:cubicBezTo>
                  <a:cubicBezTo>
                    <a:pt x="1429" y="260"/>
                    <a:pt x="1465" y="153"/>
                    <a:pt x="1405" y="82"/>
                  </a:cubicBezTo>
                  <a:cubicBezTo>
                    <a:pt x="1373" y="33"/>
                    <a:pt x="1312" y="0"/>
                    <a:pt x="1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8" name="Google Shape;10998;p65"/>
          <p:cNvGrpSpPr/>
          <p:nvPr/>
        </p:nvGrpSpPr>
        <p:grpSpPr>
          <a:xfrm>
            <a:off x="2157462" y="4083096"/>
            <a:ext cx="347435" cy="363370"/>
            <a:chOff x="2157462" y="4258496"/>
            <a:chExt cx="347435" cy="363370"/>
          </a:xfrm>
        </p:grpSpPr>
        <p:sp>
          <p:nvSpPr>
            <p:cNvPr id="10999" name="Google Shape;10999;p65"/>
            <p:cNvSpPr/>
            <p:nvPr/>
          </p:nvSpPr>
          <p:spPr>
            <a:xfrm>
              <a:off x="2296252" y="4258496"/>
              <a:ext cx="208644" cy="220778"/>
            </a:xfrm>
            <a:custGeom>
              <a:avLst/>
              <a:gdLst/>
              <a:ahLst/>
              <a:cxnLst/>
              <a:rect l="l" t="t" r="r" b="b"/>
              <a:pathLst>
                <a:path w="6586" h="6969" extrusionOk="0">
                  <a:moveTo>
                    <a:pt x="3322" y="0"/>
                  </a:moveTo>
                  <a:cubicBezTo>
                    <a:pt x="3113" y="0"/>
                    <a:pt x="2902" y="21"/>
                    <a:pt x="2692" y="63"/>
                  </a:cubicBezTo>
                  <a:cubicBezTo>
                    <a:pt x="1858" y="218"/>
                    <a:pt x="1144" y="694"/>
                    <a:pt x="668" y="1409"/>
                  </a:cubicBezTo>
                  <a:lnTo>
                    <a:pt x="489" y="1730"/>
                  </a:lnTo>
                  <a:cubicBezTo>
                    <a:pt x="441" y="1813"/>
                    <a:pt x="477" y="1909"/>
                    <a:pt x="560" y="1944"/>
                  </a:cubicBezTo>
                  <a:cubicBezTo>
                    <a:pt x="592" y="1960"/>
                    <a:pt x="623" y="1968"/>
                    <a:pt x="651" y="1968"/>
                  </a:cubicBezTo>
                  <a:cubicBezTo>
                    <a:pt x="707" y="1968"/>
                    <a:pt x="755" y="1936"/>
                    <a:pt x="787" y="1873"/>
                  </a:cubicBezTo>
                  <a:cubicBezTo>
                    <a:pt x="834" y="1766"/>
                    <a:pt x="894" y="1682"/>
                    <a:pt x="953" y="1587"/>
                  </a:cubicBezTo>
                  <a:cubicBezTo>
                    <a:pt x="1370" y="968"/>
                    <a:pt x="2001" y="539"/>
                    <a:pt x="2751" y="385"/>
                  </a:cubicBezTo>
                  <a:cubicBezTo>
                    <a:pt x="2936" y="349"/>
                    <a:pt x="3122" y="331"/>
                    <a:pt x="3307" y="331"/>
                  </a:cubicBezTo>
                  <a:cubicBezTo>
                    <a:pt x="3862" y="331"/>
                    <a:pt x="4409" y="492"/>
                    <a:pt x="4882" y="813"/>
                  </a:cubicBezTo>
                  <a:cubicBezTo>
                    <a:pt x="5502" y="1254"/>
                    <a:pt x="5930" y="1873"/>
                    <a:pt x="6085" y="2623"/>
                  </a:cubicBezTo>
                  <a:cubicBezTo>
                    <a:pt x="6228" y="3361"/>
                    <a:pt x="6085" y="4123"/>
                    <a:pt x="5656" y="4742"/>
                  </a:cubicBezTo>
                  <a:cubicBezTo>
                    <a:pt x="5117" y="5552"/>
                    <a:pt x="4227" y="6005"/>
                    <a:pt x="3296" y="6005"/>
                  </a:cubicBezTo>
                  <a:cubicBezTo>
                    <a:pt x="3036" y="6005"/>
                    <a:pt x="2773" y="5970"/>
                    <a:pt x="2513" y="5897"/>
                  </a:cubicBezTo>
                  <a:cubicBezTo>
                    <a:pt x="2492" y="5887"/>
                    <a:pt x="2475" y="5881"/>
                    <a:pt x="2459" y="5881"/>
                  </a:cubicBezTo>
                  <a:cubicBezTo>
                    <a:pt x="2439" y="5881"/>
                    <a:pt x="2420" y="5890"/>
                    <a:pt x="2394" y="5909"/>
                  </a:cubicBezTo>
                  <a:lnTo>
                    <a:pt x="1037" y="6552"/>
                  </a:lnTo>
                  <a:lnTo>
                    <a:pt x="1108" y="5040"/>
                  </a:lnTo>
                  <a:cubicBezTo>
                    <a:pt x="1108" y="5004"/>
                    <a:pt x="1096" y="4969"/>
                    <a:pt x="1084" y="4921"/>
                  </a:cubicBezTo>
                  <a:cubicBezTo>
                    <a:pt x="549" y="4242"/>
                    <a:pt x="334" y="3337"/>
                    <a:pt x="549" y="2480"/>
                  </a:cubicBezTo>
                  <a:cubicBezTo>
                    <a:pt x="560" y="2397"/>
                    <a:pt x="513" y="2302"/>
                    <a:pt x="430" y="2278"/>
                  </a:cubicBezTo>
                  <a:cubicBezTo>
                    <a:pt x="418" y="2276"/>
                    <a:pt x="406" y="2276"/>
                    <a:pt x="395" y="2276"/>
                  </a:cubicBezTo>
                  <a:cubicBezTo>
                    <a:pt x="314" y="2276"/>
                    <a:pt x="247" y="2313"/>
                    <a:pt x="215" y="2397"/>
                  </a:cubicBezTo>
                  <a:cubicBezTo>
                    <a:pt x="1" y="3314"/>
                    <a:pt x="203" y="4314"/>
                    <a:pt x="775" y="5076"/>
                  </a:cubicBezTo>
                  <a:lnTo>
                    <a:pt x="691" y="6790"/>
                  </a:lnTo>
                  <a:cubicBezTo>
                    <a:pt x="691" y="6850"/>
                    <a:pt x="727" y="6909"/>
                    <a:pt x="775" y="6933"/>
                  </a:cubicBezTo>
                  <a:cubicBezTo>
                    <a:pt x="799" y="6945"/>
                    <a:pt x="834" y="6969"/>
                    <a:pt x="858" y="6969"/>
                  </a:cubicBezTo>
                  <a:cubicBezTo>
                    <a:pt x="894" y="6969"/>
                    <a:pt x="906" y="6969"/>
                    <a:pt x="930" y="6945"/>
                  </a:cubicBezTo>
                  <a:lnTo>
                    <a:pt x="2477" y="6219"/>
                  </a:lnTo>
                  <a:cubicBezTo>
                    <a:pt x="2747" y="6290"/>
                    <a:pt x="3020" y="6324"/>
                    <a:pt x="3290" y="6324"/>
                  </a:cubicBezTo>
                  <a:cubicBezTo>
                    <a:pt x="3652" y="6324"/>
                    <a:pt x="4011" y="6263"/>
                    <a:pt x="4359" y="6147"/>
                  </a:cubicBezTo>
                  <a:cubicBezTo>
                    <a:pt x="5002" y="5921"/>
                    <a:pt x="5549" y="5492"/>
                    <a:pt x="5918" y="4921"/>
                  </a:cubicBezTo>
                  <a:cubicBezTo>
                    <a:pt x="6406" y="4242"/>
                    <a:pt x="6585" y="3397"/>
                    <a:pt x="6430" y="2564"/>
                  </a:cubicBezTo>
                  <a:cubicBezTo>
                    <a:pt x="6264" y="1730"/>
                    <a:pt x="5787" y="1016"/>
                    <a:pt x="5073" y="539"/>
                  </a:cubicBezTo>
                  <a:cubicBezTo>
                    <a:pt x="4548" y="183"/>
                    <a:pt x="3943"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65"/>
            <p:cNvSpPr/>
            <p:nvPr/>
          </p:nvSpPr>
          <p:spPr>
            <a:xfrm>
              <a:off x="2157462" y="4323313"/>
              <a:ext cx="300643" cy="298552"/>
            </a:xfrm>
            <a:custGeom>
              <a:avLst/>
              <a:gdLst/>
              <a:ahLst/>
              <a:cxnLst/>
              <a:rect l="l" t="t" r="r" b="b"/>
              <a:pathLst>
                <a:path w="9490" h="9424" extrusionOk="0">
                  <a:moveTo>
                    <a:pt x="2453" y="410"/>
                  </a:moveTo>
                  <a:lnTo>
                    <a:pt x="3798" y="2684"/>
                  </a:lnTo>
                  <a:lnTo>
                    <a:pt x="3072" y="3113"/>
                  </a:lnTo>
                  <a:lnTo>
                    <a:pt x="1727" y="839"/>
                  </a:lnTo>
                  <a:lnTo>
                    <a:pt x="2453" y="410"/>
                  </a:lnTo>
                  <a:close/>
                  <a:moveTo>
                    <a:pt x="2533" y="1"/>
                  </a:moveTo>
                  <a:cubicBezTo>
                    <a:pt x="2503" y="1"/>
                    <a:pt x="2475" y="9"/>
                    <a:pt x="2441" y="17"/>
                  </a:cubicBezTo>
                  <a:lnTo>
                    <a:pt x="1429" y="613"/>
                  </a:lnTo>
                  <a:cubicBezTo>
                    <a:pt x="1358" y="660"/>
                    <a:pt x="1322" y="768"/>
                    <a:pt x="1370" y="839"/>
                  </a:cubicBezTo>
                  <a:lnTo>
                    <a:pt x="1477" y="1018"/>
                  </a:lnTo>
                  <a:lnTo>
                    <a:pt x="1060" y="1244"/>
                  </a:lnTo>
                  <a:cubicBezTo>
                    <a:pt x="631" y="1458"/>
                    <a:pt x="298" y="1851"/>
                    <a:pt x="143" y="2315"/>
                  </a:cubicBezTo>
                  <a:cubicBezTo>
                    <a:pt x="0" y="2780"/>
                    <a:pt x="24" y="3268"/>
                    <a:pt x="250" y="3708"/>
                  </a:cubicBezTo>
                  <a:cubicBezTo>
                    <a:pt x="465" y="4137"/>
                    <a:pt x="1084" y="4875"/>
                    <a:pt x="1572" y="5411"/>
                  </a:cubicBezTo>
                  <a:cubicBezTo>
                    <a:pt x="1608" y="5435"/>
                    <a:pt x="1655" y="5471"/>
                    <a:pt x="1691" y="5471"/>
                  </a:cubicBezTo>
                  <a:cubicBezTo>
                    <a:pt x="1739" y="5471"/>
                    <a:pt x="1774" y="5447"/>
                    <a:pt x="1810" y="5423"/>
                  </a:cubicBezTo>
                  <a:cubicBezTo>
                    <a:pt x="1893" y="5363"/>
                    <a:pt x="1893" y="5256"/>
                    <a:pt x="1834" y="5185"/>
                  </a:cubicBezTo>
                  <a:cubicBezTo>
                    <a:pt x="1155" y="4459"/>
                    <a:pt x="715" y="3875"/>
                    <a:pt x="560" y="3577"/>
                  </a:cubicBezTo>
                  <a:cubicBezTo>
                    <a:pt x="215" y="2851"/>
                    <a:pt x="489" y="1946"/>
                    <a:pt x="1215" y="1553"/>
                  </a:cubicBezTo>
                  <a:lnTo>
                    <a:pt x="1655" y="1327"/>
                  </a:lnTo>
                  <a:lnTo>
                    <a:pt x="2584" y="2923"/>
                  </a:lnTo>
                  <a:cubicBezTo>
                    <a:pt x="2501" y="2970"/>
                    <a:pt x="2405" y="3018"/>
                    <a:pt x="2334" y="3089"/>
                  </a:cubicBezTo>
                  <a:cubicBezTo>
                    <a:pt x="1965" y="3411"/>
                    <a:pt x="1905" y="3970"/>
                    <a:pt x="2191" y="4363"/>
                  </a:cubicBezTo>
                  <a:cubicBezTo>
                    <a:pt x="2334" y="4578"/>
                    <a:pt x="4930" y="7161"/>
                    <a:pt x="5132" y="7316"/>
                  </a:cubicBezTo>
                  <a:cubicBezTo>
                    <a:pt x="5299" y="7435"/>
                    <a:pt x="5501" y="7495"/>
                    <a:pt x="5703" y="7495"/>
                  </a:cubicBezTo>
                  <a:cubicBezTo>
                    <a:pt x="5965" y="7495"/>
                    <a:pt x="6215" y="7387"/>
                    <a:pt x="6418" y="7161"/>
                  </a:cubicBezTo>
                  <a:cubicBezTo>
                    <a:pt x="6489" y="7090"/>
                    <a:pt x="6537" y="7006"/>
                    <a:pt x="6585" y="6911"/>
                  </a:cubicBezTo>
                  <a:lnTo>
                    <a:pt x="8168" y="7852"/>
                  </a:lnTo>
                  <a:lnTo>
                    <a:pt x="7954" y="8280"/>
                  </a:lnTo>
                  <a:cubicBezTo>
                    <a:pt x="7676" y="8795"/>
                    <a:pt x="7141" y="9094"/>
                    <a:pt x="6590" y="9094"/>
                  </a:cubicBezTo>
                  <a:cubicBezTo>
                    <a:pt x="6363" y="9094"/>
                    <a:pt x="6133" y="9043"/>
                    <a:pt x="5918" y="8935"/>
                  </a:cubicBezTo>
                  <a:cubicBezTo>
                    <a:pt x="5346" y="8638"/>
                    <a:pt x="3798" y="7268"/>
                    <a:pt x="2334" y="5721"/>
                  </a:cubicBezTo>
                  <a:cubicBezTo>
                    <a:pt x="2304" y="5685"/>
                    <a:pt x="2263" y="5667"/>
                    <a:pt x="2219" y="5667"/>
                  </a:cubicBezTo>
                  <a:cubicBezTo>
                    <a:pt x="2176" y="5667"/>
                    <a:pt x="2132" y="5685"/>
                    <a:pt x="2096" y="5721"/>
                  </a:cubicBezTo>
                  <a:cubicBezTo>
                    <a:pt x="2024" y="5780"/>
                    <a:pt x="2024" y="5887"/>
                    <a:pt x="2096" y="5959"/>
                  </a:cubicBezTo>
                  <a:cubicBezTo>
                    <a:pt x="3394" y="7328"/>
                    <a:pt x="5072" y="8888"/>
                    <a:pt x="5787" y="9233"/>
                  </a:cubicBezTo>
                  <a:cubicBezTo>
                    <a:pt x="6037" y="9364"/>
                    <a:pt x="6323" y="9423"/>
                    <a:pt x="6608" y="9423"/>
                  </a:cubicBezTo>
                  <a:cubicBezTo>
                    <a:pt x="6799" y="9423"/>
                    <a:pt x="6989" y="9400"/>
                    <a:pt x="7192" y="9340"/>
                  </a:cubicBezTo>
                  <a:cubicBezTo>
                    <a:pt x="7644" y="9185"/>
                    <a:pt x="8037" y="8864"/>
                    <a:pt x="8263" y="8423"/>
                  </a:cubicBezTo>
                  <a:lnTo>
                    <a:pt x="8478" y="8007"/>
                  </a:lnTo>
                  <a:lnTo>
                    <a:pt x="8656" y="8114"/>
                  </a:lnTo>
                  <a:cubicBezTo>
                    <a:pt x="8692" y="8126"/>
                    <a:pt x="8716" y="8149"/>
                    <a:pt x="8751" y="8149"/>
                  </a:cubicBezTo>
                  <a:cubicBezTo>
                    <a:pt x="8811" y="8149"/>
                    <a:pt x="8871" y="8114"/>
                    <a:pt x="8894" y="8054"/>
                  </a:cubicBezTo>
                  <a:lnTo>
                    <a:pt x="9490" y="7042"/>
                  </a:lnTo>
                  <a:cubicBezTo>
                    <a:pt x="9442" y="6983"/>
                    <a:pt x="9454" y="6947"/>
                    <a:pt x="9442" y="6899"/>
                  </a:cubicBezTo>
                  <a:cubicBezTo>
                    <a:pt x="9418" y="6852"/>
                    <a:pt x="9394" y="6828"/>
                    <a:pt x="9359" y="6792"/>
                  </a:cubicBezTo>
                  <a:lnTo>
                    <a:pt x="8251" y="6137"/>
                  </a:lnTo>
                  <a:cubicBezTo>
                    <a:pt x="8225" y="6122"/>
                    <a:pt x="8198" y="6116"/>
                    <a:pt x="8171" y="6116"/>
                  </a:cubicBezTo>
                  <a:cubicBezTo>
                    <a:pt x="8113" y="6116"/>
                    <a:pt x="8058" y="6148"/>
                    <a:pt x="8025" y="6197"/>
                  </a:cubicBezTo>
                  <a:cubicBezTo>
                    <a:pt x="7978" y="6268"/>
                    <a:pt x="8001" y="6375"/>
                    <a:pt x="8085" y="6423"/>
                  </a:cubicBezTo>
                  <a:lnTo>
                    <a:pt x="9061" y="7006"/>
                  </a:lnTo>
                  <a:lnTo>
                    <a:pt x="8632" y="7733"/>
                  </a:lnTo>
                  <a:lnTo>
                    <a:pt x="6358" y="6387"/>
                  </a:lnTo>
                  <a:lnTo>
                    <a:pt x="6787" y="5661"/>
                  </a:lnTo>
                  <a:lnTo>
                    <a:pt x="7501" y="6078"/>
                  </a:lnTo>
                  <a:cubicBezTo>
                    <a:pt x="7524" y="6093"/>
                    <a:pt x="7550" y="6099"/>
                    <a:pt x="7576" y="6099"/>
                  </a:cubicBezTo>
                  <a:cubicBezTo>
                    <a:pt x="7634" y="6099"/>
                    <a:pt x="7695" y="6067"/>
                    <a:pt x="7728" y="6018"/>
                  </a:cubicBezTo>
                  <a:cubicBezTo>
                    <a:pt x="7775" y="5947"/>
                    <a:pt x="7739" y="5840"/>
                    <a:pt x="7668" y="5792"/>
                  </a:cubicBezTo>
                  <a:lnTo>
                    <a:pt x="6823" y="5292"/>
                  </a:lnTo>
                  <a:cubicBezTo>
                    <a:pt x="6796" y="5272"/>
                    <a:pt x="6770" y="5263"/>
                    <a:pt x="6744" y="5263"/>
                  </a:cubicBezTo>
                  <a:cubicBezTo>
                    <a:pt x="6723" y="5263"/>
                    <a:pt x="6701" y="5269"/>
                    <a:pt x="6680" y="5280"/>
                  </a:cubicBezTo>
                  <a:cubicBezTo>
                    <a:pt x="6644" y="5292"/>
                    <a:pt x="6608" y="5316"/>
                    <a:pt x="6585" y="5351"/>
                  </a:cubicBezTo>
                  <a:lnTo>
                    <a:pt x="5989" y="6364"/>
                  </a:lnTo>
                  <a:cubicBezTo>
                    <a:pt x="5942" y="6435"/>
                    <a:pt x="5965" y="6542"/>
                    <a:pt x="6049" y="6578"/>
                  </a:cubicBezTo>
                  <a:lnTo>
                    <a:pt x="6263" y="6721"/>
                  </a:lnTo>
                  <a:lnTo>
                    <a:pt x="6251" y="6745"/>
                  </a:lnTo>
                  <a:cubicBezTo>
                    <a:pt x="6227" y="6804"/>
                    <a:pt x="6192" y="6864"/>
                    <a:pt x="6144" y="6923"/>
                  </a:cubicBezTo>
                  <a:cubicBezTo>
                    <a:pt x="6026" y="7062"/>
                    <a:pt x="5856" y="7136"/>
                    <a:pt x="5680" y="7136"/>
                  </a:cubicBezTo>
                  <a:cubicBezTo>
                    <a:pt x="5554" y="7136"/>
                    <a:pt x="5425" y="7098"/>
                    <a:pt x="5311" y="7018"/>
                  </a:cubicBezTo>
                  <a:cubicBezTo>
                    <a:pt x="5132" y="6887"/>
                    <a:pt x="2572" y="4328"/>
                    <a:pt x="2441" y="4149"/>
                  </a:cubicBezTo>
                  <a:cubicBezTo>
                    <a:pt x="2251" y="3887"/>
                    <a:pt x="2298" y="3530"/>
                    <a:pt x="2536" y="3316"/>
                  </a:cubicBezTo>
                  <a:cubicBezTo>
                    <a:pt x="2572" y="3268"/>
                    <a:pt x="2632" y="3232"/>
                    <a:pt x="2715" y="3208"/>
                  </a:cubicBezTo>
                  <a:lnTo>
                    <a:pt x="2739" y="3196"/>
                  </a:lnTo>
                  <a:lnTo>
                    <a:pt x="2870" y="3411"/>
                  </a:lnTo>
                  <a:cubicBezTo>
                    <a:pt x="2906" y="3470"/>
                    <a:pt x="2965" y="3506"/>
                    <a:pt x="3025" y="3506"/>
                  </a:cubicBezTo>
                  <a:cubicBezTo>
                    <a:pt x="3048" y="3506"/>
                    <a:pt x="3084" y="3494"/>
                    <a:pt x="3108" y="3470"/>
                  </a:cubicBezTo>
                  <a:lnTo>
                    <a:pt x="4120" y="2875"/>
                  </a:lnTo>
                  <a:cubicBezTo>
                    <a:pt x="4168" y="2851"/>
                    <a:pt x="4179" y="2815"/>
                    <a:pt x="4203" y="2768"/>
                  </a:cubicBezTo>
                  <a:cubicBezTo>
                    <a:pt x="4215" y="2732"/>
                    <a:pt x="4203" y="2684"/>
                    <a:pt x="4179" y="2637"/>
                  </a:cubicBezTo>
                  <a:lnTo>
                    <a:pt x="2679" y="77"/>
                  </a:lnTo>
                  <a:cubicBezTo>
                    <a:pt x="2644" y="29"/>
                    <a:pt x="2620" y="17"/>
                    <a:pt x="2572" y="6"/>
                  </a:cubicBezTo>
                  <a:cubicBezTo>
                    <a:pt x="2558" y="2"/>
                    <a:pt x="2545" y="1"/>
                    <a:pt x="2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65"/>
            <p:cNvSpPr/>
            <p:nvPr/>
          </p:nvSpPr>
          <p:spPr>
            <a:xfrm>
              <a:off x="2339653" y="4297463"/>
              <a:ext cx="123362" cy="123742"/>
            </a:xfrm>
            <a:custGeom>
              <a:avLst/>
              <a:gdLst/>
              <a:ahLst/>
              <a:cxnLst/>
              <a:rect l="l" t="t" r="r" b="b"/>
              <a:pathLst>
                <a:path w="3894" h="3906" extrusionOk="0">
                  <a:moveTo>
                    <a:pt x="1941" y="345"/>
                  </a:moveTo>
                  <a:cubicBezTo>
                    <a:pt x="2834" y="345"/>
                    <a:pt x="3572" y="1072"/>
                    <a:pt x="3572" y="1965"/>
                  </a:cubicBezTo>
                  <a:cubicBezTo>
                    <a:pt x="3572" y="2060"/>
                    <a:pt x="3548" y="2143"/>
                    <a:pt x="3536" y="2238"/>
                  </a:cubicBezTo>
                  <a:lnTo>
                    <a:pt x="1203" y="524"/>
                  </a:lnTo>
                  <a:cubicBezTo>
                    <a:pt x="1429" y="405"/>
                    <a:pt x="1679" y="345"/>
                    <a:pt x="1941" y="345"/>
                  </a:cubicBezTo>
                  <a:close/>
                  <a:moveTo>
                    <a:pt x="893" y="714"/>
                  </a:moveTo>
                  <a:lnTo>
                    <a:pt x="3417" y="2560"/>
                  </a:lnTo>
                  <a:cubicBezTo>
                    <a:pt x="3346" y="2822"/>
                    <a:pt x="3179" y="3024"/>
                    <a:pt x="2989" y="3191"/>
                  </a:cubicBezTo>
                  <a:lnTo>
                    <a:pt x="441" y="1334"/>
                  </a:lnTo>
                  <a:cubicBezTo>
                    <a:pt x="548" y="1095"/>
                    <a:pt x="691" y="881"/>
                    <a:pt x="893" y="714"/>
                  </a:cubicBezTo>
                  <a:close/>
                  <a:moveTo>
                    <a:pt x="357" y="1667"/>
                  </a:moveTo>
                  <a:lnTo>
                    <a:pt x="2703" y="3381"/>
                  </a:lnTo>
                  <a:cubicBezTo>
                    <a:pt x="2465" y="3500"/>
                    <a:pt x="2215" y="3572"/>
                    <a:pt x="1941" y="3572"/>
                  </a:cubicBezTo>
                  <a:cubicBezTo>
                    <a:pt x="1048" y="3572"/>
                    <a:pt x="322" y="2846"/>
                    <a:pt x="322" y="1953"/>
                  </a:cubicBezTo>
                  <a:cubicBezTo>
                    <a:pt x="322" y="1846"/>
                    <a:pt x="333" y="1762"/>
                    <a:pt x="357" y="1667"/>
                  </a:cubicBezTo>
                  <a:close/>
                  <a:moveTo>
                    <a:pt x="1941" y="0"/>
                  </a:moveTo>
                  <a:cubicBezTo>
                    <a:pt x="869" y="0"/>
                    <a:pt x="0" y="881"/>
                    <a:pt x="0" y="1953"/>
                  </a:cubicBezTo>
                  <a:cubicBezTo>
                    <a:pt x="0" y="3024"/>
                    <a:pt x="869" y="3905"/>
                    <a:pt x="1941" y="3905"/>
                  </a:cubicBezTo>
                  <a:cubicBezTo>
                    <a:pt x="3012" y="3905"/>
                    <a:pt x="3893" y="3024"/>
                    <a:pt x="3893" y="1953"/>
                  </a:cubicBezTo>
                  <a:cubicBezTo>
                    <a:pt x="3893" y="881"/>
                    <a:pt x="3012" y="0"/>
                    <a:pt x="1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2" name="Google Shape;11002;p65"/>
          <p:cNvGrpSpPr/>
          <p:nvPr/>
        </p:nvGrpSpPr>
        <p:grpSpPr>
          <a:xfrm>
            <a:off x="4010963" y="3588381"/>
            <a:ext cx="343665" cy="363211"/>
            <a:chOff x="4010963" y="3763781"/>
            <a:chExt cx="343665" cy="363211"/>
          </a:xfrm>
        </p:grpSpPr>
        <p:sp>
          <p:nvSpPr>
            <p:cNvPr id="11003" name="Google Shape;11003;p65"/>
            <p:cNvSpPr/>
            <p:nvPr/>
          </p:nvSpPr>
          <p:spPr>
            <a:xfrm>
              <a:off x="4152415" y="3763781"/>
              <a:ext cx="202213" cy="221760"/>
            </a:xfrm>
            <a:custGeom>
              <a:avLst/>
              <a:gdLst/>
              <a:ahLst/>
              <a:cxnLst/>
              <a:rect l="l" t="t" r="r" b="b"/>
              <a:pathLst>
                <a:path w="6383" h="7000" extrusionOk="0">
                  <a:moveTo>
                    <a:pt x="3206" y="0"/>
                  </a:moveTo>
                  <a:cubicBezTo>
                    <a:pt x="3000" y="0"/>
                    <a:pt x="2792" y="20"/>
                    <a:pt x="2584" y="58"/>
                  </a:cubicBezTo>
                  <a:cubicBezTo>
                    <a:pt x="1751" y="225"/>
                    <a:pt x="1036" y="701"/>
                    <a:pt x="560" y="1416"/>
                  </a:cubicBezTo>
                  <a:cubicBezTo>
                    <a:pt x="179" y="1987"/>
                    <a:pt x="1" y="2654"/>
                    <a:pt x="24" y="3332"/>
                  </a:cubicBezTo>
                  <a:cubicBezTo>
                    <a:pt x="60" y="3987"/>
                    <a:pt x="274" y="4606"/>
                    <a:pt x="667" y="5107"/>
                  </a:cubicBezTo>
                  <a:lnTo>
                    <a:pt x="596" y="6821"/>
                  </a:lnTo>
                  <a:cubicBezTo>
                    <a:pt x="596" y="6881"/>
                    <a:pt x="620" y="6940"/>
                    <a:pt x="667" y="6964"/>
                  </a:cubicBezTo>
                  <a:cubicBezTo>
                    <a:pt x="691" y="6988"/>
                    <a:pt x="727" y="7000"/>
                    <a:pt x="751" y="7000"/>
                  </a:cubicBezTo>
                  <a:cubicBezTo>
                    <a:pt x="786" y="7000"/>
                    <a:pt x="798" y="7000"/>
                    <a:pt x="834" y="6988"/>
                  </a:cubicBezTo>
                  <a:lnTo>
                    <a:pt x="2382" y="6250"/>
                  </a:lnTo>
                  <a:cubicBezTo>
                    <a:pt x="2653" y="6322"/>
                    <a:pt x="2928" y="6359"/>
                    <a:pt x="3203" y="6359"/>
                  </a:cubicBezTo>
                  <a:cubicBezTo>
                    <a:pt x="3557" y="6359"/>
                    <a:pt x="3910" y="6299"/>
                    <a:pt x="4251" y="6178"/>
                  </a:cubicBezTo>
                  <a:cubicBezTo>
                    <a:pt x="4894" y="5952"/>
                    <a:pt x="5442" y="5523"/>
                    <a:pt x="5811" y="4964"/>
                  </a:cubicBezTo>
                  <a:cubicBezTo>
                    <a:pt x="6132" y="4487"/>
                    <a:pt x="6323" y="3952"/>
                    <a:pt x="6347" y="3380"/>
                  </a:cubicBezTo>
                  <a:cubicBezTo>
                    <a:pt x="6382" y="3249"/>
                    <a:pt x="6311" y="3178"/>
                    <a:pt x="6216" y="3178"/>
                  </a:cubicBezTo>
                  <a:cubicBezTo>
                    <a:pt x="6132" y="3178"/>
                    <a:pt x="6037" y="3237"/>
                    <a:pt x="6037" y="3332"/>
                  </a:cubicBezTo>
                  <a:cubicBezTo>
                    <a:pt x="6013" y="3844"/>
                    <a:pt x="5847" y="4333"/>
                    <a:pt x="5561" y="4749"/>
                  </a:cubicBezTo>
                  <a:cubicBezTo>
                    <a:pt x="5032" y="5547"/>
                    <a:pt x="4142" y="6005"/>
                    <a:pt x="3211" y="6005"/>
                  </a:cubicBezTo>
                  <a:cubicBezTo>
                    <a:pt x="2947" y="6005"/>
                    <a:pt x="2680" y="5969"/>
                    <a:pt x="2418" y="5892"/>
                  </a:cubicBezTo>
                  <a:cubicBezTo>
                    <a:pt x="2404" y="5888"/>
                    <a:pt x="2391" y="5885"/>
                    <a:pt x="2378" y="5885"/>
                  </a:cubicBezTo>
                  <a:cubicBezTo>
                    <a:pt x="2354" y="5885"/>
                    <a:pt x="2329" y="5893"/>
                    <a:pt x="2298" y="5916"/>
                  </a:cubicBezTo>
                  <a:lnTo>
                    <a:pt x="953" y="6547"/>
                  </a:lnTo>
                  <a:lnTo>
                    <a:pt x="1024" y="5047"/>
                  </a:lnTo>
                  <a:cubicBezTo>
                    <a:pt x="1024" y="4999"/>
                    <a:pt x="1013" y="4976"/>
                    <a:pt x="989" y="4928"/>
                  </a:cubicBezTo>
                  <a:cubicBezTo>
                    <a:pt x="215" y="3964"/>
                    <a:pt x="179" y="2618"/>
                    <a:pt x="858" y="1594"/>
                  </a:cubicBezTo>
                  <a:cubicBezTo>
                    <a:pt x="1275" y="975"/>
                    <a:pt x="1917" y="535"/>
                    <a:pt x="2656" y="392"/>
                  </a:cubicBezTo>
                  <a:cubicBezTo>
                    <a:pt x="2846" y="352"/>
                    <a:pt x="3037" y="333"/>
                    <a:pt x="3226" y="333"/>
                  </a:cubicBezTo>
                  <a:cubicBezTo>
                    <a:pt x="3783" y="333"/>
                    <a:pt x="4325" y="500"/>
                    <a:pt x="4787" y="820"/>
                  </a:cubicBezTo>
                  <a:cubicBezTo>
                    <a:pt x="5442" y="1273"/>
                    <a:pt x="5870" y="1939"/>
                    <a:pt x="6013" y="2713"/>
                  </a:cubicBezTo>
                  <a:cubicBezTo>
                    <a:pt x="6024" y="2790"/>
                    <a:pt x="6105" y="2846"/>
                    <a:pt x="6182" y="2846"/>
                  </a:cubicBezTo>
                  <a:cubicBezTo>
                    <a:pt x="6189" y="2846"/>
                    <a:pt x="6197" y="2845"/>
                    <a:pt x="6204" y="2844"/>
                  </a:cubicBezTo>
                  <a:cubicBezTo>
                    <a:pt x="6287" y="2832"/>
                    <a:pt x="6347" y="2737"/>
                    <a:pt x="6335" y="2654"/>
                  </a:cubicBezTo>
                  <a:cubicBezTo>
                    <a:pt x="6192" y="1785"/>
                    <a:pt x="5692" y="1011"/>
                    <a:pt x="4965" y="535"/>
                  </a:cubicBezTo>
                  <a:cubicBezTo>
                    <a:pt x="4438" y="177"/>
                    <a:pt x="3829" y="0"/>
                    <a:pt x="32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4" name="Google Shape;11004;p65"/>
            <p:cNvSpPr/>
            <p:nvPr/>
          </p:nvSpPr>
          <p:spPr>
            <a:xfrm>
              <a:off x="4010963" y="3828662"/>
              <a:ext cx="299154" cy="298331"/>
            </a:xfrm>
            <a:custGeom>
              <a:avLst/>
              <a:gdLst/>
              <a:ahLst/>
              <a:cxnLst/>
              <a:rect l="l" t="t" r="r" b="b"/>
              <a:pathLst>
                <a:path w="9443" h="9417" extrusionOk="0">
                  <a:moveTo>
                    <a:pt x="6752" y="5654"/>
                  </a:moveTo>
                  <a:lnTo>
                    <a:pt x="9038" y="6988"/>
                  </a:lnTo>
                  <a:lnTo>
                    <a:pt x="8597" y="7714"/>
                  </a:lnTo>
                  <a:lnTo>
                    <a:pt x="6323" y="6380"/>
                  </a:lnTo>
                  <a:lnTo>
                    <a:pt x="6752" y="5654"/>
                  </a:lnTo>
                  <a:close/>
                  <a:moveTo>
                    <a:pt x="2516" y="1"/>
                  </a:moveTo>
                  <a:cubicBezTo>
                    <a:pt x="2490" y="1"/>
                    <a:pt x="2464" y="7"/>
                    <a:pt x="2441" y="22"/>
                  </a:cubicBezTo>
                  <a:lnTo>
                    <a:pt x="1429" y="618"/>
                  </a:lnTo>
                  <a:cubicBezTo>
                    <a:pt x="1358" y="665"/>
                    <a:pt x="1322" y="773"/>
                    <a:pt x="1370" y="844"/>
                  </a:cubicBezTo>
                  <a:lnTo>
                    <a:pt x="1477" y="1023"/>
                  </a:lnTo>
                  <a:lnTo>
                    <a:pt x="1060" y="1249"/>
                  </a:lnTo>
                  <a:cubicBezTo>
                    <a:pt x="620" y="1463"/>
                    <a:pt x="298" y="1856"/>
                    <a:pt x="144" y="2320"/>
                  </a:cubicBezTo>
                  <a:cubicBezTo>
                    <a:pt x="1" y="2773"/>
                    <a:pt x="25" y="3273"/>
                    <a:pt x="251" y="3713"/>
                  </a:cubicBezTo>
                  <a:cubicBezTo>
                    <a:pt x="548" y="4297"/>
                    <a:pt x="1668" y="5547"/>
                    <a:pt x="2620" y="6511"/>
                  </a:cubicBezTo>
                  <a:cubicBezTo>
                    <a:pt x="2644" y="6547"/>
                    <a:pt x="2692" y="6559"/>
                    <a:pt x="2739" y="6559"/>
                  </a:cubicBezTo>
                  <a:cubicBezTo>
                    <a:pt x="2787" y="6559"/>
                    <a:pt x="2822" y="6547"/>
                    <a:pt x="2858" y="6511"/>
                  </a:cubicBezTo>
                  <a:cubicBezTo>
                    <a:pt x="2918" y="6452"/>
                    <a:pt x="2918" y="6333"/>
                    <a:pt x="2858" y="6273"/>
                  </a:cubicBezTo>
                  <a:cubicBezTo>
                    <a:pt x="1679" y="5083"/>
                    <a:pt x="775" y="4011"/>
                    <a:pt x="548" y="3570"/>
                  </a:cubicBezTo>
                  <a:cubicBezTo>
                    <a:pt x="191" y="2832"/>
                    <a:pt x="477" y="1927"/>
                    <a:pt x="1203" y="1546"/>
                  </a:cubicBezTo>
                  <a:lnTo>
                    <a:pt x="1632" y="1320"/>
                  </a:lnTo>
                  <a:lnTo>
                    <a:pt x="2572" y="2916"/>
                  </a:lnTo>
                  <a:cubicBezTo>
                    <a:pt x="2477" y="2951"/>
                    <a:pt x="2394" y="2999"/>
                    <a:pt x="2322" y="3070"/>
                  </a:cubicBezTo>
                  <a:cubicBezTo>
                    <a:pt x="1941" y="3404"/>
                    <a:pt x="1882" y="3951"/>
                    <a:pt x="2168" y="4356"/>
                  </a:cubicBezTo>
                  <a:cubicBezTo>
                    <a:pt x="2322" y="4559"/>
                    <a:pt x="4906" y="7154"/>
                    <a:pt x="5120" y="7297"/>
                  </a:cubicBezTo>
                  <a:cubicBezTo>
                    <a:pt x="5275" y="7416"/>
                    <a:pt x="5489" y="7476"/>
                    <a:pt x="5680" y="7476"/>
                  </a:cubicBezTo>
                  <a:cubicBezTo>
                    <a:pt x="5954" y="7476"/>
                    <a:pt x="6204" y="7380"/>
                    <a:pt x="6394" y="7154"/>
                  </a:cubicBezTo>
                  <a:cubicBezTo>
                    <a:pt x="6466" y="7083"/>
                    <a:pt x="6513" y="6988"/>
                    <a:pt x="6561" y="6904"/>
                  </a:cubicBezTo>
                  <a:lnTo>
                    <a:pt x="8156" y="7833"/>
                  </a:lnTo>
                  <a:lnTo>
                    <a:pt x="7930" y="8262"/>
                  </a:lnTo>
                  <a:cubicBezTo>
                    <a:pt x="7654" y="8781"/>
                    <a:pt x="7123" y="9083"/>
                    <a:pt x="6580" y="9083"/>
                  </a:cubicBezTo>
                  <a:cubicBezTo>
                    <a:pt x="6352" y="9083"/>
                    <a:pt x="6121" y="9029"/>
                    <a:pt x="5906" y="8916"/>
                  </a:cubicBezTo>
                  <a:cubicBezTo>
                    <a:pt x="5478" y="8702"/>
                    <a:pt x="4477" y="7869"/>
                    <a:pt x="3334" y="6749"/>
                  </a:cubicBezTo>
                  <a:cubicBezTo>
                    <a:pt x="3305" y="6720"/>
                    <a:pt x="3260" y="6705"/>
                    <a:pt x="3215" y="6705"/>
                  </a:cubicBezTo>
                  <a:cubicBezTo>
                    <a:pt x="3171" y="6705"/>
                    <a:pt x="3126" y="6720"/>
                    <a:pt x="3096" y="6749"/>
                  </a:cubicBezTo>
                  <a:cubicBezTo>
                    <a:pt x="3037" y="6809"/>
                    <a:pt x="3037" y="6928"/>
                    <a:pt x="3096" y="6988"/>
                  </a:cubicBezTo>
                  <a:cubicBezTo>
                    <a:pt x="4287" y="8142"/>
                    <a:pt x="5275" y="8976"/>
                    <a:pt x="5740" y="9214"/>
                  </a:cubicBezTo>
                  <a:cubicBezTo>
                    <a:pt x="5990" y="9357"/>
                    <a:pt x="6275" y="9416"/>
                    <a:pt x="6561" y="9416"/>
                  </a:cubicBezTo>
                  <a:cubicBezTo>
                    <a:pt x="6752" y="9416"/>
                    <a:pt x="6942" y="9381"/>
                    <a:pt x="7144" y="9321"/>
                  </a:cubicBezTo>
                  <a:cubicBezTo>
                    <a:pt x="7597" y="9178"/>
                    <a:pt x="7990" y="8845"/>
                    <a:pt x="8216" y="8416"/>
                  </a:cubicBezTo>
                  <a:lnTo>
                    <a:pt x="8430" y="8000"/>
                  </a:lnTo>
                  <a:lnTo>
                    <a:pt x="8609" y="8107"/>
                  </a:lnTo>
                  <a:cubicBezTo>
                    <a:pt x="8645" y="8119"/>
                    <a:pt x="8668" y="8131"/>
                    <a:pt x="8704" y="8131"/>
                  </a:cubicBezTo>
                  <a:cubicBezTo>
                    <a:pt x="8764" y="8131"/>
                    <a:pt x="8823" y="8107"/>
                    <a:pt x="8847" y="8047"/>
                  </a:cubicBezTo>
                  <a:lnTo>
                    <a:pt x="9442" y="7035"/>
                  </a:lnTo>
                  <a:cubicBezTo>
                    <a:pt x="9419" y="6976"/>
                    <a:pt x="9419" y="6928"/>
                    <a:pt x="9419" y="6880"/>
                  </a:cubicBezTo>
                  <a:cubicBezTo>
                    <a:pt x="9407" y="6845"/>
                    <a:pt x="9371" y="6809"/>
                    <a:pt x="9347" y="6785"/>
                  </a:cubicBezTo>
                  <a:lnTo>
                    <a:pt x="6787" y="5273"/>
                  </a:lnTo>
                  <a:cubicBezTo>
                    <a:pt x="6765" y="5262"/>
                    <a:pt x="6740" y="5257"/>
                    <a:pt x="6713" y="5257"/>
                  </a:cubicBezTo>
                  <a:cubicBezTo>
                    <a:pt x="6655" y="5257"/>
                    <a:pt x="6594" y="5283"/>
                    <a:pt x="6561" y="5333"/>
                  </a:cubicBezTo>
                  <a:lnTo>
                    <a:pt x="5966" y="6345"/>
                  </a:lnTo>
                  <a:cubicBezTo>
                    <a:pt x="5930" y="6392"/>
                    <a:pt x="5930" y="6440"/>
                    <a:pt x="5954" y="6476"/>
                  </a:cubicBezTo>
                  <a:cubicBezTo>
                    <a:pt x="5966" y="6523"/>
                    <a:pt x="5990" y="6559"/>
                    <a:pt x="6025" y="6583"/>
                  </a:cubicBezTo>
                  <a:lnTo>
                    <a:pt x="6251" y="6714"/>
                  </a:lnTo>
                  <a:lnTo>
                    <a:pt x="6228" y="6749"/>
                  </a:lnTo>
                  <a:cubicBezTo>
                    <a:pt x="6204" y="6809"/>
                    <a:pt x="6168" y="6869"/>
                    <a:pt x="6132" y="6928"/>
                  </a:cubicBezTo>
                  <a:cubicBezTo>
                    <a:pt x="6008" y="7067"/>
                    <a:pt x="5834" y="7141"/>
                    <a:pt x="5659" y="7141"/>
                  </a:cubicBezTo>
                  <a:cubicBezTo>
                    <a:pt x="5534" y="7141"/>
                    <a:pt x="5408" y="7103"/>
                    <a:pt x="5299" y="7023"/>
                  </a:cubicBezTo>
                  <a:cubicBezTo>
                    <a:pt x="5120" y="6880"/>
                    <a:pt x="2561" y="4321"/>
                    <a:pt x="2418" y="4142"/>
                  </a:cubicBezTo>
                  <a:cubicBezTo>
                    <a:pt x="2227" y="3892"/>
                    <a:pt x="2275" y="3535"/>
                    <a:pt x="2513" y="3309"/>
                  </a:cubicBezTo>
                  <a:cubicBezTo>
                    <a:pt x="2561" y="3273"/>
                    <a:pt x="2620" y="3237"/>
                    <a:pt x="2692" y="3213"/>
                  </a:cubicBezTo>
                  <a:lnTo>
                    <a:pt x="2727" y="3189"/>
                  </a:lnTo>
                  <a:lnTo>
                    <a:pt x="2858" y="3416"/>
                  </a:lnTo>
                  <a:cubicBezTo>
                    <a:pt x="2882" y="3475"/>
                    <a:pt x="2942" y="3511"/>
                    <a:pt x="3001" y="3511"/>
                  </a:cubicBezTo>
                  <a:cubicBezTo>
                    <a:pt x="3037" y="3511"/>
                    <a:pt x="3061" y="3487"/>
                    <a:pt x="3096" y="3475"/>
                  </a:cubicBezTo>
                  <a:lnTo>
                    <a:pt x="4108" y="2880"/>
                  </a:lnTo>
                  <a:cubicBezTo>
                    <a:pt x="4144" y="2844"/>
                    <a:pt x="4168" y="2820"/>
                    <a:pt x="4180" y="2773"/>
                  </a:cubicBezTo>
                  <a:cubicBezTo>
                    <a:pt x="4192" y="2737"/>
                    <a:pt x="4180" y="2689"/>
                    <a:pt x="4168" y="2642"/>
                  </a:cubicBezTo>
                  <a:lnTo>
                    <a:pt x="3442" y="1404"/>
                  </a:lnTo>
                  <a:cubicBezTo>
                    <a:pt x="3409" y="1355"/>
                    <a:pt x="3348" y="1322"/>
                    <a:pt x="3290" y="1322"/>
                  </a:cubicBezTo>
                  <a:cubicBezTo>
                    <a:pt x="3264" y="1322"/>
                    <a:pt x="3238" y="1329"/>
                    <a:pt x="3215" y="1344"/>
                  </a:cubicBezTo>
                  <a:cubicBezTo>
                    <a:pt x="3144" y="1392"/>
                    <a:pt x="3108" y="1499"/>
                    <a:pt x="3156" y="1570"/>
                  </a:cubicBezTo>
                  <a:lnTo>
                    <a:pt x="3787" y="2654"/>
                  </a:lnTo>
                  <a:lnTo>
                    <a:pt x="3061" y="3082"/>
                  </a:lnTo>
                  <a:lnTo>
                    <a:pt x="1727" y="808"/>
                  </a:lnTo>
                  <a:lnTo>
                    <a:pt x="2453" y="380"/>
                  </a:lnTo>
                  <a:lnTo>
                    <a:pt x="2822" y="1011"/>
                  </a:lnTo>
                  <a:cubicBezTo>
                    <a:pt x="2855" y="1060"/>
                    <a:pt x="2917" y="1087"/>
                    <a:pt x="2975" y="1087"/>
                  </a:cubicBezTo>
                  <a:cubicBezTo>
                    <a:pt x="3001" y="1087"/>
                    <a:pt x="3027" y="1081"/>
                    <a:pt x="3049" y="1070"/>
                  </a:cubicBezTo>
                  <a:cubicBezTo>
                    <a:pt x="3120" y="1023"/>
                    <a:pt x="3156" y="915"/>
                    <a:pt x="3108" y="844"/>
                  </a:cubicBezTo>
                  <a:lnTo>
                    <a:pt x="2656" y="82"/>
                  </a:lnTo>
                  <a:cubicBezTo>
                    <a:pt x="2631" y="33"/>
                    <a:pt x="257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65"/>
            <p:cNvSpPr/>
            <p:nvPr/>
          </p:nvSpPr>
          <p:spPr>
            <a:xfrm>
              <a:off x="4187104" y="3787731"/>
              <a:ext cx="133943" cy="146520"/>
            </a:xfrm>
            <a:custGeom>
              <a:avLst/>
              <a:gdLst/>
              <a:ahLst/>
              <a:cxnLst/>
              <a:rect l="l" t="t" r="r" b="b"/>
              <a:pathLst>
                <a:path w="4228" h="4625" extrusionOk="0">
                  <a:moveTo>
                    <a:pt x="2742" y="0"/>
                  </a:moveTo>
                  <a:cubicBezTo>
                    <a:pt x="2716" y="0"/>
                    <a:pt x="2690" y="6"/>
                    <a:pt x="2668" y="17"/>
                  </a:cubicBezTo>
                  <a:cubicBezTo>
                    <a:pt x="2596" y="64"/>
                    <a:pt x="2561" y="171"/>
                    <a:pt x="2608" y="243"/>
                  </a:cubicBezTo>
                  <a:lnTo>
                    <a:pt x="2763" y="493"/>
                  </a:lnTo>
                  <a:cubicBezTo>
                    <a:pt x="2549" y="433"/>
                    <a:pt x="2346" y="398"/>
                    <a:pt x="2120" y="398"/>
                  </a:cubicBezTo>
                  <a:cubicBezTo>
                    <a:pt x="953" y="398"/>
                    <a:pt x="1" y="1350"/>
                    <a:pt x="1" y="2505"/>
                  </a:cubicBezTo>
                  <a:cubicBezTo>
                    <a:pt x="1" y="3672"/>
                    <a:pt x="953" y="4624"/>
                    <a:pt x="2120" y="4624"/>
                  </a:cubicBezTo>
                  <a:cubicBezTo>
                    <a:pt x="3275" y="4624"/>
                    <a:pt x="4228" y="3672"/>
                    <a:pt x="4228" y="2505"/>
                  </a:cubicBezTo>
                  <a:cubicBezTo>
                    <a:pt x="4228" y="2362"/>
                    <a:pt x="4204" y="2195"/>
                    <a:pt x="4168" y="2029"/>
                  </a:cubicBezTo>
                  <a:cubicBezTo>
                    <a:pt x="4158" y="1958"/>
                    <a:pt x="4096" y="1904"/>
                    <a:pt x="4012" y="1904"/>
                  </a:cubicBezTo>
                  <a:cubicBezTo>
                    <a:pt x="3998" y="1904"/>
                    <a:pt x="3982" y="1906"/>
                    <a:pt x="3966" y="1910"/>
                  </a:cubicBezTo>
                  <a:cubicBezTo>
                    <a:pt x="3870" y="1922"/>
                    <a:pt x="3811" y="2017"/>
                    <a:pt x="3847" y="2124"/>
                  </a:cubicBezTo>
                  <a:cubicBezTo>
                    <a:pt x="3870" y="2255"/>
                    <a:pt x="3894" y="2386"/>
                    <a:pt x="3894" y="2517"/>
                  </a:cubicBezTo>
                  <a:cubicBezTo>
                    <a:pt x="3894" y="3505"/>
                    <a:pt x="3085" y="4303"/>
                    <a:pt x="2108" y="4303"/>
                  </a:cubicBezTo>
                  <a:cubicBezTo>
                    <a:pt x="1120" y="4303"/>
                    <a:pt x="322" y="3505"/>
                    <a:pt x="322" y="2517"/>
                  </a:cubicBezTo>
                  <a:cubicBezTo>
                    <a:pt x="322" y="1541"/>
                    <a:pt x="1120" y="731"/>
                    <a:pt x="2108" y="731"/>
                  </a:cubicBezTo>
                  <a:cubicBezTo>
                    <a:pt x="2299" y="731"/>
                    <a:pt x="2477" y="767"/>
                    <a:pt x="2656" y="826"/>
                  </a:cubicBezTo>
                  <a:lnTo>
                    <a:pt x="2299" y="910"/>
                  </a:lnTo>
                  <a:cubicBezTo>
                    <a:pt x="2204" y="933"/>
                    <a:pt x="2144" y="1017"/>
                    <a:pt x="2180" y="1124"/>
                  </a:cubicBezTo>
                  <a:cubicBezTo>
                    <a:pt x="2190" y="1195"/>
                    <a:pt x="2260" y="1248"/>
                    <a:pt x="2339" y="1248"/>
                  </a:cubicBezTo>
                  <a:cubicBezTo>
                    <a:pt x="2353" y="1248"/>
                    <a:pt x="2368" y="1247"/>
                    <a:pt x="2382" y="1243"/>
                  </a:cubicBezTo>
                  <a:lnTo>
                    <a:pt x="3204" y="1052"/>
                  </a:lnTo>
                  <a:cubicBezTo>
                    <a:pt x="3311" y="1017"/>
                    <a:pt x="3370" y="898"/>
                    <a:pt x="3311" y="791"/>
                  </a:cubicBezTo>
                  <a:lnTo>
                    <a:pt x="2894" y="76"/>
                  </a:lnTo>
                  <a:cubicBezTo>
                    <a:pt x="2861" y="27"/>
                    <a:pt x="2800" y="0"/>
                    <a:pt x="27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65"/>
            <p:cNvSpPr/>
            <p:nvPr/>
          </p:nvSpPr>
          <p:spPr>
            <a:xfrm>
              <a:off x="4220685" y="3840669"/>
              <a:ext cx="39632" cy="52462"/>
            </a:xfrm>
            <a:custGeom>
              <a:avLst/>
              <a:gdLst/>
              <a:ahLst/>
              <a:cxnLst/>
              <a:rect l="l" t="t" r="r" b="b"/>
              <a:pathLst>
                <a:path w="1251" h="1656" extrusionOk="0">
                  <a:moveTo>
                    <a:pt x="572" y="1"/>
                  </a:moveTo>
                  <a:cubicBezTo>
                    <a:pt x="274" y="1"/>
                    <a:pt x="12" y="239"/>
                    <a:pt x="12" y="524"/>
                  </a:cubicBezTo>
                  <a:cubicBezTo>
                    <a:pt x="12" y="608"/>
                    <a:pt x="96" y="679"/>
                    <a:pt x="179" y="679"/>
                  </a:cubicBezTo>
                  <a:cubicBezTo>
                    <a:pt x="274" y="679"/>
                    <a:pt x="346" y="608"/>
                    <a:pt x="346" y="524"/>
                  </a:cubicBezTo>
                  <a:cubicBezTo>
                    <a:pt x="346" y="417"/>
                    <a:pt x="429" y="322"/>
                    <a:pt x="548" y="322"/>
                  </a:cubicBezTo>
                  <a:lnTo>
                    <a:pt x="608" y="322"/>
                  </a:lnTo>
                  <a:cubicBezTo>
                    <a:pt x="655" y="322"/>
                    <a:pt x="667" y="358"/>
                    <a:pt x="691" y="370"/>
                  </a:cubicBezTo>
                  <a:cubicBezTo>
                    <a:pt x="703" y="382"/>
                    <a:pt x="703" y="417"/>
                    <a:pt x="691" y="429"/>
                  </a:cubicBezTo>
                  <a:lnTo>
                    <a:pt x="48" y="1382"/>
                  </a:lnTo>
                  <a:cubicBezTo>
                    <a:pt x="12" y="1429"/>
                    <a:pt x="1" y="1501"/>
                    <a:pt x="36" y="1560"/>
                  </a:cubicBezTo>
                  <a:cubicBezTo>
                    <a:pt x="60" y="1620"/>
                    <a:pt x="120" y="1656"/>
                    <a:pt x="179" y="1656"/>
                  </a:cubicBezTo>
                  <a:lnTo>
                    <a:pt x="1072" y="1656"/>
                  </a:lnTo>
                  <a:cubicBezTo>
                    <a:pt x="1167" y="1656"/>
                    <a:pt x="1239" y="1572"/>
                    <a:pt x="1239" y="1489"/>
                  </a:cubicBezTo>
                  <a:cubicBezTo>
                    <a:pt x="1251" y="1406"/>
                    <a:pt x="1179" y="1322"/>
                    <a:pt x="1084" y="1322"/>
                  </a:cubicBezTo>
                  <a:lnTo>
                    <a:pt x="513" y="1322"/>
                  </a:lnTo>
                  <a:lnTo>
                    <a:pt x="989" y="620"/>
                  </a:lnTo>
                  <a:cubicBezTo>
                    <a:pt x="1072" y="513"/>
                    <a:pt x="1072" y="358"/>
                    <a:pt x="1001" y="227"/>
                  </a:cubicBezTo>
                  <a:cubicBezTo>
                    <a:pt x="929" y="84"/>
                    <a:pt x="786"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65"/>
            <p:cNvSpPr/>
            <p:nvPr/>
          </p:nvSpPr>
          <p:spPr>
            <a:xfrm>
              <a:off x="4259905" y="3840669"/>
              <a:ext cx="29082" cy="52082"/>
            </a:xfrm>
            <a:custGeom>
              <a:avLst/>
              <a:gdLst/>
              <a:ahLst/>
              <a:cxnLst/>
              <a:rect l="l" t="t" r="r" b="b"/>
              <a:pathLst>
                <a:path w="918" h="1644" extrusionOk="0">
                  <a:moveTo>
                    <a:pt x="156" y="1"/>
                  </a:moveTo>
                  <a:cubicBezTo>
                    <a:pt x="72" y="1"/>
                    <a:pt x="1" y="72"/>
                    <a:pt x="1" y="167"/>
                  </a:cubicBezTo>
                  <a:lnTo>
                    <a:pt x="1" y="870"/>
                  </a:lnTo>
                  <a:cubicBezTo>
                    <a:pt x="1" y="953"/>
                    <a:pt x="72" y="1025"/>
                    <a:pt x="156" y="1025"/>
                  </a:cubicBezTo>
                  <a:lnTo>
                    <a:pt x="596" y="1025"/>
                  </a:lnTo>
                  <a:lnTo>
                    <a:pt x="596" y="1477"/>
                  </a:lnTo>
                  <a:cubicBezTo>
                    <a:pt x="596" y="1560"/>
                    <a:pt x="668" y="1644"/>
                    <a:pt x="751" y="1644"/>
                  </a:cubicBezTo>
                  <a:cubicBezTo>
                    <a:pt x="846" y="1644"/>
                    <a:pt x="918" y="1560"/>
                    <a:pt x="918" y="1477"/>
                  </a:cubicBezTo>
                  <a:lnTo>
                    <a:pt x="918" y="846"/>
                  </a:lnTo>
                  <a:lnTo>
                    <a:pt x="918" y="155"/>
                  </a:lnTo>
                  <a:cubicBezTo>
                    <a:pt x="918" y="72"/>
                    <a:pt x="846" y="1"/>
                    <a:pt x="739" y="1"/>
                  </a:cubicBezTo>
                  <a:cubicBezTo>
                    <a:pt x="656" y="1"/>
                    <a:pt x="584" y="72"/>
                    <a:pt x="584" y="167"/>
                  </a:cubicBezTo>
                  <a:lnTo>
                    <a:pt x="584" y="703"/>
                  </a:lnTo>
                  <a:lnTo>
                    <a:pt x="322" y="703"/>
                  </a:ln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8" name="Google Shape;11008;p65"/>
          <p:cNvGrpSpPr/>
          <p:nvPr/>
        </p:nvGrpSpPr>
        <p:grpSpPr>
          <a:xfrm>
            <a:off x="2214042" y="3635109"/>
            <a:ext cx="368153" cy="311193"/>
            <a:chOff x="2214042" y="3810509"/>
            <a:chExt cx="368153" cy="311193"/>
          </a:xfrm>
        </p:grpSpPr>
        <p:sp>
          <p:nvSpPr>
            <p:cNvPr id="11009" name="Google Shape;11009;p65"/>
            <p:cNvSpPr/>
            <p:nvPr/>
          </p:nvSpPr>
          <p:spPr>
            <a:xfrm>
              <a:off x="2214042" y="3810509"/>
              <a:ext cx="368153" cy="311193"/>
            </a:xfrm>
            <a:custGeom>
              <a:avLst/>
              <a:gdLst/>
              <a:ahLst/>
              <a:cxnLst/>
              <a:rect l="l" t="t" r="r" b="b"/>
              <a:pathLst>
                <a:path w="11621" h="9823" extrusionOk="0">
                  <a:moveTo>
                    <a:pt x="11264" y="6227"/>
                  </a:moveTo>
                  <a:lnTo>
                    <a:pt x="11264" y="6834"/>
                  </a:lnTo>
                  <a:lnTo>
                    <a:pt x="9644" y="6834"/>
                  </a:lnTo>
                  <a:lnTo>
                    <a:pt x="9406" y="6525"/>
                  </a:lnTo>
                  <a:lnTo>
                    <a:pt x="9180" y="6227"/>
                  </a:lnTo>
                  <a:close/>
                  <a:moveTo>
                    <a:pt x="8787" y="6239"/>
                  </a:moveTo>
                  <a:lnTo>
                    <a:pt x="9061" y="6608"/>
                  </a:lnTo>
                  <a:lnTo>
                    <a:pt x="8406" y="7191"/>
                  </a:lnTo>
                  <a:lnTo>
                    <a:pt x="7894" y="7191"/>
                  </a:lnTo>
                  <a:lnTo>
                    <a:pt x="7025" y="6239"/>
                  </a:lnTo>
                  <a:close/>
                  <a:moveTo>
                    <a:pt x="8632" y="7537"/>
                  </a:moveTo>
                  <a:lnTo>
                    <a:pt x="8632" y="7953"/>
                  </a:lnTo>
                  <a:lnTo>
                    <a:pt x="7561" y="7953"/>
                  </a:lnTo>
                  <a:lnTo>
                    <a:pt x="7561" y="7537"/>
                  </a:lnTo>
                  <a:close/>
                  <a:moveTo>
                    <a:pt x="6584" y="0"/>
                  </a:moveTo>
                  <a:cubicBezTo>
                    <a:pt x="4596" y="0"/>
                    <a:pt x="2786" y="1179"/>
                    <a:pt x="1977" y="2977"/>
                  </a:cubicBezTo>
                  <a:cubicBezTo>
                    <a:pt x="1941" y="3072"/>
                    <a:pt x="1977" y="3167"/>
                    <a:pt x="2072" y="3203"/>
                  </a:cubicBezTo>
                  <a:cubicBezTo>
                    <a:pt x="2094" y="3216"/>
                    <a:pt x="2118" y="3222"/>
                    <a:pt x="2142" y="3222"/>
                  </a:cubicBezTo>
                  <a:cubicBezTo>
                    <a:pt x="2208" y="3222"/>
                    <a:pt x="2272" y="3177"/>
                    <a:pt x="2298" y="3108"/>
                  </a:cubicBezTo>
                  <a:cubicBezTo>
                    <a:pt x="3048" y="1429"/>
                    <a:pt x="4739" y="333"/>
                    <a:pt x="6584" y="333"/>
                  </a:cubicBezTo>
                  <a:cubicBezTo>
                    <a:pt x="9109" y="333"/>
                    <a:pt x="11192" y="2358"/>
                    <a:pt x="11287" y="4846"/>
                  </a:cubicBezTo>
                  <a:lnTo>
                    <a:pt x="10835" y="4846"/>
                  </a:lnTo>
                  <a:cubicBezTo>
                    <a:pt x="10716" y="4108"/>
                    <a:pt x="10371" y="3405"/>
                    <a:pt x="9823" y="2870"/>
                  </a:cubicBezTo>
                  <a:cubicBezTo>
                    <a:pt x="9240" y="2310"/>
                    <a:pt x="8489" y="1941"/>
                    <a:pt x="7680" y="1857"/>
                  </a:cubicBezTo>
                  <a:cubicBezTo>
                    <a:pt x="7674" y="1857"/>
                    <a:pt x="7668" y="1856"/>
                    <a:pt x="7661" y="1856"/>
                  </a:cubicBezTo>
                  <a:cubicBezTo>
                    <a:pt x="7583" y="1856"/>
                    <a:pt x="7500" y="1924"/>
                    <a:pt x="7489" y="2012"/>
                  </a:cubicBezTo>
                  <a:cubicBezTo>
                    <a:pt x="7477" y="2096"/>
                    <a:pt x="7549" y="2191"/>
                    <a:pt x="7632" y="2203"/>
                  </a:cubicBezTo>
                  <a:cubicBezTo>
                    <a:pt x="9061" y="2358"/>
                    <a:pt x="10240" y="3453"/>
                    <a:pt x="10478" y="4846"/>
                  </a:cubicBezTo>
                  <a:lnTo>
                    <a:pt x="4168" y="4846"/>
                  </a:lnTo>
                  <a:cubicBezTo>
                    <a:pt x="4406" y="3441"/>
                    <a:pt x="5584" y="2334"/>
                    <a:pt x="7013" y="2191"/>
                  </a:cubicBezTo>
                  <a:cubicBezTo>
                    <a:pt x="7096" y="2167"/>
                    <a:pt x="7180" y="2096"/>
                    <a:pt x="7156" y="2012"/>
                  </a:cubicBezTo>
                  <a:cubicBezTo>
                    <a:pt x="7145" y="1924"/>
                    <a:pt x="7083" y="1856"/>
                    <a:pt x="6998" y="1856"/>
                  </a:cubicBezTo>
                  <a:cubicBezTo>
                    <a:pt x="6991" y="1856"/>
                    <a:pt x="6984" y="1857"/>
                    <a:pt x="6977" y="1857"/>
                  </a:cubicBezTo>
                  <a:cubicBezTo>
                    <a:pt x="5370" y="2024"/>
                    <a:pt x="4060" y="3262"/>
                    <a:pt x="3822" y="4846"/>
                  </a:cubicBezTo>
                  <a:lnTo>
                    <a:pt x="1882" y="4846"/>
                  </a:lnTo>
                  <a:cubicBezTo>
                    <a:pt x="1893" y="4477"/>
                    <a:pt x="1953" y="4108"/>
                    <a:pt x="2060" y="3751"/>
                  </a:cubicBezTo>
                  <a:cubicBezTo>
                    <a:pt x="2084" y="3655"/>
                    <a:pt x="2024" y="3572"/>
                    <a:pt x="1941" y="3548"/>
                  </a:cubicBezTo>
                  <a:cubicBezTo>
                    <a:pt x="1922" y="3541"/>
                    <a:pt x="1903" y="3538"/>
                    <a:pt x="1885" y="3538"/>
                  </a:cubicBezTo>
                  <a:cubicBezTo>
                    <a:pt x="1814" y="3538"/>
                    <a:pt x="1755" y="3589"/>
                    <a:pt x="1727" y="3655"/>
                  </a:cubicBezTo>
                  <a:cubicBezTo>
                    <a:pt x="1608" y="4060"/>
                    <a:pt x="1548" y="4477"/>
                    <a:pt x="1536" y="4905"/>
                  </a:cubicBezTo>
                  <a:lnTo>
                    <a:pt x="119" y="5417"/>
                  </a:lnTo>
                  <a:cubicBezTo>
                    <a:pt x="48" y="5441"/>
                    <a:pt x="0" y="5501"/>
                    <a:pt x="0" y="5584"/>
                  </a:cubicBezTo>
                  <a:lnTo>
                    <a:pt x="0" y="6072"/>
                  </a:lnTo>
                  <a:cubicBezTo>
                    <a:pt x="0" y="6156"/>
                    <a:pt x="72" y="6239"/>
                    <a:pt x="167" y="6239"/>
                  </a:cubicBezTo>
                  <a:lnTo>
                    <a:pt x="2572" y="6239"/>
                  </a:lnTo>
                  <a:cubicBezTo>
                    <a:pt x="2667" y="6239"/>
                    <a:pt x="2739" y="6156"/>
                    <a:pt x="2739" y="6072"/>
                  </a:cubicBezTo>
                  <a:cubicBezTo>
                    <a:pt x="2739" y="5977"/>
                    <a:pt x="2667" y="5906"/>
                    <a:pt x="2572" y="5906"/>
                  </a:cubicBezTo>
                  <a:lnTo>
                    <a:pt x="346" y="5906"/>
                  </a:lnTo>
                  <a:lnTo>
                    <a:pt x="346" y="5703"/>
                  </a:lnTo>
                  <a:lnTo>
                    <a:pt x="1727" y="5203"/>
                  </a:lnTo>
                  <a:lnTo>
                    <a:pt x="11264" y="5203"/>
                  </a:lnTo>
                  <a:lnTo>
                    <a:pt x="11264" y="5739"/>
                  </a:lnTo>
                  <a:lnTo>
                    <a:pt x="11264" y="5906"/>
                  </a:lnTo>
                  <a:lnTo>
                    <a:pt x="3251" y="5906"/>
                  </a:lnTo>
                  <a:cubicBezTo>
                    <a:pt x="3155" y="5906"/>
                    <a:pt x="3084" y="5989"/>
                    <a:pt x="3084" y="6072"/>
                  </a:cubicBezTo>
                  <a:cubicBezTo>
                    <a:pt x="3084" y="6168"/>
                    <a:pt x="3155" y="6239"/>
                    <a:pt x="3251" y="6239"/>
                  </a:cubicBezTo>
                  <a:lnTo>
                    <a:pt x="6549" y="6239"/>
                  </a:lnTo>
                  <a:lnTo>
                    <a:pt x="7418" y="7191"/>
                  </a:lnTo>
                  <a:lnTo>
                    <a:pt x="7382" y="7191"/>
                  </a:lnTo>
                  <a:cubicBezTo>
                    <a:pt x="7299" y="7191"/>
                    <a:pt x="7216" y="7263"/>
                    <a:pt x="7216" y="7358"/>
                  </a:cubicBezTo>
                  <a:lnTo>
                    <a:pt x="7216" y="8108"/>
                  </a:lnTo>
                  <a:cubicBezTo>
                    <a:pt x="7216" y="8204"/>
                    <a:pt x="7299" y="8275"/>
                    <a:pt x="7382" y="8275"/>
                  </a:cubicBezTo>
                  <a:lnTo>
                    <a:pt x="7930" y="8275"/>
                  </a:lnTo>
                  <a:lnTo>
                    <a:pt x="7930" y="9656"/>
                  </a:lnTo>
                  <a:cubicBezTo>
                    <a:pt x="7930" y="9751"/>
                    <a:pt x="8013" y="9823"/>
                    <a:pt x="8097" y="9823"/>
                  </a:cubicBezTo>
                  <a:cubicBezTo>
                    <a:pt x="8192" y="9823"/>
                    <a:pt x="8263" y="9751"/>
                    <a:pt x="8263" y="9656"/>
                  </a:cubicBezTo>
                  <a:lnTo>
                    <a:pt x="8263" y="8275"/>
                  </a:lnTo>
                  <a:lnTo>
                    <a:pt x="8811" y="8275"/>
                  </a:lnTo>
                  <a:cubicBezTo>
                    <a:pt x="8906" y="8275"/>
                    <a:pt x="8978" y="8204"/>
                    <a:pt x="8978" y="8108"/>
                  </a:cubicBezTo>
                  <a:lnTo>
                    <a:pt x="8978" y="7358"/>
                  </a:lnTo>
                  <a:cubicBezTo>
                    <a:pt x="8978" y="7275"/>
                    <a:pt x="8930" y="7239"/>
                    <a:pt x="8882" y="7203"/>
                  </a:cubicBezTo>
                  <a:lnTo>
                    <a:pt x="9240" y="6882"/>
                  </a:lnTo>
                  <a:lnTo>
                    <a:pt x="9418" y="7096"/>
                  </a:lnTo>
                  <a:cubicBezTo>
                    <a:pt x="9454" y="7144"/>
                    <a:pt x="9513" y="7180"/>
                    <a:pt x="9561" y="7180"/>
                  </a:cubicBezTo>
                  <a:lnTo>
                    <a:pt x="11466" y="7180"/>
                  </a:lnTo>
                  <a:cubicBezTo>
                    <a:pt x="11549" y="7180"/>
                    <a:pt x="11621" y="7096"/>
                    <a:pt x="11621" y="7013"/>
                  </a:cubicBezTo>
                  <a:lnTo>
                    <a:pt x="11621" y="6072"/>
                  </a:lnTo>
                  <a:lnTo>
                    <a:pt x="11621" y="5739"/>
                  </a:lnTo>
                  <a:lnTo>
                    <a:pt x="11621" y="5036"/>
                  </a:lnTo>
                  <a:cubicBezTo>
                    <a:pt x="11621" y="3691"/>
                    <a:pt x="11109" y="2429"/>
                    <a:pt x="10156" y="1476"/>
                  </a:cubicBezTo>
                  <a:cubicBezTo>
                    <a:pt x="9204" y="524"/>
                    <a:pt x="7930" y="0"/>
                    <a:pt x="6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65"/>
            <p:cNvSpPr/>
            <p:nvPr/>
          </p:nvSpPr>
          <p:spPr>
            <a:xfrm>
              <a:off x="2451674" y="3927060"/>
              <a:ext cx="70932" cy="32092"/>
            </a:xfrm>
            <a:custGeom>
              <a:avLst/>
              <a:gdLst/>
              <a:ahLst/>
              <a:cxnLst/>
              <a:rect l="l" t="t" r="r" b="b"/>
              <a:pathLst>
                <a:path w="2239" h="1013" extrusionOk="0">
                  <a:moveTo>
                    <a:pt x="1727" y="322"/>
                  </a:moveTo>
                  <a:cubicBezTo>
                    <a:pt x="1822" y="322"/>
                    <a:pt x="1905" y="393"/>
                    <a:pt x="1905" y="500"/>
                  </a:cubicBezTo>
                  <a:cubicBezTo>
                    <a:pt x="1893" y="607"/>
                    <a:pt x="1822" y="679"/>
                    <a:pt x="1727" y="679"/>
                  </a:cubicBezTo>
                  <a:lnTo>
                    <a:pt x="512" y="679"/>
                  </a:lnTo>
                  <a:cubicBezTo>
                    <a:pt x="417" y="679"/>
                    <a:pt x="334" y="607"/>
                    <a:pt x="334" y="500"/>
                  </a:cubicBezTo>
                  <a:cubicBezTo>
                    <a:pt x="334" y="417"/>
                    <a:pt x="405" y="322"/>
                    <a:pt x="512" y="322"/>
                  </a:cubicBezTo>
                  <a:close/>
                  <a:moveTo>
                    <a:pt x="512" y="0"/>
                  </a:moveTo>
                  <a:cubicBezTo>
                    <a:pt x="226" y="0"/>
                    <a:pt x="0" y="226"/>
                    <a:pt x="0" y="500"/>
                  </a:cubicBezTo>
                  <a:cubicBezTo>
                    <a:pt x="0" y="786"/>
                    <a:pt x="226" y="1012"/>
                    <a:pt x="512" y="1012"/>
                  </a:cubicBezTo>
                  <a:lnTo>
                    <a:pt x="1727" y="1012"/>
                  </a:lnTo>
                  <a:cubicBezTo>
                    <a:pt x="2012" y="1012"/>
                    <a:pt x="2239" y="786"/>
                    <a:pt x="2239" y="500"/>
                  </a:cubicBezTo>
                  <a:cubicBezTo>
                    <a:pt x="2239" y="238"/>
                    <a:pt x="2012"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1" name="Google Shape;11011;p65"/>
          <p:cNvGrpSpPr/>
          <p:nvPr/>
        </p:nvGrpSpPr>
        <p:grpSpPr>
          <a:xfrm>
            <a:off x="1768938" y="3606819"/>
            <a:ext cx="367805" cy="367773"/>
            <a:chOff x="1768938" y="3782219"/>
            <a:chExt cx="367805" cy="367773"/>
          </a:xfrm>
        </p:grpSpPr>
        <p:sp>
          <p:nvSpPr>
            <p:cNvPr id="11012" name="Google Shape;11012;p65"/>
            <p:cNvSpPr/>
            <p:nvPr/>
          </p:nvSpPr>
          <p:spPr>
            <a:xfrm>
              <a:off x="1884380" y="3782219"/>
              <a:ext cx="252363" cy="198412"/>
            </a:xfrm>
            <a:custGeom>
              <a:avLst/>
              <a:gdLst/>
              <a:ahLst/>
              <a:cxnLst/>
              <a:rect l="l" t="t" r="r" b="b"/>
              <a:pathLst>
                <a:path w="7966" h="6263" extrusionOk="0">
                  <a:moveTo>
                    <a:pt x="5346" y="0"/>
                  </a:moveTo>
                  <a:cubicBezTo>
                    <a:pt x="5299" y="0"/>
                    <a:pt x="5263" y="12"/>
                    <a:pt x="5227" y="48"/>
                  </a:cubicBezTo>
                  <a:lnTo>
                    <a:pt x="3382" y="1893"/>
                  </a:lnTo>
                  <a:lnTo>
                    <a:pt x="2893" y="1405"/>
                  </a:lnTo>
                  <a:cubicBezTo>
                    <a:pt x="2864" y="1375"/>
                    <a:pt x="2819" y="1360"/>
                    <a:pt x="2774" y="1360"/>
                  </a:cubicBezTo>
                  <a:cubicBezTo>
                    <a:pt x="2730" y="1360"/>
                    <a:pt x="2685" y="1375"/>
                    <a:pt x="2655" y="1405"/>
                  </a:cubicBezTo>
                  <a:lnTo>
                    <a:pt x="60" y="3989"/>
                  </a:lnTo>
                  <a:cubicBezTo>
                    <a:pt x="0" y="4048"/>
                    <a:pt x="0" y="4167"/>
                    <a:pt x="60" y="4227"/>
                  </a:cubicBezTo>
                  <a:cubicBezTo>
                    <a:pt x="90" y="4257"/>
                    <a:pt x="134" y="4272"/>
                    <a:pt x="179" y="4272"/>
                  </a:cubicBezTo>
                  <a:cubicBezTo>
                    <a:pt x="223" y="4272"/>
                    <a:pt x="268" y="4257"/>
                    <a:pt x="298" y="4227"/>
                  </a:cubicBezTo>
                  <a:lnTo>
                    <a:pt x="2774" y="1762"/>
                  </a:lnTo>
                  <a:lnTo>
                    <a:pt x="6215" y="5191"/>
                  </a:lnTo>
                  <a:lnTo>
                    <a:pt x="5418" y="5989"/>
                  </a:lnTo>
                  <a:cubicBezTo>
                    <a:pt x="5358" y="6049"/>
                    <a:pt x="5358" y="6168"/>
                    <a:pt x="5418" y="6227"/>
                  </a:cubicBezTo>
                  <a:cubicBezTo>
                    <a:pt x="5453" y="6251"/>
                    <a:pt x="5501" y="6263"/>
                    <a:pt x="5537" y="6263"/>
                  </a:cubicBezTo>
                  <a:cubicBezTo>
                    <a:pt x="5584" y="6263"/>
                    <a:pt x="5632" y="6251"/>
                    <a:pt x="5656" y="6227"/>
                  </a:cubicBezTo>
                  <a:lnTo>
                    <a:pt x="6573" y="5310"/>
                  </a:lnTo>
                  <a:cubicBezTo>
                    <a:pt x="6632" y="5251"/>
                    <a:pt x="6632" y="5132"/>
                    <a:pt x="6573" y="5072"/>
                  </a:cubicBezTo>
                  <a:lnTo>
                    <a:pt x="6072" y="4584"/>
                  </a:lnTo>
                  <a:lnTo>
                    <a:pt x="7918" y="2739"/>
                  </a:lnTo>
                  <a:cubicBezTo>
                    <a:pt x="7966" y="2667"/>
                    <a:pt x="7966" y="2560"/>
                    <a:pt x="7906" y="2489"/>
                  </a:cubicBezTo>
                  <a:lnTo>
                    <a:pt x="6882" y="1465"/>
                  </a:lnTo>
                  <a:cubicBezTo>
                    <a:pt x="6852" y="1435"/>
                    <a:pt x="6808" y="1420"/>
                    <a:pt x="6763" y="1420"/>
                  </a:cubicBezTo>
                  <a:cubicBezTo>
                    <a:pt x="6718" y="1420"/>
                    <a:pt x="6674" y="1435"/>
                    <a:pt x="6644" y="1465"/>
                  </a:cubicBezTo>
                  <a:cubicBezTo>
                    <a:pt x="6584" y="1524"/>
                    <a:pt x="6584" y="1643"/>
                    <a:pt x="6644" y="1703"/>
                  </a:cubicBezTo>
                  <a:lnTo>
                    <a:pt x="7549" y="2608"/>
                  </a:lnTo>
                  <a:lnTo>
                    <a:pt x="5822" y="4334"/>
                  </a:lnTo>
                  <a:lnTo>
                    <a:pt x="3620" y="2131"/>
                  </a:lnTo>
                  <a:lnTo>
                    <a:pt x="5346" y="405"/>
                  </a:lnTo>
                  <a:lnTo>
                    <a:pt x="6168" y="1226"/>
                  </a:lnTo>
                  <a:cubicBezTo>
                    <a:pt x="6197" y="1256"/>
                    <a:pt x="6242" y="1271"/>
                    <a:pt x="6287" y="1271"/>
                  </a:cubicBezTo>
                  <a:cubicBezTo>
                    <a:pt x="6331" y="1271"/>
                    <a:pt x="6376" y="1256"/>
                    <a:pt x="6406" y="1226"/>
                  </a:cubicBezTo>
                  <a:cubicBezTo>
                    <a:pt x="6465" y="1167"/>
                    <a:pt x="6465" y="1048"/>
                    <a:pt x="6406" y="988"/>
                  </a:cubicBezTo>
                  <a:lnTo>
                    <a:pt x="5465" y="48"/>
                  </a:lnTo>
                  <a:cubicBezTo>
                    <a:pt x="5441" y="12"/>
                    <a:pt x="5394" y="0"/>
                    <a:pt x="5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65"/>
            <p:cNvSpPr/>
            <p:nvPr/>
          </p:nvSpPr>
          <p:spPr>
            <a:xfrm>
              <a:off x="2034480" y="3821914"/>
              <a:ext cx="31743" cy="31236"/>
            </a:xfrm>
            <a:custGeom>
              <a:avLst/>
              <a:gdLst/>
              <a:ahLst/>
              <a:cxnLst/>
              <a:rect l="l" t="t" r="r" b="b"/>
              <a:pathLst>
                <a:path w="1002" h="986" extrusionOk="0">
                  <a:moveTo>
                    <a:pt x="501" y="426"/>
                  </a:moveTo>
                  <a:lnTo>
                    <a:pt x="584" y="509"/>
                  </a:lnTo>
                  <a:lnTo>
                    <a:pt x="501" y="581"/>
                  </a:lnTo>
                  <a:lnTo>
                    <a:pt x="430" y="509"/>
                  </a:lnTo>
                  <a:lnTo>
                    <a:pt x="501" y="426"/>
                  </a:lnTo>
                  <a:close/>
                  <a:moveTo>
                    <a:pt x="501" y="0"/>
                  </a:moveTo>
                  <a:cubicBezTo>
                    <a:pt x="456" y="0"/>
                    <a:pt x="412" y="15"/>
                    <a:pt x="382" y="45"/>
                  </a:cubicBezTo>
                  <a:lnTo>
                    <a:pt x="60" y="366"/>
                  </a:lnTo>
                  <a:cubicBezTo>
                    <a:pt x="1" y="426"/>
                    <a:pt x="1" y="545"/>
                    <a:pt x="60" y="605"/>
                  </a:cubicBezTo>
                  <a:lnTo>
                    <a:pt x="382" y="938"/>
                  </a:lnTo>
                  <a:cubicBezTo>
                    <a:pt x="418" y="962"/>
                    <a:pt x="465" y="986"/>
                    <a:pt x="501" y="986"/>
                  </a:cubicBezTo>
                  <a:cubicBezTo>
                    <a:pt x="549" y="986"/>
                    <a:pt x="596" y="962"/>
                    <a:pt x="620" y="938"/>
                  </a:cubicBezTo>
                  <a:lnTo>
                    <a:pt x="953" y="605"/>
                  </a:lnTo>
                  <a:cubicBezTo>
                    <a:pt x="977" y="581"/>
                    <a:pt x="1001" y="533"/>
                    <a:pt x="1001" y="485"/>
                  </a:cubicBezTo>
                  <a:cubicBezTo>
                    <a:pt x="1001" y="450"/>
                    <a:pt x="977" y="402"/>
                    <a:pt x="953" y="366"/>
                  </a:cubicBezTo>
                  <a:lnTo>
                    <a:pt x="620" y="45"/>
                  </a:lnTo>
                  <a:cubicBezTo>
                    <a:pt x="590" y="15"/>
                    <a:pt x="54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65"/>
            <p:cNvSpPr/>
            <p:nvPr/>
          </p:nvSpPr>
          <p:spPr>
            <a:xfrm>
              <a:off x="2065431" y="3852359"/>
              <a:ext cx="31712" cy="31332"/>
            </a:xfrm>
            <a:custGeom>
              <a:avLst/>
              <a:gdLst/>
              <a:ahLst/>
              <a:cxnLst/>
              <a:rect l="l" t="t" r="r" b="b"/>
              <a:pathLst>
                <a:path w="1001" h="989" extrusionOk="0">
                  <a:moveTo>
                    <a:pt x="500" y="441"/>
                  </a:moveTo>
                  <a:lnTo>
                    <a:pt x="572" y="513"/>
                  </a:lnTo>
                  <a:lnTo>
                    <a:pt x="500" y="584"/>
                  </a:lnTo>
                  <a:lnTo>
                    <a:pt x="417" y="513"/>
                  </a:lnTo>
                  <a:lnTo>
                    <a:pt x="500" y="441"/>
                  </a:lnTo>
                  <a:close/>
                  <a:moveTo>
                    <a:pt x="500" y="1"/>
                  </a:moveTo>
                  <a:cubicBezTo>
                    <a:pt x="453" y="1"/>
                    <a:pt x="405" y="25"/>
                    <a:pt x="381" y="48"/>
                  </a:cubicBezTo>
                  <a:lnTo>
                    <a:pt x="48" y="382"/>
                  </a:lnTo>
                  <a:cubicBezTo>
                    <a:pt x="24" y="406"/>
                    <a:pt x="0" y="453"/>
                    <a:pt x="0" y="501"/>
                  </a:cubicBezTo>
                  <a:cubicBezTo>
                    <a:pt x="0" y="536"/>
                    <a:pt x="24" y="584"/>
                    <a:pt x="48" y="608"/>
                  </a:cubicBezTo>
                  <a:lnTo>
                    <a:pt x="381" y="941"/>
                  </a:lnTo>
                  <a:cubicBezTo>
                    <a:pt x="405" y="977"/>
                    <a:pt x="453" y="989"/>
                    <a:pt x="500" y="989"/>
                  </a:cubicBezTo>
                  <a:cubicBezTo>
                    <a:pt x="536" y="989"/>
                    <a:pt x="584" y="965"/>
                    <a:pt x="619" y="941"/>
                  </a:cubicBezTo>
                  <a:lnTo>
                    <a:pt x="941" y="608"/>
                  </a:lnTo>
                  <a:cubicBezTo>
                    <a:pt x="1000" y="560"/>
                    <a:pt x="1000" y="441"/>
                    <a:pt x="941" y="382"/>
                  </a:cubicBezTo>
                  <a:lnTo>
                    <a:pt x="619" y="48"/>
                  </a:lnTo>
                  <a:cubicBezTo>
                    <a:pt x="584" y="13"/>
                    <a:pt x="53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65"/>
            <p:cNvSpPr/>
            <p:nvPr/>
          </p:nvSpPr>
          <p:spPr>
            <a:xfrm>
              <a:off x="1768938" y="3922625"/>
              <a:ext cx="281413" cy="227367"/>
            </a:xfrm>
            <a:custGeom>
              <a:avLst/>
              <a:gdLst/>
              <a:ahLst/>
              <a:cxnLst/>
              <a:rect l="l" t="t" r="r" b="b"/>
              <a:pathLst>
                <a:path w="8883" h="7177" extrusionOk="0">
                  <a:moveTo>
                    <a:pt x="3347" y="0"/>
                  </a:moveTo>
                  <a:cubicBezTo>
                    <a:pt x="3302" y="0"/>
                    <a:pt x="3257" y="15"/>
                    <a:pt x="3228" y="45"/>
                  </a:cubicBezTo>
                  <a:lnTo>
                    <a:pt x="811" y="2450"/>
                  </a:lnTo>
                  <a:cubicBezTo>
                    <a:pt x="287" y="2962"/>
                    <a:pt x="1" y="3664"/>
                    <a:pt x="1" y="4414"/>
                  </a:cubicBezTo>
                  <a:cubicBezTo>
                    <a:pt x="1" y="5153"/>
                    <a:pt x="287" y="5843"/>
                    <a:pt x="811" y="6379"/>
                  </a:cubicBezTo>
                  <a:cubicBezTo>
                    <a:pt x="1323" y="6891"/>
                    <a:pt x="2025" y="7177"/>
                    <a:pt x="2775" y="7177"/>
                  </a:cubicBezTo>
                  <a:cubicBezTo>
                    <a:pt x="3513" y="7177"/>
                    <a:pt x="4204" y="6891"/>
                    <a:pt x="4740" y="6379"/>
                  </a:cubicBezTo>
                  <a:lnTo>
                    <a:pt x="8847" y="2271"/>
                  </a:lnTo>
                  <a:cubicBezTo>
                    <a:pt x="8883" y="2188"/>
                    <a:pt x="8883" y="2093"/>
                    <a:pt x="8812" y="2033"/>
                  </a:cubicBezTo>
                  <a:cubicBezTo>
                    <a:pt x="8782" y="2003"/>
                    <a:pt x="8737" y="1989"/>
                    <a:pt x="8693" y="1989"/>
                  </a:cubicBezTo>
                  <a:cubicBezTo>
                    <a:pt x="8648" y="1989"/>
                    <a:pt x="8603" y="2003"/>
                    <a:pt x="8573" y="2033"/>
                  </a:cubicBezTo>
                  <a:lnTo>
                    <a:pt x="4466" y="6141"/>
                  </a:lnTo>
                  <a:cubicBezTo>
                    <a:pt x="4001" y="6593"/>
                    <a:pt x="3394" y="6855"/>
                    <a:pt x="2751" y="6855"/>
                  </a:cubicBezTo>
                  <a:cubicBezTo>
                    <a:pt x="2096" y="6855"/>
                    <a:pt x="1489" y="6593"/>
                    <a:pt x="1049" y="6141"/>
                  </a:cubicBezTo>
                  <a:cubicBezTo>
                    <a:pt x="584" y="5677"/>
                    <a:pt x="322" y="5069"/>
                    <a:pt x="322" y="4426"/>
                  </a:cubicBezTo>
                  <a:cubicBezTo>
                    <a:pt x="322" y="3772"/>
                    <a:pt x="584" y="3164"/>
                    <a:pt x="1049" y="2712"/>
                  </a:cubicBezTo>
                  <a:lnTo>
                    <a:pt x="3466" y="283"/>
                  </a:lnTo>
                  <a:cubicBezTo>
                    <a:pt x="3525" y="223"/>
                    <a:pt x="3525" y="104"/>
                    <a:pt x="3466" y="45"/>
                  </a:cubicBezTo>
                  <a:cubicBezTo>
                    <a:pt x="3436" y="15"/>
                    <a:pt x="3391"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6" name="Google Shape;11016;p65"/>
            <p:cNvSpPr/>
            <p:nvPr/>
          </p:nvSpPr>
          <p:spPr>
            <a:xfrm>
              <a:off x="1847790" y="3937704"/>
              <a:ext cx="143352" cy="127417"/>
            </a:xfrm>
            <a:custGeom>
              <a:avLst/>
              <a:gdLst/>
              <a:ahLst/>
              <a:cxnLst/>
              <a:rect l="l" t="t" r="r" b="b"/>
              <a:pathLst>
                <a:path w="4525" h="4022" extrusionOk="0">
                  <a:moveTo>
                    <a:pt x="3537" y="343"/>
                  </a:moveTo>
                  <a:cubicBezTo>
                    <a:pt x="3584" y="343"/>
                    <a:pt x="3632" y="367"/>
                    <a:pt x="3667" y="402"/>
                  </a:cubicBezTo>
                  <a:cubicBezTo>
                    <a:pt x="3751" y="486"/>
                    <a:pt x="3751" y="581"/>
                    <a:pt x="3667" y="664"/>
                  </a:cubicBezTo>
                  <a:cubicBezTo>
                    <a:pt x="3632" y="700"/>
                    <a:pt x="3587" y="718"/>
                    <a:pt x="3542" y="718"/>
                  </a:cubicBezTo>
                  <a:cubicBezTo>
                    <a:pt x="3498" y="718"/>
                    <a:pt x="3453" y="700"/>
                    <a:pt x="3417" y="664"/>
                  </a:cubicBezTo>
                  <a:cubicBezTo>
                    <a:pt x="3334" y="581"/>
                    <a:pt x="3334" y="462"/>
                    <a:pt x="3406" y="402"/>
                  </a:cubicBezTo>
                  <a:cubicBezTo>
                    <a:pt x="3441" y="379"/>
                    <a:pt x="3477" y="343"/>
                    <a:pt x="3537" y="343"/>
                  </a:cubicBezTo>
                  <a:close/>
                  <a:moveTo>
                    <a:pt x="2024" y="486"/>
                  </a:moveTo>
                  <a:cubicBezTo>
                    <a:pt x="2072" y="486"/>
                    <a:pt x="2108" y="498"/>
                    <a:pt x="2155" y="545"/>
                  </a:cubicBezTo>
                  <a:cubicBezTo>
                    <a:pt x="2227" y="617"/>
                    <a:pt x="2227" y="724"/>
                    <a:pt x="2155" y="795"/>
                  </a:cubicBezTo>
                  <a:cubicBezTo>
                    <a:pt x="2120" y="831"/>
                    <a:pt x="2075" y="849"/>
                    <a:pt x="2030" y="849"/>
                  </a:cubicBezTo>
                  <a:cubicBezTo>
                    <a:pt x="1986" y="849"/>
                    <a:pt x="1941" y="831"/>
                    <a:pt x="1905" y="795"/>
                  </a:cubicBezTo>
                  <a:cubicBezTo>
                    <a:pt x="1810" y="724"/>
                    <a:pt x="1810" y="605"/>
                    <a:pt x="1893" y="545"/>
                  </a:cubicBezTo>
                  <a:cubicBezTo>
                    <a:pt x="1917" y="509"/>
                    <a:pt x="1965" y="486"/>
                    <a:pt x="2024" y="486"/>
                  </a:cubicBezTo>
                  <a:close/>
                  <a:moveTo>
                    <a:pt x="3953" y="1676"/>
                  </a:moveTo>
                  <a:cubicBezTo>
                    <a:pt x="4001" y="1676"/>
                    <a:pt x="4048" y="1688"/>
                    <a:pt x="4084" y="1724"/>
                  </a:cubicBezTo>
                  <a:cubicBezTo>
                    <a:pt x="4156" y="1807"/>
                    <a:pt x="4156" y="1926"/>
                    <a:pt x="4072" y="1986"/>
                  </a:cubicBezTo>
                  <a:cubicBezTo>
                    <a:pt x="4037" y="2022"/>
                    <a:pt x="3992" y="2039"/>
                    <a:pt x="3947" y="2039"/>
                  </a:cubicBezTo>
                  <a:cubicBezTo>
                    <a:pt x="3903" y="2039"/>
                    <a:pt x="3858" y="2022"/>
                    <a:pt x="3822" y="1986"/>
                  </a:cubicBezTo>
                  <a:cubicBezTo>
                    <a:pt x="3751" y="1914"/>
                    <a:pt x="3751" y="1807"/>
                    <a:pt x="3822" y="1724"/>
                  </a:cubicBezTo>
                  <a:cubicBezTo>
                    <a:pt x="3858" y="1700"/>
                    <a:pt x="3894" y="1676"/>
                    <a:pt x="3953" y="1676"/>
                  </a:cubicBezTo>
                  <a:close/>
                  <a:moveTo>
                    <a:pt x="655" y="3129"/>
                  </a:moveTo>
                  <a:cubicBezTo>
                    <a:pt x="727" y="3129"/>
                    <a:pt x="786" y="3165"/>
                    <a:pt x="846" y="3200"/>
                  </a:cubicBezTo>
                  <a:cubicBezTo>
                    <a:pt x="893" y="3248"/>
                    <a:pt x="917" y="3319"/>
                    <a:pt x="917" y="3403"/>
                  </a:cubicBezTo>
                  <a:cubicBezTo>
                    <a:pt x="917" y="3474"/>
                    <a:pt x="893" y="3546"/>
                    <a:pt x="846" y="3593"/>
                  </a:cubicBezTo>
                  <a:cubicBezTo>
                    <a:pt x="798" y="3641"/>
                    <a:pt x="727" y="3665"/>
                    <a:pt x="655" y="3665"/>
                  </a:cubicBezTo>
                  <a:cubicBezTo>
                    <a:pt x="584" y="3665"/>
                    <a:pt x="524" y="3641"/>
                    <a:pt x="465" y="3593"/>
                  </a:cubicBezTo>
                  <a:cubicBezTo>
                    <a:pt x="417" y="3546"/>
                    <a:pt x="381" y="3474"/>
                    <a:pt x="381" y="3403"/>
                  </a:cubicBezTo>
                  <a:cubicBezTo>
                    <a:pt x="381" y="3319"/>
                    <a:pt x="417" y="3260"/>
                    <a:pt x="465" y="3200"/>
                  </a:cubicBezTo>
                  <a:cubicBezTo>
                    <a:pt x="512" y="3141"/>
                    <a:pt x="584" y="3129"/>
                    <a:pt x="655" y="3129"/>
                  </a:cubicBezTo>
                  <a:close/>
                  <a:moveTo>
                    <a:pt x="3513" y="0"/>
                  </a:moveTo>
                  <a:cubicBezTo>
                    <a:pt x="3379" y="0"/>
                    <a:pt x="3245" y="51"/>
                    <a:pt x="3144" y="152"/>
                  </a:cubicBezTo>
                  <a:cubicBezTo>
                    <a:pt x="2977" y="319"/>
                    <a:pt x="2941" y="557"/>
                    <a:pt x="3036" y="748"/>
                  </a:cubicBezTo>
                  <a:lnTo>
                    <a:pt x="2132" y="1652"/>
                  </a:lnTo>
                  <a:lnTo>
                    <a:pt x="1572" y="2212"/>
                  </a:lnTo>
                  <a:lnTo>
                    <a:pt x="1334" y="1974"/>
                  </a:lnTo>
                  <a:cubicBezTo>
                    <a:pt x="1215" y="1855"/>
                    <a:pt x="1215" y="1676"/>
                    <a:pt x="1334" y="1569"/>
                  </a:cubicBezTo>
                  <a:lnTo>
                    <a:pt x="1774" y="1141"/>
                  </a:lnTo>
                  <a:cubicBezTo>
                    <a:pt x="1846" y="1164"/>
                    <a:pt x="1917" y="1200"/>
                    <a:pt x="1989" y="1200"/>
                  </a:cubicBezTo>
                  <a:cubicBezTo>
                    <a:pt x="2132" y="1200"/>
                    <a:pt x="2263" y="1152"/>
                    <a:pt x="2370" y="1045"/>
                  </a:cubicBezTo>
                  <a:cubicBezTo>
                    <a:pt x="2572" y="843"/>
                    <a:pt x="2572" y="509"/>
                    <a:pt x="2370" y="307"/>
                  </a:cubicBezTo>
                  <a:cubicBezTo>
                    <a:pt x="2263" y="200"/>
                    <a:pt x="2129" y="146"/>
                    <a:pt x="1995" y="146"/>
                  </a:cubicBezTo>
                  <a:cubicBezTo>
                    <a:pt x="1861" y="146"/>
                    <a:pt x="1727" y="200"/>
                    <a:pt x="1620" y="307"/>
                  </a:cubicBezTo>
                  <a:cubicBezTo>
                    <a:pt x="1453" y="462"/>
                    <a:pt x="1429" y="700"/>
                    <a:pt x="1512" y="902"/>
                  </a:cubicBezTo>
                  <a:lnTo>
                    <a:pt x="1084" y="1331"/>
                  </a:lnTo>
                  <a:cubicBezTo>
                    <a:pt x="846" y="1569"/>
                    <a:pt x="846" y="1974"/>
                    <a:pt x="1084" y="2224"/>
                  </a:cubicBezTo>
                  <a:lnTo>
                    <a:pt x="1322" y="2462"/>
                  </a:lnTo>
                  <a:lnTo>
                    <a:pt x="905" y="2879"/>
                  </a:lnTo>
                  <a:cubicBezTo>
                    <a:pt x="812" y="2827"/>
                    <a:pt x="709" y="2802"/>
                    <a:pt x="607" y="2802"/>
                  </a:cubicBezTo>
                  <a:cubicBezTo>
                    <a:pt x="450" y="2802"/>
                    <a:pt x="295" y="2863"/>
                    <a:pt x="179" y="2986"/>
                  </a:cubicBezTo>
                  <a:cubicBezTo>
                    <a:pt x="60" y="3105"/>
                    <a:pt x="0" y="3248"/>
                    <a:pt x="0" y="3415"/>
                  </a:cubicBezTo>
                  <a:cubicBezTo>
                    <a:pt x="0" y="3581"/>
                    <a:pt x="60" y="3724"/>
                    <a:pt x="179" y="3843"/>
                  </a:cubicBezTo>
                  <a:cubicBezTo>
                    <a:pt x="298" y="3962"/>
                    <a:pt x="441" y="4022"/>
                    <a:pt x="608" y="4022"/>
                  </a:cubicBezTo>
                  <a:cubicBezTo>
                    <a:pt x="774" y="4022"/>
                    <a:pt x="917" y="3962"/>
                    <a:pt x="1036" y="3843"/>
                  </a:cubicBezTo>
                  <a:cubicBezTo>
                    <a:pt x="1155" y="3724"/>
                    <a:pt x="1215" y="3581"/>
                    <a:pt x="1215" y="3415"/>
                  </a:cubicBezTo>
                  <a:cubicBezTo>
                    <a:pt x="1215" y="3307"/>
                    <a:pt x="1191" y="3200"/>
                    <a:pt x="1143" y="3117"/>
                  </a:cubicBezTo>
                  <a:lnTo>
                    <a:pt x="2227" y="2033"/>
                  </a:lnTo>
                  <a:lnTo>
                    <a:pt x="2513" y="2307"/>
                  </a:lnTo>
                  <a:cubicBezTo>
                    <a:pt x="2679" y="2474"/>
                    <a:pt x="2905" y="2569"/>
                    <a:pt x="3108" y="2569"/>
                  </a:cubicBezTo>
                  <a:cubicBezTo>
                    <a:pt x="3322" y="2569"/>
                    <a:pt x="3513" y="2486"/>
                    <a:pt x="3679" y="2343"/>
                  </a:cubicBezTo>
                  <a:cubicBezTo>
                    <a:pt x="3751" y="2367"/>
                    <a:pt x="3822" y="2403"/>
                    <a:pt x="3894" y="2403"/>
                  </a:cubicBezTo>
                  <a:cubicBezTo>
                    <a:pt x="4037" y="2403"/>
                    <a:pt x="4168" y="2355"/>
                    <a:pt x="4275" y="2248"/>
                  </a:cubicBezTo>
                  <a:cubicBezTo>
                    <a:pt x="4525" y="2033"/>
                    <a:pt x="4525" y="1700"/>
                    <a:pt x="4310" y="1498"/>
                  </a:cubicBezTo>
                  <a:cubicBezTo>
                    <a:pt x="4209" y="1391"/>
                    <a:pt x="4075" y="1337"/>
                    <a:pt x="3941" y="1337"/>
                  </a:cubicBezTo>
                  <a:cubicBezTo>
                    <a:pt x="3807" y="1337"/>
                    <a:pt x="3673" y="1391"/>
                    <a:pt x="3572" y="1498"/>
                  </a:cubicBezTo>
                  <a:cubicBezTo>
                    <a:pt x="3406" y="1652"/>
                    <a:pt x="3382" y="1891"/>
                    <a:pt x="3465" y="2093"/>
                  </a:cubicBezTo>
                  <a:cubicBezTo>
                    <a:pt x="3377" y="2175"/>
                    <a:pt x="3267" y="2214"/>
                    <a:pt x="3155" y="2214"/>
                  </a:cubicBezTo>
                  <a:cubicBezTo>
                    <a:pt x="3023" y="2214"/>
                    <a:pt x="2889" y="2160"/>
                    <a:pt x="2786" y="2057"/>
                  </a:cubicBezTo>
                  <a:lnTo>
                    <a:pt x="2501" y="1772"/>
                  </a:lnTo>
                  <a:lnTo>
                    <a:pt x="3286" y="986"/>
                  </a:lnTo>
                  <a:cubicBezTo>
                    <a:pt x="3358" y="1021"/>
                    <a:pt x="3441" y="1045"/>
                    <a:pt x="3513" y="1045"/>
                  </a:cubicBezTo>
                  <a:cubicBezTo>
                    <a:pt x="3644" y="1045"/>
                    <a:pt x="3775" y="998"/>
                    <a:pt x="3882" y="902"/>
                  </a:cubicBezTo>
                  <a:cubicBezTo>
                    <a:pt x="4096" y="688"/>
                    <a:pt x="4096" y="367"/>
                    <a:pt x="3882" y="152"/>
                  </a:cubicBezTo>
                  <a:cubicBezTo>
                    <a:pt x="3781" y="51"/>
                    <a:pt x="3647"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7" name="Google Shape;11017;p65"/>
          <p:cNvGrpSpPr/>
          <p:nvPr/>
        </p:nvGrpSpPr>
        <p:grpSpPr>
          <a:xfrm>
            <a:off x="2681385" y="3623039"/>
            <a:ext cx="325544" cy="327413"/>
            <a:chOff x="2681385" y="3798439"/>
            <a:chExt cx="325544" cy="327413"/>
          </a:xfrm>
        </p:grpSpPr>
        <p:sp>
          <p:nvSpPr>
            <p:cNvPr id="11018" name="Google Shape;11018;p65"/>
            <p:cNvSpPr/>
            <p:nvPr/>
          </p:nvSpPr>
          <p:spPr>
            <a:xfrm>
              <a:off x="2713826" y="3830975"/>
              <a:ext cx="58101" cy="56866"/>
            </a:xfrm>
            <a:custGeom>
              <a:avLst/>
              <a:gdLst/>
              <a:ahLst/>
              <a:cxnLst/>
              <a:rect l="l" t="t" r="r" b="b"/>
              <a:pathLst>
                <a:path w="1834" h="1795" extrusionOk="0">
                  <a:moveTo>
                    <a:pt x="165" y="0"/>
                  </a:moveTo>
                  <a:cubicBezTo>
                    <a:pt x="128" y="0"/>
                    <a:pt x="89" y="15"/>
                    <a:pt x="60" y="45"/>
                  </a:cubicBezTo>
                  <a:cubicBezTo>
                    <a:pt x="0" y="104"/>
                    <a:pt x="0" y="188"/>
                    <a:pt x="60" y="247"/>
                  </a:cubicBezTo>
                  <a:lnTo>
                    <a:pt x="1560" y="1747"/>
                  </a:lnTo>
                  <a:cubicBezTo>
                    <a:pt x="1596" y="1783"/>
                    <a:pt x="1643" y="1795"/>
                    <a:pt x="1667" y="1795"/>
                  </a:cubicBezTo>
                  <a:cubicBezTo>
                    <a:pt x="1703" y="1795"/>
                    <a:pt x="1738" y="1783"/>
                    <a:pt x="1774" y="1747"/>
                  </a:cubicBezTo>
                  <a:cubicBezTo>
                    <a:pt x="1834" y="1688"/>
                    <a:pt x="1834" y="1604"/>
                    <a:pt x="1774" y="1545"/>
                  </a:cubicBezTo>
                  <a:lnTo>
                    <a:pt x="262" y="45"/>
                  </a:lnTo>
                  <a:cubicBezTo>
                    <a:pt x="238" y="15"/>
                    <a:pt x="20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65"/>
            <p:cNvSpPr/>
            <p:nvPr/>
          </p:nvSpPr>
          <p:spPr>
            <a:xfrm>
              <a:off x="2683255" y="3880110"/>
              <a:ext cx="75462" cy="28100"/>
            </a:xfrm>
            <a:custGeom>
              <a:avLst/>
              <a:gdLst/>
              <a:ahLst/>
              <a:cxnLst/>
              <a:rect l="l" t="t" r="r" b="b"/>
              <a:pathLst>
                <a:path w="2382" h="887" extrusionOk="0">
                  <a:moveTo>
                    <a:pt x="189" y="0"/>
                  </a:moveTo>
                  <a:cubicBezTo>
                    <a:pt x="119" y="0"/>
                    <a:pt x="55" y="52"/>
                    <a:pt x="25" y="113"/>
                  </a:cubicBezTo>
                  <a:cubicBezTo>
                    <a:pt x="1" y="184"/>
                    <a:pt x="60" y="280"/>
                    <a:pt x="132" y="303"/>
                  </a:cubicBezTo>
                  <a:lnTo>
                    <a:pt x="2168" y="887"/>
                  </a:lnTo>
                  <a:lnTo>
                    <a:pt x="2215" y="887"/>
                  </a:lnTo>
                  <a:cubicBezTo>
                    <a:pt x="2275" y="887"/>
                    <a:pt x="2346" y="839"/>
                    <a:pt x="2370" y="780"/>
                  </a:cubicBezTo>
                  <a:cubicBezTo>
                    <a:pt x="2382" y="696"/>
                    <a:pt x="2334" y="613"/>
                    <a:pt x="2263" y="589"/>
                  </a:cubicBezTo>
                  <a:lnTo>
                    <a:pt x="227" y="6"/>
                  </a:lnTo>
                  <a:cubicBezTo>
                    <a:pt x="214" y="2"/>
                    <a:pt x="20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65"/>
            <p:cNvSpPr/>
            <p:nvPr/>
          </p:nvSpPr>
          <p:spPr>
            <a:xfrm>
              <a:off x="2681385" y="3918918"/>
              <a:ext cx="75082" cy="29272"/>
            </a:xfrm>
            <a:custGeom>
              <a:avLst/>
              <a:gdLst/>
              <a:ahLst/>
              <a:cxnLst/>
              <a:rect l="l" t="t" r="r" b="b"/>
              <a:pathLst>
                <a:path w="2370" h="924" extrusionOk="0">
                  <a:moveTo>
                    <a:pt x="2186" y="1"/>
                  </a:moveTo>
                  <a:cubicBezTo>
                    <a:pt x="2172" y="1"/>
                    <a:pt x="2158" y="3"/>
                    <a:pt x="2143" y="7"/>
                  </a:cubicBezTo>
                  <a:lnTo>
                    <a:pt x="119" y="626"/>
                  </a:lnTo>
                  <a:cubicBezTo>
                    <a:pt x="48" y="662"/>
                    <a:pt x="0" y="733"/>
                    <a:pt x="12" y="817"/>
                  </a:cubicBezTo>
                  <a:cubicBezTo>
                    <a:pt x="24" y="876"/>
                    <a:pt x="84" y="924"/>
                    <a:pt x="155" y="924"/>
                  </a:cubicBezTo>
                  <a:lnTo>
                    <a:pt x="203" y="924"/>
                  </a:lnTo>
                  <a:lnTo>
                    <a:pt x="2227" y="305"/>
                  </a:lnTo>
                  <a:cubicBezTo>
                    <a:pt x="2322" y="269"/>
                    <a:pt x="2370" y="198"/>
                    <a:pt x="2334" y="102"/>
                  </a:cubicBezTo>
                  <a:cubicBezTo>
                    <a:pt x="2304" y="44"/>
                    <a:pt x="2251" y="1"/>
                    <a:pt x="2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65"/>
            <p:cNvSpPr/>
            <p:nvPr/>
          </p:nvSpPr>
          <p:spPr>
            <a:xfrm>
              <a:off x="2762835" y="3800340"/>
              <a:ext cx="29462" cy="74321"/>
            </a:xfrm>
            <a:custGeom>
              <a:avLst/>
              <a:gdLst/>
              <a:ahLst/>
              <a:cxnLst/>
              <a:rect l="l" t="t" r="r" b="b"/>
              <a:pathLst>
                <a:path w="930" h="2346" extrusionOk="0">
                  <a:moveTo>
                    <a:pt x="188" y="1"/>
                  </a:moveTo>
                  <a:cubicBezTo>
                    <a:pt x="170" y="1"/>
                    <a:pt x="152" y="4"/>
                    <a:pt x="132" y="12"/>
                  </a:cubicBezTo>
                  <a:cubicBezTo>
                    <a:pt x="60" y="35"/>
                    <a:pt x="1" y="107"/>
                    <a:pt x="37" y="202"/>
                  </a:cubicBezTo>
                  <a:lnTo>
                    <a:pt x="608" y="2238"/>
                  </a:lnTo>
                  <a:cubicBezTo>
                    <a:pt x="632" y="2298"/>
                    <a:pt x="691" y="2345"/>
                    <a:pt x="763" y="2345"/>
                  </a:cubicBezTo>
                  <a:lnTo>
                    <a:pt x="799" y="2345"/>
                  </a:lnTo>
                  <a:cubicBezTo>
                    <a:pt x="882" y="2333"/>
                    <a:pt x="930" y="2238"/>
                    <a:pt x="906" y="2155"/>
                  </a:cubicBezTo>
                  <a:lnTo>
                    <a:pt x="334" y="107"/>
                  </a:lnTo>
                  <a:cubicBezTo>
                    <a:pt x="306" y="50"/>
                    <a:pt x="25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65"/>
            <p:cNvSpPr/>
            <p:nvPr/>
          </p:nvSpPr>
          <p:spPr>
            <a:xfrm>
              <a:off x="2801326" y="3798439"/>
              <a:ext cx="30951" cy="73941"/>
            </a:xfrm>
            <a:custGeom>
              <a:avLst/>
              <a:gdLst/>
              <a:ahLst/>
              <a:cxnLst/>
              <a:rect l="l" t="t" r="r" b="b"/>
              <a:pathLst>
                <a:path w="977" h="2334" extrusionOk="0">
                  <a:moveTo>
                    <a:pt x="802" y="0"/>
                  </a:moveTo>
                  <a:cubicBezTo>
                    <a:pt x="740" y="0"/>
                    <a:pt x="686" y="45"/>
                    <a:pt x="667" y="119"/>
                  </a:cubicBezTo>
                  <a:lnTo>
                    <a:pt x="36" y="2143"/>
                  </a:lnTo>
                  <a:cubicBezTo>
                    <a:pt x="0" y="2215"/>
                    <a:pt x="48" y="2298"/>
                    <a:pt x="143" y="2334"/>
                  </a:cubicBezTo>
                  <a:lnTo>
                    <a:pt x="179" y="2334"/>
                  </a:lnTo>
                  <a:cubicBezTo>
                    <a:pt x="238" y="2334"/>
                    <a:pt x="298" y="2286"/>
                    <a:pt x="334" y="2227"/>
                  </a:cubicBezTo>
                  <a:lnTo>
                    <a:pt x="965" y="203"/>
                  </a:lnTo>
                  <a:cubicBezTo>
                    <a:pt x="977" y="119"/>
                    <a:pt x="929" y="36"/>
                    <a:pt x="858" y="12"/>
                  </a:cubicBezTo>
                  <a:cubicBezTo>
                    <a:pt x="839" y="4"/>
                    <a:pt x="820" y="0"/>
                    <a:pt x="8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65"/>
            <p:cNvSpPr/>
            <p:nvPr/>
          </p:nvSpPr>
          <p:spPr>
            <a:xfrm>
              <a:off x="2851095" y="3944262"/>
              <a:ext cx="124534" cy="127670"/>
            </a:xfrm>
            <a:custGeom>
              <a:avLst/>
              <a:gdLst/>
              <a:ahLst/>
              <a:cxnLst/>
              <a:rect l="l" t="t" r="r" b="b"/>
              <a:pathLst>
                <a:path w="3931" h="4030" extrusionOk="0">
                  <a:moveTo>
                    <a:pt x="1918" y="1195"/>
                  </a:moveTo>
                  <a:lnTo>
                    <a:pt x="2144" y="1422"/>
                  </a:lnTo>
                  <a:lnTo>
                    <a:pt x="1989" y="1565"/>
                  </a:lnTo>
                  <a:lnTo>
                    <a:pt x="1775" y="1350"/>
                  </a:lnTo>
                  <a:lnTo>
                    <a:pt x="1918" y="1195"/>
                  </a:lnTo>
                  <a:close/>
                  <a:moveTo>
                    <a:pt x="1644" y="1624"/>
                  </a:moveTo>
                  <a:lnTo>
                    <a:pt x="1704" y="1684"/>
                  </a:lnTo>
                  <a:lnTo>
                    <a:pt x="1668" y="1731"/>
                  </a:lnTo>
                  <a:lnTo>
                    <a:pt x="1608" y="1672"/>
                  </a:lnTo>
                  <a:lnTo>
                    <a:pt x="1644" y="1624"/>
                  </a:lnTo>
                  <a:close/>
                  <a:moveTo>
                    <a:pt x="2632" y="1898"/>
                  </a:moveTo>
                  <a:lnTo>
                    <a:pt x="2858" y="2124"/>
                  </a:lnTo>
                  <a:lnTo>
                    <a:pt x="2704" y="2267"/>
                  </a:lnTo>
                  <a:lnTo>
                    <a:pt x="2477" y="2041"/>
                  </a:lnTo>
                  <a:lnTo>
                    <a:pt x="2632" y="1898"/>
                  </a:lnTo>
                  <a:close/>
                  <a:moveTo>
                    <a:pt x="2347" y="2338"/>
                  </a:moveTo>
                  <a:lnTo>
                    <a:pt x="2406" y="2398"/>
                  </a:lnTo>
                  <a:lnTo>
                    <a:pt x="2370" y="2446"/>
                  </a:lnTo>
                  <a:lnTo>
                    <a:pt x="2311" y="2386"/>
                  </a:lnTo>
                  <a:lnTo>
                    <a:pt x="2347" y="2338"/>
                  </a:lnTo>
                  <a:close/>
                  <a:moveTo>
                    <a:pt x="3335" y="2612"/>
                  </a:moveTo>
                  <a:lnTo>
                    <a:pt x="3561" y="2839"/>
                  </a:lnTo>
                  <a:lnTo>
                    <a:pt x="3406" y="2981"/>
                  </a:lnTo>
                  <a:lnTo>
                    <a:pt x="3180" y="2755"/>
                  </a:lnTo>
                  <a:lnTo>
                    <a:pt x="3335" y="2612"/>
                  </a:lnTo>
                  <a:close/>
                  <a:moveTo>
                    <a:pt x="3049" y="3041"/>
                  </a:moveTo>
                  <a:lnTo>
                    <a:pt x="3109" y="3100"/>
                  </a:lnTo>
                  <a:lnTo>
                    <a:pt x="3061" y="3148"/>
                  </a:lnTo>
                  <a:lnTo>
                    <a:pt x="3001" y="3089"/>
                  </a:lnTo>
                  <a:lnTo>
                    <a:pt x="3049" y="3041"/>
                  </a:lnTo>
                  <a:close/>
                  <a:moveTo>
                    <a:pt x="176" y="0"/>
                  </a:moveTo>
                  <a:cubicBezTo>
                    <a:pt x="154" y="0"/>
                    <a:pt x="130" y="6"/>
                    <a:pt x="108" y="17"/>
                  </a:cubicBezTo>
                  <a:cubicBezTo>
                    <a:pt x="25" y="64"/>
                    <a:pt x="1" y="160"/>
                    <a:pt x="49" y="231"/>
                  </a:cubicBezTo>
                  <a:cubicBezTo>
                    <a:pt x="322" y="719"/>
                    <a:pt x="668" y="1184"/>
                    <a:pt x="1073" y="1588"/>
                  </a:cubicBezTo>
                  <a:lnTo>
                    <a:pt x="1596" y="2100"/>
                  </a:lnTo>
                  <a:lnTo>
                    <a:pt x="2025" y="2541"/>
                  </a:lnTo>
                  <a:lnTo>
                    <a:pt x="2989" y="3505"/>
                  </a:lnTo>
                  <a:lnTo>
                    <a:pt x="3466" y="3982"/>
                  </a:lnTo>
                  <a:cubicBezTo>
                    <a:pt x="3501" y="4005"/>
                    <a:pt x="3537" y="4029"/>
                    <a:pt x="3573" y="4029"/>
                  </a:cubicBezTo>
                  <a:cubicBezTo>
                    <a:pt x="3597" y="4029"/>
                    <a:pt x="3644" y="4005"/>
                    <a:pt x="3680" y="3982"/>
                  </a:cubicBezTo>
                  <a:cubicBezTo>
                    <a:pt x="3740" y="3922"/>
                    <a:pt x="3740" y="3827"/>
                    <a:pt x="3680" y="3767"/>
                  </a:cubicBezTo>
                  <a:lnTo>
                    <a:pt x="3299" y="3398"/>
                  </a:lnTo>
                  <a:lnTo>
                    <a:pt x="3347" y="3350"/>
                  </a:lnTo>
                  <a:cubicBezTo>
                    <a:pt x="3347" y="3339"/>
                    <a:pt x="3370" y="3339"/>
                    <a:pt x="3406" y="3339"/>
                  </a:cubicBezTo>
                  <a:cubicBezTo>
                    <a:pt x="3454" y="3339"/>
                    <a:pt x="3478" y="3327"/>
                    <a:pt x="3513" y="3291"/>
                  </a:cubicBezTo>
                  <a:lnTo>
                    <a:pt x="3871" y="2934"/>
                  </a:lnTo>
                  <a:cubicBezTo>
                    <a:pt x="3930" y="2874"/>
                    <a:pt x="3930" y="2791"/>
                    <a:pt x="3871" y="2731"/>
                  </a:cubicBezTo>
                  <a:lnTo>
                    <a:pt x="3442" y="2303"/>
                  </a:lnTo>
                  <a:cubicBezTo>
                    <a:pt x="3412" y="2273"/>
                    <a:pt x="3373" y="2258"/>
                    <a:pt x="3335" y="2258"/>
                  </a:cubicBezTo>
                  <a:cubicBezTo>
                    <a:pt x="3296" y="2258"/>
                    <a:pt x="3257" y="2273"/>
                    <a:pt x="3228" y="2303"/>
                  </a:cubicBezTo>
                  <a:lnTo>
                    <a:pt x="2870" y="2660"/>
                  </a:lnTo>
                  <a:cubicBezTo>
                    <a:pt x="2847" y="2684"/>
                    <a:pt x="2823" y="2731"/>
                    <a:pt x="2823" y="2755"/>
                  </a:cubicBezTo>
                  <a:cubicBezTo>
                    <a:pt x="2823" y="2791"/>
                    <a:pt x="2847" y="2815"/>
                    <a:pt x="2858" y="2850"/>
                  </a:cubicBezTo>
                  <a:lnTo>
                    <a:pt x="2811" y="2898"/>
                  </a:lnTo>
                  <a:lnTo>
                    <a:pt x="2585" y="2672"/>
                  </a:lnTo>
                  <a:lnTo>
                    <a:pt x="2632" y="2624"/>
                  </a:lnTo>
                  <a:cubicBezTo>
                    <a:pt x="2668" y="2636"/>
                    <a:pt x="2692" y="2660"/>
                    <a:pt x="2728" y="2660"/>
                  </a:cubicBezTo>
                  <a:cubicBezTo>
                    <a:pt x="2763" y="2660"/>
                    <a:pt x="2799" y="2636"/>
                    <a:pt x="2823" y="2612"/>
                  </a:cubicBezTo>
                  <a:lnTo>
                    <a:pt x="3180" y="2255"/>
                  </a:lnTo>
                  <a:cubicBezTo>
                    <a:pt x="3239" y="2196"/>
                    <a:pt x="3239" y="2100"/>
                    <a:pt x="3180" y="2041"/>
                  </a:cubicBezTo>
                  <a:lnTo>
                    <a:pt x="2751" y="1612"/>
                  </a:lnTo>
                  <a:cubicBezTo>
                    <a:pt x="2722" y="1582"/>
                    <a:pt x="2686" y="1568"/>
                    <a:pt x="2650" y="1568"/>
                  </a:cubicBezTo>
                  <a:cubicBezTo>
                    <a:pt x="2614" y="1568"/>
                    <a:pt x="2579" y="1582"/>
                    <a:pt x="2549" y="1612"/>
                  </a:cubicBezTo>
                  <a:lnTo>
                    <a:pt x="2192" y="1969"/>
                  </a:lnTo>
                  <a:cubicBezTo>
                    <a:pt x="2156" y="2005"/>
                    <a:pt x="2144" y="2041"/>
                    <a:pt x="2144" y="2077"/>
                  </a:cubicBezTo>
                  <a:cubicBezTo>
                    <a:pt x="2144" y="2100"/>
                    <a:pt x="2156" y="2136"/>
                    <a:pt x="2168" y="2160"/>
                  </a:cubicBezTo>
                  <a:lnTo>
                    <a:pt x="2132" y="2207"/>
                  </a:lnTo>
                  <a:lnTo>
                    <a:pt x="1906" y="1981"/>
                  </a:lnTo>
                  <a:lnTo>
                    <a:pt x="1954" y="1946"/>
                  </a:lnTo>
                  <a:cubicBezTo>
                    <a:pt x="1977" y="1957"/>
                    <a:pt x="2013" y="1969"/>
                    <a:pt x="2037" y="1969"/>
                  </a:cubicBezTo>
                  <a:cubicBezTo>
                    <a:pt x="2085" y="1969"/>
                    <a:pt x="2108" y="1957"/>
                    <a:pt x="2144" y="1922"/>
                  </a:cubicBezTo>
                  <a:lnTo>
                    <a:pt x="2501" y="1565"/>
                  </a:lnTo>
                  <a:cubicBezTo>
                    <a:pt x="2525" y="1541"/>
                    <a:pt x="2549" y="1493"/>
                    <a:pt x="2549" y="1469"/>
                  </a:cubicBezTo>
                  <a:cubicBezTo>
                    <a:pt x="2549" y="1422"/>
                    <a:pt x="2525" y="1386"/>
                    <a:pt x="2501" y="1362"/>
                  </a:cubicBezTo>
                  <a:lnTo>
                    <a:pt x="2073" y="934"/>
                  </a:lnTo>
                  <a:cubicBezTo>
                    <a:pt x="2037" y="898"/>
                    <a:pt x="1989" y="886"/>
                    <a:pt x="1966" y="886"/>
                  </a:cubicBezTo>
                  <a:cubicBezTo>
                    <a:pt x="1930" y="886"/>
                    <a:pt x="1894" y="898"/>
                    <a:pt x="1858" y="934"/>
                  </a:cubicBezTo>
                  <a:lnTo>
                    <a:pt x="1501" y="1291"/>
                  </a:lnTo>
                  <a:cubicBezTo>
                    <a:pt x="1454" y="1326"/>
                    <a:pt x="1442" y="1422"/>
                    <a:pt x="1489" y="1481"/>
                  </a:cubicBezTo>
                  <a:lnTo>
                    <a:pt x="1442" y="1529"/>
                  </a:lnTo>
                  <a:lnTo>
                    <a:pt x="1299" y="1374"/>
                  </a:lnTo>
                  <a:cubicBezTo>
                    <a:pt x="906" y="993"/>
                    <a:pt x="584" y="553"/>
                    <a:pt x="311" y="76"/>
                  </a:cubicBezTo>
                  <a:cubicBezTo>
                    <a:pt x="278" y="27"/>
                    <a:pt x="22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65"/>
            <p:cNvSpPr/>
            <p:nvPr/>
          </p:nvSpPr>
          <p:spPr>
            <a:xfrm>
              <a:off x="2750416" y="3870163"/>
              <a:ext cx="256513" cy="255689"/>
            </a:xfrm>
            <a:custGeom>
              <a:avLst/>
              <a:gdLst/>
              <a:ahLst/>
              <a:cxnLst/>
              <a:rect l="l" t="t" r="r" b="b"/>
              <a:pathLst>
                <a:path w="8097" h="8071" extrusionOk="0">
                  <a:moveTo>
                    <a:pt x="3663" y="4506"/>
                  </a:moveTo>
                  <a:cubicBezTo>
                    <a:pt x="3704" y="4506"/>
                    <a:pt x="3745" y="4512"/>
                    <a:pt x="3786" y="4523"/>
                  </a:cubicBezTo>
                  <a:lnTo>
                    <a:pt x="3834" y="4558"/>
                  </a:lnTo>
                  <a:lnTo>
                    <a:pt x="3167" y="5237"/>
                  </a:lnTo>
                  <a:cubicBezTo>
                    <a:pt x="3108" y="5035"/>
                    <a:pt x="3143" y="4820"/>
                    <a:pt x="3298" y="4666"/>
                  </a:cubicBezTo>
                  <a:cubicBezTo>
                    <a:pt x="3399" y="4565"/>
                    <a:pt x="3528" y="4506"/>
                    <a:pt x="3663" y="4506"/>
                  </a:cubicBezTo>
                  <a:close/>
                  <a:moveTo>
                    <a:pt x="4036" y="4773"/>
                  </a:moveTo>
                  <a:lnTo>
                    <a:pt x="4084" y="4820"/>
                  </a:lnTo>
                  <a:lnTo>
                    <a:pt x="3369" y="5535"/>
                  </a:lnTo>
                  <a:lnTo>
                    <a:pt x="3310" y="5475"/>
                  </a:lnTo>
                  <a:lnTo>
                    <a:pt x="4036" y="4773"/>
                  </a:lnTo>
                  <a:close/>
                  <a:moveTo>
                    <a:pt x="4310" y="5035"/>
                  </a:moveTo>
                  <a:lnTo>
                    <a:pt x="4536" y="5261"/>
                  </a:lnTo>
                  <a:lnTo>
                    <a:pt x="3822" y="5975"/>
                  </a:lnTo>
                  <a:lnTo>
                    <a:pt x="3596" y="5749"/>
                  </a:lnTo>
                  <a:lnTo>
                    <a:pt x="4310" y="5035"/>
                  </a:lnTo>
                  <a:close/>
                  <a:moveTo>
                    <a:pt x="4739" y="5451"/>
                  </a:moveTo>
                  <a:lnTo>
                    <a:pt x="4798" y="5511"/>
                  </a:lnTo>
                  <a:lnTo>
                    <a:pt x="4084" y="6225"/>
                  </a:lnTo>
                  <a:lnTo>
                    <a:pt x="4024" y="6166"/>
                  </a:lnTo>
                  <a:lnTo>
                    <a:pt x="4739" y="5451"/>
                  </a:lnTo>
                  <a:close/>
                  <a:moveTo>
                    <a:pt x="5024" y="5737"/>
                  </a:moveTo>
                  <a:lnTo>
                    <a:pt x="5251" y="5963"/>
                  </a:lnTo>
                  <a:lnTo>
                    <a:pt x="4536" y="6678"/>
                  </a:lnTo>
                  <a:lnTo>
                    <a:pt x="4310" y="6451"/>
                  </a:lnTo>
                  <a:lnTo>
                    <a:pt x="5024" y="5737"/>
                  </a:lnTo>
                  <a:close/>
                  <a:moveTo>
                    <a:pt x="5453" y="6166"/>
                  </a:moveTo>
                  <a:lnTo>
                    <a:pt x="5513" y="6225"/>
                  </a:lnTo>
                  <a:lnTo>
                    <a:pt x="4798" y="6940"/>
                  </a:lnTo>
                  <a:lnTo>
                    <a:pt x="4739" y="6880"/>
                  </a:lnTo>
                  <a:lnTo>
                    <a:pt x="5453" y="6166"/>
                  </a:lnTo>
                  <a:close/>
                  <a:moveTo>
                    <a:pt x="5727" y="6440"/>
                  </a:moveTo>
                  <a:lnTo>
                    <a:pt x="5763" y="6487"/>
                  </a:lnTo>
                  <a:cubicBezTo>
                    <a:pt x="5798" y="6666"/>
                    <a:pt x="5739" y="6856"/>
                    <a:pt x="5620" y="6975"/>
                  </a:cubicBezTo>
                  <a:cubicBezTo>
                    <a:pt x="5509" y="7078"/>
                    <a:pt x="5367" y="7131"/>
                    <a:pt x="5221" y="7131"/>
                  </a:cubicBezTo>
                  <a:cubicBezTo>
                    <a:pt x="5163" y="7131"/>
                    <a:pt x="5105" y="7123"/>
                    <a:pt x="5048" y="7106"/>
                  </a:cubicBezTo>
                  <a:lnTo>
                    <a:pt x="5727" y="6440"/>
                  </a:lnTo>
                  <a:close/>
                  <a:moveTo>
                    <a:pt x="3274" y="4058"/>
                  </a:moveTo>
                  <a:cubicBezTo>
                    <a:pt x="3358" y="4118"/>
                    <a:pt x="3429" y="4177"/>
                    <a:pt x="3489" y="4249"/>
                  </a:cubicBezTo>
                  <a:cubicBezTo>
                    <a:pt x="3334" y="4273"/>
                    <a:pt x="3191" y="4368"/>
                    <a:pt x="3072" y="4475"/>
                  </a:cubicBezTo>
                  <a:cubicBezTo>
                    <a:pt x="2774" y="4773"/>
                    <a:pt x="2738" y="5249"/>
                    <a:pt x="2977" y="5582"/>
                  </a:cubicBezTo>
                  <a:cubicBezTo>
                    <a:pt x="3012" y="5618"/>
                    <a:pt x="3024" y="5642"/>
                    <a:pt x="3060" y="5678"/>
                  </a:cubicBezTo>
                  <a:lnTo>
                    <a:pt x="3250" y="5868"/>
                  </a:lnTo>
                  <a:lnTo>
                    <a:pt x="4584" y="7213"/>
                  </a:lnTo>
                  <a:cubicBezTo>
                    <a:pt x="4620" y="7237"/>
                    <a:pt x="4643" y="7273"/>
                    <a:pt x="4691" y="7297"/>
                  </a:cubicBezTo>
                  <a:cubicBezTo>
                    <a:pt x="4846" y="7404"/>
                    <a:pt x="5024" y="7464"/>
                    <a:pt x="5203" y="7464"/>
                  </a:cubicBezTo>
                  <a:cubicBezTo>
                    <a:pt x="5417" y="7464"/>
                    <a:pt x="5644" y="7368"/>
                    <a:pt x="5810" y="7213"/>
                  </a:cubicBezTo>
                  <a:cubicBezTo>
                    <a:pt x="5929" y="7094"/>
                    <a:pt x="6001" y="6940"/>
                    <a:pt x="6036" y="6797"/>
                  </a:cubicBezTo>
                  <a:lnTo>
                    <a:pt x="6227" y="6987"/>
                  </a:lnTo>
                  <a:cubicBezTo>
                    <a:pt x="6203" y="7118"/>
                    <a:pt x="6108" y="7261"/>
                    <a:pt x="5989" y="7356"/>
                  </a:cubicBezTo>
                  <a:cubicBezTo>
                    <a:pt x="5775" y="7577"/>
                    <a:pt x="5492" y="7687"/>
                    <a:pt x="5209" y="7687"/>
                  </a:cubicBezTo>
                  <a:cubicBezTo>
                    <a:pt x="4926" y="7687"/>
                    <a:pt x="4643" y="7577"/>
                    <a:pt x="4429" y="7356"/>
                  </a:cubicBezTo>
                  <a:lnTo>
                    <a:pt x="2905" y="5844"/>
                  </a:lnTo>
                  <a:cubicBezTo>
                    <a:pt x="2703" y="5630"/>
                    <a:pt x="2584" y="5356"/>
                    <a:pt x="2584" y="5070"/>
                  </a:cubicBezTo>
                  <a:cubicBezTo>
                    <a:pt x="2584" y="4785"/>
                    <a:pt x="2703" y="4499"/>
                    <a:pt x="2905" y="4296"/>
                  </a:cubicBezTo>
                  <a:cubicBezTo>
                    <a:pt x="3012" y="4189"/>
                    <a:pt x="3143" y="4106"/>
                    <a:pt x="3274" y="4058"/>
                  </a:cubicBezTo>
                  <a:close/>
                  <a:moveTo>
                    <a:pt x="7596" y="7047"/>
                  </a:moveTo>
                  <a:lnTo>
                    <a:pt x="7739" y="7202"/>
                  </a:lnTo>
                  <a:lnTo>
                    <a:pt x="7227" y="7714"/>
                  </a:lnTo>
                  <a:lnTo>
                    <a:pt x="7072" y="7571"/>
                  </a:lnTo>
                  <a:lnTo>
                    <a:pt x="7596" y="7047"/>
                  </a:lnTo>
                  <a:close/>
                  <a:moveTo>
                    <a:pt x="2470" y="1"/>
                  </a:moveTo>
                  <a:cubicBezTo>
                    <a:pt x="2432" y="1"/>
                    <a:pt x="2392" y="20"/>
                    <a:pt x="2357" y="46"/>
                  </a:cubicBezTo>
                  <a:lnTo>
                    <a:pt x="1298" y="1106"/>
                  </a:lnTo>
                  <a:cubicBezTo>
                    <a:pt x="1238" y="1165"/>
                    <a:pt x="1238" y="1260"/>
                    <a:pt x="1298" y="1320"/>
                  </a:cubicBezTo>
                  <a:cubicBezTo>
                    <a:pt x="1328" y="1350"/>
                    <a:pt x="1366" y="1365"/>
                    <a:pt x="1405" y="1365"/>
                  </a:cubicBezTo>
                  <a:cubicBezTo>
                    <a:pt x="1444" y="1365"/>
                    <a:pt x="1482" y="1350"/>
                    <a:pt x="1512" y="1320"/>
                  </a:cubicBezTo>
                  <a:lnTo>
                    <a:pt x="2381" y="439"/>
                  </a:lnTo>
                  <a:lnTo>
                    <a:pt x="2500" y="832"/>
                  </a:lnTo>
                  <a:lnTo>
                    <a:pt x="833" y="2499"/>
                  </a:lnTo>
                  <a:lnTo>
                    <a:pt x="452" y="2380"/>
                  </a:lnTo>
                  <a:lnTo>
                    <a:pt x="1095" y="1737"/>
                  </a:lnTo>
                  <a:cubicBezTo>
                    <a:pt x="1095" y="1737"/>
                    <a:pt x="1095" y="1725"/>
                    <a:pt x="1107" y="1725"/>
                  </a:cubicBezTo>
                  <a:cubicBezTo>
                    <a:pt x="1155" y="1665"/>
                    <a:pt x="1155" y="1570"/>
                    <a:pt x="1095" y="1510"/>
                  </a:cubicBezTo>
                  <a:cubicBezTo>
                    <a:pt x="1066" y="1481"/>
                    <a:pt x="1027" y="1466"/>
                    <a:pt x="988" y="1466"/>
                  </a:cubicBezTo>
                  <a:cubicBezTo>
                    <a:pt x="950" y="1466"/>
                    <a:pt x="911" y="1481"/>
                    <a:pt x="881" y="1510"/>
                  </a:cubicBezTo>
                  <a:lnTo>
                    <a:pt x="60" y="2332"/>
                  </a:lnTo>
                  <a:cubicBezTo>
                    <a:pt x="24" y="2380"/>
                    <a:pt x="0" y="2415"/>
                    <a:pt x="24" y="2475"/>
                  </a:cubicBezTo>
                  <a:cubicBezTo>
                    <a:pt x="36" y="2522"/>
                    <a:pt x="83" y="2570"/>
                    <a:pt x="119" y="2582"/>
                  </a:cubicBezTo>
                  <a:lnTo>
                    <a:pt x="833" y="2796"/>
                  </a:lnTo>
                  <a:lnTo>
                    <a:pt x="1107" y="2868"/>
                  </a:lnTo>
                  <a:cubicBezTo>
                    <a:pt x="1810" y="3070"/>
                    <a:pt x="2441" y="3392"/>
                    <a:pt x="3012" y="3820"/>
                  </a:cubicBezTo>
                  <a:cubicBezTo>
                    <a:pt x="2893" y="3880"/>
                    <a:pt x="2786" y="3963"/>
                    <a:pt x="2703" y="4058"/>
                  </a:cubicBezTo>
                  <a:cubicBezTo>
                    <a:pt x="2429" y="4320"/>
                    <a:pt x="2286" y="4677"/>
                    <a:pt x="2286" y="5058"/>
                  </a:cubicBezTo>
                  <a:cubicBezTo>
                    <a:pt x="2286" y="5428"/>
                    <a:pt x="2429" y="5785"/>
                    <a:pt x="2703" y="6047"/>
                  </a:cubicBezTo>
                  <a:lnTo>
                    <a:pt x="4215" y="7571"/>
                  </a:lnTo>
                  <a:cubicBezTo>
                    <a:pt x="4489" y="7833"/>
                    <a:pt x="4858" y="7987"/>
                    <a:pt x="5215" y="7987"/>
                  </a:cubicBezTo>
                  <a:cubicBezTo>
                    <a:pt x="5572" y="7987"/>
                    <a:pt x="5929" y="7856"/>
                    <a:pt x="6215" y="7571"/>
                  </a:cubicBezTo>
                  <a:cubicBezTo>
                    <a:pt x="6310" y="7464"/>
                    <a:pt x="6417" y="7333"/>
                    <a:pt x="6477" y="7178"/>
                  </a:cubicBezTo>
                  <a:lnTo>
                    <a:pt x="6763" y="7464"/>
                  </a:lnTo>
                  <a:cubicBezTo>
                    <a:pt x="6703" y="7523"/>
                    <a:pt x="6715" y="7618"/>
                    <a:pt x="6763" y="7678"/>
                  </a:cubicBezTo>
                  <a:lnTo>
                    <a:pt x="7120" y="8035"/>
                  </a:lnTo>
                  <a:cubicBezTo>
                    <a:pt x="7144" y="8059"/>
                    <a:pt x="7191" y="8071"/>
                    <a:pt x="7227" y="8071"/>
                  </a:cubicBezTo>
                  <a:cubicBezTo>
                    <a:pt x="7251" y="8071"/>
                    <a:pt x="7299" y="8059"/>
                    <a:pt x="7322" y="8035"/>
                  </a:cubicBezTo>
                  <a:lnTo>
                    <a:pt x="8061" y="7297"/>
                  </a:lnTo>
                  <a:cubicBezTo>
                    <a:pt x="8084" y="7273"/>
                    <a:pt x="8096" y="7225"/>
                    <a:pt x="8096" y="7202"/>
                  </a:cubicBezTo>
                  <a:cubicBezTo>
                    <a:pt x="8096" y="7166"/>
                    <a:pt x="8084" y="7142"/>
                    <a:pt x="8061" y="7106"/>
                  </a:cubicBezTo>
                  <a:lnTo>
                    <a:pt x="7703" y="6749"/>
                  </a:lnTo>
                  <a:cubicBezTo>
                    <a:pt x="7674" y="6719"/>
                    <a:pt x="7635" y="6704"/>
                    <a:pt x="7596" y="6704"/>
                  </a:cubicBezTo>
                  <a:cubicBezTo>
                    <a:pt x="7557" y="6704"/>
                    <a:pt x="7519" y="6719"/>
                    <a:pt x="7489" y="6749"/>
                  </a:cubicBezTo>
                  <a:lnTo>
                    <a:pt x="7251" y="6511"/>
                  </a:lnTo>
                  <a:cubicBezTo>
                    <a:pt x="7221" y="6481"/>
                    <a:pt x="7185" y="6466"/>
                    <a:pt x="7150" y="6466"/>
                  </a:cubicBezTo>
                  <a:cubicBezTo>
                    <a:pt x="7114" y="6466"/>
                    <a:pt x="7078" y="6481"/>
                    <a:pt x="7049" y="6511"/>
                  </a:cubicBezTo>
                  <a:cubicBezTo>
                    <a:pt x="6989" y="6571"/>
                    <a:pt x="6989" y="6666"/>
                    <a:pt x="7049" y="6725"/>
                  </a:cubicBezTo>
                  <a:lnTo>
                    <a:pt x="7287" y="6963"/>
                  </a:lnTo>
                  <a:lnTo>
                    <a:pt x="6977" y="7273"/>
                  </a:lnTo>
                  <a:lnTo>
                    <a:pt x="6525" y="6821"/>
                  </a:lnTo>
                  <a:lnTo>
                    <a:pt x="3905" y="4189"/>
                  </a:lnTo>
                  <a:cubicBezTo>
                    <a:pt x="3739" y="4023"/>
                    <a:pt x="3572" y="3880"/>
                    <a:pt x="3417" y="3749"/>
                  </a:cubicBezTo>
                  <a:cubicBezTo>
                    <a:pt x="2762" y="3213"/>
                    <a:pt x="2012" y="2820"/>
                    <a:pt x="1203" y="2582"/>
                  </a:cubicBezTo>
                  <a:lnTo>
                    <a:pt x="1179" y="2582"/>
                  </a:lnTo>
                  <a:lnTo>
                    <a:pt x="2607" y="1153"/>
                  </a:lnTo>
                  <a:lnTo>
                    <a:pt x="2607" y="1165"/>
                  </a:lnTo>
                  <a:cubicBezTo>
                    <a:pt x="2691" y="1439"/>
                    <a:pt x="2786" y="1701"/>
                    <a:pt x="2893" y="1963"/>
                  </a:cubicBezTo>
                  <a:cubicBezTo>
                    <a:pt x="2929" y="2022"/>
                    <a:pt x="2965" y="2046"/>
                    <a:pt x="3024" y="2046"/>
                  </a:cubicBezTo>
                  <a:cubicBezTo>
                    <a:pt x="3048" y="2046"/>
                    <a:pt x="3072" y="2046"/>
                    <a:pt x="3084" y="2034"/>
                  </a:cubicBezTo>
                  <a:cubicBezTo>
                    <a:pt x="3167" y="1999"/>
                    <a:pt x="3191" y="1915"/>
                    <a:pt x="3167" y="1844"/>
                  </a:cubicBezTo>
                  <a:cubicBezTo>
                    <a:pt x="3060" y="1606"/>
                    <a:pt x="2965" y="1344"/>
                    <a:pt x="2893" y="1094"/>
                  </a:cubicBezTo>
                  <a:lnTo>
                    <a:pt x="2607" y="117"/>
                  </a:lnTo>
                  <a:cubicBezTo>
                    <a:pt x="2596" y="70"/>
                    <a:pt x="2548" y="22"/>
                    <a:pt x="2512" y="10"/>
                  </a:cubicBezTo>
                  <a:cubicBezTo>
                    <a:pt x="2499" y="4"/>
                    <a:pt x="2485" y="1"/>
                    <a:pt x="24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5" name="Google Shape;11025;p65"/>
          <p:cNvGrpSpPr/>
          <p:nvPr/>
        </p:nvGrpSpPr>
        <p:grpSpPr>
          <a:xfrm>
            <a:off x="6243928" y="4088102"/>
            <a:ext cx="274254" cy="350824"/>
            <a:chOff x="6243928" y="4263502"/>
            <a:chExt cx="274254" cy="350824"/>
          </a:xfrm>
        </p:grpSpPr>
        <p:sp>
          <p:nvSpPr>
            <p:cNvPr id="11026" name="Google Shape;11026;p65"/>
            <p:cNvSpPr/>
            <p:nvPr/>
          </p:nvSpPr>
          <p:spPr>
            <a:xfrm>
              <a:off x="6342390" y="4373653"/>
              <a:ext cx="10581" cy="15872"/>
            </a:xfrm>
            <a:custGeom>
              <a:avLst/>
              <a:gdLst/>
              <a:ahLst/>
              <a:cxnLst/>
              <a:rect l="l" t="t" r="r" b="b"/>
              <a:pathLst>
                <a:path w="334" h="501" extrusionOk="0">
                  <a:moveTo>
                    <a:pt x="167" y="0"/>
                  </a:moveTo>
                  <a:cubicBezTo>
                    <a:pt x="72" y="0"/>
                    <a:pt x="0" y="72"/>
                    <a:pt x="0" y="155"/>
                  </a:cubicBezTo>
                  <a:lnTo>
                    <a:pt x="0" y="333"/>
                  </a:lnTo>
                  <a:cubicBezTo>
                    <a:pt x="0" y="429"/>
                    <a:pt x="72" y="500"/>
                    <a:pt x="167" y="500"/>
                  </a:cubicBezTo>
                  <a:cubicBezTo>
                    <a:pt x="250" y="500"/>
                    <a:pt x="334" y="429"/>
                    <a:pt x="334" y="333"/>
                  </a:cubicBezTo>
                  <a:lnTo>
                    <a:pt x="334" y="155"/>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65"/>
            <p:cNvSpPr/>
            <p:nvPr/>
          </p:nvSpPr>
          <p:spPr>
            <a:xfrm>
              <a:off x="6407999" y="4373653"/>
              <a:ext cx="10233" cy="15872"/>
            </a:xfrm>
            <a:custGeom>
              <a:avLst/>
              <a:gdLst/>
              <a:ahLst/>
              <a:cxnLst/>
              <a:rect l="l" t="t" r="r" b="b"/>
              <a:pathLst>
                <a:path w="323" h="501" extrusionOk="0">
                  <a:moveTo>
                    <a:pt x="168" y="0"/>
                  </a:moveTo>
                  <a:cubicBezTo>
                    <a:pt x="72" y="0"/>
                    <a:pt x="1" y="72"/>
                    <a:pt x="1" y="155"/>
                  </a:cubicBezTo>
                  <a:lnTo>
                    <a:pt x="1" y="333"/>
                  </a:lnTo>
                  <a:cubicBezTo>
                    <a:pt x="1" y="429"/>
                    <a:pt x="72" y="500"/>
                    <a:pt x="168" y="500"/>
                  </a:cubicBezTo>
                  <a:cubicBezTo>
                    <a:pt x="251" y="500"/>
                    <a:pt x="322" y="429"/>
                    <a:pt x="322" y="333"/>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65"/>
            <p:cNvSpPr/>
            <p:nvPr/>
          </p:nvSpPr>
          <p:spPr>
            <a:xfrm>
              <a:off x="6336719" y="4357053"/>
              <a:ext cx="21162" cy="10201"/>
            </a:xfrm>
            <a:custGeom>
              <a:avLst/>
              <a:gdLst/>
              <a:ahLst/>
              <a:cxnLst/>
              <a:rect l="l" t="t" r="r" b="b"/>
              <a:pathLst>
                <a:path w="668" h="322" extrusionOk="0">
                  <a:moveTo>
                    <a:pt x="167" y="0"/>
                  </a:moveTo>
                  <a:cubicBezTo>
                    <a:pt x="72" y="0"/>
                    <a:pt x="1" y="72"/>
                    <a:pt x="1" y="167"/>
                  </a:cubicBezTo>
                  <a:cubicBezTo>
                    <a:pt x="1" y="250"/>
                    <a:pt x="72" y="322"/>
                    <a:pt x="167" y="322"/>
                  </a:cubicBezTo>
                  <a:lnTo>
                    <a:pt x="513" y="322"/>
                  </a:lnTo>
                  <a:cubicBezTo>
                    <a:pt x="596" y="322"/>
                    <a:pt x="667" y="250"/>
                    <a:pt x="667" y="167"/>
                  </a:cubicBezTo>
                  <a:cubicBezTo>
                    <a:pt x="667" y="72"/>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9" name="Google Shape;11029;p65"/>
            <p:cNvSpPr/>
            <p:nvPr/>
          </p:nvSpPr>
          <p:spPr>
            <a:xfrm>
              <a:off x="6402740" y="4357053"/>
              <a:ext cx="21131" cy="10201"/>
            </a:xfrm>
            <a:custGeom>
              <a:avLst/>
              <a:gdLst/>
              <a:ahLst/>
              <a:cxnLst/>
              <a:rect l="l" t="t" r="r" b="b"/>
              <a:pathLst>
                <a:path w="667" h="322" extrusionOk="0">
                  <a:moveTo>
                    <a:pt x="167" y="0"/>
                  </a:moveTo>
                  <a:cubicBezTo>
                    <a:pt x="72" y="0"/>
                    <a:pt x="0" y="72"/>
                    <a:pt x="0" y="167"/>
                  </a:cubicBezTo>
                  <a:cubicBezTo>
                    <a:pt x="0" y="250"/>
                    <a:pt x="72" y="322"/>
                    <a:pt x="167" y="322"/>
                  </a:cubicBezTo>
                  <a:lnTo>
                    <a:pt x="512" y="322"/>
                  </a:lnTo>
                  <a:cubicBezTo>
                    <a:pt x="596" y="322"/>
                    <a:pt x="667" y="250"/>
                    <a:pt x="667" y="167"/>
                  </a:cubicBezTo>
                  <a:cubicBezTo>
                    <a:pt x="667"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65"/>
            <p:cNvSpPr/>
            <p:nvPr/>
          </p:nvSpPr>
          <p:spPr>
            <a:xfrm>
              <a:off x="6243928" y="4263502"/>
              <a:ext cx="274254" cy="350824"/>
            </a:xfrm>
            <a:custGeom>
              <a:avLst/>
              <a:gdLst/>
              <a:ahLst/>
              <a:cxnLst/>
              <a:rect l="l" t="t" r="r" b="b"/>
              <a:pathLst>
                <a:path w="8657" h="11074" extrusionOk="0">
                  <a:moveTo>
                    <a:pt x="1501" y="4406"/>
                  </a:moveTo>
                  <a:cubicBezTo>
                    <a:pt x="1596" y="4453"/>
                    <a:pt x="1691" y="4489"/>
                    <a:pt x="1799" y="4489"/>
                  </a:cubicBezTo>
                  <a:lnTo>
                    <a:pt x="1918" y="4489"/>
                  </a:lnTo>
                  <a:cubicBezTo>
                    <a:pt x="1977" y="4942"/>
                    <a:pt x="2191" y="5382"/>
                    <a:pt x="2489" y="5739"/>
                  </a:cubicBezTo>
                  <a:cubicBezTo>
                    <a:pt x="2584" y="5858"/>
                    <a:pt x="2692" y="5954"/>
                    <a:pt x="2811" y="6049"/>
                  </a:cubicBezTo>
                  <a:cubicBezTo>
                    <a:pt x="2156" y="5977"/>
                    <a:pt x="1620" y="5644"/>
                    <a:pt x="1358" y="5442"/>
                  </a:cubicBezTo>
                  <a:cubicBezTo>
                    <a:pt x="1275" y="5382"/>
                    <a:pt x="1263" y="5287"/>
                    <a:pt x="1298" y="5215"/>
                  </a:cubicBezTo>
                  <a:cubicBezTo>
                    <a:pt x="1370" y="5049"/>
                    <a:pt x="1453" y="4787"/>
                    <a:pt x="1501" y="4406"/>
                  </a:cubicBezTo>
                  <a:close/>
                  <a:moveTo>
                    <a:pt x="7097" y="4394"/>
                  </a:moveTo>
                  <a:cubicBezTo>
                    <a:pt x="7156" y="4787"/>
                    <a:pt x="7252" y="5049"/>
                    <a:pt x="7323" y="5215"/>
                  </a:cubicBezTo>
                  <a:cubicBezTo>
                    <a:pt x="7347" y="5287"/>
                    <a:pt x="7335" y="5394"/>
                    <a:pt x="7264" y="5442"/>
                  </a:cubicBezTo>
                  <a:cubicBezTo>
                    <a:pt x="6990" y="5644"/>
                    <a:pt x="6454" y="5977"/>
                    <a:pt x="5787" y="6049"/>
                  </a:cubicBezTo>
                  <a:cubicBezTo>
                    <a:pt x="5906" y="5942"/>
                    <a:pt x="6025" y="5835"/>
                    <a:pt x="6132" y="5715"/>
                  </a:cubicBezTo>
                  <a:cubicBezTo>
                    <a:pt x="6430" y="5358"/>
                    <a:pt x="6621" y="4930"/>
                    <a:pt x="6692" y="4489"/>
                  </a:cubicBezTo>
                  <a:lnTo>
                    <a:pt x="6787" y="4489"/>
                  </a:lnTo>
                  <a:cubicBezTo>
                    <a:pt x="6906" y="4489"/>
                    <a:pt x="7002" y="4453"/>
                    <a:pt x="7097" y="4394"/>
                  </a:cubicBezTo>
                  <a:close/>
                  <a:moveTo>
                    <a:pt x="4299" y="334"/>
                  </a:moveTo>
                  <a:cubicBezTo>
                    <a:pt x="5835" y="334"/>
                    <a:pt x="7085" y="1584"/>
                    <a:pt x="7085" y="3120"/>
                  </a:cubicBezTo>
                  <a:lnTo>
                    <a:pt x="7085" y="3370"/>
                  </a:lnTo>
                  <a:cubicBezTo>
                    <a:pt x="6990" y="3322"/>
                    <a:pt x="6906" y="3310"/>
                    <a:pt x="6811" y="3310"/>
                  </a:cubicBezTo>
                  <a:lnTo>
                    <a:pt x="6728" y="3310"/>
                  </a:lnTo>
                  <a:cubicBezTo>
                    <a:pt x="6680" y="3310"/>
                    <a:pt x="6632" y="3299"/>
                    <a:pt x="6585" y="3251"/>
                  </a:cubicBezTo>
                  <a:cubicBezTo>
                    <a:pt x="6561" y="3215"/>
                    <a:pt x="6525" y="3179"/>
                    <a:pt x="6525" y="3120"/>
                  </a:cubicBezTo>
                  <a:cubicBezTo>
                    <a:pt x="6525" y="2382"/>
                    <a:pt x="6168" y="1715"/>
                    <a:pt x="5597" y="1286"/>
                  </a:cubicBezTo>
                  <a:cubicBezTo>
                    <a:pt x="5503" y="1224"/>
                    <a:pt x="5373" y="1189"/>
                    <a:pt x="5255" y="1189"/>
                  </a:cubicBezTo>
                  <a:cubicBezTo>
                    <a:pt x="5237" y="1189"/>
                    <a:pt x="5220" y="1190"/>
                    <a:pt x="5204" y="1191"/>
                  </a:cubicBezTo>
                  <a:cubicBezTo>
                    <a:pt x="5073" y="1227"/>
                    <a:pt x="4954" y="1298"/>
                    <a:pt x="4882" y="1417"/>
                  </a:cubicBezTo>
                  <a:cubicBezTo>
                    <a:pt x="4739" y="1608"/>
                    <a:pt x="4525" y="1727"/>
                    <a:pt x="4287" y="1727"/>
                  </a:cubicBezTo>
                  <a:cubicBezTo>
                    <a:pt x="4049" y="1727"/>
                    <a:pt x="3823" y="1608"/>
                    <a:pt x="3692" y="1417"/>
                  </a:cubicBezTo>
                  <a:cubicBezTo>
                    <a:pt x="3608" y="1298"/>
                    <a:pt x="3489" y="1227"/>
                    <a:pt x="3358" y="1191"/>
                  </a:cubicBezTo>
                  <a:cubicBezTo>
                    <a:pt x="3327" y="1185"/>
                    <a:pt x="3296" y="1183"/>
                    <a:pt x="3266" y="1183"/>
                  </a:cubicBezTo>
                  <a:cubicBezTo>
                    <a:pt x="3166" y="1183"/>
                    <a:pt x="3068" y="1214"/>
                    <a:pt x="2977" y="1286"/>
                  </a:cubicBezTo>
                  <a:cubicBezTo>
                    <a:pt x="2858" y="1358"/>
                    <a:pt x="2751" y="1465"/>
                    <a:pt x="2668" y="1548"/>
                  </a:cubicBezTo>
                  <a:cubicBezTo>
                    <a:pt x="2596" y="1608"/>
                    <a:pt x="2596" y="1715"/>
                    <a:pt x="2668" y="1775"/>
                  </a:cubicBezTo>
                  <a:cubicBezTo>
                    <a:pt x="2697" y="1804"/>
                    <a:pt x="2736" y="1819"/>
                    <a:pt x="2775" y="1819"/>
                  </a:cubicBezTo>
                  <a:cubicBezTo>
                    <a:pt x="2814" y="1819"/>
                    <a:pt x="2852" y="1804"/>
                    <a:pt x="2882" y="1775"/>
                  </a:cubicBezTo>
                  <a:cubicBezTo>
                    <a:pt x="2977" y="1691"/>
                    <a:pt x="3061" y="1608"/>
                    <a:pt x="3156" y="1536"/>
                  </a:cubicBezTo>
                  <a:cubicBezTo>
                    <a:pt x="3181" y="1520"/>
                    <a:pt x="3212" y="1503"/>
                    <a:pt x="3245" y="1503"/>
                  </a:cubicBezTo>
                  <a:cubicBezTo>
                    <a:pt x="3259" y="1503"/>
                    <a:pt x="3273" y="1506"/>
                    <a:pt x="3287" y="1513"/>
                  </a:cubicBezTo>
                  <a:cubicBezTo>
                    <a:pt x="3334" y="1524"/>
                    <a:pt x="3382" y="1536"/>
                    <a:pt x="3406" y="1584"/>
                  </a:cubicBezTo>
                  <a:cubicBezTo>
                    <a:pt x="3596" y="1882"/>
                    <a:pt x="3918" y="2048"/>
                    <a:pt x="4275" y="2048"/>
                  </a:cubicBezTo>
                  <a:cubicBezTo>
                    <a:pt x="4608" y="2048"/>
                    <a:pt x="4942" y="1870"/>
                    <a:pt x="5132" y="1584"/>
                  </a:cubicBezTo>
                  <a:cubicBezTo>
                    <a:pt x="5168" y="1536"/>
                    <a:pt x="5192" y="1524"/>
                    <a:pt x="5251" y="1513"/>
                  </a:cubicBezTo>
                  <a:cubicBezTo>
                    <a:pt x="5265" y="1506"/>
                    <a:pt x="5278" y="1503"/>
                    <a:pt x="5291" y="1503"/>
                  </a:cubicBezTo>
                  <a:cubicBezTo>
                    <a:pt x="5321" y="1503"/>
                    <a:pt x="5349" y="1520"/>
                    <a:pt x="5382" y="1536"/>
                  </a:cubicBezTo>
                  <a:cubicBezTo>
                    <a:pt x="5894" y="1894"/>
                    <a:pt x="6192" y="2477"/>
                    <a:pt x="6192" y="3096"/>
                  </a:cubicBezTo>
                  <a:cubicBezTo>
                    <a:pt x="6192" y="3239"/>
                    <a:pt x="6251" y="3370"/>
                    <a:pt x="6335" y="3453"/>
                  </a:cubicBezTo>
                  <a:cubicBezTo>
                    <a:pt x="6430" y="3549"/>
                    <a:pt x="6561" y="3608"/>
                    <a:pt x="6692" y="3608"/>
                  </a:cubicBezTo>
                  <a:lnTo>
                    <a:pt x="6787" y="3608"/>
                  </a:lnTo>
                  <a:cubicBezTo>
                    <a:pt x="6859" y="3608"/>
                    <a:pt x="6930" y="3632"/>
                    <a:pt x="6990" y="3691"/>
                  </a:cubicBezTo>
                  <a:cubicBezTo>
                    <a:pt x="7037" y="3751"/>
                    <a:pt x="7073" y="3834"/>
                    <a:pt x="7073" y="3906"/>
                  </a:cubicBezTo>
                  <a:cubicBezTo>
                    <a:pt x="7049" y="4037"/>
                    <a:pt x="6918" y="4144"/>
                    <a:pt x="6775" y="4144"/>
                  </a:cubicBezTo>
                  <a:lnTo>
                    <a:pt x="6692" y="4144"/>
                  </a:lnTo>
                  <a:lnTo>
                    <a:pt x="6692" y="4156"/>
                  </a:lnTo>
                  <a:cubicBezTo>
                    <a:pt x="6692" y="4072"/>
                    <a:pt x="6621" y="3989"/>
                    <a:pt x="6537" y="3989"/>
                  </a:cubicBezTo>
                  <a:cubicBezTo>
                    <a:pt x="6442" y="3989"/>
                    <a:pt x="6371" y="4072"/>
                    <a:pt x="6371" y="4156"/>
                  </a:cubicBezTo>
                  <a:cubicBezTo>
                    <a:pt x="6371" y="4668"/>
                    <a:pt x="6192" y="5144"/>
                    <a:pt x="5859" y="5513"/>
                  </a:cubicBezTo>
                  <a:cubicBezTo>
                    <a:pt x="5597" y="5823"/>
                    <a:pt x="5251" y="6049"/>
                    <a:pt x="4870" y="6156"/>
                  </a:cubicBezTo>
                  <a:lnTo>
                    <a:pt x="4954" y="5942"/>
                  </a:lnTo>
                  <a:cubicBezTo>
                    <a:pt x="4966" y="5894"/>
                    <a:pt x="4966" y="5835"/>
                    <a:pt x="4942" y="5799"/>
                  </a:cubicBezTo>
                  <a:cubicBezTo>
                    <a:pt x="4906" y="5751"/>
                    <a:pt x="4870" y="5715"/>
                    <a:pt x="4811" y="5715"/>
                  </a:cubicBezTo>
                  <a:lnTo>
                    <a:pt x="3763" y="5715"/>
                  </a:lnTo>
                  <a:cubicBezTo>
                    <a:pt x="3704" y="5715"/>
                    <a:pt x="3656" y="5751"/>
                    <a:pt x="3632" y="5799"/>
                  </a:cubicBezTo>
                  <a:cubicBezTo>
                    <a:pt x="3596" y="5835"/>
                    <a:pt x="3596" y="5894"/>
                    <a:pt x="3620" y="5942"/>
                  </a:cubicBezTo>
                  <a:lnTo>
                    <a:pt x="3704" y="6156"/>
                  </a:lnTo>
                  <a:cubicBezTo>
                    <a:pt x="3346" y="6049"/>
                    <a:pt x="2989" y="5823"/>
                    <a:pt x="2739" y="5525"/>
                  </a:cubicBezTo>
                  <a:cubicBezTo>
                    <a:pt x="2406" y="5144"/>
                    <a:pt x="2227" y="4668"/>
                    <a:pt x="2227" y="4156"/>
                  </a:cubicBezTo>
                  <a:cubicBezTo>
                    <a:pt x="2227" y="4072"/>
                    <a:pt x="2156" y="3989"/>
                    <a:pt x="2072" y="3989"/>
                  </a:cubicBezTo>
                  <a:cubicBezTo>
                    <a:pt x="1977" y="3989"/>
                    <a:pt x="1906" y="4072"/>
                    <a:pt x="1906" y="4156"/>
                  </a:cubicBezTo>
                  <a:lnTo>
                    <a:pt x="1906" y="4168"/>
                  </a:lnTo>
                  <a:lnTo>
                    <a:pt x="1799" y="4168"/>
                  </a:lnTo>
                  <a:cubicBezTo>
                    <a:pt x="1727" y="4168"/>
                    <a:pt x="1656" y="4144"/>
                    <a:pt x="1596" y="4084"/>
                  </a:cubicBezTo>
                  <a:cubicBezTo>
                    <a:pt x="1549" y="4025"/>
                    <a:pt x="1513" y="3953"/>
                    <a:pt x="1513" y="3870"/>
                  </a:cubicBezTo>
                  <a:cubicBezTo>
                    <a:pt x="1525" y="3739"/>
                    <a:pt x="1668" y="3632"/>
                    <a:pt x="1810" y="3632"/>
                  </a:cubicBezTo>
                  <a:lnTo>
                    <a:pt x="1870" y="3632"/>
                  </a:lnTo>
                  <a:cubicBezTo>
                    <a:pt x="2013" y="3632"/>
                    <a:pt x="2144" y="3572"/>
                    <a:pt x="2227" y="3489"/>
                  </a:cubicBezTo>
                  <a:cubicBezTo>
                    <a:pt x="2322" y="3394"/>
                    <a:pt x="2382" y="3263"/>
                    <a:pt x="2382" y="3132"/>
                  </a:cubicBezTo>
                  <a:cubicBezTo>
                    <a:pt x="2382" y="2846"/>
                    <a:pt x="2441" y="2584"/>
                    <a:pt x="2561" y="2322"/>
                  </a:cubicBezTo>
                  <a:cubicBezTo>
                    <a:pt x="2608" y="2251"/>
                    <a:pt x="2561" y="2144"/>
                    <a:pt x="2489" y="2120"/>
                  </a:cubicBezTo>
                  <a:cubicBezTo>
                    <a:pt x="2466" y="2107"/>
                    <a:pt x="2442" y="2101"/>
                    <a:pt x="2418" y="2101"/>
                  </a:cubicBezTo>
                  <a:cubicBezTo>
                    <a:pt x="2357" y="2101"/>
                    <a:pt x="2301" y="2140"/>
                    <a:pt x="2275" y="2191"/>
                  </a:cubicBezTo>
                  <a:cubicBezTo>
                    <a:pt x="2144" y="2489"/>
                    <a:pt x="2072" y="2798"/>
                    <a:pt x="2072" y="3132"/>
                  </a:cubicBezTo>
                  <a:cubicBezTo>
                    <a:pt x="2072" y="3179"/>
                    <a:pt x="2049" y="3215"/>
                    <a:pt x="2001" y="3263"/>
                  </a:cubicBezTo>
                  <a:cubicBezTo>
                    <a:pt x="1977" y="3299"/>
                    <a:pt x="1930" y="3322"/>
                    <a:pt x="1870" y="3322"/>
                  </a:cubicBezTo>
                  <a:lnTo>
                    <a:pt x="1810" y="3322"/>
                  </a:lnTo>
                  <a:cubicBezTo>
                    <a:pt x="1703" y="3322"/>
                    <a:pt x="1608" y="3358"/>
                    <a:pt x="1513" y="3394"/>
                  </a:cubicBezTo>
                  <a:lnTo>
                    <a:pt x="1513" y="3120"/>
                  </a:lnTo>
                  <a:cubicBezTo>
                    <a:pt x="1513" y="1584"/>
                    <a:pt x="2763" y="334"/>
                    <a:pt x="4299" y="334"/>
                  </a:cubicBezTo>
                  <a:close/>
                  <a:moveTo>
                    <a:pt x="4585" y="6049"/>
                  </a:moveTo>
                  <a:lnTo>
                    <a:pt x="4394" y="6525"/>
                  </a:lnTo>
                  <a:cubicBezTo>
                    <a:pt x="4370" y="6549"/>
                    <a:pt x="4346" y="6585"/>
                    <a:pt x="4299" y="6585"/>
                  </a:cubicBezTo>
                  <a:cubicBezTo>
                    <a:pt x="4251" y="6585"/>
                    <a:pt x="4227" y="6549"/>
                    <a:pt x="4216" y="6525"/>
                  </a:cubicBezTo>
                  <a:lnTo>
                    <a:pt x="4013" y="6049"/>
                  </a:lnTo>
                  <a:close/>
                  <a:moveTo>
                    <a:pt x="2822" y="7001"/>
                  </a:moveTo>
                  <a:lnTo>
                    <a:pt x="4013" y="7668"/>
                  </a:lnTo>
                  <a:lnTo>
                    <a:pt x="3156" y="8394"/>
                  </a:lnTo>
                  <a:lnTo>
                    <a:pt x="3144" y="8394"/>
                  </a:lnTo>
                  <a:lnTo>
                    <a:pt x="2584" y="7442"/>
                  </a:lnTo>
                  <a:lnTo>
                    <a:pt x="2811" y="7001"/>
                  </a:lnTo>
                  <a:close/>
                  <a:moveTo>
                    <a:pt x="5335" y="6347"/>
                  </a:moveTo>
                  <a:lnTo>
                    <a:pt x="5335" y="6870"/>
                  </a:lnTo>
                  <a:lnTo>
                    <a:pt x="5144" y="6966"/>
                  </a:lnTo>
                  <a:cubicBezTo>
                    <a:pt x="5073" y="7013"/>
                    <a:pt x="5037" y="7120"/>
                    <a:pt x="5085" y="7192"/>
                  </a:cubicBezTo>
                  <a:cubicBezTo>
                    <a:pt x="5117" y="7241"/>
                    <a:pt x="5178" y="7273"/>
                    <a:pt x="5236" y="7273"/>
                  </a:cubicBezTo>
                  <a:cubicBezTo>
                    <a:pt x="5263" y="7273"/>
                    <a:pt x="5288" y="7266"/>
                    <a:pt x="5311" y="7251"/>
                  </a:cubicBezTo>
                  <a:lnTo>
                    <a:pt x="5775" y="7001"/>
                  </a:lnTo>
                  <a:lnTo>
                    <a:pt x="5787" y="7001"/>
                  </a:lnTo>
                  <a:lnTo>
                    <a:pt x="6013" y="7442"/>
                  </a:lnTo>
                  <a:lnTo>
                    <a:pt x="5489" y="8394"/>
                  </a:lnTo>
                  <a:lnTo>
                    <a:pt x="5478" y="8394"/>
                  </a:lnTo>
                  <a:lnTo>
                    <a:pt x="4597" y="7656"/>
                  </a:lnTo>
                  <a:lnTo>
                    <a:pt x="4751" y="7585"/>
                  </a:lnTo>
                  <a:cubicBezTo>
                    <a:pt x="4823" y="7537"/>
                    <a:pt x="4847" y="7430"/>
                    <a:pt x="4811" y="7359"/>
                  </a:cubicBezTo>
                  <a:cubicBezTo>
                    <a:pt x="4778" y="7310"/>
                    <a:pt x="4717" y="7277"/>
                    <a:pt x="4659" y="7277"/>
                  </a:cubicBezTo>
                  <a:cubicBezTo>
                    <a:pt x="4633" y="7277"/>
                    <a:pt x="4607" y="7284"/>
                    <a:pt x="4585" y="7299"/>
                  </a:cubicBezTo>
                  <a:lnTo>
                    <a:pt x="4311" y="7442"/>
                  </a:lnTo>
                  <a:lnTo>
                    <a:pt x="3263" y="6870"/>
                  </a:lnTo>
                  <a:lnTo>
                    <a:pt x="3263" y="6347"/>
                  </a:lnTo>
                  <a:cubicBezTo>
                    <a:pt x="3454" y="6430"/>
                    <a:pt x="3656" y="6513"/>
                    <a:pt x="3870" y="6537"/>
                  </a:cubicBezTo>
                  <a:lnTo>
                    <a:pt x="3918" y="6656"/>
                  </a:lnTo>
                  <a:cubicBezTo>
                    <a:pt x="3977" y="6823"/>
                    <a:pt x="4132" y="6918"/>
                    <a:pt x="4299" y="6918"/>
                  </a:cubicBezTo>
                  <a:cubicBezTo>
                    <a:pt x="4477" y="6918"/>
                    <a:pt x="4632" y="6823"/>
                    <a:pt x="4680" y="6656"/>
                  </a:cubicBezTo>
                  <a:lnTo>
                    <a:pt x="4727" y="6537"/>
                  </a:lnTo>
                  <a:cubicBezTo>
                    <a:pt x="4942" y="6489"/>
                    <a:pt x="5144" y="6430"/>
                    <a:pt x="5335" y="6347"/>
                  </a:cubicBezTo>
                  <a:close/>
                  <a:moveTo>
                    <a:pt x="4311" y="0"/>
                  </a:moveTo>
                  <a:cubicBezTo>
                    <a:pt x="2608" y="0"/>
                    <a:pt x="1203" y="1405"/>
                    <a:pt x="1203" y="3120"/>
                  </a:cubicBezTo>
                  <a:lnTo>
                    <a:pt x="1203" y="3977"/>
                  </a:lnTo>
                  <a:cubicBezTo>
                    <a:pt x="1203" y="4525"/>
                    <a:pt x="1096" y="4870"/>
                    <a:pt x="1013" y="5084"/>
                  </a:cubicBezTo>
                  <a:cubicBezTo>
                    <a:pt x="906" y="5299"/>
                    <a:pt x="965" y="5561"/>
                    <a:pt x="1156" y="5704"/>
                  </a:cubicBezTo>
                  <a:cubicBezTo>
                    <a:pt x="1489" y="5942"/>
                    <a:pt x="2132" y="6347"/>
                    <a:pt x="2930" y="6406"/>
                  </a:cubicBezTo>
                  <a:lnTo>
                    <a:pt x="2930" y="6692"/>
                  </a:lnTo>
                  <a:cubicBezTo>
                    <a:pt x="2894" y="6674"/>
                    <a:pt x="2861" y="6665"/>
                    <a:pt x="2828" y="6665"/>
                  </a:cubicBezTo>
                  <a:cubicBezTo>
                    <a:pt x="2796" y="6665"/>
                    <a:pt x="2763" y="6674"/>
                    <a:pt x="2727" y="6692"/>
                  </a:cubicBezTo>
                  <a:cubicBezTo>
                    <a:pt x="2632" y="6716"/>
                    <a:pt x="2561" y="6775"/>
                    <a:pt x="2525" y="6847"/>
                  </a:cubicBezTo>
                  <a:lnTo>
                    <a:pt x="2275" y="7359"/>
                  </a:lnTo>
                  <a:lnTo>
                    <a:pt x="858" y="7775"/>
                  </a:lnTo>
                  <a:cubicBezTo>
                    <a:pt x="358" y="7918"/>
                    <a:pt x="1" y="8394"/>
                    <a:pt x="1" y="8918"/>
                  </a:cubicBezTo>
                  <a:lnTo>
                    <a:pt x="1" y="10919"/>
                  </a:lnTo>
                  <a:cubicBezTo>
                    <a:pt x="1" y="11002"/>
                    <a:pt x="72" y="11073"/>
                    <a:pt x="167" y="11073"/>
                  </a:cubicBezTo>
                  <a:cubicBezTo>
                    <a:pt x="251" y="11073"/>
                    <a:pt x="322" y="11002"/>
                    <a:pt x="322" y="10919"/>
                  </a:cubicBezTo>
                  <a:lnTo>
                    <a:pt x="322" y="8918"/>
                  </a:lnTo>
                  <a:cubicBezTo>
                    <a:pt x="322" y="8752"/>
                    <a:pt x="370" y="8609"/>
                    <a:pt x="441" y="8478"/>
                  </a:cubicBezTo>
                  <a:lnTo>
                    <a:pt x="1370" y="9264"/>
                  </a:lnTo>
                  <a:cubicBezTo>
                    <a:pt x="1489" y="9371"/>
                    <a:pt x="1549" y="9514"/>
                    <a:pt x="1549" y="9668"/>
                  </a:cubicBezTo>
                  <a:lnTo>
                    <a:pt x="1549" y="10895"/>
                  </a:lnTo>
                  <a:cubicBezTo>
                    <a:pt x="1549" y="10990"/>
                    <a:pt x="1620" y="11061"/>
                    <a:pt x="1703" y="11061"/>
                  </a:cubicBezTo>
                  <a:cubicBezTo>
                    <a:pt x="1799" y="11061"/>
                    <a:pt x="1870" y="10990"/>
                    <a:pt x="1870" y="10895"/>
                  </a:cubicBezTo>
                  <a:lnTo>
                    <a:pt x="1870" y="9668"/>
                  </a:lnTo>
                  <a:cubicBezTo>
                    <a:pt x="1870" y="9406"/>
                    <a:pt x="1763" y="9168"/>
                    <a:pt x="1572" y="9014"/>
                  </a:cubicBezTo>
                  <a:lnTo>
                    <a:pt x="656" y="8216"/>
                  </a:lnTo>
                  <a:cubicBezTo>
                    <a:pt x="739" y="8144"/>
                    <a:pt x="834" y="8097"/>
                    <a:pt x="953" y="8073"/>
                  </a:cubicBezTo>
                  <a:lnTo>
                    <a:pt x="2346" y="7656"/>
                  </a:lnTo>
                  <a:lnTo>
                    <a:pt x="2858" y="8549"/>
                  </a:lnTo>
                  <a:cubicBezTo>
                    <a:pt x="2894" y="8633"/>
                    <a:pt x="2989" y="8692"/>
                    <a:pt x="3096" y="8716"/>
                  </a:cubicBezTo>
                  <a:lnTo>
                    <a:pt x="3156" y="8716"/>
                  </a:lnTo>
                  <a:cubicBezTo>
                    <a:pt x="3227" y="8716"/>
                    <a:pt x="3311" y="8680"/>
                    <a:pt x="3382" y="8633"/>
                  </a:cubicBezTo>
                  <a:lnTo>
                    <a:pt x="4335" y="7823"/>
                  </a:lnTo>
                  <a:lnTo>
                    <a:pt x="5287" y="8633"/>
                  </a:lnTo>
                  <a:cubicBezTo>
                    <a:pt x="5347" y="8692"/>
                    <a:pt x="5418" y="8716"/>
                    <a:pt x="5501" y="8716"/>
                  </a:cubicBezTo>
                  <a:lnTo>
                    <a:pt x="5561" y="8716"/>
                  </a:lnTo>
                  <a:cubicBezTo>
                    <a:pt x="5668" y="8692"/>
                    <a:pt x="5740" y="8633"/>
                    <a:pt x="5799" y="8549"/>
                  </a:cubicBezTo>
                  <a:lnTo>
                    <a:pt x="6311" y="7656"/>
                  </a:lnTo>
                  <a:lnTo>
                    <a:pt x="7704" y="8073"/>
                  </a:lnTo>
                  <a:cubicBezTo>
                    <a:pt x="7811" y="8097"/>
                    <a:pt x="7918" y="8156"/>
                    <a:pt x="8002" y="8216"/>
                  </a:cubicBezTo>
                  <a:lnTo>
                    <a:pt x="7085" y="9014"/>
                  </a:lnTo>
                  <a:cubicBezTo>
                    <a:pt x="6894" y="9168"/>
                    <a:pt x="6787" y="9406"/>
                    <a:pt x="6787" y="9668"/>
                  </a:cubicBezTo>
                  <a:lnTo>
                    <a:pt x="6787" y="10895"/>
                  </a:lnTo>
                  <a:cubicBezTo>
                    <a:pt x="6787" y="10990"/>
                    <a:pt x="6859" y="11061"/>
                    <a:pt x="6954" y="11061"/>
                  </a:cubicBezTo>
                  <a:cubicBezTo>
                    <a:pt x="7037" y="11061"/>
                    <a:pt x="7109" y="10990"/>
                    <a:pt x="7109" y="10895"/>
                  </a:cubicBezTo>
                  <a:lnTo>
                    <a:pt x="7109" y="9668"/>
                  </a:lnTo>
                  <a:cubicBezTo>
                    <a:pt x="7109" y="9514"/>
                    <a:pt x="7192" y="9371"/>
                    <a:pt x="7287" y="9264"/>
                  </a:cubicBezTo>
                  <a:lnTo>
                    <a:pt x="8216" y="8478"/>
                  </a:lnTo>
                  <a:cubicBezTo>
                    <a:pt x="8287" y="8609"/>
                    <a:pt x="8335" y="8752"/>
                    <a:pt x="8335" y="8918"/>
                  </a:cubicBezTo>
                  <a:lnTo>
                    <a:pt x="8335" y="10919"/>
                  </a:lnTo>
                  <a:cubicBezTo>
                    <a:pt x="8335" y="11002"/>
                    <a:pt x="8407" y="11073"/>
                    <a:pt x="8502" y="11073"/>
                  </a:cubicBezTo>
                  <a:cubicBezTo>
                    <a:pt x="8585" y="11073"/>
                    <a:pt x="8657" y="11002"/>
                    <a:pt x="8657" y="10919"/>
                  </a:cubicBezTo>
                  <a:lnTo>
                    <a:pt x="8657" y="8918"/>
                  </a:lnTo>
                  <a:cubicBezTo>
                    <a:pt x="8633" y="8382"/>
                    <a:pt x="8276" y="7906"/>
                    <a:pt x="7764" y="7763"/>
                  </a:cubicBezTo>
                  <a:lnTo>
                    <a:pt x="6359" y="7347"/>
                  </a:lnTo>
                  <a:lnTo>
                    <a:pt x="6097" y="6835"/>
                  </a:lnTo>
                  <a:cubicBezTo>
                    <a:pt x="6061" y="6763"/>
                    <a:pt x="5978" y="6692"/>
                    <a:pt x="5906" y="6668"/>
                  </a:cubicBezTo>
                  <a:cubicBezTo>
                    <a:pt x="5870" y="6662"/>
                    <a:pt x="5835" y="6659"/>
                    <a:pt x="5801" y="6659"/>
                  </a:cubicBezTo>
                  <a:cubicBezTo>
                    <a:pt x="5766" y="6659"/>
                    <a:pt x="5734" y="6662"/>
                    <a:pt x="5704" y="6668"/>
                  </a:cubicBezTo>
                  <a:lnTo>
                    <a:pt x="5704" y="6394"/>
                  </a:lnTo>
                  <a:cubicBezTo>
                    <a:pt x="6502" y="6347"/>
                    <a:pt x="7156" y="5942"/>
                    <a:pt x="7466" y="5692"/>
                  </a:cubicBezTo>
                  <a:cubicBezTo>
                    <a:pt x="7668" y="5537"/>
                    <a:pt x="7728" y="5287"/>
                    <a:pt x="7621" y="5061"/>
                  </a:cubicBezTo>
                  <a:cubicBezTo>
                    <a:pt x="7525" y="4870"/>
                    <a:pt x="7430" y="4513"/>
                    <a:pt x="7430" y="3965"/>
                  </a:cubicBezTo>
                  <a:lnTo>
                    <a:pt x="7430" y="3120"/>
                  </a:lnTo>
                  <a:cubicBezTo>
                    <a:pt x="7430" y="1405"/>
                    <a:pt x="6025" y="0"/>
                    <a:pt x="4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65"/>
            <p:cNvSpPr/>
            <p:nvPr/>
          </p:nvSpPr>
          <p:spPr>
            <a:xfrm>
              <a:off x="6375559" y="4549033"/>
              <a:ext cx="10233" cy="10201"/>
            </a:xfrm>
            <a:custGeom>
              <a:avLst/>
              <a:gdLst/>
              <a:ahLst/>
              <a:cxnLst/>
              <a:rect l="l" t="t" r="r" b="b"/>
              <a:pathLst>
                <a:path w="323" h="322" extrusionOk="0">
                  <a:moveTo>
                    <a:pt x="156" y="1"/>
                  </a:moveTo>
                  <a:cubicBezTo>
                    <a:pt x="72" y="1"/>
                    <a:pt x="1" y="72"/>
                    <a:pt x="1" y="155"/>
                  </a:cubicBezTo>
                  <a:cubicBezTo>
                    <a:pt x="1" y="251"/>
                    <a:pt x="72" y="322"/>
                    <a:pt x="156" y="322"/>
                  </a:cubicBezTo>
                  <a:cubicBezTo>
                    <a:pt x="251" y="322"/>
                    <a:pt x="322" y="251"/>
                    <a:pt x="322" y="155"/>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65"/>
            <p:cNvSpPr/>
            <p:nvPr/>
          </p:nvSpPr>
          <p:spPr>
            <a:xfrm>
              <a:off x="6375559" y="4587493"/>
              <a:ext cx="10233" cy="10613"/>
            </a:xfrm>
            <a:custGeom>
              <a:avLst/>
              <a:gdLst/>
              <a:ahLst/>
              <a:cxnLst/>
              <a:rect l="l" t="t" r="r" b="b"/>
              <a:pathLst>
                <a:path w="323" h="335" extrusionOk="0">
                  <a:moveTo>
                    <a:pt x="156" y="1"/>
                  </a:moveTo>
                  <a:cubicBezTo>
                    <a:pt x="72" y="1"/>
                    <a:pt x="1" y="72"/>
                    <a:pt x="1" y="168"/>
                  </a:cubicBezTo>
                  <a:cubicBezTo>
                    <a:pt x="1" y="251"/>
                    <a:pt x="72" y="334"/>
                    <a:pt x="156" y="334"/>
                  </a:cubicBezTo>
                  <a:cubicBezTo>
                    <a:pt x="251" y="334"/>
                    <a:pt x="322" y="251"/>
                    <a:pt x="322" y="168"/>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65"/>
            <p:cNvSpPr/>
            <p:nvPr/>
          </p:nvSpPr>
          <p:spPr>
            <a:xfrm>
              <a:off x="6342009" y="4406442"/>
              <a:ext cx="76222" cy="32472"/>
            </a:xfrm>
            <a:custGeom>
              <a:avLst/>
              <a:gdLst/>
              <a:ahLst/>
              <a:cxnLst/>
              <a:rect l="l" t="t" r="r" b="b"/>
              <a:pathLst>
                <a:path w="2406" h="1025" extrusionOk="0">
                  <a:moveTo>
                    <a:pt x="1012" y="334"/>
                  </a:moveTo>
                  <a:cubicBezTo>
                    <a:pt x="953" y="430"/>
                    <a:pt x="834" y="525"/>
                    <a:pt x="703" y="525"/>
                  </a:cubicBezTo>
                  <a:lnTo>
                    <a:pt x="381" y="525"/>
                  </a:lnTo>
                  <a:cubicBezTo>
                    <a:pt x="441" y="406"/>
                    <a:pt x="560" y="334"/>
                    <a:pt x="703" y="334"/>
                  </a:cubicBezTo>
                  <a:close/>
                  <a:moveTo>
                    <a:pt x="1727" y="334"/>
                  </a:moveTo>
                  <a:cubicBezTo>
                    <a:pt x="1858" y="334"/>
                    <a:pt x="1977" y="406"/>
                    <a:pt x="2036" y="525"/>
                  </a:cubicBezTo>
                  <a:lnTo>
                    <a:pt x="1727" y="525"/>
                  </a:lnTo>
                  <a:cubicBezTo>
                    <a:pt x="1584" y="525"/>
                    <a:pt x="1477" y="453"/>
                    <a:pt x="1417" y="334"/>
                  </a:cubicBezTo>
                  <a:close/>
                  <a:moveTo>
                    <a:pt x="679" y="1"/>
                  </a:moveTo>
                  <a:cubicBezTo>
                    <a:pt x="310" y="1"/>
                    <a:pt x="0" y="311"/>
                    <a:pt x="0" y="692"/>
                  </a:cubicBezTo>
                  <a:lnTo>
                    <a:pt x="0" y="870"/>
                  </a:lnTo>
                  <a:cubicBezTo>
                    <a:pt x="0" y="953"/>
                    <a:pt x="72" y="1025"/>
                    <a:pt x="167" y="1025"/>
                  </a:cubicBezTo>
                  <a:cubicBezTo>
                    <a:pt x="250" y="1025"/>
                    <a:pt x="322" y="953"/>
                    <a:pt x="322" y="870"/>
                  </a:cubicBezTo>
                  <a:lnTo>
                    <a:pt x="322" y="846"/>
                  </a:lnTo>
                  <a:lnTo>
                    <a:pt x="679" y="846"/>
                  </a:lnTo>
                  <a:cubicBezTo>
                    <a:pt x="893" y="846"/>
                    <a:pt x="1084" y="763"/>
                    <a:pt x="1203" y="608"/>
                  </a:cubicBezTo>
                  <a:cubicBezTo>
                    <a:pt x="1322" y="763"/>
                    <a:pt x="1512" y="846"/>
                    <a:pt x="1727" y="846"/>
                  </a:cubicBezTo>
                  <a:lnTo>
                    <a:pt x="2084" y="846"/>
                  </a:lnTo>
                  <a:lnTo>
                    <a:pt x="2084" y="870"/>
                  </a:lnTo>
                  <a:cubicBezTo>
                    <a:pt x="2084" y="953"/>
                    <a:pt x="2155" y="1025"/>
                    <a:pt x="2251" y="1025"/>
                  </a:cubicBezTo>
                  <a:cubicBezTo>
                    <a:pt x="2334" y="1025"/>
                    <a:pt x="2405" y="953"/>
                    <a:pt x="2405" y="870"/>
                  </a:cubicBezTo>
                  <a:lnTo>
                    <a:pt x="2405" y="692"/>
                  </a:lnTo>
                  <a:cubicBezTo>
                    <a:pt x="2405" y="299"/>
                    <a:pt x="2108"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4" name="Google Shape;11034;p65"/>
          <p:cNvGrpSpPr/>
          <p:nvPr/>
        </p:nvGrpSpPr>
        <p:grpSpPr>
          <a:xfrm>
            <a:off x="3560600" y="3587938"/>
            <a:ext cx="352345" cy="363655"/>
            <a:chOff x="3560600" y="3763338"/>
            <a:chExt cx="352345" cy="363655"/>
          </a:xfrm>
        </p:grpSpPr>
        <p:sp>
          <p:nvSpPr>
            <p:cNvPr id="11035" name="Google Shape;11035;p65"/>
            <p:cNvSpPr/>
            <p:nvPr/>
          </p:nvSpPr>
          <p:spPr>
            <a:xfrm>
              <a:off x="3665841" y="3763338"/>
              <a:ext cx="143352" cy="173543"/>
            </a:xfrm>
            <a:custGeom>
              <a:avLst/>
              <a:gdLst/>
              <a:ahLst/>
              <a:cxnLst/>
              <a:rect l="l" t="t" r="r" b="b"/>
              <a:pathLst>
                <a:path w="4525" h="5478" extrusionOk="0">
                  <a:moveTo>
                    <a:pt x="2251" y="1"/>
                  </a:moveTo>
                  <a:cubicBezTo>
                    <a:pt x="1691" y="1"/>
                    <a:pt x="1179" y="191"/>
                    <a:pt x="774" y="549"/>
                  </a:cubicBezTo>
                  <a:cubicBezTo>
                    <a:pt x="370" y="906"/>
                    <a:pt x="108" y="1382"/>
                    <a:pt x="12" y="1918"/>
                  </a:cubicBezTo>
                  <a:cubicBezTo>
                    <a:pt x="0" y="2013"/>
                    <a:pt x="60" y="2096"/>
                    <a:pt x="143" y="2120"/>
                  </a:cubicBezTo>
                  <a:cubicBezTo>
                    <a:pt x="151" y="2121"/>
                    <a:pt x="159" y="2122"/>
                    <a:pt x="167" y="2122"/>
                  </a:cubicBezTo>
                  <a:cubicBezTo>
                    <a:pt x="252" y="2122"/>
                    <a:pt x="324" y="2064"/>
                    <a:pt x="346" y="1977"/>
                  </a:cubicBezTo>
                  <a:cubicBezTo>
                    <a:pt x="477" y="1049"/>
                    <a:pt x="1286" y="346"/>
                    <a:pt x="2239" y="346"/>
                  </a:cubicBezTo>
                  <a:cubicBezTo>
                    <a:pt x="3299" y="346"/>
                    <a:pt x="4168" y="1203"/>
                    <a:pt x="4168" y="2263"/>
                  </a:cubicBezTo>
                  <a:cubicBezTo>
                    <a:pt x="4168" y="3096"/>
                    <a:pt x="3632" y="3847"/>
                    <a:pt x="2822" y="4097"/>
                  </a:cubicBezTo>
                  <a:cubicBezTo>
                    <a:pt x="2775" y="4108"/>
                    <a:pt x="2751" y="4144"/>
                    <a:pt x="2739" y="4168"/>
                  </a:cubicBezTo>
                  <a:lnTo>
                    <a:pt x="2239" y="4990"/>
                  </a:lnTo>
                  <a:lnTo>
                    <a:pt x="1751" y="4168"/>
                  </a:lnTo>
                  <a:cubicBezTo>
                    <a:pt x="1739" y="4144"/>
                    <a:pt x="1691" y="4108"/>
                    <a:pt x="1667" y="4097"/>
                  </a:cubicBezTo>
                  <a:cubicBezTo>
                    <a:pt x="977" y="3870"/>
                    <a:pt x="477" y="3287"/>
                    <a:pt x="358" y="2573"/>
                  </a:cubicBezTo>
                  <a:cubicBezTo>
                    <a:pt x="347" y="2496"/>
                    <a:pt x="266" y="2440"/>
                    <a:pt x="189" y="2440"/>
                  </a:cubicBezTo>
                  <a:cubicBezTo>
                    <a:pt x="182" y="2440"/>
                    <a:pt x="174" y="2441"/>
                    <a:pt x="167" y="2442"/>
                  </a:cubicBezTo>
                  <a:cubicBezTo>
                    <a:pt x="72" y="2454"/>
                    <a:pt x="12" y="2549"/>
                    <a:pt x="24" y="2632"/>
                  </a:cubicBezTo>
                  <a:cubicBezTo>
                    <a:pt x="108" y="3049"/>
                    <a:pt x="286" y="3418"/>
                    <a:pt x="548" y="3739"/>
                  </a:cubicBezTo>
                  <a:cubicBezTo>
                    <a:pt x="798" y="4037"/>
                    <a:pt x="1132" y="4251"/>
                    <a:pt x="1501" y="4394"/>
                  </a:cubicBezTo>
                  <a:lnTo>
                    <a:pt x="2108" y="5406"/>
                  </a:lnTo>
                  <a:cubicBezTo>
                    <a:pt x="2144" y="5442"/>
                    <a:pt x="2203" y="5478"/>
                    <a:pt x="2263" y="5478"/>
                  </a:cubicBezTo>
                  <a:cubicBezTo>
                    <a:pt x="2322" y="5478"/>
                    <a:pt x="2382" y="5442"/>
                    <a:pt x="2406" y="5406"/>
                  </a:cubicBezTo>
                  <a:lnTo>
                    <a:pt x="3025" y="4394"/>
                  </a:lnTo>
                  <a:cubicBezTo>
                    <a:pt x="3930" y="4073"/>
                    <a:pt x="4525" y="3227"/>
                    <a:pt x="4525" y="2263"/>
                  </a:cubicBezTo>
                  <a:cubicBezTo>
                    <a:pt x="4489" y="1013"/>
                    <a:pt x="3477" y="1"/>
                    <a:pt x="2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65"/>
            <p:cNvSpPr/>
            <p:nvPr/>
          </p:nvSpPr>
          <p:spPr>
            <a:xfrm>
              <a:off x="3696761" y="3794099"/>
              <a:ext cx="82653" cy="78661"/>
            </a:xfrm>
            <a:custGeom>
              <a:avLst/>
              <a:gdLst/>
              <a:ahLst/>
              <a:cxnLst/>
              <a:rect l="l" t="t" r="r" b="b"/>
              <a:pathLst>
                <a:path w="2609" h="2483" extrusionOk="0">
                  <a:moveTo>
                    <a:pt x="1584" y="328"/>
                  </a:moveTo>
                  <a:cubicBezTo>
                    <a:pt x="1727" y="328"/>
                    <a:pt x="1882" y="387"/>
                    <a:pt x="2001" y="506"/>
                  </a:cubicBezTo>
                  <a:cubicBezTo>
                    <a:pt x="2239" y="732"/>
                    <a:pt x="2239" y="1102"/>
                    <a:pt x="2001" y="1340"/>
                  </a:cubicBezTo>
                  <a:cubicBezTo>
                    <a:pt x="1888" y="1453"/>
                    <a:pt x="1736" y="1509"/>
                    <a:pt x="1584" y="1509"/>
                  </a:cubicBezTo>
                  <a:cubicBezTo>
                    <a:pt x="1433" y="1509"/>
                    <a:pt x="1281" y="1453"/>
                    <a:pt x="1168" y="1340"/>
                  </a:cubicBezTo>
                  <a:cubicBezTo>
                    <a:pt x="941" y="1113"/>
                    <a:pt x="941" y="732"/>
                    <a:pt x="1168" y="506"/>
                  </a:cubicBezTo>
                  <a:cubicBezTo>
                    <a:pt x="1287" y="387"/>
                    <a:pt x="1430" y="328"/>
                    <a:pt x="1584" y="328"/>
                  </a:cubicBezTo>
                  <a:close/>
                  <a:moveTo>
                    <a:pt x="1584" y="0"/>
                  </a:moveTo>
                  <a:cubicBezTo>
                    <a:pt x="1346" y="0"/>
                    <a:pt x="1108" y="89"/>
                    <a:pt x="929" y="268"/>
                  </a:cubicBezTo>
                  <a:cubicBezTo>
                    <a:pt x="596" y="590"/>
                    <a:pt x="572" y="1090"/>
                    <a:pt x="822" y="1447"/>
                  </a:cubicBezTo>
                  <a:lnTo>
                    <a:pt x="60" y="2197"/>
                  </a:lnTo>
                  <a:cubicBezTo>
                    <a:pt x="1" y="2256"/>
                    <a:pt x="1" y="2375"/>
                    <a:pt x="60" y="2435"/>
                  </a:cubicBezTo>
                  <a:cubicBezTo>
                    <a:pt x="96" y="2471"/>
                    <a:pt x="144" y="2483"/>
                    <a:pt x="179" y="2483"/>
                  </a:cubicBezTo>
                  <a:cubicBezTo>
                    <a:pt x="227" y="2483"/>
                    <a:pt x="275" y="2471"/>
                    <a:pt x="298" y="2435"/>
                  </a:cubicBezTo>
                  <a:lnTo>
                    <a:pt x="1060" y="1685"/>
                  </a:lnTo>
                  <a:cubicBezTo>
                    <a:pt x="1227" y="1780"/>
                    <a:pt x="1406" y="1840"/>
                    <a:pt x="1584" y="1840"/>
                  </a:cubicBezTo>
                  <a:cubicBezTo>
                    <a:pt x="1822" y="1840"/>
                    <a:pt x="2061" y="1756"/>
                    <a:pt x="2239" y="1578"/>
                  </a:cubicBezTo>
                  <a:cubicBezTo>
                    <a:pt x="2608" y="1209"/>
                    <a:pt x="2608" y="625"/>
                    <a:pt x="2239" y="268"/>
                  </a:cubicBezTo>
                  <a:cubicBezTo>
                    <a:pt x="2061" y="89"/>
                    <a:pt x="1822" y="0"/>
                    <a:pt x="1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65"/>
            <p:cNvSpPr/>
            <p:nvPr/>
          </p:nvSpPr>
          <p:spPr>
            <a:xfrm>
              <a:off x="3560600" y="3916574"/>
              <a:ext cx="352345" cy="210419"/>
            </a:xfrm>
            <a:custGeom>
              <a:avLst/>
              <a:gdLst/>
              <a:ahLst/>
              <a:cxnLst/>
              <a:rect l="l" t="t" r="r" b="b"/>
              <a:pathLst>
                <a:path w="11122" h="6642" extrusionOk="0">
                  <a:moveTo>
                    <a:pt x="3037" y="391"/>
                  </a:moveTo>
                  <a:lnTo>
                    <a:pt x="5394" y="1176"/>
                  </a:lnTo>
                  <a:lnTo>
                    <a:pt x="5394" y="1296"/>
                  </a:lnTo>
                  <a:lnTo>
                    <a:pt x="3037" y="510"/>
                  </a:lnTo>
                  <a:lnTo>
                    <a:pt x="3037" y="391"/>
                  </a:lnTo>
                  <a:close/>
                  <a:moveTo>
                    <a:pt x="8085" y="391"/>
                  </a:moveTo>
                  <a:lnTo>
                    <a:pt x="8085" y="510"/>
                  </a:lnTo>
                  <a:lnTo>
                    <a:pt x="5728" y="1296"/>
                  </a:lnTo>
                  <a:lnTo>
                    <a:pt x="5728" y="1176"/>
                  </a:lnTo>
                  <a:lnTo>
                    <a:pt x="8085" y="391"/>
                  </a:lnTo>
                  <a:close/>
                  <a:moveTo>
                    <a:pt x="2691" y="855"/>
                  </a:moveTo>
                  <a:lnTo>
                    <a:pt x="2691" y="4975"/>
                  </a:lnTo>
                  <a:lnTo>
                    <a:pt x="2680" y="4975"/>
                  </a:lnTo>
                  <a:lnTo>
                    <a:pt x="786" y="5594"/>
                  </a:lnTo>
                  <a:lnTo>
                    <a:pt x="786" y="1486"/>
                  </a:lnTo>
                  <a:lnTo>
                    <a:pt x="2691" y="855"/>
                  </a:lnTo>
                  <a:close/>
                  <a:moveTo>
                    <a:pt x="8085" y="867"/>
                  </a:moveTo>
                  <a:lnTo>
                    <a:pt x="8085" y="4975"/>
                  </a:lnTo>
                  <a:lnTo>
                    <a:pt x="8049" y="4975"/>
                  </a:lnTo>
                  <a:lnTo>
                    <a:pt x="5728" y="5748"/>
                  </a:lnTo>
                  <a:lnTo>
                    <a:pt x="5728" y="1641"/>
                  </a:lnTo>
                  <a:lnTo>
                    <a:pt x="5763" y="1641"/>
                  </a:lnTo>
                  <a:lnTo>
                    <a:pt x="8085" y="867"/>
                  </a:lnTo>
                  <a:close/>
                  <a:moveTo>
                    <a:pt x="3037" y="879"/>
                  </a:moveTo>
                  <a:lnTo>
                    <a:pt x="5358" y="1653"/>
                  </a:lnTo>
                  <a:lnTo>
                    <a:pt x="5394" y="1653"/>
                  </a:lnTo>
                  <a:lnTo>
                    <a:pt x="5394" y="5760"/>
                  </a:lnTo>
                  <a:lnTo>
                    <a:pt x="3072" y="4986"/>
                  </a:lnTo>
                  <a:lnTo>
                    <a:pt x="3037" y="4986"/>
                  </a:lnTo>
                  <a:lnTo>
                    <a:pt x="3037" y="879"/>
                  </a:lnTo>
                  <a:close/>
                  <a:moveTo>
                    <a:pt x="3037" y="5320"/>
                  </a:moveTo>
                  <a:lnTo>
                    <a:pt x="5394" y="6106"/>
                  </a:lnTo>
                  <a:lnTo>
                    <a:pt x="5394" y="6225"/>
                  </a:lnTo>
                  <a:lnTo>
                    <a:pt x="3037" y="5439"/>
                  </a:lnTo>
                  <a:lnTo>
                    <a:pt x="3037" y="5320"/>
                  </a:lnTo>
                  <a:close/>
                  <a:moveTo>
                    <a:pt x="8085" y="5320"/>
                  </a:moveTo>
                  <a:lnTo>
                    <a:pt x="8085" y="5439"/>
                  </a:lnTo>
                  <a:lnTo>
                    <a:pt x="5728" y="6225"/>
                  </a:lnTo>
                  <a:lnTo>
                    <a:pt x="5728" y="6106"/>
                  </a:lnTo>
                  <a:lnTo>
                    <a:pt x="8085" y="5320"/>
                  </a:lnTo>
                  <a:close/>
                  <a:moveTo>
                    <a:pt x="2715" y="414"/>
                  </a:moveTo>
                  <a:lnTo>
                    <a:pt x="2715" y="510"/>
                  </a:lnTo>
                  <a:lnTo>
                    <a:pt x="584" y="1224"/>
                  </a:lnTo>
                  <a:cubicBezTo>
                    <a:pt x="513" y="1248"/>
                    <a:pt x="465" y="1307"/>
                    <a:pt x="465" y="1391"/>
                  </a:cubicBezTo>
                  <a:lnTo>
                    <a:pt x="465" y="5856"/>
                  </a:lnTo>
                  <a:cubicBezTo>
                    <a:pt x="465" y="5915"/>
                    <a:pt x="489" y="5951"/>
                    <a:pt x="536" y="5987"/>
                  </a:cubicBezTo>
                  <a:cubicBezTo>
                    <a:pt x="571" y="6004"/>
                    <a:pt x="613" y="6015"/>
                    <a:pt x="651" y="6015"/>
                  </a:cubicBezTo>
                  <a:cubicBezTo>
                    <a:pt x="665" y="6015"/>
                    <a:pt x="678" y="6014"/>
                    <a:pt x="691" y="6010"/>
                  </a:cubicBezTo>
                  <a:lnTo>
                    <a:pt x="2715" y="5344"/>
                  </a:lnTo>
                  <a:lnTo>
                    <a:pt x="2715" y="5463"/>
                  </a:lnTo>
                  <a:lnTo>
                    <a:pt x="358" y="6249"/>
                  </a:lnTo>
                  <a:lnTo>
                    <a:pt x="358" y="1200"/>
                  </a:lnTo>
                  <a:lnTo>
                    <a:pt x="2715" y="414"/>
                  </a:lnTo>
                  <a:close/>
                  <a:moveTo>
                    <a:pt x="2864" y="1"/>
                  </a:moveTo>
                  <a:cubicBezTo>
                    <a:pt x="2846" y="1"/>
                    <a:pt x="2828" y="4"/>
                    <a:pt x="2811" y="10"/>
                  </a:cubicBezTo>
                  <a:lnTo>
                    <a:pt x="120" y="903"/>
                  </a:lnTo>
                  <a:cubicBezTo>
                    <a:pt x="48" y="938"/>
                    <a:pt x="1" y="998"/>
                    <a:pt x="1" y="1069"/>
                  </a:cubicBezTo>
                  <a:lnTo>
                    <a:pt x="1" y="6475"/>
                  </a:lnTo>
                  <a:cubicBezTo>
                    <a:pt x="1" y="6534"/>
                    <a:pt x="36" y="6582"/>
                    <a:pt x="72" y="6606"/>
                  </a:cubicBezTo>
                  <a:cubicBezTo>
                    <a:pt x="108" y="6618"/>
                    <a:pt x="132" y="6641"/>
                    <a:pt x="179" y="6641"/>
                  </a:cubicBezTo>
                  <a:cubicBezTo>
                    <a:pt x="191" y="6641"/>
                    <a:pt x="215" y="6641"/>
                    <a:pt x="239" y="6618"/>
                  </a:cubicBezTo>
                  <a:lnTo>
                    <a:pt x="2870" y="5748"/>
                  </a:lnTo>
                  <a:lnTo>
                    <a:pt x="5513" y="6618"/>
                  </a:lnTo>
                  <a:cubicBezTo>
                    <a:pt x="5525" y="6630"/>
                    <a:pt x="5543" y="6635"/>
                    <a:pt x="5561" y="6635"/>
                  </a:cubicBezTo>
                  <a:cubicBezTo>
                    <a:pt x="5579" y="6635"/>
                    <a:pt x="5597" y="6630"/>
                    <a:pt x="5608" y="6618"/>
                  </a:cubicBezTo>
                  <a:lnTo>
                    <a:pt x="8252" y="5737"/>
                  </a:lnTo>
                  <a:lnTo>
                    <a:pt x="10883" y="6606"/>
                  </a:lnTo>
                  <a:cubicBezTo>
                    <a:pt x="10895" y="6606"/>
                    <a:pt x="10907" y="6630"/>
                    <a:pt x="10942" y="6630"/>
                  </a:cubicBezTo>
                  <a:cubicBezTo>
                    <a:pt x="10966" y="6630"/>
                    <a:pt x="11014" y="6606"/>
                    <a:pt x="11050" y="6594"/>
                  </a:cubicBezTo>
                  <a:cubicBezTo>
                    <a:pt x="11085" y="6558"/>
                    <a:pt x="11121" y="6510"/>
                    <a:pt x="11121" y="6463"/>
                  </a:cubicBezTo>
                  <a:lnTo>
                    <a:pt x="11121" y="3510"/>
                  </a:lnTo>
                  <a:cubicBezTo>
                    <a:pt x="11121" y="3427"/>
                    <a:pt x="11050" y="3355"/>
                    <a:pt x="10954" y="3355"/>
                  </a:cubicBezTo>
                  <a:cubicBezTo>
                    <a:pt x="10871" y="3355"/>
                    <a:pt x="10788" y="3427"/>
                    <a:pt x="10788" y="3510"/>
                  </a:cubicBezTo>
                  <a:lnTo>
                    <a:pt x="10788" y="6225"/>
                  </a:lnTo>
                  <a:lnTo>
                    <a:pt x="8442" y="5439"/>
                  </a:lnTo>
                  <a:lnTo>
                    <a:pt x="8442" y="5320"/>
                  </a:lnTo>
                  <a:lnTo>
                    <a:pt x="10466" y="5987"/>
                  </a:lnTo>
                  <a:cubicBezTo>
                    <a:pt x="10482" y="5991"/>
                    <a:pt x="10499" y="5993"/>
                    <a:pt x="10516" y="5993"/>
                  </a:cubicBezTo>
                  <a:cubicBezTo>
                    <a:pt x="10551" y="5993"/>
                    <a:pt x="10585" y="5983"/>
                    <a:pt x="10609" y="5951"/>
                  </a:cubicBezTo>
                  <a:cubicBezTo>
                    <a:pt x="10657" y="5927"/>
                    <a:pt x="10692" y="5868"/>
                    <a:pt x="10692" y="5820"/>
                  </a:cubicBezTo>
                  <a:lnTo>
                    <a:pt x="10692" y="3486"/>
                  </a:lnTo>
                  <a:cubicBezTo>
                    <a:pt x="10692" y="3391"/>
                    <a:pt x="10609" y="3320"/>
                    <a:pt x="10526" y="3320"/>
                  </a:cubicBezTo>
                  <a:cubicBezTo>
                    <a:pt x="10431" y="3320"/>
                    <a:pt x="10359" y="3391"/>
                    <a:pt x="10359" y="3486"/>
                  </a:cubicBezTo>
                  <a:lnTo>
                    <a:pt x="10359" y="5582"/>
                  </a:lnTo>
                  <a:lnTo>
                    <a:pt x="8466" y="4963"/>
                  </a:lnTo>
                  <a:lnTo>
                    <a:pt x="8442" y="4963"/>
                  </a:lnTo>
                  <a:lnTo>
                    <a:pt x="8442" y="855"/>
                  </a:lnTo>
                  <a:lnTo>
                    <a:pt x="10347" y="1486"/>
                  </a:lnTo>
                  <a:lnTo>
                    <a:pt x="10347" y="2843"/>
                  </a:lnTo>
                  <a:cubicBezTo>
                    <a:pt x="10347" y="2939"/>
                    <a:pt x="10419" y="3010"/>
                    <a:pt x="10514" y="3010"/>
                  </a:cubicBezTo>
                  <a:cubicBezTo>
                    <a:pt x="10597" y="3010"/>
                    <a:pt x="10669" y="2939"/>
                    <a:pt x="10669" y="2843"/>
                  </a:cubicBezTo>
                  <a:lnTo>
                    <a:pt x="10669" y="1367"/>
                  </a:lnTo>
                  <a:cubicBezTo>
                    <a:pt x="10669" y="1296"/>
                    <a:pt x="10633" y="1236"/>
                    <a:pt x="10550" y="1212"/>
                  </a:cubicBezTo>
                  <a:lnTo>
                    <a:pt x="8430" y="498"/>
                  </a:lnTo>
                  <a:lnTo>
                    <a:pt x="8430" y="379"/>
                  </a:lnTo>
                  <a:lnTo>
                    <a:pt x="10776" y="1165"/>
                  </a:lnTo>
                  <a:lnTo>
                    <a:pt x="10776" y="2831"/>
                  </a:lnTo>
                  <a:cubicBezTo>
                    <a:pt x="10776" y="2939"/>
                    <a:pt x="10847" y="3022"/>
                    <a:pt x="10942" y="3022"/>
                  </a:cubicBezTo>
                  <a:cubicBezTo>
                    <a:pt x="11026" y="3022"/>
                    <a:pt x="11109" y="2951"/>
                    <a:pt x="11109" y="2855"/>
                  </a:cubicBezTo>
                  <a:lnTo>
                    <a:pt x="11109" y="1069"/>
                  </a:lnTo>
                  <a:cubicBezTo>
                    <a:pt x="11109" y="998"/>
                    <a:pt x="11062" y="938"/>
                    <a:pt x="10990" y="903"/>
                  </a:cubicBezTo>
                  <a:lnTo>
                    <a:pt x="8287" y="10"/>
                  </a:lnTo>
                  <a:cubicBezTo>
                    <a:pt x="8275" y="4"/>
                    <a:pt x="8258" y="1"/>
                    <a:pt x="8240" y="1"/>
                  </a:cubicBezTo>
                  <a:cubicBezTo>
                    <a:pt x="8222" y="1"/>
                    <a:pt x="8204" y="4"/>
                    <a:pt x="8192" y="10"/>
                  </a:cubicBezTo>
                  <a:lnTo>
                    <a:pt x="5549" y="891"/>
                  </a:lnTo>
                  <a:lnTo>
                    <a:pt x="2918" y="10"/>
                  </a:lnTo>
                  <a:cubicBezTo>
                    <a:pt x="2900" y="4"/>
                    <a:pt x="2882" y="1"/>
                    <a:pt x="2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8" name="Google Shape;11038;p65"/>
          <p:cNvGrpSpPr/>
          <p:nvPr/>
        </p:nvGrpSpPr>
        <p:grpSpPr>
          <a:xfrm>
            <a:off x="5790556" y="4085852"/>
            <a:ext cx="279513" cy="356083"/>
            <a:chOff x="5790556" y="4261252"/>
            <a:chExt cx="279513" cy="356083"/>
          </a:xfrm>
        </p:grpSpPr>
        <p:sp>
          <p:nvSpPr>
            <p:cNvPr id="11039" name="Google Shape;11039;p65"/>
            <p:cNvSpPr/>
            <p:nvPr/>
          </p:nvSpPr>
          <p:spPr>
            <a:xfrm>
              <a:off x="5892027" y="4400423"/>
              <a:ext cx="10581" cy="15872"/>
            </a:xfrm>
            <a:custGeom>
              <a:avLst/>
              <a:gdLst/>
              <a:ahLst/>
              <a:cxnLst/>
              <a:rect l="l" t="t" r="r" b="b"/>
              <a:pathLst>
                <a:path w="334" h="501" extrusionOk="0">
                  <a:moveTo>
                    <a:pt x="167" y="0"/>
                  </a:moveTo>
                  <a:cubicBezTo>
                    <a:pt x="84" y="0"/>
                    <a:pt x="0" y="72"/>
                    <a:pt x="0" y="167"/>
                  </a:cubicBezTo>
                  <a:lnTo>
                    <a:pt x="0" y="346"/>
                  </a:lnTo>
                  <a:cubicBezTo>
                    <a:pt x="0" y="429"/>
                    <a:pt x="84" y="501"/>
                    <a:pt x="167" y="501"/>
                  </a:cubicBezTo>
                  <a:cubicBezTo>
                    <a:pt x="262" y="501"/>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65"/>
            <p:cNvSpPr/>
            <p:nvPr/>
          </p:nvSpPr>
          <p:spPr>
            <a:xfrm>
              <a:off x="5959157" y="4400423"/>
              <a:ext cx="10201" cy="15872"/>
            </a:xfrm>
            <a:custGeom>
              <a:avLst/>
              <a:gdLst/>
              <a:ahLst/>
              <a:cxnLst/>
              <a:rect l="l" t="t" r="r" b="b"/>
              <a:pathLst>
                <a:path w="322" h="501" extrusionOk="0">
                  <a:moveTo>
                    <a:pt x="167" y="0"/>
                  </a:moveTo>
                  <a:cubicBezTo>
                    <a:pt x="72" y="0"/>
                    <a:pt x="0" y="72"/>
                    <a:pt x="0" y="167"/>
                  </a:cubicBezTo>
                  <a:lnTo>
                    <a:pt x="0" y="346"/>
                  </a:lnTo>
                  <a:cubicBezTo>
                    <a:pt x="0" y="429"/>
                    <a:pt x="72" y="501"/>
                    <a:pt x="167" y="501"/>
                  </a:cubicBezTo>
                  <a:cubicBezTo>
                    <a:pt x="251" y="501"/>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65"/>
            <p:cNvSpPr/>
            <p:nvPr/>
          </p:nvSpPr>
          <p:spPr>
            <a:xfrm>
              <a:off x="5907867" y="4450667"/>
              <a:ext cx="45651" cy="16157"/>
            </a:xfrm>
            <a:custGeom>
              <a:avLst/>
              <a:gdLst/>
              <a:ahLst/>
              <a:cxnLst/>
              <a:rect l="l" t="t" r="r" b="b"/>
              <a:pathLst>
                <a:path w="1441" h="510" extrusionOk="0">
                  <a:moveTo>
                    <a:pt x="183" y="1"/>
                  </a:moveTo>
                  <a:cubicBezTo>
                    <a:pt x="140" y="1"/>
                    <a:pt x="95" y="16"/>
                    <a:pt x="60" y="46"/>
                  </a:cubicBezTo>
                  <a:cubicBezTo>
                    <a:pt x="0" y="105"/>
                    <a:pt x="0" y="212"/>
                    <a:pt x="60" y="284"/>
                  </a:cubicBezTo>
                  <a:cubicBezTo>
                    <a:pt x="203" y="427"/>
                    <a:pt x="441" y="510"/>
                    <a:pt x="691" y="510"/>
                  </a:cubicBezTo>
                  <a:cubicBezTo>
                    <a:pt x="965" y="510"/>
                    <a:pt x="1203" y="427"/>
                    <a:pt x="1334" y="284"/>
                  </a:cubicBezTo>
                  <a:cubicBezTo>
                    <a:pt x="1441" y="212"/>
                    <a:pt x="1441" y="105"/>
                    <a:pt x="1358" y="46"/>
                  </a:cubicBezTo>
                  <a:cubicBezTo>
                    <a:pt x="1328" y="16"/>
                    <a:pt x="1289" y="1"/>
                    <a:pt x="1249" y="1"/>
                  </a:cubicBezTo>
                  <a:cubicBezTo>
                    <a:pt x="1209" y="1"/>
                    <a:pt x="1167" y="16"/>
                    <a:pt x="1131" y="46"/>
                  </a:cubicBezTo>
                  <a:cubicBezTo>
                    <a:pt x="1060" y="105"/>
                    <a:pt x="917" y="188"/>
                    <a:pt x="715" y="188"/>
                  </a:cubicBezTo>
                  <a:cubicBezTo>
                    <a:pt x="500" y="188"/>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65"/>
            <p:cNvSpPr/>
            <p:nvPr/>
          </p:nvSpPr>
          <p:spPr>
            <a:xfrm>
              <a:off x="5790556" y="4261252"/>
              <a:ext cx="279513" cy="356083"/>
            </a:xfrm>
            <a:custGeom>
              <a:avLst/>
              <a:gdLst/>
              <a:ahLst/>
              <a:cxnLst/>
              <a:rect l="l" t="t" r="r" b="b"/>
              <a:pathLst>
                <a:path w="8823" h="11240" extrusionOk="0">
                  <a:moveTo>
                    <a:pt x="4441" y="2893"/>
                  </a:moveTo>
                  <a:cubicBezTo>
                    <a:pt x="4608" y="3048"/>
                    <a:pt x="4787" y="3203"/>
                    <a:pt x="4965" y="3334"/>
                  </a:cubicBezTo>
                  <a:lnTo>
                    <a:pt x="3906" y="3334"/>
                  </a:lnTo>
                  <a:cubicBezTo>
                    <a:pt x="4084" y="3203"/>
                    <a:pt x="4251" y="3048"/>
                    <a:pt x="4441" y="2893"/>
                  </a:cubicBezTo>
                  <a:close/>
                  <a:moveTo>
                    <a:pt x="6215" y="810"/>
                  </a:moveTo>
                  <a:cubicBezTo>
                    <a:pt x="6954" y="1262"/>
                    <a:pt x="7430" y="1976"/>
                    <a:pt x="7430" y="2798"/>
                  </a:cubicBezTo>
                  <a:cubicBezTo>
                    <a:pt x="7430" y="3310"/>
                    <a:pt x="7251" y="3798"/>
                    <a:pt x="6894" y="4203"/>
                  </a:cubicBezTo>
                  <a:cubicBezTo>
                    <a:pt x="6632" y="4060"/>
                    <a:pt x="5727" y="3608"/>
                    <a:pt x="4668" y="2655"/>
                  </a:cubicBezTo>
                  <a:cubicBezTo>
                    <a:pt x="5192" y="2155"/>
                    <a:pt x="5727" y="1548"/>
                    <a:pt x="6215" y="810"/>
                  </a:cubicBezTo>
                  <a:close/>
                  <a:moveTo>
                    <a:pt x="4430" y="333"/>
                  </a:moveTo>
                  <a:cubicBezTo>
                    <a:pt x="4977" y="333"/>
                    <a:pt x="5477" y="441"/>
                    <a:pt x="5930" y="667"/>
                  </a:cubicBezTo>
                  <a:cubicBezTo>
                    <a:pt x="4322" y="3012"/>
                    <a:pt x="2346" y="4036"/>
                    <a:pt x="1953" y="4215"/>
                  </a:cubicBezTo>
                  <a:cubicBezTo>
                    <a:pt x="1620" y="3786"/>
                    <a:pt x="1417" y="3310"/>
                    <a:pt x="1417" y="2798"/>
                  </a:cubicBezTo>
                  <a:cubicBezTo>
                    <a:pt x="1417" y="1429"/>
                    <a:pt x="2763" y="333"/>
                    <a:pt x="4430" y="333"/>
                  </a:cubicBezTo>
                  <a:close/>
                  <a:moveTo>
                    <a:pt x="5370" y="3643"/>
                  </a:moveTo>
                  <a:cubicBezTo>
                    <a:pt x="6037" y="4143"/>
                    <a:pt x="6561" y="4393"/>
                    <a:pt x="6739" y="4477"/>
                  </a:cubicBezTo>
                  <a:cubicBezTo>
                    <a:pt x="6799" y="4513"/>
                    <a:pt x="6858" y="4524"/>
                    <a:pt x="6930" y="4524"/>
                  </a:cubicBezTo>
                  <a:cubicBezTo>
                    <a:pt x="7073" y="4524"/>
                    <a:pt x="7216" y="4632"/>
                    <a:pt x="7227" y="4774"/>
                  </a:cubicBezTo>
                  <a:cubicBezTo>
                    <a:pt x="7239" y="4858"/>
                    <a:pt x="7216" y="4929"/>
                    <a:pt x="7156" y="4989"/>
                  </a:cubicBezTo>
                  <a:cubicBezTo>
                    <a:pt x="7097" y="5048"/>
                    <a:pt x="7013" y="5072"/>
                    <a:pt x="6942" y="5072"/>
                  </a:cubicBezTo>
                  <a:lnTo>
                    <a:pt x="6835" y="5072"/>
                  </a:lnTo>
                  <a:lnTo>
                    <a:pt x="6835" y="5060"/>
                  </a:lnTo>
                  <a:cubicBezTo>
                    <a:pt x="6835" y="4977"/>
                    <a:pt x="6763" y="4894"/>
                    <a:pt x="6680" y="4894"/>
                  </a:cubicBezTo>
                  <a:cubicBezTo>
                    <a:pt x="6585" y="4894"/>
                    <a:pt x="6513" y="4977"/>
                    <a:pt x="6513" y="5060"/>
                  </a:cubicBezTo>
                  <a:lnTo>
                    <a:pt x="6513" y="5251"/>
                  </a:lnTo>
                  <a:lnTo>
                    <a:pt x="6323" y="5251"/>
                  </a:lnTo>
                  <a:cubicBezTo>
                    <a:pt x="6227" y="5251"/>
                    <a:pt x="6156" y="5334"/>
                    <a:pt x="6156" y="5417"/>
                  </a:cubicBezTo>
                  <a:cubicBezTo>
                    <a:pt x="6156" y="5513"/>
                    <a:pt x="6227" y="5584"/>
                    <a:pt x="6323" y="5584"/>
                  </a:cubicBezTo>
                  <a:lnTo>
                    <a:pt x="6513" y="5584"/>
                  </a:lnTo>
                  <a:lnTo>
                    <a:pt x="6513" y="6656"/>
                  </a:lnTo>
                  <a:cubicBezTo>
                    <a:pt x="6549" y="7834"/>
                    <a:pt x="5608" y="8787"/>
                    <a:pt x="4430" y="8787"/>
                  </a:cubicBezTo>
                  <a:cubicBezTo>
                    <a:pt x="3251" y="8787"/>
                    <a:pt x="2298" y="7834"/>
                    <a:pt x="2298" y="6656"/>
                  </a:cubicBezTo>
                  <a:lnTo>
                    <a:pt x="2298" y="5584"/>
                  </a:lnTo>
                  <a:lnTo>
                    <a:pt x="5644" y="5584"/>
                  </a:lnTo>
                  <a:cubicBezTo>
                    <a:pt x="5739" y="5584"/>
                    <a:pt x="5811" y="5513"/>
                    <a:pt x="5811" y="5417"/>
                  </a:cubicBezTo>
                  <a:cubicBezTo>
                    <a:pt x="5811" y="5334"/>
                    <a:pt x="5739" y="5251"/>
                    <a:pt x="5644" y="5251"/>
                  </a:cubicBezTo>
                  <a:lnTo>
                    <a:pt x="2298" y="5251"/>
                  </a:lnTo>
                  <a:lnTo>
                    <a:pt x="2298" y="5060"/>
                  </a:lnTo>
                  <a:cubicBezTo>
                    <a:pt x="2298" y="4977"/>
                    <a:pt x="2227" y="4894"/>
                    <a:pt x="2132" y="4894"/>
                  </a:cubicBezTo>
                  <a:cubicBezTo>
                    <a:pt x="2048" y="4894"/>
                    <a:pt x="1977" y="4977"/>
                    <a:pt x="1977" y="5060"/>
                  </a:cubicBezTo>
                  <a:lnTo>
                    <a:pt x="1977" y="5072"/>
                  </a:lnTo>
                  <a:lnTo>
                    <a:pt x="1870" y="5072"/>
                  </a:lnTo>
                  <a:cubicBezTo>
                    <a:pt x="1798" y="5072"/>
                    <a:pt x="1715" y="5048"/>
                    <a:pt x="1655" y="4989"/>
                  </a:cubicBezTo>
                  <a:cubicBezTo>
                    <a:pt x="1596" y="4929"/>
                    <a:pt x="1584" y="4858"/>
                    <a:pt x="1584" y="4774"/>
                  </a:cubicBezTo>
                  <a:cubicBezTo>
                    <a:pt x="1596" y="4643"/>
                    <a:pt x="1739" y="4524"/>
                    <a:pt x="1882" y="4524"/>
                  </a:cubicBezTo>
                  <a:cubicBezTo>
                    <a:pt x="1953" y="4524"/>
                    <a:pt x="2013" y="4513"/>
                    <a:pt x="2072" y="4477"/>
                  </a:cubicBezTo>
                  <a:cubicBezTo>
                    <a:pt x="2251" y="4393"/>
                    <a:pt x="2775" y="4143"/>
                    <a:pt x="3441" y="3643"/>
                  </a:cubicBezTo>
                  <a:close/>
                  <a:moveTo>
                    <a:pt x="4418" y="0"/>
                  </a:moveTo>
                  <a:cubicBezTo>
                    <a:pt x="2584" y="0"/>
                    <a:pt x="1084" y="1250"/>
                    <a:pt x="1084" y="2798"/>
                  </a:cubicBezTo>
                  <a:cubicBezTo>
                    <a:pt x="1084" y="3334"/>
                    <a:pt x="1262" y="3846"/>
                    <a:pt x="1584" y="4286"/>
                  </a:cubicBezTo>
                  <a:cubicBezTo>
                    <a:pt x="1405" y="4382"/>
                    <a:pt x="1274" y="4560"/>
                    <a:pt x="1262" y="4763"/>
                  </a:cubicBezTo>
                  <a:cubicBezTo>
                    <a:pt x="1239" y="4929"/>
                    <a:pt x="1298" y="5108"/>
                    <a:pt x="1405" y="5227"/>
                  </a:cubicBezTo>
                  <a:cubicBezTo>
                    <a:pt x="1524" y="5346"/>
                    <a:pt x="1691" y="5417"/>
                    <a:pt x="1858" y="5417"/>
                  </a:cubicBezTo>
                  <a:lnTo>
                    <a:pt x="1953" y="5417"/>
                  </a:lnTo>
                  <a:lnTo>
                    <a:pt x="1953" y="6668"/>
                  </a:lnTo>
                  <a:cubicBezTo>
                    <a:pt x="1953" y="7144"/>
                    <a:pt x="2096" y="7596"/>
                    <a:pt x="2334" y="7977"/>
                  </a:cubicBezTo>
                  <a:lnTo>
                    <a:pt x="881" y="8394"/>
                  </a:lnTo>
                  <a:cubicBezTo>
                    <a:pt x="369" y="8537"/>
                    <a:pt x="0" y="9037"/>
                    <a:pt x="0" y="9573"/>
                  </a:cubicBezTo>
                  <a:lnTo>
                    <a:pt x="0" y="11073"/>
                  </a:lnTo>
                  <a:cubicBezTo>
                    <a:pt x="0" y="11156"/>
                    <a:pt x="84" y="11240"/>
                    <a:pt x="167" y="11240"/>
                  </a:cubicBezTo>
                  <a:cubicBezTo>
                    <a:pt x="262" y="11240"/>
                    <a:pt x="334" y="11156"/>
                    <a:pt x="334" y="11073"/>
                  </a:cubicBezTo>
                  <a:lnTo>
                    <a:pt x="334" y="9573"/>
                  </a:lnTo>
                  <a:cubicBezTo>
                    <a:pt x="334" y="9180"/>
                    <a:pt x="596" y="8823"/>
                    <a:pt x="977" y="8715"/>
                  </a:cubicBezTo>
                  <a:lnTo>
                    <a:pt x="1405" y="8584"/>
                  </a:lnTo>
                  <a:lnTo>
                    <a:pt x="1405" y="11073"/>
                  </a:lnTo>
                  <a:cubicBezTo>
                    <a:pt x="1405" y="11156"/>
                    <a:pt x="1477" y="11240"/>
                    <a:pt x="1572" y="11240"/>
                  </a:cubicBezTo>
                  <a:cubicBezTo>
                    <a:pt x="1655" y="11240"/>
                    <a:pt x="1727" y="11156"/>
                    <a:pt x="1727" y="11073"/>
                  </a:cubicBezTo>
                  <a:lnTo>
                    <a:pt x="1727" y="8501"/>
                  </a:lnTo>
                  <a:lnTo>
                    <a:pt x="2525" y="8263"/>
                  </a:lnTo>
                  <a:cubicBezTo>
                    <a:pt x="2560" y="8299"/>
                    <a:pt x="2596" y="8346"/>
                    <a:pt x="2644" y="8394"/>
                  </a:cubicBezTo>
                  <a:lnTo>
                    <a:pt x="2644" y="8954"/>
                  </a:lnTo>
                  <a:cubicBezTo>
                    <a:pt x="2644" y="9049"/>
                    <a:pt x="2715" y="9120"/>
                    <a:pt x="2798" y="9120"/>
                  </a:cubicBezTo>
                  <a:cubicBezTo>
                    <a:pt x="2894" y="9120"/>
                    <a:pt x="2965" y="9049"/>
                    <a:pt x="2965" y="8954"/>
                  </a:cubicBezTo>
                  <a:lnTo>
                    <a:pt x="2965" y="8680"/>
                  </a:lnTo>
                  <a:cubicBezTo>
                    <a:pt x="3370" y="8954"/>
                    <a:pt x="3858" y="9120"/>
                    <a:pt x="4382" y="9120"/>
                  </a:cubicBezTo>
                  <a:cubicBezTo>
                    <a:pt x="4906" y="9120"/>
                    <a:pt x="5394" y="8954"/>
                    <a:pt x="5799" y="8680"/>
                  </a:cubicBezTo>
                  <a:lnTo>
                    <a:pt x="5799" y="11073"/>
                  </a:lnTo>
                  <a:cubicBezTo>
                    <a:pt x="5799" y="11156"/>
                    <a:pt x="5870" y="11240"/>
                    <a:pt x="5954" y="11240"/>
                  </a:cubicBezTo>
                  <a:cubicBezTo>
                    <a:pt x="6049" y="11240"/>
                    <a:pt x="6120" y="11156"/>
                    <a:pt x="6120" y="11073"/>
                  </a:cubicBezTo>
                  <a:lnTo>
                    <a:pt x="6120" y="8394"/>
                  </a:lnTo>
                  <a:cubicBezTo>
                    <a:pt x="6168" y="8346"/>
                    <a:pt x="6192" y="8299"/>
                    <a:pt x="6239" y="8263"/>
                  </a:cubicBezTo>
                  <a:lnTo>
                    <a:pt x="7025" y="8477"/>
                  </a:lnTo>
                  <a:lnTo>
                    <a:pt x="7025" y="11061"/>
                  </a:lnTo>
                  <a:cubicBezTo>
                    <a:pt x="7025" y="11144"/>
                    <a:pt x="7108" y="11216"/>
                    <a:pt x="7192" y="11216"/>
                  </a:cubicBezTo>
                  <a:cubicBezTo>
                    <a:pt x="7287" y="11216"/>
                    <a:pt x="7358" y="11144"/>
                    <a:pt x="7358" y="11061"/>
                  </a:cubicBezTo>
                  <a:lnTo>
                    <a:pt x="7358" y="8573"/>
                  </a:lnTo>
                  <a:lnTo>
                    <a:pt x="7787" y="8704"/>
                  </a:lnTo>
                  <a:cubicBezTo>
                    <a:pt x="8156" y="8811"/>
                    <a:pt x="8430" y="9168"/>
                    <a:pt x="8430" y="9549"/>
                  </a:cubicBezTo>
                  <a:lnTo>
                    <a:pt x="8430" y="11061"/>
                  </a:lnTo>
                  <a:cubicBezTo>
                    <a:pt x="8430" y="11144"/>
                    <a:pt x="8501" y="11216"/>
                    <a:pt x="8597" y="11216"/>
                  </a:cubicBezTo>
                  <a:cubicBezTo>
                    <a:pt x="8680" y="11216"/>
                    <a:pt x="8751" y="11144"/>
                    <a:pt x="8751" y="11061"/>
                  </a:cubicBezTo>
                  <a:lnTo>
                    <a:pt x="8751" y="9549"/>
                  </a:lnTo>
                  <a:cubicBezTo>
                    <a:pt x="8823" y="9037"/>
                    <a:pt x="8466" y="8549"/>
                    <a:pt x="7942" y="8394"/>
                  </a:cubicBezTo>
                  <a:lnTo>
                    <a:pt x="6501" y="7977"/>
                  </a:lnTo>
                  <a:cubicBezTo>
                    <a:pt x="6739" y="7608"/>
                    <a:pt x="6870" y="7144"/>
                    <a:pt x="6870" y="6668"/>
                  </a:cubicBezTo>
                  <a:lnTo>
                    <a:pt x="6870" y="5417"/>
                  </a:lnTo>
                  <a:lnTo>
                    <a:pt x="6977" y="5417"/>
                  </a:lnTo>
                  <a:cubicBezTo>
                    <a:pt x="7132" y="5417"/>
                    <a:pt x="7299" y="5346"/>
                    <a:pt x="7418" y="5227"/>
                  </a:cubicBezTo>
                  <a:cubicBezTo>
                    <a:pt x="7537" y="5108"/>
                    <a:pt x="7585" y="4929"/>
                    <a:pt x="7573" y="4763"/>
                  </a:cubicBezTo>
                  <a:cubicBezTo>
                    <a:pt x="7549" y="4560"/>
                    <a:pt x="7418" y="4393"/>
                    <a:pt x="7239" y="4286"/>
                  </a:cubicBezTo>
                  <a:cubicBezTo>
                    <a:pt x="7573" y="3846"/>
                    <a:pt x="7751" y="3334"/>
                    <a:pt x="7751" y="2798"/>
                  </a:cubicBezTo>
                  <a:cubicBezTo>
                    <a:pt x="7751" y="1250"/>
                    <a:pt x="6263" y="0"/>
                    <a:pt x="4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65"/>
            <p:cNvSpPr/>
            <p:nvPr/>
          </p:nvSpPr>
          <p:spPr>
            <a:xfrm>
              <a:off x="5875807" y="4562244"/>
              <a:ext cx="10201" cy="55092"/>
            </a:xfrm>
            <a:custGeom>
              <a:avLst/>
              <a:gdLst/>
              <a:ahLst/>
              <a:cxnLst/>
              <a:rect l="l" t="t" r="r" b="b"/>
              <a:pathLst>
                <a:path w="322" h="1739" extrusionOk="0">
                  <a:moveTo>
                    <a:pt x="155" y="0"/>
                  </a:moveTo>
                  <a:cubicBezTo>
                    <a:pt x="72" y="0"/>
                    <a:pt x="0" y="72"/>
                    <a:pt x="0" y="155"/>
                  </a:cubicBezTo>
                  <a:lnTo>
                    <a:pt x="0" y="1572"/>
                  </a:lnTo>
                  <a:cubicBezTo>
                    <a:pt x="0" y="1667"/>
                    <a:pt x="72" y="1739"/>
                    <a:pt x="155" y="1739"/>
                  </a:cubicBezTo>
                  <a:cubicBezTo>
                    <a:pt x="250" y="1739"/>
                    <a:pt x="322" y="1667"/>
                    <a:pt x="322" y="1572"/>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65"/>
            <p:cNvSpPr/>
            <p:nvPr/>
          </p:nvSpPr>
          <p:spPr>
            <a:xfrm>
              <a:off x="5925576" y="4567883"/>
              <a:ext cx="10613" cy="10233"/>
            </a:xfrm>
            <a:custGeom>
              <a:avLst/>
              <a:gdLst/>
              <a:ahLst/>
              <a:cxnLst/>
              <a:rect l="l" t="t" r="r" b="b"/>
              <a:pathLst>
                <a:path w="335" h="323" extrusionOk="0">
                  <a:moveTo>
                    <a:pt x="168" y="1"/>
                  </a:moveTo>
                  <a:cubicBezTo>
                    <a:pt x="72" y="1"/>
                    <a:pt x="1" y="72"/>
                    <a:pt x="1" y="156"/>
                  </a:cubicBezTo>
                  <a:cubicBezTo>
                    <a:pt x="1" y="251"/>
                    <a:pt x="72" y="322"/>
                    <a:pt x="168" y="322"/>
                  </a:cubicBezTo>
                  <a:cubicBezTo>
                    <a:pt x="251" y="322"/>
                    <a:pt x="322" y="251"/>
                    <a:pt x="322" y="156"/>
                  </a:cubicBezTo>
                  <a:cubicBezTo>
                    <a:pt x="334" y="60"/>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65"/>
            <p:cNvSpPr/>
            <p:nvPr/>
          </p:nvSpPr>
          <p:spPr>
            <a:xfrm>
              <a:off x="5925576" y="4600703"/>
              <a:ext cx="10613" cy="10613"/>
            </a:xfrm>
            <a:custGeom>
              <a:avLst/>
              <a:gdLst/>
              <a:ahLst/>
              <a:cxnLst/>
              <a:rect l="l" t="t" r="r" b="b"/>
              <a:pathLst>
                <a:path w="335" h="335" extrusionOk="0">
                  <a:moveTo>
                    <a:pt x="168" y="1"/>
                  </a:moveTo>
                  <a:cubicBezTo>
                    <a:pt x="72" y="1"/>
                    <a:pt x="1" y="72"/>
                    <a:pt x="1" y="167"/>
                  </a:cubicBezTo>
                  <a:cubicBezTo>
                    <a:pt x="1" y="251"/>
                    <a:pt x="72" y="334"/>
                    <a:pt x="168" y="334"/>
                  </a:cubicBezTo>
                  <a:cubicBezTo>
                    <a:pt x="251" y="334"/>
                    <a:pt x="322" y="251"/>
                    <a:pt x="322" y="167"/>
                  </a:cubicBez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6" name="Google Shape;11046;p65"/>
          <p:cNvGrpSpPr/>
          <p:nvPr/>
        </p:nvGrpSpPr>
        <p:grpSpPr>
          <a:xfrm>
            <a:off x="5341333" y="4085852"/>
            <a:ext cx="278752" cy="356463"/>
            <a:chOff x="5341333" y="4261252"/>
            <a:chExt cx="278752" cy="356463"/>
          </a:xfrm>
        </p:grpSpPr>
        <p:sp>
          <p:nvSpPr>
            <p:cNvPr id="11047" name="Google Shape;11047;p65"/>
            <p:cNvSpPr/>
            <p:nvPr/>
          </p:nvSpPr>
          <p:spPr>
            <a:xfrm>
              <a:off x="5442773" y="4383442"/>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34" y="429"/>
                    <a:pt x="334" y="346"/>
                  </a:cubicBezTo>
                  <a:lnTo>
                    <a:pt x="334"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65"/>
            <p:cNvSpPr/>
            <p:nvPr/>
          </p:nvSpPr>
          <p:spPr>
            <a:xfrm>
              <a:off x="5509174" y="4383442"/>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50" y="501"/>
                    <a:pt x="334" y="429"/>
                    <a:pt x="334" y="346"/>
                  </a:cubicBezTo>
                  <a:lnTo>
                    <a:pt x="334"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65"/>
            <p:cNvSpPr/>
            <p:nvPr/>
          </p:nvSpPr>
          <p:spPr>
            <a:xfrm>
              <a:off x="5458232" y="4422377"/>
              <a:ext cx="45302" cy="16157"/>
            </a:xfrm>
            <a:custGeom>
              <a:avLst/>
              <a:gdLst/>
              <a:ahLst/>
              <a:cxnLst/>
              <a:rect l="l" t="t" r="r" b="b"/>
              <a:pathLst>
                <a:path w="1430" h="510" extrusionOk="0">
                  <a:moveTo>
                    <a:pt x="189" y="1"/>
                  </a:moveTo>
                  <a:cubicBezTo>
                    <a:pt x="147" y="1"/>
                    <a:pt x="102" y="16"/>
                    <a:pt x="61" y="46"/>
                  </a:cubicBezTo>
                  <a:cubicBezTo>
                    <a:pt x="1" y="105"/>
                    <a:pt x="1" y="212"/>
                    <a:pt x="61" y="284"/>
                  </a:cubicBezTo>
                  <a:cubicBezTo>
                    <a:pt x="215" y="427"/>
                    <a:pt x="453" y="510"/>
                    <a:pt x="703" y="510"/>
                  </a:cubicBezTo>
                  <a:cubicBezTo>
                    <a:pt x="953" y="510"/>
                    <a:pt x="1215" y="427"/>
                    <a:pt x="1346" y="284"/>
                  </a:cubicBezTo>
                  <a:cubicBezTo>
                    <a:pt x="1430" y="224"/>
                    <a:pt x="1430" y="129"/>
                    <a:pt x="1370" y="46"/>
                  </a:cubicBezTo>
                  <a:cubicBezTo>
                    <a:pt x="1340" y="16"/>
                    <a:pt x="1302" y="1"/>
                    <a:pt x="1260" y="1"/>
                  </a:cubicBezTo>
                  <a:cubicBezTo>
                    <a:pt x="1218" y="1"/>
                    <a:pt x="1174" y="16"/>
                    <a:pt x="1132" y="46"/>
                  </a:cubicBezTo>
                  <a:cubicBezTo>
                    <a:pt x="1073" y="105"/>
                    <a:pt x="930" y="189"/>
                    <a:pt x="715" y="189"/>
                  </a:cubicBezTo>
                  <a:cubicBezTo>
                    <a:pt x="513" y="189"/>
                    <a:pt x="358" y="105"/>
                    <a:pt x="299" y="46"/>
                  </a:cubicBezTo>
                  <a:cubicBezTo>
                    <a:pt x="269" y="16"/>
                    <a:pt x="230"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65"/>
            <p:cNvSpPr/>
            <p:nvPr/>
          </p:nvSpPr>
          <p:spPr>
            <a:xfrm>
              <a:off x="5437134" y="4572793"/>
              <a:ext cx="10581" cy="44162"/>
            </a:xfrm>
            <a:custGeom>
              <a:avLst/>
              <a:gdLst/>
              <a:ahLst/>
              <a:cxnLst/>
              <a:rect l="l" t="t" r="r" b="b"/>
              <a:pathLst>
                <a:path w="334" h="1394" extrusionOk="0">
                  <a:moveTo>
                    <a:pt x="167" y="1"/>
                  </a:moveTo>
                  <a:cubicBezTo>
                    <a:pt x="72" y="1"/>
                    <a:pt x="0" y="84"/>
                    <a:pt x="0" y="167"/>
                  </a:cubicBezTo>
                  <a:lnTo>
                    <a:pt x="0" y="1227"/>
                  </a:lnTo>
                  <a:cubicBezTo>
                    <a:pt x="0" y="1310"/>
                    <a:pt x="72" y="1394"/>
                    <a:pt x="167" y="1394"/>
                  </a:cubicBezTo>
                  <a:cubicBezTo>
                    <a:pt x="250" y="1394"/>
                    <a:pt x="334" y="1310"/>
                    <a:pt x="334" y="1227"/>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65"/>
            <p:cNvSpPr/>
            <p:nvPr/>
          </p:nvSpPr>
          <p:spPr>
            <a:xfrm>
              <a:off x="5341333" y="4261252"/>
              <a:ext cx="278752" cy="356463"/>
            </a:xfrm>
            <a:custGeom>
              <a:avLst/>
              <a:gdLst/>
              <a:ahLst/>
              <a:cxnLst/>
              <a:rect l="l" t="t" r="r" b="b"/>
              <a:pathLst>
                <a:path w="8799" h="11252" extrusionOk="0">
                  <a:moveTo>
                    <a:pt x="4941" y="333"/>
                  </a:moveTo>
                  <a:cubicBezTo>
                    <a:pt x="4941" y="333"/>
                    <a:pt x="4953" y="333"/>
                    <a:pt x="4953" y="345"/>
                  </a:cubicBezTo>
                  <a:lnTo>
                    <a:pt x="4953" y="1084"/>
                  </a:lnTo>
                  <a:cubicBezTo>
                    <a:pt x="4953" y="1250"/>
                    <a:pt x="4894" y="1417"/>
                    <a:pt x="4798" y="1536"/>
                  </a:cubicBezTo>
                  <a:lnTo>
                    <a:pt x="4429" y="2000"/>
                  </a:lnTo>
                  <a:lnTo>
                    <a:pt x="4393" y="2000"/>
                  </a:lnTo>
                  <a:lnTo>
                    <a:pt x="4024" y="1536"/>
                  </a:lnTo>
                  <a:cubicBezTo>
                    <a:pt x="3917" y="1417"/>
                    <a:pt x="3858" y="1250"/>
                    <a:pt x="3858" y="1084"/>
                  </a:cubicBezTo>
                  <a:lnTo>
                    <a:pt x="3893" y="333"/>
                  </a:lnTo>
                  <a:close/>
                  <a:moveTo>
                    <a:pt x="2310" y="3143"/>
                  </a:moveTo>
                  <a:lnTo>
                    <a:pt x="2310" y="3500"/>
                  </a:lnTo>
                  <a:cubicBezTo>
                    <a:pt x="2310" y="3608"/>
                    <a:pt x="2227" y="3691"/>
                    <a:pt x="2119" y="3691"/>
                  </a:cubicBezTo>
                  <a:lnTo>
                    <a:pt x="1941" y="3691"/>
                  </a:lnTo>
                  <a:lnTo>
                    <a:pt x="1941" y="3143"/>
                  </a:lnTo>
                  <a:close/>
                  <a:moveTo>
                    <a:pt x="6894" y="3143"/>
                  </a:moveTo>
                  <a:lnTo>
                    <a:pt x="6894" y="3691"/>
                  </a:lnTo>
                  <a:lnTo>
                    <a:pt x="6703" y="3691"/>
                  </a:lnTo>
                  <a:cubicBezTo>
                    <a:pt x="6596" y="3691"/>
                    <a:pt x="6513" y="3608"/>
                    <a:pt x="6513" y="3500"/>
                  </a:cubicBezTo>
                  <a:lnTo>
                    <a:pt x="6513" y="3143"/>
                  </a:lnTo>
                  <a:close/>
                  <a:moveTo>
                    <a:pt x="1607" y="3191"/>
                  </a:moveTo>
                  <a:lnTo>
                    <a:pt x="1607" y="3751"/>
                  </a:lnTo>
                  <a:cubicBezTo>
                    <a:pt x="1417" y="3846"/>
                    <a:pt x="1286" y="4012"/>
                    <a:pt x="1274" y="4227"/>
                  </a:cubicBezTo>
                  <a:cubicBezTo>
                    <a:pt x="1250" y="4393"/>
                    <a:pt x="1310" y="4572"/>
                    <a:pt x="1417" y="4691"/>
                  </a:cubicBezTo>
                  <a:cubicBezTo>
                    <a:pt x="1536" y="4810"/>
                    <a:pt x="1703" y="4882"/>
                    <a:pt x="1869" y="4882"/>
                  </a:cubicBezTo>
                  <a:lnTo>
                    <a:pt x="1976" y="4882"/>
                  </a:lnTo>
                  <a:cubicBezTo>
                    <a:pt x="2012" y="5132"/>
                    <a:pt x="2096" y="5394"/>
                    <a:pt x="2203" y="5608"/>
                  </a:cubicBezTo>
                  <a:lnTo>
                    <a:pt x="1953" y="5608"/>
                  </a:lnTo>
                  <a:lnTo>
                    <a:pt x="1953" y="5632"/>
                  </a:lnTo>
                  <a:cubicBezTo>
                    <a:pt x="1274" y="5632"/>
                    <a:pt x="703" y="5072"/>
                    <a:pt x="703" y="4382"/>
                  </a:cubicBezTo>
                  <a:cubicBezTo>
                    <a:pt x="703" y="3810"/>
                    <a:pt x="1084" y="3334"/>
                    <a:pt x="1607" y="3191"/>
                  </a:cubicBezTo>
                  <a:close/>
                  <a:moveTo>
                    <a:pt x="7239" y="3194"/>
                  </a:moveTo>
                  <a:cubicBezTo>
                    <a:pt x="7745" y="3341"/>
                    <a:pt x="8132" y="3814"/>
                    <a:pt x="8132" y="4382"/>
                  </a:cubicBezTo>
                  <a:cubicBezTo>
                    <a:pt x="8132" y="5060"/>
                    <a:pt x="7572" y="5632"/>
                    <a:pt x="6882" y="5632"/>
                  </a:cubicBezTo>
                  <a:lnTo>
                    <a:pt x="6620" y="5632"/>
                  </a:lnTo>
                  <a:cubicBezTo>
                    <a:pt x="6727" y="5405"/>
                    <a:pt x="6799" y="5155"/>
                    <a:pt x="6846" y="4894"/>
                  </a:cubicBezTo>
                  <a:lnTo>
                    <a:pt x="6953" y="4894"/>
                  </a:lnTo>
                  <a:cubicBezTo>
                    <a:pt x="7275" y="4894"/>
                    <a:pt x="7549" y="4655"/>
                    <a:pt x="7572" y="4358"/>
                  </a:cubicBezTo>
                  <a:cubicBezTo>
                    <a:pt x="7596" y="4203"/>
                    <a:pt x="7537" y="4024"/>
                    <a:pt x="7430" y="3905"/>
                  </a:cubicBezTo>
                  <a:cubicBezTo>
                    <a:pt x="7370" y="3846"/>
                    <a:pt x="7310" y="3798"/>
                    <a:pt x="7239" y="3751"/>
                  </a:cubicBezTo>
                  <a:lnTo>
                    <a:pt x="7239" y="3194"/>
                  </a:lnTo>
                  <a:close/>
                  <a:moveTo>
                    <a:pt x="5239" y="655"/>
                  </a:moveTo>
                  <a:cubicBezTo>
                    <a:pt x="5703" y="822"/>
                    <a:pt x="6096" y="1084"/>
                    <a:pt x="6406" y="1465"/>
                  </a:cubicBezTo>
                  <a:cubicBezTo>
                    <a:pt x="6727" y="1846"/>
                    <a:pt x="6929" y="2322"/>
                    <a:pt x="7001" y="2810"/>
                  </a:cubicBezTo>
                  <a:lnTo>
                    <a:pt x="5953" y="2810"/>
                  </a:lnTo>
                  <a:cubicBezTo>
                    <a:pt x="5870" y="2810"/>
                    <a:pt x="5798" y="2893"/>
                    <a:pt x="5798" y="2977"/>
                  </a:cubicBezTo>
                  <a:cubicBezTo>
                    <a:pt x="5798" y="3072"/>
                    <a:pt x="5870" y="3143"/>
                    <a:pt x="5953" y="3143"/>
                  </a:cubicBezTo>
                  <a:lnTo>
                    <a:pt x="6144" y="3143"/>
                  </a:lnTo>
                  <a:lnTo>
                    <a:pt x="6144" y="3500"/>
                  </a:lnTo>
                  <a:cubicBezTo>
                    <a:pt x="6144" y="3786"/>
                    <a:pt x="6382" y="4024"/>
                    <a:pt x="6668" y="4024"/>
                  </a:cubicBezTo>
                  <a:lnTo>
                    <a:pt x="6941" y="4024"/>
                  </a:lnTo>
                  <a:cubicBezTo>
                    <a:pt x="7013" y="4024"/>
                    <a:pt x="7084" y="4048"/>
                    <a:pt x="7144" y="4108"/>
                  </a:cubicBezTo>
                  <a:cubicBezTo>
                    <a:pt x="7203" y="4167"/>
                    <a:pt x="7227" y="4239"/>
                    <a:pt x="7227" y="4322"/>
                  </a:cubicBezTo>
                  <a:cubicBezTo>
                    <a:pt x="7203" y="4453"/>
                    <a:pt x="7072" y="4572"/>
                    <a:pt x="6929" y="4572"/>
                  </a:cubicBezTo>
                  <a:lnTo>
                    <a:pt x="6846" y="4572"/>
                  </a:lnTo>
                  <a:lnTo>
                    <a:pt x="6846" y="4560"/>
                  </a:lnTo>
                  <a:cubicBezTo>
                    <a:pt x="6846" y="4465"/>
                    <a:pt x="6775" y="4393"/>
                    <a:pt x="6691" y="4393"/>
                  </a:cubicBezTo>
                  <a:cubicBezTo>
                    <a:pt x="6596" y="4393"/>
                    <a:pt x="6525" y="4465"/>
                    <a:pt x="6525" y="4560"/>
                  </a:cubicBezTo>
                  <a:cubicBezTo>
                    <a:pt x="6537" y="5727"/>
                    <a:pt x="5584" y="6679"/>
                    <a:pt x="4405" y="6679"/>
                  </a:cubicBezTo>
                  <a:cubicBezTo>
                    <a:pt x="3239" y="6679"/>
                    <a:pt x="2286" y="5727"/>
                    <a:pt x="2286" y="4560"/>
                  </a:cubicBezTo>
                  <a:cubicBezTo>
                    <a:pt x="2286" y="4465"/>
                    <a:pt x="2203" y="4393"/>
                    <a:pt x="2119" y="4393"/>
                  </a:cubicBezTo>
                  <a:cubicBezTo>
                    <a:pt x="2024" y="4393"/>
                    <a:pt x="1953" y="4465"/>
                    <a:pt x="1953" y="4560"/>
                  </a:cubicBezTo>
                  <a:lnTo>
                    <a:pt x="1953" y="4572"/>
                  </a:lnTo>
                  <a:lnTo>
                    <a:pt x="1846" y="4572"/>
                  </a:lnTo>
                  <a:cubicBezTo>
                    <a:pt x="1774" y="4572"/>
                    <a:pt x="1703" y="4536"/>
                    <a:pt x="1643" y="4477"/>
                  </a:cubicBezTo>
                  <a:cubicBezTo>
                    <a:pt x="1584" y="4417"/>
                    <a:pt x="1572" y="4346"/>
                    <a:pt x="1572" y="4274"/>
                  </a:cubicBezTo>
                  <a:cubicBezTo>
                    <a:pt x="1584" y="4143"/>
                    <a:pt x="1715" y="4024"/>
                    <a:pt x="1869" y="4024"/>
                  </a:cubicBezTo>
                  <a:lnTo>
                    <a:pt x="2107" y="4024"/>
                  </a:lnTo>
                  <a:cubicBezTo>
                    <a:pt x="2381" y="4024"/>
                    <a:pt x="2619" y="3786"/>
                    <a:pt x="2619" y="3500"/>
                  </a:cubicBezTo>
                  <a:lnTo>
                    <a:pt x="2619" y="3143"/>
                  </a:lnTo>
                  <a:lnTo>
                    <a:pt x="5275" y="3143"/>
                  </a:lnTo>
                  <a:cubicBezTo>
                    <a:pt x="5358" y="3143"/>
                    <a:pt x="5441" y="3072"/>
                    <a:pt x="5441" y="2977"/>
                  </a:cubicBezTo>
                  <a:cubicBezTo>
                    <a:pt x="5441" y="2893"/>
                    <a:pt x="5358" y="2810"/>
                    <a:pt x="5275" y="2810"/>
                  </a:cubicBezTo>
                  <a:lnTo>
                    <a:pt x="1762" y="2810"/>
                  </a:lnTo>
                  <a:cubicBezTo>
                    <a:pt x="1822" y="2310"/>
                    <a:pt x="2024" y="1846"/>
                    <a:pt x="2357" y="1465"/>
                  </a:cubicBezTo>
                  <a:cubicBezTo>
                    <a:pt x="2667" y="1084"/>
                    <a:pt x="3072" y="810"/>
                    <a:pt x="3512" y="655"/>
                  </a:cubicBezTo>
                  <a:lnTo>
                    <a:pt x="3512" y="1084"/>
                  </a:lnTo>
                  <a:cubicBezTo>
                    <a:pt x="3512" y="1322"/>
                    <a:pt x="3596" y="1548"/>
                    <a:pt x="3739" y="1738"/>
                  </a:cubicBezTo>
                  <a:lnTo>
                    <a:pt x="4108" y="2203"/>
                  </a:lnTo>
                  <a:cubicBezTo>
                    <a:pt x="4167" y="2274"/>
                    <a:pt x="4274" y="2334"/>
                    <a:pt x="4382" y="2334"/>
                  </a:cubicBezTo>
                  <a:cubicBezTo>
                    <a:pt x="4489" y="2334"/>
                    <a:pt x="4572" y="2298"/>
                    <a:pt x="4643" y="2203"/>
                  </a:cubicBezTo>
                  <a:lnTo>
                    <a:pt x="5024" y="1738"/>
                  </a:lnTo>
                  <a:cubicBezTo>
                    <a:pt x="5167" y="1560"/>
                    <a:pt x="5239" y="1322"/>
                    <a:pt x="5239" y="1084"/>
                  </a:cubicBezTo>
                  <a:lnTo>
                    <a:pt x="5239" y="655"/>
                  </a:lnTo>
                  <a:close/>
                  <a:moveTo>
                    <a:pt x="5477" y="6763"/>
                  </a:moveTo>
                  <a:lnTo>
                    <a:pt x="5477" y="7953"/>
                  </a:lnTo>
                  <a:cubicBezTo>
                    <a:pt x="5215" y="8263"/>
                    <a:pt x="4822" y="8442"/>
                    <a:pt x="4405" y="8442"/>
                  </a:cubicBezTo>
                  <a:cubicBezTo>
                    <a:pt x="3989" y="8442"/>
                    <a:pt x="3608" y="8263"/>
                    <a:pt x="3334" y="7953"/>
                  </a:cubicBezTo>
                  <a:lnTo>
                    <a:pt x="3334" y="6763"/>
                  </a:lnTo>
                  <a:cubicBezTo>
                    <a:pt x="3667" y="6918"/>
                    <a:pt x="4024" y="7001"/>
                    <a:pt x="4405" y="7001"/>
                  </a:cubicBezTo>
                  <a:cubicBezTo>
                    <a:pt x="4798" y="7001"/>
                    <a:pt x="5155" y="6906"/>
                    <a:pt x="5477" y="6763"/>
                  </a:cubicBezTo>
                  <a:close/>
                  <a:moveTo>
                    <a:pt x="5477" y="8406"/>
                  </a:moveTo>
                  <a:lnTo>
                    <a:pt x="5477" y="8858"/>
                  </a:lnTo>
                  <a:cubicBezTo>
                    <a:pt x="5155" y="9049"/>
                    <a:pt x="4798" y="9144"/>
                    <a:pt x="4405" y="9144"/>
                  </a:cubicBezTo>
                  <a:cubicBezTo>
                    <a:pt x="4024" y="9144"/>
                    <a:pt x="3667" y="9037"/>
                    <a:pt x="3334" y="8858"/>
                  </a:cubicBezTo>
                  <a:lnTo>
                    <a:pt x="3334" y="8406"/>
                  </a:lnTo>
                  <a:cubicBezTo>
                    <a:pt x="3631" y="8644"/>
                    <a:pt x="4001" y="8763"/>
                    <a:pt x="4405" y="8763"/>
                  </a:cubicBezTo>
                  <a:cubicBezTo>
                    <a:pt x="4810" y="8763"/>
                    <a:pt x="5167" y="8632"/>
                    <a:pt x="5477" y="8406"/>
                  </a:cubicBezTo>
                  <a:close/>
                  <a:moveTo>
                    <a:pt x="3870" y="0"/>
                  </a:moveTo>
                  <a:cubicBezTo>
                    <a:pt x="3691" y="0"/>
                    <a:pt x="3548" y="131"/>
                    <a:pt x="3536" y="298"/>
                  </a:cubicBezTo>
                  <a:cubicBezTo>
                    <a:pt x="2977" y="464"/>
                    <a:pt x="2488" y="786"/>
                    <a:pt x="2107" y="1238"/>
                  </a:cubicBezTo>
                  <a:cubicBezTo>
                    <a:pt x="1715" y="1715"/>
                    <a:pt x="1476" y="2274"/>
                    <a:pt x="1417" y="2893"/>
                  </a:cubicBezTo>
                  <a:cubicBezTo>
                    <a:pt x="798" y="3096"/>
                    <a:pt x="345" y="3691"/>
                    <a:pt x="345" y="4382"/>
                  </a:cubicBezTo>
                  <a:cubicBezTo>
                    <a:pt x="345" y="5239"/>
                    <a:pt x="1048" y="5953"/>
                    <a:pt x="1929" y="5953"/>
                  </a:cubicBezTo>
                  <a:lnTo>
                    <a:pt x="2369" y="5953"/>
                  </a:lnTo>
                  <a:lnTo>
                    <a:pt x="2500" y="6132"/>
                  </a:lnTo>
                  <a:lnTo>
                    <a:pt x="1298" y="6846"/>
                  </a:lnTo>
                  <a:cubicBezTo>
                    <a:pt x="1167" y="6918"/>
                    <a:pt x="1072" y="7060"/>
                    <a:pt x="1060" y="7203"/>
                  </a:cubicBezTo>
                  <a:cubicBezTo>
                    <a:pt x="1036" y="7358"/>
                    <a:pt x="1072" y="7501"/>
                    <a:pt x="1167" y="7620"/>
                  </a:cubicBezTo>
                  <a:lnTo>
                    <a:pt x="1512" y="8037"/>
                  </a:lnTo>
                  <a:lnTo>
                    <a:pt x="1000" y="8192"/>
                  </a:lnTo>
                  <a:cubicBezTo>
                    <a:pt x="405" y="8370"/>
                    <a:pt x="0" y="8918"/>
                    <a:pt x="0" y="9525"/>
                  </a:cubicBezTo>
                  <a:lnTo>
                    <a:pt x="0" y="11073"/>
                  </a:lnTo>
                  <a:cubicBezTo>
                    <a:pt x="0" y="11168"/>
                    <a:pt x="83" y="11240"/>
                    <a:pt x="167" y="11240"/>
                  </a:cubicBezTo>
                  <a:cubicBezTo>
                    <a:pt x="262" y="11240"/>
                    <a:pt x="333" y="11168"/>
                    <a:pt x="333" y="11073"/>
                  </a:cubicBezTo>
                  <a:lnTo>
                    <a:pt x="333" y="9525"/>
                  </a:lnTo>
                  <a:cubicBezTo>
                    <a:pt x="333" y="9049"/>
                    <a:pt x="643" y="8632"/>
                    <a:pt x="1095" y="8501"/>
                  </a:cubicBezTo>
                  <a:lnTo>
                    <a:pt x="1726" y="8311"/>
                  </a:lnTo>
                  <a:lnTo>
                    <a:pt x="2203" y="8906"/>
                  </a:lnTo>
                  <a:cubicBezTo>
                    <a:pt x="2250" y="8965"/>
                    <a:pt x="2286" y="9049"/>
                    <a:pt x="2286" y="9120"/>
                  </a:cubicBezTo>
                  <a:lnTo>
                    <a:pt x="2286" y="11049"/>
                  </a:lnTo>
                  <a:cubicBezTo>
                    <a:pt x="2286" y="11132"/>
                    <a:pt x="2357" y="11204"/>
                    <a:pt x="2441" y="11204"/>
                  </a:cubicBezTo>
                  <a:cubicBezTo>
                    <a:pt x="2536" y="11204"/>
                    <a:pt x="2608" y="11132"/>
                    <a:pt x="2608" y="11049"/>
                  </a:cubicBezTo>
                  <a:lnTo>
                    <a:pt x="2608" y="9144"/>
                  </a:lnTo>
                  <a:cubicBezTo>
                    <a:pt x="2608" y="8977"/>
                    <a:pt x="2548" y="8823"/>
                    <a:pt x="2465" y="8704"/>
                  </a:cubicBezTo>
                  <a:lnTo>
                    <a:pt x="1417" y="7418"/>
                  </a:lnTo>
                  <a:cubicBezTo>
                    <a:pt x="1393" y="7370"/>
                    <a:pt x="1369" y="7322"/>
                    <a:pt x="1369" y="7263"/>
                  </a:cubicBezTo>
                  <a:cubicBezTo>
                    <a:pt x="1393" y="7203"/>
                    <a:pt x="1417" y="7156"/>
                    <a:pt x="1465" y="7132"/>
                  </a:cubicBezTo>
                  <a:lnTo>
                    <a:pt x="2727" y="6370"/>
                  </a:lnTo>
                  <a:cubicBezTo>
                    <a:pt x="2798" y="6441"/>
                    <a:pt x="2893" y="6501"/>
                    <a:pt x="2977" y="6560"/>
                  </a:cubicBezTo>
                  <a:lnTo>
                    <a:pt x="2977" y="9299"/>
                  </a:lnTo>
                  <a:cubicBezTo>
                    <a:pt x="2977" y="9394"/>
                    <a:pt x="3060" y="9466"/>
                    <a:pt x="3143" y="9466"/>
                  </a:cubicBezTo>
                  <a:cubicBezTo>
                    <a:pt x="3239" y="9466"/>
                    <a:pt x="3310" y="9394"/>
                    <a:pt x="3310" y="9299"/>
                  </a:cubicBezTo>
                  <a:lnTo>
                    <a:pt x="3310" y="9227"/>
                  </a:lnTo>
                  <a:cubicBezTo>
                    <a:pt x="3631" y="9394"/>
                    <a:pt x="4012" y="9477"/>
                    <a:pt x="4382" y="9477"/>
                  </a:cubicBezTo>
                  <a:cubicBezTo>
                    <a:pt x="4751" y="9477"/>
                    <a:pt x="5108" y="9394"/>
                    <a:pt x="5453" y="9227"/>
                  </a:cubicBezTo>
                  <a:lnTo>
                    <a:pt x="5453" y="11073"/>
                  </a:lnTo>
                  <a:cubicBezTo>
                    <a:pt x="5453" y="11156"/>
                    <a:pt x="5525" y="11240"/>
                    <a:pt x="5620" y="11240"/>
                  </a:cubicBezTo>
                  <a:cubicBezTo>
                    <a:pt x="5703" y="11240"/>
                    <a:pt x="5775" y="11156"/>
                    <a:pt x="5775" y="11073"/>
                  </a:cubicBezTo>
                  <a:lnTo>
                    <a:pt x="5775" y="6572"/>
                  </a:lnTo>
                  <a:cubicBezTo>
                    <a:pt x="5870" y="6513"/>
                    <a:pt x="5953" y="6441"/>
                    <a:pt x="6037" y="6382"/>
                  </a:cubicBezTo>
                  <a:lnTo>
                    <a:pt x="7299" y="7144"/>
                  </a:lnTo>
                  <a:cubicBezTo>
                    <a:pt x="7334" y="7180"/>
                    <a:pt x="7370" y="7215"/>
                    <a:pt x="7382" y="7275"/>
                  </a:cubicBezTo>
                  <a:cubicBezTo>
                    <a:pt x="7394" y="7334"/>
                    <a:pt x="7382" y="7382"/>
                    <a:pt x="7334" y="7430"/>
                  </a:cubicBezTo>
                  <a:lnTo>
                    <a:pt x="6298" y="8727"/>
                  </a:lnTo>
                  <a:cubicBezTo>
                    <a:pt x="6191" y="8834"/>
                    <a:pt x="6144" y="9001"/>
                    <a:pt x="6144" y="9156"/>
                  </a:cubicBezTo>
                  <a:lnTo>
                    <a:pt x="6144" y="11073"/>
                  </a:lnTo>
                  <a:cubicBezTo>
                    <a:pt x="6144" y="11156"/>
                    <a:pt x="6227" y="11240"/>
                    <a:pt x="6310" y="11240"/>
                  </a:cubicBezTo>
                  <a:cubicBezTo>
                    <a:pt x="6406" y="11240"/>
                    <a:pt x="6477" y="11156"/>
                    <a:pt x="6477" y="11073"/>
                  </a:cubicBezTo>
                  <a:lnTo>
                    <a:pt x="6477" y="9144"/>
                  </a:lnTo>
                  <a:cubicBezTo>
                    <a:pt x="6477" y="9049"/>
                    <a:pt x="6501" y="8977"/>
                    <a:pt x="6548" y="8918"/>
                  </a:cubicBezTo>
                  <a:lnTo>
                    <a:pt x="7025" y="8323"/>
                  </a:lnTo>
                  <a:lnTo>
                    <a:pt x="7668" y="8513"/>
                  </a:lnTo>
                  <a:cubicBezTo>
                    <a:pt x="8108" y="8644"/>
                    <a:pt x="8430" y="9061"/>
                    <a:pt x="8430" y="9537"/>
                  </a:cubicBezTo>
                  <a:lnTo>
                    <a:pt x="8430" y="11085"/>
                  </a:lnTo>
                  <a:cubicBezTo>
                    <a:pt x="8430" y="11180"/>
                    <a:pt x="8501" y="11251"/>
                    <a:pt x="8584" y="11251"/>
                  </a:cubicBezTo>
                  <a:cubicBezTo>
                    <a:pt x="8680" y="11251"/>
                    <a:pt x="8751" y="11180"/>
                    <a:pt x="8751" y="11085"/>
                  </a:cubicBezTo>
                  <a:lnTo>
                    <a:pt x="8751" y="9537"/>
                  </a:lnTo>
                  <a:cubicBezTo>
                    <a:pt x="8799" y="8906"/>
                    <a:pt x="8394" y="8346"/>
                    <a:pt x="7799" y="8192"/>
                  </a:cubicBezTo>
                  <a:lnTo>
                    <a:pt x="7299" y="8037"/>
                  </a:lnTo>
                  <a:lnTo>
                    <a:pt x="7632" y="7620"/>
                  </a:lnTo>
                  <a:cubicBezTo>
                    <a:pt x="7727" y="7501"/>
                    <a:pt x="7775" y="7358"/>
                    <a:pt x="7739" y="7203"/>
                  </a:cubicBezTo>
                  <a:cubicBezTo>
                    <a:pt x="7715" y="7060"/>
                    <a:pt x="7620" y="6941"/>
                    <a:pt x="7501" y="6846"/>
                  </a:cubicBezTo>
                  <a:lnTo>
                    <a:pt x="6298" y="6132"/>
                  </a:lnTo>
                  <a:lnTo>
                    <a:pt x="6429" y="5953"/>
                  </a:lnTo>
                  <a:lnTo>
                    <a:pt x="6882" y="5953"/>
                  </a:lnTo>
                  <a:cubicBezTo>
                    <a:pt x="7739" y="5953"/>
                    <a:pt x="8453" y="5251"/>
                    <a:pt x="8453" y="4382"/>
                  </a:cubicBezTo>
                  <a:cubicBezTo>
                    <a:pt x="8453" y="3691"/>
                    <a:pt x="8013" y="3096"/>
                    <a:pt x="7382" y="2893"/>
                  </a:cubicBezTo>
                  <a:cubicBezTo>
                    <a:pt x="7346" y="2274"/>
                    <a:pt x="7108" y="1715"/>
                    <a:pt x="6703" y="1238"/>
                  </a:cubicBezTo>
                  <a:cubicBezTo>
                    <a:pt x="6334" y="786"/>
                    <a:pt x="5834" y="464"/>
                    <a:pt x="5275" y="298"/>
                  </a:cubicBezTo>
                  <a:cubicBezTo>
                    <a:pt x="5263" y="131"/>
                    <a:pt x="510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65"/>
            <p:cNvSpPr/>
            <p:nvPr/>
          </p:nvSpPr>
          <p:spPr>
            <a:xfrm>
              <a:off x="5436753" y="4366842"/>
              <a:ext cx="21511" cy="10613"/>
            </a:xfrm>
            <a:custGeom>
              <a:avLst/>
              <a:gdLst/>
              <a:ahLst/>
              <a:cxnLst/>
              <a:rect l="l" t="t" r="r" b="b"/>
              <a:pathLst>
                <a:path w="679" h="335" extrusionOk="0">
                  <a:moveTo>
                    <a:pt x="155" y="1"/>
                  </a:moveTo>
                  <a:cubicBezTo>
                    <a:pt x="72" y="1"/>
                    <a:pt x="0" y="72"/>
                    <a:pt x="0" y="167"/>
                  </a:cubicBezTo>
                  <a:cubicBezTo>
                    <a:pt x="0" y="251"/>
                    <a:pt x="72" y="334"/>
                    <a:pt x="155" y="334"/>
                  </a:cubicBezTo>
                  <a:lnTo>
                    <a:pt x="524" y="334"/>
                  </a:lnTo>
                  <a:cubicBezTo>
                    <a:pt x="608" y="334"/>
                    <a:pt x="679" y="251"/>
                    <a:pt x="679" y="167"/>
                  </a:cubicBezTo>
                  <a:cubicBezTo>
                    <a:pt x="679"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65"/>
            <p:cNvSpPr/>
            <p:nvPr/>
          </p:nvSpPr>
          <p:spPr>
            <a:xfrm>
              <a:off x="5503503" y="4366842"/>
              <a:ext cx="21923" cy="10613"/>
            </a:xfrm>
            <a:custGeom>
              <a:avLst/>
              <a:gdLst/>
              <a:ahLst/>
              <a:cxnLst/>
              <a:rect l="l" t="t" r="r" b="b"/>
              <a:pathLst>
                <a:path w="692" h="335" extrusionOk="0">
                  <a:moveTo>
                    <a:pt x="167" y="1"/>
                  </a:moveTo>
                  <a:cubicBezTo>
                    <a:pt x="84" y="1"/>
                    <a:pt x="1" y="72"/>
                    <a:pt x="1" y="167"/>
                  </a:cubicBezTo>
                  <a:cubicBezTo>
                    <a:pt x="1" y="251"/>
                    <a:pt x="84" y="334"/>
                    <a:pt x="167" y="334"/>
                  </a:cubicBezTo>
                  <a:lnTo>
                    <a:pt x="525" y="334"/>
                  </a:lnTo>
                  <a:cubicBezTo>
                    <a:pt x="620" y="334"/>
                    <a:pt x="691" y="251"/>
                    <a:pt x="691" y="167"/>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54" name="Google Shape;11054;p65"/>
          <p:cNvSpPr/>
          <p:nvPr/>
        </p:nvSpPr>
        <p:spPr>
          <a:xfrm>
            <a:off x="1322345" y="3661182"/>
            <a:ext cx="367805" cy="259871"/>
          </a:xfrm>
          <a:custGeom>
            <a:avLst/>
            <a:gdLst/>
            <a:ahLst/>
            <a:cxnLst/>
            <a:rect l="l" t="t" r="r" b="b"/>
            <a:pathLst>
              <a:path w="11610" h="8203" extrusionOk="0">
                <a:moveTo>
                  <a:pt x="8950" y="1"/>
                </a:moveTo>
                <a:cubicBezTo>
                  <a:pt x="8803" y="1"/>
                  <a:pt x="8662" y="36"/>
                  <a:pt x="8597" y="153"/>
                </a:cubicBezTo>
                <a:cubicBezTo>
                  <a:pt x="8276" y="749"/>
                  <a:pt x="7228" y="1975"/>
                  <a:pt x="6633" y="2642"/>
                </a:cubicBezTo>
                <a:cubicBezTo>
                  <a:pt x="6359" y="2939"/>
                  <a:pt x="5978" y="3118"/>
                  <a:pt x="5573" y="3154"/>
                </a:cubicBezTo>
                <a:lnTo>
                  <a:pt x="4978" y="3154"/>
                </a:lnTo>
                <a:lnTo>
                  <a:pt x="4978" y="2999"/>
                </a:lnTo>
                <a:cubicBezTo>
                  <a:pt x="4978" y="2916"/>
                  <a:pt x="4906" y="2832"/>
                  <a:pt x="4811" y="2832"/>
                </a:cubicBezTo>
                <a:lnTo>
                  <a:pt x="3263" y="2832"/>
                </a:lnTo>
                <a:lnTo>
                  <a:pt x="3263" y="2749"/>
                </a:lnTo>
                <a:cubicBezTo>
                  <a:pt x="3263" y="2666"/>
                  <a:pt x="3192" y="2582"/>
                  <a:pt x="3097" y="2582"/>
                </a:cubicBezTo>
                <a:lnTo>
                  <a:pt x="168" y="2582"/>
                </a:lnTo>
                <a:cubicBezTo>
                  <a:pt x="72" y="2582"/>
                  <a:pt x="1" y="2666"/>
                  <a:pt x="1" y="2749"/>
                </a:cubicBezTo>
                <a:lnTo>
                  <a:pt x="1" y="5440"/>
                </a:lnTo>
                <a:cubicBezTo>
                  <a:pt x="1" y="5535"/>
                  <a:pt x="72" y="5606"/>
                  <a:pt x="168" y="5606"/>
                </a:cubicBezTo>
                <a:cubicBezTo>
                  <a:pt x="263" y="5606"/>
                  <a:pt x="334" y="5535"/>
                  <a:pt x="334" y="5440"/>
                </a:cubicBezTo>
                <a:lnTo>
                  <a:pt x="334" y="2916"/>
                </a:lnTo>
                <a:lnTo>
                  <a:pt x="2894" y="2916"/>
                </a:lnTo>
                <a:lnTo>
                  <a:pt x="2894" y="7857"/>
                </a:lnTo>
                <a:lnTo>
                  <a:pt x="334" y="7857"/>
                </a:lnTo>
                <a:lnTo>
                  <a:pt x="334" y="6118"/>
                </a:lnTo>
                <a:cubicBezTo>
                  <a:pt x="334" y="6023"/>
                  <a:pt x="263" y="5952"/>
                  <a:pt x="168" y="5952"/>
                </a:cubicBezTo>
                <a:cubicBezTo>
                  <a:pt x="72" y="5952"/>
                  <a:pt x="1" y="6023"/>
                  <a:pt x="1" y="6118"/>
                </a:cubicBezTo>
                <a:lnTo>
                  <a:pt x="1" y="8035"/>
                </a:lnTo>
                <a:cubicBezTo>
                  <a:pt x="1" y="8119"/>
                  <a:pt x="72" y="8202"/>
                  <a:pt x="168" y="8202"/>
                </a:cubicBezTo>
                <a:lnTo>
                  <a:pt x="3073" y="8202"/>
                </a:lnTo>
                <a:cubicBezTo>
                  <a:pt x="3156" y="8202"/>
                  <a:pt x="3239" y="8119"/>
                  <a:pt x="3239" y="8035"/>
                </a:cubicBezTo>
                <a:lnTo>
                  <a:pt x="3239" y="7964"/>
                </a:lnTo>
                <a:lnTo>
                  <a:pt x="4787" y="7964"/>
                </a:lnTo>
                <a:cubicBezTo>
                  <a:pt x="4871" y="7964"/>
                  <a:pt x="4942" y="7881"/>
                  <a:pt x="4942" y="7797"/>
                </a:cubicBezTo>
                <a:lnTo>
                  <a:pt x="4942" y="7642"/>
                </a:lnTo>
                <a:lnTo>
                  <a:pt x="5859" y="7642"/>
                </a:lnTo>
                <a:cubicBezTo>
                  <a:pt x="5954" y="7642"/>
                  <a:pt x="6061" y="7690"/>
                  <a:pt x="6156" y="7750"/>
                </a:cubicBezTo>
                <a:cubicBezTo>
                  <a:pt x="6287" y="7869"/>
                  <a:pt x="6430" y="7964"/>
                  <a:pt x="6597" y="8023"/>
                </a:cubicBezTo>
                <a:cubicBezTo>
                  <a:pt x="6764" y="8083"/>
                  <a:pt x="6930" y="8107"/>
                  <a:pt x="7109" y="8107"/>
                </a:cubicBezTo>
                <a:lnTo>
                  <a:pt x="7776" y="8107"/>
                </a:lnTo>
                <a:cubicBezTo>
                  <a:pt x="7859" y="8107"/>
                  <a:pt x="7942" y="8035"/>
                  <a:pt x="7942" y="7940"/>
                </a:cubicBezTo>
                <a:cubicBezTo>
                  <a:pt x="7942" y="7857"/>
                  <a:pt x="7859" y="7785"/>
                  <a:pt x="7776" y="7785"/>
                </a:cubicBezTo>
                <a:lnTo>
                  <a:pt x="7109" y="7785"/>
                </a:lnTo>
                <a:cubicBezTo>
                  <a:pt x="6966" y="7785"/>
                  <a:pt x="6835" y="7750"/>
                  <a:pt x="6716" y="7702"/>
                </a:cubicBezTo>
                <a:cubicBezTo>
                  <a:pt x="6597" y="7666"/>
                  <a:pt x="6478" y="7583"/>
                  <a:pt x="6371" y="7500"/>
                </a:cubicBezTo>
                <a:cubicBezTo>
                  <a:pt x="6228" y="7381"/>
                  <a:pt x="6049" y="7309"/>
                  <a:pt x="5859" y="7309"/>
                </a:cubicBezTo>
                <a:lnTo>
                  <a:pt x="4942" y="7309"/>
                </a:lnTo>
                <a:lnTo>
                  <a:pt x="4942" y="4987"/>
                </a:lnTo>
                <a:cubicBezTo>
                  <a:pt x="4942" y="4892"/>
                  <a:pt x="4871" y="4821"/>
                  <a:pt x="4775" y="4821"/>
                </a:cubicBezTo>
                <a:cubicBezTo>
                  <a:pt x="4692" y="4821"/>
                  <a:pt x="4621" y="4892"/>
                  <a:pt x="4621" y="4987"/>
                </a:cubicBezTo>
                <a:lnTo>
                  <a:pt x="4621" y="7619"/>
                </a:lnTo>
                <a:lnTo>
                  <a:pt x="3251" y="7619"/>
                </a:lnTo>
                <a:lnTo>
                  <a:pt x="3251" y="3166"/>
                </a:lnTo>
                <a:lnTo>
                  <a:pt x="4621" y="3166"/>
                </a:lnTo>
                <a:lnTo>
                  <a:pt x="4621" y="4309"/>
                </a:lnTo>
                <a:cubicBezTo>
                  <a:pt x="4621" y="4404"/>
                  <a:pt x="4692" y="4475"/>
                  <a:pt x="4775" y="4475"/>
                </a:cubicBezTo>
                <a:cubicBezTo>
                  <a:pt x="4871" y="4475"/>
                  <a:pt x="4942" y="4404"/>
                  <a:pt x="4942" y="4309"/>
                </a:cubicBezTo>
                <a:lnTo>
                  <a:pt x="4942" y="3475"/>
                </a:lnTo>
                <a:lnTo>
                  <a:pt x="5561" y="3475"/>
                </a:lnTo>
                <a:cubicBezTo>
                  <a:pt x="6049" y="3451"/>
                  <a:pt x="6526" y="3225"/>
                  <a:pt x="6847" y="2868"/>
                </a:cubicBezTo>
                <a:cubicBezTo>
                  <a:pt x="7597" y="2047"/>
                  <a:pt x="8538" y="951"/>
                  <a:pt x="8859" y="344"/>
                </a:cubicBezTo>
                <a:cubicBezTo>
                  <a:pt x="8877" y="337"/>
                  <a:pt x="8900" y="334"/>
                  <a:pt x="8928" y="334"/>
                </a:cubicBezTo>
                <a:cubicBezTo>
                  <a:pt x="8994" y="334"/>
                  <a:pt x="9085" y="351"/>
                  <a:pt x="9169" y="368"/>
                </a:cubicBezTo>
                <a:cubicBezTo>
                  <a:pt x="9443" y="534"/>
                  <a:pt x="9574" y="856"/>
                  <a:pt x="9502" y="1177"/>
                </a:cubicBezTo>
                <a:lnTo>
                  <a:pt x="8812" y="2797"/>
                </a:lnTo>
                <a:cubicBezTo>
                  <a:pt x="8800" y="2856"/>
                  <a:pt x="8800" y="2916"/>
                  <a:pt x="8835" y="2963"/>
                </a:cubicBezTo>
                <a:cubicBezTo>
                  <a:pt x="8859" y="2999"/>
                  <a:pt x="8919" y="3035"/>
                  <a:pt x="8978" y="3035"/>
                </a:cubicBezTo>
                <a:lnTo>
                  <a:pt x="10836" y="3035"/>
                </a:lnTo>
                <a:cubicBezTo>
                  <a:pt x="11074" y="3035"/>
                  <a:pt x="11276" y="3225"/>
                  <a:pt x="11276" y="3463"/>
                </a:cubicBezTo>
                <a:lnTo>
                  <a:pt x="11276" y="3523"/>
                </a:lnTo>
                <a:cubicBezTo>
                  <a:pt x="11276" y="3761"/>
                  <a:pt x="11074" y="3952"/>
                  <a:pt x="10836" y="3952"/>
                </a:cubicBezTo>
                <a:lnTo>
                  <a:pt x="9859" y="3952"/>
                </a:lnTo>
                <a:cubicBezTo>
                  <a:pt x="9764" y="3952"/>
                  <a:pt x="9693" y="4035"/>
                  <a:pt x="9693" y="4118"/>
                </a:cubicBezTo>
                <a:cubicBezTo>
                  <a:pt x="9693" y="4213"/>
                  <a:pt x="9764" y="4285"/>
                  <a:pt x="9859" y="4285"/>
                </a:cubicBezTo>
                <a:lnTo>
                  <a:pt x="10621" y="4285"/>
                </a:lnTo>
                <a:cubicBezTo>
                  <a:pt x="10859" y="4285"/>
                  <a:pt x="11038" y="4475"/>
                  <a:pt x="11038" y="4702"/>
                </a:cubicBezTo>
                <a:lnTo>
                  <a:pt x="11038" y="4785"/>
                </a:lnTo>
                <a:cubicBezTo>
                  <a:pt x="11038" y="5023"/>
                  <a:pt x="10836" y="5202"/>
                  <a:pt x="10621" y="5202"/>
                </a:cubicBezTo>
                <a:lnTo>
                  <a:pt x="9859" y="5202"/>
                </a:lnTo>
                <a:cubicBezTo>
                  <a:pt x="9764" y="5202"/>
                  <a:pt x="9693" y="5285"/>
                  <a:pt x="9693" y="5368"/>
                </a:cubicBezTo>
                <a:cubicBezTo>
                  <a:pt x="9693" y="5464"/>
                  <a:pt x="9764" y="5535"/>
                  <a:pt x="9859" y="5535"/>
                </a:cubicBezTo>
                <a:lnTo>
                  <a:pt x="10443" y="5535"/>
                </a:lnTo>
                <a:cubicBezTo>
                  <a:pt x="10657" y="5535"/>
                  <a:pt x="10859" y="5714"/>
                  <a:pt x="10859" y="5952"/>
                </a:cubicBezTo>
                <a:lnTo>
                  <a:pt x="10859" y="6071"/>
                </a:lnTo>
                <a:cubicBezTo>
                  <a:pt x="10859" y="6297"/>
                  <a:pt x="10681" y="6488"/>
                  <a:pt x="10443" y="6488"/>
                </a:cubicBezTo>
                <a:lnTo>
                  <a:pt x="9859" y="6488"/>
                </a:lnTo>
                <a:cubicBezTo>
                  <a:pt x="9764" y="6488"/>
                  <a:pt x="9693" y="6559"/>
                  <a:pt x="9693" y="6654"/>
                </a:cubicBezTo>
                <a:cubicBezTo>
                  <a:pt x="9693" y="6738"/>
                  <a:pt x="9764" y="6809"/>
                  <a:pt x="9859" y="6809"/>
                </a:cubicBezTo>
                <a:lnTo>
                  <a:pt x="10086" y="6809"/>
                </a:lnTo>
                <a:cubicBezTo>
                  <a:pt x="10288" y="6809"/>
                  <a:pt x="10467" y="6988"/>
                  <a:pt x="10467" y="7202"/>
                </a:cubicBezTo>
                <a:lnTo>
                  <a:pt x="10467" y="7369"/>
                </a:lnTo>
                <a:cubicBezTo>
                  <a:pt x="10467" y="7571"/>
                  <a:pt x="10288" y="7750"/>
                  <a:pt x="10086" y="7750"/>
                </a:cubicBezTo>
                <a:lnTo>
                  <a:pt x="8442" y="7750"/>
                </a:lnTo>
                <a:cubicBezTo>
                  <a:pt x="8359" y="7750"/>
                  <a:pt x="8276" y="7821"/>
                  <a:pt x="8276" y="7916"/>
                </a:cubicBezTo>
                <a:cubicBezTo>
                  <a:pt x="8276" y="8000"/>
                  <a:pt x="8359" y="8083"/>
                  <a:pt x="8442" y="8083"/>
                </a:cubicBezTo>
                <a:lnTo>
                  <a:pt x="10086" y="8083"/>
                </a:lnTo>
                <a:cubicBezTo>
                  <a:pt x="10478" y="8083"/>
                  <a:pt x="10812" y="7750"/>
                  <a:pt x="10812" y="7345"/>
                </a:cubicBezTo>
                <a:lnTo>
                  <a:pt x="10812" y="7214"/>
                </a:lnTo>
                <a:cubicBezTo>
                  <a:pt x="10812" y="7047"/>
                  <a:pt x="10764" y="6904"/>
                  <a:pt x="10681" y="6785"/>
                </a:cubicBezTo>
                <a:cubicBezTo>
                  <a:pt x="10979" y="6678"/>
                  <a:pt x="11181" y="6392"/>
                  <a:pt x="11181" y="6071"/>
                </a:cubicBezTo>
                <a:lnTo>
                  <a:pt x="11181" y="5952"/>
                </a:lnTo>
                <a:cubicBezTo>
                  <a:pt x="11181" y="5761"/>
                  <a:pt x="11109" y="5583"/>
                  <a:pt x="10990" y="5440"/>
                </a:cubicBezTo>
                <a:cubicBezTo>
                  <a:pt x="11217" y="5309"/>
                  <a:pt x="11371" y="5071"/>
                  <a:pt x="11371" y="4785"/>
                </a:cubicBezTo>
                <a:lnTo>
                  <a:pt x="11371" y="4702"/>
                </a:lnTo>
                <a:cubicBezTo>
                  <a:pt x="11371" y="4511"/>
                  <a:pt x="11300" y="4333"/>
                  <a:pt x="11181" y="4190"/>
                </a:cubicBezTo>
                <a:cubicBezTo>
                  <a:pt x="11431" y="4059"/>
                  <a:pt x="11598" y="3809"/>
                  <a:pt x="11598" y="3511"/>
                </a:cubicBezTo>
                <a:lnTo>
                  <a:pt x="11598" y="3451"/>
                </a:lnTo>
                <a:cubicBezTo>
                  <a:pt x="11610" y="3023"/>
                  <a:pt x="11276" y="2678"/>
                  <a:pt x="10836" y="2678"/>
                </a:cubicBezTo>
                <a:lnTo>
                  <a:pt x="9228" y="2678"/>
                </a:lnTo>
                <a:lnTo>
                  <a:pt x="9824" y="1273"/>
                </a:lnTo>
                <a:cubicBezTo>
                  <a:pt x="9824" y="1273"/>
                  <a:pt x="9824" y="1261"/>
                  <a:pt x="9847" y="1261"/>
                </a:cubicBezTo>
                <a:cubicBezTo>
                  <a:pt x="9978" y="784"/>
                  <a:pt x="9764" y="296"/>
                  <a:pt x="9335" y="58"/>
                </a:cubicBezTo>
                <a:cubicBezTo>
                  <a:pt x="9324" y="46"/>
                  <a:pt x="9312" y="46"/>
                  <a:pt x="9288" y="46"/>
                </a:cubicBezTo>
                <a:cubicBezTo>
                  <a:pt x="9196" y="25"/>
                  <a:pt x="9071"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55" name="Google Shape;11055;p65"/>
          <p:cNvGrpSpPr/>
          <p:nvPr/>
        </p:nvGrpSpPr>
        <p:grpSpPr>
          <a:xfrm>
            <a:off x="3103646" y="3590676"/>
            <a:ext cx="360233" cy="362451"/>
            <a:chOff x="3107608" y="3763401"/>
            <a:chExt cx="360233" cy="362451"/>
          </a:xfrm>
        </p:grpSpPr>
        <p:sp>
          <p:nvSpPr>
            <p:cNvPr id="11056" name="Google Shape;11056;p65"/>
            <p:cNvSpPr/>
            <p:nvPr/>
          </p:nvSpPr>
          <p:spPr>
            <a:xfrm>
              <a:off x="3323349" y="3763401"/>
              <a:ext cx="144492" cy="152729"/>
            </a:xfrm>
            <a:custGeom>
              <a:avLst/>
              <a:gdLst/>
              <a:ahLst/>
              <a:cxnLst/>
              <a:rect l="l" t="t" r="r" b="b"/>
              <a:pathLst>
                <a:path w="4561" h="4821" extrusionOk="0">
                  <a:moveTo>
                    <a:pt x="2354" y="0"/>
                  </a:moveTo>
                  <a:cubicBezTo>
                    <a:pt x="1649" y="0"/>
                    <a:pt x="958" y="340"/>
                    <a:pt x="524" y="975"/>
                  </a:cubicBezTo>
                  <a:cubicBezTo>
                    <a:pt x="1" y="1761"/>
                    <a:pt x="36" y="2761"/>
                    <a:pt x="584" y="3511"/>
                  </a:cubicBezTo>
                  <a:lnTo>
                    <a:pt x="536" y="4642"/>
                  </a:lnTo>
                  <a:cubicBezTo>
                    <a:pt x="536" y="4702"/>
                    <a:pt x="572" y="4761"/>
                    <a:pt x="620" y="4797"/>
                  </a:cubicBezTo>
                  <a:cubicBezTo>
                    <a:pt x="644" y="4809"/>
                    <a:pt x="679" y="4821"/>
                    <a:pt x="703" y="4821"/>
                  </a:cubicBezTo>
                  <a:cubicBezTo>
                    <a:pt x="739" y="4821"/>
                    <a:pt x="751" y="4821"/>
                    <a:pt x="775" y="4809"/>
                  </a:cubicBezTo>
                  <a:lnTo>
                    <a:pt x="1810" y="4333"/>
                  </a:lnTo>
                  <a:cubicBezTo>
                    <a:pt x="1987" y="4375"/>
                    <a:pt x="2166" y="4395"/>
                    <a:pt x="2342" y="4395"/>
                  </a:cubicBezTo>
                  <a:cubicBezTo>
                    <a:pt x="3067" y="4395"/>
                    <a:pt x="3756" y="4048"/>
                    <a:pt x="4168" y="3416"/>
                  </a:cubicBezTo>
                  <a:cubicBezTo>
                    <a:pt x="4323" y="3214"/>
                    <a:pt x="4430" y="2975"/>
                    <a:pt x="4489" y="2725"/>
                  </a:cubicBezTo>
                  <a:cubicBezTo>
                    <a:pt x="4501" y="2630"/>
                    <a:pt x="4454" y="2547"/>
                    <a:pt x="4370" y="2511"/>
                  </a:cubicBezTo>
                  <a:cubicBezTo>
                    <a:pt x="4360" y="2510"/>
                    <a:pt x="4351" y="2509"/>
                    <a:pt x="4341" y="2509"/>
                  </a:cubicBezTo>
                  <a:cubicBezTo>
                    <a:pt x="4258" y="2509"/>
                    <a:pt x="4188" y="2555"/>
                    <a:pt x="4156" y="2630"/>
                  </a:cubicBezTo>
                  <a:cubicBezTo>
                    <a:pt x="4108" y="2844"/>
                    <a:pt x="4025" y="3035"/>
                    <a:pt x="3906" y="3225"/>
                  </a:cubicBezTo>
                  <a:cubicBezTo>
                    <a:pt x="3551" y="3749"/>
                    <a:pt x="2961" y="4059"/>
                    <a:pt x="2349" y="4059"/>
                  </a:cubicBezTo>
                  <a:cubicBezTo>
                    <a:pt x="2182" y="4059"/>
                    <a:pt x="2013" y="4036"/>
                    <a:pt x="1846" y="3987"/>
                  </a:cubicBezTo>
                  <a:cubicBezTo>
                    <a:pt x="1831" y="3982"/>
                    <a:pt x="1816" y="3980"/>
                    <a:pt x="1801" y="3980"/>
                  </a:cubicBezTo>
                  <a:cubicBezTo>
                    <a:pt x="1779" y="3980"/>
                    <a:pt x="1755" y="3985"/>
                    <a:pt x="1727" y="3999"/>
                  </a:cubicBezTo>
                  <a:lnTo>
                    <a:pt x="894" y="4392"/>
                  </a:lnTo>
                  <a:lnTo>
                    <a:pt x="941" y="3464"/>
                  </a:lnTo>
                  <a:cubicBezTo>
                    <a:pt x="941" y="3416"/>
                    <a:pt x="929" y="3392"/>
                    <a:pt x="917" y="3344"/>
                  </a:cubicBezTo>
                  <a:cubicBezTo>
                    <a:pt x="405" y="2713"/>
                    <a:pt x="382" y="1832"/>
                    <a:pt x="822" y="1154"/>
                  </a:cubicBezTo>
                  <a:cubicBezTo>
                    <a:pt x="1096" y="749"/>
                    <a:pt x="1513" y="475"/>
                    <a:pt x="2001" y="368"/>
                  </a:cubicBezTo>
                  <a:cubicBezTo>
                    <a:pt x="2120" y="348"/>
                    <a:pt x="2239" y="337"/>
                    <a:pt x="2357" y="337"/>
                  </a:cubicBezTo>
                  <a:cubicBezTo>
                    <a:pt x="2723" y="337"/>
                    <a:pt x="3079" y="438"/>
                    <a:pt x="3394" y="654"/>
                  </a:cubicBezTo>
                  <a:cubicBezTo>
                    <a:pt x="3870" y="963"/>
                    <a:pt x="4168" y="1475"/>
                    <a:pt x="4215" y="2035"/>
                  </a:cubicBezTo>
                  <a:cubicBezTo>
                    <a:pt x="4226" y="2123"/>
                    <a:pt x="4299" y="2191"/>
                    <a:pt x="4376" y="2191"/>
                  </a:cubicBezTo>
                  <a:cubicBezTo>
                    <a:pt x="4382" y="2191"/>
                    <a:pt x="4388" y="2190"/>
                    <a:pt x="4394" y="2190"/>
                  </a:cubicBezTo>
                  <a:cubicBezTo>
                    <a:pt x="4489" y="2166"/>
                    <a:pt x="4561" y="2094"/>
                    <a:pt x="4549" y="2011"/>
                  </a:cubicBezTo>
                  <a:cubicBezTo>
                    <a:pt x="4489" y="1332"/>
                    <a:pt x="4132" y="737"/>
                    <a:pt x="3572" y="368"/>
                  </a:cubicBezTo>
                  <a:cubicBezTo>
                    <a:pt x="3196" y="120"/>
                    <a:pt x="2773" y="0"/>
                    <a:pt x="23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7" name="Google Shape;11057;p65"/>
            <p:cNvSpPr/>
            <p:nvPr/>
          </p:nvSpPr>
          <p:spPr>
            <a:xfrm>
              <a:off x="3107608" y="3863256"/>
              <a:ext cx="333844" cy="262596"/>
            </a:xfrm>
            <a:custGeom>
              <a:avLst/>
              <a:gdLst/>
              <a:ahLst/>
              <a:cxnLst/>
              <a:rect l="l" t="t" r="r" b="b"/>
              <a:pathLst>
                <a:path w="10538" h="8289" extrusionOk="0">
                  <a:moveTo>
                    <a:pt x="4894" y="2121"/>
                  </a:moveTo>
                  <a:lnTo>
                    <a:pt x="5108" y="2324"/>
                  </a:lnTo>
                  <a:lnTo>
                    <a:pt x="4822" y="2609"/>
                  </a:lnTo>
                  <a:lnTo>
                    <a:pt x="4537" y="2883"/>
                  </a:lnTo>
                  <a:lnTo>
                    <a:pt x="4334" y="2681"/>
                  </a:lnTo>
                  <a:lnTo>
                    <a:pt x="4894" y="2121"/>
                  </a:lnTo>
                  <a:close/>
                  <a:moveTo>
                    <a:pt x="5894" y="3431"/>
                  </a:moveTo>
                  <a:cubicBezTo>
                    <a:pt x="5965" y="3431"/>
                    <a:pt x="6025" y="3455"/>
                    <a:pt x="6084" y="3502"/>
                  </a:cubicBezTo>
                  <a:lnTo>
                    <a:pt x="6275" y="3693"/>
                  </a:lnTo>
                  <a:cubicBezTo>
                    <a:pt x="6382" y="3800"/>
                    <a:pt x="6382" y="3967"/>
                    <a:pt x="6275" y="4062"/>
                  </a:cubicBezTo>
                  <a:cubicBezTo>
                    <a:pt x="6227" y="4110"/>
                    <a:pt x="6156" y="4145"/>
                    <a:pt x="6084" y="4145"/>
                  </a:cubicBezTo>
                  <a:cubicBezTo>
                    <a:pt x="6013" y="4145"/>
                    <a:pt x="5953" y="4110"/>
                    <a:pt x="5894" y="4062"/>
                  </a:cubicBezTo>
                  <a:lnTo>
                    <a:pt x="5703" y="3872"/>
                  </a:lnTo>
                  <a:cubicBezTo>
                    <a:pt x="5596" y="3764"/>
                    <a:pt x="5596" y="3586"/>
                    <a:pt x="5703" y="3502"/>
                  </a:cubicBezTo>
                  <a:cubicBezTo>
                    <a:pt x="5739" y="3455"/>
                    <a:pt x="5810" y="3431"/>
                    <a:pt x="5894" y="3431"/>
                  </a:cubicBezTo>
                  <a:close/>
                  <a:moveTo>
                    <a:pt x="6453" y="1955"/>
                  </a:moveTo>
                  <a:lnTo>
                    <a:pt x="8085" y="3919"/>
                  </a:lnTo>
                  <a:cubicBezTo>
                    <a:pt x="8406" y="4324"/>
                    <a:pt x="8454" y="4812"/>
                    <a:pt x="8192" y="5062"/>
                  </a:cubicBezTo>
                  <a:lnTo>
                    <a:pt x="7275" y="5991"/>
                  </a:lnTo>
                  <a:cubicBezTo>
                    <a:pt x="7159" y="6102"/>
                    <a:pt x="7004" y="6155"/>
                    <a:pt x="6835" y="6155"/>
                  </a:cubicBezTo>
                  <a:cubicBezTo>
                    <a:pt x="6606" y="6155"/>
                    <a:pt x="6351" y="6057"/>
                    <a:pt x="6132" y="5872"/>
                  </a:cubicBezTo>
                  <a:lnTo>
                    <a:pt x="4167" y="4241"/>
                  </a:lnTo>
                  <a:lnTo>
                    <a:pt x="4167" y="4062"/>
                  </a:lnTo>
                  <a:cubicBezTo>
                    <a:pt x="4191" y="3824"/>
                    <a:pt x="4298" y="3610"/>
                    <a:pt x="4465" y="3443"/>
                  </a:cubicBezTo>
                  <a:lnTo>
                    <a:pt x="4941" y="2967"/>
                  </a:lnTo>
                  <a:lnTo>
                    <a:pt x="5358" y="3383"/>
                  </a:lnTo>
                  <a:cubicBezTo>
                    <a:pt x="5239" y="3610"/>
                    <a:pt x="5263" y="3907"/>
                    <a:pt x="5453" y="4098"/>
                  </a:cubicBezTo>
                  <a:lnTo>
                    <a:pt x="5656" y="4288"/>
                  </a:lnTo>
                  <a:cubicBezTo>
                    <a:pt x="5775" y="4407"/>
                    <a:pt x="5918" y="4467"/>
                    <a:pt x="6084" y="4467"/>
                  </a:cubicBezTo>
                  <a:cubicBezTo>
                    <a:pt x="6191" y="4467"/>
                    <a:pt x="6287" y="4431"/>
                    <a:pt x="6370" y="4395"/>
                  </a:cubicBezTo>
                  <a:lnTo>
                    <a:pt x="7239" y="5265"/>
                  </a:lnTo>
                  <a:cubicBezTo>
                    <a:pt x="7275" y="5300"/>
                    <a:pt x="7323" y="5312"/>
                    <a:pt x="7358" y="5312"/>
                  </a:cubicBezTo>
                  <a:cubicBezTo>
                    <a:pt x="7406" y="5312"/>
                    <a:pt x="7454" y="5300"/>
                    <a:pt x="7477" y="5265"/>
                  </a:cubicBezTo>
                  <a:cubicBezTo>
                    <a:pt x="7537" y="5217"/>
                    <a:pt x="7537" y="5086"/>
                    <a:pt x="7477" y="5026"/>
                  </a:cubicBezTo>
                  <a:lnTo>
                    <a:pt x="6608" y="4157"/>
                  </a:lnTo>
                  <a:cubicBezTo>
                    <a:pt x="6727" y="3931"/>
                    <a:pt x="6692" y="3633"/>
                    <a:pt x="6501" y="3443"/>
                  </a:cubicBezTo>
                  <a:lnTo>
                    <a:pt x="6311" y="3252"/>
                  </a:lnTo>
                  <a:cubicBezTo>
                    <a:pt x="6188" y="3130"/>
                    <a:pt x="6032" y="3073"/>
                    <a:pt x="5880" y="3073"/>
                  </a:cubicBezTo>
                  <a:cubicBezTo>
                    <a:pt x="5779" y="3073"/>
                    <a:pt x="5681" y="3098"/>
                    <a:pt x="5596" y="3145"/>
                  </a:cubicBezTo>
                  <a:lnTo>
                    <a:pt x="5179" y="2729"/>
                  </a:lnTo>
                  <a:lnTo>
                    <a:pt x="5453" y="2443"/>
                  </a:lnTo>
                  <a:lnTo>
                    <a:pt x="5656" y="2252"/>
                  </a:lnTo>
                  <a:cubicBezTo>
                    <a:pt x="5834" y="2074"/>
                    <a:pt x="6084" y="1967"/>
                    <a:pt x="6334" y="1955"/>
                  </a:cubicBezTo>
                  <a:close/>
                  <a:moveTo>
                    <a:pt x="1928" y="1"/>
                  </a:moveTo>
                  <a:cubicBezTo>
                    <a:pt x="1921" y="1"/>
                    <a:pt x="1913" y="1"/>
                    <a:pt x="1905" y="2"/>
                  </a:cubicBezTo>
                  <a:cubicBezTo>
                    <a:pt x="1477" y="62"/>
                    <a:pt x="1072" y="252"/>
                    <a:pt x="762" y="550"/>
                  </a:cubicBezTo>
                  <a:cubicBezTo>
                    <a:pt x="0" y="1312"/>
                    <a:pt x="0" y="2562"/>
                    <a:pt x="762" y="3324"/>
                  </a:cubicBezTo>
                  <a:lnTo>
                    <a:pt x="1393" y="3967"/>
                  </a:lnTo>
                  <a:cubicBezTo>
                    <a:pt x="1750" y="4324"/>
                    <a:pt x="1810" y="4884"/>
                    <a:pt x="1524" y="5300"/>
                  </a:cubicBezTo>
                  <a:cubicBezTo>
                    <a:pt x="1489" y="5360"/>
                    <a:pt x="1500" y="5455"/>
                    <a:pt x="1548" y="5515"/>
                  </a:cubicBezTo>
                  <a:lnTo>
                    <a:pt x="2131" y="6086"/>
                  </a:lnTo>
                  <a:cubicBezTo>
                    <a:pt x="2155" y="6122"/>
                    <a:pt x="2203" y="6134"/>
                    <a:pt x="2239" y="6134"/>
                  </a:cubicBezTo>
                  <a:lnTo>
                    <a:pt x="2262" y="6134"/>
                  </a:lnTo>
                  <a:cubicBezTo>
                    <a:pt x="2298" y="6134"/>
                    <a:pt x="2346" y="6110"/>
                    <a:pt x="2381" y="6074"/>
                  </a:cubicBezTo>
                  <a:cubicBezTo>
                    <a:pt x="3084" y="5193"/>
                    <a:pt x="3001" y="3931"/>
                    <a:pt x="2215" y="3145"/>
                  </a:cubicBezTo>
                  <a:lnTo>
                    <a:pt x="1572" y="2502"/>
                  </a:lnTo>
                  <a:cubicBezTo>
                    <a:pt x="1429" y="2359"/>
                    <a:pt x="1334" y="2145"/>
                    <a:pt x="1334" y="1919"/>
                  </a:cubicBezTo>
                  <a:cubicBezTo>
                    <a:pt x="1334" y="1705"/>
                    <a:pt x="1429" y="1502"/>
                    <a:pt x="1572" y="1347"/>
                  </a:cubicBezTo>
                  <a:cubicBezTo>
                    <a:pt x="1727" y="1193"/>
                    <a:pt x="1929" y="1109"/>
                    <a:pt x="2155" y="1109"/>
                  </a:cubicBezTo>
                  <a:cubicBezTo>
                    <a:pt x="2381" y="1109"/>
                    <a:pt x="2572" y="1193"/>
                    <a:pt x="2739" y="1347"/>
                  </a:cubicBezTo>
                  <a:lnTo>
                    <a:pt x="3965" y="2574"/>
                  </a:lnTo>
                  <a:cubicBezTo>
                    <a:pt x="3941" y="2609"/>
                    <a:pt x="3929" y="2657"/>
                    <a:pt x="3929" y="2693"/>
                  </a:cubicBezTo>
                  <a:cubicBezTo>
                    <a:pt x="3929" y="2740"/>
                    <a:pt x="3941" y="2788"/>
                    <a:pt x="3965" y="2812"/>
                  </a:cubicBezTo>
                  <a:lnTo>
                    <a:pt x="4298" y="3145"/>
                  </a:lnTo>
                  <a:lnTo>
                    <a:pt x="4227" y="3217"/>
                  </a:lnTo>
                  <a:cubicBezTo>
                    <a:pt x="3929" y="3514"/>
                    <a:pt x="3775" y="3931"/>
                    <a:pt x="3834" y="4348"/>
                  </a:cubicBezTo>
                  <a:cubicBezTo>
                    <a:pt x="3870" y="4586"/>
                    <a:pt x="3965" y="4812"/>
                    <a:pt x="4120" y="5003"/>
                  </a:cubicBezTo>
                  <a:lnTo>
                    <a:pt x="6275" y="7777"/>
                  </a:lnTo>
                  <a:cubicBezTo>
                    <a:pt x="6513" y="8086"/>
                    <a:pt x="6870" y="8265"/>
                    <a:pt x="7263" y="8289"/>
                  </a:cubicBezTo>
                  <a:lnTo>
                    <a:pt x="7346" y="8289"/>
                  </a:lnTo>
                  <a:cubicBezTo>
                    <a:pt x="7704" y="8289"/>
                    <a:pt x="8049" y="8146"/>
                    <a:pt x="8311" y="7896"/>
                  </a:cubicBezTo>
                  <a:lnTo>
                    <a:pt x="9549" y="6658"/>
                  </a:lnTo>
                  <a:cubicBezTo>
                    <a:pt x="9609" y="6598"/>
                    <a:pt x="9609" y="6479"/>
                    <a:pt x="9549" y="6419"/>
                  </a:cubicBezTo>
                  <a:cubicBezTo>
                    <a:pt x="9519" y="6390"/>
                    <a:pt x="9475" y="6375"/>
                    <a:pt x="9430" y="6375"/>
                  </a:cubicBezTo>
                  <a:cubicBezTo>
                    <a:pt x="9385" y="6375"/>
                    <a:pt x="9341" y="6390"/>
                    <a:pt x="9311" y="6419"/>
                  </a:cubicBezTo>
                  <a:lnTo>
                    <a:pt x="8073" y="7658"/>
                  </a:lnTo>
                  <a:cubicBezTo>
                    <a:pt x="7880" y="7850"/>
                    <a:pt x="7613" y="7956"/>
                    <a:pt x="7332" y="7956"/>
                  </a:cubicBezTo>
                  <a:cubicBezTo>
                    <a:pt x="7317" y="7956"/>
                    <a:pt x="7302" y="7956"/>
                    <a:pt x="7287" y="7955"/>
                  </a:cubicBezTo>
                  <a:cubicBezTo>
                    <a:pt x="6989" y="7932"/>
                    <a:pt x="6727" y="7789"/>
                    <a:pt x="6549" y="7562"/>
                  </a:cubicBezTo>
                  <a:lnTo>
                    <a:pt x="4501" y="4943"/>
                  </a:lnTo>
                  <a:lnTo>
                    <a:pt x="5918" y="6122"/>
                  </a:lnTo>
                  <a:cubicBezTo>
                    <a:pt x="6203" y="6360"/>
                    <a:pt x="6525" y="6479"/>
                    <a:pt x="6846" y="6479"/>
                  </a:cubicBezTo>
                  <a:cubicBezTo>
                    <a:pt x="7108" y="6479"/>
                    <a:pt x="7346" y="6384"/>
                    <a:pt x="7525" y="6205"/>
                  </a:cubicBezTo>
                  <a:lnTo>
                    <a:pt x="8454" y="5288"/>
                  </a:lnTo>
                  <a:cubicBezTo>
                    <a:pt x="8835" y="4895"/>
                    <a:pt x="8787" y="4217"/>
                    <a:pt x="8358" y="3681"/>
                  </a:cubicBezTo>
                  <a:lnTo>
                    <a:pt x="7192" y="2264"/>
                  </a:lnTo>
                  <a:lnTo>
                    <a:pt x="9811" y="4300"/>
                  </a:lnTo>
                  <a:cubicBezTo>
                    <a:pt x="10049" y="4479"/>
                    <a:pt x="10180" y="4753"/>
                    <a:pt x="10192" y="5050"/>
                  </a:cubicBezTo>
                  <a:cubicBezTo>
                    <a:pt x="10204" y="5348"/>
                    <a:pt x="10109" y="5634"/>
                    <a:pt x="9894" y="5836"/>
                  </a:cubicBezTo>
                  <a:cubicBezTo>
                    <a:pt x="9835" y="5896"/>
                    <a:pt x="9835" y="6015"/>
                    <a:pt x="9894" y="6074"/>
                  </a:cubicBezTo>
                  <a:cubicBezTo>
                    <a:pt x="9924" y="6104"/>
                    <a:pt x="9969" y="6119"/>
                    <a:pt x="10013" y="6119"/>
                  </a:cubicBezTo>
                  <a:cubicBezTo>
                    <a:pt x="10058" y="6119"/>
                    <a:pt x="10103" y="6104"/>
                    <a:pt x="10132" y="6074"/>
                  </a:cubicBezTo>
                  <a:cubicBezTo>
                    <a:pt x="10382" y="5824"/>
                    <a:pt x="10537" y="5455"/>
                    <a:pt x="10502" y="5062"/>
                  </a:cubicBezTo>
                  <a:cubicBezTo>
                    <a:pt x="10478" y="4681"/>
                    <a:pt x="10299" y="4324"/>
                    <a:pt x="9990" y="4086"/>
                  </a:cubicBezTo>
                  <a:lnTo>
                    <a:pt x="7227" y="1943"/>
                  </a:lnTo>
                  <a:lnTo>
                    <a:pt x="7215" y="1919"/>
                  </a:lnTo>
                  <a:cubicBezTo>
                    <a:pt x="7025" y="1776"/>
                    <a:pt x="6799" y="1669"/>
                    <a:pt x="6561" y="1645"/>
                  </a:cubicBezTo>
                  <a:cubicBezTo>
                    <a:pt x="6498" y="1636"/>
                    <a:pt x="6436" y="1632"/>
                    <a:pt x="6374" y="1632"/>
                  </a:cubicBezTo>
                  <a:cubicBezTo>
                    <a:pt x="6022" y="1632"/>
                    <a:pt x="5683" y="1773"/>
                    <a:pt x="5429" y="2026"/>
                  </a:cubicBezTo>
                  <a:lnTo>
                    <a:pt x="5358" y="2097"/>
                  </a:lnTo>
                  <a:lnTo>
                    <a:pt x="5025" y="1776"/>
                  </a:lnTo>
                  <a:cubicBezTo>
                    <a:pt x="5001" y="1740"/>
                    <a:pt x="4953" y="1728"/>
                    <a:pt x="4906" y="1728"/>
                  </a:cubicBezTo>
                  <a:cubicBezTo>
                    <a:pt x="4870" y="1728"/>
                    <a:pt x="4822" y="1740"/>
                    <a:pt x="4787" y="1776"/>
                  </a:cubicBezTo>
                  <a:lnTo>
                    <a:pt x="3560" y="538"/>
                  </a:lnTo>
                  <a:cubicBezTo>
                    <a:pt x="3298" y="288"/>
                    <a:pt x="2989" y="109"/>
                    <a:pt x="2643" y="38"/>
                  </a:cubicBezTo>
                  <a:cubicBezTo>
                    <a:pt x="2627" y="31"/>
                    <a:pt x="2610" y="27"/>
                    <a:pt x="2593" y="27"/>
                  </a:cubicBezTo>
                  <a:cubicBezTo>
                    <a:pt x="2525" y="27"/>
                    <a:pt x="2460" y="81"/>
                    <a:pt x="2441" y="157"/>
                  </a:cubicBezTo>
                  <a:cubicBezTo>
                    <a:pt x="2405" y="240"/>
                    <a:pt x="2465" y="335"/>
                    <a:pt x="2560" y="359"/>
                  </a:cubicBezTo>
                  <a:cubicBezTo>
                    <a:pt x="2846" y="431"/>
                    <a:pt x="3096" y="585"/>
                    <a:pt x="3298" y="788"/>
                  </a:cubicBezTo>
                  <a:lnTo>
                    <a:pt x="4537" y="2026"/>
                  </a:lnTo>
                  <a:lnTo>
                    <a:pt x="4215" y="2359"/>
                  </a:lnTo>
                  <a:lnTo>
                    <a:pt x="2977" y="1121"/>
                  </a:lnTo>
                  <a:cubicBezTo>
                    <a:pt x="2751" y="895"/>
                    <a:pt x="2465" y="776"/>
                    <a:pt x="2155" y="776"/>
                  </a:cubicBezTo>
                  <a:cubicBezTo>
                    <a:pt x="1846" y="776"/>
                    <a:pt x="1560" y="895"/>
                    <a:pt x="1334" y="1121"/>
                  </a:cubicBezTo>
                  <a:cubicBezTo>
                    <a:pt x="1119" y="1347"/>
                    <a:pt x="1000" y="1621"/>
                    <a:pt x="1000" y="1943"/>
                  </a:cubicBezTo>
                  <a:cubicBezTo>
                    <a:pt x="1000" y="2252"/>
                    <a:pt x="1119" y="2538"/>
                    <a:pt x="1334" y="2752"/>
                  </a:cubicBezTo>
                  <a:lnTo>
                    <a:pt x="1977" y="3395"/>
                  </a:lnTo>
                  <a:cubicBezTo>
                    <a:pt x="2608" y="4026"/>
                    <a:pt x="2703" y="4991"/>
                    <a:pt x="2227" y="5729"/>
                  </a:cubicBezTo>
                  <a:lnTo>
                    <a:pt x="1893" y="5396"/>
                  </a:lnTo>
                  <a:cubicBezTo>
                    <a:pt x="2167" y="4860"/>
                    <a:pt x="2084" y="4181"/>
                    <a:pt x="1655" y="3741"/>
                  </a:cubicBezTo>
                  <a:lnTo>
                    <a:pt x="1012" y="3098"/>
                  </a:lnTo>
                  <a:cubicBezTo>
                    <a:pt x="381" y="2478"/>
                    <a:pt x="381" y="1431"/>
                    <a:pt x="1012" y="812"/>
                  </a:cubicBezTo>
                  <a:cubicBezTo>
                    <a:pt x="1262" y="550"/>
                    <a:pt x="1596" y="395"/>
                    <a:pt x="1953" y="347"/>
                  </a:cubicBezTo>
                  <a:cubicBezTo>
                    <a:pt x="2036" y="335"/>
                    <a:pt x="2108" y="252"/>
                    <a:pt x="2096" y="157"/>
                  </a:cubicBezTo>
                  <a:cubicBezTo>
                    <a:pt x="2085" y="69"/>
                    <a:pt x="2023" y="1"/>
                    <a:pt x="19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65"/>
            <p:cNvSpPr/>
            <p:nvPr/>
          </p:nvSpPr>
          <p:spPr>
            <a:xfrm>
              <a:off x="3361840" y="3799453"/>
              <a:ext cx="74701" cy="71438"/>
            </a:xfrm>
            <a:custGeom>
              <a:avLst/>
              <a:gdLst/>
              <a:ahLst/>
              <a:cxnLst/>
              <a:rect l="l" t="t" r="r" b="b"/>
              <a:pathLst>
                <a:path w="2358" h="2255" extrusionOk="0">
                  <a:moveTo>
                    <a:pt x="1441" y="337"/>
                  </a:moveTo>
                  <a:cubicBezTo>
                    <a:pt x="1572" y="337"/>
                    <a:pt x="1691" y="385"/>
                    <a:pt x="1798" y="480"/>
                  </a:cubicBezTo>
                  <a:cubicBezTo>
                    <a:pt x="1988" y="682"/>
                    <a:pt x="1988" y="1004"/>
                    <a:pt x="1798" y="1194"/>
                  </a:cubicBezTo>
                  <a:cubicBezTo>
                    <a:pt x="1703" y="1296"/>
                    <a:pt x="1572" y="1346"/>
                    <a:pt x="1441" y="1346"/>
                  </a:cubicBezTo>
                  <a:cubicBezTo>
                    <a:pt x="1310" y="1346"/>
                    <a:pt x="1179" y="1296"/>
                    <a:pt x="1084" y="1194"/>
                  </a:cubicBezTo>
                  <a:cubicBezTo>
                    <a:pt x="893" y="1004"/>
                    <a:pt x="893" y="682"/>
                    <a:pt x="1084" y="480"/>
                  </a:cubicBezTo>
                  <a:cubicBezTo>
                    <a:pt x="1191" y="385"/>
                    <a:pt x="1310" y="337"/>
                    <a:pt x="1441" y="337"/>
                  </a:cubicBezTo>
                  <a:close/>
                  <a:moveTo>
                    <a:pt x="1424" y="1"/>
                  </a:moveTo>
                  <a:cubicBezTo>
                    <a:pt x="1209" y="1"/>
                    <a:pt x="994" y="81"/>
                    <a:pt x="833" y="242"/>
                  </a:cubicBezTo>
                  <a:cubicBezTo>
                    <a:pt x="548" y="528"/>
                    <a:pt x="500" y="980"/>
                    <a:pt x="726" y="1302"/>
                  </a:cubicBezTo>
                  <a:lnTo>
                    <a:pt x="60" y="1968"/>
                  </a:lnTo>
                  <a:cubicBezTo>
                    <a:pt x="0" y="2028"/>
                    <a:pt x="0" y="2147"/>
                    <a:pt x="60" y="2206"/>
                  </a:cubicBezTo>
                  <a:cubicBezTo>
                    <a:pt x="83" y="2242"/>
                    <a:pt x="131" y="2254"/>
                    <a:pt x="167" y="2254"/>
                  </a:cubicBezTo>
                  <a:cubicBezTo>
                    <a:pt x="214" y="2254"/>
                    <a:pt x="262" y="2242"/>
                    <a:pt x="286" y="2206"/>
                  </a:cubicBezTo>
                  <a:lnTo>
                    <a:pt x="964" y="1540"/>
                  </a:lnTo>
                  <a:cubicBezTo>
                    <a:pt x="1095" y="1635"/>
                    <a:pt x="1262" y="1671"/>
                    <a:pt x="1417" y="1671"/>
                  </a:cubicBezTo>
                  <a:cubicBezTo>
                    <a:pt x="1643" y="1671"/>
                    <a:pt x="1857" y="1587"/>
                    <a:pt x="2012" y="1421"/>
                  </a:cubicBezTo>
                  <a:cubicBezTo>
                    <a:pt x="2357" y="1111"/>
                    <a:pt x="2357" y="575"/>
                    <a:pt x="2024" y="242"/>
                  </a:cubicBezTo>
                  <a:cubicBezTo>
                    <a:pt x="1857" y="81"/>
                    <a:pt x="1640" y="1"/>
                    <a:pt x="14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9" name="Google Shape;11059;p65"/>
          <p:cNvGrpSpPr/>
          <p:nvPr/>
        </p:nvGrpSpPr>
        <p:grpSpPr>
          <a:xfrm>
            <a:off x="889343" y="3625827"/>
            <a:ext cx="351585" cy="339705"/>
            <a:chOff x="889343" y="3801227"/>
            <a:chExt cx="351585" cy="339705"/>
          </a:xfrm>
        </p:grpSpPr>
        <p:sp>
          <p:nvSpPr>
            <p:cNvPr id="11060" name="Google Shape;11060;p65"/>
            <p:cNvSpPr/>
            <p:nvPr/>
          </p:nvSpPr>
          <p:spPr>
            <a:xfrm>
              <a:off x="1014954" y="4068479"/>
              <a:ext cx="35862" cy="10233"/>
            </a:xfrm>
            <a:custGeom>
              <a:avLst/>
              <a:gdLst/>
              <a:ahLst/>
              <a:cxnLst/>
              <a:rect l="l" t="t" r="r" b="b"/>
              <a:pathLst>
                <a:path w="1132" h="323" extrusionOk="0">
                  <a:moveTo>
                    <a:pt x="167" y="1"/>
                  </a:moveTo>
                  <a:cubicBezTo>
                    <a:pt x="84" y="1"/>
                    <a:pt x="0" y="72"/>
                    <a:pt x="0" y="168"/>
                  </a:cubicBezTo>
                  <a:cubicBezTo>
                    <a:pt x="0" y="251"/>
                    <a:pt x="84" y="322"/>
                    <a:pt x="167" y="322"/>
                  </a:cubicBezTo>
                  <a:lnTo>
                    <a:pt x="977" y="322"/>
                  </a:lnTo>
                  <a:cubicBezTo>
                    <a:pt x="1060" y="322"/>
                    <a:pt x="1131" y="251"/>
                    <a:pt x="1131" y="168"/>
                  </a:cubicBezTo>
                  <a:cubicBezTo>
                    <a:pt x="1131" y="72"/>
                    <a:pt x="1060"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65"/>
            <p:cNvSpPr/>
            <p:nvPr/>
          </p:nvSpPr>
          <p:spPr>
            <a:xfrm>
              <a:off x="889343" y="3801227"/>
              <a:ext cx="351585" cy="339705"/>
            </a:xfrm>
            <a:custGeom>
              <a:avLst/>
              <a:gdLst/>
              <a:ahLst/>
              <a:cxnLst/>
              <a:rect l="l" t="t" r="r" b="b"/>
              <a:pathLst>
                <a:path w="11098" h="10723" extrusionOk="0">
                  <a:moveTo>
                    <a:pt x="3894" y="746"/>
                  </a:moveTo>
                  <a:lnTo>
                    <a:pt x="3894" y="746"/>
                  </a:lnTo>
                  <a:cubicBezTo>
                    <a:pt x="3763" y="1079"/>
                    <a:pt x="3572" y="1281"/>
                    <a:pt x="3418" y="1400"/>
                  </a:cubicBezTo>
                  <a:cubicBezTo>
                    <a:pt x="3465" y="1115"/>
                    <a:pt x="3644" y="865"/>
                    <a:pt x="3894" y="746"/>
                  </a:cubicBezTo>
                  <a:close/>
                  <a:moveTo>
                    <a:pt x="4823" y="662"/>
                  </a:moveTo>
                  <a:cubicBezTo>
                    <a:pt x="5275" y="662"/>
                    <a:pt x="5656" y="1043"/>
                    <a:pt x="5656" y="1496"/>
                  </a:cubicBezTo>
                  <a:lnTo>
                    <a:pt x="5656" y="2008"/>
                  </a:lnTo>
                  <a:cubicBezTo>
                    <a:pt x="4715" y="1912"/>
                    <a:pt x="4418" y="1067"/>
                    <a:pt x="4323" y="662"/>
                  </a:cubicBezTo>
                  <a:close/>
                  <a:moveTo>
                    <a:pt x="3108" y="2377"/>
                  </a:moveTo>
                  <a:lnTo>
                    <a:pt x="3108" y="2508"/>
                  </a:lnTo>
                  <a:cubicBezTo>
                    <a:pt x="3108" y="2591"/>
                    <a:pt x="3108" y="2674"/>
                    <a:pt x="3120" y="2746"/>
                  </a:cubicBezTo>
                  <a:cubicBezTo>
                    <a:pt x="3060" y="2710"/>
                    <a:pt x="3037" y="2651"/>
                    <a:pt x="3037" y="2555"/>
                  </a:cubicBezTo>
                  <a:cubicBezTo>
                    <a:pt x="3037" y="2484"/>
                    <a:pt x="3060" y="2424"/>
                    <a:pt x="3108" y="2377"/>
                  </a:cubicBezTo>
                  <a:close/>
                  <a:moveTo>
                    <a:pt x="5966" y="2377"/>
                  </a:moveTo>
                  <a:cubicBezTo>
                    <a:pt x="6013" y="2424"/>
                    <a:pt x="6037" y="2484"/>
                    <a:pt x="6037" y="2555"/>
                  </a:cubicBezTo>
                  <a:cubicBezTo>
                    <a:pt x="6037" y="2627"/>
                    <a:pt x="5989" y="2710"/>
                    <a:pt x="5954" y="2746"/>
                  </a:cubicBezTo>
                  <a:cubicBezTo>
                    <a:pt x="5966" y="2674"/>
                    <a:pt x="5966" y="2603"/>
                    <a:pt x="5966" y="2508"/>
                  </a:cubicBezTo>
                  <a:lnTo>
                    <a:pt x="5966" y="2377"/>
                  </a:lnTo>
                  <a:close/>
                  <a:moveTo>
                    <a:pt x="6870" y="3460"/>
                  </a:moveTo>
                  <a:lnTo>
                    <a:pt x="6870" y="3746"/>
                  </a:lnTo>
                  <a:lnTo>
                    <a:pt x="5430" y="3746"/>
                  </a:lnTo>
                  <a:cubicBezTo>
                    <a:pt x="5513" y="3651"/>
                    <a:pt x="5608" y="3567"/>
                    <a:pt x="5680" y="3460"/>
                  </a:cubicBezTo>
                  <a:close/>
                  <a:moveTo>
                    <a:pt x="4108" y="1055"/>
                  </a:moveTo>
                  <a:cubicBezTo>
                    <a:pt x="4323" y="1698"/>
                    <a:pt x="4823" y="2258"/>
                    <a:pt x="5656" y="2317"/>
                  </a:cubicBezTo>
                  <a:lnTo>
                    <a:pt x="5656" y="2508"/>
                  </a:lnTo>
                  <a:cubicBezTo>
                    <a:pt x="5656" y="2984"/>
                    <a:pt x="5394" y="3424"/>
                    <a:pt x="5001" y="3663"/>
                  </a:cubicBezTo>
                  <a:lnTo>
                    <a:pt x="4799" y="3758"/>
                  </a:lnTo>
                  <a:cubicBezTo>
                    <a:pt x="4721" y="3811"/>
                    <a:pt x="4629" y="3838"/>
                    <a:pt x="4535" y="3838"/>
                  </a:cubicBezTo>
                  <a:cubicBezTo>
                    <a:pt x="4442" y="3838"/>
                    <a:pt x="4346" y="3811"/>
                    <a:pt x="4263" y="3758"/>
                  </a:cubicBezTo>
                  <a:lnTo>
                    <a:pt x="4073" y="3663"/>
                  </a:lnTo>
                  <a:cubicBezTo>
                    <a:pt x="3668" y="3424"/>
                    <a:pt x="3418" y="2984"/>
                    <a:pt x="3418" y="2508"/>
                  </a:cubicBezTo>
                  <a:lnTo>
                    <a:pt x="3418" y="2174"/>
                  </a:lnTo>
                  <a:lnTo>
                    <a:pt x="3418" y="1769"/>
                  </a:lnTo>
                  <a:cubicBezTo>
                    <a:pt x="3584" y="1698"/>
                    <a:pt x="3882" y="1484"/>
                    <a:pt x="4108" y="1055"/>
                  </a:cubicBezTo>
                  <a:close/>
                  <a:moveTo>
                    <a:pt x="4977" y="4055"/>
                  </a:moveTo>
                  <a:lnTo>
                    <a:pt x="4977" y="4591"/>
                  </a:lnTo>
                  <a:lnTo>
                    <a:pt x="4537" y="4913"/>
                  </a:lnTo>
                  <a:lnTo>
                    <a:pt x="4084" y="4591"/>
                  </a:lnTo>
                  <a:lnTo>
                    <a:pt x="4084" y="4055"/>
                  </a:lnTo>
                  <a:lnTo>
                    <a:pt x="4120" y="4055"/>
                  </a:lnTo>
                  <a:cubicBezTo>
                    <a:pt x="4251" y="4139"/>
                    <a:pt x="4382" y="4163"/>
                    <a:pt x="4537" y="4163"/>
                  </a:cubicBezTo>
                  <a:cubicBezTo>
                    <a:pt x="4680" y="4163"/>
                    <a:pt x="4823" y="4139"/>
                    <a:pt x="4954" y="4055"/>
                  </a:cubicBezTo>
                  <a:close/>
                  <a:moveTo>
                    <a:pt x="4084" y="4972"/>
                  </a:moveTo>
                  <a:lnTo>
                    <a:pt x="4299" y="5115"/>
                  </a:lnTo>
                  <a:lnTo>
                    <a:pt x="4084" y="5365"/>
                  </a:lnTo>
                  <a:lnTo>
                    <a:pt x="4084" y="4972"/>
                  </a:lnTo>
                  <a:close/>
                  <a:moveTo>
                    <a:pt x="4977" y="4984"/>
                  </a:moveTo>
                  <a:lnTo>
                    <a:pt x="4977" y="5389"/>
                  </a:lnTo>
                  <a:lnTo>
                    <a:pt x="4775" y="5127"/>
                  </a:lnTo>
                  <a:lnTo>
                    <a:pt x="4977" y="4984"/>
                  </a:lnTo>
                  <a:close/>
                  <a:moveTo>
                    <a:pt x="4977" y="5925"/>
                  </a:moveTo>
                  <a:lnTo>
                    <a:pt x="4977" y="6330"/>
                  </a:lnTo>
                  <a:lnTo>
                    <a:pt x="4942" y="6008"/>
                  </a:lnTo>
                  <a:lnTo>
                    <a:pt x="4977" y="5925"/>
                  </a:lnTo>
                  <a:close/>
                  <a:moveTo>
                    <a:pt x="4084" y="5925"/>
                  </a:moveTo>
                  <a:lnTo>
                    <a:pt x="4144" y="6008"/>
                  </a:lnTo>
                  <a:lnTo>
                    <a:pt x="4084" y="6353"/>
                  </a:lnTo>
                  <a:lnTo>
                    <a:pt x="4084" y="5925"/>
                  </a:lnTo>
                  <a:close/>
                  <a:moveTo>
                    <a:pt x="3775" y="4889"/>
                  </a:moveTo>
                  <a:lnTo>
                    <a:pt x="3775" y="7139"/>
                  </a:lnTo>
                  <a:lnTo>
                    <a:pt x="1632" y="7139"/>
                  </a:lnTo>
                  <a:lnTo>
                    <a:pt x="1632" y="6615"/>
                  </a:lnTo>
                  <a:cubicBezTo>
                    <a:pt x="1632" y="6044"/>
                    <a:pt x="1977" y="5520"/>
                    <a:pt x="2513" y="5306"/>
                  </a:cubicBezTo>
                  <a:cubicBezTo>
                    <a:pt x="2537" y="5294"/>
                    <a:pt x="2584" y="5282"/>
                    <a:pt x="2620" y="5270"/>
                  </a:cubicBezTo>
                  <a:lnTo>
                    <a:pt x="3775" y="4889"/>
                  </a:lnTo>
                  <a:close/>
                  <a:moveTo>
                    <a:pt x="4537" y="5341"/>
                  </a:moveTo>
                  <a:lnTo>
                    <a:pt x="4775" y="5627"/>
                  </a:lnTo>
                  <a:lnTo>
                    <a:pt x="4620" y="5901"/>
                  </a:lnTo>
                  <a:cubicBezTo>
                    <a:pt x="4608" y="5937"/>
                    <a:pt x="4596" y="5960"/>
                    <a:pt x="4608" y="6008"/>
                  </a:cubicBezTo>
                  <a:lnTo>
                    <a:pt x="4787" y="7139"/>
                  </a:lnTo>
                  <a:lnTo>
                    <a:pt x="4299" y="7139"/>
                  </a:lnTo>
                  <a:lnTo>
                    <a:pt x="4477" y="6008"/>
                  </a:lnTo>
                  <a:cubicBezTo>
                    <a:pt x="4477" y="5984"/>
                    <a:pt x="4465" y="5937"/>
                    <a:pt x="4442" y="5901"/>
                  </a:cubicBezTo>
                  <a:lnTo>
                    <a:pt x="4299" y="5627"/>
                  </a:lnTo>
                  <a:lnTo>
                    <a:pt x="4537" y="5341"/>
                  </a:lnTo>
                  <a:close/>
                  <a:moveTo>
                    <a:pt x="6882" y="4044"/>
                  </a:moveTo>
                  <a:lnTo>
                    <a:pt x="6859" y="4591"/>
                  </a:lnTo>
                  <a:cubicBezTo>
                    <a:pt x="6859" y="4651"/>
                    <a:pt x="6882" y="4698"/>
                    <a:pt x="6930" y="4734"/>
                  </a:cubicBezTo>
                  <a:cubicBezTo>
                    <a:pt x="6966" y="4746"/>
                    <a:pt x="6990" y="4758"/>
                    <a:pt x="7025" y="4758"/>
                  </a:cubicBezTo>
                  <a:cubicBezTo>
                    <a:pt x="7049" y="4758"/>
                    <a:pt x="7061" y="4758"/>
                    <a:pt x="7085" y="4746"/>
                  </a:cubicBezTo>
                  <a:lnTo>
                    <a:pt x="8109" y="4270"/>
                  </a:lnTo>
                  <a:cubicBezTo>
                    <a:pt x="8156" y="4282"/>
                    <a:pt x="8180" y="4282"/>
                    <a:pt x="8228" y="4294"/>
                  </a:cubicBezTo>
                  <a:lnTo>
                    <a:pt x="8192" y="7985"/>
                  </a:lnTo>
                  <a:lnTo>
                    <a:pt x="870" y="7985"/>
                  </a:lnTo>
                  <a:lnTo>
                    <a:pt x="870" y="4055"/>
                  </a:lnTo>
                  <a:lnTo>
                    <a:pt x="3775" y="4055"/>
                  </a:lnTo>
                  <a:lnTo>
                    <a:pt x="3775" y="4567"/>
                  </a:lnTo>
                  <a:lnTo>
                    <a:pt x="2525" y="4972"/>
                  </a:lnTo>
                  <a:cubicBezTo>
                    <a:pt x="2275" y="5044"/>
                    <a:pt x="2060" y="5175"/>
                    <a:pt x="1870" y="5341"/>
                  </a:cubicBezTo>
                  <a:cubicBezTo>
                    <a:pt x="1525" y="5663"/>
                    <a:pt x="1322" y="6115"/>
                    <a:pt x="1322" y="6615"/>
                  </a:cubicBezTo>
                  <a:lnTo>
                    <a:pt x="1322" y="7294"/>
                  </a:lnTo>
                  <a:cubicBezTo>
                    <a:pt x="1322" y="7377"/>
                    <a:pt x="1394" y="7449"/>
                    <a:pt x="1477" y="7449"/>
                  </a:cubicBezTo>
                  <a:lnTo>
                    <a:pt x="7621" y="7449"/>
                  </a:lnTo>
                  <a:cubicBezTo>
                    <a:pt x="7704" y="7449"/>
                    <a:pt x="7775" y="7377"/>
                    <a:pt x="7775" y="7294"/>
                  </a:cubicBezTo>
                  <a:lnTo>
                    <a:pt x="7775" y="6711"/>
                  </a:lnTo>
                  <a:cubicBezTo>
                    <a:pt x="7775" y="6615"/>
                    <a:pt x="7704" y="6544"/>
                    <a:pt x="7621" y="6544"/>
                  </a:cubicBezTo>
                  <a:cubicBezTo>
                    <a:pt x="7525" y="6544"/>
                    <a:pt x="7454" y="6615"/>
                    <a:pt x="7454" y="6711"/>
                  </a:cubicBezTo>
                  <a:lnTo>
                    <a:pt x="7454" y="7139"/>
                  </a:lnTo>
                  <a:lnTo>
                    <a:pt x="5311" y="7139"/>
                  </a:lnTo>
                  <a:lnTo>
                    <a:pt x="5311" y="4889"/>
                  </a:lnTo>
                  <a:lnTo>
                    <a:pt x="6466" y="5270"/>
                  </a:lnTo>
                  <a:cubicBezTo>
                    <a:pt x="6882" y="5401"/>
                    <a:pt x="7228" y="5722"/>
                    <a:pt x="7382" y="6139"/>
                  </a:cubicBezTo>
                  <a:cubicBezTo>
                    <a:pt x="7401" y="6212"/>
                    <a:pt x="7461" y="6243"/>
                    <a:pt x="7525" y="6243"/>
                  </a:cubicBezTo>
                  <a:cubicBezTo>
                    <a:pt x="7545" y="6243"/>
                    <a:pt x="7565" y="6240"/>
                    <a:pt x="7585" y="6234"/>
                  </a:cubicBezTo>
                  <a:cubicBezTo>
                    <a:pt x="7680" y="6199"/>
                    <a:pt x="7704" y="6115"/>
                    <a:pt x="7680" y="6020"/>
                  </a:cubicBezTo>
                  <a:cubicBezTo>
                    <a:pt x="7502" y="5520"/>
                    <a:pt x="7085" y="5115"/>
                    <a:pt x="6573" y="4948"/>
                  </a:cubicBezTo>
                  <a:lnTo>
                    <a:pt x="5323" y="4556"/>
                  </a:lnTo>
                  <a:lnTo>
                    <a:pt x="5323" y="4044"/>
                  </a:lnTo>
                  <a:close/>
                  <a:moveTo>
                    <a:pt x="4787" y="9199"/>
                  </a:moveTo>
                  <a:lnTo>
                    <a:pt x="4918" y="9818"/>
                  </a:lnTo>
                  <a:lnTo>
                    <a:pt x="4120" y="9818"/>
                  </a:lnTo>
                  <a:lnTo>
                    <a:pt x="4263" y="9199"/>
                  </a:lnTo>
                  <a:close/>
                  <a:moveTo>
                    <a:pt x="5858" y="10128"/>
                  </a:moveTo>
                  <a:lnTo>
                    <a:pt x="5858" y="10425"/>
                  </a:lnTo>
                  <a:lnTo>
                    <a:pt x="3227" y="10425"/>
                  </a:lnTo>
                  <a:lnTo>
                    <a:pt x="3227" y="10128"/>
                  </a:lnTo>
                  <a:close/>
                  <a:moveTo>
                    <a:pt x="8622" y="1"/>
                  </a:moveTo>
                  <a:cubicBezTo>
                    <a:pt x="8115" y="1"/>
                    <a:pt x="7612" y="175"/>
                    <a:pt x="7216" y="519"/>
                  </a:cubicBezTo>
                  <a:cubicBezTo>
                    <a:pt x="7156" y="579"/>
                    <a:pt x="7144" y="686"/>
                    <a:pt x="7204" y="746"/>
                  </a:cubicBezTo>
                  <a:cubicBezTo>
                    <a:pt x="7237" y="778"/>
                    <a:pt x="7280" y="797"/>
                    <a:pt x="7322" y="797"/>
                  </a:cubicBezTo>
                  <a:cubicBezTo>
                    <a:pt x="7357" y="797"/>
                    <a:pt x="7391" y="784"/>
                    <a:pt x="7418" y="757"/>
                  </a:cubicBezTo>
                  <a:cubicBezTo>
                    <a:pt x="7764" y="464"/>
                    <a:pt x="8195" y="314"/>
                    <a:pt x="8630" y="314"/>
                  </a:cubicBezTo>
                  <a:cubicBezTo>
                    <a:pt x="8989" y="314"/>
                    <a:pt x="9351" y="416"/>
                    <a:pt x="9668" y="626"/>
                  </a:cubicBezTo>
                  <a:cubicBezTo>
                    <a:pt x="10514" y="1186"/>
                    <a:pt x="10752" y="2353"/>
                    <a:pt x="10180" y="3198"/>
                  </a:cubicBezTo>
                  <a:cubicBezTo>
                    <a:pt x="9883" y="3639"/>
                    <a:pt x="9430" y="3925"/>
                    <a:pt x="8930" y="3996"/>
                  </a:cubicBezTo>
                  <a:lnTo>
                    <a:pt x="8883" y="3996"/>
                  </a:lnTo>
                  <a:cubicBezTo>
                    <a:pt x="8799" y="4014"/>
                    <a:pt x="8716" y="4023"/>
                    <a:pt x="8631" y="4023"/>
                  </a:cubicBezTo>
                  <a:cubicBezTo>
                    <a:pt x="8546" y="4023"/>
                    <a:pt x="8460" y="4014"/>
                    <a:pt x="8371" y="3996"/>
                  </a:cubicBezTo>
                  <a:cubicBezTo>
                    <a:pt x="8287" y="3984"/>
                    <a:pt x="8192" y="3972"/>
                    <a:pt x="8109" y="3936"/>
                  </a:cubicBezTo>
                  <a:cubicBezTo>
                    <a:pt x="8099" y="3933"/>
                    <a:pt x="8089" y="3932"/>
                    <a:pt x="8078" y="3932"/>
                  </a:cubicBezTo>
                  <a:cubicBezTo>
                    <a:pt x="8049" y="3932"/>
                    <a:pt x="8019" y="3943"/>
                    <a:pt x="8002" y="3960"/>
                  </a:cubicBezTo>
                  <a:lnTo>
                    <a:pt x="7156" y="4341"/>
                  </a:lnTo>
                  <a:lnTo>
                    <a:pt x="7204" y="3401"/>
                  </a:lnTo>
                  <a:cubicBezTo>
                    <a:pt x="7204" y="3365"/>
                    <a:pt x="7180" y="3329"/>
                    <a:pt x="7168" y="3305"/>
                  </a:cubicBezTo>
                  <a:cubicBezTo>
                    <a:pt x="6680" y="2686"/>
                    <a:pt x="6632" y="1829"/>
                    <a:pt x="7049" y="1174"/>
                  </a:cubicBezTo>
                  <a:cubicBezTo>
                    <a:pt x="7097" y="1103"/>
                    <a:pt x="7085" y="996"/>
                    <a:pt x="7001" y="948"/>
                  </a:cubicBezTo>
                  <a:cubicBezTo>
                    <a:pt x="6976" y="931"/>
                    <a:pt x="6946" y="923"/>
                    <a:pt x="6917" y="923"/>
                  </a:cubicBezTo>
                  <a:cubicBezTo>
                    <a:pt x="6863" y="923"/>
                    <a:pt x="6810" y="949"/>
                    <a:pt x="6787" y="996"/>
                  </a:cubicBezTo>
                  <a:cubicBezTo>
                    <a:pt x="6382" y="1650"/>
                    <a:pt x="6347" y="2448"/>
                    <a:pt x="6692" y="3103"/>
                  </a:cubicBezTo>
                  <a:lnTo>
                    <a:pt x="5858" y="3103"/>
                  </a:lnTo>
                  <a:cubicBezTo>
                    <a:pt x="5858" y="3091"/>
                    <a:pt x="5870" y="3091"/>
                    <a:pt x="5870" y="3079"/>
                  </a:cubicBezTo>
                  <a:cubicBezTo>
                    <a:pt x="6156" y="3043"/>
                    <a:pt x="6382" y="2805"/>
                    <a:pt x="6382" y="2531"/>
                  </a:cubicBezTo>
                  <a:cubicBezTo>
                    <a:pt x="6382" y="2270"/>
                    <a:pt x="6216" y="2067"/>
                    <a:pt x="5978" y="1996"/>
                  </a:cubicBezTo>
                  <a:lnTo>
                    <a:pt x="5978" y="1460"/>
                  </a:lnTo>
                  <a:cubicBezTo>
                    <a:pt x="5978" y="817"/>
                    <a:pt x="5454" y="305"/>
                    <a:pt x="4835" y="305"/>
                  </a:cubicBezTo>
                  <a:lnTo>
                    <a:pt x="4263" y="305"/>
                  </a:lnTo>
                  <a:cubicBezTo>
                    <a:pt x="4227" y="305"/>
                    <a:pt x="4180" y="305"/>
                    <a:pt x="4132" y="329"/>
                  </a:cubicBezTo>
                  <a:cubicBezTo>
                    <a:pt x="3549" y="400"/>
                    <a:pt x="3120" y="888"/>
                    <a:pt x="3120" y="1472"/>
                  </a:cubicBezTo>
                  <a:lnTo>
                    <a:pt x="3120" y="2008"/>
                  </a:lnTo>
                  <a:cubicBezTo>
                    <a:pt x="2894" y="2079"/>
                    <a:pt x="2715" y="2293"/>
                    <a:pt x="2715" y="2543"/>
                  </a:cubicBezTo>
                  <a:cubicBezTo>
                    <a:pt x="2715" y="2829"/>
                    <a:pt x="2941" y="3079"/>
                    <a:pt x="3227" y="3091"/>
                  </a:cubicBezTo>
                  <a:cubicBezTo>
                    <a:pt x="3227" y="3103"/>
                    <a:pt x="3239" y="3103"/>
                    <a:pt x="3239" y="3127"/>
                  </a:cubicBezTo>
                  <a:lnTo>
                    <a:pt x="155" y="3127"/>
                  </a:lnTo>
                  <a:cubicBezTo>
                    <a:pt x="72" y="3127"/>
                    <a:pt x="1" y="3198"/>
                    <a:pt x="1" y="3282"/>
                  </a:cubicBezTo>
                  <a:lnTo>
                    <a:pt x="1" y="9020"/>
                  </a:lnTo>
                  <a:cubicBezTo>
                    <a:pt x="1" y="9104"/>
                    <a:pt x="72" y="9175"/>
                    <a:pt x="155" y="9175"/>
                  </a:cubicBezTo>
                  <a:lnTo>
                    <a:pt x="1441" y="9175"/>
                  </a:lnTo>
                  <a:cubicBezTo>
                    <a:pt x="1525" y="9175"/>
                    <a:pt x="1608" y="9104"/>
                    <a:pt x="1608" y="9020"/>
                  </a:cubicBezTo>
                  <a:cubicBezTo>
                    <a:pt x="1608" y="8925"/>
                    <a:pt x="1525" y="8854"/>
                    <a:pt x="1441" y="8854"/>
                  </a:cubicBezTo>
                  <a:lnTo>
                    <a:pt x="322" y="8854"/>
                  </a:lnTo>
                  <a:lnTo>
                    <a:pt x="322" y="3436"/>
                  </a:lnTo>
                  <a:lnTo>
                    <a:pt x="3418" y="3436"/>
                  </a:lnTo>
                  <a:cubicBezTo>
                    <a:pt x="3489" y="3544"/>
                    <a:pt x="3572" y="3627"/>
                    <a:pt x="3668" y="3722"/>
                  </a:cubicBezTo>
                  <a:lnTo>
                    <a:pt x="739" y="3722"/>
                  </a:lnTo>
                  <a:cubicBezTo>
                    <a:pt x="655" y="3722"/>
                    <a:pt x="572" y="3794"/>
                    <a:pt x="572" y="3877"/>
                  </a:cubicBezTo>
                  <a:lnTo>
                    <a:pt x="572" y="8127"/>
                  </a:lnTo>
                  <a:cubicBezTo>
                    <a:pt x="572" y="8211"/>
                    <a:pt x="655" y="8282"/>
                    <a:pt x="739" y="8282"/>
                  </a:cubicBezTo>
                  <a:lnTo>
                    <a:pt x="8394" y="8282"/>
                  </a:lnTo>
                  <a:cubicBezTo>
                    <a:pt x="8478" y="8282"/>
                    <a:pt x="8549" y="8211"/>
                    <a:pt x="8549" y="8127"/>
                  </a:cubicBezTo>
                  <a:lnTo>
                    <a:pt x="8549" y="4317"/>
                  </a:lnTo>
                  <a:lnTo>
                    <a:pt x="8787" y="4317"/>
                  </a:lnTo>
                  <a:lnTo>
                    <a:pt x="8787" y="8842"/>
                  </a:lnTo>
                  <a:lnTo>
                    <a:pt x="2096" y="8842"/>
                  </a:lnTo>
                  <a:cubicBezTo>
                    <a:pt x="2001" y="8842"/>
                    <a:pt x="1929" y="8913"/>
                    <a:pt x="1929" y="8997"/>
                  </a:cubicBezTo>
                  <a:cubicBezTo>
                    <a:pt x="1929" y="9092"/>
                    <a:pt x="2001" y="9163"/>
                    <a:pt x="2096" y="9163"/>
                  </a:cubicBezTo>
                  <a:lnTo>
                    <a:pt x="3989" y="9163"/>
                  </a:lnTo>
                  <a:lnTo>
                    <a:pt x="3846" y="9794"/>
                  </a:lnTo>
                  <a:lnTo>
                    <a:pt x="3108" y="9794"/>
                  </a:lnTo>
                  <a:cubicBezTo>
                    <a:pt x="3013" y="9794"/>
                    <a:pt x="2941" y="9866"/>
                    <a:pt x="2941" y="9949"/>
                  </a:cubicBezTo>
                  <a:lnTo>
                    <a:pt x="2941" y="10568"/>
                  </a:lnTo>
                  <a:cubicBezTo>
                    <a:pt x="2941" y="10652"/>
                    <a:pt x="3013" y="10723"/>
                    <a:pt x="3108" y="10723"/>
                  </a:cubicBezTo>
                  <a:lnTo>
                    <a:pt x="6049" y="10723"/>
                  </a:lnTo>
                  <a:cubicBezTo>
                    <a:pt x="6144" y="10723"/>
                    <a:pt x="6216" y="10652"/>
                    <a:pt x="6216" y="10568"/>
                  </a:cubicBezTo>
                  <a:lnTo>
                    <a:pt x="6216" y="9973"/>
                  </a:lnTo>
                  <a:cubicBezTo>
                    <a:pt x="6216" y="9878"/>
                    <a:pt x="6144" y="9806"/>
                    <a:pt x="6049" y="9806"/>
                  </a:cubicBezTo>
                  <a:lnTo>
                    <a:pt x="5311" y="9806"/>
                  </a:lnTo>
                  <a:lnTo>
                    <a:pt x="5180" y="9175"/>
                  </a:lnTo>
                  <a:lnTo>
                    <a:pt x="8930" y="9175"/>
                  </a:lnTo>
                  <a:cubicBezTo>
                    <a:pt x="9014" y="9175"/>
                    <a:pt x="9085" y="9104"/>
                    <a:pt x="9085" y="9008"/>
                  </a:cubicBezTo>
                  <a:lnTo>
                    <a:pt x="9085" y="4282"/>
                  </a:lnTo>
                  <a:cubicBezTo>
                    <a:pt x="9621" y="4163"/>
                    <a:pt x="10121" y="3853"/>
                    <a:pt x="10442" y="3353"/>
                  </a:cubicBezTo>
                  <a:cubicBezTo>
                    <a:pt x="11097" y="2377"/>
                    <a:pt x="10835" y="1019"/>
                    <a:pt x="9835" y="365"/>
                  </a:cubicBezTo>
                  <a:cubicBezTo>
                    <a:pt x="9467" y="121"/>
                    <a:pt x="9043" y="1"/>
                    <a:pt x="8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65"/>
            <p:cNvSpPr/>
            <p:nvPr/>
          </p:nvSpPr>
          <p:spPr>
            <a:xfrm>
              <a:off x="1148865" y="3851598"/>
              <a:ext cx="27181" cy="51733"/>
            </a:xfrm>
            <a:custGeom>
              <a:avLst/>
              <a:gdLst/>
              <a:ahLst/>
              <a:cxnLst/>
              <a:rect l="l" t="t" r="r" b="b"/>
              <a:pathLst>
                <a:path w="858" h="1633" extrusionOk="0">
                  <a:moveTo>
                    <a:pt x="179" y="1"/>
                  </a:moveTo>
                  <a:cubicBezTo>
                    <a:pt x="95" y="1"/>
                    <a:pt x="24" y="72"/>
                    <a:pt x="24" y="168"/>
                  </a:cubicBezTo>
                  <a:cubicBezTo>
                    <a:pt x="24" y="251"/>
                    <a:pt x="95" y="322"/>
                    <a:pt x="179" y="322"/>
                  </a:cubicBezTo>
                  <a:lnTo>
                    <a:pt x="274" y="322"/>
                  </a:lnTo>
                  <a:lnTo>
                    <a:pt x="274" y="1311"/>
                  </a:lnTo>
                  <a:lnTo>
                    <a:pt x="167" y="1311"/>
                  </a:lnTo>
                  <a:cubicBezTo>
                    <a:pt x="83" y="1311"/>
                    <a:pt x="0" y="1382"/>
                    <a:pt x="0" y="1477"/>
                  </a:cubicBezTo>
                  <a:cubicBezTo>
                    <a:pt x="0" y="1561"/>
                    <a:pt x="83" y="1632"/>
                    <a:pt x="167" y="1632"/>
                  </a:cubicBezTo>
                  <a:lnTo>
                    <a:pt x="691" y="1632"/>
                  </a:lnTo>
                  <a:cubicBezTo>
                    <a:pt x="774" y="1632"/>
                    <a:pt x="857" y="1561"/>
                    <a:pt x="857" y="1477"/>
                  </a:cubicBezTo>
                  <a:cubicBezTo>
                    <a:pt x="857" y="1358"/>
                    <a:pt x="774" y="1299"/>
                    <a:pt x="691" y="1299"/>
                  </a:cubicBezTo>
                  <a:lnTo>
                    <a:pt x="583" y="1299"/>
                  </a:lnTo>
                  <a:lnTo>
                    <a:pt x="583" y="168"/>
                  </a:lnTo>
                  <a:cubicBezTo>
                    <a:pt x="583" y="72"/>
                    <a:pt x="512"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65"/>
            <p:cNvSpPr/>
            <p:nvPr/>
          </p:nvSpPr>
          <p:spPr>
            <a:xfrm>
              <a:off x="1152255" y="3836138"/>
              <a:ext cx="15111" cy="15111"/>
            </a:xfrm>
            <a:custGeom>
              <a:avLst/>
              <a:gdLst/>
              <a:ahLst/>
              <a:cxnLst/>
              <a:rect l="l" t="t" r="r" b="b"/>
              <a:pathLst>
                <a:path w="477" h="477" extrusionOk="0">
                  <a:moveTo>
                    <a:pt x="238" y="1"/>
                  </a:moveTo>
                  <a:cubicBezTo>
                    <a:pt x="107" y="1"/>
                    <a:pt x="0" y="96"/>
                    <a:pt x="0" y="239"/>
                  </a:cubicBezTo>
                  <a:cubicBezTo>
                    <a:pt x="0" y="370"/>
                    <a:pt x="107" y="477"/>
                    <a:pt x="238" y="477"/>
                  </a:cubicBezTo>
                  <a:cubicBezTo>
                    <a:pt x="369" y="477"/>
                    <a:pt x="476" y="370"/>
                    <a:pt x="476" y="239"/>
                  </a:cubicBezTo>
                  <a:cubicBezTo>
                    <a:pt x="476" y="96"/>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65"/>
            <p:cNvSpPr/>
            <p:nvPr/>
          </p:nvSpPr>
          <p:spPr>
            <a:xfrm>
              <a:off x="1022494" y="3867438"/>
              <a:ext cx="19642" cy="29843"/>
            </a:xfrm>
            <a:custGeom>
              <a:avLst/>
              <a:gdLst/>
              <a:ahLst/>
              <a:cxnLst/>
              <a:rect l="l" t="t" r="r" b="b"/>
              <a:pathLst>
                <a:path w="620" h="942" extrusionOk="0">
                  <a:moveTo>
                    <a:pt x="167" y="1"/>
                  </a:moveTo>
                  <a:cubicBezTo>
                    <a:pt x="84" y="1"/>
                    <a:pt x="0" y="84"/>
                    <a:pt x="0" y="168"/>
                  </a:cubicBezTo>
                  <a:lnTo>
                    <a:pt x="0" y="775"/>
                  </a:lnTo>
                  <a:cubicBezTo>
                    <a:pt x="0" y="870"/>
                    <a:pt x="84" y="942"/>
                    <a:pt x="167" y="942"/>
                  </a:cubicBezTo>
                  <a:lnTo>
                    <a:pt x="441" y="942"/>
                  </a:lnTo>
                  <a:cubicBezTo>
                    <a:pt x="524" y="942"/>
                    <a:pt x="596" y="870"/>
                    <a:pt x="596" y="775"/>
                  </a:cubicBezTo>
                  <a:cubicBezTo>
                    <a:pt x="620" y="692"/>
                    <a:pt x="536" y="620"/>
                    <a:pt x="453" y="620"/>
                  </a:cubicBezTo>
                  <a:lnTo>
                    <a:pt x="334" y="620"/>
                  </a:ln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5" name="Google Shape;11065;p65"/>
          <p:cNvGrpSpPr/>
          <p:nvPr/>
        </p:nvGrpSpPr>
        <p:grpSpPr>
          <a:xfrm>
            <a:off x="4896609" y="4085472"/>
            <a:ext cx="278784" cy="355323"/>
            <a:chOff x="4896609" y="4260872"/>
            <a:chExt cx="278784" cy="355323"/>
          </a:xfrm>
        </p:grpSpPr>
        <p:sp>
          <p:nvSpPr>
            <p:cNvPr id="11066" name="Google Shape;11066;p65"/>
            <p:cNvSpPr/>
            <p:nvPr/>
          </p:nvSpPr>
          <p:spPr>
            <a:xfrm>
              <a:off x="4997700" y="4378151"/>
              <a:ext cx="10201" cy="16252"/>
            </a:xfrm>
            <a:custGeom>
              <a:avLst/>
              <a:gdLst/>
              <a:ahLst/>
              <a:cxnLst/>
              <a:rect l="l" t="t" r="r" b="b"/>
              <a:pathLst>
                <a:path w="322" h="513" extrusionOk="0">
                  <a:moveTo>
                    <a:pt x="167" y="1"/>
                  </a:moveTo>
                  <a:cubicBezTo>
                    <a:pt x="72" y="1"/>
                    <a:pt x="0" y="72"/>
                    <a:pt x="0" y="168"/>
                  </a:cubicBezTo>
                  <a:lnTo>
                    <a:pt x="0" y="346"/>
                  </a:lnTo>
                  <a:cubicBezTo>
                    <a:pt x="0" y="430"/>
                    <a:pt x="72" y="513"/>
                    <a:pt x="167" y="513"/>
                  </a:cubicBezTo>
                  <a:cubicBezTo>
                    <a:pt x="250" y="513"/>
                    <a:pt x="322" y="430"/>
                    <a:pt x="322" y="346"/>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65"/>
            <p:cNvSpPr/>
            <p:nvPr/>
          </p:nvSpPr>
          <p:spPr>
            <a:xfrm>
              <a:off x="5064830" y="4378151"/>
              <a:ext cx="10233" cy="16252"/>
            </a:xfrm>
            <a:custGeom>
              <a:avLst/>
              <a:gdLst/>
              <a:ahLst/>
              <a:cxnLst/>
              <a:rect l="l" t="t" r="r" b="b"/>
              <a:pathLst>
                <a:path w="323" h="513" extrusionOk="0">
                  <a:moveTo>
                    <a:pt x="156" y="1"/>
                  </a:moveTo>
                  <a:cubicBezTo>
                    <a:pt x="72" y="1"/>
                    <a:pt x="1" y="72"/>
                    <a:pt x="1" y="168"/>
                  </a:cubicBezTo>
                  <a:lnTo>
                    <a:pt x="1" y="346"/>
                  </a:lnTo>
                  <a:cubicBezTo>
                    <a:pt x="1" y="430"/>
                    <a:pt x="72" y="513"/>
                    <a:pt x="156" y="513"/>
                  </a:cubicBezTo>
                  <a:cubicBezTo>
                    <a:pt x="251" y="513"/>
                    <a:pt x="322" y="430"/>
                    <a:pt x="322" y="346"/>
                  </a:cubicBezTo>
                  <a:lnTo>
                    <a:pt x="322" y="168"/>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65"/>
            <p:cNvSpPr/>
            <p:nvPr/>
          </p:nvSpPr>
          <p:spPr>
            <a:xfrm>
              <a:off x="5013160" y="4417498"/>
              <a:ext cx="46063" cy="15777"/>
            </a:xfrm>
            <a:custGeom>
              <a:avLst/>
              <a:gdLst/>
              <a:ahLst/>
              <a:cxnLst/>
              <a:rect l="l" t="t" r="r" b="b"/>
              <a:pathLst>
                <a:path w="1454" h="498" extrusionOk="0">
                  <a:moveTo>
                    <a:pt x="188" y="0"/>
                  </a:moveTo>
                  <a:cubicBezTo>
                    <a:pt x="146" y="0"/>
                    <a:pt x="102" y="15"/>
                    <a:pt x="60" y="45"/>
                  </a:cubicBezTo>
                  <a:cubicBezTo>
                    <a:pt x="1" y="104"/>
                    <a:pt x="1" y="200"/>
                    <a:pt x="60" y="283"/>
                  </a:cubicBezTo>
                  <a:cubicBezTo>
                    <a:pt x="215" y="414"/>
                    <a:pt x="453" y="497"/>
                    <a:pt x="703" y="497"/>
                  </a:cubicBezTo>
                  <a:cubicBezTo>
                    <a:pt x="953" y="497"/>
                    <a:pt x="1215" y="414"/>
                    <a:pt x="1346" y="283"/>
                  </a:cubicBezTo>
                  <a:cubicBezTo>
                    <a:pt x="1453" y="200"/>
                    <a:pt x="1453" y="104"/>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65"/>
            <p:cNvSpPr/>
            <p:nvPr/>
          </p:nvSpPr>
          <p:spPr>
            <a:xfrm>
              <a:off x="4896609" y="4260872"/>
              <a:ext cx="278784" cy="355323"/>
            </a:xfrm>
            <a:custGeom>
              <a:avLst/>
              <a:gdLst/>
              <a:ahLst/>
              <a:cxnLst/>
              <a:rect l="l" t="t" r="r" b="b"/>
              <a:pathLst>
                <a:path w="8800" h="11216" extrusionOk="0">
                  <a:moveTo>
                    <a:pt x="4418" y="322"/>
                  </a:moveTo>
                  <a:cubicBezTo>
                    <a:pt x="5108" y="322"/>
                    <a:pt x="5751" y="441"/>
                    <a:pt x="6299" y="655"/>
                  </a:cubicBezTo>
                  <a:cubicBezTo>
                    <a:pt x="6454" y="715"/>
                    <a:pt x="6537" y="845"/>
                    <a:pt x="6537" y="1000"/>
                  </a:cubicBezTo>
                  <a:lnTo>
                    <a:pt x="6537" y="1441"/>
                  </a:lnTo>
                  <a:cubicBezTo>
                    <a:pt x="5978" y="1203"/>
                    <a:pt x="5227" y="1048"/>
                    <a:pt x="4418" y="1048"/>
                  </a:cubicBezTo>
                  <a:cubicBezTo>
                    <a:pt x="3596" y="1048"/>
                    <a:pt x="2870" y="1203"/>
                    <a:pt x="2287" y="1441"/>
                  </a:cubicBezTo>
                  <a:lnTo>
                    <a:pt x="2287" y="1000"/>
                  </a:lnTo>
                  <a:cubicBezTo>
                    <a:pt x="2287" y="845"/>
                    <a:pt x="2394" y="715"/>
                    <a:pt x="2525" y="655"/>
                  </a:cubicBezTo>
                  <a:cubicBezTo>
                    <a:pt x="3060" y="441"/>
                    <a:pt x="3715" y="322"/>
                    <a:pt x="4418" y="322"/>
                  </a:cubicBezTo>
                  <a:close/>
                  <a:moveTo>
                    <a:pt x="1870" y="4715"/>
                  </a:moveTo>
                  <a:cubicBezTo>
                    <a:pt x="1929" y="4715"/>
                    <a:pt x="1977" y="4763"/>
                    <a:pt x="1977" y="4822"/>
                  </a:cubicBezTo>
                  <a:cubicBezTo>
                    <a:pt x="1953" y="4882"/>
                    <a:pt x="1917" y="4929"/>
                    <a:pt x="1870" y="4929"/>
                  </a:cubicBezTo>
                  <a:cubicBezTo>
                    <a:pt x="1810" y="4929"/>
                    <a:pt x="1763" y="4882"/>
                    <a:pt x="1763" y="4822"/>
                  </a:cubicBezTo>
                  <a:cubicBezTo>
                    <a:pt x="1763" y="4763"/>
                    <a:pt x="1810" y="4715"/>
                    <a:pt x="1870" y="4715"/>
                  </a:cubicBezTo>
                  <a:close/>
                  <a:moveTo>
                    <a:pt x="6954" y="4715"/>
                  </a:moveTo>
                  <a:cubicBezTo>
                    <a:pt x="7013" y="4715"/>
                    <a:pt x="7061" y="4763"/>
                    <a:pt x="7061" y="4822"/>
                  </a:cubicBezTo>
                  <a:cubicBezTo>
                    <a:pt x="7061" y="4882"/>
                    <a:pt x="7013" y="4929"/>
                    <a:pt x="6954" y="4929"/>
                  </a:cubicBezTo>
                  <a:cubicBezTo>
                    <a:pt x="6894" y="4929"/>
                    <a:pt x="6859" y="4882"/>
                    <a:pt x="6859" y="4822"/>
                  </a:cubicBezTo>
                  <a:cubicBezTo>
                    <a:pt x="6859" y="4763"/>
                    <a:pt x="6894" y="4715"/>
                    <a:pt x="6954" y="4715"/>
                  </a:cubicBezTo>
                  <a:close/>
                  <a:moveTo>
                    <a:pt x="4382" y="1417"/>
                  </a:moveTo>
                  <a:cubicBezTo>
                    <a:pt x="6001" y="1417"/>
                    <a:pt x="7394" y="2072"/>
                    <a:pt x="7394" y="2822"/>
                  </a:cubicBezTo>
                  <a:cubicBezTo>
                    <a:pt x="7394" y="3143"/>
                    <a:pt x="7168" y="3382"/>
                    <a:pt x="6954" y="3536"/>
                  </a:cubicBezTo>
                  <a:lnTo>
                    <a:pt x="6656" y="3536"/>
                  </a:lnTo>
                  <a:cubicBezTo>
                    <a:pt x="6561" y="3536"/>
                    <a:pt x="6466" y="3453"/>
                    <a:pt x="6466" y="3346"/>
                  </a:cubicBezTo>
                  <a:lnTo>
                    <a:pt x="6466" y="2643"/>
                  </a:lnTo>
                  <a:cubicBezTo>
                    <a:pt x="6466" y="2500"/>
                    <a:pt x="6394" y="2286"/>
                    <a:pt x="6025" y="2096"/>
                  </a:cubicBezTo>
                  <a:cubicBezTo>
                    <a:pt x="6000" y="2081"/>
                    <a:pt x="5973" y="2074"/>
                    <a:pt x="5947" y="2074"/>
                  </a:cubicBezTo>
                  <a:cubicBezTo>
                    <a:pt x="5888" y="2074"/>
                    <a:pt x="5832" y="2109"/>
                    <a:pt x="5799" y="2167"/>
                  </a:cubicBezTo>
                  <a:cubicBezTo>
                    <a:pt x="5751" y="2250"/>
                    <a:pt x="5787" y="2346"/>
                    <a:pt x="5870" y="2393"/>
                  </a:cubicBezTo>
                  <a:cubicBezTo>
                    <a:pt x="6037" y="2489"/>
                    <a:pt x="6144" y="2572"/>
                    <a:pt x="6144" y="2643"/>
                  </a:cubicBezTo>
                  <a:lnTo>
                    <a:pt x="6144" y="3346"/>
                  </a:lnTo>
                  <a:cubicBezTo>
                    <a:pt x="6144" y="3632"/>
                    <a:pt x="6382" y="3870"/>
                    <a:pt x="6656" y="3870"/>
                  </a:cubicBezTo>
                  <a:lnTo>
                    <a:pt x="6930" y="3870"/>
                  </a:lnTo>
                  <a:cubicBezTo>
                    <a:pt x="7001" y="3870"/>
                    <a:pt x="7073" y="3893"/>
                    <a:pt x="7132" y="3953"/>
                  </a:cubicBezTo>
                  <a:cubicBezTo>
                    <a:pt x="7192" y="4013"/>
                    <a:pt x="7216" y="4096"/>
                    <a:pt x="7216" y="4167"/>
                  </a:cubicBezTo>
                  <a:cubicBezTo>
                    <a:pt x="7192" y="4298"/>
                    <a:pt x="7061" y="4417"/>
                    <a:pt x="6918" y="4417"/>
                  </a:cubicBezTo>
                  <a:lnTo>
                    <a:pt x="6835" y="4417"/>
                  </a:lnTo>
                  <a:lnTo>
                    <a:pt x="6835" y="4394"/>
                  </a:lnTo>
                  <a:cubicBezTo>
                    <a:pt x="6835" y="4298"/>
                    <a:pt x="6763" y="4227"/>
                    <a:pt x="6680" y="4227"/>
                  </a:cubicBezTo>
                  <a:cubicBezTo>
                    <a:pt x="6585" y="4227"/>
                    <a:pt x="6513" y="4298"/>
                    <a:pt x="6513" y="4394"/>
                  </a:cubicBezTo>
                  <a:cubicBezTo>
                    <a:pt x="6537" y="5227"/>
                    <a:pt x="6049" y="5977"/>
                    <a:pt x="5287" y="6322"/>
                  </a:cubicBezTo>
                  <a:lnTo>
                    <a:pt x="4573" y="6037"/>
                  </a:lnTo>
                  <a:lnTo>
                    <a:pt x="4573" y="5977"/>
                  </a:lnTo>
                  <a:cubicBezTo>
                    <a:pt x="4573" y="5894"/>
                    <a:pt x="4501" y="5822"/>
                    <a:pt x="4418" y="5822"/>
                  </a:cubicBezTo>
                  <a:cubicBezTo>
                    <a:pt x="4323" y="5822"/>
                    <a:pt x="4251" y="5894"/>
                    <a:pt x="4251" y="5977"/>
                  </a:cubicBezTo>
                  <a:lnTo>
                    <a:pt x="4251" y="6037"/>
                  </a:lnTo>
                  <a:lnTo>
                    <a:pt x="3537" y="6322"/>
                  </a:lnTo>
                  <a:cubicBezTo>
                    <a:pt x="2775" y="5977"/>
                    <a:pt x="2287" y="5227"/>
                    <a:pt x="2287" y="4394"/>
                  </a:cubicBezTo>
                  <a:cubicBezTo>
                    <a:pt x="2287" y="4298"/>
                    <a:pt x="2215" y="4227"/>
                    <a:pt x="2120" y="4227"/>
                  </a:cubicBezTo>
                  <a:cubicBezTo>
                    <a:pt x="2037" y="4227"/>
                    <a:pt x="1953" y="4298"/>
                    <a:pt x="1953" y="4394"/>
                  </a:cubicBezTo>
                  <a:lnTo>
                    <a:pt x="1953" y="4405"/>
                  </a:lnTo>
                  <a:lnTo>
                    <a:pt x="1858" y="4405"/>
                  </a:lnTo>
                  <a:cubicBezTo>
                    <a:pt x="1775" y="4405"/>
                    <a:pt x="1703" y="4370"/>
                    <a:pt x="1644" y="4310"/>
                  </a:cubicBezTo>
                  <a:cubicBezTo>
                    <a:pt x="1584" y="4251"/>
                    <a:pt x="1572" y="4179"/>
                    <a:pt x="1572" y="4108"/>
                  </a:cubicBezTo>
                  <a:cubicBezTo>
                    <a:pt x="1584" y="3977"/>
                    <a:pt x="1715" y="3858"/>
                    <a:pt x="1870" y="3858"/>
                  </a:cubicBezTo>
                  <a:lnTo>
                    <a:pt x="2108" y="3858"/>
                  </a:lnTo>
                  <a:cubicBezTo>
                    <a:pt x="2394" y="3858"/>
                    <a:pt x="2632" y="3620"/>
                    <a:pt x="2632" y="3334"/>
                  </a:cubicBezTo>
                  <a:lnTo>
                    <a:pt x="2632" y="2631"/>
                  </a:lnTo>
                  <a:cubicBezTo>
                    <a:pt x="2632" y="2560"/>
                    <a:pt x="2751" y="2405"/>
                    <a:pt x="3084" y="2286"/>
                  </a:cubicBezTo>
                  <a:cubicBezTo>
                    <a:pt x="3430" y="2155"/>
                    <a:pt x="3906" y="2096"/>
                    <a:pt x="4394" y="2096"/>
                  </a:cubicBezTo>
                  <a:cubicBezTo>
                    <a:pt x="4692" y="2096"/>
                    <a:pt x="4989" y="2131"/>
                    <a:pt x="5251" y="2167"/>
                  </a:cubicBezTo>
                  <a:cubicBezTo>
                    <a:pt x="5264" y="2171"/>
                    <a:pt x="5276" y="2172"/>
                    <a:pt x="5289" y="2172"/>
                  </a:cubicBezTo>
                  <a:cubicBezTo>
                    <a:pt x="5361" y="2172"/>
                    <a:pt x="5432" y="2117"/>
                    <a:pt x="5442" y="2036"/>
                  </a:cubicBezTo>
                  <a:cubicBezTo>
                    <a:pt x="5454" y="1953"/>
                    <a:pt x="5394" y="1858"/>
                    <a:pt x="5299" y="1846"/>
                  </a:cubicBezTo>
                  <a:cubicBezTo>
                    <a:pt x="5025" y="1786"/>
                    <a:pt x="4704" y="1774"/>
                    <a:pt x="4394" y="1774"/>
                  </a:cubicBezTo>
                  <a:cubicBezTo>
                    <a:pt x="3858" y="1774"/>
                    <a:pt x="3358" y="1846"/>
                    <a:pt x="2965" y="1988"/>
                  </a:cubicBezTo>
                  <a:cubicBezTo>
                    <a:pt x="2418" y="2203"/>
                    <a:pt x="2298" y="2453"/>
                    <a:pt x="2298" y="2643"/>
                  </a:cubicBezTo>
                  <a:lnTo>
                    <a:pt x="2298" y="3346"/>
                  </a:lnTo>
                  <a:cubicBezTo>
                    <a:pt x="2298" y="3453"/>
                    <a:pt x="2215" y="3536"/>
                    <a:pt x="2108" y="3536"/>
                  </a:cubicBezTo>
                  <a:lnTo>
                    <a:pt x="1810" y="3536"/>
                  </a:lnTo>
                  <a:cubicBezTo>
                    <a:pt x="1596" y="3382"/>
                    <a:pt x="1382" y="3143"/>
                    <a:pt x="1382" y="2822"/>
                  </a:cubicBezTo>
                  <a:cubicBezTo>
                    <a:pt x="1382" y="2048"/>
                    <a:pt x="2751" y="1417"/>
                    <a:pt x="4382" y="1417"/>
                  </a:cubicBezTo>
                  <a:close/>
                  <a:moveTo>
                    <a:pt x="4394" y="6322"/>
                  </a:moveTo>
                  <a:lnTo>
                    <a:pt x="4977" y="6560"/>
                  </a:lnTo>
                  <a:lnTo>
                    <a:pt x="4668" y="6894"/>
                  </a:lnTo>
                  <a:cubicBezTo>
                    <a:pt x="4590" y="6965"/>
                    <a:pt x="4498" y="7001"/>
                    <a:pt x="4406" y="7001"/>
                  </a:cubicBezTo>
                  <a:cubicBezTo>
                    <a:pt x="4314" y="7001"/>
                    <a:pt x="4221" y="6965"/>
                    <a:pt x="4144" y="6894"/>
                  </a:cubicBezTo>
                  <a:lnTo>
                    <a:pt x="3811" y="6560"/>
                  </a:lnTo>
                  <a:lnTo>
                    <a:pt x="4394" y="6322"/>
                  </a:lnTo>
                  <a:close/>
                  <a:moveTo>
                    <a:pt x="4406" y="0"/>
                  </a:moveTo>
                  <a:cubicBezTo>
                    <a:pt x="3680" y="0"/>
                    <a:pt x="2989" y="119"/>
                    <a:pt x="2406" y="345"/>
                  </a:cubicBezTo>
                  <a:cubicBezTo>
                    <a:pt x="2132" y="441"/>
                    <a:pt x="1953" y="703"/>
                    <a:pt x="1953" y="1000"/>
                  </a:cubicBezTo>
                  <a:lnTo>
                    <a:pt x="1953" y="1607"/>
                  </a:lnTo>
                  <a:cubicBezTo>
                    <a:pt x="1406" y="1917"/>
                    <a:pt x="1072" y="2334"/>
                    <a:pt x="1072" y="2798"/>
                  </a:cubicBezTo>
                  <a:cubicBezTo>
                    <a:pt x="1072" y="3096"/>
                    <a:pt x="1215" y="3393"/>
                    <a:pt x="1489" y="3643"/>
                  </a:cubicBezTo>
                  <a:cubicBezTo>
                    <a:pt x="1358" y="3751"/>
                    <a:pt x="1286" y="3882"/>
                    <a:pt x="1275" y="4048"/>
                  </a:cubicBezTo>
                  <a:cubicBezTo>
                    <a:pt x="1251" y="4215"/>
                    <a:pt x="1310" y="4394"/>
                    <a:pt x="1417" y="4513"/>
                  </a:cubicBezTo>
                  <a:cubicBezTo>
                    <a:pt x="1453" y="4536"/>
                    <a:pt x="1477" y="4572"/>
                    <a:pt x="1513" y="4584"/>
                  </a:cubicBezTo>
                  <a:cubicBezTo>
                    <a:pt x="1465" y="4644"/>
                    <a:pt x="1453" y="4715"/>
                    <a:pt x="1453" y="4810"/>
                  </a:cubicBezTo>
                  <a:cubicBezTo>
                    <a:pt x="1453" y="5048"/>
                    <a:pt x="1644" y="5239"/>
                    <a:pt x="1882" y="5239"/>
                  </a:cubicBezTo>
                  <a:cubicBezTo>
                    <a:pt x="1965" y="5239"/>
                    <a:pt x="2048" y="5203"/>
                    <a:pt x="2120" y="5167"/>
                  </a:cubicBezTo>
                  <a:cubicBezTo>
                    <a:pt x="2346" y="5798"/>
                    <a:pt x="2822" y="6334"/>
                    <a:pt x="3453" y="6620"/>
                  </a:cubicBezTo>
                  <a:lnTo>
                    <a:pt x="3930" y="7096"/>
                  </a:lnTo>
                  <a:cubicBezTo>
                    <a:pt x="4073" y="7227"/>
                    <a:pt x="4251" y="7311"/>
                    <a:pt x="4430" y="7311"/>
                  </a:cubicBezTo>
                  <a:cubicBezTo>
                    <a:pt x="4608" y="7311"/>
                    <a:pt x="4787" y="7227"/>
                    <a:pt x="4918" y="7096"/>
                  </a:cubicBezTo>
                  <a:lnTo>
                    <a:pt x="5394" y="6620"/>
                  </a:lnTo>
                  <a:lnTo>
                    <a:pt x="5477" y="6572"/>
                  </a:lnTo>
                  <a:lnTo>
                    <a:pt x="5477" y="7144"/>
                  </a:lnTo>
                  <a:cubicBezTo>
                    <a:pt x="5477" y="7442"/>
                    <a:pt x="5692" y="7727"/>
                    <a:pt x="5978" y="7811"/>
                  </a:cubicBezTo>
                  <a:lnTo>
                    <a:pt x="6942" y="8096"/>
                  </a:lnTo>
                  <a:cubicBezTo>
                    <a:pt x="6573" y="8513"/>
                    <a:pt x="5537" y="9597"/>
                    <a:pt x="4406" y="10180"/>
                  </a:cubicBezTo>
                  <a:cubicBezTo>
                    <a:pt x="3275" y="9608"/>
                    <a:pt x="2251" y="8525"/>
                    <a:pt x="1882" y="8096"/>
                  </a:cubicBezTo>
                  <a:lnTo>
                    <a:pt x="2846" y="7811"/>
                  </a:lnTo>
                  <a:cubicBezTo>
                    <a:pt x="3144" y="7727"/>
                    <a:pt x="3334" y="7453"/>
                    <a:pt x="3334" y="7144"/>
                  </a:cubicBezTo>
                  <a:lnTo>
                    <a:pt x="3334" y="7013"/>
                  </a:lnTo>
                  <a:cubicBezTo>
                    <a:pt x="3334" y="6918"/>
                    <a:pt x="3263" y="6846"/>
                    <a:pt x="3180" y="6846"/>
                  </a:cubicBezTo>
                  <a:cubicBezTo>
                    <a:pt x="3084" y="6846"/>
                    <a:pt x="3013" y="6918"/>
                    <a:pt x="3013" y="7013"/>
                  </a:cubicBezTo>
                  <a:lnTo>
                    <a:pt x="3013" y="7144"/>
                  </a:lnTo>
                  <a:cubicBezTo>
                    <a:pt x="3013" y="7311"/>
                    <a:pt x="2906" y="7442"/>
                    <a:pt x="2739" y="7489"/>
                  </a:cubicBezTo>
                  <a:lnTo>
                    <a:pt x="882" y="8037"/>
                  </a:lnTo>
                  <a:cubicBezTo>
                    <a:pt x="358" y="8180"/>
                    <a:pt x="1" y="8680"/>
                    <a:pt x="1" y="9216"/>
                  </a:cubicBezTo>
                  <a:lnTo>
                    <a:pt x="1" y="11061"/>
                  </a:lnTo>
                  <a:cubicBezTo>
                    <a:pt x="1" y="11144"/>
                    <a:pt x="84" y="11216"/>
                    <a:pt x="167" y="11216"/>
                  </a:cubicBezTo>
                  <a:cubicBezTo>
                    <a:pt x="263" y="11216"/>
                    <a:pt x="334" y="11144"/>
                    <a:pt x="334" y="11061"/>
                  </a:cubicBezTo>
                  <a:lnTo>
                    <a:pt x="334" y="9216"/>
                  </a:lnTo>
                  <a:cubicBezTo>
                    <a:pt x="334" y="8823"/>
                    <a:pt x="596" y="8465"/>
                    <a:pt x="977" y="8358"/>
                  </a:cubicBezTo>
                  <a:lnTo>
                    <a:pt x="1513" y="8192"/>
                  </a:lnTo>
                  <a:cubicBezTo>
                    <a:pt x="1775" y="8525"/>
                    <a:pt x="2965" y="9847"/>
                    <a:pt x="4323" y="10501"/>
                  </a:cubicBezTo>
                  <a:cubicBezTo>
                    <a:pt x="4346" y="10525"/>
                    <a:pt x="4370" y="10525"/>
                    <a:pt x="4394" y="10525"/>
                  </a:cubicBezTo>
                  <a:cubicBezTo>
                    <a:pt x="4430" y="10525"/>
                    <a:pt x="4442" y="10525"/>
                    <a:pt x="4465" y="10501"/>
                  </a:cubicBezTo>
                  <a:cubicBezTo>
                    <a:pt x="5823" y="9847"/>
                    <a:pt x="7013" y="8525"/>
                    <a:pt x="7287" y="8192"/>
                  </a:cubicBezTo>
                  <a:lnTo>
                    <a:pt x="7823" y="8358"/>
                  </a:lnTo>
                  <a:cubicBezTo>
                    <a:pt x="8192" y="8465"/>
                    <a:pt x="8454" y="8823"/>
                    <a:pt x="8454" y="9216"/>
                  </a:cubicBezTo>
                  <a:lnTo>
                    <a:pt x="8454" y="11061"/>
                  </a:lnTo>
                  <a:cubicBezTo>
                    <a:pt x="8454" y="11144"/>
                    <a:pt x="8537" y="11216"/>
                    <a:pt x="8621" y="11216"/>
                  </a:cubicBezTo>
                  <a:cubicBezTo>
                    <a:pt x="8716" y="11216"/>
                    <a:pt x="8787" y="11144"/>
                    <a:pt x="8787" y="11061"/>
                  </a:cubicBezTo>
                  <a:lnTo>
                    <a:pt x="8787" y="9216"/>
                  </a:lnTo>
                  <a:cubicBezTo>
                    <a:pt x="8799" y="8692"/>
                    <a:pt x="8442" y="8215"/>
                    <a:pt x="7930" y="8049"/>
                  </a:cubicBezTo>
                  <a:lnTo>
                    <a:pt x="6061" y="7501"/>
                  </a:lnTo>
                  <a:cubicBezTo>
                    <a:pt x="5918" y="7453"/>
                    <a:pt x="5799" y="7311"/>
                    <a:pt x="5799" y="7156"/>
                  </a:cubicBezTo>
                  <a:lnTo>
                    <a:pt x="5799" y="6394"/>
                  </a:lnTo>
                  <a:cubicBezTo>
                    <a:pt x="6228" y="6096"/>
                    <a:pt x="6561" y="5668"/>
                    <a:pt x="6716" y="5179"/>
                  </a:cubicBezTo>
                  <a:cubicBezTo>
                    <a:pt x="6799" y="5215"/>
                    <a:pt x="6870" y="5251"/>
                    <a:pt x="6954" y="5251"/>
                  </a:cubicBezTo>
                  <a:cubicBezTo>
                    <a:pt x="7192" y="5251"/>
                    <a:pt x="7394" y="5060"/>
                    <a:pt x="7394" y="4822"/>
                  </a:cubicBezTo>
                  <a:cubicBezTo>
                    <a:pt x="7394" y="4727"/>
                    <a:pt x="7359" y="4655"/>
                    <a:pt x="7335" y="4596"/>
                  </a:cubicBezTo>
                  <a:cubicBezTo>
                    <a:pt x="7466" y="4489"/>
                    <a:pt x="7549" y="4346"/>
                    <a:pt x="7573" y="4179"/>
                  </a:cubicBezTo>
                  <a:cubicBezTo>
                    <a:pt x="7585" y="4013"/>
                    <a:pt x="7525" y="3834"/>
                    <a:pt x="7418" y="3715"/>
                  </a:cubicBezTo>
                  <a:cubicBezTo>
                    <a:pt x="7406" y="3691"/>
                    <a:pt x="7371" y="3679"/>
                    <a:pt x="7347" y="3643"/>
                  </a:cubicBezTo>
                  <a:cubicBezTo>
                    <a:pt x="7609" y="3393"/>
                    <a:pt x="7752" y="3096"/>
                    <a:pt x="7752" y="2798"/>
                  </a:cubicBezTo>
                  <a:cubicBezTo>
                    <a:pt x="7752" y="2334"/>
                    <a:pt x="7418" y="1917"/>
                    <a:pt x="6870" y="1607"/>
                  </a:cubicBezTo>
                  <a:lnTo>
                    <a:pt x="6870" y="1000"/>
                  </a:lnTo>
                  <a:cubicBezTo>
                    <a:pt x="6870" y="715"/>
                    <a:pt x="6692" y="453"/>
                    <a:pt x="6418" y="345"/>
                  </a:cubicBezTo>
                  <a:cubicBezTo>
                    <a:pt x="5835" y="119"/>
                    <a:pt x="5144"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65"/>
            <p:cNvSpPr/>
            <p:nvPr/>
          </p:nvSpPr>
          <p:spPr>
            <a:xfrm>
              <a:off x="4992030" y="4361203"/>
              <a:ext cx="21923" cy="10581"/>
            </a:xfrm>
            <a:custGeom>
              <a:avLst/>
              <a:gdLst/>
              <a:ahLst/>
              <a:cxnLst/>
              <a:rect l="l" t="t" r="r" b="b"/>
              <a:pathLst>
                <a:path w="692" h="334" extrusionOk="0">
                  <a:moveTo>
                    <a:pt x="168" y="0"/>
                  </a:moveTo>
                  <a:cubicBezTo>
                    <a:pt x="72" y="0"/>
                    <a:pt x="1" y="72"/>
                    <a:pt x="1" y="167"/>
                  </a:cubicBezTo>
                  <a:cubicBezTo>
                    <a:pt x="1" y="250"/>
                    <a:pt x="72" y="334"/>
                    <a:pt x="168" y="334"/>
                  </a:cubicBezTo>
                  <a:lnTo>
                    <a:pt x="525" y="334"/>
                  </a:lnTo>
                  <a:cubicBezTo>
                    <a:pt x="608" y="334"/>
                    <a:pt x="691" y="250"/>
                    <a:pt x="691" y="167"/>
                  </a:cubicBezTo>
                  <a:cubicBezTo>
                    <a:pt x="691" y="72"/>
                    <a:pt x="608"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65"/>
            <p:cNvSpPr/>
            <p:nvPr/>
          </p:nvSpPr>
          <p:spPr>
            <a:xfrm>
              <a:off x="5059191" y="4361203"/>
              <a:ext cx="21511" cy="10581"/>
            </a:xfrm>
            <a:custGeom>
              <a:avLst/>
              <a:gdLst/>
              <a:ahLst/>
              <a:cxnLst/>
              <a:rect l="l" t="t" r="r" b="b"/>
              <a:pathLst>
                <a:path w="679" h="334" extrusionOk="0">
                  <a:moveTo>
                    <a:pt x="155" y="0"/>
                  </a:moveTo>
                  <a:cubicBezTo>
                    <a:pt x="72" y="0"/>
                    <a:pt x="0" y="72"/>
                    <a:pt x="0" y="167"/>
                  </a:cubicBezTo>
                  <a:cubicBezTo>
                    <a:pt x="0" y="250"/>
                    <a:pt x="72" y="334"/>
                    <a:pt x="155" y="334"/>
                  </a:cubicBezTo>
                  <a:lnTo>
                    <a:pt x="512" y="334"/>
                  </a:lnTo>
                  <a:cubicBezTo>
                    <a:pt x="607" y="334"/>
                    <a:pt x="679" y="250"/>
                    <a:pt x="679" y="167"/>
                  </a:cubicBezTo>
                  <a:cubicBezTo>
                    <a:pt x="679" y="72"/>
                    <a:pt x="607"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2" name="Google Shape;11072;p65"/>
          <p:cNvGrpSpPr/>
          <p:nvPr/>
        </p:nvGrpSpPr>
        <p:grpSpPr>
          <a:xfrm>
            <a:off x="7598438" y="4090731"/>
            <a:ext cx="260283" cy="345914"/>
            <a:chOff x="7598438" y="4266131"/>
            <a:chExt cx="260283" cy="345914"/>
          </a:xfrm>
        </p:grpSpPr>
        <p:sp>
          <p:nvSpPr>
            <p:cNvPr id="11073" name="Google Shape;11073;p65"/>
            <p:cNvSpPr/>
            <p:nvPr/>
          </p:nvSpPr>
          <p:spPr>
            <a:xfrm>
              <a:off x="7598438" y="4266131"/>
              <a:ext cx="260283" cy="345914"/>
            </a:xfrm>
            <a:custGeom>
              <a:avLst/>
              <a:gdLst/>
              <a:ahLst/>
              <a:cxnLst/>
              <a:rect l="l" t="t" r="r" b="b"/>
              <a:pathLst>
                <a:path w="8216" h="10919" extrusionOk="0">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65"/>
            <p:cNvSpPr/>
            <p:nvPr/>
          </p:nvSpPr>
          <p:spPr>
            <a:xfrm>
              <a:off x="7686319" y="4368743"/>
              <a:ext cx="21131" cy="10581"/>
            </a:xfrm>
            <a:custGeom>
              <a:avLst/>
              <a:gdLst/>
              <a:ahLst/>
              <a:cxnLst/>
              <a:rect l="l" t="t" r="r" b="b"/>
              <a:pathLst>
                <a:path w="667" h="334" extrusionOk="0">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65"/>
            <p:cNvSpPr/>
            <p:nvPr/>
          </p:nvSpPr>
          <p:spPr>
            <a:xfrm>
              <a:off x="7751199" y="4368743"/>
              <a:ext cx="21131" cy="10581"/>
            </a:xfrm>
            <a:custGeom>
              <a:avLst/>
              <a:gdLst/>
              <a:ahLst/>
              <a:cxnLst/>
              <a:rect l="l" t="t" r="r" b="b"/>
              <a:pathLst>
                <a:path w="667" h="334" extrusionOk="0">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65"/>
            <p:cNvSpPr/>
            <p:nvPr/>
          </p:nvSpPr>
          <p:spPr>
            <a:xfrm>
              <a:off x="7794189" y="4558474"/>
              <a:ext cx="37731" cy="37731"/>
            </a:xfrm>
            <a:custGeom>
              <a:avLst/>
              <a:gdLst/>
              <a:ahLst/>
              <a:cxnLst/>
              <a:rect l="l" t="t" r="r" b="b"/>
              <a:pathLst>
                <a:path w="1191" h="1191" extrusionOk="0">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65"/>
            <p:cNvSpPr/>
            <p:nvPr/>
          </p:nvSpPr>
          <p:spPr>
            <a:xfrm>
              <a:off x="7691197" y="4385343"/>
              <a:ext cx="10613" cy="15492"/>
            </a:xfrm>
            <a:custGeom>
              <a:avLst/>
              <a:gdLst/>
              <a:ahLst/>
              <a:cxnLst/>
              <a:rect l="l" t="t" r="r" b="b"/>
              <a:pathLst>
                <a:path w="335" h="489" extrusionOk="0">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65"/>
            <p:cNvSpPr/>
            <p:nvPr/>
          </p:nvSpPr>
          <p:spPr>
            <a:xfrm>
              <a:off x="7756458" y="4385343"/>
              <a:ext cx="10233" cy="15492"/>
            </a:xfrm>
            <a:custGeom>
              <a:avLst/>
              <a:gdLst/>
              <a:ahLst/>
              <a:cxnLst/>
              <a:rect l="l" t="t" r="r" b="b"/>
              <a:pathLst>
                <a:path w="323" h="489" extrusionOk="0">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65"/>
            <p:cNvSpPr/>
            <p:nvPr/>
          </p:nvSpPr>
          <p:spPr>
            <a:xfrm>
              <a:off x="7699878" y="4415122"/>
              <a:ext cx="58893" cy="32092"/>
            </a:xfrm>
            <a:custGeom>
              <a:avLst/>
              <a:gdLst/>
              <a:ahLst/>
              <a:cxnLst/>
              <a:rect l="l" t="t" r="r" b="b"/>
              <a:pathLst>
                <a:path w="1859" h="1013" extrusionOk="0">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0" name="Google Shape;11080;p65"/>
          <p:cNvGrpSpPr/>
          <p:nvPr/>
        </p:nvGrpSpPr>
        <p:grpSpPr>
          <a:xfrm>
            <a:off x="1767069" y="3184746"/>
            <a:ext cx="286324" cy="348163"/>
            <a:chOff x="1767069" y="3360146"/>
            <a:chExt cx="286324" cy="348163"/>
          </a:xfrm>
        </p:grpSpPr>
        <p:sp>
          <p:nvSpPr>
            <p:cNvPr id="11081" name="Google Shape;11081;p65"/>
            <p:cNvSpPr/>
            <p:nvPr/>
          </p:nvSpPr>
          <p:spPr>
            <a:xfrm>
              <a:off x="1767069" y="3404277"/>
              <a:ext cx="228223" cy="304033"/>
            </a:xfrm>
            <a:custGeom>
              <a:avLst/>
              <a:gdLst/>
              <a:ahLst/>
              <a:cxnLst/>
              <a:rect l="l" t="t" r="r" b="b"/>
              <a:pathLst>
                <a:path w="7204" h="9597" extrusionOk="0">
                  <a:moveTo>
                    <a:pt x="2072" y="7537"/>
                  </a:moveTo>
                  <a:lnTo>
                    <a:pt x="2072" y="9049"/>
                  </a:lnTo>
                  <a:lnTo>
                    <a:pt x="572" y="7537"/>
                  </a:lnTo>
                  <a:close/>
                  <a:moveTo>
                    <a:pt x="167" y="0"/>
                  </a:moveTo>
                  <a:cubicBezTo>
                    <a:pt x="72" y="0"/>
                    <a:pt x="0" y="72"/>
                    <a:pt x="0" y="155"/>
                  </a:cubicBezTo>
                  <a:lnTo>
                    <a:pt x="0" y="7382"/>
                  </a:lnTo>
                  <a:cubicBezTo>
                    <a:pt x="0" y="7418"/>
                    <a:pt x="12" y="7465"/>
                    <a:pt x="48" y="7501"/>
                  </a:cubicBezTo>
                  <a:lnTo>
                    <a:pt x="2096" y="9549"/>
                  </a:lnTo>
                  <a:cubicBezTo>
                    <a:pt x="2132" y="9585"/>
                    <a:pt x="2179" y="9597"/>
                    <a:pt x="2215" y="9597"/>
                  </a:cubicBezTo>
                  <a:lnTo>
                    <a:pt x="7025" y="9597"/>
                  </a:lnTo>
                  <a:cubicBezTo>
                    <a:pt x="7120" y="9597"/>
                    <a:pt x="7192" y="9513"/>
                    <a:pt x="7192" y="9430"/>
                  </a:cubicBezTo>
                  <a:lnTo>
                    <a:pt x="7192" y="7811"/>
                  </a:lnTo>
                  <a:cubicBezTo>
                    <a:pt x="7204" y="7715"/>
                    <a:pt x="7132" y="7644"/>
                    <a:pt x="7037" y="7644"/>
                  </a:cubicBezTo>
                  <a:cubicBezTo>
                    <a:pt x="6954" y="7644"/>
                    <a:pt x="6882" y="7715"/>
                    <a:pt x="6882" y="7811"/>
                  </a:cubicBezTo>
                  <a:lnTo>
                    <a:pt x="6882" y="9263"/>
                  </a:lnTo>
                  <a:lnTo>
                    <a:pt x="2382" y="9263"/>
                  </a:lnTo>
                  <a:lnTo>
                    <a:pt x="2382" y="7382"/>
                  </a:lnTo>
                  <a:cubicBezTo>
                    <a:pt x="2382" y="7287"/>
                    <a:pt x="2310" y="7215"/>
                    <a:pt x="2215" y="7215"/>
                  </a:cubicBezTo>
                  <a:lnTo>
                    <a:pt x="334" y="7215"/>
                  </a:lnTo>
                  <a:lnTo>
                    <a:pt x="334" y="322"/>
                  </a:lnTo>
                  <a:lnTo>
                    <a:pt x="1858" y="322"/>
                  </a:lnTo>
                  <a:cubicBezTo>
                    <a:pt x="1953" y="322"/>
                    <a:pt x="2024" y="250"/>
                    <a:pt x="2024" y="155"/>
                  </a:cubicBezTo>
                  <a:cubicBezTo>
                    <a:pt x="2024" y="72"/>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65"/>
            <p:cNvSpPr/>
            <p:nvPr/>
          </p:nvSpPr>
          <p:spPr>
            <a:xfrm>
              <a:off x="1799509" y="3360146"/>
              <a:ext cx="253884" cy="276883"/>
            </a:xfrm>
            <a:custGeom>
              <a:avLst/>
              <a:gdLst/>
              <a:ahLst/>
              <a:cxnLst/>
              <a:rect l="l" t="t" r="r" b="b"/>
              <a:pathLst>
                <a:path w="8014" h="8740" extrusionOk="0">
                  <a:moveTo>
                    <a:pt x="4406" y="3751"/>
                  </a:moveTo>
                  <a:cubicBezTo>
                    <a:pt x="4525" y="3870"/>
                    <a:pt x="4680" y="3965"/>
                    <a:pt x="4822" y="4048"/>
                  </a:cubicBezTo>
                  <a:lnTo>
                    <a:pt x="4822" y="4132"/>
                  </a:lnTo>
                  <a:lnTo>
                    <a:pt x="334" y="4132"/>
                  </a:lnTo>
                  <a:lnTo>
                    <a:pt x="334" y="3751"/>
                  </a:lnTo>
                  <a:close/>
                  <a:moveTo>
                    <a:pt x="5870" y="0"/>
                  </a:moveTo>
                  <a:cubicBezTo>
                    <a:pt x="4941" y="0"/>
                    <a:pt x="4156" y="583"/>
                    <a:pt x="3846" y="1405"/>
                  </a:cubicBezTo>
                  <a:lnTo>
                    <a:pt x="1477" y="1405"/>
                  </a:lnTo>
                  <a:cubicBezTo>
                    <a:pt x="1393" y="1405"/>
                    <a:pt x="1310" y="1476"/>
                    <a:pt x="1310" y="1572"/>
                  </a:cubicBezTo>
                  <a:cubicBezTo>
                    <a:pt x="1310" y="1655"/>
                    <a:pt x="1393" y="1726"/>
                    <a:pt x="1477" y="1726"/>
                  </a:cubicBezTo>
                  <a:lnTo>
                    <a:pt x="3739" y="1726"/>
                  </a:lnTo>
                  <a:cubicBezTo>
                    <a:pt x="3715" y="1869"/>
                    <a:pt x="3691" y="2012"/>
                    <a:pt x="3691" y="2167"/>
                  </a:cubicBezTo>
                  <a:cubicBezTo>
                    <a:pt x="3691" y="2643"/>
                    <a:pt x="3858" y="3084"/>
                    <a:pt x="4108" y="3441"/>
                  </a:cubicBezTo>
                  <a:lnTo>
                    <a:pt x="167" y="3441"/>
                  </a:lnTo>
                  <a:cubicBezTo>
                    <a:pt x="84" y="3441"/>
                    <a:pt x="0" y="3512"/>
                    <a:pt x="0" y="3608"/>
                  </a:cubicBezTo>
                  <a:lnTo>
                    <a:pt x="0" y="4310"/>
                  </a:lnTo>
                  <a:cubicBezTo>
                    <a:pt x="0" y="4393"/>
                    <a:pt x="84" y="4465"/>
                    <a:pt x="167" y="4465"/>
                  </a:cubicBezTo>
                  <a:lnTo>
                    <a:pt x="4977" y="4465"/>
                  </a:lnTo>
                  <a:cubicBezTo>
                    <a:pt x="5061" y="4465"/>
                    <a:pt x="5144" y="4393"/>
                    <a:pt x="5144" y="4310"/>
                  </a:cubicBezTo>
                  <a:lnTo>
                    <a:pt x="5144" y="4203"/>
                  </a:lnTo>
                  <a:cubicBezTo>
                    <a:pt x="5358" y="4274"/>
                    <a:pt x="5596" y="4322"/>
                    <a:pt x="5834" y="4322"/>
                  </a:cubicBezTo>
                  <a:lnTo>
                    <a:pt x="5834" y="8573"/>
                  </a:lnTo>
                  <a:cubicBezTo>
                    <a:pt x="5834" y="8668"/>
                    <a:pt x="5918" y="8739"/>
                    <a:pt x="6001" y="8739"/>
                  </a:cubicBezTo>
                  <a:cubicBezTo>
                    <a:pt x="6096" y="8739"/>
                    <a:pt x="6168" y="8668"/>
                    <a:pt x="6168" y="8573"/>
                  </a:cubicBezTo>
                  <a:lnTo>
                    <a:pt x="6168" y="4286"/>
                  </a:lnTo>
                  <a:cubicBezTo>
                    <a:pt x="6549" y="4227"/>
                    <a:pt x="6906" y="4084"/>
                    <a:pt x="7204" y="3834"/>
                  </a:cubicBezTo>
                  <a:cubicBezTo>
                    <a:pt x="7585" y="3512"/>
                    <a:pt x="7847" y="3096"/>
                    <a:pt x="7954" y="2619"/>
                  </a:cubicBezTo>
                  <a:cubicBezTo>
                    <a:pt x="7978" y="2536"/>
                    <a:pt x="7918" y="2441"/>
                    <a:pt x="7835" y="2429"/>
                  </a:cubicBezTo>
                  <a:cubicBezTo>
                    <a:pt x="7825" y="2428"/>
                    <a:pt x="7815" y="2427"/>
                    <a:pt x="7806" y="2427"/>
                  </a:cubicBezTo>
                  <a:cubicBezTo>
                    <a:pt x="7723" y="2427"/>
                    <a:pt x="7655" y="2473"/>
                    <a:pt x="7644" y="2548"/>
                  </a:cubicBezTo>
                  <a:cubicBezTo>
                    <a:pt x="7466" y="3381"/>
                    <a:pt x="6704" y="3989"/>
                    <a:pt x="5858" y="3989"/>
                  </a:cubicBezTo>
                  <a:cubicBezTo>
                    <a:pt x="4846" y="3989"/>
                    <a:pt x="4025" y="3179"/>
                    <a:pt x="4025" y="2167"/>
                  </a:cubicBezTo>
                  <a:cubicBezTo>
                    <a:pt x="4025" y="1155"/>
                    <a:pt x="4846" y="333"/>
                    <a:pt x="5858" y="333"/>
                  </a:cubicBezTo>
                  <a:cubicBezTo>
                    <a:pt x="6787" y="333"/>
                    <a:pt x="7585" y="1048"/>
                    <a:pt x="7680" y="1965"/>
                  </a:cubicBezTo>
                  <a:cubicBezTo>
                    <a:pt x="7704" y="2060"/>
                    <a:pt x="7775" y="2119"/>
                    <a:pt x="7858" y="2119"/>
                  </a:cubicBezTo>
                  <a:cubicBezTo>
                    <a:pt x="7954" y="2107"/>
                    <a:pt x="8013" y="2024"/>
                    <a:pt x="8013" y="1941"/>
                  </a:cubicBezTo>
                  <a:cubicBezTo>
                    <a:pt x="7954" y="1417"/>
                    <a:pt x="7716" y="929"/>
                    <a:pt x="7311" y="572"/>
                  </a:cubicBezTo>
                  <a:cubicBezTo>
                    <a:pt x="6906" y="214"/>
                    <a:pt x="6406" y="0"/>
                    <a:pt x="5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65"/>
            <p:cNvSpPr/>
            <p:nvPr/>
          </p:nvSpPr>
          <p:spPr>
            <a:xfrm>
              <a:off x="1948120" y="3388532"/>
              <a:ext cx="78852" cy="75367"/>
            </a:xfrm>
            <a:custGeom>
              <a:avLst/>
              <a:gdLst/>
              <a:ahLst/>
              <a:cxnLst/>
              <a:rect l="l" t="t" r="r" b="b"/>
              <a:pathLst>
                <a:path w="2489" h="2379" extrusionOk="0">
                  <a:moveTo>
                    <a:pt x="1513" y="330"/>
                  </a:moveTo>
                  <a:cubicBezTo>
                    <a:pt x="1667" y="330"/>
                    <a:pt x="1798" y="390"/>
                    <a:pt x="1917" y="497"/>
                  </a:cubicBezTo>
                  <a:cubicBezTo>
                    <a:pt x="2132" y="700"/>
                    <a:pt x="2132" y="1057"/>
                    <a:pt x="1905" y="1283"/>
                  </a:cubicBezTo>
                  <a:cubicBezTo>
                    <a:pt x="1792" y="1396"/>
                    <a:pt x="1646" y="1453"/>
                    <a:pt x="1504" y="1453"/>
                  </a:cubicBezTo>
                  <a:cubicBezTo>
                    <a:pt x="1361" y="1453"/>
                    <a:pt x="1221" y="1396"/>
                    <a:pt x="1120" y="1283"/>
                  </a:cubicBezTo>
                  <a:cubicBezTo>
                    <a:pt x="893" y="1057"/>
                    <a:pt x="893" y="700"/>
                    <a:pt x="1120" y="497"/>
                  </a:cubicBezTo>
                  <a:cubicBezTo>
                    <a:pt x="1215" y="390"/>
                    <a:pt x="1370" y="330"/>
                    <a:pt x="1513" y="330"/>
                  </a:cubicBezTo>
                  <a:close/>
                  <a:moveTo>
                    <a:pt x="1518" y="0"/>
                  </a:moveTo>
                  <a:cubicBezTo>
                    <a:pt x="1292" y="0"/>
                    <a:pt x="1066" y="86"/>
                    <a:pt x="893" y="259"/>
                  </a:cubicBezTo>
                  <a:cubicBezTo>
                    <a:pt x="584" y="569"/>
                    <a:pt x="548" y="1033"/>
                    <a:pt x="786" y="1390"/>
                  </a:cubicBezTo>
                  <a:lnTo>
                    <a:pt x="60" y="2116"/>
                  </a:lnTo>
                  <a:cubicBezTo>
                    <a:pt x="0" y="2176"/>
                    <a:pt x="0" y="2283"/>
                    <a:pt x="60" y="2343"/>
                  </a:cubicBezTo>
                  <a:cubicBezTo>
                    <a:pt x="96" y="2366"/>
                    <a:pt x="131" y="2378"/>
                    <a:pt x="179" y="2378"/>
                  </a:cubicBezTo>
                  <a:cubicBezTo>
                    <a:pt x="227" y="2378"/>
                    <a:pt x="274" y="2366"/>
                    <a:pt x="298" y="2343"/>
                  </a:cubicBezTo>
                  <a:lnTo>
                    <a:pt x="1024" y="1604"/>
                  </a:lnTo>
                  <a:cubicBezTo>
                    <a:pt x="1179" y="1712"/>
                    <a:pt x="1358" y="1759"/>
                    <a:pt x="1536" y="1759"/>
                  </a:cubicBezTo>
                  <a:cubicBezTo>
                    <a:pt x="1763" y="1759"/>
                    <a:pt x="1977" y="1664"/>
                    <a:pt x="2155" y="1509"/>
                  </a:cubicBezTo>
                  <a:cubicBezTo>
                    <a:pt x="2489" y="1164"/>
                    <a:pt x="2489" y="592"/>
                    <a:pt x="2144" y="259"/>
                  </a:cubicBezTo>
                  <a:cubicBezTo>
                    <a:pt x="1971" y="86"/>
                    <a:pt x="1745" y="0"/>
                    <a:pt x="15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65"/>
            <p:cNvSpPr/>
            <p:nvPr/>
          </p:nvSpPr>
          <p:spPr>
            <a:xfrm>
              <a:off x="1800270" y="3513636"/>
              <a:ext cx="162582" cy="10233"/>
            </a:xfrm>
            <a:custGeom>
              <a:avLst/>
              <a:gdLst/>
              <a:ahLst/>
              <a:cxnLst/>
              <a:rect l="l" t="t" r="r" b="b"/>
              <a:pathLst>
                <a:path w="5132" h="323" extrusionOk="0">
                  <a:moveTo>
                    <a:pt x="155" y="1"/>
                  </a:moveTo>
                  <a:cubicBezTo>
                    <a:pt x="72" y="1"/>
                    <a:pt x="0" y="72"/>
                    <a:pt x="0" y="156"/>
                  </a:cubicBezTo>
                  <a:cubicBezTo>
                    <a:pt x="0" y="251"/>
                    <a:pt x="72" y="322"/>
                    <a:pt x="155" y="322"/>
                  </a:cubicBezTo>
                  <a:lnTo>
                    <a:pt x="4965" y="322"/>
                  </a:lnTo>
                  <a:cubicBezTo>
                    <a:pt x="5060" y="322"/>
                    <a:pt x="5132" y="251"/>
                    <a:pt x="5132" y="156"/>
                  </a:cubicBezTo>
                  <a:cubicBezTo>
                    <a:pt x="5132" y="72"/>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65"/>
            <p:cNvSpPr/>
            <p:nvPr/>
          </p:nvSpPr>
          <p:spPr>
            <a:xfrm>
              <a:off x="1800270" y="3536287"/>
              <a:ext cx="162582" cy="10201"/>
            </a:xfrm>
            <a:custGeom>
              <a:avLst/>
              <a:gdLst/>
              <a:ahLst/>
              <a:cxnLst/>
              <a:rect l="l" t="t" r="r" b="b"/>
              <a:pathLst>
                <a:path w="5132" h="322" extrusionOk="0">
                  <a:moveTo>
                    <a:pt x="155" y="0"/>
                  </a:moveTo>
                  <a:cubicBezTo>
                    <a:pt x="72" y="0"/>
                    <a:pt x="0" y="72"/>
                    <a:pt x="0" y="155"/>
                  </a:cubicBezTo>
                  <a:cubicBezTo>
                    <a:pt x="0" y="250"/>
                    <a:pt x="72" y="322"/>
                    <a:pt x="155" y="322"/>
                  </a:cubicBezTo>
                  <a:lnTo>
                    <a:pt x="4965" y="322"/>
                  </a:lnTo>
                  <a:cubicBezTo>
                    <a:pt x="5060" y="322"/>
                    <a:pt x="5132" y="250"/>
                    <a:pt x="5132" y="155"/>
                  </a:cubicBezTo>
                  <a:cubicBezTo>
                    <a:pt x="5132" y="72"/>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65"/>
            <p:cNvSpPr/>
            <p:nvPr/>
          </p:nvSpPr>
          <p:spPr>
            <a:xfrm>
              <a:off x="1800270" y="3558146"/>
              <a:ext cx="162582" cy="10613"/>
            </a:xfrm>
            <a:custGeom>
              <a:avLst/>
              <a:gdLst/>
              <a:ahLst/>
              <a:cxnLst/>
              <a:rect l="l" t="t" r="r" b="b"/>
              <a:pathLst>
                <a:path w="5132" h="335" extrusionOk="0">
                  <a:moveTo>
                    <a:pt x="155" y="1"/>
                  </a:moveTo>
                  <a:cubicBezTo>
                    <a:pt x="72" y="1"/>
                    <a:pt x="0" y="84"/>
                    <a:pt x="0" y="168"/>
                  </a:cubicBezTo>
                  <a:cubicBezTo>
                    <a:pt x="0" y="263"/>
                    <a:pt x="72" y="334"/>
                    <a:pt x="155" y="334"/>
                  </a:cubicBezTo>
                  <a:lnTo>
                    <a:pt x="4965" y="334"/>
                  </a:lnTo>
                  <a:cubicBezTo>
                    <a:pt x="5060" y="334"/>
                    <a:pt x="5132" y="263"/>
                    <a:pt x="5132" y="168"/>
                  </a:cubicBezTo>
                  <a:cubicBezTo>
                    <a:pt x="5132" y="84"/>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65"/>
            <p:cNvSpPr/>
            <p:nvPr/>
          </p:nvSpPr>
          <p:spPr>
            <a:xfrm>
              <a:off x="1800270" y="3580798"/>
              <a:ext cx="162582" cy="10581"/>
            </a:xfrm>
            <a:custGeom>
              <a:avLst/>
              <a:gdLst/>
              <a:ahLst/>
              <a:cxnLst/>
              <a:rect l="l" t="t" r="r" b="b"/>
              <a:pathLst>
                <a:path w="5132" h="334" extrusionOk="0">
                  <a:moveTo>
                    <a:pt x="155" y="0"/>
                  </a:moveTo>
                  <a:cubicBezTo>
                    <a:pt x="72" y="0"/>
                    <a:pt x="0" y="84"/>
                    <a:pt x="0" y="167"/>
                  </a:cubicBezTo>
                  <a:cubicBezTo>
                    <a:pt x="0" y="262"/>
                    <a:pt x="72" y="334"/>
                    <a:pt x="155" y="334"/>
                  </a:cubicBezTo>
                  <a:lnTo>
                    <a:pt x="4965" y="334"/>
                  </a:lnTo>
                  <a:cubicBezTo>
                    <a:pt x="5060" y="334"/>
                    <a:pt x="5132" y="262"/>
                    <a:pt x="5132" y="167"/>
                  </a:cubicBezTo>
                  <a:cubicBezTo>
                    <a:pt x="5132" y="84"/>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8" name="Google Shape;11088;p65"/>
          <p:cNvGrpSpPr/>
          <p:nvPr/>
        </p:nvGrpSpPr>
        <p:grpSpPr>
          <a:xfrm>
            <a:off x="7149944" y="4090731"/>
            <a:ext cx="260283" cy="345914"/>
            <a:chOff x="7149944" y="4266131"/>
            <a:chExt cx="260283" cy="345914"/>
          </a:xfrm>
        </p:grpSpPr>
        <p:sp>
          <p:nvSpPr>
            <p:cNvPr id="11089" name="Google Shape;11089;p65"/>
            <p:cNvSpPr/>
            <p:nvPr/>
          </p:nvSpPr>
          <p:spPr>
            <a:xfrm>
              <a:off x="7149944" y="4266131"/>
              <a:ext cx="260283" cy="345914"/>
            </a:xfrm>
            <a:custGeom>
              <a:avLst/>
              <a:gdLst/>
              <a:ahLst/>
              <a:cxnLst/>
              <a:rect l="l" t="t" r="r" b="b"/>
              <a:pathLst>
                <a:path w="8216" h="10919" extrusionOk="0">
                  <a:moveTo>
                    <a:pt x="4096" y="1025"/>
                  </a:moveTo>
                  <a:cubicBezTo>
                    <a:pt x="5001" y="1025"/>
                    <a:pt x="5775" y="1608"/>
                    <a:pt x="6049" y="2442"/>
                  </a:cubicBezTo>
                  <a:cubicBezTo>
                    <a:pt x="5882" y="2358"/>
                    <a:pt x="5704" y="2299"/>
                    <a:pt x="5489" y="2239"/>
                  </a:cubicBezTo>
                  <a:cubicBezTo>
                    <a:pt x="5477" y="2236"/>
                    <a:pt x="5464" y="2234"/>
                    <a:pt x="5451" y="2234"/>
                  </a:cubicBezTo>
                  <a:cubicBezTo>
                    <a:pt x="5379" y="2234"/>
                    <a:pt x="5309" y="2288"/>
                    <a:pt x="5299" y="2358"/>
                  </a:cubicBezTo>
                  <a:cubicBezTo>
                    <a:pt x="5275" y="2454"/>
                    <a:pt x="5335" y="2537"/>
                    <a:pt x="5418" y="2561"/>
                  </a:cubicBezTo>
                  <a:cubicBezTo>
                    <a:pt x="5704" y="2632"/>
                    <a:pt x="5942" y="2739"/>
                    <a:pt x="6132" y="2835"/>
                  </a:cubicBezTo>
                  <a:cubicBezTo>
                    <a:pt x="6144" y="2930"/>
                    <a:pt x="6144" y="3013"/>
                    <a:pt x="6144" y="3108"/>
                  </a:cubicBezTo>
                  <a:lnTo>
                    <a:pt x="6144" y="4442"/>
                  </a:lnTo>
                  <a:cubicBezTo>
                    <a:pt x="6156" y="5561"/>
                    <a:pt x="5227" y="6502"/>
                    <a:pt x="4096" y="6502"/>
                  </a:cubicBezTo>
                  <a:cubicBezTo>
                    <a:pt x="2965" y="6502"/>
                    <a:pt x="2025" y="5573"/>
                    <a:pt x="2025" y="4430"/>
                  </a:cubicBezTo>
                  <a:lnTo>
                    <a:pt x="2025" y="3096"/>
                  </a:lnTo>
                  <a:cubicBezTo>
                    <a:pt x="2025" y="3001"/>
                    <a:pt x="2025" y="2918"/>
                    <a:pt x="2048" y="2823"/>
                  </a:cubicBezTo>
                  <a:cubicBezTo>
                    <a:pt x="2525" y="2537"/>
                    <a:pt x="3275" y="2382"/>
                    <a:pt x="4084" y="2382"/>
                  </a:cubicBezTo>
                  <a:cubicBezTo>
                    <a:pt x="4311" y="2382"/>
                    <a:pt x="4525" y="2394"/>
                    <a:pt x="4751" y="2418"/>
                  </a:cubicBezTo>
                  <a:cubicBezTo>
                    <a:pt x="4762" y="2421"/>
                    <a:pt x="4773" y="2422"/>
                    <a:pt x="4784" y="2422"/>
                  </a:cubicBezTo>
                  <a:cubicBezTo>
                    <a:pt x="4863" y="2422"/>
                    <a:pt x="4919" y="2350"/>
                    <a:pt x="4930" y="2287"/>
                  </a:cubicBezTo>
                  <a:cubicBezTo>
                    <a:pt x="4942" y="2203"/>
                    <a:pt x="4870" y="2120"/>
                    <a:pt x="4799" y="2108"/>
                  </a:cubicBezTo>
                  <a:cubicBezTo>
                    <a:pt x="4573" y="2073"/>
                    <a:pt x="4334" y="2061"/>
                    <a:pt x="4096" y="2061"/>
                  </a:cubicBezTo>
                  <a:cubicBezTo>
                    <a:pt x="3358" y="2061"/>
                    <a:pt x="2656" y="2203"/>
                    <a:pt x="2144" y="2442"/>
                  </a:cubicBezTo>
                  <a:cubicBezTo>
                    <a:pt x="2417" y="1608"/>
                    <a:pt x="3203" y="1025"/>
                    <a:pt x="4096" y="1025"/>
                  </a:cubicBezTo>
                  <a:close/>
                  <a:moveTo>
                    <a:pt x="4132" y="322"/>
                  </a:moveTo>
                  <a:cubicBezTo>
                    <a:pt x="5442" y="322"/>
                    <a:pt x="6549" y="1263"/>
                    <a:pt x="6775" y="2537"/>
                  </a:cubicBezTo>
                  <a:lnTo>
                    <a:pt x="7680" y="7645"/>
                  </a:lnTo>
                  <a:cubicBezTo>
                    <a:pt x="7692" y="7716"/>
                    <a:pt x="7668" y="7799"/>
                    <a:pt x="7597" y="7835"/>
                  </a:cubicBezTo>
                  <a:lnTo>
                    <a:pt x="7001" y="8180"/>
                  </a:lnTo>
                  <a:lnTo>
                    <a:pt x="5632" y="7692"/>
                  </a:lnTo>
                  <a:cubicBezTo>
                    <a:pt x="5418" y="7621"/>
                    <a:pt x="5287" y="7418"/>
                    <a:pt x="5287" y="7204"/>
                  </a:cubicBezTo>
                  <a:lnTo>
                    <a:pt x="5287" y="6502"/>
                  </a:lnTo>
                  <a:cubicBezTo>
                    <a:pt x="6001" y="6085"/>
                    <a:pt x="6478" y="5311"/>
                    <a:pt x="6478" y="4430"/>
                  </a:cubicBezTo>
                  <a:lnTo>
                    <a:pt x="6478" y="3096"/>
                  </a:lnTo>
                  <a:cubicBezTo>
                    <a:pt x="6478" y="2954"/>
                    <a:pt x="6466" y="2811"/>
                    <a:pt x="6454" y="2680"/>
                  </a:cubicBezTo>
                  <a:cubicBezTo>
                    <a:pt x="6358" y="2120"/>
                    <a:pt x="6061" y="1620"/>
                    <a:pt x="5644" y="1251"/>
                  </a:cubicBezTo>
                  <a:cubicBezTo>
                    <a:pt x="5215" y="894"/>
                    <a:pt x="4668" y="679"/>
                    <a:pt x="4108" y="679"/>
                  </a:cubicBezTo>
                  <a:cubicBezTo>
                    <a:pt x="3549" y="679"/>
                    <a:pt x="3001" y="870"/>
                    <a:pt x="2584" y="1251"/>
                  </a:cubicBezTo>
                  <a:cubicBezTo>
                    <a:pt x="2144" y="1608"/>
                    <a:pt x="1870" y="2108"/>
                    <a:pt x="1775" y="2680"/>
                  </a:cubicBezTo>
                  <a:cubicBezTo>
                    <a:pt x="1751" y="2811"/>
                    <a:pt x="1751" y="2954"/>
                    <a:pt x="1751" y="3096"/>
                  </a:cubicBezTo>
                  <a:lnTo>
                    <a:pt x="1751" y="4430"/>
                  </a:lnTo>
                  <a:cubicBezTo>
                    <a:pt x="1751" y="5311"/>
                    <a:pt x="2227" y="6085"/>
                    <a:pt x="2941" y="6502"/>
                  </a:cubicBezTo>
                  <a:lnTo>
                    <a:pt x="2941" y="7204"/>
                  </a:lnTo>
                  <a:cubicBezTo>
                    <a:pt x="2941" y="7418"/>
                    <a:pt x="2798" y="7621"/>
                    <a:pt x="2596" y="7692"/>
                  </a:cubicBezTo>
                  <a:lnTo>
                    <a:pt x="1227" y="8180"/>
                  </a:lnTo>
                  <a:lnTo>
                    <a:pt x="655" y="7835"/>
                  </a:lnTo>
                  <a:cubicBezTo>
                    <a:pt x="596" y="7799"/>
                    <a:pt x="560" y="7716"/>
                    <a:pt x="572" y="7645"/>
                  </a:cubicBezTo>
                  <a:lnTo>
                    <a:pt x="1477" y="2537"/>
                  </a:lnTo>
                  <a:cubicBezTo>
                    <a:pt x="1703" y="1251"/>
                    <a:pt x="2822" y="322"/>
                    <a:pt x="4132" y="322"/>
                  </a:cubicBezTo>
                  <a:close/>
                  <a:moveTo>
                    <a:pt x="4096" y="1"/>
                  </a:moveTo>
                  <a:cubicBezTo>
                    <a:pt x="2644" y="1"/>
                    <a:pt x="1382" y="1037"/>
                    <a:pt x="1120" y="2477"/>
                  </a:cubicBezTo>
                  <a:lnTo>
                    <a:pt x="215" y="7585"/>
                  </a:lnTo>
                  <a:cubicBezTo>
                    <a:pt x="179" y="7799"/>
                    <a:pt x="274" y="8002"/>
                    <a:pt x="453" y="8109"/>
                  </a:cubicBezTo>
                  <a:lnTo>
                    <a:pt x="786" y="8311"/>
                  </a:lnTo>
                  <a:cubicBezTo>
                    <a:pt x="310" y="8478"/>
                    <a:pt x="1" y="8931"/>
                    <a:pt x="1" y="9431"/>
                  </a:cubicBezTo>
                  <a:lnTo>
                    <a:pt x="1" y="10752"/>
                  </a:lnTo>
                  <a:cubicBezTo>
                    <a:pt x="1" y="10847"/>
                    <a:pt x="84" y="10919"/>
                    <a:pt x="167" y="10919"/>
                  </a:cubicBezTo>
                  <a:cubicBezTo>
                    <a:pt x="251" y="10919"/>
                    <a:pt x="334" y="10847"/>
                    <a:pt x="334" y="10752"/>
                  </a:cubicBezTo>
                  <a:lnTo>
                    <a:pt x="334" y="9431"/>
                  </a:lnTo>
                  <a:cubicBezTo>
                    <a:pt x="334" y="9121"/>
                    <a:pt x="489" y="8835"/>
                    <a:pt x="763" y="8669"/>
                  </a:cubicBezTo>
                  <a:cubicBezTo>
                    <a:pt x="1024" y="8931"/>
                    <a:pt x="1382" y="9133"/>
                    <a:pt x="1822" y="9300"/>
                  </a:cubicBezTo>
                  <a:cubicBezTo>
                    <a:pt x="1834" y="9312"/>
                    <a:pt x="1858" y="9312"/>
                    <a:pt x="1882" y="9312"/>
                  </a:cubicBezTo>
                  <a:cubicBezTo>
                    <a:pt x="1941" y="9312"/>
                    <a:pt x="2001" y="9264"/>
                    <a:pt x="2025" y="9204"/>
                  </a:cubicBezTo>
                  <a:cubicBezTo>
                    <a:pt x="2060" y="9121"/>
                    <a:pt x="2025" y="9026"/>
                    <a:pt x="1941" y="9002"/>
                  </a:cubicBezTo>
                  <a:cubicBezTo>
                    <a:pt x="1608" y="8871"/>
                    <a:pt x="1334" y="8716"/>
                    <a:pt x="1108" y="8538"/>
                  </a:cubicBezTo>
                  <a:lnTo>
                    <a:pt x="2679" y="7990"/>
                  </a:lnTo>
                  <a:cubicBezTo>
                    <a:pt x="3025" y="7871"/>
                    <a:pt x="3251" y="7561"/>
                    <a:pt x="3251" y="7204"/>
                  </a:cubicBezTo>
                  <a:lnTo>
                    <a:pt x="3251" y="6645"/>
                  </a:lnTo>
                  <a:cubicBezTo>
                    <a:pt x="3513" y="6752"/>
                    <a:pt x="3811" y="6811"/>
                    <a:pt x="4108" y="6811"/>
                  </a:cubicBezTo>
                  <a:cubicBezTo>
                    <a:pt x="4406" y="6811"/>
                    <a:pt x="4703" y="6752"/>
                    <a:pt x="4977" y="6645"/>
                  </a:cubicBezTo>
                  <a:lnTo>
                    <a:pt x="4977" y="7204"/>
                  </a:lnTo>
                  <a:cubicBezTo>
                    <a:pt x="4977" y="7561"/>
                    <a:pt x="5192" y="7871"/>
                    <a:pt x="5537" y="7990"/>
                  </a:cubicBezTo>
                  <a:lnTo>
                    <a:pt x="7120" y="8538"/>
                  </a:lnTo>
                  <a:cubicBezTo>
                    <a:pt x="6442" y="9073"/>
                    <a:pt x="5335" y="9383"/>
                    <a:pt x="4108" y="9383"/>
                  </a:cubicBezTo>
                  <a:cubicBezTo>
                    <a:pt x="3572" y="9383"/>
                    <a:pt x="3072" y="9323"/>
                    <a:pt x="2596" y="9204"/>
                  </a:cubicBezTo>
                  <a:cubicBezTo>
                    <a:pt x="2586" y="9203"/>
                    <a:pt x="2577" y="9203"/>
                    <a:pt x="2567" y="9203"/>
                  </a:cubicBezTo>
                  <a:cubicBezTo>
                    <a:pt x="2484" y="9203"/>
                    <a:pt x="2415" y="9249"/>
                    <a:pt x="2394" y="9323"/>
                  </a:cubicBezTo>
                  <a:cubicBezTo>
                    <a:pt x="2382" y="9419"/>
                    <a:pt x="2429" y="9502"/>
                    <a:pt x="2513" y="9514"/>
                  </a:cubicBezTo>
                  <a:cubicBezTo>
                    <a:pt x="2775" y="9573"/>
                    <a:pt x="3037" y="9621"/>
                    <a:pt x="3310" y="9669"/>
                  </a:cubicBezTo>
                  <a:lnTo>
                    <a:pt x="3632" y="10800"/>
                  </a:lnTo>
                  <a:cubicBezTo>
                    <a:pt x="3644" y="10871"/>
                    <a:pt x="3727" y="10919"/>
                    <a:pt x="3787" y="10919"/>
                  </a:cubicBezTo>
                  <a:lnTo>
                    <a:pt x="3822" y="10919"/>
                  </a:lnTo>
                  <a:cubicBezTo>
                    <a:pt x="3918" y="10883"/>
                    <a:pt x="3965" y="10800"/>
                    <a:pt x="3930" y="10728"/>
                  </a:cubicBezTo>
                  <a:lnTo>
                    <a:pt x="3644" y="9716"/>
                  </a:lnTo>
                  <a:lnTo>
                    <a:pt x="3644" y="9716"/>
                  </a:lnTo>
                  <a:cubicBezTo>
                    <a:pt x="3811" y="9728"/>
                    <a:pt x="3965" y="9728"/>
                    <a:pt x="4120" y="9728"/>
                  </a:cubicBezTo>
                  <a:cubicBezTo>
                    <a:pt x="4287" y="9728"/>
                    <a:pt x="4442" y="9728"/>
                    <a:pt x="4596" y="9716"/>
                  </a:cubicBezTo>
                  <a:lnTo>
                    <a:pt x="4596" y="9716"/>
                  </a:lnTo>
                  <a:lnTo>
                    <a:pt x="4322" y="10728"/>
                  </a:lnTo>
                  <a:cubicBezTo>
                    <a:pt x="4287" y="10812"/>
                    <a:pt x="4346" y="10907"/>
                    <a:pt x="4418" y="10919"/>
                  </a:cubicBezTo>
                  <a:lnTo>
                    <a:pt x="4465" y="10919"/>
                  </a:lnTo>
                  <a:cubicBezTo>
                    <a:pt x="4537" y="10919"/>
                    <a:pt x="4596" y="10871"/>
                    <a:pt x="4620" y="10800"/>
                  </a:cubicBezTo>
                  <a:lnTo>
                    <a:pt x="4942" y="9669"/>
                  </a:lnTo>
                  <a:cubicBezTo>
                    <a:pt x="5989" y="9550"/>
                    <a:pt x="6894" y="9192"/>
                    <a:pt x="7454" y="8669"/>
                  </a:cubicBezTo>
                  <a:cubicBezTo>
                    <a:pt x="7728" y="8823"/>
                    <a:pt x="7894" y="9097"/>
                    <a:pt x="7894" y="9419"/>
                  </a:cubicBezTo>
                  <a:lnTo>
                    <a:pt x="7894" y="10740"/>
                  </a:lnTo>
                  <a:cubicBezTo>
                    <a:pt x="7894" y="10824"/>
                    <a:pt x="7966" y="10907"/>
                    <a:pt x="8049" y="10907"/>
                  </a:cubicBezTo>
                  <a:cubicBezTo>
                    <a:pt x="8144" y="10907"/>
                    <a:pt x="8216" y="10824"/>
                    <a:pt x="8216" y="10740"/>
                  </a:cubicBezTo>
                  <a:lnTo>
                    <a:pt x="8216" y="9431"/>
                  </a:lnTo>
                  <a:cubicBezTo>
                    <a:pt x="8192" y="8931"/>
                    <a:pt x="7859" y="8478"/>
                    <a:pt x="7406" y="8311"/>
                  </a:cubicBezTo>
                  <a:lnTo>
                    <a:pt x="7740" y="8109"/>
                  </a:lnTo>
                  <a:cubicBezTo>
                    <a:pt x="7918" y="8002"/>
                    <a:pt x="8013" y="7799"/>
                    <a:pt x="7978" y="7585"/>
                  </a:cubicBezTo>
                  <a:lnTo>
                    <a:pt x="7073" y="2477"/>
                  </a:lnTo>
                  <a:cubicBezTo>
                    <a:pt x="6823" y="1037"/>
                    <a:pt x="5573" y="1"/>
                    <a:pt x="4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65"/>
            <p:cNvSpPr/>
            <p:nvPr/>
          </p:nvSpPr>
          <p:spPr>
            <a:xfrm>
              <a:off x="7257815" y="4428808"/>
              <a:ext cx="43782" cy="15396"/>
            </a:xfrm>
            <a:custGeom>
              <a:avLst/>
              <a:gdLst/>
              <a:ahLst/>
              <a:cxnLst/>
              <a:rect l="l" t="t" r="r" b="b"/>
              <a:pathLst>
                <a:path w="1382" h="486" extrusionOk="0">
                  <a:moveTo>
                    <a:pt x="178" y="0"/>
                  </a:moveTo>
                  <a:cubicBezTo>
                    <a:pt x="138" y="0"/>
                    <a:pt x="96" y="15"/>
                    <a:pt x="60" y="45"/>
                  </a:cubicBezTo>
                  <a:cubicBezTo>
                    <a:pt x="1" y="105"/>
                    <a:pt x="1" y="200"/>
                    <a:pt x="60" y="259"/>
                  </a:cubicBezTo>
                  <a:cubicBezTo>
                    <a:pt x="203" y="402"/>
                    <a:pt x="441" y="486"/>
                    <a:pt x="691" y="486"/>
                  </a:cubicBezTo>
                  <a:cubicBezTo>
                    <a:pt x="941" y="486"/>
                    <a:pt x="1179" y="414"/>
                    <a:pt x="1322" y="259"/>
                  </a:cubicBezTo>
                  <a:cubicBezTo>
                    <a:pt x="1382" y="200"/>
                    <a:pt x="1382" y="105"/>
                    <a:pt x="1322" y="45"/>
                  </a:cubicBezTo>
                  <a:cubicBezTo>
                    <a:pt x="1287" y="15"/>
                    <a:pt x="1245" y="0"/>
                    <a:pt x="1205" y="0"/>
                  </a:cubicBezTo>
                  <a:cubicBezTo>
                    <a:pt x="1165" y="0"/>
                    <a:pt x="1126" y="15"/>
                    <a:pt x="1096" y="45"/>
                  </a:cubicBezTo>
                  <a:cubicBezTo>
                    <a:pt x="1037" y="105"/>
                    <a:pt x="906" y="164"/>
                    <a:pt x="691" y="164"/>
                  </a:cubicBezTo>
                  <a:cubicBezTo>
                    <a:pt x="477" y="164"/>
                    <a:pt x="346" y="81"/>
                    <a:pt x="286" y="45"/>
                  </a:cubicBezTo>
                  <a:cubicBezTo>
                    <a:pt x="257" y="15"/>
                    <a:pt x="218"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65"/>
            <p:cNvSpPr/>
            <p:nvPr/>
          </p:nvSpPr>
          <p:spPr>
            <a:xfrm>
              <a:off x="7241975" y="4390602"/>
              <a:ext cx="10581" cy="15523"/>
            </a:xfrm>
            <a:custGeom>
              <a:avLst/>
              <a:gdLst/>
              <a:ahLst/>
              <a:cxnLst/>
              <a:rect l="l" t="t" r="r" b="b"/>
              <a:pathLst>
                <a:path w="334" h="490" extrusionOk="0">
                  <a:moveTo>
                    <a:pt x="167" y="1"/>
                  </a:moveTo>
                  <a:cubicBezTo>
                    <a:pt x="72" y="1"/>
                    <a:pt x="1" y="72"/>
                    <a:pt x="1" y="156"/>
                  </a:cubicBezTo>
                  <a:lnTo>
                    <a:pt x="1" y="322"/>
                  </a:lnTo>
                  <a:cubicBezTo>
                    <a:pt x="1" y="418"/>
                    <a:pt x="72" y="489"/>
                    <a:pt x="167" y="489"/>
                  </a:cubicBezTo>
                  <a:cubicBezTo>
                    <a:pt x="251" y="489"/>
                    <a:pt x="334" y="418"/>
                    <a:pt x="334" y="322"/>
                  </a:cubicBezTo>
                  <a:lnTo>
                    <a:pt x="334" y="156"/>
                  </a:lnTo>
                  <a:cubicBezTo>
                    <a:pt x="310"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2" name="Google Shape;11092;p65"/>
            <p:cNvSpPr/>
            <p:nvPr/>
          </p:nvSpPr>
          <p:spPr>
            <a:xfrm>
              <a:off x="7307236" y="4390602"/>
              <a:ext cx="10201" cy="15523"/>
            </a:xfrm>
            <a:custGeom>
              <a:avLst/>
              <a:gdLst/>
              <a:ahLst/>
              <a:cxnLst/>
              <a:rect l="l" t="t" r="r" b="b"/>
              <a:pathLst>
                <a:path w="322" h="490" extrusionOk="0">
                  <a:moveTo>
                    <a:pt x="155" y="1"/>
                  </a:moveTo>
                  <a:cubicBezTo>
                    <a:pt x="72" y="1"/>
                    <a:pt x="0" y="72"/>
                    <a:pt x="0" y="156"/>
                  </a:cubicBezTo>
                  <a:lnTo>
                    <a:pt x="0" y="322"/>
                  </a:lnTo>
                  <a:cubicBezTo>
                    <a:pt x="0" y="418"/>
                    <a:pt x="72" y="489"/>
                    <a:pt x="155" y="489"/>
                  </a:cubicBezTo>
                  <a:cubicBezTo>
                    <a:pt x="250" y="489"/>
                    <a:pt x="322" y="418"/>
                    <a:pt x="322" y="322"/>
                  </a:cubicBezTo>
                  <a:lnTo>
                    <a:pt x="322" y="156"/>
                  </a:lnTo>
                  <a:cubicBezTo>
                    <a:pt x="310"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65"/>
            <p:cNvSpPr/>
            <p:nvPr/>
          </p:nvSpPr>
          <p:spPr>
            <a:xfrm>
              <a:off x="7236336" y="4374382"/>
              <a:ext cx="21131" cy="10613"/>
            </a:xfrm>
            <a:custGeom>
              <a:avLst/>
              <a:gdLst/>
              <a:ahLst/>
              <a:cxnLst/>
              <a:rect l="l" t="t" r="r" b="b"/>
              <a:pathLst>
                <a:path w="667" h="335" extrusionOk="0">
                  <a:moveTo>
                    <a:pt x="167" y="1"/>
                  </a:moveTo>
                  <a:cubicBezTo>
                    <a:pt x="71" y="1"/>
                    <a:pt x="0" y="72"/>
                    <a:pt x="0" y="168"/>
                  </a:cubicBezTo>
                  <a:cubicBezTo>
                    <a:pt x="0" y="251"/>
                    <a:pt x="71" y="334"/>
                    <a:pt x="167" y="334"/>
                  </a:cubicBezTo>
                  <a:lnTo>
                    <a:pt x="512" y="334"/>
                  </a:lnTo>
                  <a:cubicBezTo>
                    <a:pt x="595" y="334"/>
                    <a:pt x="667" y="251"/>
                    <a:pt x="667" y="168"/>
                  </a:cubicBezTo>
                  <a:cubicBezTo>
                    <a:pt x="667"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65"/>
            <p:cNvSpPr/>
            <p:nvPr/>
          </p:nvSpPr>
          <p:spPr>
            <a:xfrm>
              <a:off x="7301565" y="4374382"/>
              <a:ext cx="21162" cy="10613"/>
            </a:xfrm>
            <a:custGeom>
              <a:avLst/>
              <a:gdLst/>
              <a:ahLst/>
              <a:cxnLst/>
              <a:rect l="l" t="t" r="r" b="b"/>
              <a:pathLst>
                <a:path w="668" h="335" extrusionOk="0">
                  <a:moveTo>
                    <a:pt x="156" y="1"/>
                  </a:moveTo>
                  <a:cubicBezTo>
                    <a:pt x="72" y="1"/>
                    <a:pt x="1" y="72"/>
                    <a:pt x="1" y="168"/>
                  </a:cubicBezTo>
                  <a:cubicBezTo>
                    <a:pt x="1" y="251"/>
                    <a:pt x="72" y="334"/>
                    <a:pt x="156" y="334"/>
                  </a:cubicBezTo>
                  <a:lnTo>
                    <a:pt x="501" y="334"/>
                  </a:lnTo>
                  <a:cubicBezTo>
                    <a:pt x="596" y="334"/>
                    <a:pt x="668" y="251"/>
                    <a:pt x="668" y="168"/>
                  </a:cubicBezTo>
                  <a:cubicBezTo>
                    <a:pt x="668" y="72"/>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5" name="Google Shape;11095;p65"/>
          <p:cNvGrpSpPr/>
          <p:nvPr/>
        </p:nvGrpSpPr>
        <p:grpSpPr>
          <a:xfrm>
            <a:off x="6695051" y="4083951"/>
            <a:ext cx="270104" cy="360233"/>
            <a:chOff x="6695051" y="4259351"/>
            <a:chExt cx="270104" cy="360233"/>
          </a:xfrm>
        </p:grpSpPr>
        <p:sp>
          <p:nvSpPr>
            <p:cNvPr id="11096" name="Google Shape;11096;p65"/>
            <p:cNvSpPr/>
            <p:nvPr/>
          </p:nvSpPr>
          <p:spPr>
            <a:xfrm>
              <a:off x="6790852" y="4383442"/>
              <a:ext cx="10233" cy="15872"/>
            </a:xfrm>
            <a:custGeom>
              <a:avLst/>
              <a:gdLst/>
              <a:ahLst/>
              <a:cxnLst/>
              <a:rect l="l" t="t" r="r" b="b"/>
              <a:pathLst>
                <a:path w="323" h="501" extrusionOk="0">
                  <a:moveTo>
                    <a:pt x="167" y="1"/>
                  </a:moveTo>
                  <a:cubicBezTo>
                    <a:pt x="72" y="1"/>
                    <a:pt x="1" y="72"/>
                    <a:pt x="1" y="167"/>
                  </a:cubicBezTo>
                  <a:lnTo>
                    <a:pt x="1" y="346"/>
                  </a:lnTo>
                  <a:cubicBezTo>
                    <a:pt x="1" y="429"/>
                    <a:pt x="72" y="501"/>
                    <a:pt x="167" y="501"/>
                  </a:cubicBezTo>
                  <a:cubicBezTo>
                    <a:pt x="251" y="501"/>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65"/>
            <p:cNvSpPr/>
            <p:nvPr/>
          </p:nvSpPr>
          <p:spPr>
            <a:xfrm>
              <a:off x="6858742" y="4383442"/>
              <a:ext cx="10233" cy="15872"/>
            </a:xfrm>
            <a:custGeom>
              <a:avLst/>
              <a:gdLst/>
              <a:ahLst/>
              <a:cxnLst/>
              <a:rect l="l" t="t" r="r" b="b"/>
              <a:pathLst>
                <a:path w="323"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65"/>
            <p:cNvSpPr/>
            <p:nvPr/>
          </p:nvSpPr>
          <p:spPr>
            <a:xfrm>
              <a:off x="6695051" y="4259351"/>
              <a:ext cx="270104" cy="360233"/>
            </a:xfrm>
            <a:custGeom>
              <a:avLst/>
              <a:gdLst/>
              <a:ahLst/>
              <a:cxnLst/>
              <a:rect l="l" t="t" r="r" b="b"/>
              <a:pathLst>
                <a:path w="8526" h="11371" extrusionOk="0">
                  <a:moveTo>
                    <a:pt x="4263" y="310"/>
                  </a:moveTo>
                  <a:cubicBezTo>
                    <a:pt x="5835" y="310"/>
                    <a:pt x="7121" y="1596"/>
                    <a:pt x="7121" y="3168"/>
                  </a:cubicBezTo>
                  <a:lnTo>
                    <a:pt x="7121" y="3781"/>
                  </a:lnTo>
                  <a:lnTo>
                    <a:pt x="7121" y="3781"/>
                  </a:lnTo>
                  <a:cubicBezTo>
                    <a:pt x="7030" y="3736"/>
                    <a:pt x="6949" y="3703"/>
                    <a:pt x="6847" y="3703"/>
                  </a:cubicBezTo>
                  <a:lnTo>
                    <a:pt x="6763" y="3703"/>
                  </a:lnTo>
                  <a:cubicBezTo>
                    <a:pt x="6597" y="3703"/>
                    <a:pt x="6430" y="3680"/>
                    <a:pt x="6263" y="3632"/>
                  </a:cubicBezTo>
                  <a:cubicBezTo>
                    <a:pt x="6251" y="3628"/>
                    <a:pt x="6238" y="3627"/>
                    <a:pt x="6225" y="3627"/>
                  </a:cubicBezTo>
                  <a:cubicBezTo>
                    <a:pt x="6153" y="3627"/>
                    <a:pt x="6081" y="3680"/>
                    <a:pt x="6061" y="3751"/>
                  </a:cubicBezTo>
                  <a:cubicBezTo>
                    <a:pt x="6025" y="3846"/>
                    <a:pt x="6085" y="3930"/>
                    <a:pt x="6180" y="3965"/>
                  </a:cubicBezTo>
                  <a:cubicBezTo>
                    <a:pt x="6370" y="4025"/>
                    <a:pt x="6561" y="4037"/>
                    <a:pt x="6763" y="4037"/>
                  </a:cubicBezTo>
                  <a:lnTo>
                    <a:pt x="6847" y="4037"/>
                  </a:lnTo>
                  <a:cubicBezTo>
                    <a:pt x="7001" y="4037"/>
                    <a:pt x="7132" y="4156"/>
                    <a:pt x="7132" y="4322"/>
                  </a:cubicBezTo>
                  <a:cubicBezTo>
                    <a:pt x="7132" y="4477"/>
                    <a:pt x="7013" y="4596"/>
                    <a:pt x="6847" y="4596"/>
                  </a:cubicBezTo>
                  <a:lnTo>
                    <a:pt x="6740" y="4596"/>
                  </a:lnTo>
                  <a:lnTo>
                    <a:pt x="6740" y="4584"/>
                  </a:lnTo>
                  <a:cubicBezTo>
                    <a:pt x="6740" y="4489"/>
                    <a:pt x="6668" y="4418"/>
                    <a:pt x="6585" y="4418"/>
                  </a:cubicBezTo>
                  <a:cubicBezTo>
                    <a:pt x="6489" y="4418"/>
                    <a:pt x="6418" y="4489"/>
                    <a:pt x="6418" y="4584"/>
                  </a:cubicBezTo>
                  <a:cubicBezTo>
                    <a:pt x="6418" y="5775"/>
                    <a:pt x="5454" y="6739"/>
                    <a:pt x="4263" y="6739"/>
                  </a:cubicBezTo>
                  <a:cubicBezTo>
                    <a:pt x="3072" y="6739"/>
                    <a:pt x="2096" y="5775"/>
                    <a:pt x="2096" y="4584"/>
                  </a:cubicBezTo>
                  <a:cubicBezTo>
                    <a:pt x="2096" y="4489"/>
                    <a:pt x="2025" y="4418"/>
                    <a:pt x="1941" y="4418"/>
                  </a:cubicBezTo>
                  <a:cubicBezTo>
                    <a:pt x="1846" y="4418"/>
                    <a:pt x="1775" y="4489"/>
                    <a:pt x="1775" y="4584"/>
                  </a:cubicBezTo>
                  <a:lnTo>
                    <a:pt x="1775" y="4596"/>
                  </a:lnTo>
                  <a:lnTo>
                    <a:pt x="1667" y="4596"/>
                  </a:lnTo>
                  <a:cubicBezTo>
                    <a:pt x="1525" y="4596"/>
                    <a:pt x="1382" y="4477"/>
                    <a:pt x="1382" y="4322"/>
                  </a:cubicBezTo>
                  <a:cubicBezTo>
                    <a:pt x="1382" y="4168"/>
                    <a:pt x="1501" y="4037"/>
                    <a:pt x="1667" y="4037"/>
                  </a:cubicBezTo>
                  <a:lnTo>
                    <a:pt x="1763" y="4037"/>
                  </a:lnTo>
                  <a:cubicBezTo>
                    <a:pt x="2953" y="4037"/>
                    <a:pt x="3906" y="3013"/>
                    <a:pt x="4239" y="2560"/>
                  </a:cubicBezTo>
                  <a:lnTo>
                    <a:pt x="4275" y="2560"/>
                  </a:lnTo>
                  <a:cubicBezTo>
                    <a:pt x="4477" y="2834"/>
                    <a:pt x="4930" y="3334"/>
                    <a:pt x="5525" y="3680"/>
                  </a:cubicBezTo>
                  <a:cubicBezTo>
                    <a:pt x="5547" y="3694"/>
                    <a:pt x="5573" y="3701"/>
                    <a:pt x="5600" y="3701"/>
                  </a:cubicBezTo>
                  <a:cubicBezTo>
                    <a:pt x="5658" y="3701"/>
                    <a:pt x="5719" y="3669"/>
                    <a:pt x="5751" y="3620"/>
                  </a:cubicBezTo>
                  <a:cubicBezTo>
                    <a:pt x="5787" y="3549"/>
                    <a:pt x="5763" y="3441"/>
                    <a:pt x="5692" y="3394"/>
                  </a:cubicBezTo>
                  <a:cubicBezTo>
                    <a:pt x="5156" y="3084"/>
                    <a:pt x="4727" y="2608"/>
                    <a:pt x="4525" y="2358"/>
                  </a:cubicBezTo>
                  <a:cubicBezTo>
                    <a:pt x="4465" y="2263"/>
                    <a:pt x="4358" y="2215"/>
                    <a:pt x="4263" y="2215"/>
                  </a:cubicBezTo>
                  <a:cubicBezTo>
                    <a:pt x="4156" y="2215"/>
                    <a:pt x="4049" y="2263"/>
                    <a:pt x="3989" y="2358"/>
                  </a:cubicBezTo>
                  <a:cubicBezTo>
                    <a:pt x="3025" y="3572"/>
                    <a:pt x="2120" y="3703"/>
                    <a:pt x="1775" y="3703"/>
                  </a:cubicBezTo>
                  <a:lnTo>
                    <a:pt x="1679" y="3703"/>
                  </a:lnTo>
                  <a:cubicBezTo>
                    <a:pt x="1584" y="3703"/>
                    <a:pt x="1489" y="3739"/>
                    <a:pt x="1406" y="3787"/>
                  </a:cubicBezTo>
                  <a:lnTo>
                    <a:pt x="1406" y="3168"/>
                  </a:lnTo>
                  <a:cubicBezTo>
                    <a:pt x="1406" y="1596"/>
                    <a:pt x="2679" y="310"/>
                    <a:pt x="4263" y="310"/>
                  </a:cubicBezTo>
                  <a:close/>
                  <a:moveTo>
                    <a:pt x="6120" y="6239"/>
                  </a:moveTo>
                  <a:cubicBezTo>
                    <a:pt x="6144" y="6323"/>
                    <a:pt x="6192" y="6418"/>
                    <a:pt x="6251" y="6489"/>
                  </a:cubicBezTo>
                  <a:cubicBezTo>
                    <a:pt x="6263" y="6501"/>
                    <a:pt x="6263" y="6537"/>
                    <a:pt x="6251" y="6549"/>
                  </a:cubicBezTo>
                  <a:cubicBezTo>
                    <a:pt x="6120" y="6716"/>
                    <a:pt x="6061" y="6906"/>
                    <a:pt x="6061" y="7120"/>
                  </a:cubicBezTo>
                  <a:cubicBezTo>
                    <a:pt x="6061" y="7335"/>
                    <a:pt x="6132" y="7549"/>
                    <a:pt x="6263" y="7716"/>
                  </a:cubicBezTo>
                  <a:cubicBezTo>
                    <a:pt x="6287" y="7740"/>
                    <a:pt x="6287" y="7751"/>
                    <a:pt x="6263" y="7787"/>
                  </a:cubicBezTo>
                  <a:cubicBezTo>
                    <a:pt x="6192" y="7871"/>
                    <a:pt x="6132" y="7978"/>
                    <a:pt x="6108" y="8085"/>
                  </a:cubicBezTo>
                  <a:lnTo>
                    <a:pt x="5870" y="7990"/>
                  </a:lnTo>
                  <a:cubicBezTo>
                    <a:pt x="5644" y="7918"/>
                    <a:pt x="5513" y="7716"/>
                    <a:pt x="5513" y="7478"/>
                  </a:cubicBezTo>
                  <a:lnTo>
                    <a:pt x="5513" y="6739"/>
                  </a:lnTo>
                  <a:cubicBezTo>
                    <a:pt x="5751" y="6608"/>
                    <a:pt x="5942" y="6442"/>
                    <a:pt x="6120" y="6239"/>
                  </a:cubicBezTo>
                  <a:close/>
                  <a:moveTo>
                    <a:pt x="2394" y="6251"/>
                  </a:moveTo>
                  <a:cubicBezTo>
                    <a:pt x="2572" y="6442"/>
                    <a:pt x="2787" y="6620"/>
                    <a:pt x="3013" y="6751"/>
                  </a:cubicBezTo>
                  <a:lnTo>
                    <a:pt x="3013" y="7490"/>
                  </a:lnTo>
                  <a:cubicBezTo>
                    <a:pt x="3013" y="7728"/>
                    <a:pt x="2858" y="7918"/>
                    <a:pt x="2644" y="8002"/>
                  </a:cubicBezTo>
                  <a:lnTo>
                    <a:pt x="2418" y="8097"/>
                  </a:lnTo>
                  <a:cubicBezTo>
                    <a:pt x="2382" y="7990"/>
                    <a:pt x="2322" y="7894"/>
                    <a:pt x="2251" y="7799"/>
                  </a:cubicBezTo>
                  <a:cubicBezTo>
                    <a:pt x="2239" y="7763"/>
                    <a:pt x="2239" y="7751"/>
                    <a:pt x="2251" y="7728"/>
                  </a:cubicBezTo>
                  <a:cubicBezTo>
                    <a:pt x="2382" y="7561"/>
                    <a:pt x="2453" y="7347"/>
                    <a:pt x="2453" y="7144"/>
                  </a:cubicBezTo>
                  <a:cubicBezTo>
                    <a:pt x="2477" y="6918"/>
                    <a:pt x="2394" y="6716"/>
                    <a:pt x="2263" y="6561"/>
                  </a:cubicBezTo>
                  <a:cubicBezTo>
                    <a:pt x="2251" y="6549"/>
                    <a:pt x="2251" y="6525"/>
                    <a:pt x="2263" y="6501"/>
                  </a:cubicBezTo>
                  <a:cubicBezTo>
                    <a:pt x="2322" y="6430"/>
                    <a:pt x="2370" y="6347"/>
                    <a:pt x="2394" y="6251"/>
                  </a:cubicBezTo>
                  <a:close/>
                  <a:moveTo>
                    <a:pt x="1787" y="4954"/>
                  </a:moveTo>
                  <a:cubicBezTo>
                    <a:pt x="1834" y="5299"/>
                    <a:pt x="1953" y="5608"/>
                    <a:pt x="2120" y="5894"/>
                  </a:cubicBezTo>
                  <a:lnTo>
                    <a:pt x="2120" y="5954"/>
                  </a:lnTo>
                  <a:cubicBezTo>
                    <a:pt x="2120" y="6085"/>
                    <a:pt x="2072" y="6204"/>
                    <a:pt x="2001" y="6311"/>
                  </a:cubicBezTo>
                  <a:cubicBezTo>
                    <a:pt x="1894" y="6442"/>
                    <a:pt x="1894" y="6644"/>
                    <a:pt x="2001" y="6775"/>
                  </a:cubicBezTo>
                  <a:cubicBezTo>
                    <a:pt x="2084" y="6882"/>
                    <a:pt x="2120" y="7001"/>
                    <a:pt x="2120" y="7132"/>
                  </a:cubicBezTo>
                  <a:cubicBezTo>
                    <a:pt x="2120" y="7263"/>
                    <a:pt x="2072" y="7394"/>
                    <a:pt x="1977" y="7501"/>
                  </a:cubicBezTo>
                  <a:cubicBezTo>
                    <a:pt x="1858" y="7656"/>
                    <a:pt x="1858" y="7859"/>
                    <a:pt x="1977" y="8013"/>
                  </a:cubicBezTo>
                  <a:cubicBezTo>
                    <a:pt x="2025" y="8073"/>
                    <a:pt x="2072" y="8132"/>
                    <a:pt x="2084" y="8204"/>
                  </a:cubicBezTo>
                  <a:lnTo>
                    <a:pt x="1560" y="8383"/>
                  </a:lnTo>
                  <a:cubicBezTo>
                    <a:pt x="1465" y="8275"/>
                    <a:pt x="1382" y="8132"/>
                    <a:pt x="1382" y="7966"/>
                  </a:cubicBezTo>
                  <a:cubicBezTo>
                    <a:pt x="1382" y="7835"/>
                    <a:pt x="1429" y="7692"/>
                    <a:pt x="1525" y="7597"/>
                  </a:cubicBezTo>
                  <a:cubicBezTo>
                    <a:pt x="1644" y="7442"/>
                    <a:pt x="1644" y="7240"/>
                    <a:pt x="1525" y="7085"/>
                  </a:cubicBezTo>
                  <a:cubicBezTo>
                    <a:pt x="1429" y="6978"/>
                    <a:pt x="1382" y="6847"/>
                    <a:pt x="1382" y="6716"/>
                  </a:cubicBezTo>
                  <a:cubicBezTo>
                    <a:pt x="1382" y="6585"/>
                    <a:pt x="1429" y="6466"/>
                    <a:pt x="1501" y="6358"/>
                  </a:cubicBezTo>
                  <a:cubicBezTo>
                    <a:pt x="1608" y="6227"/>
                    <a:pt x="1608" y="6025"/>
                    <a:pt x="1501" y="5894"/>
                  </a:cubicBezTo>
                  <a:cubicBezTo>
                    <a:pt x="1417" y="5787"/>
                    <a:pt x="1382" y="5668"/>
                    <a:pt x="1382" y="5537"/>
                  </a:cubicBezTo>
                  <a:cubicBezTo>
                    <a:pt x="1382" y="5299"/>
                    <a:pt x="1525" y="5096"/>
                    <a:pt x="1727" y="5001"/>
                  </a:cubicBezTo>
                  <a:cubicBezTo>
                    <a:pt x="1739" y="4989"/>
                    <a:pt x="1775" y="4977"/>
                    <a:pt x="1787" y="4954"/>
                  </a:cubicBezTo>
                  <a:close/>
                  <a:moveTo>
                    <a:pt x="6716" y="4942"/>
                  </a:moveTo>
                  <a:cubicBezTo>
                    <a:pt x="6728" y="4954"/>
                    <a:pt x="6740" y="4977"/>
                    <a:pt x="6775" y="4989"/>
                  </a:cubicBezTo>
                  <a:cubicBezTo>
                    <a:pt x="6978" y="5073"/>
                    <a:pt x="7121" y="5287"/>
                    <a:pt x="7121" y="5525"/>
                  </a:cubicBezTo>
                  <a:cubicBezTo>
                    <a:pt x="7121" y="5656"/>
                    <a:pt x="7073" y="5775"/>
                    <a:pt x="7001" y="5882"/>
                  </a:cubicBezTo>
                  <a:cubicBezTo>
                    <a:pt x="6894" y="6013"/>
                    <a:pt x="6894" y="6204"/>
                    <a:pt x="7001" y="6347"/>
                  </a:cubicBezTo>
                  <a:cubicBezTo>
                    <a:pt x="7085" y="6442"/>
                    <a:pt x="7121" y="6561"/>
                    <a:pt x="7121" y="6704"/>
                  </a:cubicBezTo>
                  <a:cubicBezTo>
                    <a:pt x="7121" y="6835"/>
                    <a:pt x="7073" y="6966"/>
                    <a:pt x="6978" y="7073"/>
                  </a:cubicBezTo>
                  <a:cubicBezTo>
                    <a:pt x="6859" y="7240"/>
                    <a:pt x="6859" y="7442"/>
                    <a:pt x="7001" y="7597"/>
                  </a:cubicBezTo>
                  <a:cubicBezTo>
                    <a:pt x="7085" y="7692"/>
                    <a:pt x="7132" y="7835"/>
                    <a:pt x="7132" y="7966"/>
                  </a:cubicBezTo>
                  <a:cubicBezTo>
                    <a:pt x="7132" y="8132"/>
                    <a:pt x="7073" y="8275"/>
                    <a:pt x="6954" y="8383"/>
                  </a:cubicBezTo>
                  <a:lnTo>
                    <a:pt x="6418" y="8192"/>
                  </a:lnTo>
                  <a:cubicBezTo>
                    <a:pt x="6442" y="8109"/>
                    <a:pt x="6478" y="8049"/>
                    <a:pt x="6525" y="7990"/>
                  </a:cubicBezTo>
                  <a:cubicBezTo>
                    <a:pt x="6644" y="7847"/>
                    <a:pt x="6644" y="7632"/>
                    <a:pt x="6525" y="7490"/>
                  </a:cubicBezTo>
                  <a:cubicBezTo>
                    <a:pt x="6430" y="7382"/>
                    <a:pt x="6382" y="7251"/>
                    <a:pt x="6382" y="7120"/>
                  </a:cubicBezTo>
                  <a:cubicBezTo>
                    <a:pt x="6382" y="6978"/>
                    <a:pt x="6430" y="6859"/>
                    <a:pt x="6501" y="6763"/>
                  </a:cubicBezTo>
                  <a:cubicBezTo>
                    <a:pt x="6609" y="6620"/>
                    <a:pt x="6609" y="6430"/>
                    <a:pt x="6501" y="6299"/>
                  </a:cubicBezTo>
                  <a:cubicBezTo>
                    <a:pt x="6418" y="6192"/>
                    <a:pt x="6382" y="6073"/>
                    <a:pt x="6382" y="5942"/>
                  </a:cubicBezTo>
                  <a:lnTo>
                    <a:pt x="6382" y="5882"/>
                  </a:lnTo>
                  <a:cubicBezTo>
                    <a:pt x="6549" y="5596"/>
                    <a:pt x="6668" y="5287"/>
                    <a:pt x="6716" y="4942"/>
                  </a:cubicBezTo>
                  <a:close/>
                  <a:moveTo>
                    <a:pt x="5180" y="6918"/>
                  </a:moveTo>
                  <a:lnTo>
                    <a:pt x="5180" y="7490"/>
                  </a:lnTo>
                  <a:cubicBezTo>
                    <a:pt x="5180" y="7847"/>
                    <a:pt x="5394" y="8156"/>
                    <a:pt x="5716" y="8287"/>
                  </a:cubicBezTo>
                  <a:cubicBezTo>
                    <a:pt x="5680" y="8561"/>
                    <a:pt x="5597" y="8799"/>
                    <a:pt x="5442" y="9025"/>
                  </a:cubicBezTo>
                  <a:cubicBezTo>
                    <a:pt x="5382" y="9097"/>
                    <a:pt x="5406" y="9204"/>
                    <a:pt x="5477" y="9264"/>
                  </a:cubicBezTo>
                  <a:cubicBezTo>
                    <a:pt x="5513" y="9275"/>
                    <a:pt x="5537" y="9287"/>
                    <a:pt x="5585" y="9287"/>
                  </a:cubicBezTo>
                  <a:cubicBezTo>
                    <a:pt x="5620" y="9287"/>
                    <a:pt x="5692" y="9264"/>
                    <a:pt x="5716" y="9216"/>
                  </a:cubicBezTo>
                  <a:cubicBezTo>
                    <a:pt x="5894" y="8978"/>
                    <a:pt x="6001" y="8692"/>
                    <a:pt x="6049" y="8406"/>
                  </a:cubicBezTo>
                  <a:lnTo>
                    <a:pt x="6585" y="8609"/>
                  </a:lnTo>
                  <a:cubicBezTo>
                    <a:pt x="6466" y="9109"/>
                    <a:pt x="6192" y="9573"/>
                    <a:pt x="5787" y="9918"/>
                  </a:cubicBezTo>
                  <a:cubicBezTo>
                    <a:pt x="5370" y="10288"/>
                    <a:pt x="4823" y="10490"/>
                    <a:pt x="4263" y="10490"/>
                  </a:cubicBezTo>
                  <a:cubicBezTo>
                    <a:pt x="3692" y="10490"/>
                    <a:pt x="3156" y="10288"/>
                    <a:pt x="2727" y="9930"/>
                  </a:cubicBezTo>
                  <a:cubicBezTo>
                    <a:pt x="2322" y="9585"/>
                    <a:pt x="2060" y="9109"/>
                    <a:pt x="1965" y="8609"/>
                  </a:cubicBezTo>
                  <a:lnTo>
                    <a:pt x="2501" y="8406"/>
                  </a:lnTo>
                  <a:cubicBezTo>
                    <a:pt x="2560" y="8799"/>
                    <a:pt x="2739" y="9168"/>
                    <a:pt x="3025" y="9442"/>
                  </a:cubicBezTo>
                  <a:cubicBezTo>
                    <a:pt x="3346" y="9764"/>
                    <a:pt x="3799" y="9930"/>
                    <a:pt x="4263" y="9930"/>
                  </a:cubicBezTo>
                  <a:cubicBezTo>
                    <a:pt x="4561" y="9930"/>
                    <a:pt x="4858" y="9859"/>
                    <a:pt x="5120" y="9704"/>
                  </a:cubicBezTo>
                  <a:cubicBezTo>
                    <a:pt x="5192" y="9656"/>
                    <a:pt x="5227" y="9561"/>
                    <a:pt x="5180" y="9478"/>
                  </a:cubicBezTo>
                  <a:cubicBezTo>
                    <a:pt x="5147" y="9429"/>
                    <a:pt x="5091" y="9402"/>
                    <a:pt x="5033" y="9402"/>
                  </a:cubicBezTo>
                  <a:cubicBezTo>
                    <a:pt x="5006" y="9402"/>
                    <a:pt x="4979" y="9407"/>
                    <a:pt x="4954" y="9418"/>
                  </a:cubicBezTo>
                  <a:cubicBezTo>
                    <a:pt x="4751" y="9537"/>
                    <a:pt x="4501" y="9597"/>
                    <a:pt x="4263" y="9597"/>
                  </a:cubicBezTo>
                  <a:cubicBezTo>
                    <a:pt x="3501" y="9597"/>
                    <a:pt x="2894" y="9037"/>
                    <a:pt x="2834" y="8287"/>
                  </a:cubicBezTo>
                  <a:cubicBezTo>
                    <a:pt x="3144" y="8156"/>
                    <a:pt x="3370" y="7835"/>
                    <a:pt x="3370" y="7490"/>
                  </a:cubicBezTo>
                  <a:lnTo>
                    <a:pt x="3370" y="6918"/>
                  </a:lnTo>
                  <a:cubicBezTo>
                    <a:pt x="3644" y="7025"/>
                    <a:pt x="3942" y="7085"/>
                    <a:pt x="4275" y="7085"/>
                  </a:cubicBezTo>
                  <a:cubicBezTo>
                    <a:pt x="4584" y="7085"/>
                    <a:pt x="4894" y="7025"/>
                    <a:pt x="5180" y="6918"/>
                  </a:cubicBezTo>
                  <a:close/>
                  <a:moveTo>
                    <a:pt x="4263" y="1"/>
                  </a:moveTo>
                  <a:cubicBezTo>
                    <a:pt x="2489" y="1"/>
                    <a:pt x="1060" y="1429"/>
                    <a:pt x="1060" y="3203"/>
                  </a:cubicBezTo>
                  <a:lnTo>
                    <a:pt x="1060" y="4346"/>
                  </a:lnTo>
                  <a:cubicBezTo>
                    <a:pt x="1060" y="4573"/>
                    <a:pt x="1179" y="4751"/>
                    <a:pt x="1346" y="4870"/>
                  </a:cubicBezTo>
                  <a:cubicBezTo>
                    <a:pt x="1167" y="5037"/>
                    <a:pt x="1060" y="5275"/>
                    <a:pt x="1060" y="5537"/>
                  </a:cubicBezTo>
                  <a:cubicBezTo>
                    <a:pt x="1060" y="5751"/>
                    <a:pt x="1132" y="5954"/>
                    <a:pt x="1251" y="6108"/>
                  </a:cubicBezTo>
                  <a:cubicBezTo>
                    <a:pt x="1263" y="6120"/>
                    <a:pt x="1263" y="6144"/>
                    <a:pt x="1251" y="6168"/>
                  </a:cubicBezTo>
                  <a:cubicBezTo>
                    <a:pt x="1120" y="6323"/>
                    <a:pt x="1060" y="6525"/>
                    <a:pt x="1060" y="6728"/>
                  </a:cubicBezTo>
                  <a:cubicBezTo>
                    <a:pt x="1060" y="6942"/>
                    <a:pt x="1132" y="7144"/>
                    <a:pt x="1263" y="7311"/>
                  </a:cubicBezTo>
                  <a:cubicBezTo>
                    <a:pt x="1286" y="7335"/>
                    <a:pt x="1286" y="7359"/>
                    <a:pt x="1263" y="7382"/>
                  </a:cubicBezTo>
                  <a:cubicBezTo>
                    <a:pt x="1132" y="7549"/>
                    <a:pt x="1060" y="7751"/>
                    <a:pt x="1060" y="7966"/>
                  </a:cubicBezTo>
                  <a:cubicBezTo>
                    <a:pt x="1060" y="8156"/>
                    <a:pt x="1120" y="8347"/>
                    <a:pt x="1239" y="8502"/>
                  </a:cubicBezTo>
                  <a:lnTo>
                    <a:pt x="822" y="8644"/>
                  </a:lnTo>
                  <a:cubicBezTo>
                    <a:pt x="334" y="8823"/>
                    <a:pt x="1" y="9287"/>
                    <a:pt x="1" y="9811"/>
                  </a:cubicBezTo>
                  <a:lnTo>
                    <a:pt x="1" y="11192"/>
                  </a:lnTo>
                  <a:cubicBezTo>
                    <a:pt x="1" y="11288"/>
                    <a:pt x="72" y="11359"/>
                    <a:pt x="167" y="11359"/>
                  </a:cubicBezTo>
                  <a:cubicBezTo>
                    <a:pt x="251" y="11359"/>
                    <a:pt x="334" y="11288"/>
                    <a:pt x="334" y="11192"/>
                  </a:cubicBezTo>
                  <a:lnTo>
                    <a:pt x="334" y="9811"/>
                  </a:lnTo>
                  <a:cubicBezTo>
                    <a:pt x="334" y="9418"/>
                    <a:pt x="560" y="9085"/>
                    <a:pt x="929" y="8966"/>
                  </a:cubicBezTo>
                  <a:lnTo>
                    <a:pt x="1656" y="8704"/>
                  </a:lnTo>
                  <a:cubicBezTo>
                    <a:pt x="1775" y="9275"/>
                    <a:pt x="2072" y="9787"/>
                    <a:pt x="2513" y="10180"/>
                  </a:cubicBezTo>
                  <a:cubicBezTo>
                    <a:pt x="3013" y="10597"/>
                    <a:pt x="3620" y="10835"/>
                    <a:pt x="4263" y="10835"/>
                  </a:cubicBezTo>
                  <a:cubicBezTo>
                    <a:pt x="4894" y="10835"/>
                    <a:pt x="5525" y="10597"/>
                    <a:pt x="6013" y="10180"/>
                  </a:cubicBezTo>
                  <a:cubicBezTo>
                    <a:pt x="6442" y="9787"/>
                    <a:pt x="6763" y="9287"/>
                    <a:pt x="6859" y="8728"/>
                  </a:cubicBezTo>
                  <a:lnTo>
                    <a:pt x="7597" y="8978"/>
                  </a:lnTo>
                  <a:cubicBezTo>
                    <a:pt x="7954" y="9109"/>
                    <a:pt x="8192" y="9454"/>
                    <a:pt x="8192" y="9823"/>
                  </a:cubicBezTo>
                  <a:lnTo>
                    <a:pt x="8192" y="11204"/>
                  </a:lnTo>
                  <a:cubicBezTo>
                    <a:pt x="8192" y="11300"/>
                    <a:pt x="8264" y="11371"/>
                    <a:pt x="8347" y="11371"/>
                  </a:cubicBezTo>
                  <a:cubicBezTo>
                    <a:pt x="8442" y="11371"/>
                    <a:pt x="8514" y="11300"/>
                    <a:pt x="8514" y="11204"/>
                  </a:cubicBezTo>
                  <a:lnTo>
                    <a:pt x="8514" y="9823"/>
                  </a:lnTo>
                  <a:cubicBezTo>
                    <a:pt x="8525" y="9287"/>
                    <a:pt x="8204" y="8823"/>
                    <a:pt x="7692" y="8644"/>
                  </a:cubicBezTo>
                  <a:lnTo>
                    <a:pt x="7275" y="8502"/>
                  </a:lnTo>
                  <a:cubicBezTo>
                    <a:pt x="7382" y="8347"/>
                    <a:pt x="7454" y="8156"/>
                    <a:pt x="7454" y="7966"/>
                  </a:cubicBezTo>
                  <a:cubicBezTo>
                    <a:pt x="7454" y="7751"/>
                    <a:pt x="7382" y="7549"/>
                    <a:pt x="7251" y="7382"/>
                  </a:cubicBezTo>
                  <a:cubicBezTo>
                    <a:pt x="7240" y="7347"/>
                    <a:pt x="7240" y="7335"/>
                    <a:pt x="7251" y="7311"/>
                  </a:cubicBezTo>
                  <a:cubicBezTo>
                    <a:pt x="7382" y="7144"/>
                    <a:pt x="7454" y="6942"/>
                    <a:pt x="7454" y="6728"/>
                  </a:cubicBezTo>
                  <a:cubicBezTo>
                    <a:pt x="7454" y="6525"/>
                    <a:pt x="7382" y="6311"/>
                    <a:pt x="7263" y="6168"/>
                  </a:cubicBezTo>
                  <a:cubicBezTo>
                    <a:pt x="7251" y="6144"/>
                    <a:pt x="7251" y="6120"/>
                    <a:pt x="7263" y="6108"/>
                  </a:cubicBezTo>
                  <a:cubicBezTo>
                    <a:pt x="7394" y="5942"/>
                    <a:pt x="7454" y="5751"/>
                    <a:pt x="7454" y="5537"/>
                  </a:cubicBezTo>
                  <a:cubicBezTo>
                    <a:pt x="7454" y="5287"/>
                    <a:pt x="7359" y="5037"/>
                    <a:pt x="7180" y="4870"/>
                  </a:cubicBezTo>
                  <a:cubicBezTo>
                    <a:pt x="7335" y="4763"/>
                    <a:pt x="7454" y="4573"/>
                    <a:pt x="7454" y="4358"/>
                  </a:cubicBezTo>
                  <a:lnTo>
                    <a:pt x="7454" y="3203"/>
                  </a:lnTo>
                  <a:cubicBezTo>
                    <a:pt x="7454" y="1441"/>
                    <a:pt x="6025"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65"/>
            <p:cNvSpPr/>
            <p:nvPr/>
          </p:nvSpPr>
          <p:spPr>
            <a:xfrm>
              <a:off x="6799152" y="4414362"/>
              <a:ext cx="61523" cy="33232"/>
            </a:xfrm>
            <a:custGeom>
              <a:avLst/>
              <a:gdLst/>
              <a:ahLst/>
              <a:cxnLst/>
              <a:rect l="l" t="t" r="r" b="b"/>
              <a:pathLst>
                <a:path w="1942" h="1049" extrusionOk="0">
                  <a:moveTo>
                    <a:pt x="1572" y="334"/>
                  </a:moveTo>
                  <a:cubicBezTo>
                    <a:pt x="1489" y="561"/>
                    <a:pt x="1251" y="715"/>
                    <a:pt x="977" y="715"/>
                  </a:cubicBezTo>
                  <a:cubicBezTo>
                    <a:pt x="691" y="715"/>
                    <a:pt x="453" y="561"/>
                    <a:pt x="358" y="334"/>
                  </a:cubicBezTo>
                  <a:close/>
                  <a:moveTo>
                    <a:pt x="167" y="1"/>
                  </a:moveTo>
                  <a:cubicBezTo>
                    <a:pt x="84" y="1"/>
                    <a:pt x="1" y="84"/>
                    <a:pt x="1" y="168"/>
                  </a:cubicBezTo>
                  <a:cubicBezTo>
                    <a:pt x="1" y="656"/>
                    <a:pt x="441" y="1049"/>
                    <a:pt x="977" y="1049"/>
                  </a:cubicBezTo>
                  <a:cubicBezTo>
                    <a:pt x="1513" y="1049"/>
                    <a:pt x="1941" y="644"/>
                    <a:pt x="1941" y="168"/>
                  </a:cubicBezTo>
                  <a:cubicBezTo>
                    <a:pt x="1941" y="84"/>
                    <a:pt x="1870"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0" name="Google Shape;11100;p65"/>
          <p:cNvGrpSpPr/>
          <p:nvPr/>
        </p:nvGrpSpPr>
        <p:grpSpPr>
          <a:xfrm>
            <a:off x="8047661" y="4082051"/>
            <a:ext cx="277263" cy="362514"/>
            <a:chOff x="8047661" y="4257451"/>
            <a:chExt cx="277263" cy="362514"/>
          </a:xfrm>
        </p:grpSpPr>
        <p:sp>
          <p:nvSpPr>
            <p:cNvPr id="11101" name="Google Shape;11101;p65"/>
            <p:cNvSpPr/>
            <p:nvPr/>
          </p:nvSpPr>
          <p:spPr>
            <a:xfrm>
              <a:off x="8164211" y="4425418"/>
              <a:ext cx="44542" cy="16157"/>
            </a:xfrm>
            <a:custGeom>
              <a:avLst/>
              <a:gdLst/>
              <a:ahLst/>
              <a:cxnLst/>
              <a:rect l="l" t="t" r="r" b="b"/>
              <a:pathLst>
                <a:path w="1406" h="510" extrusionOk="0">
                  <a:moveTo>
                    <a:pt x="179" y="0"/>
                  </a:moveTo>
                  <a:cubicBezTo>
                    <a:pt x="134" y="0"/>
                    <a:pt x="90" y="15"/>
                    <a:pt x="60" y="45"/>
                  </a:cubicBezTo>
                  <a:cubicBezTo>
                    <a:pt x="0" y="104"/>
                    <a:pt x="0" y="223"/>
                    <a:pt x="60" y="283"/>
                  </a:cubicBezTo>
                  <a:cubicBezTo>
                    <a:pt x="215" y="414"/>
                    <a:pt x="453" y="509"/>
                    <a:pt x="703" y="509"/>
                  </a:cubicBezTo>
                  <a:cubicBezTo>
                    <a:pt x="953" y="509"/>
                    <a:pt x="1203" y="414"/>
                    <a:pt x="1346" y="283"/>
                  </a:cubicBezTo>
                  <a:cubicBezTo>
                    <a:pt x="1405" y="223"/>
                    <a:pt x="1405" y="116"/>
                    <a:pt x="1346" y="45"/>
                  </a:cubicBezTo>
                  <a:cubicBezTo>
                    <a:pt x="1316" y="15"/>
                    <a:pt x="1274" y="0"/>
                    <a:pt x="1231" y="0"/>
                  </a:cubicBezTo>
                  <a:cubicBezTo>
                    <a:pt x="1188" y="0"/>
                    <a:pt x="1143" y="15"/>
                    <a:pt x="1108" y="45"/>
                  </a:cubicBezTo>
                  <a:cubicBezTo>
                    <a:pt x="1048" y="104"/>
                    <a:pt x="893" y="176"/>
                    <a:pt x="703" y="176"/>
                  </a:cubicBezTo>
                  <a:cubicBezTo>
                    <a:pt x="512" y="176"/>
                    <a:pt x="358" y="104"/>
                    <a:pt x="298" y="45"/>
                  </a:cubicBez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65"/>
            <p:cNvSpPr/>
            <p:nvPr/>
          </p:nvSpPr>
          <p:spPr>
            <a:xfrm>
              <a:off x="8141940" y="4575423"/>
              <a:ext cx="10613" cy="43813"/>
            </a:xfrm>
            <a:custGeom>
              <a:avLst/>
              <a:gdLst/>
              <a:ahLst/>
              <a:cxnLst/>
              <a:rect l="l" t="t" r="r" b="b"/>
              <a:pathLst>
                <a:path w="335" h="1383" extrusionOk="0">
                  <a:moveTo>
                    <a:pt x="168" y="1"/>
                  </a:moveTo>
                  <a:cubicBezTo>
                    <a:pt x="84" y="1"/>
                    <a:pt x="1" y="72"/>
                    <a:pt x="1" y="156"/>
                  </a:cubicBezTo>
                  <a:lnTo>
                    <a:pt x="1" y="1215"/>
                  </a:lnTo>
                  <a:cubicBezTo>
                    <a:pt x="1" y="1311"/>
                    <a:pt x="84" y="1382"/>
                    <a:pt x="168" y="1382"/>
                  </a:cubicBezTo>
                  <a:cubicBezTo>
                    <a:pt x="263" y="1382"/>
                    <a:pt x="334" y="1311"/>
                    <a:pt x="334" y="1215"/>
                  </a:cubicBezTo>
                  <a:lnTo>
                    <a:pt x="334" y="156"/>
                  </a:lnTo>
                  <a:cubicBezTo>
                    <a:pt x="334"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65"/>
            <p:cNvSpPr/>
            <p:nvPr/>
          </p:nvSpPr>
          <p:spPr>
            <a:xfrm>
              <a:off x="8125720" y="4375522"/>
              <a:ext cx="121873" cy="42293"/>
            </a:xfrm>
            <a:custGeom>
              <a:avLst/>
              <a:gdLst/>
              <a:ahLst/>
              <a:cxnLst/>
              <a:rect l="l" t="t" r="r" b="b"/>
              <a:pathLst>
                <a:path w="3847" h="1335" extrusionOk="0">
                  <a:moveTo>
                    <a:pt x="3156" y="322"/>
                  </a:moveTo>
                  <a:cubicBezTo>
                    <a:pt x="3335" y="322"/>
                    <a:pt x="3490" y="477"/>
                    <a:pt x="3490" y="667"/>
                  </a:cubicBezTo>
                  <a:cubicBezTo>
                    <a:pt x="3490" y="775"/>
                    <a:pt x="3454" y="870"/>
                    <a:pt x="3359" y="929"/>
                  </a:cubicBezTo>
                  <a:cubicBezTo>
                    <a:pt x="3302" y="970"/>
                    <a:pt x="3229" y="994"/>
                    <a:pt x="3154" y="994"/>
                  </a:cubicBezTo>
                  <a:cubicBezTo>
                    <a:pt x="3119" y="994"/>
                    <a:pt x="3083" y="988"/>
                    <a:pt x="3049" y="977"/>
                  </a:cubicBezTo>
                  <a:lnTo>
                    <a:pt x="2644" y="834"/>
                  </a:lnTo>
                  <a:cubicBezTo>
                    <a:pt x="2513" y="786"/>
                    <a:pt x="2418" y="655"/>
                    <a:pt x="2418" y="513"/>
                  </a:cubicBezTo>
                  <a:lnTo>
                    <a:pt x="2418" y="322"/>
                  </a:lnTo>
                  <a:lnTo>
                    <a:pt x="2799" y="322"/>
                  </a:lnTo>
                  <a:lnTo>
                    <a:pt x="2799" y="489"/>
                  </a:lnTo>
                  <a:cubicBezTo>
                    <a:pt x="2799" y="572"/>
                    <a:pt x="2870" y="655"/>
                    <a:pt x="2954" y="655"/>
                  </a:cubicBezTo>
                  <a:cubicBezTo>
                    <a:pt x="3049" y="655"/>
                    <a:pt x="3120" y="572"/>
                    <a:pt x="3120" y="489"/>
                  </a:cubicBezTo>
                  <a:lnTo>
                    <a:pt x="3120" y="322"/>
                  </a:lnTo>
                  <a:close/>
                  <a:moveTo>
                    <a:pt x="680" y="310"/>
                  </a:moveTo>
                  <a:lnTo>
                    <a:pt x="680" y="477"/>
                  </a:lnTo>
                  <a:cubicBezTo>
                    <a:pt x="680" y="560"/>
                    <a:pt x="751" y="632"/>
                    <a:pt x="846" y="632"/>
                  </a:cubicBezTo>
                  <a:cubicBezTo>
                    <a:pt x="930" y="632"/>
                    <a:pt x="1013" y="560"/>
                    <a:pt x="1013" y="477"/>
                  </a:cubicBezTo>
                  <a:lnTo>
                    <a:pt x="1013" y="322"/>
                  </a:lnTo>
                  <a:lnTo>
                    <a:pt x="1382" y="322"/>
                  </a:lnTo>
                  <a:lnTo>
                    <a:pt x="1382" y="513"/>
                  </a:lnTo>
                  <a:lnTo>
                    <a:pt x="1394" y="513"/>
                  </a:lnTo>
                  <a:cubicBezTo>
                    <a:pt x="1394" y="655"/>
                    <a:pt x="1311" y="786"/>
                    <a:pt x="1168" y="834"/>
                  </a:cubicBezTo>
                  <a:lnTo>
                    <a:pt x="775" y="977"/>
                  </a:lnTo>
                  <a:cubicBezTo>
                    <a:pt x="734" y="995"/>
                    <a:pt x="691" y="1005"/>
                    <a:pt x="648" y="1005"/>
                  </a:cubicBezTo>
                  <a:cubicBezTo>
                    <a:pt x="580" y="1005"/>
                    <a:pt x="512" y="981"/>
                    <a:pt x="453" y="929"/>
                  </a:cubicBezTo>
                  <a:cubicBezTo>
                    <a:pt x="370" y="870"/>
                    <a:pt x="311" y="775"/>
                    <a:pt x="311" y="655"/>
                  </a:cubicBezTo>
                  <a:cubicBezTo>
                    <a:pt x="311" y="477"/>
                    <a:pt x="453" y="310"/>
                    <a:pt x="656" y="310"/>
                  </a:cubicBezTo>
                  <a:close/>
                  <a:moveTo>
                    <a:pt x="668" y="1"/>
                  </a:moveTo>
                  <a:cubicBezTo>
                    <a:pt x="299" y="1"/>
                    <a:pt x="1" y="298"/>
                    <a:pt x="1" y="667"/>
                  </a:cubicBezTo>
                  <a:cubicBezTo>
                    <a:pt x="1" y="894"/>
                    <a:pt x="96" y="1096"/>
                    <a:pt x="275" y="1215"/>
                  </a:cubicBezTo>
                  <a:cubicBezTo>
                    <a:pt x="394" y="1287"/>
                    <a:pt x="537" y="1334"/>
                    <a:pt x="668" y="1334"/>
                  </a:cubicBezTo>
                  <a:cubicBezTo>
                    <a:pt x="739" y="1334"/>
                    <a:pt x="834" y="1322"/>
                    <a:pt x="906" y="1287"/>
                  </a:cubicBezTo>
                  <a:lnTo>
                    <a:pt x="1311" y="1144"/>
                  </a:lnTo>
                  <a:cubicBezTo>
                    <a:pt x="1561" y="1036"/>
                    <a:pt x="1739" y="798"/>
                    <a:pt x="1739" y="513"/>
                  </a:cubicBezTo>
                  <a:lnTo>
                    <a:pt x="1739" y="322"/>
                  </a:lnTo>
                  <a:lnTo>
                    <a:pt x="2108" y="322"/>
                  </a:lnTo>
                  <a:lnTo>
                    <a:pt x="2108" y="513"/>
                  </a:lnTo>
                  <a:cubicBezTo>
                    <a:pt x="2108" y="798"/>
                    <a:pt x="2287" y="1048"/>
                    <a:pt x="2537" y="1144"/>
                  </a:cubicBezTo>
                  <a:lnTo>
                    <a:pt x="2942" y="1287"/>
                  </a:lnTo>
                  <a:cubicBezTo>
                    <a:pt x="3013" y="1322"/>
                    <a:pt x="3097" y="1334"/>
                    <a:pt x="3180" y="1334"/>
                  </a:cubicBezTo>
                  <a:cubicBezTo>
                    <a:pt x="3311" y="1334"/>
                    <a:pt x="3454" y="1287"/>
                    <a:pt x="3573" y="1215"/>
                  </a:cubicBezTo>
                  <a:cubicBezTo>
                    <a:pt x="3751" y="1096"/>
                    <a:pt x="3847" y="894"/>
                    <a:pt x="3847" y="667"/>
                  </a:cubicBezTo>
                  <a:cubicBezTo>
                    <a:pt x="3835" y="298"/>
                    <a:pt x="3537" y="1"/>
                    <a:pt x="3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65"/>
            <p:cNvSpPr/>
            <p:nvPr/>
          </p:nvSpPr>
          <p:spPr>
            <a:xfrm>
              <a:off x="8047661" y="4257451"/>
              <a:ext cx="277263" cy="362514"/>
            </a:xfrm>
            <a:custGeom>
              <a:avLst/>
              <a:gdLst/>
              <a:ahLst/>
              <a:cxnLst/>
              <a:rect l="l" t="t" r="r" b="b"/>
              <a:pathLst>
                <a:path w="8752" h="11443" extrusionOk="0">
                  <a:moveTo>
                    <a:pt x="5168" y="370"/>
                  </a:moveTo>
                  <a:cubicBezTo>
                    <a:pt x="6775" y="370"/>
                    <a:pt x="8073" y="1680"/>
                    <a:pt x="8073" y="3275"/>
                  </a:cubicBezTo>
                  <a:cubicBezTo>
                    <a:pt x="8073" y="4394"/>
                    <a:pt x="7430" y="5383"/>
                    <a:pt x="6465" y="5883"/>
                  </a:cubicBezTo>
                  <a:cubicBezTo>
                    <a:pt x="6644" y="5597"/>
                    <a:pt x="6763" y="5287"/>
                    <a:pt x="6811" y="4942"/>
                  </a:cubicBezTo>
                  <a:lnTo>
                    <a:pt x="6894" y="4942"/>
                  </a:lnTo>
                  <a:cubicBezTo>
                    <a:pt x="7227" y="4942"/>
                    <a:pt x="7489" y="4704"/>
                    <a:pt x="7525" y="4394"/>
                  </a:cubicBezTo>
                  <a:cubicBezTo>
                    <a:pt x="7537" y="4228"/>
                    <a:pt x="7478" y="4049"/>
                    <a:pt x="7370" y="3930"/>
                  </a:cubicBezTo>
                  <a:cubicBezTo>
                    <a:pt x="7251" y="3799"/>
                    <a:pt x="7085" y="3740"/>
                    <a:pt x="6930" y="3740"/>
                  </a:cubicBezTo>
                  <a:lnTo>
                    <a:pt x="6656" y="3740"/>
                  </a:lnTo>
                  <a:cubicBezTo>
                    <a:pt x="6549" y="3740"/>
                    <a:pt x="6477" y="3644"/>
                    <a:pt x="6477" y="3561"/>
                  </a:cubicBezTo>
                  <a:lnTo>
                    <a:pt x="6477" y="2680"/>
                  </a:lnTo>
                  <a:cubicBezTo>
                    <a:pt x="6477" y="2394"/>
                    <a:pt x="6239" y="2156"/>
                    <a:pt x="5954" y="2156"/>
                  </a:cubicBezTo>
                  <a:lnTo>
                    <a:pt x="5775" y="2156"/>
                  </a:lnTo>
                  <a:cubicBezTo>
                    <a:pt x="5692" y="2156"/>
                    <a:pt x="5620" y="2227"/>
                    <a:pt x="5620" y="2323"/>
                  </a:cubicBezTo>
                  <a:cubicBezTo>
                    <a:pt x="5620" y="2406"/>
                    <a:pt x="5692" y="2489"/>
                    <a:pt x="5775" y="2489"/>
                  </a:cubicBezTo>
                  <a:lnTo>
                    <a:pt x="5954" y="2489"/>
                  </a:lnTo>
                  <a:cubicBezTo>
                    <a:pt x="6061" y="2489"/>
                    <a:pt x="6132" y="2573"/>
                    <a:pt x="6132" y="2668"/>
                  </a:cubicBezTo>
                  <a:lnTo>
                    <a:pt x="6132" y="3537"/>
                  </a:lnTo>
                  <a:cubicBezTo>
                    <a:pt x="6132" y="3823"/>
                    <a:pt x="6370" y="4061"/>
                    <a:pt x="6656" y="4061"/>
                  </a:cubicBezTo>
                  <a:lnTo>
                    <a:pt x="6930" y="4061"/>
                  </a:lnTo>
                  <a:cubicBezTo>
                    <a:pt x="7001" y="4061"/>
                    <a:pt x="7073" y="4097"/>
                    <a:pt x="7132" y="4156"/>
                  </a:cubicBezTo>
                  <a:cubicBezTo>
                    <a:pt x="7192" y="4216"/>
                    <a:pt x="7204" y="4287"/>
                    <a:pt x="7204" y="4359"/>
                  </a:cubicBezTo>
                  <a:cubicBezTo>
                    <a:pt x="7192" y="4490"/>
                    <a:pt x="7061" y="4597"/>
                    <a:pt x="6906" y="4597"/>
                  </a:cubicBezTo>
                  <a:lnTo>
                    <a:pt x="6835" y="4597"/>
                  </a:lnTo>
                  <a:cubicBezTo>
                    <a:pt x="6835" y="4513"/>
                    <a:pt x="6763" y="4430"/>
                    <a:pt x="6668" y="4430"/>
                  </a:cubicBezTo>
                  <a:cubicBezTo>
                    <a:pt x="6585" y="4430"/>
                    <a:pt x="6513" y="4513"/>
                    <a:pt x="6513" y="4597"/>
                  </a:cubicBezTo>
                  <a:cubicBezTo>
                    <a:pt x="6489" y="5764"/>
                    <a:pt x="5537" y="6704"/>
                    <a:pt x="4382" y="6704"/>
                  </a:cubicBezTo>
                  <a:cubicBezTo>
                    <a:pt x="3215" y="6704"/>
                    <a:pt x="2263" y="5752"/>
                    <a:pt x="2263" y="4585"/>
                  </a:cubicBezTo>
                  <a:cubicBezTo>
                    <a:pt x="2263" y="4490"/>
                    <a:pt x="2191" y="4418"/>
                    <a:pt x="2108" y="4418"/>
                  </a:cubicBezTo>
                  <a:cubicBezTo>
                    <a:pt x="2013" y="4418"/>
                    <a:pt x="1941" y="4490"/>
                    <a:pt x="1941" y="4585"/>
                  </a:cubicBezTo>
                  <a:lnTo>
                    <a:pt x="1941" y="4597"/>
                  </a:lnTo>
                  <a:lnTo>
                    <a:pt x="1846" y="4597"/>
                  </a:lnTo>
                  <a:cubicBezTo>
                    <a:pt x="1774" y="4597"/>
                    <a:pt x="1703" y="4573"/>
                    <a:pt x="1643" y="4513"/>
                  </a:cubicBezTo>
                  <a:cubicBezTo>
                    <a:pt x="1584" y="4454"/>
                    <a:pt x="1572" y="4382"/>
                    <a:pt x="1572" y="4299"/>
                  </a:cubicBezTo>
                  <a:cubicBezTo>
                    <a:pt x="1584" y="4168"/>
                    <a:pt x="1715" y="4061"/>
                    <a:pt x="1870" y="4061"/>
                  </a:cubicBezTo>
                  <a:lnTo>
                    <a:pt x="2108" y="4061"/>
                  </a:lnTo>
                  <a:cubicBezTo>
                    <a:pt x="2382" y="4061"/>
                    <a:pt x="2620" y="3823"/>
                    <a:pt x="2620" y="3537"/>
                  </a:cubicBezTo>
                  <a:lnTo>
                    <a:pt x="2620" y="2668"/>
                  </a:lnTo>
                  <a:cubicBezTo>
                    <a:pt x="2620" y="2561"/>
                    <a:pt x="2715" y="2489"/>
                    <a:pt x="2798" y="2489"/>
                  </a:cubicBezTo>
                  <a:lnTo>
                    <a:pt x="5084" y="2489"/>
                  </a:lnTo>
                  <a:cubicBezTo>
                    <a:pt x="5168" y="2489"/>
                    <a:pt x="5239" y="2406"/>
                    <a:pt x="5239" y="2323"/>
                  </a:cubicBezTo>
                  <a:cubicBezTo>
                    <a:pt x="5239" y="2227"/>
                    <a:pt x="5168" y="2156"/>
                    <a:pt x="5084" y="2156"/>
                  </a:cubicBezTo>
                  <a:lnTo>
                    <a:pt x="2798" y="2156"/>
                  </a:lnTo>
                  <a:cubicBezTo>
                    <a:pt x="2525" y="2156"/>
                    <a:pt x="2286" y="2394"/>
                    <a:pt x="2286" y="2680"/>
                  </a:cubicBezTo>
                  <a:lnTo>
                    <a:pt x="2286" y="3561"/>
                  </a:lnTo>
                  <a:cubicBezTo>
                    <a:pt x="2286" y="3656"/>
                    <a:pt x="2191" y="3740"/>
                    <a:pt x="2108" y="3740"/>
                  </a:cubicBezTo>
                  <a:lnTo>
                    <a:pt x="1870" y="3740"/>
                  </a:lnTo>
                  <a:cubicBezTo>
                    <a:pt x="1536" y="3740"/>
                    <a:pt x="1274" y="3978"/>
                    <a:pt x="1239" y="4287"/>
                  </a:cubicBezTo>
                  <a:cubicBezTo>
                    <a:pt x="1227" y="4454"/>
                    <a:pt x="1286" y="4633"/>
                    <a:pt x="1393" y="4752"/>
                  </a:cubicBezTo>
                  <a:cubicBezTo>
                    <a:pt x="1512" y="4883"/>
                    <a:pt x="1667" y="4942"/>
                    <a:pt x="1834" y="4942"/>
                  </a:cubicBezTo>
                  <a:lnTo>
                    <a:pt x="1953" y="4942"/>
                  </a:lnTo>
                  <a:cubicBezTo>
                    <a:pt x="2001" y="5287"/>
                    <a:pt x="2120" y="5597"/>
                    <a:pt x="2298" y="5883"/>
                  </a:cubicBezTo>
                  <a:cubicBezTo>
                    <a:pt x="1334" y="5406"/>
                    <a:pt x="691" y="4394"/>
                    <a:pt x="691" y="3275"/>
                  </a:cubicBezTo>
                  <a:cubicBezTo>
                    <a:pt x="691" y="1668"/>
                    <a:pt x="2001" y="370"/>
                    <a:pt x="3596" y="370"/>
                  </a:cubicBezTo>
                  <a:close/>
                  <a:moveTo>
                    <a:pt x="5442" y="6799"/>
                  </a:moveTo>
                  <a:lnTo>
                    <a:pt x="5442" y="8157"/>
                  </a:lnTo>
                  <a:cubicBezTo>
                    <a:pt x="5168" y="8466"/>
                    <a:pt x="4787" y="8633"/>
                    <a:pt x="4382" y="8633"/>
                  </a:cubicBezTo>
                  <a:cubicBezTo>
                    <a:pt x="3977" y="8633"/>
                    <a:pt x="3596" y="8454"/>
                    <a:pt x="3322" y="8157"/>
                  </a:cubicBezTo>
                  <a:lnTo>
                    <a:pt x="3322" y="6799"/>
                  </a:lnTo>
                  <a:cubicBezTo>
                    <a:pt x="3656" y="6954"/>
                    <a:pt x="4013" y="7038"/>
                    <a:pt x="4382" y="7038"/>
                  </a:cubicBezTo>
                  <a:cubicBezTo>
                    <a:pt x="4763" y="7038"/>
                    <a:pt x="5120" y="6954"/>
                    <a:pt x="5442" y="6799"/>
                  </a:cubicBezTo>
                  <a:close/>
                  <a:moveTo>
                    <a:pt x="5442" y="8609"/>
                  </a:moveTo>
                  <a:lnTo>
                    <a:pt x="5442" y="9050"/>
                  </a:lnTo>
                  <a:cubicBezTo>
                    <a:pt x="5108" y="9240"/>
                    <a:pt x="4751" y="9335"/>
                    <a:pt x="4382" y="9335"/>
                  </a:cubicBezTo>
                  <a:cubicBezTo>
                    <a:pt x="4013" y="9335"/>
                    <a:pt x="3632" y="9228"/>
                    <a:pt x="3322" y="9050"/>
                  </a:cubicBezTo>
                  <a:lnTo>
                    <a:pt x="3322" y="8609"/>
                  </a:lnTo>
                  <a:cubicBezTo>
                    <a:pt x="3620" y="8847"/>
                    <a:pt x="3989" y="8966"/>
                    <a:pt x="4382" y="8966"/>
                  </a:cubicBezTo>
                  <a:cubicBezTo>
                    <a:pt x="4763" y="8966"/>
                    <a:pt x="5144" y="8824"/>
                    <a:pt x="5442" y="8609"/>
                  </a:cubicBezTo>
                  <a:close/>
                  <a:moveTo>
                    <a:pt x="3596" y="1"/>
                  </a:moveTo>
                  <a:cubicBezTo>
                    <a:pt x="1810" y="1"/>
                    <a:pt x="346" y="1465"/>
                    <a:pt x="346" y="3251"/>
                  </a:cubicBezTo>
                  <a:cubicBezTo>
                    <a:pt x="346" y="4704"/>
                    <a:pt x="1334" y="5990"/>
                    <a:pt x="2727" y="6371"/>
                  </a:cubicBezTo>
                  <a:cubicBezTo>
                    <a:pt x="2798" y="6442"/>
                    <a:pt x="2894" y="6526"/>
                    <a:pt x="2977" y="6585"/>
                  </a:cubicBezTo>
                  <a:lnTo>
                    <a:pt x="2977" y="7192"/>
                  </a:lnTo>
                  <a:cubicBezTo>
                    <a:pt x="2644" y="7264"/>
                    <a:pt x="2382" y="7514"/>
                    <a:pt x="2251" y="7669"/>
                  </a:cubicBezTo>
                  <a:cubicBezTo>
                    <a:pt x="2203" y="7728"/>
                    <a:pt x="2167" y="7788"/>
                    <a:pt x="2144" y="7859"/>
                  </a:cubicBezTo>
                  <a:lnTo>
                    <a:pt x="1001" y="8204"/>
                  </a:lnTo>
                  <a:cubicBezTo>
                    <a:pt x="405" y="8383"/>
                    <a:pt x="0" y="8931"/>
                    <a:pt x="0" y="9538"/>
                  </a:cubicBezTo>
                  <a:lnTo>
                    <a:pt x="0" y="11252"/>
                  </a:lnTo>
                  <a:cubicBezTo>
                    <a:pt x="0" y="11348"/>
                    <a:pt x="84" y="11419"/>
                    <a:pt x="167" y="11419"/>
                  </a:cubicBezTo>
                  <a:cubicBezTo>
                    <a:pt x="250" y="11419"/>
                    <a:pt x="334" y="11348"/>
                    <a:pt x="334" y="11252"/>
                  </a:cubicBezTo>
                  <a:lnTo>
                    <a:pt x="334" y="9538"/>
                  </a:lnTo>
                  <a:cubicBezTo>
                    <a:pt x="334" y="9085"/>
                    <a:pt x="643" y="8645"/>
                    <a:pt x="1084" y="8526"/>
                  </a:cubicBezTo>
                  <a:lnTo>
                    <a:pt x="2144" y="8216"/>
                  </a:lnTo>
                  <a:lnTo>
                    <a:pt x="2251" y="8978"/>
                  </a:lnTo>
                  <a:cubicBezTo>
                    <a:pt x="2263" y="9038"/>
                    <a:pt x="2239" y="9109"/>
                    <a:pt x="2179" y="9157"/>
                  </a:cubicBezTo>
                  <a:lnTo>
                    <a:pt x="1822" y="9419"/>
                  </a:lnTo>
                  <a:cubicBezTo>
                    <a:pt x="1655" y="9538"/>
                    <a:pt x="1584" y="9752"/>
                    <a:pt x="1620" y="9943"/>
                  </a:cubicBezTo>
                  <a:lnTo>
                    <a:pt x="1917" y="11300"/>
                  </a:lnTo>
                  <a:cubicBezTo>
                    <a:pt x="1941" y="11371"/>
                    <a:pt x="2013" y="11431"/>
                    <a:pt x="2084" y="11431"/>
                  </a:cubicBezTo>
                  <a:lnTo>
                    <a:pt x="2120" y="11431"/>
                  </a:lnTo>
                  <a:cubicBezTo>
                    <a:pt x="2203" y="11419"/>
                    <a:pt x="2263" y="11324"/>
                    <a:pt x="2251" y="11240"/>
                  </a:cubicBezTo>
                  <a:lnTo>
                    <a:pt x="1953" y="9883"/>
                  </a:lnTo>
                  <a:cubicBezTo>
                    <a:pt x="1941" y="9812"/>
                    <a:pt x="1965" y="9740"/>
                    <a:pt x="2024" y="9693"/>
                  </a:cubicBezTo>
                  <a:lnTo>
                    <a:pt x="2382" y="9419"/>
                  </a:lnTo>
                  <a:cubicBezTo>
                    <a:pt x="2536" y="9300"/>
                    <a:pt x="2608" y="9121"/>
                    <a:pt x="2596" y="8931"/>
                  </a:cubicBezTo>
                  <a:lnTo>
                    <a:pt x="2477" y="8050"/>
                  </a:lnTo>
                  <a:cubicBezTo>
                    <a:pt x="2465" y="7990"/>
                    <a:pt x="2489" y="7954"/>
                    <a:pt x="2513" y="7907"/>
                  </a:cubicBezTo>
                  <a:cubicBezTo>
                    <a:pt x="2608" y="7800"/>
                    <a:pt x="2786" y="7633"/>
                    <a:pt x="3001" y="7561"/>
                  </a:cubicBezTo>
                  <a:lnTo>
                    <a:pt x="3001" y="9514"/>
                  </a:lnTo>
                  <a:cubicBezTo>
                    <a:pt x="3001" y="9597"/>
                    <a:pt x="3072" y="9681"/>
                    <a:pt x="3156" y="9681"/>
                  </a:cubicBezTo>
                  <a:cubicBezTo>
                    <a:pt x="3251" y="9681"/>
                    <a:pt x="3322" y="9597"/>
                    <a:pt x="3322" y="9514"/>
                  </a:cubicBezTo>
                  <a:lnTo>
                    <a:pt x="3322" y="9443"/>
                  </a:lnTo>
                  <a:cubicBezTo>
                    <a:pt x="3644" y="9597"/>
                    <a:pt x="4025" y="9681"/>
                    <a:pt x="4382" y="9681"/>
                  </a:cubicBezTo>
                  <a:cubicBezTo>
                    <a:pt x="4739" y="9681"/>
                    <a:pt x="5108" y="9586"/>
                    <a:pt x="5430" y="9443"/>
                  </a:cubicBezTo>
                  <a:lnTo>
                    <a:pt x="5430" y="11264"/>
                  </a:lnTo>
                  <a:cubicBezTo>
                    <a:pt x="5430" y="11360"/>
                    <a:pt x="5513" y="11431"/>
                    <a:pt x="5596" y="11431"/>
                  </a:cubicBezTo>
                  <a:cubicBezTo>
                    <a:pt x="5692" y="11431"/>
                    <a:pt x="5763" y="11360"/>
                    <a:pt x="5763" y="11264"/>
                  </a:cubicBezTo>
                  <a:lnTo>
                    <a:pt x="5763" y="7573"/>
                  </a:lnTo>
                  <a:cubicBezTo>
                    <a:pt x="5989" y="7657"/>
                    <a:pt x="6144" y="7811"/>
                    <a:pt x="6239" y="7919"/>
                  </a:cubicBezTo>
                  <a:cubicBezTo>
                    <a:pt x="6263" y="7966"/>
                    <a:pt x="6287" y="8014"/>
                    <a:pt x="6287" y="8073"/>
                  </a:cubicBezTo>
                  <a:lnTo>
                    <a:pt x="6168" y="8943"/>
                  </a:lnTo>
                  <a:cubicBezTo>
                    <a:pt x="6132" y="9145"/>
                    <a:pt x="6204" y="9324"/>
                    <a:pt x="6370" y="9443"/>
                  </a:cubicBezTo>
                  <a:lnTo>
                    <a:pt x="6727" y="9705"/>
                  </a:lnTo>
                  <a:cubicBezTo>
                    <a:pt x="6787" y="9752"/>
                    <a:pt x="6823" y="9824"/>
                    <a:pt x="6799" y="9895"/>
                  </a:cubicBezTo>
                  <a:lnTo>
                    <a:pt x="6501" y="11252"/>
                  </a:lnTo>
                  <a:cubicBezTo>
                    <a:pt x="6489" y="11348"/>
                    <a:pt x="6537" y="11431"/>
                    <a:pt x="6644" y="11443"/>
                  </a:cubicBezTo>
                  <a:lnTo>
                    <a:pt x="6668" y="11443"/>
                  </a:lnTo>
                  <a:cubicBezTo>
                    <a:pt x="6739" y="11443"/>
                    <a:pt x="6823" y="11383"/>
                    <a:pt x="6835" y="11312"/>
                  </a:cubicBezTo>
                  <a:lnTo>
                    <a:pt x="7132" y="9955"/>
                  </a:lnTo>
                  <a:cubicBezTo>
                    <a:pt x="7180" y="9764"/>
                    <a:pt x="7097" y="9562"/>
                    <a:pt x="6942" y="9443"/>
                  </a:cubicBezTo>
                  <a:lnTo>
                    <a:pt x="6585" y="9169"/>
                  </a:lnTo>
                  <a:cubicBezTo>
                    <a:pt x="6525" y="9121"/>
                    <a:pt x="6501" y="9062"/>
                    <a:pt x="6501" y="8990"/>
                  </a:cubicBezTo>
                  <a:lnTo>
                    <a:pt x="6608" y="8228"/>
                  </a:lnTo>
                  <a:lnTo>
                    <a:pt x="7668" y="8550"/>
                  </a:lnTo>
                  <a:cubicBezTo>
                    <a:pt x="8109" y="8681"/>
                    <a:pt x="8430" y="9097"/>
                    <a:pt x="8430" y="9562"/>
                  </a:cubicBezTo>
                  <a:lnTo>
                    <a:pt x="8430" y="11264"/>
                  </a:lnTo>
                  <a:cubicBezTo>
                    <a:pt x="8430" y="11360"/>
                    <a:pt x="8501" y="11431"/>
                    <a:pt x="8585" y="11431"/>
                  </a:cubicBezTo>
                  <a:cubicBezTo>
                    <a:pt x="8680" y="11431"/>
                    <a:pt x="8751" y="11360"/>
                    <a:pt x="8751" y="11264"/>
                  </a:cubicBezTo>
                  <a:lnTo>
                    <a:pt x="8751" y="9562"/>
                  </a:lnTo>
                  <a:cubicBezTo>
                    <a:pt x="8751" y="8931"/>
                    <a:pt x="8335" y="8383"/>
                    <a:pt x="7763" y="8204"/>
                  </a:cubicBezTo>
                  <a:lnTo>
                    <a:pt x="6608" y="7859"/>
                  </a:lnTo>
                  <a:cubicBezTo>
                    <a:pt x="6596" y="7788"/>
                    <a:pt x="6549" y="7728"/>
                    <a:pt x="6513" y="7669"/>
                  </a:cubicBezTo>
                  <a:cubicBezTo>
                    <a:pt x="6370" y="7514"/>
                    <a:pt x="6120" y="7276"/>
                    <a:pt x="5775" y="7192"/>
                  </a:cubicBezTo>
                  <a:lnTo>
                    <a:pt x="5775" y="6585"/>
                  </a:lnTo>
                  <a:cubicBezTo>
                    <a:pt x="5870" y="6526"/>
                    <a:pt x="5954" y="6442"/>
                    <a:pt x="6037" y="6371"/>
                  </a:cubicBezTo>
                  <a:cubicBezTo>
                    <a:pt x="7430" y="5990"/>
                    <a:pt x="8418" y="4704"/>
                    <a:pt x="8418" y="3251"/>
                  </a:cubicBezTo>
                  <a:cubicBezTo>
                    <a:pt x="8418" y="1465"/>
                    <a:pt x="6954"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5" name="Google Shape;11105;p65"/>
          <p:cNvGrpSpPr/>
          <p:nvPr/>
        </p:nvGrpSpPr>
        <p:grpSpPr>
          <a:xfrm>
            <a:off x="6248078" y="3609068"/>
            <a:ext cx="277263" cy="356115"/>
            <a:chOff x="6248078" y="3784468"/>
            <a:chExt cx="277263" cy="356115"/>
          </a:xfrm>
        </p:grpSpPr>
        <p:sp>
          <p:nvSpPr>
            <p:cNvPr id="11106" name="Google Shape;11106;p65"/>
            <p:cNvSpPr/>
            <p:nvPr/>
          </p:nvSpPr>
          <p:spPr>
            <a:xfrm>
              <a:off x="6337099" y="3874630"/>
              <a:ext cx="43402" cy="43402"/>
            </a:xfrm>
            <a:custGeom>
              <a:avLst/>
              <a:gdLst/>
              <a:ahLst/>
              <a:cxnLst/>
              <a:rect l="l" t="t" r="r" b="b"/>
              <a:pathLst>
                <a:path w="1370" h="1370" extrusionOk="0">
                  <a:moveTo>
                    <a:pt x="691" y="334"/>
                  </a:moveTo>
                  <a:cubicBezTo>
                    <a:pt x="882" y="334"/>
                    <a:pt x="1048" y="488"/>
                    <a:pt x="1048" y="691"/>
                  </a:cubicBezTo>
                  <a:cubicBezTo>
                    <a:pt x="1048" y="881"/>
                    <a:pt x="882" y="1048"/>
                    <a:pt x="691" y="1048"/>
                  </a:cubicBezTo>
                  <a:cubicBezTo>
                    <a:pt x="501" y="1048"/>
                    <a:pt x="334" y="881"/>
                    <a:pt x="334" y="691"/>
                  </a:cubicBezTo>
                  <a:cubicBezTo>
                    <a:pt x="334" y="488"/>
                    <a:pt x="489" y="334"/>
                    <a:pt x="691" y="334"/>
                  </a:cubicBezTo>
                  <a:close/>
                  <a:moveTo>
                    <a:pt x="691" y="0"/>
                  </a:moveTo>
                  <a:cubicBezTo>
                    <a:pt x="298" y="0"/>
                    <a:pt x="1" y="310"/>
                    <a:pt x="1" y="691"/>
                  </a:cubicBezTo>
                  <a:cubicBezTo>
                    <a:pt x="1" y="1072"/>
                    <a:pt x="322" y="1369"/>
                    <a:pt x="691" y="1369"/>
                  </a:cubicBezTo>
                  <a:cubicBezTo>
                    <a:pt x="1072" y="1369"/>
                    <a:pt x="1370" y="1060"/>
                    <a:pt x="1370" y="691"/>
                  </a:cubicBezTo>
                  <a:cubicBezTo>
                    <a:pt x="1370" y="298"/>
                    <a:pt x="1060"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65"/>
            <p:cNvSpPr/>
            <p:nvPr/>
          </p:nvSpPr>
          <p:spPr>
            <a:xfrm>
              <a:off x="6392919" y="3874630"/>
              <a:ext cx="43402" cy="43402"/>
            </a:xfrm>
            <a:custGeom>
              <a:avLst/>
              <a:gdLst/>
              <a:ahLst/>
              <a:cxnLst/>
              <a:rect l="l" t="t" r="r" b="b"/>
              <a:pathLst>
                <a:path w="1370" h="1370" extrusionOk="0">
                  <a:moveTo>
                    <a:pt x="679" y="334"/>
                  </a:moveTo>
                  <a:cubicBezTo>
                    <a:pt x="882" y="334"/>
                    <a:pt x="1037" y="488"/>
                    <a:pt x="1037" y="691"/>
                  </a:cubicBezTo>
                  <a:cubicBezTo>
                    <a:pt x="1037" y="881"/>
                    <a:pt x="882" y="1048"/>
                    <a:pt x="679" y="1048"/>
                  </a:cubicBezTo>
                  <a:cubicBezTo>
                    <a:pt x="489" y="1048"/>
                    <a:pt x="322" y="881"/>
                    <a:pt x="322" y="691"/>
                  </a:cubicBezTo>
                  <a:cubicBezTo>
                    <a:pt x="322" y="488"/>
                    <a:pt x="489" y="334"/>
                    <a:pt x="679" y="334"/>
                  </a:cubicBezTo>
                  <a:close/>
                  <a:moveTo>
                    <a:pt x="679" y="0"/>
                  </a:moveTo>
                  <a:cubicBezTo>
                    <a:pt x="298" y="0"/>
                    <a:pt x="1" y="310"/>
                    <a:pt x="1" y="691"/>
                  </a:cubicBezTo>
                  <a:cubicBezTo>
                    <a:pt x="1" y="1072"/>
                    <a:pt x="310" y="1369"/>
                    <a:pt x="679" y="1369"/>
                  </a:cubicBezTo>
                  <a:cubicBezTo>
                    <a:pt x="1060" y="1369"/>
                    <a:pt x="1370" y="1060"/>
                    <a:pt x="1370" y="691"/>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65"/>
            <p:cNvSpPr/>
            <p:nvPr/>
          </p:nvSpPr>
          <p:spPr>
            <a:xfrm>
              <a:off x="6381609" y="3913469"/>
              <a:ext cx="10201" cy="15872"/>
            </a:xfrm>
            <a:custGeom>
              <a:avLst/>
              <a:gdLst/>
              <a:ahLst/>
              <a:cxnLst/>
              <a:rect l="l" t="t" r="r" b="b"/>
              <a:pathLst>
                <a:path w="322" h="501" extrusionOk="0">
                  <a:moveTo>
                    <a:pt x="167" y="1"/>
                  </a:moveTo>
                  <a:cubicBezTo>
                    <a:pt x="72" y="1"/>
                    <a:pt x="0" y="72"/>
                    <a:pt x="0" y="155"/>
                  </a:cubicBezTo>
                  <a:lnTo>
                    <a:pt x="0" y="334"/>
                  </a:lnTo>
                  <a:cubicBezTo>
                    <a:pt x="0" y="429"/>
                    <a:pt x="72" y="501"/>
                    <a:pt x="167" y="501"/>
                  </a:cubicBezTo>
                  <a:cubicBezTo>
                    <a:pt x="251" y="501"/>
                    <a:pt x="322" y="429"/>
                    <a:pt x="322" y="334"/>
                  </a:cubicBezTo>
                  <a:lnTo>
                    <a:pt x="322" y="155"/>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65"/>
            <p:cNvSpPr/>
            <p:nvPr/>
          </p:nvSpPr>
          <p:spPr>
            <a:xfrm>
              <a:off x="6248078" y="3784468"/>
              <a:ext cx="277263" cy="356115"/>
            </a:xfrm>
            <a:custGeom>
              <a:avLst/>
              <a:gdLst/>
              <a:ahLst/>
              <a:cxnLst/>
              <a:rect l="l" t="t" r="r" b="b"/>
              <a:pathLst>
                <a:path w="8752" h="11241" extrusionOk="0">
                  <a:moveTo>
                    <a:pt x="5954" y="4751"/>
                  </a:moveTo>
                  <a:lnTo>
                    <a:pt x="5954" y="5335"/>
                  </a:lnTo>
                  <a:cubicBezTo>
                    <a:pt x="5954" y="5561"/>
                    <a:pt x="5823" y="5751"/>
                    <a:pt x="5609" y="5835"/>
                  </a:cubicBezTo>
                  <a:lnTo>
                    <a:pt x="4751" y="6180"/>
                  </a:lnTo>
                  <a:cubicBezTo>
                    <a:pt x="4632" y="6233"/>
                    <a:pt x="4501" y="6260"/>
                    <a:pt x="4369" y="6260"/>
                  </a:cubicBezTo>
                  <a:cubicBezTo>
                    <a:pt x="4236" y="6260"/>
                    <a:pt x="4102" y="6233"/>
                    <a:pt x="3977" y="6180"/>
                  </a:cubicBezTo>
                  <a:lnTo>
                    <a:pt x="3108" y="5835"/>
                  </a:lnTo>
                  <a:cubicBezTo>
                    <a:pt x="2906" y="5751"/>
                    <a:pt x="2775" y="5561"/>
                    <a:pt x="2775" y="5335"/>
                  </a:cubicBezTo>
                  <a:lnTo>
                    <a:pt x="2775" y="4751"/>
                  </a:lnTo>
                  <a:lnTo>
                    <a:pt x="3156" y="4882"/>
                  </a:lnTo>
                  <a:cubicBezTo>
                    <a:pt x="3215" y="5108"/>
                    <a:pt x="3406" y="5275"/>
                    <a:pt x="3668" y="5275"/>
                  </a:cubicBezTo>
                  <a:lnTo>
                    <a:pt x="3680" y="5275"/>
                  </a:lnTo>
                  <a:lnTo>
                    <a:pt x="3680" y="5287"/>
                  </a:lnTo>
                  <a:cubicBezTo>
                    <a:pt x="3680" y="5382"/>
                    <a:pt x="3751" y="5454"/>
                    <a:pt x="3846" y="5454"/>
                  </a:cubicBezTo>
                  <a:cubicBezTo>
                    <a:pt x="3930" y="5454"/>
                    <a:pt x="4001" y="5382"/>
                    <a:pt x="4001" y="5287"/>
                  </a:cubicBezTo>
                  <a:lnTo>
                    <a:pt x="4001" y="5275"/>
                  </a:lnTo>
                  <a:lnTo>
                    <a:pt x="4192" y="5275"/>
                  </a:lnTo>
                  <a:lnTo>
                    <a:pt x="4192" y="5287"/>
                  </a:lnTo>
                  <a:cubicBezTo>
                    <a:pt x="4192" y="5382"/>
                    <a:pt x="4275" y="5454"/>
                    <a:pt x="4358" y="5454"/>
                  </a:cubicBezTo>
                  <a:cubicBezTo>
                    <a:pt x="4454" y="5454"/>
                    <a:pt x="4525" y="5382"/>
                    <a:pt x="4525" y="5287"/>
                  </a:cubicBezTo>
                  <a:lnTo>
                    <a:pt x="4525" y="5275"/>
                  </a:lnTo>
                  <a:lnTo>
                    <a:pt x="4716" y="5275"/>
                  </a:lnTo>
                  <a:lnTo>
                    <a:pt x="4716" y="5287"/>
                  </a:lnTo>
                  <a:cubicBezTo>
                    <a:pt x="4716" y="5382"/>
                    <a:pt x="4787" y="5454"/>
                    <a:pt x="4882" y="5454"/>
                  </a:cubicBezTo>
                  <a:cubicBezTo>
                    <a:pt x="4966" y="5454"/>
                    <a:pt x="5049" y="5382"/>
                    <a:pt x="5049" y="5287"/>
                  </a:cubicBezTo>
                  <a:lnTo>
                    <a:pt x="5049" y="5275"/>
                  </a:lnTo>
                  <a:lnTo>
                    <a:pt x="5061" y="5275"/>
                  </a:lnTo>
                  <a:cubicBezTo>
                    <a:pt x="5299" y="5275"/>
                    <a:pt x="5501" y="5108"/>
                    <a:pt x="5561" y="4882"/>
                  </a:cubicBezTo>
                  <a:lnTo>
                    <a:pt x="5954" y="4751"/>
                  </a:lnTo>
                  <a:close/>
                  <a:moveTo>
                    <a:pt x="4716" y="6537"/>
                  </a:moveTo>
                  <a:lnTo>
                    <a:pt x="4716" y="6882"/>
                  </a:lnTo>
                  <a:lnTo>
                    <a:pt x="4001" y="6882"/>
                  </a:lnTo>
                  <a:lnTo>
                    <a:pt x="4001" y="6537"/>
                  </a:lnTo>
                  <a:cubicBezTo>
                    <a:pt x="4120" y="6573"/>
                    <a:pt x="4239" y="6585"/>
                    <a:pt x="4358" y="6585"/>
                  </a:cubicBezTo>
                  <a:cubicBezTo>
                    <a:pt x="4477" y="6585"/>
                    <a:pt x="4596" y="6573"/>
                    <a:pt x="4716" y="6537"/>
                  </a:cubicBezTo>
                  <a:close/>
                  <a:moveTo>
                    <a:pt x="4739" y="7204"/>
                  </a:moveTo>
                  <a:lnTo>
                    <a:pt x="4739" y="7585"/>
                  </a:lnTo>
                  <a:lnTo>
                    <a:pt x="4001" y="7585"/>
                  </a:lnTo>
                  <a:lnTo>
                    <a:pt x="4001" y="7204"/>
                  </a:lnTo>
                  <a:close/>
                  <a:moveTo>
                    <a:pt x="4358" y="346"/>
                  </a:moveTo>
                  <a:cubicBezTo>
                    <a:pt x="5823" y="346"/>
                    <a:pt x="7013" y="1536"/>
                    <a:pt x="7013" y="3001"/>
                  </a:cubicBezTo>
                  <a:lnTo>
                    <a:pt x="7013" y="4227"/>
                  </a:lnTo>
                  <a:cubicBezTo>
                    <a:pt x="7013" y="4906"/>
                    <a:pt x="6823" y="5501"/>
                    <a:pt x="6442" y="6073"/>
                  </a:cubicBezTo>
                  <a:cubicBezTo>
                    <a:pt x="6109" y="6597"/>
                    <a:pt x="5668" y="7013"/>
                    <a:pt x="5275" y="7382"/>
                  </a:cubicBezTo>
                  <a:cubicBezTo>
                    <a:pt x="5192" y="7466"/>
                    <a:pt x="5132" y="7525"/>
                    <a:pt x="5061" y="7585"/>
                  </a:cubicBezTo>
                  <a:lnTo>
                    <a:pt x="5061" y="6406"/>
                  </a:lnTo>
                  <a:lnTo>
                    <a:pt x="5739" y="6132"/>
                  </a:lnTo>
                  <a:cubicBezTo>
                    <a:pt x="6073" y="6001"/>
                    <a:pt x="6299" y="5692"/>
                    <a:pt x="6299" y="5335"/>
                  </a:cubicBezTo>
                  <a:lnTo>
                    <a:pt x="6299" y="4620"/>
                  </a:lnTo>
                  <a:cubicBezTo>
                    <a:pt x="6501" y="4501"/>
                    <a:pt x="6656" y="4275"/>
                    <a:pt x="6656" y="4025"/>
                  </a:cubicBezTo>
                  <a:lnTo>
                    <a:pt x="6656" y="3001"/>
                  </a:lnTo>
                  <a:cubicBezTo>
                    <a:pt x="6656" y="2441"/>
                    <a:pt x="6442" y="1906"/>
                    <a:pt x="6085" y="1489"/>
                  </a:cubicBezTo>
                  <a:cubicBezTo>
                    <a:pt x="6054" y="1452"/>
                    <a:pt x="6013" y="1434"/>
                    <a:pt x="5969" y="1434"/>
                  </a:cubicBezTo>
                  <a:cubicBezTo>
                    <a:pt x="5929" y="1434"/>
                    <a:pt x="5886" y="1449"/>
                    <a:pt x="5847" y="1477"/>
                  </a:cubicBezTo>
                  <a:cubicBezTo>
                    <a:pt x="5775" y="1536"/>
                    <a:pt x="5775" y="1644"/>
                    <a:pt x="5835" y="1715"/>
                  </a:cubicBezTo>
                  <a:cubicBezTo>
                    <a:pt x="6144" y="2072"/>
                    <a:pt x="6323" y="2537"/>
                    <a:pt x="6323" y="3001"/>
                  </a:cubicBezTo>
                  <a:lnTo>
                    <a:pt x="6323" y="4025"/>
                  </a:lnTo>
                  <a:cubicBezTo>
                    <a:pt x="6323" y="4168"/>
                    <a:pt x="6228" y="4323"/>
                    <a:pt x="6073" y="4370"/>
                  </a:cubicBezTo>
                  <a:lnTo>
                    <a:pt x="5370" y="4608"/>
                  </a:lnTo>
                  <a:cubicBezTo>
                    <a:pt x="5299" y="4632"/>
                    <a:pt x="5251" y="4692"/>
                    <a:pt x="5251" y="4751"/>
                  </a:cubicBezTo>
                  <a:cubicBezTo>
                    <a:pt x="5251" y="4858"/>
                    <a:pt x="5168" y="4942"/>
                    <a:pt x="5061" y="4942"/>
                  </a:cubicBezTo>
                  <a:lnTo>
                    <a:pt x="3668" y="4942"/>
                  </a:lnTo>
                  <a:cubicBezTo>
                    <a:pt x="3561" y="4942"/>
                    <a:pt x="3465" y="4858"/>
                    <a:pt x="3465" y="4751"/>
                  </a:cubicBezTo>
                  <a:cubicBezTo>
                    <a:pt x="3465" y="4680"/>
                    <a:pt x="3430" y="4620"/>
                    <a:pt x="3346" y="4608"/>
                  </a:cubicBezTo>
                  <a:lnTo>
                    <a:pt x="2656" y="4370"/>
                  </a:lnTo>
                  <a:cubicBezTo>
                    <a:pt x="2501" y="4323"/>
                    <a:pt x="2394" y="4168"/>
                    <a:pt x="2394" y="4025"/>
                  </a:cubicBezTo>
                  <a:lnTo>
                    <a:pt x="2394" y="3001"/>
                  </a:lnTo>
                  <a:cubicBezTo>
                    <a:pt x="2394" y="1929"/>
                    <a:pt x="3275" y="1048"/>
                    <a:pt x="4346" y="1048"/>
                  </a:cubicBezTo>
                  <a:cubicBezTo>
                    <a:pt x="4692" y="1048"/>
                    <a:pt x="5037" y="1132"/>
                    <a:pt x="5311" y="1298"/>
                  </a:cubicBezTo>
                  <a:cubicBezTo>
                    <a:pt x="5337" y="1313"/>
                    <a:pt x="5364" y="1320"/>
                    <a:pt x="5391" y="1320"/>
                  </a:cubicBezTo>
                  <a:cubicBezTo>
                    <a:pt x="5449" y="1320"/>
                    <a:pt x="5504" y="1288"/>
                    <a:pt x="5537" y="1239"/>
                  </a:cubicBezTo>
                  <a:cubicBezTo>
                    <a:pt x="5585" y="1167"/>
                    <a:pt x="5549" y="1060"/>
                    <a:pt x="5478" y="1013"/>
                  </a:cubicBezTo>
                  <a:cubicBezTo>
                    <a:pt x="5132" y="822"/>
                    <a:pt x="4739" y="715"/>
                    <a:pt x="4346" y="715"/>
                  </a:cubicBezTo>
                  <a:cubicBezTo>
                    <a:pt x="3096" y="715"/>
                    <a:pt x="2072" y="1727"/>
                    <a:pt x="2072" y="3001"/>
                  </a:cubicBezTo>
                  <a:lnTo>
                    <a:pt x="2072" y="4025"/>
                  </a:lnTo>
                  <a:cubicBezTo>
                    <a:pt x="2072" y="4275"/>
                    <a:pt x="2203" y="4501"/>
                    <a:pt x="2430" y="4620"/>
                  </a:cubicBezTo>
                  <a:lnTo>
                    <a:pt x="2430" y="5335"/>
                  </a:lnTo>
                  <a:cubicBezTo>
                    <a:pt x="2430" y="5692"/>
                    <a:pt x="2632" y="6001"/>
                    <a:pt x="2977" y="6132"/>
                  </a:cubicBezTo>
                  <a:lnTo>
                    <a:pt x="3668" y="6406"/>
                  </a:lnTo>
                  <a:lnTo>
                    <a:pt x="3668" y="7585"/>
                  </a:lnTo>
                  <a:cubicBezTo>
                    <a:pt x="3584" y="7525"/>
                    <a:pt x="3525" y="7442"/>
                    <a:pt x="3453" y="7382"/>
                  </a:cubicBezTo>
                  <a:cubicBezTo>
                    <a:pt x="3072" y="7013"/>
                    <a:pt x="2620" y="6585"/>
                    <a:pt x="2275" y="6073"/>
                  </a:cubicBezTo>
                  <a:cubicBezTo>
                    <a:pt x="1894" y="5501"/>
                    <a:pt x="1715" y="4882"/>
                    <a:pt x="1715" y="4227"/>
                  </a:cubicBezTo>
                  <a:lnTo>
                    <a:pt x="1715" y="3001"/>
                  </a:lnTo>
                  <a:cubicBezTo>
                    <a:pt x="1715" y="1536"/>
                    <a:pt x="2906" y="346"/>
                    <a:pt x="4358" y="346"/>
                  </a:cubicBezTo>
                  <a:close/>
                  <a:moveTo>
                    <a:pt x="4751" y="7906"/>
                  </a:moveTo>
                  <a:lnTo>
                    <a:pt x="4751" y="7918"/>
                  </a:lnTo>
                  <a:lnTo>
                    <a:pt x="4739" y="7918"/>
                  </a:lnTo>
                  <a:cubicBezTo>
                    <a:pt x="4585" y="8085"/>
                    <a:pt x="4466" y="8240"/>
                    <a:pt x="4382" y="8394"/>
                  </a:cubicBezTo>
                  <a:cubicBezTo>
                    <a:pt x="4287" y="8240"/>
                    <a:pt x="4156" y="8085"/>
                    <a:pt x="4025" y="7918"/>
                  </a:cubicBezTo>
                  <a:lnTo>
                    <a:pt x="4025" y="7906"/>
                  </a:lnTo>
                  <a:close/>
                  <a:moveTo>
                    <a:pt x="4382" y="1"/>
                  </a:moveTo>
                  <a:cubicBezTo>
                    <a:pt x="2739" y="1"/>
                    <a:pt x="1406" y="1346"/>
                    <a:pt x="1406" y="2977"/>
                  </a:cubicBezTo>
                  <a:lnTo>
                    <a:pt x="1406" y="4215"/>
                  </a:lnTo>
                  <a:cubicBezTo>
                    <a:pt x="1406" y="5477"/>
                    <a:pt x="2013" y="6347"/>
                    <a:pt x="2668" y="7049"/>
                  </a:cubicBezTo>
                  <a:cubicBezTo>
                    <a:pt x="2549" y="7156"/>
                    <a:pt x="2382" y="7251"/>
                    <a:pt x="2215" y="7311"/>
                  </a:cubicBezTo>
                  <a:lnTo>
                    <a:pt x="882" y="7716"/>
                  </a:lnTo>
                  <a:cubicBezTo>
                    <a:pt x="358" y="7859"/>
                    <a:pt x="1" y="8335"/>
                    <a:pt x="1" y="8871"/>
                  </a:cubicBezTo>
                  <a:lnTo>
                    <a:pt x="1" y="11073"/>
                  </a:lnTo>
                  <a:cubicBezTo>
                    <a:pt x="1" y="11169"/>
                    <a:pt x="72" y="11240"/>
                    <a:pt x="167" y="11240"/>
                  </a:cubicBezTo>
                  <a:cubicBezTo>
                    <a:pt x="251" y="11240"/>
                    <a:pt x="322" y="11169"/>
                    <a:pt x="322" y="11073"/>
                  </a:cubicBezTo>
                  <a:lnTo>
                    <a:pt x="322" y="8871"/>
                  </a:lnTo>
                  <a:cubicBezTo>
                    <a:pt x="322" y="8752"/>
                    <a:pt x="358" y="8633"/>
                    <a:pt x="405" y="8537"/>
                  </a:cubicBezTo>
                  <a:lnTo>
                    <a:pt x="1394" y="9407"/>
                  </a:lnTo>
                  <a:cubicBezTo>
                    <a:pt x="1513" y="9514"/>
                    <a:pt x="1572" y="9668"/>
                    <a:pt x="1572" y="9811"/>
                  </a:cubicBezTo>
                  <a:lnTo>
                    <a:pt x="1572" y="11073"/>
                  </a:lnTo>
                  <a:cubicBezTo>
                    <a:pt x="1572" y="11169"/>
                    <a:pt x="1656" y="11240"/>
                    <a:pt x="1739" y="11240"/>
                  </a:cubicBezTo>
                  <a:cubicBezTo>
                    <a:pt x="1834" y="11240"/>
                    <a:pt x="1906" y="11169"/>
                    <a:pt x="1906" y="11073"/>
                  </a:cubicBezTo>
                  <a:lnTo>
                    <a:pt x="1906" y="9811"/>
                  </a:lnTo>
                  <a:cubicBezTo>
                    <a:pt x="1906" y="9561"/>
                    <a:pt x="1799" y="9323"/>
                    <a:pt x="1608" y="9156"/>
                  </a:cubicBezTo>
                  <a:lnTo>
                    <a:pt x="584" y="8252"/>
                  </a:lnTo>
                  <a:cubicBezTo>
                    <a:pt x="679" y="8144"/>
                    <a:pt x="822" y="8061"/>
                    <a:pt x="965" y="8013"/>
                  </a:cubicBezTo>
                  <a:lnTo>
                    <a:pt x="2310" y="7609"/>
                  </a:lnTo>
                  <a:cubicBezTo>
                    <a:pt x="2525" y="7549"/>
                    <a:pt x="2727" y="7430"/>
                    <a:pt x="2882" y="7263"/>
                  </a:cubicBezTo>
                  <a:cubicBezTo>
                    <a:pt x="3001" y="7382"/>
                    <a:pt x="3120" y="7502"/>
                    <a:pt x="3239" y="7609"/>
                  </a:cubicBezTo>
                  <a:cubicBezTo>
                    <a:pt x="3763" y="8097"/>
                    <a:pt x="4215" y="8537"/>
                    <a:pt x="4215" y="8942"/>
                  </a:cubicBezTo>
                  <a:cubicBezTo>
                    <a:pt x="4215" y="9037"/>
                    <a:pt x="4287" y="9109"/>
                    <a:pt x="4370" y="9109"/>
                  </a:cubicBezTo>
                  <a:cubicBezTo>
                    <a:pt x="4466" y="9109"/>
                    <a:pt x="4537" y="9037"/>
                    <a:pt x="4537" y="8942"/>
                  </a:cubicBezTo>
                  <a:cubicBezTo>
                    <a:pt x="4537" y="8514"/>
                    <a:pt x="4989" y="8097"/>
                    <a:pt x="5501" y="7609"/>
                  </a:cubicBezTo>
                  <a:cubicBezTo>
                    <a:pt x="5620" y="7502"/>
                    <a:pt x="5739" y="7382"/>
                    <a:pt x="5859" y="7263"/>
                  </a:cubicBezTo>
                  <a:cubicBezTo>
                    <a:pt x="6025" y="7430"/>
                    <a:pt x="6216" y="7549"/>
                    <a:pt x="6442" y="7609"/>
                  </a:cubicBezTo>
                  <a:lnTo>
                    <a:pt x="7787" y="8013"/>
                  </a:lnTo>
                  <a:cubicBezTo>
                    <a:pt x="7930" y="8049"/>
                    <a:pt x="8061" y="8133"/>
                    <a:pt x="8168" y="8252"/>
                  </a:cubicBezTo>
                  <a:lnTo>
                    <a:pt x="7144" y="9156"/>
                  </a:lnTo>
                  <a:cubicBezTo>
                    <a:pt x="6954" y="9323"/>
                    <a:pt x="6847" y="9561"/>
                    <a:pt x="6847" y="9811"/>
                  </a:cubicBezTo>
                  <a:lnTo>
                    <a:pt x="6847" y="11073"/>
                  </a:lnTo>
                  <a:cubicBezTo>
                    <a:pt x="6847" y="11169"/>
                    <a:pt x="6918" y="11240"/>
                    <a:pt x="7013" y="11240"/>
                  </a:cubicBezTo>
                  <a:cubicBezTo>
                    <a:pt x="7097" y="11240"/>
                    <a:pt x="7168" y="11169"/>
                    <a:pt x="7168" y="11073"/>
                  </a:cubicBezTo>
                  <a:lnTo>
                    <a:pt x="7168" y="9811"/>
                  </a:lnTo>
                  <a:cubicBezTo>
                    <a:pt x="7168" y="9668"/>
                    <a:pt x="7252" y="9514"/>
                    <a:pt x="7347" y="9407"/>
                  </a:cubicBezTo>
                  <a:lnTo>
                    <a:pt x="8347" y="8537"/>
                  </a:lnTo>
                  <a:cubicBezTo>
                    <a:pt x="8395" y="8633"/>
                    <a:pt x="8418" y="8752"/>
                    <a:pt x="8418" y="8871"/>
                  </a:cubicBezTo>
                  <a:lnTo>
                    <a:pt x="8418" y="11073"/>
                  </a:lnTo>
                  <a:cubicBezTo>
                    <a:pt x="8418" y="11169"/>
                    <a:pt x="8502" y="11240"/>
                    <a:pt x="8585" y="11240"/>
                  </a:cubicBezTo>
                  <a:cubicBezTo>
                    <a:pt x="8680" y="11240"/>
                    <a:pt x="8752" y="11169"/>
                    <a:pt x="8752" y="11073"/>
                  </a:cubicBezTo>
                  <a:lnTo>
                    <a:pt x="8752" y="8871"/>
                  </a:lnTo>
                  <a:cubicBezTo>
                    <a:pt x="8752" y="8359"/>
                    <a:pt x="8395" y="7859"/>
                    <a:pt x="7871" y="7716"/>
                  </a:cubicBezTo>
                  <a:lnTo>
                    <a:pt x="6537" y="7311"/>
                  </a:lnTo>
                  <a:cubicBezTo>
                    <a:pt x="6359" y="7263"/>
                    <a:pt x="6204" y="7180"/>
                    <a:pt x="6085" y="7049"/>
                  </a:cubicBezTo>
                  <a:cubicBezTo>
                    <a:pt x="6740" y="6359"/>
                    <a:pt x="7359" y="5477"/>
                    <a:pt x="7359" y="4215"/>
                  </a:cubicBezTo>
                  <a:lnTo>
                    <a:pt x="7359" y="2977"/>
                  </a:lnTo>
                  <a:cubicBezTo>
                    <a:pt x="7359" y="1346"/>
                    <a:pt x="6013" y="1"/>
                    <a:pt x="4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65"/>
            <p:cNvSpPr/>
            <p:nvPr/>
          </p:nvSpPr>
          <p:spPr>
            <a:xfrm>
              <a:off x="6381609" y="4085840"/>
              <a:ext cx="10201" cy="54743"/>
            </a:xfrm>
            <a:custGeom>
              <a:avLst/>
              <a:gdLst/>
              <a:ahLst/>
              <a:cxnLst/>
              <a:rect l="l" t="t" r="r" b="b"/>
              <a:pathLst>
                <a:path w="322" h="1728" extrusionOk="0">
                  <a:moveTo>
                    <a:pt x="167" y="1"/>
                  </a:moveTo>
                  <a:cubicBezTo>
                    <a:pt x="72" y="1"/>
                    <a:pt x="0" y="72"/>
                    <a:pt x="0" y="167"/>
                  </a:cubicBezTo>
                  <a:lnTo>
                    <a:pt x="0" y="1560"/>
                  </a:lnTo>
                  <a:cubicBezTo>
                    <a:pt x="0" y="1656"/>
                    <a:pt x="72" y="1727"/>
                    <a:pt x="167" y="1727"/>
                  </a:cubicBezTo>
                  <a:cubicBezTo>
                    <a:pt x="251" y="1727"/>
                    <a:pt x="322" y="1656"/>
                    <a:pt x="322" y="15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1" name="Google Shape;11111;p65"/>
          <p:cNvGrpSpPr/>
          <p:nvPr/>
        </p:nvGrpSpPr>
        <p:grpSpPr>
          <a:xfrm>
            <a:off x="5800725" y="3610589"/>
            <a:ext cx="277644" cy="354594"/>
            <a:chOff x="5800725" y="3785989"/>
            <a:chExt cx="277644" cy="354594"/>
          </a:xfrm>
        </p:grpSpPr>
        <p:sp>
          <p:nvSpPr>
            <p:cNvPr id="11112" name="Google Shape;11112;p65"/>
            <p:cNvSpPr/>
            <p:nvPr/>
          </p:nvSpPr>
          <p:spPr>
            <a:xfrm>
              <a:off x="5901055" y="3896869"/>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65"/>
            <p:cNvSpPr/>
            <p:nvPr/>
          </p:nvSpPr>
          <p:spPr>
            <a:xfrm>
              <a:off x="5968217" y="3896869"/>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65"/>
            <p:cNvSpPr/>
            <p:nvPr/>
          </p:nvSpPr>
          <p:spPr>
            <a:xfrm>
              <a:off x="5916547" y="3935804"/>
              <a:ext cx="45271" cy="16157"/>
            </a:xfrm>
            <a:custGeom>
              <a:avLst/>
              <a:gdLst/>
              <a:ahLst/>
              <a:cxnLst/>
              <a:rect l="l" t="t" r="r" b="b"/>
              <a:pathLst>
                <a:path w="1429" h="510" extrusionOk="0">
                  <a:moveTo>
                    <a:pt x="188" y="1"/>
                  </a:moveTo>
                  <a:cubicBezTo>
                    <a:pt x="146" y="1"/>
                    <a:pt x="101" y="16"/>
                    <a:pt x="60" y="46"/>
                  </a:cubicBezTo>
                  <a:cubicBezTo>
                    <a:pt x="0" y="105"/>
                    <a:pt x="0" y="212"/>
                    <a:pt x="60" y="284"/>
                  </a:cubicBezTo>
                  <a:cubicBezTo>
                    <a:pt x="214" y="427"/>
                    <a:pt x="453" y="510"/>
                    <a:pt x="703" y="510"/>
                  </a:cubicBezTo>
                  <a:cubicBezTo>
                    <a:pt x="976" y="510"/>
                    <a:pt x="1215" y="427"/>
                    <a:pt x="1345" y="284"/>
                  </a:cubicBezTo>
                  <a:cubicBezTo>
                    <a:pt x="1429" y="212"/>
                    <a:pt x="1429" y="105"/>
                    <a:pt x="1369" y="46"/>
                  </a:cubicBezTo>
                  <a:cubicBezTo>
                    <a:pt x="1340" y="16"/>
                    <a:pt x="1301" y="1"/>
                    <a:pt x="1259" y="1"/>
                  </a:cubicBezTo>
                  <a:cubicBezTo>
                    <a:pt x="1217" y="1"/>
                    <a:pt x="1173" y="16"/>
                    <a:pt x="1131" y="46"/>
                  </a:cubicBezTo>
                  <a:cubicBezTo>
                    <a:pt x="1072" y="105"/>
                    <a:pt x="929" y="188"/>
                    <a:pt x="714" y="188"/>
                  </a:cubicBezTo>
                  <a:cubicBezTo>
                    <a:pt x="512" y="188"/>
                    <a:pt x="357" y="105"/>
                    <a:pt x="298" y="46"/>
                  </a:cubicBezTo>
                  <a:cubicBezTo>
                    <a:pt x="268" y="16"/>
                    <a:pt x="229"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65"/>
            <p:cNvSpPr/>
            <p:nvPr/>
          </p:nvSpPr>
          <p:spPr>
            <a:xfrm>
              <a:off x="5895416" y="3879888"/>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79" y="251"/>
                    <a:pt x="679" y="168"/>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65"/>
            <p:cNvSpPr/>
            <p:nvPr/>
          </p:nvSpPr>
          <p:spPr>
            <a:xfrm>
              <a:off x="5961786" y="3879888"/>
              <a:ext cx="21923" cy="10233"/>
            </a:xfrm>
            <a:custGeom>
              <a:avLst/>
              <a:gdLst/>
              <a:ahLst/>
              <a:cxnLst/>
              <a:rect l="l" t="t" r="r" b="b"/>
              <a:pathLst>
                <a:path w="692" h="323" extrusionOk="0">
                  <a:moveTo>
                    <a:pt x="168" y="1"/>
                  </a:moveTo>
                  <a:cubicBezTo>
                    <a:pt x="84" y="1"/>
                    <a:pt x="1" y="72"/>
                    <a:pt x="1" y="168"/>
                  </a:cubicBezTo>
                  <a:cubicBezTo>
                    <a:pt x="1" y="251"/>
                    <a:pt x="84" y="322"/>
                    <a:pt x="168" y="322"/>
                  </a:cubicBezTo>
                  <a:lnTo>
                    <a:pt x="525" y="322"/>
                  </a:lnTo>
                  <a:cubicBezTo>
                    <a:pt x="620" y="322"/>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65"/>
            <p:cNvSpPr/>
            <p:nvPr/>
          </p:nvSpPr>
          <p:spPr>
            <a:xfrm>
              <a:off x="5800725" y="3785989"/>
              <a:ext cx="277644" cy="354594"/>
            </a:xfrm>
            <a:custGeom>
              <a:avLst/>
              <a:gdLst/>
              <a:ahLst/>
              <a:cxnLst/>
              <a:rect l="l" t="t" r="r" b="b"/>
              <a:pathLst>
                <a:path w="8764" h="11193" extrusionOk="0">
                  <a:moveTo>
                    <a:pt x="4716" y="310"/>
                  </a:moveTo>
                  <a:cubicBezTo>
                    <a:pt x="5323" y="310"/>
                    <a:pt x="5859" y="572"/>
                    <a:pt x="5978" y="905"/>
                  </a:cubicBezTo>
                  <a:cubicBezTo>
                    <a:pt x="6005" y="979"/>
                    <a:pt x="6062" y="1024"/>
                    <a:pt x="6130" y="1024"/>
                  </a:cubicBezTo>
                  <a:cubicBezTo>
                    <a:pt x="6150" y="1024"/>
                    <a:pt x="6171" y="1020"/>
                    <a:pt x="6192" y="1012"/>
                  </a:cubicBezTo>
                  <a:cubicBezTo>
                    <a:pt x="6275" y="988"/>
                    <a:pt x="6323" y="893"/>
                    <a:pt x="6299" y="810"/>
                  </a:cubicBezTo>
                  <a:cubicBezTo>
                    <a:pt x="6275" y="774"/>
                    <a:pt x="6275" y="750"/>
                    <a:pt x="6264" y="715"/>
                  </a:cubicBezTo>
                  <a:lnTo>
                    <a:pt x="6264" y="715"/>
                  </a:lnTo>
                  <a:cubicBezTo>
                    <a:pt x="6609" y="834"/>
                    <a:pt x="6859" y="1167"/>
                    <a:pt x="6859" y="1548"/>
                  </a:cubicBezTo>
                  <a:lnTo>
                    <a:pt x="6859" y="3322"/>
                  </a:lnTo>
                  <a:lnTo>
                    <a:pt x="6668" y="3322"/>
                  </a:lnTo>
                  <a:cubicBezTo>
                    <a:pt x="6561" y="3322"/>
                    <a:pt x="6478" y="3227"/>
                    <a:pt x="6478" y="3132"/>
                  </a:cubicBezTo>
                  <a:lnTo>
                    <a:pt x="6478" y="2953"/>
                  </a:lnTo>
                  <a:cubicBezTo>
                    <a:pt x="6478" y="2191"/>
                    <a:pt x="5918" y="1619"/>
                    <a:pt x="5894" y="1608"/>
                  </a:cubicBezTo>
                  <a:cubicBezTo>
                    <a:pt x="5858" y="1571"/>
                    <a:pt x="5815" y="1556"/>
                    <a:pt x="5770" y="1556"/>
                  </a:cubicBezTo>
                  <a:cubicBezTo>
                    <a:pt x="5756" y="1556"/>
                    <a:pt x="5742" y="1557"/>
                    <a:pt x="5728" y="1560"/>
                  </a:cubicBezTo>
                  <a:cubicBezTo>
                    <a:pt x="5195" y="1728"/>
                    <a:pt x="4526" y="1884"/>
                    <a:pt x="3873" y="1884"/>
                  </a:cubicBezTo>
                  <a:cubicBezTo>
                    <a:pt x="3418" y="1884"/>
                    <a:pt x="2971" y="1808"/>
                    <a:pt x="2585" y="1608"/>
                  </a:cubicBezTo>
                  <a:cubicBezTo>
                    <a:pt x="2251" y="1441"/>
                    <a:pt x="2049" y="1227"/>
                    <a:pt x="1953" y="1072"/>
                  </a:cubicBezTo>
                  <a:cubicBezTo>
                    <a:pt x="2311" y="988"/>
                    <a:pt x="2573" y="846"/>
                    <a:pt x="2811" y="750"/>
                  </a:cubicBezTo>
                  <a:cubicBezTo>
                    <a:pt x="3347" y="512"/>
                    <a:pt x="3763" y="310"/>
                    <a:pt x="4716" y="310"/>
                  </a:cubicBezTo>
                  <a:close/>
                  <a:moveTo>
                    <a:pt x="2049" y="1679"/>
                  </a:moveTo>
                  <a:cubicBezTo>
                    <a:pt x="2156" y="1762"/>
                    <a:pt x="2275" y="1846"/>
                    <a:pt x="2406" y="1905"/>
                  </a:cubicBezTo>
                  <a:cubicBezTo>
                    <a:pt x="2787" y="2096"/>
                    <a:pt x="3227" y="2203"/>
                    <a:pt x="3716" y="2215"/>
                  </a:cubicBezTo>
                  <a:cubicBezTo>
                    <a:pt x="3770" y="2217"/>
                    <a:pt x="3825" y="2218"/>
                    <a:pt x="3881" y="2218"/>
                  </a:cubicBezTo>
                  <a:cubicBezTo>
                    <a:pt x="4435" y="2218"/>
                    <a:pt x="5056" y="2111"/>
                    <a:pt x="5716" y="1905"/>
                  </a:cubicBezTo>
                  <a:cubicBezTo>
                    <a:pt x="5847" y="2072"/>
                    <a:pt x="6133" y="2453"/>
                    <a:pt x="6133" y="2953"/>
                  </a:cubicBezTo>
                  <a:lnTo>
                    <a:pt x="6133" y="3132"/>
                  </a:lnTo>
                  <a:cubicBezTo>
                    <a:pt x="6133" y="3405"/>
                    <a:pt x="6371" y="3644"/>
                    <a:pt x="6656" y="3644"/>
                  </a:cubicBezTo>
                  <a:lnTo>
                    <a:pt x="6918" y="3644"/>
                  </a:lnTo>
                  <a:cubicBezTo>
                    <a:pt x="6990" y="3644"/>
                    <a:pt x="7073" y="3679"/>
                    <a:pt x="7133" y="3739"/>
                  </a:cubicBezTo>
                  <a:cubicBezTo>
                    <a:pt x="7192" y="3798"/>
                    <a:pt x="7204" y="3870"/>
                    <a:pt x="7204" y="3941"/>
                  </a:cubicBezTo>
                  <a:cubicBezTo>
                    <a:pt x="7192" y="4084"/>
                    <a:pt x="7049" y="4203"/>
                    <a:pt x="6906" y="4203"/>
                  </a:cubicBezTo>
                  <a:lnTo>
                    <a:pt x="6835" y="4203"/>
                  </a:lnTo>
                  <a:lnTo>
                    <a:pt x="6835" y="4179"/>
                  </a:lnTo>
                  <a:cubicBezTo>
                    <a:pt x="6835" y="4096"/>
                    <a:pt x="6752" y="4025"/>
                    <a:pt x="6668" y="4025"/>
                  </a:cubicBezTo>
                  <a:cubicBezTo>
                    <a:pt x="6573" y="4025"/>
                    <a:pt x="6502" y="4096"/>
                    <a:pt x="6502" y="4179"/>
                  </a:cubicBezTo>
                  <a:cubicBezTo>
                    <a:pt x="6502" y="5358"/>
                    <a:pt x="5549" y="6311"/>
                    <a:pt x="4394" y="6311"/>
                  </a:cubicBezTo>
                  <a:cubicBezTo>
                    <a:pt x="3227" y="6311"/>
                    <a:pt x="2275" y="5358"/>
                    <a:pt x="2275" y="4203"/>
                  </a:cubicBezTo>
                  <a:cubicBezTo>
                    <a:pt x="2275" y="4108"/>
                    <a:pt x="2204" y="4036"/>
                    <a:pt x="2108" y="4036"/>
                  </a:cubicBezTo>
                  <a:cubicBezTo>
                    <a:pt x="2025" y="4036"/>
                    <a:pt x="1953" y="4108"/>
                    <a:pt x="1953" y="4203"/>
                  </a:cubicBezTo>
                  <a:lnTo>
                    <a:pt x="1953" y="4215"/>
                  </a:lnTo>
                  <a:lnTo>
                    <a:pt x="1846" y="4215"/>
                  </a:lnTo>
                  <a:cubicBezTo>
                    <a:pt x="1775" y="4215"/>
                    <a:pt x="1692" y="4179"/>
                    <a:pt x="1632" y="4120"/>
                  </a:cubicBezTo>
                  <a:cubicBezTo>
                    <a:pt x="1572" y="4060"/>
                    <a:pt x="1561" y="3989"/>
                    <a:pt x="1561" y="3917"/>
                  </a:cubicBezTo>
                  <a:cubicBezTo>
                    <a:pt x="1572" y="3786"/>
                    <a:pt x="1715" y="3667"/>
                    <a:pt x="1858" y="3667"/>
                  </a:cubicBezTo>
                  <a:lnTo>
                    <a:pt x="2096" y="3667"/>
                  </a:lnTo>
                  <a:cubicBezTo>
                    <a:pt x="2382" y="3667"/>
                    <a:pt x="2620" y="3429"/>
                    <a:pt x="2620" y="3143"/>
                  </a:cubicBezTo>
                  <a:lnTo>
                    <a:pt x="2620" y="2512"/>
                  </a:lnTo>
                  <a:cubicBezTo>
                    <a:pt x="2620" y="2429"/>
                    <a:pt x="2549" y="2346"/>
                    <a:pt x="2454" y="2346"/>
                  </a:cubicBezTo>
                  <a:cubicBezTo>
                    <a:pt x="2370" y="2346"/>
                    <a:pt x="2287" y="2429"/>
                    <a:pt x="2287" y="2512"/>
                  </a:cubicBezTo>
                  <a:lnTo>
                    <a:pt x="2287" y="3143"/>
                  </a:lnTo>
                  <a:cubicBezTo>
                    <a:pt x="2287" y="3251"/>
                    <a:pt x="2204" y="3334"/>
                    <a:pt x="2096" y="3334"/>
                  </a:cubicBezTo>
                  <a:lnTo>
                    <a:pt x="1906" y="3334"/>
                  </a:lnTo>
                  <a:lnTo>
                    <a:pt x="1906" y="2322"/>
                  </a:lnTo>
                  <a:cubicBezTo>
                    <a:pt x="1906" y="1941"/>
                    <a:pt x="2013" y="1762"/>
                    <a:pt x="2049" y="1679"/>
                  </a:cubicBezTo>
                  <a:close/>
                  <a:moveTo>
                    <a:pt x="5478" y="6406"/>
                  </a:moveTo>
                  <a:lnTo>
                    <a:pt x="5478" y="6799"/>
                  </a:lnTo>
                  <a:lnTo>
                    <a:pt x="5442" y="6799"/>
                  </a:lnTo>
                  <a:lnTo>
                    <a:pt x="5132" y="7870"/>
                  </a:lnTo>
                  <a:cubicBezTo>
                    <a:pt x="4906" y="7989"/>
                    <a:pt x="4644" y="8073"/>
                    <a:pt x="4394" y="8073"/>
                  </a:cubicBezTo>
                  <a:cubicBezTo>
                    <a:pt x="4120" y="8073"/>
                    <a:pt x="3870" y="8013"/>
                    <a:pt x="3644" y="7870"/>
                  </a:cubicBezTo>
                  <a:lnTo>
                    <a:pt x="3335" y="6799"/>
                  </a:lnTo>
                  <a:lnTo>
                    <a:pt x="3335" y="6406"/>
                  </a:lnTo>
                  <a:cubicBezTo>
                    <a:pt x="3656" y="6561"/>
                    <a:pt x="4013" y="6644"/>
                    <a:pt x="4406" y="6644"/>
                  </a:cubicBezTo>
                  <a:cubicBezTo>
                    <a:pt x="4787" y="6644"/>
                    <a:pt x="5144" y="6549"/>
                    <a:pt x="5478" y="6406"/>
                  </a:cubicBezTo>
                  <a:close/>
                  <a:moveTo>
                    <a:pt x="2644" y="10156"/>
                  </a:moveTo>
                  <a:lnTo>
                    <a:pt x="2644" y="10871"/>
                  </a:lnTo>
                  <a:lnTo>
                    <a:pt x="1215" y="10871"/>
                  </a:lnTo>
                  <a:lnTo>
                    <a:pt x="1215" y="10156"/>
                  </a:lnTo>
                  <a:lnTo>
                    <a:pt x="1775" y="10156"/>
                  </a:lnTo>
                  <a:lnTo>
                    <a:pt x="1775" y="10168"/>
                  </a:lnTo>
                  <a:cubicBezTo>
                    <a:pt x="1775" y="10251"/>
                    <a:pt x="1846" y="10335"/>
                    <a:pt x="1930" y="10335"/>
                  </a:cubicBezTo>
                  <a:cubicBezTo>
                    <a:pt x="2025" y="10335"/>
                    <a:pt x="2096" y="10251"/>
                    <a:pt x="2096" y="10168"/>
                  </a:cubicBezTo>
                  <a:lnTo>
                    <a:pt x="2096" y="10156"/>
                  </a:lnTo>
                  <a:close/>
                  <a:moveTo>
                    <a:pt x="4728" y="0"/>
                  </a:moveTo>
                  <a:cubicBezTo>
                    <a:pt x="3704" y="0"/>
                    <a:pt x="3227" y="203"/>
                    <a:pt x="2692" y="465"/>
                  </a:cubicBezTo>
                  <a:cubicBezTo>
                    <a:pt x="2394" y="596"/>
                    <a:pt x="2096" y="726"/>
                    <a:pt x="1668" y="846"/>
                  </a:cubicBezTo>
                  <a:cubicBezTo>
                    <a:pt x="1620" y="857"/>
                    <a:pt x="1572" y="893"/>
                    <a:pt x="1561" y="941"/>
                  </a:cubicBezTo>
                  <a:cubicBezTo>
                    <a:pt x="1549" y="977"/>
                    <a:pt x="1549" y="1024"/>
                    <a:pt x="1561" y="1072"/>
                  </a:cubicBezTo>
                  <a:cubicBezTo>
                    <a:pt x="1561" y="1084"/>
                    <a:pt x="1632" y="1250"/>
                    <a:pt x="1834" y="1453"/>
                  </a:cubicBezTo>
                  <a:cubicBezTo>
                    <a:pt x="1751" y="1560"/>
                    <a:pt x="1596" y="1810"/>
                    <a:pt x="1596" y="2322"/>
                  </a:cubicBezTo>
                  <a:lnTo>
                    <a:pt x="1596" y="3393"/>
                  </a:lnTo>
                  <a:cubicBezTo>
                    <a:pt x="1394" y="3477"/>
                    <a:pt x="1263" y="3655"/>
                    <a:pt x="1251" y="3870"/>
                  </a:cubicBezTo>
                  <a:cubicBezTo>
                    <a:pt x="1239" y="4036"/>
                    <a:pt x="1299" y="4215"/>
                    <a:pt x="1394" y="4334"/>
                  </a:cubicBezTo>
                  <a:cubicBezTo>
                    <a:pt x="1513" y="4453"/>
                    <a:pt x="1680" y="4525"/>
                    <a:pt x="1846" y="4525"/>
                  </a:cubicBezTo>
                  <a:lnTo>
                    <a:pt x="1965" y="4525"/>
                  </a:lnTo>
                  <a:cubicBezTo>
                    <a:pt x="2049" y="5203"/>
                    <a:pt x="2442" y="5822"/>
                    <a:pt x="2989" y="6191"/>
                  </a:cubicBezTo>
                  <a:lnTo>
                    <a:pt x="2989" y="6715"/>
                  </a:lnTo>
                  <a:lnTo>
                    <a:pt x="2263" y="7084"/>
                  </a:lnTo>
                  <a:cubicBezTo>
                    <a:pt x="2156" y="7132"/>
                    <a:pt x="2084" y="7227"/>
                    <a:pt x="2073" y="7334"/>
                  </a:cubicBezTo>
                  <a:cubicBezTo>
                    <a:pt x="2049" y="7370"/>
                    <a:pt x="2049" y="7406"/>
                    <a:pt x="2049" y="7442"/>
                  </a:cubicBezTo>
                  <a:lnTo>
                    <a:pt x="858" y="7799"/>
                  </a:lnTo>
                  <a:cubicBezTo>
                    <a:pt x="346" y="7965"/>
                    <a:pt x="1" y="8430"/>
                    <a:pt x="1" y="8954"/>
                  </a:cubicBezTo>
                  <a:lnTo>
                    <a:pt x="1" y="11025"/>
                  </a:lnTo>
                  <a:cubicBezTo>
                    <a:pt x="1" y="11121"/>
                    <a:pt x="72" y="11192"/>
                    <a:pt x="168" y="11192"/>
                  </a:cubicBezTo>
                  <a:cubicBezTo>
                    <a:pt x="251" y="11192"/>
                    <a:pt x="322" y="11121"/>
                    <a:pt x="322" y="11025"/>
                  </a:cubicBezTo>
                  <a:lnTo>
                    <a:pt x="322" y="8954"/>
                  </a:lnTo>
                  <a:cubicBezTo>
                    <a:pt x="322" y="8573"/>
                    <a:pt x="584" y="8227"/>
                    <a:pt x="953" y="8108"/>
                  </a:cubicBezTo>
                  <a:lnTo>
                    <a:pt x="2192" y="7739"/>
                  </a:lnTo>
                  <a:lnTo>
                    <a:pt x="2406" y="8025"/>
                  </a:lnTo>
                  <a:lnTo>
                    <a:pt x="2156" y="8275"/>
                  </a:lnTo>
                  <a:cubicBezTo>
                    <a:pt x="1989" y="8442"/>
                    <a:pt x="1965" y="8680"/>
                    <a:pt x="2073" y="8870"/>
                  </a:cubicBezTo>
                  <a:lnTo>
                    <a:pt x="2549" y="9811"/>
                  </a:lnTo>
                  <a:lnTo>
                    <a:pt x="2096" y="9811"/>
                  </a:lnTo>
                  <a:lnTo>
                    <a:pt x="2096" y="9609"/>
                  </a:lnTo>
                  <a:cubicBezTo>
                    <a:pt x="2096" y="9525"/>
                    <a:pt x="2025" y="9454"/>
                    <a:pt x="1930" y="9454"/>
                  </a:cubicBezTo>
                  <a:cubicBezTo>
                    <a:pt x="1846" y="9454"/>
                    <a:pt x="1775" y="9525"/>
                    <a:pt x="1775" y="9609"/>
                  </a:cubicBezTo>
                  <a:lnTo>
                    <a:pt x="1775" y="9811"/>
                  </a:lnTo>
                  <a:lnTo>
                    <a:pt x="1061" y="9811"/>
                  </a:lnTo>
                  <a:cubicBezTo>
                    <a:pt x="965" y="9811"/>
                    <a:pt x="894" y="9882"/>
                    <a:pt x="894" y="9966"/>
                  </a:cubicBezTo>
                  <a:lnTo>
                    <a:pt x="894" y="11025"/>
                  </a:lnTo>
                  <a:cubicBezTo>
                    <a:pt x="894" y="11121"/>
                    <a:pt x="965" y="11192"/>
                    <a:pt x="1061" y="11192"/>
                  </a:cubicBezTo>
                  <a:lnTo>
                    <a:pt x="2811" y="11192"/>
                  </a:lnTo>
                  <a:cubicBezTo>
                    <a:pt x="2906" y="11192"/>
                    <a:pt x="2977" y="11121"/>
                    <a:pt x="2977" y="11025"/>
                  </a:cubicBezTo>
                  <a:lnTo>
                    <a:pt x="2977" y="10668"/>
                  </a:lnTo>
                  <a:lnTo>
                    <a:pt x="3180" y="11097"/>
                  </a:lnTo>
                  <a:cubicBezTo>
                    <a:pt x="3216" y="11156"/>
                    <a:pt x="3275" y="11192"/>
                    <a:pt x="3335" y="11192"/>
                  </a:cubicBezTo>
                  <a:cubicBezTo>
                    <a:pt x="3358" y="11192"/>
                    <a:pt x="3382" y="11192"/>
                    <a:pt x="3406" y="11180"/>
                  </a:cubicBezTo>
                  <a:cubicBezTo>
                    <a:pt x="3477" y="11133"/>
                    <a:pt x="3525" y="11037"/>
                    <a:pt x="3477" y="10954"/>
                  </a:cubicBezTo>
                  <a:lnTo>
                    <a:pt x="2370" y="8716"/>
                  </a:lnTo>
                  <a:cubicBezTo>
                    <a:pt x="2334" y="8644"/>
                    <a:pt x="2346" y="8561"/>
                    <a:pt x="2394" y="8513"/>
                  </a:cubicBezTo>
                  <a:lnTo>
                    <a:pt x="2739" y="8168"/>
                  </a:lnTo>
                  <a:cubicBezTo>
                    <a:pt x="2799" y="8108"/>
                    <a:pt x="2799" y="8025"/>
                    <a:pt x="2751" y="7965"/>
                  </a:cubicBezTo>
                  <a:lnTo>
                    <a:pt x="2382" y="7477"/>
                  </a:lnTo>
                  <a:cubicBezTo>
                    <a:pt x="2370" y="7454"/>
                    <a:pt x="2370" y="7442"/>
                    <a:pt x="2370" y="7430"/>
                  </a:cubicBezTo>
                  <a:cubicBezTo>
                    <a:pt x="2370" y="7418"/>
                    <a:pt x="2382" y="7394"/>
                    <a:pt x="2394" y="7394"/>
                  </a:cubicBezTo>
                  <a:lnTo>
                    <a:pt x="3037" y="7073"/>
                  </a:lnTo>
                  <a:lnTo>
                    <a:pt x="3501" y="8632"/>
                  </a:lnTo>
                  <a:cubicBezTo>
                    <a:pt x="3522" y="8716"/>
                    <a:pt x="3598" y="8754"/>
                    <a:pt x="3673" y="8754"/>
                  </a:cubicBezTo>
                  <a:cubicBezTo>
                    <a:pt x="3683" y="8754"/>
                    <a:pt x="3693" y="8753"/>
                    <a:pt x="3704" y="8751"/>
                  </a:cubicBezTo>
                  <a:cubicBezTo>
                    <a:pt x="3799" y="8716"/>
                    <a:pt x="3835" y="8632"/>
                    <a:pt x="3823" y="8549"/>
                  </a:cubicBezTo>
                  <a:lnTo>
                    <a:pt x="3751" y="8287"/>
                  </a:lnTo>
                  <a:lnTo>
                    <a:pt x="3751" y="8287"/>
                  </a:lnTo>
                  <a:cubicBezTo>
                    <a:pt x="3954" y="8358"/>
                    <a:pt x="4168" y="8394"/>
                    <a:pt x="4370" y="8394"/>
                  </a:cubicBezTo>
                  <a:cubicBezTo>
                    <a:pt x="4597" y="8394"/>
                    <a:pt x="4811" y="8358"/>
                    <a:pt x="5001" y="8287"/>
                  </a:cubicBezTo>
                  <a:lnTo>
                    <a:pt x="5001" y="8287"/>
                  </a:lnTo>
                  <a:lnTo>
                    <a:pt x="4370" y="10442"/>
                  </a:lnTo>
                  <a:lnTo>
                    <a:pt x="4013" y="9228"/>
                  </a:lnTo>
                  <a:cubicBezTo>
                    <a:pt x="3992" y="9144"/>
                    <a:pt x="3917" y="9106"/>
                    <a:pt x="3842" y="9106"/>
                  </a:cubicBezTo>
                  <a:cubicBezTo>
                    <a:pt x="3832" y="9106"/>
                    <a:pt x="3821" y="9107"/>
                    <a:pt x="3811" y="9108"/>
                  </a:cubicBezTo>
                  <a:cubicBezTo>
                    <a:pt x="3716" y="9120"/>
                    <a:pt x="3680" y="9228"/>
                    <a:pt x="3692" y="9311"/>
                  </a:cubicBezTo>
                  <a:lnTo>
                    <a:pt x="4192" y="11073"/>
                  </a:lnTo>
                  <a:cubicBezTo>
                    <a:pt x="4216" y="11144"/>
                    <a:pt x="4287" y="11192"/>
                    <a:pt x="4359" y="11192"/>
                  </a:cubicBezTo>
                  <a:cubicBezTo>
                    <a:pt x="4430" y="11192"/>
                    <a:pt x="4490" y="11144"/>
                    <a:pt x="4525" y="11073"/>
                  </a:cubicBezTo>
                  <a:lnTo>
                    <a:pt x="5704" y="7049"/>
                  </a:lnTo>
                  <a:lnTo>
                    <a:pt x="6335" y="7382"/>
                  </a:lnTo>
                  <a:lnTo>
                    <a:pt x="6371" y="7406"/>
                  </a:lnTo>
                  <a:cubicBezTo>
                    <a:pt x="6371" y="7430"/>
                    <a:pt x="6371" y="7442"/>
                    <a:pt x="6359" y="7454"/>
                  </a:cubicBezTo>
                  <a:lnTo>
                    <a:pt x="5978" y="7942"/>
                  </a:lnTo>
                  <a:cubicBezTo>
                    <a:pt x="5942" y="8001"/>
                    <a:pt x="5942" y="8108"/>
                    <a:pt x="6002" y="8156"/>
                  </a:cubicBezTo>
                  <a:lnTo>
                    <a:pt x="6335" y="8501"/>
                  </a:lnTo>
                  <a:cubicBezTo>
                    <a:pt x="6395" y="8561"/>
                    <a:pt x="6418" y="8644"/>
                    <a:pt x="6371" y="8704"/>
                  </a:cubicBezTo>
                  <a:lnTo>
                    <a:pt x="5252" y="10942"/>
                  </a:lnTo>
                  <a:cubicBezTo>
                    <a:pt x="5204" y="11013"/>
                    <a:pt x="5240" y="11121"/>
                    <a:pt x="5323" y="11156"/>
                  </a:cubicBezTo>
                  <a:cubicBezTo>
                    <a:pt x="5359" y="11180"/>
                    <a:pt x="5371" y="11180"/>
                    <a:pt x="5406" y="11180"/>
                  </a:cubicBezTo>
                  <a:cubicBezTo>
                    <a:pt x="5466" y="11180"/>
                    <a:pt x="5525" y="11144"/>
                    <a:pt x="5549" y="11085"/>
                  </a:cubicBezTo>
                  <a:lnTo>
                    <a:pt x="6668" y="8858"/>
                  </a:lnTo>
                  <a:cubicBezTo>
                    <a:pt x="6776" y="8656"/>
                    <a:pt x="6728" y="8418"/>
                    <a:pt x="6573" y="8263"/>
                  </a:cubicBezTo>
                  <a:lnTo>
                    <a:pt x="6323" y="8001"/>
                  </a:lnTo>
                  <a:lnTo>
                    <a:pt x="6549" y="7727"/>
                  </a:lnTo>
                  <a:lnTo>
                    <a:pt x="7788" y="8096"/>
                  </a:lnTo>
                  <a:cubicBezTo>
                    <a:pt x="8157" y="8216"/>
                    <a:pt x="8407" y="8561"/>
                    <a:pt x="8407" y="8942"/>
                  </a:cubicBezTo>
                  <a:lnTo>
                    <a:pt x="8407" y="11013"/>
                  </a:lnTo>
                  <a:cubicBezTo>
                    <a:pt x="8407" y="11097"/>
                    <a:pt x="8478" y="11180"/>
                    <a:pt x="8573" y="11180"/>
                  </a:cubicBezTo>
                  <a:cubicBezTo>
                    <a:pt x="8657" y="11180"/>
                    <a:pt x="8740" y="11097"/>
                    <a:pt x="8740" y="11013"/>
                  </a:cubicBezTo>
                  <a:lnTo>
                    <a:pt x="8740" y="8942"/>
                  </a:lnTo>
                  <a:cubicBezTo>
                    <a:pt x="8764" y="8442"/>
                    <a:pt x="8419" y="7965"/>
                    <a:pt x="7907" y="7811"/>
                  </a:cubicBezTo>
                  <a:lnTo>
                    <a:pt x="6716" y="7454"/>
                  </a:lnTo>
                  <a:cubicBezTo>
                    <a:pt x="6716" y="7430"/>
                    <a:pt x="6716" y="7382"/>
                    <a:pt x="6692" y="7358"/>
                  </a:cubicBezTo>
                  <a:cubicBezTo>
                    <a:pt x="6668" y="7251"/>
                    <a:pt x="6597" y="7144"/>
                    <a:pt x="6502" y="7096"/>
                  </a:cubicBezTo>
                  <a:lnTo>
                    <a:pt x="5775" y="6727"/>
                  </a:lnTo>
                  <a:lnTo>
                    <a:pt x="5775" y="6203"/>
                  </a:lnTo>
                  <a:cubicBezTo>
                    <a:pt x="6323" y="5822"/>
                    <a:pt x="6716" y="5227"/>
                    <a:pt x="6799" y="4536"/>
                  </a:cubicBezTo>
                  <a:lnTo>
                    <a:pt x="6906" y="4536"/>
                  </a:lnTo>
                  <a:cubicBezTo>
                    <a:pt x="7228" y="4536"/>
                    <a:pt x="7502" y="4298"/>
                    <a:pt x="7526" y="4001"/>
                  </a:cubicBezTo>
                  <a:cubicBezTo>
                    <a:pt x="7549" y="3834"/>
                    <a:pt x="7490" y="3655"/>
                    <a:pt x="7383" y="3536"/>
                  </a:cubicBezTo>
                  <a:cubicBezTo>
                    <a:pt x="7323" y="3477"/>
                    <a:pt x="7264" y="3441"/>
                    <a:pt x="7192" y="3393"/>
                  </a:cubicBezTo>
                  <a:lnTo>
                    <a:pt x="7192" y="1572"/>
                  </a:lnTo>
                  <a:cubicBezTo>
                    <a:pt x="7192" y="905"/>
                    <a:pt x="6633" y="357"/>
                    <a:pt x="5966" y="357"/>
                  </a:cubicBezTo>
                  <a:lnTo>
                    <a:pt x="5942" y="357"/>
                  </a:lnTo>
                  <a:cubicBezTo>
                    <a:pt x="5644" y="131"/>
                    <a:pt x="5204" y="0"/>
                    <a:pt x="4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8" name="Google Shape;11118;p65"/>
            <p:cNvSpPr/>
            <p:nvPr/>
          </p:nvSpPr>
          <p:spPr>
            <a:xfrm>
              <a:off x="6012727" y="4085840"/>
              <a:ext cx="37731" cy="37763"/>
            </a:xfrm>
            <a:custGeom>
              <a:avLst/>
              <a:gdLst/>
              <a:ahLst/>
              <a:cxnLst/>
              <a:rect l="l" t="t" r="r" b="b"/>
              <a:pathLst>
                <a:path w="1191" h="1192" extrusionOk="0">
                  <a:moveTo>
                    <a:pt x="595" y="1"/>
                  </a:moveTo>
                  <a:cubicBezTo>
                    <a:pt x="512" y="1"/>
                    <a:pt x="441" y="72"/>
                    <a:pt x="441" y="167"/>
                  </a:cubicBezTo>
                  <a:lnTo>
                    <a:pt x="441" y="429"/>
                  </a:lnTo>
                  <a:lnTo>
                    <a:pt x="167" y="429"/>
                  </a:lnTo>
                  <a:cubicBezTo>
                    <a:pt x="84" y="429"/>
                    <a:pt x="0" y="513"/>
                    <a:pt x="0" y="596"/>
                  </a:cubicBezTo>
                  <a:cubicBezTo>
                    <a:pt x="0" y="691"/>
                    <a:pt x="84" y="763"/>
                    <a:pt x="167" y="763"/>
                  </a:cubicBezTo>
                  <a:lnTo>
                    <a:pt x="441" y="763"/>
                  </a:lnTo>
                  <a:lnTo>
                    <a:pt x="441" y="1025"/>
                  </a:lnTo>
                  <a:cubicBezTo>
                    <a:pt x="441" y="1120"/>
                    <a:pt x="512" y="1191"/>
                    <a:pt x="595" y="1191"/>
                  </a:cubicBezTo>
                  <a:cubicBezTo>
                    <a:pt x="691" y="1191"/>
                    <a:pt x="762" y="1120"/>
                    <a:pt x="762" y="1025"/>
                  </a:cubicBezTo>
                  <a:lnTo>
                    <a:pt x="762" y="763"/>
                  </a:lnTo>
                  <a:lnTo>
                    <a:pt x="1024" y="763"/>
                  </a:lnTo>
                  <a:cubicBezTo>
                    <a:pt x="1119" y="763"/>
                    <a:pt x="1191" y="691"/>
                    <a:pt x="1191" y="596"/>
                  </a:cubicBezTo>
                  <a:cubicBezTo>
                    <a:pt x="1191" y="513"/>
                    <a:pt x="1119" y="429"/>
                    <a:pt x="1024" y="429"/>
                  </a:cubicBezTo>
                  <a:lnTo>
                    <a:pt x="762" y="429"/>
                  </a:lnTo>
                  <a:lnTo>
                    <a:pt x="762" y="167"/>
                  </a:lnTo>
                  <a:cubicBezTo>
                    <a:pt x="762" y="72"/>
                    <a:pt x="691"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9" name="Google Shape;11119;p65"/>
          <p:cNvGrpSpPr/>
          <p:nvPr/>
        </p:nvGrpSpPr>
        <p:grpSpPr>
          <a:xfrm>
            <a:off x="2206122" y="3185348"/>
            <a:ext cx="308183" cy="347561"/>
            <a:chOff x="2206122" y="3360748"/>
            <a:chExt cx="308183" cy="347561"/>
          </a:xfrm>
        </p:grpSpPr>
        <p:sp>
          <p:nvSpPr>
            <p:cNvPr id="11120" name="Google Shape;11120;p65"/>
            <p:cNvSpPr/>
            <p:nvPr/>
          </p:nvSpPr>
          <p:spPr>
            <a:xfrm>
              <a:off x="2206122" y="3543859"/>
              <a:ext cx="199932" cy="164451"/>
            </a:xfrm>
            <a:custGeom>
              <a:avLst/>
              <a:gdLst/>
              <a:ahLst/>
              <a:cxnLst/>
              <a:rect l="l" t="t" r="r" b="b"/>
              <a:pathLst>
                <a:path w="6311" h="5191" extrusionOk="0">
                  <a:moveTo>
                    <a:pt x="289" y="1"/>
                  </a:moveTo>
                  <a:cubicBezTo>
                    <a:pt x="219" y="1"/>
                    <a:pt x="162" y="52"/>
                    <a:pt x="143" y="118"/>
                  </a:cubicBezTo>
                  <a:cubicBezTo>
                    <a:pt x="48" y="476"/>
                    <a:pt x="0" y="845"/>
                    <a:pt x="0" y="1214"/>
                  </a:cubicBezTo>
                  <a:cubicBezTo>
                    <a:pt x="0" y="3405"/>
                    <a:pt x="1786" y="5191"/>
                    <a:pt x="3977" y="5191"/>
                  </a:cubicBezTo>
                  <a:cubicBezTo>
                    <a:pt x="4787" y="5191"/>
                    <a:pt x="5584" y="4941"/>
                    <a:pt x="6251" y="4476"/>
                  </a:cubicBezTo>
                  <a:cubicBezTo>
                    <a:pt x="6275" y="4429"/>
                    <a:pt x="6311" y="4321"/>
                    <a:pt x="6251" y="4250"/>
                  </a:cubicBezTo>
                  <a:cubicBezTo>
                    <a:pt x="6221" y="4204"/>
                    <a:pt x="6166" y="4183"/>
                    <a:pt x="6111" y="4183"/>
                  </a:cubicBezTo>
                  <a:cubicBezTo>
                    <a:pt x="6081" y="4183"/>
                    <a:pt x="6050" y="4189"/>
                    <a:pt x="6025" y="4202"/>
                  </a:cubicBezTo>
                  <a:cubicBezTo>
                    <a:pt x="5418" y="4643"/>
                    <a:pt x="4691" y="4857"/>
                    <a:pt x="3941" y="4857"/>
                  </a:cubicBezTo>
                  <a:cubicBezTo>
                    <a:pt x="1929" y="4857"/>
                    <a:pt x="298" y="3226"/>
                    <a:pt x="298" y="1214"/>
                  </a:cubicBezTo>
                  <a:cubicBezTo>
                    <a:pt x="298" y="869"/>
                    <a:pt x="346" y="535"/>
                    <a:pt x="441" y="202"/>
                  </a:cubicBezTo>
                  <a:cubicBezTo>
                    <a:pt x="477" y="118"/>
                    <a:pt x="417" y="23"/>
                    <a:pt x="346" y="11"/>
                  </a:cubicBezTo>
                  <a:cubicBezTo>
                    <a:pt x="326" y="4"/>
                    <a:pt x="307"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65"/>
            <p:cNvSpPr/>
            <p:nvPr/>
          </p:nvSpPr>
          <p:spPr>
            <a:xfrm>
              <a:off x="2216291" y="3360748"/>
              <a:ext cx="298014" cy="312872"/>
            </a:xfrm>
            <a:custGeom>
              <a:avLst/>
              <a:gdLst/>
              <a:ahLst/>
              <a:cxnLst/>
              <a:rect l="l" t="t" r="r" b="b"/>
              <a:pathLst>
                <a:path w="9407" h="9876" extrusionOk="0">
                  <a:moveTo>
                    <a:pt x="6830" y="0"/>
                  </a:moveTo>
                  <a:cubicBezTo>
                    <a:pt x="6032" y="0"/>
                    <a:pt x="5248" y="384"/>
                    <a:pt x="4763" y="1100"/>
                  </a:cubicBezTo>
                  <a:cubicBezTo>
                    <a:pt x="4632" y="1315"/>
                    <a:pt x="4513" y="1529"/>
                    <a:pt x="4454" y="1791"/>
                  </a:cubicBezTo>
                  <a:cubicBezTo>
                    <a:pt x="4418" y="1874"/>
                    <a:pt x="4478" y="1969"/>
                    <a:pt x="4561" y="1981"/>
                  </a:cubicBezTo>
                  <a:cubicBezTo>
                    <a:pt x="4574" y="1985"/>
                    <a:pt x="4587" y="1987"/>
                    <a:pt x="4600" y="1987"/>
                  </a:cubicBezTo>
                  <a:cubicBezTo>
                    <a:pt x="4671" y="1987"/>
                    <a:pt x="4741" y="1935"/>
                    <a:pt x="4751" y="1874"/>
                  </a:cubicBezTo>
                  <a:cubicBezTo>
                    <a:pt x="4811" y="1672"/>
                    <a:pt x="4894" y="1469"/>
                    <a:pt x="5037" y="1279"/>
                  </a:cubicBezTo>
                  <a:cubicBezTo>
                    <a:pt x="5455" y="652"/>
                    <a:pt x="6135" y="315"/>
                    <a:pt x="6830" y="315"/>
                  </a:cubicBezTo>
                  <a:cubicBezTo>
                    <a:pt x="7244" y="315"/>
                    <a:pt x="7664" y="435"/>
                    <a:pt x="8037" y="684"/>
                  </a:cubicBezTo>
                  <a:cubicBezTo>
                    <a:pt x="8514" y="1017"/>
                    <a:pt x="8847" y="1481"/>
                    <a:pt x="8966" y="2065"/>
                  </a:cubicBezTo>
                  <a:cubicBezTo>
                    <a:pt x="9085" y="2636"/>
                    <a:pt x="8966" y="3220"/>
                    <a:pt x="8633" y="3684"/>
                  </a:cubicBezTo>
                  <a:cubicBezTo>
                    <a:pt x="8230" y="4289"/>
                    <a:pt x="7574" y="4641"/>
                    <a:pt x="6873" y="4641"/>
                  </a:cubicBezTo>
                  <a:cubicBezTo>
                    <a:pt x="6829" y="4641"/>
                    <a:pt x="6784" y="4639"/>
                    <a:pt x="6740" y="4636"/>
                  </a:cubicBezTo>
                  <a:lnTo>
                    <a:pt x="6716" y="4636"/>
                  </a:lnTo>
                  <a:cubicBezTo>
                    <a:pt x="6549" y="4625"/>
                    <a:pt x="6406" y="4613"/>
                    <a:pt x="6240" y="4565"/>
                  </a:cubicBezTo>
                  <a:cubicBezTo>
                    <a:pt x="6220" y="4560"/>
                    <a:pt x="6204" y="4557"/>
                    <a:pt x="6189" y="4557"/>
                  </a:cubicBezTo>
                  <a:cubicBezTo>
                    <a:pt x="6168" y="4557"/>
                    <a:pt x="6148" y="4563"/>
                    <a:pt x="6121" y="4577"/>
                  </a:cubicBezTo>
                  <a:lnTo>
                    <a:pt x="5120" y="5053"/>
                  </a:lnTo>
                  <a:lnTo>
                    <a:pt x="5168" y="3958"/>
                  </a:lnTo>
                  <a:cubicBezTo>
                    <a:pt x="5168" y="3910"/>
                    <a:pt x="5156" y="3886"/>
                    <a:pt x="5144" y="3851"/>
                  </a:cubicBezTo>
                  <a:cubicBezTo>
                    <a:pt x="4823" y="3470"/>
                    <a:pt x="4668" y="2993"/>
                    <a:pt x="4680" y="2481"/>
                  </a:cubicBezTo>
                  <a:cubicBezTo>
                    <a:pt x="4680" y="2398"/>
                    <a:pt x="4608" y="2315"/>
                    <a:pt x="4513" y="2315"/>
                  </a:cubicBezTo>
                  <a:cubicBezTo>
                    <a:pt x="4418" y="2315"/>
                    <a:pt x="4347" y="2398"/>
                    <a:pt x="4347" y="2481"/>
                  </a:cubicBezTo>
                  <a:cubicBezTo>
                    <a:pt x="4347" y="2708"/>
                    <a:pt x="4382" y="2934"/>
                    <a:pt x="4442" y="3136"/>
                  </a:cubicBezTo>
                  <a:cubicBezTo>
                    <a:pt x="4168" y="3077"/>
                    <a:pt x="3894" y="3053"/>
                    <a:pt x="3620" y="3053"/>
                  </a:cubicBezTo>
                  <a:cubicBezTo>
                    <a:pt x="2858" y="3053"/>
                    <a:pt x="2132" y="3255"/>
                    <a:pt x="1489" y="3660"/>
                  </a:cubicBezTo>
                  <a:cubicBezTo>
                    <a:pt x="882" y="4041"/>
                    <a:pt x="370" y="4601"/>
                    <a:pt x="48" y="5256"/>
                  </a:cubicBezTo>
                  <a:cubicBezTo>
                    <a:pt x="1" y="5327"/>
                    <a:pt x="48" y="5434"/>
                    <a:pt x="120" y="5458"/>
                  </a:cubicBezTo>
                  <a:cubicBezTo>
                    <a:pt x="156" y="5470"/>
                    <a:pt x="167" y="5470"/>
                    <a:pt x="191" y="5470"/>
                  </a:cubicBezTo>
                  <a:cubicBezTo>
                    <a:pt x="251" y="5470"/>
                    <a:pt x="322" y="5446"/>
                    <a:pt x="346" y="5387"/>
                  </a:cubicBezTo>
                  <a:cubicBezTo>
                    <a:pt x="965" y="4136"/>
                    <a:pt x="2227" y="3362"/>
                    <a:pt x="3620" y="3362"/>
                  </a:cubicBezTo>
                  <a:cubicBezTo>
                    <a:pt x="3942" y="3362"/>
                    <a:pt x="4263" y="3410"/>
                    <a:pt x="4573" y="3482"/>
                  </a:cubicBezTo>
                  <a:cubicBezTo>
                    <a:pt x="4644" y="3660"/>
                    <a:pt x="4751" y="3827"/>
                    <a:pt x="4859" y="3970"/>
                  </a:cubicBezTo>
                  <a:lnTo>
                    <a:pt x="4799" y="5279"/>
                  </a:lnTo>
                  <a:cubicBezTo>
                    <a:pt x="4799" y="5339"/>
                    <a:pt x="4823" y="5387"/>
                    <a:pt x="4870" y="5410"/>
                  </a:cubicBezTo>
                  <a:cubicBezTo>
                    <a:pt x="4894" y="5434"/>
                    <a:pt x="4930" y="5446"/>
                    <a:pt x="4954" y="5446"/>
                  </a:cubicBezTo>
                  <a:cubicBezTo>
                    <a:pt x="4989" y="5446"/>
                    <a:pt x="5001" y="5446"/>
                    <a:pt x="5037" y="5434"/>
                  </a:cubicBezTo>
                  <a:lnTo>
                    <a:pt x="6228" y="4875"/>
                  </a:lnTo>
                  <a:cubicBezTo>
                    <a:pt x="6359" y="4910"/>
                    <a:pt x="6502" y="4934"/>
                    <a:pt x="6644" y="4958"/>
                  </a:cubicBezTo>
                  <a:cubicBezTo>
                    <a:pt x="7061" y="5565"/>
                    <a:pt x="7264" y="6268"/>
                    <a:pt x="7264" y="7006"/>
                  </a:cubicBezTo>
                  <a:cubicBezTo>
                    <a:pt x="7264" y="7994"/>
                    <a:pt x="6883" y="8911"/>
                    <a:pt x="6180" y="9613"/>
                  </a:cubicBezTo>
                  <a:cubicBezTo>
                    <a:pt x="6121" y="9673"/>
                    <a:pt x="6121" y="9780"/>
                    <a:pt x="6180" y="9839"/>
                  </a:cubicBezTo>
                  <a:cubicBezTo>
                    <a:pt x="6204" y="9863"/>
                    <a:pt x="6252" y="9875"/>
                    <a:pt x="6299" y="9875"/>
                  </a:cubicBezTo>
                  <a:cubicBezTo>
                    <a:pt x="6347" y="9875"/>
                    <a:pt x="6371" y="9863"/>
                    <a:pt x="6418" y="9839"/>
                  </a:cubicBezTo>
                  <a:cubicBezTo>
                    <a:pt x="7192" y="9077"/>
                    <a:pt x="7609" y="8077"/>
                    <a:pt x="7609" y="7006"/>
                  </a:cubicBezTo>
                  <a:cubicBezTo>
                    <a:pt x="7609" y="6279"/>
                    <a:pt x="7418" y="5577"/>
                    <a:pt x="7037" y="4958"/>
                  </a:cubicBezTo>
                  <a:cubicBezTo>
                    <a:pt x="7787" y="4898"/>
                    <a:pt x="8490" y="4505"/>
                    <a:pt x="8930" y="3851"/>
                  </a:cubicBezTo>
                  <a:cubicBezTo>
                    <a:pt x="9276" y="3303"/>
                    <a:pt x="9407" y="2648"/>
                    <a:pt x="9276" y="1993"/>
                  </a:cubicBezTo>
                  <a:cubicBezTo>
                    <a:pt x="9145" y="1338"/>
                    <a:pt x="8776" y="791"/>
                    <a:pt x="8216" y="422"/>
                  </a:cubicBezTo>
                  <a:cubicBezTo>
                    <a:pt x="7789" y="137"/>
                    <a:pt x="7307" y="0"/>
                    <a:pt x="68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65"/>
            <p:cNvSpPr/>
            <p:nvPr/>
          </p:nvSpPr>
          <p:spPr>
            <a:xfrm>
              <a:off x="2392812" y="3401615"/>
              <a:ext cx="83033" cy="80372"/>
            </a:xfrm>
            <a:custGeom>
              <a:avLst/>
              <a:gdLst/>
              <a:ahLst/>
              <a:cxnLst/>
              <a:rect l="l" t="t" r="r" b="b"/>
              <a:pathLst>
                <a:path w="2621" h="2537" extrusionOk="0">
                  <a:moveTo>
                    <a:pt x="1608" y="334"/>
                  </a:moveTo>
                  <a:cubicBezTo>
                    <a:pt x="1775" y="334"/>
                    <a:pt x="1918" y="394"/>
                    <a:pt x="2037" y="513"/>
                  </a:cubicBezTo>
                  <a:cubicBezTo>
                    <a:pt x="2275" y="739"/>
                    <a:pt x="2275" y="1132"/>
                    <a:pt x="2037" y="1370"/>
                  </a:cubicBezTo>
                  <a:cubicBezTo>
                    <a:pt x="1918" y="1489"/>
                    <a:pt x="1763" y="1549"/>
                    <a:pt x="1608" y="1549"/>
                  </a:cubicBezTo>
                  <a:cubicBezTo>
                    <a:pt x="1453" y="1549"/>
                    <a:pt x="1299" y="1489"/>
                    <a:pt x="1180" y="1370"/>
                  </a:cubicBezTo>
                  <a:cubicBezTo>
                    <a:pt x="941" y="1132"/>
                    <a:pt x="941" y="751"/>
                    <a:pt x="1180" y="513"/>
                  </a:cubicBezTo>
                  <a:cubicBezTo>
                    <a:pt x="1299" y="394"/>
                    <a:pt x="1442" y="334"/>
                    <a:pt x="1608" y="334"/>
                  </a:cubicBezTo>
                  <a:close/>
                  <a:moveTo>
                    <a:pt x="1608" y="1"/>
                  </a:moveTo>
                  <a:cubicBezTo>
                    <a:pt x="1358" y="1"/>
                    <a:pt x="1120" y="108"/>
                    <a:pt x="953" y="275"/>
                  </a:cubicBezTo>
                  <a:cubicBezTo>
                    <a:pt x="620" y="596"/>
                    <a:pt x="596" y="1108"/>
                    <a:pt x="846" y="1477"/>
                  </a:cubicBezTo>
                  <a:lnTo>
                    <a:pt x="60" y="2263"/>
                  </a:lnTo>
                  <a:cubicBezTo>
                    <a:pt x="1" y="2322"/>
                    <a:pt x="1" y="2430"/>
                    <a:pt x="60" y="2489"/>
                  </a:cubicBezTo>
                  <a:cubicBezTo>
                    <a:pt x="84" y="2525"/>
                    <a:pt x="132" y="2537"/>
                    <a:pt x="179" y="2537"/>
                  </a:cubicBezTo>
                  <a:cubicBezTo>
                    <a:pt x="227" y="2537"/>
                    <a:pt x="263" y="2525"/>
                    <a:pt x="299" y="2489"/>
                  </a:cubicBezTo>
                  <a:lnTo>
                    <a:pt x="1084" y="1703"/>
                  </a:lnTo>
                  <a:cubicBezTo>
                    <a:pt x="1251" y="1822"/>
                    <a:pt x="1430" y="1870"/>
                    <a:pt x="1620" y="1870"/>
                  </a:cubicBezTo>
                  <a:cubicBezTo>
                    <a:pt x="1858" y="1870"/>
                    <a:pt x="2096" y="1775"/>
                    <a:pt x="2275" y="1596"/>
                  </a:cubicBezTo>
                  <a:cubicBezTo>
                    <a:pt x="2620" y="1227"/>
                    <a:pt x="2620" y="644"/>
                    <a:pt x="2263" y="275"/>
                  </a:cubicBezTo>
                  <a:cubicBezTo>
                    <a:pt x="2084" y="96"/>
                    <a:pt x="1846"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65"/>
            <p:cNvSpPr/>
            <p:nvPr/>
          </p:nvSpPr>
          <p:spPr>
            <a:xfrm>
              <a:off x="2229502" y="3535147"/>
              <a:ext cx="201833" cy="94723"/>
            </a:xfrm>
            <a:custGeom>
              <a:avLst/>
              <a:gdLst/>
              <a:ahLst/>
              <a:cxnLst/>
              <a:rect l="l" t="t" r="r" b="b"/>
              <a:pathLst>
                <a:path w="6371" h="2990" extrusionOk="0">
                  <a:moveTo>
                    <a:pt x="3191" y="310"/>
                  </a:moveTo>
                  <a:cubicBezTo>
                    <a:pt x="3477" y="310"/>
                    <a:pt x="3751" y="346"/>
                    <a:pt x="4025" y="393"/>
                  </a:cubicBezTo>
                  <a:cubicBezTo>
                    <a:pt x="4191" y="584"/>
                    <a:pt x="4275" y="834"/>
                    <a:pt x="4275" y="1084"/>
                  </a:cubicBezTo>
                  <a:cubicBezTo>
                    <a:pt x="4275" y="1703"/>
                    <a:pt x="3787" y="2191"/>
                    <a:pt x="3179" y="2191"/>
                  </a:cubicBezTo>
                  <a:cubicBezTo>
                    <a:pt x="2560" y="2191"/>
                    <a:pt x="2072" y="1703"/>
                    <a:pt x="2072" y="1084"/>
                  </a:cubicBezTo>
                  <a:cubicBezTo>
                    <a:pt x="2108" y="846"/>
                    <a:pt x="2191" y="596"/>
                    <a:pt x="2358" y="393"/>
                  </a:cubicBezTo>
                  <a:cubicBezTo>
                    <a:pt x="2620" y="346"/>
                    <a:pt x="2906" y="310"/>
                    <a:pt x="3191" y="310"/>
                  </a:cubicBezTo>
                  <a:close/>
                  <a:moveTo>
                    <a:pt x="1905" y="489"/>
                  </a:moveTo>
                  <a:lnTo>
                    <a:pt x="1905" y="489"/>
                  </a:lnTo>
                  <a:cubicBezTo>
                    <a:pt x="1822" y="691"/>
                    <a:pt x="1775" y="894"/>
                    <a:pt x="1775" y="1108"/>
                  </a:cubicBezTo>
                  <a:cubicBezTo>
                    <a:pt x="1775" y="1894"/>
                    <a:pt x="2417" y="2513"/>
                    <a:pt x="3191" y="2513"/>
                  </a:cubicBezTo>
                  <a:cubicBezTo>
                    <a:pt x="3965" y="2513"/>
                    <a:pt x="4608" y="1882"/>
                    <a:pt x="4608" y="1108"/>
                  </a:cubicBezTo>
                  <a:cubicBezTo>
                    <a:pt x="4608" y="894"/>
                    <a:pt x="4561" y="691"/>
                    <a:pt x="4465" y="489"/>
                  </a:cubicBezTo>
                  <a:lnTo>
                    <a:pt x="4465" y="489"/>
                  </a:lnTo>
                  <a:cubicBezTo>
                    <a:pt x="5180" y="691"/>
                    <a:pt x="5751" y="1060"/>
                    <a:pt x="6001" y="1489"/>
                  </a:cubicBezTo>
                  <a:cubicBezTo>
                    <a:pt x="5620" y="2191"/>
                    <a:pt x="4465" y="2668"/>
                    <a:pt x="3203" y="2668"/>
                  </a:cubicBezTo>
                  <a:cubicBezTo>
                    <a:pt x="1929" y="2668"/>
                    <a:pt x="798" y="2191"/>
                    <a:pt x="381" y="1489"/>
                  </a:cubicBezTo>
                  <a:cubicBezTo>
                    <a:pt x="632" y="1060"/>
                    <a:pt x="1191" y="691"/>
                    <a:pt x="1905" y="489"/>
                  </a:cubicBezTo>
                  <a:close/>
                  <a:moveTo>
                    <a:pt x="3191" y="1"/>
                  </a:moveTo>
                  <a:cubicBezTo>
                    <a:pt x="2858" y="1"/>
                    <a:pt x="2548" y="36"/>
                    <a:pt x="2239" y="96"/>
                  </a:cubicBezTo>
                  <a:cubicBezTo>
                    <a:pt x="1179" y="286"/>
                    <a:pt x="358" y="786"/>
                    <a:pt x="36" y="1429"/>
                  </a:cubicBezTo>
                  <a:cubicBezTo>
                    <a:pt x="0" y="1477"/>
                    <a:pt x="0" y="1536"/>
                    <a:pt x="36" y="1584"/>
                  </a:cubicBezTo>
                  <a:cubicBezTo>
                    <a:pt x="465" y="2429"/>
                    <a:pt x="1727" y="2989"/>
                    <a:pt x="3191" y="2989"/>
                  </a:cubicBezTo>
                  <a:cubicBezTo>
                    <a:pt x="4644" y="2989"/>
                    <a:pt x="5918" y="2429"/>
                    <a:pt x="6347" y="1584"/>
                  </a:cubicBezTo>
                  <a:cubicBezTo>
                    <a:pt x="6370" y="1525"/>
                    <a:pt x="6370" y="1477"/>
                    <a:pt x="6347" y="1429"/>
                  </a:cubicBezTo>
                  <a:cubicBezTo>
                    <a:pt x="6013" y="786"/>
                    <a:pt x="5204" y="286"/>
                    <a:pt x="4144" y="96"/>
                  </a:cubicBezTo>
                  <a:cubicBezTo>
                    <a:pt x="3822" y="36"/>
                    <a:pt x="3513"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65"/>
            <p:cNvSpPr/>
            <p:nvPr/>
          </p:nvSpPr>
          <p:spPr>
            <a:xfrm>
              <a:off x="2236281" y="3609215"/>
              <a:ext cx="81893" cy="38364"/>
            </a:xfrm>
            <a:custGeom>
              <a:avLst/>
              <a:gdLst/>
              <a:ahLst/>
              <a:cxnLst/>
              <a:rect l="l" t="t" r="r" b="b"/>
              <a:pathLst>
                <a:path w="2585" h="1211" extrusionOk="0">
                  <a:moveTo>
                    <a:pt x="180" y="1"/>
                  </a:moveTo>
                  <a:cubicBezTo>
                    <a:pt x="140" y="1"/>
                    <a:pt x="101" y="15"/>
                    <a:pt x="72" y="44"/>
                  </a:cubicBezTo>
                  <a:cubicBezTo>
                    <a:pt x="1" y="103"/>
                    <a:pt x="1" y="211"/>
                    <a:pt x="60" y="270"/>
                  </a:cubicBezTo>
                  <a:cubicBezTo>
                    <a:pt x="525" y="818"/>
                    <a:pt x="1418" y="1175"/>
                    <a:pt x="2406" y="1211"/>
                  </a:cubicBezTo>
                  <a:cubicBezTo>
                    <a:pt x="2501" y="1211"/>
                    <a:pt x="2573" y="1127"/>
                    <a:pt x="2573" y="1056"/>
                  </a:cubicBezTo>
                  <a:cubicBezTo>
                    <a:pt x="2584" y="949"/>
                    <a:pt x="2513" y="877"/>
                    <a:pt x="2430" y="877"/>
                  </a:cubicBezTo>
                  <a:cubicBezTo>
                    <a:pt x="1513" y="853"/>
                    <a:pt x="703" y="532"/>
                    <a:pt x="298" y="56"/>
                  </a:cubicBezTo>
                  <a:cubicBezTo>
                    <a:pt x="267" y="18"/>
                    <a:pt x="223"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5" name="Google Shape;11125;p65"/>
          <p:cNvGrpSpPr/>
          <p:nvPr/>
        </p:nvGrpSpPr>
        <p:grpSpPr>
          <a:xfrm>
            <a:off x="5353403" y="3610209"/>
            <a:ext cx="277992" cy="354974"/>
            <a:chOff x="5353403" y="3785609"/>
            <a:chExt cx="277992" cy="354974"/>
          </a:xfrm>
        </p:grpSpPr>
        <p:sp>
          <p:nvSpPr>
            <p:cNvPr id="11126" name="Google Shape;11126;p65"/>
            <p:cNvSpPr/>
            <p:nvPr/>
          </p:nvSpPr>
          <p:spPr>
            <a:xfrm>
              <a:off x="5476734" y="3952562"/>
              <a:ext cx="33232" cy="15998"/>
            </a:xfrm>
            <a:custGeom>
              <a:avLst/>
              <a:gdLst/>
              <a:ahLst/>
              <a:cxnLst/>
              <a:rect l="l" t="t" r="r" b="b"/>
              <a:pathLst>
                <a:path w="1049" h="505" extrusionOk="0">
                  <a:moveTo>
                    <a:pt x="189" y="0"/>
                  </a:moveTo>
                  <a:cubicBezTo>
                    <a:pt x="154" y="0"/>
                    <a:pt x="117" y="10"/>
                    <a:pt x="84" y="29"/>
                  </a:cubicBezTo>
                  <a:cubicBezTo>
                    <a:pt x="12" y="64"/>
                    <a:pt x="0" y="171"/>
                    <a:pt x="48" y="255"/>
                  </a:cubicBezTo>
                  <a:cubicBezTo>
                    <a:pt x="155" y="398"/>
                    <a:pt x="334" y="505"/>
                    <a:pt x="536" y="505"/>
                  </a:cubicBezTo>
                  <a:cubicBezTo>
                    <a:pt x="727" y="505"/>
                    <a:pt x="917" y="410"/>
                    <a:pt x="1024" y="255"/>
                  </a:cubicBezTo>
                  <a:cubicBezTo>
                    <a:pt x="1048" y="171"/>
                    <a:pt x="1024" y="76"/>
                    <a:pt x="953" y="29"/>
                  </a:cubicBezTo>
                  <a:cubicBezTo>
                    <a:pt x="924" y="10"/>
                    <a:pt x="890" y="0"/>
                    <a:pt x="856" y="0"/>
                  </a:cubicBezTo>
                  <a:cubicBezTo>
                    <a:pt x="805" y="0"/>
                    <a:pt x="755" y="21"/>
                    <a:pt x="727" y="64"/>
                  </a:cubicBezTo>
                  <a:cubicBezTo>
                    <a:pt x="691" y="124"/>
                    <a:pt x="608" y="171"/>
                    <a:pt x="524" y="171"/>
                  </a:cubicBezTo>
                  <a:cubicBezTo>
                    <a:pt x="429" y="171"/>
                    <a:pt x="346" y="136"/>
                    <a:pt x="310" y="64"/>
                  </a:cubicBezTo>
                  <a:cubicBezTo>
                    <a:pt x="289" y="21"/>
                    <a:pt x="24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65"/>
            <p:cNvSpPr/>
            <p:nvPr/>
          </p:nvSpPr>
          <p:spPr>
            <a:xfrm>
              <a:off x="5457124" y="3902540"/>
              <a:ext cx="10201" cy="15872"/>
            </a:xfrm>
            <a:custGeom>
              <a:avLst/>
              <a:gdLst/>
              <a:ahLst/>
              <a:cxnLst/>
              <a:rect l="l" t="t" r="r" b="b"/>
              <a:pathLst>
                <a:path w="322" h="501" extrusionOk="0">
                  <a:moveTo>
                    <a:pt x="155" y="0"/>
                  </a:moveTo>
                  <a:cubicBezTo>
                    <a:pt x="72" y="0"/>
                    <a:pt x="0" y="72"/>
                    <a:pt x="0" y="167"/>
                  </a:cubicBezTo>
                  <a:lnTo>
                    <a:pt x="0" y="346"/>
                  </a:lnTo>
                  <a:cubicBezTo>
                    <a:pt x="0" y="429"/>
                    <a:pt x="72" y="500"/>
                    <a:pt x="155" y="500"/>
                  </a:cubicBezTo>
                  <a:cubicBezTo>
                    <a:pt x="250" y="500"/>
                    <a:pt x="322" y="429"/>
                    <a:pt x="322" y="346"/>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65"/>
            <p:cNvSpPr/>
            <p:nvPr/>
          </p:nvSpPr>
          <p:spPr>
            <a:xfrm>
              <a:off x="5518234" y="3902540"/>
              <a:ext cx="10581" cy="15872"/>
            </a:xfrm>
            <a:custGeom>
              <a:avLst/>
              <a:gdLst/>
              <a:ahLst/>
              <a:cxnLst/>
              <a:rect l="l" t="t" r="r" b="b"/>
              <a:pathLst>
                <a:path w="334" h="501" extrusionOk="0">
                  <a:moveTo>
                    <a:pt x="167" y="0"/>
                  </a:moveTo>
                  <a:cubicBezTo>
                    <a:pt x="72" y="0"/>
                    <a:pt x="0" y="72"/>
                    <a:pt x="0" y="167"/>
                  </a:cubicBezTo>
                  <a:lnTo>
                    <a:pt x="0" y="346"/>
                  </a:lnTo>
                  <a:cubicBezTo>
                    <a:pt x="0" y="429"/>
                    <a:pt x="72" y="500"/>
                    <a:pt x="167" y="500"/>
                  </a:cubicBezTo>
                  <a:cubicBezTo>
                    <a:pt x="250" y="500"/>
                    <a:pt x="333" y="429"/>
                    <a:pt x="333" y="346"/>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65"/>
            <p:cNvSpPr/>
            <p:nvPr/>
          </p:nvSpPr>
          <p:spPr>
            <a:xfrm>
              <a:off x="5353403" y="3785609"/>
              <a:ext cx="277992" cy="354974"/>
            </a:xfrm>
            <a:custGeom>
              <a:avLst/>
              <a:gdLst/>
              <a:ahLst/>
              <a:cxnLst/>
              <a:rect l="l" t="t" r="r" b="b"/>
              <a:pathLst>
                <a:path w="8775" h="11205" extrusionOk="0">
                  <a:moveTo>
                    <a:pt x="2822" y="846"/>
                  </a:moveTo>
                  <a:lnTo>
                    <a:pt x="2822" y="2274"/>
                  </a:lnTo>
                  <a:cubicBezTo>
                    <a:pt x="2822" y="2274"/>
                    <a:pt x="2822" y="2286"/>
                    <a:pt x="2810" y="2286"/>
                  </a:cubicBezTo>
                  <a:lnTo>
                    <a:pt x="2453" y="2286"/>
                  </a:lnTo>
                  <a:cubicBezTo>
                    <a:pt x="2453" y="2286"/>
                    <a:pt x="2441" y="2286"/>
                    <a:pt x="2441" y="2274"/>
                  </a:cubicBezTo>
                  <a:lnTo>
                    <a:pt x="2441" y="1215"/>
                  </a:lnTo>
                  <a:lnTo>
                    <a:pt x="2453" y="1215"/>
                  </a:lnTo>
                  <a:cubicBezTo>
                    <a:pt x="2453" y="1155"/>
                    <a:pt x="2477" y="1096"/>
                    <a:pt x="2524" y="1072"/>
                  </a:cubicBezTo>
                  <a:lnTo>
                    <a:pt x="2822" y="846"/>
                  </a:lnTo>
                  <a:close/>
                  <a:moveTo>
                    <a:pt x="4739" y="322"/>
                  </a:moveTo>
                  <a:cubicBezTo>
                    <a:pt x="4739" y="322"/>
                    <a:pt x="4763" y="322"/>
                    <a:pt x="4763" y="346"/>
                  </a:cubicBezTo>
                  <a:lnTo>
                    <a:pt x="4763" y="2274"/>
                  </a:lnTo>
                  <a:cubicBezTo>
                    <a:pt x="4763" y="2274"/>
                    <a:pt x="4763" y="2286"/>
                    <a:pt x="4739" y="2286"/>
                  </a:cubicBezTo>
                  <a:lnTo>
                    <a:pt x="4048" y="2286"/>
                  </a:lnTo>
                  <a:cubicBezTo>
                    <a:pt x="4048" y="2286"/>
                    <a:pt x="4024" y="2286"/>
                    <a:pt x="4024" y="2274"/>
                  </a:cubicBezTo>
                  <a:lnTo>
                    <a:pt x="4024" y="346"/>
                  </a:lnTo>
                  <a:cubicBezTo>
                    <a:pt x="4024" y="334"/>
                    <a:pt x="4030" y="328"/>
                    <a:pt x="4033" y="328"/>
                  </a:cubicBezTo>
                  <a:cubicBezTo>
                    <a:pt x="4036" y="328"/>
                    <a:pt x="4036" y="334"/>
                    <a:pt x="4024" y="346"/>
                  </a:cubicBezTo>
                  <a:lnTo>
                    <a:pt x="4739" y="322"/>
                  </a:lnTo>
                  <a:close/>
                  <a:moveTo>
                    <a:pt x="5965" y="846"/>
                  </a:moveTo>
                  <a:lnTo>
                    <a:pt x="6263" y="1072"/>
                  </a:lnTo>
                  <a:cubicBezTo>
                    <a:pt x="6310" y="1096"/>
                    <a:pt x="6334" y="1155"/>
                    <a:pt x="6334" y="1215"/>
                  </a:cubicBezTo>
                  <a:lnTo>
                    <a:pt x="6334" y="2274"/>
                  </a:lnTo>
                  <a:cubicBezTo>
                    <a:pt x="6334" y="2274"/>
                    <a:pt x="6334" y="2286"/>
                    <a:pt x="6322" y="2286"/>
                  </a:cubicBezTo>
                  <a:lnTo>
                    <a:pt x="5965" y="2286"/>
                  </a:lnTo>
                  <a:cubicBezTo>
                    <a:pt x="5965" y="2286"/>
                    <a:pt x="5953" y="2286"/>
                    <a:pt x="5953" y="2274"/>
                  </a:cubicBezTo>
                  <a:lnTo>
                    <a:pt x="5953" y="846"/>
                  </a:lnTo>
                  <a:close/>
                  <a:moveTo>
                    <a:pt x="5072" y="596"/>
                  </a:moveTo>
                  <a:cubicBezTo>
                    <a:pt x="5263" y="631"/>
                    <a:pt x="5441" y="715"/>
                    <a:pt x="5620" y="822"/>
                  </a:cubicBezTo>
                  <a:lnTo>
                    <a:pt x="5620" y="2274"/>
                  </a:lnTo>
                  <a:cubicBezTo>
                    <a:pt x="5620" y="2465"/>
                    <a:pt x="5775" y="2620"/>
                    <a:pt x="5965" y="2620"/>
                  </a:cubicBezTo>
                  <a:lnTo>
                    <a:pt x="6322" y="2620"/>
                  </a:lnTo>
                  <a:cubicBezTo>
                    <a:pt x="6513" y="2620"/>
                    <a:pt x="6668" y="2465"/>
                    <a:pt x="6668" y="2274"/>
                  </a:cubicBezTo>
                  <a:lnTo>
                    <a:pt x="6668" y="1798"/>
                  </a:lnTo>
                  <a:cubicBezTo>
                    <a:pt x="6870" y="2155"/>
                    <a:pt x="7001" y="2572"/>
                    <a:pt x="7037" y="2989"/>
                  </a:cubicBezTo>
                  <a:lnTo>
                    <a:pt x="6501" y="2989"/>
                  </a:lnTo>
                  <a:cubicBezTo>
                    <a:pt x="6406" y="2989"/>
                    <a:pt x="6334" y="3060"/>
                    <a:pt x="6334" y="3155"/>
                  </a:cubicBezTo>
                  <a:cubicBezTo>
                    <a:pt x="6334" y="3239"/>
                    <a:pt x="6406" y="3310"/>
                    <a:pt x="6501" y="3310"/>
                  </a:cubicBezTo>
                  <a:lnTo>
                    <a:pt x="6858" y="3310"/>
                  </a:lnTo>
                  <a:lnTo>
                    <a:pt x="6858" y="3536"/>
                  </a:lnTo>
                  <a:cubicBezTo>
                    <a:pt x="6799" y="3572"/>
                    <a:pt x="6763" y="3632"/>
                    <a:pt x="6763" y="3691"/>
                  </a:cubicBezTo>
                  <a:cubicBezTo>
                    <a:pt x="6763" y="3775"/>
                    <a:pt x="6846" y="3846"/>
                    <a:pt x="6929" y="3846"/>
                  </a:cubicBezTo>
                  <a:cubicBezTo>
                    <a:pt x="7001" y="3846"/>
                    <a:pt x="7084" y="3882"/>
                    <a:pt x="7144" y="3941"/>
                  </a:cubicBezTo>
                  <a:cubicBezTo>
                    <a:pt x="7203" y="4001"/>
                    <a:pt x="7215" y="4072"/>
                    <a:pt x="7215" y="4144"/>
                  </a:cubicBezTo>
                  <a:cubicBezTo>
                    <a:pt x="7203" y="4287"/>
                    <a:pt x="7060" y="4406"/>
                    <a:pt x="6918" y="4406"/>
                  </a:cubicBezTo>
                  <a:lnTo>
                    <a:pt x="6846" y="4406"/>
                  </a:lnTo>
                  <a:lnTo>
                    <a:pt x="6846" y="4394"/>
                  </a:lnTo>
                  <a:cubicBezTo>
                    <a:pt x="6846" y="4298"/>
                    <a:pt x="6763" y="4227"/>
                    <a:pt x="6679" y="4227"/>
                  </a:cubicBezTo>
                  <a:cubicBezTo>
                    <a:pt x="6584" y="4227"/>
                    <a:pt x="6513" y="4298"/>
                    <a:pt x="6513" y="4394"/>
                  </a:cubicBezTo>
                  <a:cubicBezTo>
                    <a:pt x="6513" y="5096"/>
                    <a:pt x="6156" y="5763"/>
                    <a:pt x="5572" y="6144"/>
                  </a:cubicBezTo>
                  <a:lnTo>
                    <a:pt x="5572" y="6108"/>
                  </a:lnTo>
                  <a:lnTo>
                    <a:pt x="5489" y="5370"/>
                  </a:lnTo>
                  <a:cubicBezTo>
                    <a:pt x="5441" y="5013"/>
                    <a:pt x="5155" y="4763"/>
                    <a:pt x="4798" y="4763"/>
                  </a:cubicBezTo>
                  <a:lnTo>
                    <a:pt x="3989" y="4763"/>
                  </a:lnTo>
                  <a:cubicBezTo>
                    <a:pt x="3631" y="4763"/>
                    <a:pt x="3334" y="5025"/>
                    <a:pt x="3298" y="5370"/>
                  </a:cubicBezTo>
                  <a:lnTo>
                    <a:pt x="3215" y="6108"/>
                  </a:lnTo>
                  <a:lnTo>
                    <a:pt x="3215" y="6144"/>
                  </a:lnTo>
                  <a:cubicBezTo>
                    <a:pt x="2977" y="5965"/>
                    <a:pt x="2774" y="5763"/>
                    <a:pt x="2619" y="5525"/>
                  </a:cubicBezTo>
                  <a:cubicBezTo>
                    <a:pt x="2393" y="5180"/>
                    <a:pt x="2274" y="4787"/>
                    <a:pt x="2274" y="4370"/>
                  </a:cubicBezTo>
                  <a:cubicBezTo>
                    <a:pt x="2274" y="4287"/>
                    <a:pt x="2203" y="4203"/>
                    <a:pt x="2107" y="4203"/>
                  </a:cubicBezTo>
                  <a:cubicBezTo>
                    <a:pt x="2024" y="4203"/>
                    <a:pt x="1941" y="4287"/>
                    <a:pt x="1941" y="4370"/>
                  </a:cubicBezTo>
                  <a:lnTo>
                    <a:pt x="1941" y="4394"/>
                  </a:lnTo>
                  <a:lnTo>
                    <a:pt x="1846" y="4394"/>
                  </a:lnTo>
                  <a:cubicBezTo>
                    <a:pt x="1762" y="4394"/>
                    <a:pt x="1691" y="4358"/>
                    <a:pt x="1631" y="4298"/>
                  </a:cubicBezTo>
                  <a:cubicBezTo>
                    <a:pt x="1572" y="4239"/>
                    <a:pt x="1560" y="4167"/>
                    <a:pt x="1560" y="4096"/>
                  </a:cubicBezTo>
                  <a:cubicBezTo>
                    <a:pt x="1572" y="3953"/>
                    <a:pt x="1703" y="3834"/>
                    <a:pt x="1857" y="3834"/>
                  </a:cubicBezTo>
                  <a:cubicBezTo>
                    <a:pt x="1941" y="3834"/>
                    <a:pt x="2024" y="3763"/>
                    <a:pt x="2024" y="3667"/>
                  </a:cubicBezTo>
                  <a:cubicBezTo>
                    <a:pt x="2024" y="3596"/>
                    <a:pt x="1976" y="3536"/>
                    <a:pt x="1905" y="3525"/>
                  </a:cubicBezTo>
                  <a:lnTo>
                    <a:pt x="1905" y="3310"/>
                  </a:lnTo>
                  <a:lnTo>
                    <a:pt x="5775" y="3310"/>
                  </a:lnTo>
                  <a:cubicBezTo>
                    <a:pt x="5858" y="3310"/>
                    <a:pt x="5929" y="3239"/>
                    <a:pt x="5929" y="3155"/>
                  </a:cubicBezTo>
                  <a:cubicBezTo>
                    <a:pt x="5929" y="3060"/>
                    <a:pt x="5858" y="2989"/>
                    <a:pt x="5775" y="2989"/>
                  </a:cubicBezTo>
                  <a:lnTo>
                    <a:pt x="1726" y="2989"/>
                  </a:lnTo>
                  <a:cubicBezTo>
                    <a:pt x="1750" y="2572"/>
                    <a:pt x="1869" y="2155"/>
                    <a:pt x="2096" y="1798"/>
                  </a:cubicBezTo>
                  <a:lnTo>
                    <a:pt x="2096" y="2274"/>
                  </a:lnTo>
                  <a:cubicBezTo>
                    <a:pt x="2096" y="2465"/>
                    <a:pt x="2238" y="2620"/>
                    <a:pt x="2441" y="2620"/>
                  </a:cubicBezTo>
                  <a:lnTo>
                    <a:pt x="2798" y="2620"/>
                  </a:lnTo>
                  <a:cubicBezTo>
                    <a:pt x="2989" y="2620"/>
                    <a:pt x="3131" y="2465"/>
                    <a:pt x="3131" y="2274"/>
                  </a:cubicBezTo>
                  <a:lnTo>
                    <a:pt x="3131" y="822"/>
                  </a:lnTo>
                  <a:cubicBezTo>
                    <a:pt x="3310" y="727"/>
                    <a:pt x="3489" y="655"/>
                    <a:pt x="3691" y="596"/>
                  </a:cubicBezTo>
                  <a:lnTo>
                    <a:pt x="3691" y="2274"/>
                  </a:lnTo>
                  <a:cubicBezTo>
                    <a:pt x="3691" y="2465"/>
                    <a:pt x="3834" y="2620"/>
                    <a:pt x="4024" y="2620"/>
                  </a:cubicBezTo>
                  <a:lnTo>
                    <a:pt x="4727" y="2620"/>
                  </a:lnTo>
                  <a:cubicBezTo>
                    <a:pt x="4917" y="2620"/>
                    <a:pt x="5072" y="2465"/>
                    <a:pt x="5072" y="2274"/>
                  </a:cubicBezTo>
                  <a:lnTo>
                    <a:pt x="5072" y="596"/>
                  </a:lnTo>
                  <a:close/>
                  <a:moveTo>
                    <a:pt x="4822" y="5072"/>
                  </a:moveTo>
                  <a:cubicBezTo>
                    <a:pt x="5001" y="5072"/>
                    <a:pt x="5155" y="5203"/>
                    <a:pt x="5179" y="5406"/>
                  </a:cubicBezTo>
                  <a:lnTo>
                    <a:pt x="5263" y="6144"/>
                  </a:lnTo>
                  <a:cubicBezTo>
                    <a:pt x="5263" y="6275"/>
                    <a:pt x="5191" y="6430"/>
                    <a:pt x="5060" y="6501"/>
                  </a:cubicBezTo>
                  <a:lnTo>
                    <a:pt x="4560" y="6739"/>
                  </a:lnTo>
                  <a:cubicBezTo>
                    <a:pt x="4513" y="6763"/>
                    <a:pt x="4459" y="6775"/>
                    <a:pt x="4404" y="6775"/>
                  </a:cubicBezTo>
                  <a:cubicBezTo>
                    <a:pt x="4349" y="6775"/>
                    <a:pt x="4292" y="6763"/>
                    <a:pt x="4239" y="6739"/>
                  </a:cubicBezTo>
                  <a:lnTo>
                    <a:pt x="3751" y="6501"/>
                  </a:lnTo>
                  <a:cubicBezTo>
                    <a:pt x="3608" y="6430"/>
                    <a:pt x="3536" y="6299"/>
                    <a:pt x="3548" y="6144"/>
                  </a:cubicBezTo>
                  <a:lnTo>
                    <a:pt x="3643" y="5406"/>
                  </a:lnTo>
                  <a:cubicBezTo>
                    <a:pt x="3655" y="5227"/>
                    <a:pt x="3822" y="5072"/>
                    <a:pt x="4001" y="5072"/>
                  </a:cubicBezTo>
                  <a:close/>
                  <a:moveTo>
                    <a:pt x="5489" y="6561"/>
                  </a:moveTo>
                  <a:lnTo>
                    <a:pt x="5489" y="7120"/>
                  </a:lnTo>
                  <a:cubicBezTo>
                    <a:pt x="5489" y="7370"/>
                    <a:pt x="5620" y="7608"/>
                    <a:pt x="5822" y="7716"/>
                  </a:cubicBezTo>
                  <a:cubicBezTo>
                    <a:pt x="5465" y="8168"/>
                    <a:pt x="4953" y="8418"/>
                    <a:pt x="4405" y="8418"/>
                  </a:cubicBezTo>
                  <a:cubicBezTo>
                    <a:pt x="3846" y="8418"/>
                    <a:pt x="3334" y="8168"/>
                    <a:pt x="3000" y="7739"/>
                  </a:cubicBezTo>
                  <a:cubicBezTo>
                    <a:pt x="3215" y="7620"/>
                    <a:pt x="3346" y="7394"/>
                    <a:pt x="3346" y="7144"/>
                  </a:cubicBezTo>
                  <a:lnTo>
                    <a:pt x="3346" y="6573"/>
                  </a:lnTo>
                  <a:lnTo>
                    <a:pt x="3370" y="6573"/>
                  </a:lnTo>
                  <a:cubicBezTo>
                    <a:pt x="3429" y="6668"/>
                    <a:pt x="3524" y="6727"/>
                    <a:pt x="3608" y="6787"/>
                  </a:cubicBezTo>
                  <a:lnTo>
                    <a:pt x="4096" y="7025"/>
                  </a:lnTo>
                  <a:cubicBezTo>
                    <a:pt x="4203" y="7073"/>
                    <a:pt x="4310" y="7096"/>
                    <a:pt x="4417" y="7096"/>
                  </a:cubicBezTo>
                  <a:cubicBezTo>
                    <a:pt x="4513" y="7096"/>
                    <a:pt x="4620" y="7073"/>
                    <a:pt x="4727" y="7025"/>
                  </a:cubicBezTo>
                  <a:lnTo>
                    <a:pt x="5215" y="6787"/>
                  </a:lnTo>
                  <a:cubicBezTo>
                    <a:pt x="5322" y="6739"/>
                    <a:pt x="5394" y="6668"/>
                    <a:pt x="5453" y="6573"/>
                  </a:cubicBezTo>
                  <a:cubicBezTo>
                    <a:pt x="5465" y="6573"/>
                    <a:pt x="5465" y="6573"/>
                    <a:pt x="5489" y="6561"/>
                  </a:cubicBezTo>
                  <a:close/>
                  <a:moveTo>
                    <a:pt x="2298" y="7966"/>
                  </a:moveTo>
                  <a:lnTo>
                    <a:pt x="2298" y="9299"/>
                  </a:lnTo>
                  <a:lnTo>
                    <a:pt x="2107" y="9299"/>
                  </a:lnTo>
                  <a:cubicBezTo>
                    <a:pt x="1976" y="9299"/>
                    <a:pt x="1857" y="9347"/>
                    <a:pt x="1750" y="9406"/>
                  </a:cubicBezTo>
                  <a:lnTo>
                    <a:pt x="1750" y="8120"/>
                  </a:lnTo>
                  <a:lnTo>
                    <a:pt x="2298" y="7966"/>
                  </a:lnTo>
                  <a:close/>
                  <a:moveTo>
                    <a:pt x="6501" y="7966"/>
                  </a:moveTo>
                  <a:lnTo>
                    <a:pt x="7049" y="8120"/>
                  </a:lnTo>
                  <a:lnTo>
                    <a:pt x="7049" y="9406"/>
                  </a:lnTo>
                  <a:cubicBezTo>
                    <a:pt x="6941" y="9347"/>
                    <a:pt x="6822" y="9299"/>
                    <a:pt x="6691" y="9299"/>
                  </a:cubicBezTo>
                  <a:lnTo>
                    <a:pt x="6501" y="9299"/>
                  </a:lnTo>
                  <a:lnTo>
                    <a:pt x="6501" y="7966"/>
                  </a:lnTo>
                  <a:close/>
                  <a:moveTo>
                    <a:pt x="4048" y="0"/>
                  </a:moveTo>
                  <a:cubicBezTo>
                    <a:pt x="3881" y="0"/>
                    <a:pt x="3762" y="96"/>
                    <a:pt x="3715" y="250"/>
                  </a:cubicBezTo>
                  <a:cubicBezTo>
                    <a:pt x="3477" y="310"/>
                    <a:pt x="3239" y="381"/>
                    <a:pt x="3036" y="500"/>
                  </a:cubicBezTo>
                  <a:cubicBezTo>
                    <a:pt x="3012" y="500"/>
                    <a:pt x="3012" y="488"/>
                    <a:pt x="3000" y="488"/>
                  </a:cubicBezTo>
                  <a:cubicBezTo>
                    <a:pt x="2965" y="468"/>
                    <a:pt x="2922" y="456"/>
                    <a:pt x="2878" y="456"/>
                  </a:cubicBezTo>
                  <a:cubicBezTo>
                    <a:pt x="2819" y="456"/>
                    <a:pt x="2757" y="477"/>
                    <a:pt x="2703" y="524"/>
                  </a:cubicBezTo>
                  <a:lnTo>
                    <a:pt x="2322" y="798"/>
                  </a:lnTo>
                  <a:cubicBezTo>
                    <a:pt x="2179" y="905"/>
                    <a:pt x="2107" y="1060"/>
                    <a:pt x="2107" y="1215"/>
                  </a:cubicBezTo>
                  <a:lnTo>
                    <a:pt x="2107" y="1227"/>
                  </a:lnTo>
                  <a:cubicBezTo>
                    <a:pt x="1691" y="1727"/>
                    <a:pt x="1453" y="2346"/>
                    <a:pt x="1405" y="2989"/>
                  </a:cubicBezTo>
                  <a:lnTo>
                    <a:pt x="1214" y="2989"/>
                  </a:lnTo>
                  <a:cubicBezTo>
                    <a:pt x="1131" y="2989"/>
                    <a:pt x="1048" y="3060"/>
                    <a:pt x="1048" y="3155"/>
                  </a:cubicBezTo>
                  <a:cubicBezTo>
                    <a:pt x="1048" y="3239"/>
                    <a:pt x="1131" y="3310"/>
                    <a:pt x="1214" y="3310"/>
                  </a:cubicBezTo>
                  <a:lnTo>
                    <a:pt x="1572" y="3310"/>
                  </a:lnTo>
                  <a:lnTo>
                    <a:pt x="1572" y="3584"/>
                  </a:lnTo>
                  <a:cubicBezTo>
                    <a:pt x="1381" y="3667"/>
                    <a:pt x="1250" y="3846"/>
                    <a:pt x="1226" y="4060"/>
                  </a:cubicBezTo>
                  <a:cubicBezTo>
                    <a:pt x="1214" y="4227"/>
                    <a:pt x="1274" y="4406"/>
                    <a:pt x="1381" y="4525"/>
                  </a:cubicBezTo>
                  <a:cubicBezTo>
                    <a:pt x="1500" y="4644"/>
                    <a:pt x="1667" y="4715"/>
                    <a:pt x="1822" y="4715"/>
                  </a:cubicBezTo>
                  <a:lnTo>
                    <a:pt x="1941" y="4715"/>
                  </a:lnTo>
                  <a:cubicBezTo>
                    <a:pt x="1988" y="5060"/>
                    <a:pt x="2119" y="5394"/>
                    <a:pt x="2298" y="5691"/>
                  </a:cubicBezTo>
                  <a:cubicBezTo>
                    <a:pt x="2477" y="5965"/>
                    <a:pt x="2703" y="6203"/>
                    <a:pt x="2977" y="6382"/>
                  </a:cubicBezTo>
                  <a:lnTo>
                    <a:pt x="2977" y="7144"/>
                  </a:lnTo>
                  <a:cubicBezTo>
                    <a:pt x="2977" y="7311"/>
                    <a:pt x="2869" y="7442"/>
                    <a:pt x="2715" y="7477"/>
                  </a:cubicBezTo>
                  <a:lnTo>
                    <a:pt x="869" y="8037"/>
                  </a:lnTo>
                  <a:cubicBezTo>
                    <a:pt x="357" y="8180"/>
                    <a:pt x="0" y="8656"/>
                    <a:pt x="0" y="9192"/>
                  </a:cubicBezTo>
                  <a:lnTo>
                    <a:pt x="0" y="11037"/>
                  </a:lnTo>
                  <a:cubicBezTo>
                    <a:pt x="0" y="11133"/>
                    <a:pt x="71" y="11204"/>
                    <a:pt x="155" y="11204"/>
                  </a:cubicBezTo>
                  <a:cubicBezTo>
                    <a:pt x="250" y="11204"/>
                    <a:pt x="322" y="11133"/>
                    <a:pt x="322" y="11037"/>
                  </a:cubicBezTo>
                  <a:lnTo>
                    <a:pt x="322" y="9192"/>
                  </a:lnTo>
                  <a:cubicBezTo>
                    <a:pt x="322" y="8811"/>
                    <a:pt x="595" y="8454"/>
                    <a:pt x="964" y="8347"/>
                  </a:cubicBezTo>
                  <a:lnTo>
                    <a:pt x="1393" y="8216"/>
                  </a:lnTo>
                  <a:lnTo>
                    <a:pt x="1393" y="11037"/>
                  </a:lnTo>
                  <a:cubicBezTo>
                    <a:pt x="1393" y="11133"/>
                    <a:pt x="1465" y="11204"/>
                    <a:pt x="1560" y="11204"/>
                  </a:cubicBezTo>
                  <a:cubicBezTo>
                    <a:pt x="1643" y="11204"/>
                    <a:pt x="1715" y="11133"/>
                    <a:pt x="1715" y="11037"/>
                  </a:cubicBezTo>
                  <a:lnTo>
                    <a:pt x="1715" y="9978"/>
                  </a:lnTo>
                  <a:cubicBezTo>
                    <a:pt x="1715" y="9787"/>
                    <a:pt x="1881" y="9621"/>
                    <a:pt x="2084" y="9621"/>
                  </a:cubicBezTo>
                  <a:lnTo>
                    <a:pt x="2774" y="9621"/>
                  </a:lnTo>
                  <a:cubicBezTo>
                    <a:pt x="2869" y="9621"/>
                    <a:pt x="2941" y="9549"/>
                    <a:pt x="2941" y="9466"/>
                  </a:cubicBezTo>
                  <a:cubicBezTo>
                    <a:pt x="2941" y="9371"/>
                    <a:pt x="2869" y="9299"/>
                    <a:pt x="2774" y="9299"/>
                  </a:cubicBezTo>
                  <a:lnTo>
                    <a:pt x="2584" y="9299"/>
                  </a:lnTo>
                  <a:lnTo>
                    <a:pt x="2584" y="7858"/>
                  </a:lnTo>
                  <a:lnTo>
                    <a:pt x="2631" y="7835"/>
                  </a:lnTo>
                  <a:cubicBezTo>
                    <a:pt x="3012" y="8406"/>
                    <a:pt x="3655" y="8751"/>
                    <a:pt x="4358" y="8751"/>
                  </a:cubicBezTo>
                  <a:cubicBezTo>
                    <a:pt x="5060" y="8751"/>
                    <a:pt x="5679" y="8406"/>
                    <a:pt x="6084" y="7835"/>
                  </a:cubicBezTo>
                  <a:lnTo>
                    <a:pt x="6120" y="7858"/>
                  </a:lnTo>
                  <a:lnTo>
                    <a:pt x="6120" y="9299"/>
                  </a:lnTo>
                  <a:lnTo>
                    <a:pt x="3477" y="9299"/>
                  </a:lnTo>
                  <a:cubicBezTo>
                    <a:pt x="3381" y="9299"/>
                    <a:pt x="3310" y="9371"/>
                    <a:pt x="3310" y="9466"/>
                  </a:cubicBezTo>
                  <a:cubicBezTo>
                    <a:pt x="3310" y="9549"/>
                    <a:pt x="3381" y="9621"/>
                    <a:pt x="3477" y="9621"/>
                  </a:cubicBezTo>
                  <a:lnTo>
                    <a:pt x="6632" y="9621"/>
                  </a:lnTo>
                  <a:cubicBezTo>
                    <a:pt x="6822" y="9621"/>
                    <a:pt x="6989" y="9787"/>
                    <a:pt x="6989" y="9978"/>
                  </a:cubicBezTo>
                  <a:lnTo>
                    <a:pt x="6989" y="11037"/>
                  </a:lnTo>
                  <a:cubicBezTo>
                    <a:pt x="6989" y="11133"/>
                    <a:pt x="7060" y="11204"/>
                    <a:pt x="7156" y="11204"/>
                  </a:cubicBezTo>
                  <a:cubicBezTo>
                    <a:pt x="7239" y="11204"/>
                    <a:pt x="7310" y="11133"/>
                    <a:pt x="7310" y="11037"/>
                  </a:cubicBezTo>
                  <a:lnTo>
                    <a:pt x="7310" y="8216"/>
                  </a:lnTo>
                  <a:lnTo>
                    <a:pt x="7751" y="8347"/>
                  </a:lnTo>
                  <a:cubicBezTo>
                    <a:pt x="8120" y="8454"/>
                    <a:pt x="8382" y="8811"/>
                    <a:pt x="8382" y="9192"/>
                  </a:cubicBezTo>
                  <a:lnTo>
                    <a:pt x="8382" y="11037"/>
                  </a:lnTo>
                  <a:cubicBezTo>
                    <a:pt x="8382" y="11133"/>
                    <a:pt x="8465" y="11204"/>
                    <a:pt x="8549" y="11204"/>
                  </a:cubicBezTo>
                  <a:cubicBezTo>
                    <a:pt x="8644" y="11204"/>
                    <a:pt x="8715" y="11133"/>
                    <a:pt x="8715" y="11037"/>
                  </a:cubicBezTo>
                  <a:lnTo>
                    <a:pt x="8715" y="9192"/>
                  </a:lnTo>
                  <a:cubicBezTo>
                    <a:pt x="8775" y="8656"/>
                    <a:pt x="8418" y="8180"/>
                    <a:pt x="7894" y="8037"/>
                  </a:cubicBezTo>
                  <a:lnTo>
                    <a:pt x="6048" y="7489"/>
                  </a:lnTo>
                  <a:cubicBezTo>
                    <a:pt x="5906" y="7442"/>
                    <a:pt x="5798" y="7287"/>
                    <a:pt x="5798" y="7144"/>
                  </a:cubicBezTo>
                  <a:lnTo>
                    <a:pt x="5798" y="6382"/>
                  </a:lnTo>
                  <a:cubicBezTo>
                    <a:pt x="6358" y="6001"/>
                    <a:pt x="6739" y="5382"/>
                    <a:pt x="6822" y="4715"/>
                  </a:cubicBezTo>
                  <a:lnTo>
                    <a:pt x="6929" y="4715"/>
                  </a:lnTo>
                  <a:cubicBezTo>
                    <a:pt x="7263" y="4715"/>
                    <a:pt x="7525" y="4477"/>
                    <a:pt x="7561" y="4179"/>
                  </a:cubicBezTo>
                  <a:cubicBezTo>
                    <a:pt x="7572" y="4013"/>
                    <a:pt x="7513" y="3834"/>
                    <a:pt x="7406" y="3715"/>
                  </a:cubicBezTo>
                  <a:cubicBezTo>
                    <a:pt x="7346" y="3656"/>
                    <a:pt x="7287" y="3608"/>
                    <a:pt x="7215" y="3572"/>
                  </a:cubicBezTo>
                  <a:lnTo>
                    <a:pt x="7215" y="3310"/>
                  </a:lnTo>
                  <a:lnTo>
                    <a:pt x="7572" y="3310"/>
                  </a:lnTo>
                  <a:cubicBezTo>
                    <a:pt x="7656" y="3310"/>
                    <a:pt x="7739" y="3239"/>
                    <a:pt x="7739" y="3155"/>
                  </a:cubicBezTo>
                  <a:cubicBezTo>
                    <a:pt x="7739" y="3060"/>
                    <a:pt x="7656" y="2989"/>
                    <a:pt x="7572" y="2989"/>
                  </a:cubicBezTo>
                  <a:lnTo>
                    <a:pt x="7382" y="2989"/>
                  </a:lnTo>
                  <a:cubicBezTo>
                    <a:pt x="7346" y="2346"/>
                    <a:pt x="7096" y="1727"/>
                    <a:pt x="6679" y="1227"/>
                  </a:cubicBezTo>
                  <a:lnTo>
                    <a:pt x="6679" y="1215"/>
                  </a:lnTo>
                  <a:cubicBezTo>
                    <a:pt x="6679" y="1048"/>
                    <a:pt x="6608" y="905"/>
                    <a:pt x="6465" y="798"/>
                  </a:cubicBezTo>
                  <a:lnTo>
                    <a:pt x="6084" y="524"/>
                  </a:lnTo>
                  <a:cubicBezTo>
                    <a:pt x="6024" y="487"/>
                    <a:pt x="5964" y="463"/>
                    <a:pt x="5900" y="463"/>
                  </a:cubicBezTo>
                  <a:cubicBezTo>
                    <a:pt x="5864" y="463"/>
                    <a:pt x="5826" y="471"/>
                    <a:pt x="5786" y="488"/>
                  </a:cubicBezTo>
                  <a:cubicBezTo>
                    <a:pt x="5775" y="488"/>
                    <a:pt x="5775" y="500"/>
                    <a:pt x="5751" y="500"/>
                  </a:cubicBezTo>
                  <a:cubicBezTo>
                    <a:pt x="5536" y="381"/>
                    <a:pt x="5310" y="310"/>
                    <a:pt x="5072" y="250"/>
                  </a:cubicBezTo>
                  <a:cubicBezTo>
                    <a:pt x="5024" y="96"/>
                    <a:pt x="4905" y="0"/>
                    <a:pt x="4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65"/>
            <p:cNvSpPr/>
            <p:nvPr/>
          </p:nvSpPr>
          <p:spPr>
            <a:xfrm>
              <a:off x="5420533" y="4102440"/>
              <a:ext cx="10581" cy="10201"/>
            </a:xfrm>
            <a:custGeom>
              <a:avLst/>
              <a:gdLst/>
              <a:ahLst/>
              <a:cxnLst/>
              <a:rect l="l" t="t" r="r" b="b"/>
              <a:pathLst>
                <a:path w="334" h="322" extrusionOk="0">
                  <a:moveTo>
                    <a:pt x="167" y="1"/>
                  </a:moveTo>
                  <a:cubicBezTo>
                    <a:pt x="84" y="1"/>
                    <a:pt x="0" y="72"/>
                    <a:pt x="0" y="167"/>
                  </a:cubicBezTo>
                  <a:cubicBezTo>
                    <a:pt x="0" y="251"/>
                    <a:pt x="84" y="322"/>
                    <a:pt x="167" y="322"/>
                  </a:cubicBezTo>
                  <a:cubicBezTo>
                    <a:pt x="262" y="322"/>
                    <a:pt x="334" y="251"/>
                    <a:pt x="334" y="167"/>
                  </a:cubicBez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65"/>
            <p:cNvSpPr/>
            <p:nvPr/>
          </p:nvSpPr>
          <p:spPr>
            <a:xfrm>
              <a:off x="5554064" y="4102440"/>
              <a:ext cx="10201" cy="10201"/>
            </a:xfrm>
            <a:custGeom>
              <a:avLst/>
              <a:gdLst/>
              <a:ahLst/>
              <a:cxnLst/>
              <a:rect l="l" t="t" r="r" b="b"/>
              <a:pathLst>
                <a:path w="322" h="322" extrusionOk="0">
                  <a:moveTo>
                    <a:pt x="167" y="1"/>
                  </a:moveTo>
                  <a:cubicBezTo>
                    <a:pt x="72" y="1"/>
                    <a:pt x="0" y="72"/>
                    <a:pt x="0" y="167"/>
                  </a:cubicBezTo>
                  <a:cubicBezTo>
                    <a:pt x="0" y="251"/>
                    <a:pt x="72" y="322"/>
                    <a:pt x="167" y="322"/>
                  </a:cubicBezTo>
                  <a:cubicBezTo>
                    <a:pt x="250" y="322"/>
                    <a:pt x="322" y="251"/>
                    <a:pt x="322" y="167"/>
                  </a:cubicBezTo>
                  <a:cubicBezTo>
                    <a:pt x="322"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2" name="Google Shape;11132;p65"/>
          <p:cNvGrpSpPr/>
          <p:nvPr/>
        </p:nvGrpSpPr>
        <p:grpSpPr>
          <a:xfrm>
            <a:off x="4896229" y="3610589"/>
            <a:ext cx="278784" cy="354594"/>
            <a:chOff x="4896229" y="3785989"/>
            <a:chExt cx="278784" cy="354594"/>
          </a:xfrm>
        </p:grpSpPr>
        <p:sp>
          <p:nvSpPr>
            <p:cNvPr id="11133" name="Google Shape;11133;p65"/>
            <p:cNvSpPr/>
            <p:nvPr/>
          </p:nvSpPr>
          <p:spPr>
            <a:xfrm>
              <a:off x="4896229" y="3785989"/>
              <a:ext cx="278784" cy="354594"/>
            </a:xfrm>
            <a:custGeom>
              <a:avLst/>
              <a:gdLst/>
              <a:ahLst/>
              <a:cxnLst/>
              <a:rect l="l" t="t" r="r" b="b"/>
              <a:pathLst>
                <a:path w="8800" h="11193" extrusionOk="0">
                  <a:moveTo>
                    <a:pt x="4418" y="488"/>
                  </a:moveTo>
                  <a:lnTo>
                    <a:pt x="4763" y="1536"/>
                  </a:lnTo>
                  <a:lnTo>
                    <a:pt x="4442" y="2072"/>
                  </a:lnTo>
                  <a:cubicBezTo>
                    <a:pt x="4442" y="2072"/>
                    <a:pt x="4442" y="2084"/>
                    <a:pt x="4418" y="2084"/>
                  </a:cubicBezTo>
                  <a:cubicBezTo>
                    <a:pt x="4406" y="2084"/>
                    <a:pt x="4406" y="2084"/>
                    <a:pt x="4406" y="2072"/>
                  </a:cubicBezTo>
                  <a:lnTo>
                    <a:pt x="4085" y="1536"/>
                  </a:lnTo>
                  <a:lnTo>
                    <a:pt x="4418" y="488"/>
                  </a:lnTo>
                  <a:close/>
                  <a:moveTo>
                    <a:pt x="5049" y="1703"/>
                  </a:moveTo>
                  <a:cubicBezTo>
                    <a:pt x="6120" y="1977"/>
                    <a:pt x="6882" y="2965"/>
                    <a:pt x="6882" y="4084"/>
                  </a:cubicBezTo>
                  <a:lnTo>
                    <a:pt x="6882" y="4465"/>
                  </a:lnTo>
                  <a:cubicBezTo>
                    <a:pt x="6823" y="4501"/>
                    <a:pt x="6787" y="4560"/>
                    <a:pt x="6787" y="4620"/>
                  </a:cubicBezTo>
                  <a:cubicBezTo>
                    <a:pt x="6787" y="4703"/>
                    <a:pt x="6871" y="4775"/>
                    <a:pt x="6954" y="4775"/>
                  </a:cubicBezTo>
                  <a:cubicBezTo>
                    <a:pt x="7025" y="4775"/>
                    <a:pt x="7097" y="4810"/>
                    <a:pt x="7168" y="4870"/>
                  </a:cubicBezTo>
                  <a:cubicBezTo>
                    <a:pt x="7228" y="4929"/>
                    <a:pt x="7240" y="5001"/>
                    <a:pt x="7240" y="5072"/>
                  </a:cubicBezTo>
                  <a:cubicBezTo>
                    <a:pt x="7228" y="5215"/>
                    <a:pt x="7085" y="5334"/>
                    <a:pt x="6942" y="5334"/>
                  </a:cubicBezTo>
                  <a:lnTo>
                    <a:pt x="6871" y="5334"/>
                  </a:lnTo>
                  <a:lnTo>
                    <a:pt x="6871" y="5310"/>
                  </a:lnTo>
                  <a:cubicBezTo>
                    <a:pt x="6871" y="5227"/>
                    <a:pt x="6787" y="5156"/>
                    <a:pt x="6704" y="5156"/>
                  </a:cubicBezTo>
                  <a:cubicBezTo>
                    <a:pt x="6609" y="5156"/>
                    <a:pt x="6537" y="5227"/>
                    <a:pt x="6537" y="5310"/>
                  </a:cubicBezTo>
                  <a:cubicBezTo>
                    <a:pt x="6537" y="6477"/>
                    <a:pt x="5585" y="7430"/>
                    <a:pt x="4430" y="7430"/>
                  </a:cubicBezTo>
                  <a:cubicBezTo>
                    <a:pt x="3263" y="7418"/>
                    <a:pt x="2310" y="6465"/>
                    <a:pt x="2310" y="5298"/>
                  </a:cubicBezTo>
                  <a:cubicBezTo>
                    <a:pt x="2310" y="5215"/>
                    <a:pt x="2239" y="5132"/>
                    <a:pt x="2144" y="5132"/>
                  </a:cubicBezTo>
                  <a:cubicBezTo>
                    <a:pt x="2060" y="5132"/>
                    <a:pt x="1989" y="5215"/>
                    <a:pt x="1989" y="5298"/>
                  </a:cubicBezTo>
                  <a:lnTo>
                    <a:pt x="1989" y="5310"/>
                  </a:lnTo>
                  <a:lnTo>
                    <a:pt x="1882" y="5310"/>
                  </a:lnTo>
                  <a:cubicBezTo>
                    <a:pt x="1810" y="5310"/>
                    <a:pt x="1727" y="5287"/>
                    <a:pt x="1668" y="5227"/>
                  </a:cubicBezTo>
                  <a:cubicBezTo>
                    <a:pt x="1608" y="5168"/>
                    <a:pt x="1596" y="5096"/>
                    <a:pt x="1596" y="5013"/>
                  </a:cubicBezTo>
                  <a:cubicBezTo>
                    <a:pt x="1608" y="4882"/>
                    <a:pt x="1751" y="4763"/>
                    <a:pt x="1894" y="4763"/>
                  </a:cubicBezTo>
                  <a:cubicBezTo>
                    <a:pt x="1989" y="4763"/>
                    <a:pt x="2060" y="4691"/>
                    <a:pt x="2060" y="4596"/>
                  </a:cubicBezTo>
                  <a:cubicBezTo>
                    <a:pt x="2060" y="4525"/>
                    <a:pt x="2013" y="4465"/>
                    <a:pt x="1941" y="4453"/>
                  </a:cubicBezTo>
                  <a:lnTo>
                    <a:pt x="1941" y="4084"/>
                  </a:lnTo>
                  <a:cubicBezTo>
                    <a:pt x="1941" y="2965"/>
                    <a:pt x="2703" y="1977"/>
                    <a:pt x="3775" y="1703"/>
                  </a:cubicBezTo>
                  <a:lnTo>
                    <a:pt x="4108" y="2250"/>
                  </a:lnTo>
                  <a:cubicBezTo>
                    <a:pt x="4168" y="2358"/>
                    <a:pt x="4287" y="2417"/>
                    <a:pt x="4406" y="2417"/>
                  </a:cubicBezTo>
                  <a:cubicBezTo>
                    <a:pt x="4525" y="2417"/>
                    <a:pt x="4644" y="2358"/>
                    <a:pt x="4704" y="2250"/>
                  </a:cubicBezTo>
                  <a:lnTo>
                    <a:pt x="5049" y="1703"/>
                  </a:lnTo>
                  <a:close/>
                  <a:moveTo>
                    <a:pt x="3025" y="7846"/>
                  </a:moveTo>
                  <a:lnTo>
                    <a:pt x="3025" y="7858"/>
                  </a:lnTo>
                  <a:lnTo>
                    <a:pt x="3025" y="8168"/>
                  </a:lnTo>
                  <a:cubicBezTo>
                    <a:pt x="3025" y="8323"/>
                    <a:pt x="2942" y="8454"/>
                    <a:pt x="2787" y="8513"/>
                  </a:cubicBezTo>
                  <a:lnTo>
                    <a:pt x="2418" y="8263"/>
                  </a:lnTo>
                  <a:cubicBezTo>
                    <a:pt x="2310" y="8192"/>
                    <a:pt x="2299" y="8085"/>
                    <a:pt x="2322" y="8001"/>
                  </a:cubicBezTo>
                  <a:cubicBezTo>
                    <a:pt x="2358" y="7930"/>
                    <a:pt x="2418" y="7846"/>
                    <a:pt x="2537" y="7846"/>
                  </a:cubicBezTo>
                  <a:close/>
                  <a:moveTo>
                    <a:pt x="6311" y="7870"/>
                  </a:moveTo>
                  <a:cubicBezTo>
                    <a:pt x="6430" y="7870"/>
                    <a:pt x="6501" y="7954"/>
                    <a:pt x="6525" y="8037"/>
                  </a:cubicBezTo>
                  <a:cubicBezTo>
                    <a:pt x="6549" y="8108"/>
                    <a:pt x="6537" y="8216"/>
                    <a:pt x="6430" y="8287"/>
                  </a:cubicBezTo>
                  <a:lnTo>
                    <a:pt x="6061" y="8549"/>
                  </a:lnTo>
                  <a:cubicBezTo>
                    <a:pt x="5906" y="8466"/>
                    <a:pt x="5823" y="8335"/>
                    <a:pt x="5823" y="8192"/>
                  </a:cubicBezTo>
                  <a:lnTo>
                    <a:pt x="5823" y="7870"/>
                  </a:lnTo>
                  <a:close/>
                  <a:moveTo>
                    <a:pt x="6406" y="7334"/>
                  </a:moveTo>
                  <a:cubicBezTo>
                    <a:pt x="6894" y="7334"/>
                    <a:pt x="7299" y="7739"/>
                    <a:pt x="7299" y="8227"/>
                  </a:cubicBezTo>
                  <a:cubicBezTo>
                    <a:pt x="7240" y="9049"/>
                    <a:pt x="6716" y="9763"/>
                    <a:pt x="5990" y="10049"/>
                  </a:cubicBezTo>
                  <a:lnTo>
                    <a:pt x="5990" y="9990"/>
                  </a:lnTo>
                  <a:cubicBezTo>
                    <a:pt x="5990" y="9894"/>
                    <a:pt x="5906" y="9823"/>
                    <a:pt x="5823" y="9823"/>
                  </a:cubicBezTo>
                  <a:cubicBezTo>
                    <a:pt x="5739" y="9823"/>
                    <a:pt x="5656" y="9894"/>
                    <a:pt x="5656" y="9990"/>
                  </a:cubicBezTo>
                  <a:lnTo>
                    <a:pt x="5656" y="10132"/>
                  </a:lnTo>
                  <a:cubicBezTo>
                    <a:pt x="5537" y="10156"/>
                    <a:pt x="5418" y="10168"/>
                    <a:pt x="5299" y="10168"/>
                  </a:cubicBezTo>
                  <a:lnTo>
                    <a:pt x="3549" y="10168"/>
                  </a:lnTo>
                  <a:cubicBezTo>
                    <a:pt x="3430" y="10168"/>
                    <a:pt x="3311" y="10156"/>
                    <a:pt x="3192" y="10132"/>
                  </a:cubicBezTo>
                  <a:lnTo>
                    <a:pt x="3192" y="9990"/>
                  </a:lnTo>
                  <a:cubicBezTo>
                    <a:pt x="3192" y="9894"/>
                    <a:pt x="3120" y="9823"/>
                    <a:pt x="3025" y="9823"/>
                  </a:cubicBezTo>
                  <a:cubicBezTo>
                    <a:pt x="2942" y="9823"/>
                    <a:pt x="2858" y="9894"/>
                    <a:pt x="2858" y="9990"/>
                  </a:cubicBezTo>
                  <a:lnTo>
                    <a:pt x="2858" y="10049"/>
                  </a:lnTo>
                  <a:cubicBezTo>
                    <a:pt x="2132" y="9763"/>
                    <a:pt x="1608" y="9061"/>
                    <a:pt x="1608" y="8227"/>
                  </a:cubicBezTo>
                  <a:cubicBezTo>
                    <a:pt x="1608" y="7739"/>
                    <a:pt x="2013" y="7334"/>
                    <a:pt x="2501" y="7334"/>
                  </a:cubicBezTo>
                  <a:lnTo>
                    <a:pt x="3037" y="7334"/>
                  </a:lnTo>
                  <a:lnTo>
                    <a:pt x="3037" y="7358"/>
                  </a:lnTo>
                  <a:lnTo>
                    <a:pt x="3037" y="7549"/>
                  </a:lnTo>
                  <a:lnTo>
                    <a:pt x="2549" y="7549"/>
                  </a:lnTo>
                  <a:cubicBezTo>
                    <a:pt x="2299" y="7549"/>
                    <a:pt x="2084" y="7692"/>
                    <a:pt x="2025" y="7930"/>
                  </a:cubicBezTo>
                  <a:cubicBezTo>
                    <a:pt x="1953" y="8168"/>
                    <a:pt x="2037" y="8406"/>
                    <a:pt x="2251" y="8549"/>
                  </a:cubicBezTo>
                  <a:lnTo>
                    <a:pt x="4156" y="9811"/>
                  </a:lnTo>
                  <a:cubicBezTo>
                    <a:pt x="4239" y="9870"/>
                    <a:pt x="4346" y="9894"/>
                    <a:pt x="4442" y="9894"/>
                  </a:cubicBezTo>
                  <a:cubicBezTo>
                    <a:pt x="4525" y="9894"/>
                    <a:pt x="4632" y="9870"/>
                    <a:pt x="4727" y="9811"/>
                  </a:cubicBezTo>
                  <a:lnTo>
                    <a:pt x="5228" y="9466"/>
                  </a:lnTo>
                  <a:cubicBezTo>
                    <a:pt x="5299" y="9418"/>
                    <a:pt x="5323" y="9323"/>
                    <a:pt x="5275" y="9239"/>
                  </a:cubicBezTo>
                  <a:cubicBezTo>
                    <a:pt x="5247" y="9197"/>
                    <a:pt x="5197" y="9175"/>
                    <a:pt x="5146" y="9175"/>
                  </a:cubicBezTo>
                  <a:cubicBezTo>
                    <a:pt x="5112" y="9175"/>
                    <a:pt x="5077" y="9185"/>
                    <a:pt x="5049" y="9204"/>
                  </a:cubicBezTo>
                  <a:lnTo>
                    <a:pt x="4549" y="9537"/>
                  </a:lnTo>
                  <a:cubicBezTo>
                    <a:pt x="4519" y="9561"/>
                    <a:pt x="4480" y="9573"/>
                    <a:pt x="4442" y="9573"/>
                  </a:cubicBezTo>
                  <a:cubicBezTo>
                    <a:pt x="4403" y="9573"/>
                    <a:pt x="4364" y="9561"/>
                    <a:pt x="4335" y="9537"/>
                  </a:cubicBezTo>
                  <a:lnTo>
                    <a:pt x="3120" y="8727"/>
                  </a:lnTo>
                  <a:cubicBezTo>
                    <a:pt x="3275" y="8585"/>
                    <a:pt x="3382" y="8394"/>
                    <a:pt x="3382" y="8192"/>
                  </a:cubicBezTo>
                  <a:lnTo>
                    <a:pt x="3382" y="7501"/>
                  </a:lnTo>
                  <a:cubicBezTo>
                    <a:pt x="3715" y="7668"/>
                    <a:pt x="4061" y="7739"/>
                    <a:pt x="4454" y="7739"/>
                  </a:cubicBezTo>
                  <a:cubicBezTo>
                    <a:pt x="4835" y="7739"/>
                    <a:pt x="5204" y="7656"/>
                    <a:pt x="5525" y="7501"/>
                  </a:cubicBezTo>
                  <a:lnTo>
                    <a:pt x="5525" y="8192"/>
                  </a:lnTo>
                  <a:cubicBezTo>
                    <a:pt x="5525" y="8394"/>
                    <a:pt x="5632" y="8597"/>
                    <a:pt x="5799" y="8727"/>
                  </a:cubicBezTo>
                  <a:lnTo>
                    <a:pt x="5692" y="8799"/>
                  </a:lnTo>
                  <a:cubicBezTo>
                    <a:pt x="5609" y="8847"/>
                    <a:pt x="5597" y="8942"/>
                    <a:pt x="5644" y="9025"/>
                  </a:cubicBezTo>
                  <a:cubicBezTo>
                    <a:pt x="5680" y="9061"/>
                    <a:pt x="5728" y="9097"/>
                    <a:pt x="5775" y="9097"/>
                  </a:cubicBezTo>
                  <a:cubicBezTo>
                    <a:pt x="5811" y="9097"/>
                    <a:pt x="5835" y="9085"/>
                    <a:pt x="5870" y="9061"/>
                  </a:cubicBezTo>
                  <a:lnTo>
                    <a:pt x="6656" y="8549"/>
                  </a:lnTo>
                  <a:cubicBezTo>
                    <a:pt x="6871" y="8406"/>
                    <a:pt x="6954" y="8156"/>
                    <a:pt x="6882" y="7930"/>
                  </a:cubicBezTo>
                  <a:cubicBezTo>
                    <a:pt x="6799" y="7704"/>
                    <a:pt x="6597" y="7549"/>
                    <a:pt x="6359" y="7549"/>
                  </a:cubicBezTo>
                  <a:lnTo>
                    <a:pt x="5870" y="7549"/>
                  </a:lnTo>
                  <a:lnTo>
                    <a:pt x="5870" y="7358"/>
                  </a:lnTo>
                  <a:lnTo>
                    <a:pt x="5870" y="7334"/>
                  </a:lnTo>
                  <a:close/>
                  <a:moveTo>
                    <a:pt x="4406" y="0"/>
                  </a:moveTo>
                  <a:cubicBezTo>
                    <a:pt x="4311" y="0"/>
                    <a:pt x="4215" y="72"/>
                    <a:pt x="4168" y="167"/>
                  </a:cubicBezTo>
                  <a:lnTo>
                    <a:pt x="3775" y="1358"/>
                  </a:lnTo>
                  <a:cubicBezTo>
                    <a:pt x="2501" y="1643"/>
                    <a:pt x="1596" y="2786"/>
                    <a:pt x="1596" y="4084"/>
                  </a:cubicBezTo>
                  <a:lnTo>
                    <a:pt x="1596" y="4513"/>
                  </a:lnTo>
                  <a:cubicBezTo>
                    <a:pt x="1406" y="4596"/>
                    <a:pt x="1275" y="4775"/>
                    <a:pt x="1251" y="4989"/>
                  </a:cubicBezTo>
                  <a:cubicBezTo>
                    <a:pt x="1239" y="5156"/>
                    <a:pt x="1298" y="5322"/>
                    <a:pt x="1406" y="5453"/>
                  </a:cubicBezTo>
                  <a:cubicBezTo>
                    <a:pt x="1525" y="5572"/>
                    <a:pt x="1691" y="5644"/>
                    <a:pt x="1846" y="5644"/>
                  </a:cubicBezTo>
                  <a:lnTo>
                    <a:pt x="1965" y="5644"/>
                  </a:lnTo>
                  <a:cubicBezTo>
                    <a:pt x="2049" y="6180"/>
                    <a:pt x="2287" y="6644"/>
                    <a:pt x="2644" y="7013"/>
                  </a:cubicBezTo>
                  <a:lnTo>
                    <a:pt x="2465" y="7013"/>
                  </a:lnTo>
                  <a:cubicBezTo>
                    <a:pt x="1787" y="7013"/>
                    <a:pt x="1239" y="7561"/>
                    <a:pt x="1239" y="8227"/>
                  </a:cubicBezTo>
                  <a:cubicBezTo>
                    <a:pt x="1239" y="8489"/>
                    <a:pt x="1287" y="8727"/>
                    <a:pt x="1358" y="8942"/>
                  </a:cubicBezTo>
                  <a:lnTo>
                    <a:pt x="882" y="9085"/>
                  </a:lnTo>
                  <a:cubicBezTo>
                    <a:pt x="358" y="9228"/>
                    <a:pt x="1" y="9704"/>
                    <a:pt x="1" y="10240"/>
                  </a:cubicBezTo>
                  <a:lnTo>
                    <a:pt x="1" y="11025"/>
                  </a:lnTo>
                  <a:cubicBezTo>
                    <a:pt x="1" y="11121"/>
                    <a:pt x="84" y="11192"/>
                    <a:pt x="167" y="11192"/>
                  </a:cubicBezTo>
                  <a:cubicBezTo>
                    <a:pt x="263" y="11192"/>
                    <a:pt x="334" y="11121"/>
                    <a:pt x="334" y="11025"/>
                  </a:cubicBezTo>
                  <a:lnTo>
                    <a:pt x="334" y="10240"/>
                  </a:lnTo>
                  <a:cubicBezTo>
                    <a:pt x="334" y="9847"/>
                    <a:pt x="596" y="9489"/>
                    <a:pt x="977" y="9394"/>
                  </a:cubicBezTo>
                  <a:lnTo>
                    <a:pt x="1477" y="9239"/>
                  </a:lnTo>
                  <a:cubicBezTo>
                    <a:pt x="1751" y="9775"/>
                    <a:pt x="2239" y="10192"/>
                    <a:pt x="2822" y="10382"/>
                  </a:cubicBezTo>
                  <a:lnTo>
                    <a:pt x="2822" y="11025"/>
                  </a:lnTo>
                  <a:cubicBezTo>
                    <a:pt x="2822" y="11121"/>
                    <a:pt x="2894" y="11192"/>
                    <a:pt x="2977" y="11192"/>
                  </a:cubicBezTo>
                  <a:cubicBezTo>
                    <a:pt x="3072" y="11192"/>
                    <a:pt x="3144" y="11121"/>
                    <a:pt x="3144" y="11025"/>
                  </a:cubicBezTo>
                  <a:lnTo>
                    <a:pt x="3144" y="10466"/>
                  </a:lnTo>
                  <a:cubicBezTo>
                    <a:pt x="3263" y="10478"/>
                    <a:pt x="3382" y="10490"/>
                    <a:pt x="3501" y="10490"/>
                  </a:cubicBezTo>
                  <a:lnTo>
                    <a:pt x="5263" y="10490"/>
                  </a:lnTo>
                  <a:cubicBezTo>
                    <a:pt x="5382" y="10490"/>
                    <a:pt x="5501" y="10478"/>
                    <a:pt x="5620" y="10466"/>
                  </a:cubicBezTo>
                  <a:lnTo>
                    <a:pt x="5620" y="11025"/>
                  </a:lnTo>
                  <a:cubicBezTo>
                    <a:pt x="5620" y="11121"/>
                    <a:pt x="5692" y="11192"/>
                    <a:pt x="5775" y="11192"/>
                  </a:cubicBezTo>
                  <a:cubicBezTo>
                    <a:pt x="5870" y="11192"/>
                    <a:pt x="5942" y="11121"/>
                    <a:pt x="5942" y="11025"/>
                  </a:cubicBezTo>
                  <a:lnTo>
                    <a:pt x="5942" y="10382"/>
                  </a:lnTo>
                  <a:cubicBezTo>
                    <a:pt x="6525" y="10192"/>
                    <a:pt x="7013" y="9775"/>
                    <a:pt x="7287" y="9239"/>
                  </a:cubicBezTo>
                  <a:lnTo>
                    <a:pt x="7787" y="9394"/>
                  </a:lnTo>
                  <a:cubicBezTo>
                    <a:pt x="8156" y="9489"/>
                    <a:pt x="8430" y="9847"/>
                    <a:pt x="8430" y="10240"/>
                  </a:cubicBezTo>
                  <a:lnTo>
                    <a:pt x="8430" y="11025"/>
                  </a:lnTo>
                  <a:cubicBezTo>
                    <a:pt x="8430" y="11121"/>
                    <a:pt x="8502" y="11192"/>
                    <a:pt x="8585" y="11192"/>
                  </a:cubicBezTo>
                  <a:cubicBezTo>
                    <a:pt x="8680" y="11192"/>
                    <a:pt x="8752" y="11121"/>
                    <a:pt x="8752" y="11025"/>
                  </a:cubicBezTo>
                  <a:lnTo>
                    <a:pt x="8752" y="10240"/>
                  </a:lnTo>
                  <a:cubicBezTo>
                    <a:pt x="8799" y="9704"/>
                    <a:pt x="8442" y="9228"/>
                    <a:pt x="7918" y="9085"/>
                  </a:cubicBezTo>
                  <a:lnTo>
                    <a:pt x="7442" y="8942"/>
                  </a:lnTo>
                  <a:cubicBezTo>
                    <a:pt x="7514" y="8727"/>
                    <a:pt x="7561" y="8489"/>
                    <a:pt x="7561" y="8227"/>
                  </a:cubicBezTo>
                  <a:cubicBezTo>
                    <a:pt x="7561" y="7561"/>
                    <a:pt x="7013" y="7013"/>
                    <a:pt x="6347" y="7013"/>
                  </a:cubicBezTo>
                  <a:lnTo>
                    <a:pt x="6168" y="7013"/>
                  </a:lnTo>
                  <a:cubicBezTo>
                    <a:pt x="6525" y="6644"/>
                    <a:pt x="6763" y="6180"/>
                    <a:pt x="6835" y="5644"/>
                  </a:cubicBezTo>
                  <a:lnTo>
                    <a:pt x="6942" y="5644"/>
                  </a:lnTo>
                  <a:cubicBezTo>
                    <a:pt x="7263" y="5644"/>
                    <a:pt x="7537" y="5406"/>
                    <a:pt x="7561" y="5108"/>
                  </a:cubicBezTo>
                  <a:cubicBezTo>
                    <a:pt x="7573" y="4941"/>
                    <a:pt x="7514" y="4763"/>
                    <a:pt x="7418" y="4644"/>
                  </a:cubicBezTo>
                  <a:cubicBezTo>
                    <a:pt x="7359" y="4584"/>
                    <a:pt x="7299" y="4536"/>
                    <a:pt x="7216" y="4489"/>
                  </a:cubicBezTo>
                  <a:lnTo>
                    <a:pt x="7216" y="4084"/>
                  </a:lnTo>
                  <a:cubicBezTo>
                    <a:pt x="7216" y="2786"/>
                    <a:pt x="6311" y="1643"/>
                    <a:pt x="5049" y="1358"/>
                  </a:cubicBezTo>
                  <a:lnTo>
                    <a:pt x="4644" y="167"/>
                  </a:lnTo>
                  <a:cubicBezTo>
                    <a:pt x="4620" y="60"/>
                    <a:pt x="4513"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65"/>
            <p:cNvSpPr/>
            <p:nvPr/>
          </p:nvSpPr>
          <p:spPr>
            <a:xfrm>
              <a:off x="4997700" y="3932319"/>
              <a:ext cx="10201" cy="15872"/>
            </a:xfrm>
            <a:custGeom>
              <a:avLst/>
              <a:gdLst/>
              <a:ahLst/>
              <a:cxnLst/>
              <a:rect l="l" t="t" r="r" b="b"/>
              <a:pathLst>
                <a:path w="322" h="501" extrusionOk="0">
                  <a:moveTo>
                    <a:pt x="167" y="1"/>
                  </a:moveTo>
                  <a:cubicBezTo>
                    <a:pt x="72" y="1"/>
                    <a:pt x="0" y="72"/>
                    <a:pt x="0" y="156"/>
                  </a:cubicBezTo>
                  <a:lnTo>
                    <a:pt x="0" y="334"/>
                  </a:lnTo>
                  <a:cubicBezTo>
                    <a:pt x="0" y="429"/>
                    <a:pt x="72" y="501"/>
                    <a:pt x="167" y="501"/>
                  </a:cubicBezTo>
                  <a:cubicBezTo>
                    <a:pt x="250" y="501"/>
                    <a:pt x="322" y="429"/>
                    <a:pt x="322" y="334"/>
                  </a:cubicBezTo>
                  <a:lnTo>
                    <a:pt x="322" y="156"/>
                  </a:lnTo>
                  <a:cubicBezTo>
                    <a:pt x="322"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65"/>
            <p:cNvSpPr/>
            <p:nvPr/>
          </p:nvSpPr>
          <p:spPr>
            <a:xfrm>
              <a:off x="5064830" y="3932319"/>
              <a:ext cx="10233" cy="15872"/>
            </a:xfrm>
            <a:custGeom>
              <a:avLst/>
              <a:gdLst/>
              <a:ahLst/>
              <a:cxnLst/>
              <a:rect l="l" t="t" r="r" b="b"/>
              <a:pathLst>
                <a:path w="323" h="501" extrusionOk="0">
                  <a:moveTo>
                    <a:pt x="156" y="1"/>
                  </a:moveTo>
                  <a:cubicBezTo>
                    <a:pt x="72" y="1"/>
                    <a:pt x="1" y="72"/>
                    <a:pt x="1" y="156"/>
                  </a:cubicBezTo>
                  <a:lnTo>
                    <a:pt x="1" y="334"/>
                  </a:lnTo>
                  <a:cubicBezTo>
                    <a:pt x="1" y="429"/>
                    <a:pt x="72" y="501"/>
                    <a:pt x="156" y="501"/>
                  </a:cubicBezTo>
                  <a:cubicBezTo>
                    <a:pt x="251" y="501"/>
                    <a:pt x="322" y="429"/>
                    <a:pt x="322" y="334"/>
                  </a:cubicBezTo>
                  <a:lnTo>
                    <a:pt x="322" y="156"/>
                  </a:lnTo>
                  <a:cubicBezTo>
                    <a:pt x="322" y="60"/>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65"/>
            <p:cNvSpPr/>
            <p:nvPr/>
          </p:nvSpPr>
          <p:spPr>
            <a:xfrm>
              <a:off x="5013160" y="3970905"/>
              <a:ext cx="46063" cy="16157"/>
            </a:xfrm>
            <a:custGeom>
              <a:avLst/>
              <a:gdLst/>
              <a:ahLst/>
              <a:cxnLst/>
              <a:rect l="l" t="t" r="r" b="b"/>
              <a:pathLst>
                <a:path w="1454" h="510" extrusionOk="0">
                  <a:moveTo>
                    <a:pt x="188" y="0"/>
                  </a:moveTo>
                  <a:cubicBezTo>
                    <a:pt x="146" y="0"/>
                    <a:pt x="102" y="15"/>
                    <a:pt x="60" y="45"/>
                  </a:cubicBezTo>
                  <a:cubicBezTo>
                    <a:pt x="1" y="104"/>
                    <a:pt x="1" y="212"/>
                    <a:pt x="60" y="283"/>
                  </a:cubicBezTo>
                  <a:cubicBezTo>
                    <a:pt x="215" y="414"/>
                    <a:pt x="453" y="509"/>
                    <a:pt x="703" y="509"/>
                  </a:cubicBezTo>
                  <a:cubicBezTo>
                    <a:pt x="977" y="509"/>
                    <a:pt x="1215" y="414"/>
                    <a:pt x="1346" y="283"/>
                  </a:cubicBezTo>
                  <a:cubicBezTo>
                    <a:pt x="1429" y="223"/>
                    <a:pt x="1453"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65"/>
            <p:cNvSpPr/>
            <p:nvPr/>
          </p:nvSpPr>
          <p:spPr>
            <a:xfrm>
              <a:off x="4991649" y="3915370"/>
              <a:ext cx="28322" cy="16252"/>
            </a:xfrm>
            <a:custGeom>
              <a:avLst/>
              <a:gdLst/>
              <a:ahLst/>
              <a:cxnLst/>
              <a:rect l="l" t="t" r="r" b="b"/>
              <a:pathLst>
                <a:path w="894" h="513" extrusionOk="0">
                  <a:moveTo>
                    <a:pt x="177" y="0"/>
                  </a:moveTo>
                  <a:cubicBezTo>
                    <a:pt x="109" y="0"/>
                    <a:pt x="52" y="45"/>
                    <a:pt x="25" y="119"/>
                  </a:cubicBezTo>
                  <a:cubicBezTo>
                    <a:pt x="1" y="202"/>
                    <a:pt x="37" y="298"/>
                    <a:pt x="132" y="322"/>
                  </a:cubicBezTo>
                  <a:lnTo>
                    <a:pt x="656" y="500"/>
                  </a:lnTo>
                  <a:cubicBezTo>
                    <a:pt x="668" y="500"/>
                    <a:pt x="680" y="512"/>
                    <a:pt x="703" y="512"/>
                  </a:cubicBezTo>
                  <a:cubicBezTo>
                    <a:pt x="775" y="512"/>
                    <a:pt x="834" y="476"/>
                    <a:pt x="846" y="393"/>
                  </a:cubicBezTo>
                  <a:cubicBezTo>
                    <a:pt x="894" y="310"/>
                    <a:pt x="846" y="202"/>
                    <a:pt x="763" y="191"/>
                  </a:cubicBezTo>
                  <a:lnTo>
                    <a:pt x="239" y="12"/>
                  </a:lnTo>
                  <a:cubicBezTo>
                    <a:pt x="218" y="4"/>
                    <a:pt x="19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65"/>
            <p:cNvSpPr/>
            <p:nvPr/>
          </p:nvSpPr>
          <p:spPr>
            <a:xfrm>
              <a:off x="5052760" y="3915370"/>
              <a:ext cx="28322" cy="16252"/>
            </a:xfrm>
            <a:custGeom>
              <a:avLst/>
              <a:gdLst/>
              <a:ahLst/>
              <a:cxnLst/>
              <a:rect l="l" t="t" r="r" b="b"/>
              <a:pathLst>
                <a:path w="894" h="513" extrusionOk="0">
                  <a:moveTo>
                    <a:pt x="718" y="0"/>
                  </a:moveTo>
                  <a:cubicBezTo>
                    <a:pt x="698" y="0"/>
                    <a:pt x="677" y="4"/>
                    <a:pt x="656" y="12"/>
                  </a:cubicBezTo>
                  <a:lnTo>
                    <a:pt x="144" y="191"/>
                  </a:lnTo>
                  <a:cubicBezTo>
                    <a:pt x="48" y="214"/>
                    <a:pt x="1" y="310"/>
                    <a:pt x="36" y="393"/>
                  </a:cubicBezTo>
                  <a:cubicBezTo>
                    <a:pt x="60" y="476"/>
                    <a:pt x="120" y="512"/>
                    <a:pt x="179" y="512"/>
                  </a:cubicBezTo>
                  <a:cubicBezTo>
                    <a:pt x="191" y="512"/>
                    <a:pt x="215" y="512"/>
                    <a:pt x="227" y="500"/>
                  </a:cubicBezTo>
                  <a:lnTo>
                    <a:pt x="751" y="322"/>
                  </a:lnTo>
                  <a:cubicBezTo>
                    <a:pt x="858" y="298"/>
                    <a:pt x="894" y="191"/>
                    <a:pt x="870" y="119"/>
                  </a:cubicBezTo>
                  <a:cubicBezTo>
                    <a:pt x="842" y="45"/>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9" name="Google Shape;11139;p65"/>
          <p:cNvGrpSpPr/>
          <p:nvPr/>
        </p:nvGrpSpPr>
        <p:grpSpPr>
          <a:xfrm>
            <a:off x="7592387" y="3612458"/>
            <a:ext cx="273874" cy="351204"/>
            <a:chOff x="7592387" y="3787858"/>
            <a:chExt cx="273874" cy="351204"/>
          </a:xfrm>
        </p:grpSpPr>
        <p:sp>
          <p:nvSpPr>
            <p:cNvPr id="11140" name="Google Shape;11140;p65"/>
            <p:cNvSpPr/>
            <p:nvPr/>
          </p:nvSpPr>
          <p:spPr>
            <a:xfrm>
              <a:off x="7592387" y="3787858"/>
              <a:ext cx="273874" cy="351204"/>
            </a:xfrm>
            <a:custGeom>
              <a:avLst/>
              <a:gdLst/>
              <a:ahLst/>
              <a:cxnLst/>
              <a:rect l="l" t="t" r="r" b="b"/>
              <a:pathLst>
                <a:path w="8645" h="11086" extrusionOk="0">
                  <a:moveTo>
                    <a:pt x="4692" y="1358"/>
                  </a:moveTo>
                  <a:lnTo>
                    <a:pt x="4692" y="1894"/>
                  </a:lnTo>
                  <a:cubicBezTo>
                    <a:pt x="4692" y="2084"/>
                    <a:pt x="4525" y="2251"/>
                    <a:pt x="4334" y="2251"/>
                  </a:cubicBezTo>
                  <a:cubicBezTo>
                    <a:pt x="4120" y="2251"/>
                    <a:pt x="3977" y="2084"/>
                    <a:pt x="3977" y="1894"/>
                  </a:cubicBezTo>
                  <a:lnTo>
                    <a:pt x="3977" y="1358"/>
                  </a:lnTo>
                  <a:close/>
                  <a:moveTo>
                    <a:pt x="4311" y="334"/>
                  </a:moveTo>
                  <a:lnTo>
                    <a:pt x="6799" y="1001"/>
                  </a:lnTo>
                  <a:lnTo>
                    <a:pt x="7740" y="2561"/>
                  </a:lnTo>
                  <a:lnTo>
                    <a:pt x="7073" y="3227"/>
                  </a:lnTo>
                  <a:lnTo>
                    <a:pt x="7073" y="2418"/>
                  </a:lnTo>
                  <a:cubicBezTo>
                    <a:pt x="7073" y="2239"/>
                    <a:pt x="6918" y="2072"/>
                    <a:pt x="6728" y="2072"/>
                  </a:cubicBezTo>
                  <a:lnTo>
                    <a:pt x="6549" y="2072"/>
                  </a:lnTo>
                  <a:cubicBezTo>
                    <a:pt x="6454" y="2072"/>
                    <a:pt x="6382" y="2144"/>
                    <a:pt x="6382" y="2239"/>
                  </a:cubicBezTo>
                  <a:cubicBezTo>
                    <a:pt x="6382" y="2322"/>
                    <a:pt x="6454" y="2394"/>
                    <a:pt x="6549" y="2394"/>
                  </a:cubicBezTo>
                  <a:lnTo>
                    <a:pt x="6728" y="2394"/>
                  </a:lnTo>
                  <a:cubicBezTo>
                    <a:pt x="6728" y="2394"/>
                    <a:pt x="6739" y="2394"/>
                    <a:pt x="6739" y="2418"/>
                  </a:cubicBezTo>
                  <a:lnTo>
                    <a:pt x="6739" y="3108"/>
                  </a:lnTo>
                  <a:lnTo>
                    <a:pt x="1870" y="3108"/>
                  </a:lnTo>
                  <a:lnTo>
                    <a:pt x="1870" y="2418"/>
                  </a:lnTo>
                  <a:cubicBezTo>
                    <a:pt x="1870" y="2418"/>
                    <a:pt x="1870" y="2394"/>
                    <a:pt x="1894" y="2394"/>
                  </a:cubicBezTo>
                  <a:lnTo>
                    <a:pt x="3858" y="2394"/>
                  </a:lnTo>
                  <a:cubicBezTo>
                    <a:pt x="3977" y="2501"/>
                    <a:pt x="4132" y="2572"/>
                    <a:pt x="4299" y="2572"/>
                  </a:cubicBezTo>
                  <a:cubicBezTo>
                    <a:pt x="4477" y="2572"/>
                    <a:pt x="4632" y="2513"/>
                    <a:pt x="4751" y="2394"/>
                  </a:cubicBezTo>
                  <a:lnTo>
                    <a:pt x="5847" y="2394"/>
                  </a:lnTo>
                  <a:cubicBezTo>
                    <a:pt x="5942" y="2394"/>
                    <a:pt x="6013" y="2322"/>
                    <a:pt x="6013" y="2239"/>
                  </a:cubicBezTo>
                  <a:cubicBezTo>
                    <a:pt x="6013" y="2144"/>
                    <a:pt x="5942" y="2072"/>
                    <a:pt x="5847" y="2072"/>
                  </a:cubicBezTo>
                  <a:lnTo>
                    <a:pt x="4942" y="2072"/>
                  </a:lnTo>
                  <a:cubicBezTo>
                    <a:pt x="4954" y="2013"/>
                    <a:pt x="4965" y="1953"/>
                    <a:pt x="4965" y="1894"/>
                  </a:cubicBezTo>
                  <a:lnTo>
                    <a:pt x="4965" y="1191"/>
                  </a:lnTo>
                  <a:cubicBezTo>
                    <a:pt x="4965" y="1096"/>
                    <a:pt x="4894" y="1025"/>
                    <a:pt x="4811" y="1025"/>
                  </a:cubicBezTo>
                  <a:lnTo>
                    <a:pt x="3763" y="1025"/>
                  </a:lnTo>
                  <a:cubicBezTo>
                    <a:pt x="3680" y="1025"/>
                    <a:pt x="3596" y="1096"/>
                    <a:pt x="3596" y="1191"/>
                  </a:cubicBezTo>
                  <a:lnTo>
                    <a:pt x="3596" y="1894"/>
                  </a:lnTo>
                  <a:cubicBezTo>
                    <a:pt x="3596" y="1953"/>
                    <a:pt x="3620" y="2013"/>
                    <a:pt x="3632" y="2072"/>
                  </a:cubicBezTo>
                  <a:lnTo>
                    <a:pt x="1858" y="2072"/>
                  </a:lnTo>
                  <a:cubicBezTo>
                    <a:pt x="1679" y="2072"/>
                    <a:pt x="1513" y="2215"/>
                    <a:pt x="1513" y="2418"/>
                  </a:cubicBezTo>
                  <a:lnTo>
                    <a:pt x="1513" y="3227"/>
                  </a:lnTo>
                  <a:lnTo>
                    <a:pt x="894" y="2561"/>
                  </a:lnTo>
                  <a:lnTo>
                    <a:pt x="1834" y="1001"/>
                  </a:lnTo>
                  <a:lnTo>
                    <a:pt x="4311" y="334"/>
                  </a:lnTo>
                  <a:close/>
                  <a:moveTo>
                    <a:pt x="6680" y="3442"/>
                  </a:moveTo>
                  <a:cubicBezTo>
                    <a:pt x="6561" y="3561"/>
                    <a:pt x="6323" y="3668"/>
                    <a:pt x="6120" y="3739"/>
                  </a:cubicBezTo>
                  <a:cubicBezTo>
                    <a:pt x="5644" y="3906"/>
                    <a:pt x="5013" y="3977"/>
                    <a:pt x="4334" y="3977"/>
                  </a:cubicBezTo>
                  <a:cubicBezTo>
                    <a:pt x="3644" y="3977"/>
                    <a:pt x="3025" y="3882"/>
                    <a:pt x="2548" y="3739"/>
                  </a:cubicBezTo>
                  <a:cubicBezTo>
                    <a:pt x="2334" y="3668"/>
                    <a:pt x="2096" y="3561"/>
                    <a:pt x="1977" y="3442"/>
                  </a:cubicBezTo>
                  <a:close/>
                  <a:moveTo>
                    <a:pt x="1906" y="3787"/>
                  </a:moveTo>
                  <a:cubicBezTo>
                    <a:pt x="1977" y="3858"/>
                    <a:pt x="2108" y="3918"/>
                    <a:pt x="2263" y="3977"/>
                  </a:cubicBezTo>
                  <a:lnTo>
                    <a:pt x="2263" y="4144"/>
                  </a:lnTo>
                  <a:cubicBezTo>
                    <a:pt x="2263" y="4239"/>
                    <a:pt x="2167" y="4323"/>
                    <a:pt x="2084" y="4323"/>
                  </a:cubicBezTo>
                  <a:lnTo>
                    <a:pt x="1906" y="4323"/>
                  </a:lnTo>
                  <a:lnTo>
                    <a:pt x="1906" y="3787"/>
                  </a:lnTo>
                  <a:close/>
                  <a:moveTo>
                    <a:pt x="6775" y="3787"/>
                  </a:moveTo>
                  <a:lnTo>
                    <a:pt x="6775" y="4323"/>
                  </a:lnTo>
                  <a:lnTo>
                    <a:pt x="6597" y="4323"/>
                  </a:lnTo>
                  <a:cubicBezTo>
                    <a:pt x="6489" y="4323"/>
                    <a:pt x="6418" y="4227"/>
                    <a:pt x="6418" y="4144"/>
                  </a:cubicBezTo>
                  <a:lnTo>
                    <a:pt x="6418" y="3977"/>
                  </a:lnTo>
                  <a:lnTo>
                    <a:pt x="6394" y="3977"/>
                  </a:lnTo>
                  <a:cubicBezTo>
                    <a:pt x="6549" y="3918"/>
                    <a:pt x="6668" y="3846"/>
                    <a:pt x="6775" y="3787"/>
                  </a:cubicBezTo>
                  <a:close/>
                  <a:moveTo>
                    <a:pt x="6037" y="4096"/>
                  </a:moveTo>
                  <a:lnTo>
                    <a:pt x="6037" y="4156"/>
                  </a:lnTo>
                  <a:cubicBezTo>
                    <a:pt x="6037" y="4442"/>
                    <a:pt x="6263" y="4656"/>
                    <a:pt x="6549" y="4656"/>
                  </a:cubicBezTo>
                  <a:lnTo>
                    <a:pt x="6799" y="4656"/>
                  </a:lnTo>
                  <a:cubicBezTo>
                    <a:pt x="6870" y="4656"/>
                    <a:pt x="6954" y="4692"/>
                    <a:pt x="7013" y="4751"/>
                  </a:cubicBezTo>
                  <a:cubicBezTo>
                    <a:pt x="7049" y="4811"/>
                    <a:pt x="7085" y="4882"/>
                    <a:pt x="7085" y="4954"/>
                  </a:cubicBezTo>
                  <a:cubicBezTo>
                    <a:pt x="7073" y="5097"/>
                    <a:pt x="6930" y="5192"/>
                    <a:pt x="6787" y="5192"/>
                  </a:cubicBezTo>
                  <a:lnTo>
                    <a:pt x="6716" y="5192"/>
                  </a:lnTo>
                  <a:lnTo>
                    <a:pt x="6716" y="5180"/>
                  </a:lnTo>
                  <a:cubicBezTo>
                    <a:pt x="6716" y="5097"/>
                    <a:pt x="6632" y="5013"/>
                    <a:pt x="6549" y="5013"/>
                  </a:cubicBezTo>
                  <a:cubicBezTo>
                    <a:pt x="6454" y="5013"/>
                    <a:pt x="6382" y="5097"/>
                    <a:pt x="6382" y="5180"/>
                  </a:cubicBezTo>
                  <a:cubicBezTo>
                    <a:pt x="6382" y="6323"/>
                    <a:pt x="5442" y="7264"/>
                    <a:pt x="4299" y="7264"/>
                  </a:cubicBezTo>
                  <a:cubicBezTo>
                    <a:pt x="4292" y="7264"/>
                    <a:pt x="4284" y="7264"/>
                    <a:pt x="4277" y="7264"/>
                  </a:cubicBezTo>
                  <a:cubicBezTo>
                    <a:pt x="3156" y="7264"/>
                    <a:pt x="2227" y="6339"/>
                    <a:pt x="2227" y="5180"/>
                  </a:cubicBezTo>
                  <a:cubicBezTo>
                    <a:pt x="2227" y="5097"/>
                    <a:pt x="2156" y="5013"/>
                    <a:pt x="2072" y="5013"/>
                  </a:cubicBezTo>
                  <a:cubicBezTo>
                    <a:pt x="1977" y="5013"/>
                    <a:pt x="1906" y="5097"/>
                    <a:pt x="1906" y="5180"/>
                  </a:cubicBezTo>
                  <a:lnTo>
                    <a:pt x="1906" y="5192"/>
                  </a:lnTo>
                  <a:lnTo>
                    <a:pt x="1798" y="5192"/>
                  </a:lnTo>
                  <a:cubicBezTo>
                    <a:pt x="1727" y="5192"/>
                    <a:pt x="1656" y="5168"/>
                    <a:pt x="1596" y="5109"/>
                  </a:cubicBezTo>
                  <a:cubicBezTo>
                    <a:pt x="1548" y="5049"/>
                    <a:pt x="1513" y="4978"/>
                    <a:pt x="1513" y="4894"/>
                  </a:cubicBezTo>
                  <a:cubicBezTo>
                    <a:pt x="1536" y="4763"/>
                    <a:pt x="1667" y="4656"/>
                    <a:pt x="1810" y="4656"/>
                  </a:cubicBezTo>
                  <a:lnTo>
                    <a:pt x="2048" y="4656"/>
                  </a:lnTo>
                  <a:cubicBezTo>
                    <a:pt x="2334" y="4656"/>
                    <a:pt x="2560" y="4442"/>
                    <a:pt x="2560" y="4156"/>
                  </a:cubicBezTo>
                  <a:lnTo>
                    <a:pt x="2560" y="4096"/>
                  </a:lnTo>
                  <a:cubicBezTo>
                    <a:pt x="3049" y="4227"/>
                    <a:pt x="3656" y="4323"/>
                    <a:pt x="4299" y="4323"/>
                  </a:cubicBezTo>
                  <a:cubicBezTo>
                    <a:pt x="4942" y="4323"/>
                    <a:pt x="5549" y="4239"/>
                    <a:pt x="6037" y="4096"/>
                  </a:cubicBezTo>
                  <a:close/>
                  <a:moveTo>
                    <a:pt x="2846" y="7859"/>
                  </a:moveTo>
                  <a:lnTo>
                    <a:pt x="4037" y="8526"/>
                  </a:lnTo>
                  <a:lnTo>
                    <a:pt x="3168" y="9264"/>
                  </a:lnTo>
                  <a:lnTo>
                    <a:pt x="3156" y="9264"/>
                  </a:lnTo>
                  <a:lnTo>
                    <a:pt x="2608" y="8311"/>
                  </a:lnTo>
                  <a:lnTo>
                    <a:pt x="2822" y="7859"/>
                  </a:lnTo>
                  <a:close/>
                  <a:moveTo>
                    <a:pt x="5370" y="7371"/>
                  </a:moveTo>
                  <a:lnTo>
                    <a:pt x="5370" y="7716"/>
                  </a:lnTo>
                  <a:lnTo>
                    <a:pt x="5180" y="7811"/>
                  </a:lnTo>
                  <a:cubicBezTo>
                    <a:pt x="5108" y="7859"/>
                    <a:pt x="5073" y="7966"/>
                    <a:pt x="5120" y="8037"/>
                  </a:cubicBezTo>
                  <a:cubicBezTo>
                    <a:pt x="5153" y="8086"/>
                    <a:pt x="5208" y="8119"/>
                    <a:pt x="5266" y="8119"/>
                  </a:cubicBezTo>
                  <a:cubicBezTo>
                    <a:pt x="5293" y="8119"/>
                    <a:pt x="5320" y="8112"/>
                    <a:pt x="5346" y="8097"/>
                  </a:cubicBezTo>
                  <a:lnTo>
                    <a:pt x="5799" y="7847"/>
                  </a:lnTo>
                  <a:lnTo>
                    <a:pt x="5823" y="7847"/>
                  </a:lnTo>
                  <a:lnTo>
                    <a:pt x="6037" y="8287"/>
                  </a:lnTo>
                  <a:lnTo>
                    <a:pt x="5501" y="9264"/>
                  </a:lnTo>
                  <a:lnTo>
                    <a:pt x="5489" y="9264"/>
                  </a:lnTo>
                  <a:lnTo>
                    <a:pt x="4608" y="8514"/>
                  </a:lnTo>
                  <a:lnTo>
                    <a:pt x="4763" y="8442"/>
                  </a:lnTo>
                  <a:cubicBezTo>
                    <a:pt x="4834" y="8395"/>
                    <a:pt x="4870" y="8287"/>
                    <a:pt x="4823" y="8216"/>
                  </a:cubicBezTo>
                  <a:cubicBezTo>
                    <a:pt x="4790" y="8167"/>
                    <a:pt x="4729" y="8135"/>
                    <a:pt x="4671" y="8135"/>
                  </a:cubicBezTo>
                  <a:cubicBezTo>
                    <a:pt x="4645" y="8135"/>
                    <a:pt x="4619" y="8142"/>
                    <a:pt x="4596" y="8157"/>
                  </a:cubicBezTo>
                  <a:lnTo>
                    <a:pt x="4334" y="8311"/>
                  </a:lnTo>
                  <a:lnTo>
                    <a:pt x="3275" y="7728"/>
                  </a:lnTo>
                  <a:lnTo>
                    <a:pt x="3275" y="7371"/>
                  </a:lnTo>
                  <a:cubicBezTo>
                    <a:pt x="3584" y="7514"/>
                    <a:pt x="3942" y="7609"/>
                    <a:pt x="4334" y="7609"/>
                  </a:cubicBezTo>
                  <a:cubicBezTo>
                    <a:pt x="4704" y="7609"/>
                    <a:pt x="5061" y="7514"/>
                    <a:pt x="5370" y="7371"/>
                  </a:cubicBezTo>
                  <a:close/>
                  <a:moveTo>
                    <a:pt x="4311" y="8692"/>
                  </a:moveTo>
                  <a:lnTo>
                    <a:pt x="4668" y="8990"/>
                  </a:lnTo>
                  <a:lnTo>
                    <a:pt x="4596" y="9228"/>
                  </a:lnTo>
                  <a:cubicBezTo>
                    <a:pt x="4573" y="9300"/>
                    <a:pt x="4513" y="9347"/>
                    <a:pt x="4418" y="9347"/>
                  </a:cubicBezTo>
                  <a:lnTo>
                    <a:pt x="4227" y="9347"/>
                  </a:lnTo>
                  <a:cubicBezTo>
                    <a:pt x="4156" y="9347"/>
                    <a:pt x="4072" y="9300"/>
                    <a:pt x="4049" y="9228"/>
                  </a:cubicBezTo>
                  <a:lnTo>
                    <a:pt x="3977" y="8990"/>
                  </a:lnTo>
                  <a:lnTo>
                    <a:pt x="4311" y="8692"/>
                  </a:lnTo>
                  <a:close/>
                  <a:moveTo>
                    <a:pt x="4275" y="1"/>
                  </a:moveTo>
                  <a:lnTo>
                    <a:pt x="1667" y="703"/>
                  </a:lnTo>
                  <a:cubicBezTo>
                    <a:pt x="1620" y="715"/>
                    <a:pt x="1596" y="727"/>
                    <a:pt x="1560" y="775"/>
                  </a:cubicBezTo>
                  <a:lnTo>
                    <a:pt x="513" y="2501"/>
                  </a:lnTo>
                  <a:cubicBezTo>
                    <a:pt x="477" y="2561"/>
                    <a:pt x="489" y="2656"/>
                    <a:pt x="548" y="2692"/>
                  </a:cubicBezTo>
                  <a:lnTo>
                    <a:pt x="1548" y="3692"/>
                  </a:lnTo>
                  <a:lnTo>
                    <a:pt x="1548" y="4394"/>
                  </a:lnTo>
                  <a:cubicBezTo>
                    <a:pt x="1358" y="4477"/>
                    <a:pt x="1215" y="4656"/>
                    <a:pt x="1203" y="4870"/>
                  </a:cubicBezTo>
                  <a:cubicBezTo>
                    <a:pt x="1191" y="5037"/>
                    <a:pt x="1251" y="5216"/>
                    <a:pt x="1358" y="5335"/>
                  </a:cubicBezTo>
                  <a:cubicBezTo>
                    <a:pt x="1477" y="5454"/>
                    <a:pt x="1620" y="5525"/>
                    <a:pt x="1798" y="5525"/>
                  </a:cubicBezTo>
                  <a:lnTo>
                    <a:pt x="1917" y="5525"/>
                  </a:lnTo>
                  <a:cubicBezTo>
                    <a:pt x="2001" y="6204"/>
                    <a:pt x="2394" y="6787"/>
                    <a:pt x="2929" y="7180"/>
                  </a:cubicBezTo>
                  <a:lnTo>
                    <a:pt x="2929" y="7549"/>
                  </a:lnTo>
                  <a:cubicBezTo>
                    <a:pt x="2894" y="7531"/>
                    <a:pt x="2861" y="7523"/>
                    <a:pt x="2827" y="7523"/>
                  </a:cubicBezTo>
                  <a:cubicBezTo>
                    <a:pt x="2793" y="7523"/>
                    <a:pt x="2757" y="7531"/>
                    <a:pt x="2715" y="7549"/>
                  </a:cubicBezTo>
                  <a:cubicBezTo>
                    <a:pt x="2632" y="7573"/>
                    <a:pt x="2560" y="7633"/>
                    <a:pt x="2525" y="7716"/>
                  </a:cubicBezTo>
                  <a:lnTo>
                    <a:pt x="2275" y="8216"/>
                  </a:lnTo>
                  <a:lnTo>
                    <a:pt x="858" y="8633"/>
                  </a:lnTo>
                  <a:cubicBezTo>
                    <a:pt x="358" y="8788"/>
                    <a:pt x="1" y="9264"/>
                    <a:pt x="1" y="9776"/>
                  </a:cubicBezTo>
                  <a:lnTo>
                    <a:pt x="1" y="10907"/>
                  </a:lnTo>
                  <a:cubicBezTo>
                    <a:pt x="1" y="11002"/>
                    <a:pt x="72" y="11074"/>
                    <a:pt x="155" y="11074"/>
                  </a:cubicBezTo>
                  <a:cubicBezTo>
                    <a:pt x="251" y="11074"/>
                    <a:pt x="322" y="11002"/>
                    <a:pt x="322" y="10907"/>
                  </a:cubicBezTo>
                  <a:lnTo>
                    <a:pt x="322" y="9776"/>
                  </a:lnTo>
                  <a:cubicBezTo>
                    <a:pt x="322" y="9621"/>
                    <a:pt x="370" y="9466"/>
                    <a:pt x="441" y="9335"/>
                  </a:cubicBezTo>
                  <a:lnTo>
                    <a:pt x="1370" y="10121"/>
                  </a:lnTo>
                  <a:cubicBezTo>
                    <a:pt x="1489" y="10228"/>
                    <a:pt x="1548" y="10371"/>
                    <a:pt x="1548" y="10526"/>
                  </a:cubicBezTo>
                  <a:lnTo>
                    <a:pt x="1548" y="10895"/>
                  </a:lnTo>
                  <a:cubicBezTo>
                    <a:pt x="1548" y="10990"/>
                    <a:pt x="1620" y="11062"/>
                    <a:pt x="1703" y="11062"/>
                  </a:cubicBezTo>
                  <a:cubicBezTo>
                    <a:pt x="1798" y="11062"/>
                    <a:pt x="1870" y="10990"/>
                    <a:pt x="1870" y="10895"/>
                  </a:cubicBezTo>
                  <a:lnTo>
                    <a:pt x="1870" y="10526"/>
                  </a:lnTo>
                  <a:cubicBezTo>
                    <a:pt x="1870" y="10276"/>
                    <a:pt x="1763" y="10038"/>
                    <a:pt x="1572" y="9871"/>
                  </a:cubicBezTo>
                  <a:lnTo>
                    <a:pt x="655" y="9085"/>
                  </a:lnTo>
                  <a:cubicBezTo>
                    <a:pt x="739" y="9002"/>
                    <a:pt x="834" y="8966"/>
                    <a:pt x="953" y="8930"/>
                  </a:cubicBezTo>
                  <a:lnTo>
                    <a:pt x="2346" y="8514"/>
                  </a:lnTo>
                  <a:lnTo>
                    <a:pt x="2858" y="9407"/>
                  </a:lnTo>
                  <a:cubicBezTo>
                    <a:pt x="2894" y="9502"/>
                    <a:pt x="2989" y="9561"/>
                    <a:pt x="3096" y="9573"/>
                  </a:cubicBezTo>
                  <a:lnTo>
                    <a:pt x="3156" y="9573"/>
                  </a:lnTo>
                  <a:cubicBezTo>
                    <a:pt x="3227" y="9573"/>
                    <a:pt x="3310" y="9538"/>
                    <a:pt x="3370" y="9502"/>
                  </a:cubicBezTo>
                  <a:lnTo>
                    <a:pt x="3703" y="9216"/>
                  </a:lnTo>
                  <a:lnTo>
                    <a:pt x="3751" y="9335"/>
                  </a:lnTo>
                  <a:cubicBezTo>
                    <a:pt x="3775" y="9419"/>
                    <a:pt x="3822" y="9502"/>
                    <a:pt x="3894" y="9561"/>
                  </a:cubicBezTo>
                  <a:lnTo>
                    <a:pt x="3656" y="10883"/>
                  </a:lnTo>
                  <a:cubicBezTo>
                    <a:pt x="3644" y="10966"/>
                    <a:pt x="3703" y="11062"/>
                    <a:pt x="3787" y="11074"/>
                  </a:cubicBezTo>
                  <a:lnTo>
                    <a:pt x="3822" y="11074"/>
                  </a:lnTo>
                  <a:cubicBezTo>
                    <a:pt x="3894" y="11074"/>
                    <a:pt x="3977" y="11014"/>
                    <a:pt x="3989" y="10943"/>
                  </a:cubicBezTo>
                  <a:lnTo>
                    <a:pt x="4203" y="9692"/>
                  </a:lnTo>
                  <a:lnTo>
                    <a:pt x="4465" y="9692"/>
                  </a:lnTo>
                  <a:lnTo>
                    <a:pt x="4680" y="10943"/>
                  </a:lnTo>
                  <a:cubicBezTo>
                    <a:pt x="4704" y="11014"/>
                    <a:pt x="4775" y="11074"/>
                    <a:pt x="4846" y="11074"/>
                  </a:cubicBezTo>
                  <a:lnTo>
                    <a:pt x="4882" y="11074"/>
                  </a:lnTo>
                  <a:cubicBezTo>
                    <a:pt x="4965" y="11062"/>
                    <a:pt x="5025" y="10966"/>
                    <a:pt x="5013" y="10883"/>
                  </a:cubicBezTo>
                  <a:lnTo>
                    <a:pt x="4775" y="9561"/>
                  </a:lnTo>
                  <a:cubicBezTo>
                    <a:pt x="4834" y="9502"/>
                    <a:pt x="4894" y="9419"/>
                    <a:pt x="4906" y="9335"/>
                  </a:cubicBezTo>
                  <a:lnTo>
                    <a:pt x="4942" y="9228"/>
                  </a:lnTo>
                  <a:lnTo>
                    <a:pt x="5263" y="9514"/>
                  </a:lnTo>
                  <a:cubicBezTo>
                    <a:pt x="5323" y="9573"/>
                    <a:pt x="5406" y="9585"/>
                    <a:pt x="5489" y="9585"/>
                  </a:cubicBezTo>
                  <a:lnTo>
                    <a:pt x="5549" y="9585"/>
                  </a:lnTo>
                  <a:cubicBezTo>
                    <a:pt x="5656" y="9573"/>
                    <a:pt x="5727" y="9514"/>
                    <a:pt x="5787" y="9419"/>
                  </a:cubicBezTo>
                  <a:lnTo>
                    <a:pt x="6299" y="8526"/>
                  </a:lnTo>
                  <a:lnTo>
                    <a:pt x="7692" y="8942"/>
                  </a:lnTo>
                  <a:cubicBezTo>
                    <a:pt x="7799" y="8978"/>
                    <a:pt x="7906" y="9038"/>
                    <a:pt x="7990" y="9097"/>
                  </a:cubicBezTo>
                  <a:lnTo>
                    <a:pt x="7073" y="9883"/>
                  </a:lnTo>
                  <a:cubicBezTo>
                    <a:pt x="6870" y="10050"/>
                    <a:pt x="6775" y="10288"/>
                    <a:pt x="6775" y="10538"/>
                  </a:cubicBezTo>
                  <a:lnTo>
                    <a:pt x="6775" y="10907"/>
                  </a:lnTo>
                  <a:cubicBezTo>
                    <a:pt x="6775" y="11002"/>
                    <a:pt x="6847" y="11074"/>
                    <a:pt x="6930" y="11074"/>
                  </a:cubicBezTo>
                  <a:cubicBezTo>
                    <a:pt x="7025" y="11074"/>
                    <a:pt x="7097" y="11002"/>
                    <a:pt x="7097" y="10907"/>
                  </a:cubicBezTo>
                  <a:lnTo>
                    <a:pt x="7097" y="10538"/>
                  </a:lnTo>
                  <a:cubicBezTo>
                    <a:pt x="7097" y="10395"/>
                    <a:pt x="7168" y="10240"/>
                    <a:pt x="7275" y="10133"/>
                  </a:cubicBezTo>
                  <a:lnTo>
                    <a:pt x="8204" y="9347"/>
                  </a:lnTo>
                  <a:cubicBezTo>
                    <a:pt x="8275" y="9478"/>
                    <a:pt x="8323" y="9633"/>
                    <a:pt x="8323" y="9800"/>
                  </a:cubicBezTo>
                  <a:lnTo>
                    <a:pt x="8323" y="10931"/>
                  </a:lnTo>
                  <a:cubicBezTo>
                    <a:pt x="8323" y="11014"/>
                    <a:pt x="8394" y="11085"/>
                    <a:pt x="8478" y="11085"/>
                  </a:cubicBezTo>
                  <a:cubicBezTo>
                    <a:pt x="8573" y="11085"/>
                    <a:pt x="8644" y="11014"/>
                    <a:pt x="8644" y="10931"/>
                  </a:cubicBezTo>
                  <a:lnTo>
                    <a:pt x="8644" y="9800"/>
                  </a:lnTo>
                  <a:cubicBezTo>
                    <a:pt x="8644" y="9240"/>
                    <a:pt x="8287" y="8764"/>
                    <a:pt x="7787" y="8621"/>
                  </a:cubicBezTo>
                  <a:lnTo>
                    <a:pt x="6370" y="8204"/>
                  </a:lnTo>
                  <a:lnTo>
                    <a:pt x="6120" y="7692"/>
                  </a:lnTo>
                  <a:cubicBezTo>
                    <a:pt x="6073" y="7621"/>
                    <a:pt x="6001" y="7549"/>
                    <a:pt x="5918" y="7537"/>
                  </a:cubicBezTo>
                  <a:cubicBezTo>
                    <a:pt x="5882" y="7525"/>
                    <a:pt x="5847" y="7520"/>
                    <a:pt x="5812" y="7520"/>
                  </a:cubicBezTo>
                  <a:cubicBezTo>
                    <a:pt x="5778" y="7520"/>
                    <a:pt x="5745" y="7525"/>
                    <a:pt x="5716" y="7537"/>
                  </a:cubicBezTo>
                  <a:lnTo>
                    <a:pt x="5716" y="7180"/>
                  </a:lnTo>
                  <a:cubicBezTo>
                    <a:pt x="6251" y="6799"/>
                    <a:pt x="6632" y="6204"/>
                    <a:pt x="6728" y="5525"/>
                  </a:cubicBezTo>
                  <a:lnTo>
                    <a:pt x="6811" y="5525"/>
                  </a:lnTo>
                  <a:cubicBezTo>
                    <a:pt x="7120" y="5525"/>
                    <a:pt x="7394" y="5287"/>
                    <a:pt x="7418" y="4989"/>
                  </a:cubicBezTo>
                  <a:cubicBezTo>
                    <a:pt x="7442" y="4823"/>
                    <a:pt x="7382" y="4644"/>
                    <a:pt x="7275" y="4525"/>
                  </a:cubicBezTo>
                  <a:cubicBezTo>
                    <a:pt x="7216" y="4466"/>
                    <a:pt x="7156" y="4418"/>
                    <a:pt x="7085" y="4394"/>
                  </a:cubicBezTo>
                  <a:lnTo>
                    <a:pt x="7085" y="3692"/>
                  </a:lnTo>
                  <a:lnTo>
                    <a:pt x="8073" y="2692"/>
                  </a:lnTo>
                  <a:cubicBezTo>
                    <a:pt x="8144" y="2632"/>
                    <a:pt x="8144" y="2561"/>
                    <a:pt x="8109" y="2501"/>
                  </a:cubicBezTo>
                  <a:lnTo>
                    <a:pt x="7061" y="775"/>
                  </a:lnTo>
                  <a:cubicBezTo>
                    <a:pt x="7049" y="751"/>
                    <a:pt x="7001" y="715"/>
                    <a:pt x="6966" y="703"/>
                  </a:cubicBezTo>
                  <a:lnTo>
                    <a:pt x="4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65"/>
            <p:cNvSpPr/>
            <p:nvPr/>
          </p:nvSpPr>
          <p:spPr>
            <a:xfrm>
              <a:off x="7691197" y="3930830"/>
              <a:ext cx="10613" cy="15872"/>
            </a:xfrm>
            <a:custGeom>
              <a:avLst/>
              <a:gdLst/>
              <a:ahLst/>
              <a:cxnLst/>
              <a:rect l="l" t="t" r="r" b="b"/>
              <a:pathLst>
                <a:path w="335" h="501" extrusionOk="0">
                  <a:moveTo>
                    <a:pt x="168" y="0"/>
                  </a:moveTo>
                  <a:cubicBezTo>
                    <a:pt x="84" y="0"/>
                    <a:pt x="1" y="72"/>
                    <a:pt x="1" y="167"/>
                  </a:cubicBezTo>
                  <a:lnTo>
                    <a:pt x="1" y="345"/>
                  </a:lnTo>
                  <a:cubicBezTo>
                    <a:pt x="1" y="429"/>
                    <a:pt x="84" y="500"/>
                    <a:pt x="168" y="500"/>
                  </a:cubicBezTo>
                  <a:cubicBezTo>
                    <a:pt x="263" y="500"/>
                    <a:pt x="334" y="429"/>
                    <a:pt x="334" y="345"/>
                  </a:cubicBezTo>
                  <a:lnTo>
                    <a:pt x="334" y="167"/>
                  </a:lnTo>
                  <a:cubicBezTo>
                    <a:pt x="334" y="60"/>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65"/>
            <p:cNvSpPr/>
            <p:nvPr/>
          </p:nvSpPr>
          <p:spPr>
            <a:xfrm>
              <a:off x="7757218" y="3930830"/>
              <a:ext cx="10581" cy="15872"/>
            </a:xfrm>
            <a:custGeom>
              <a:avLst/>
              <a:gdLst/>
              <a:ahLst/>
              <a:cxnLst/>
              <a:rect l="l" t="t" r="r" b="b"/>
              <a:pathLst>
                <a:path w="334"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22" y="60"/>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65"/>
            <p:cNvSpPr/>
            <p:nvPr/>
          </p:nvSpPr>
          <p:spPr>
            <a:xfrm>
              <a:off x="7713088" y="3974580"/>
              <a:ext cx="32472" cy="10581"/>
            </a:xfrm>
            <a:custGeom>
              <a:avLst/>
              <a:gdLst/>
              <a:ahLst/>
              <a:cxnLst/>
              <a:rect l="l" t="t" r="r" b="b"/>
              <a:pathLst>
                <a:path w="1025" h="334" extrusionOk="0">
                  <a:moveTo>
                    <a:pt x="167" y="0"/>
                  </a:moveTo>
                  <a:cubicBezTo>
                    <a:pt x="72" y="0"/>
                    <a:pt x="1" y="72"/>
                    <a:pt x="1" y="167"/>
                  </a:cubicBezTo>
                  <a:cubicBezTo>
                    <a:pt x="1" y="250"/>
                    <a:pt x="72" y="334"/>
                    <a:pt x="167" y="334"/>
                  </a:cubicBezTo>
                  <a:lnTo>
                    <a:pt x="858" y="334"/>
                  </a:lnTo>
                  <a:cubicBezTo>
                    <a:pt x="953" y="334"/>
                    <a:pt x="1024" y="250"/>
                    <a:pt x="1024" y="167"/>
                  </a:cubicBezTo>
                  <a:cubicBezTo>
                    <a:pt x="1024" y="60"/>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4" name="Google Shape;11144;p65"/>
          <p:cNvGrpSpPr/>
          <p:nvPr/>
        </p:nvGrpSpPr>
        <p:grpSpPr>
          <a:xfrm>
            <a:off x="7145794" y="3612458"/>
            <a:ext cx="274254" cy="350444"/>
            <a:chOff x="7145794" y="3787858"/>
            <a:chExt cx="274254" cy="350444"/>
          </a:xfrm>
        </p:grpSpPr>
        <p:sp>
          <p:nvSpPr>
            <p:cNvPr id="11145" name="Google Shape;11145;p65"/>
            <p:cNvSpPr/>
            <p:nvPr/>
          </p:nvSpPr>
          <p:spPr>
            <a:xfrm>
              <a:off x="7247265"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65"/>
            <p:cNvSpPr/>
            <p:nvPr/>
          </p:nvSpPr>
          <p:spPr>
            <a:xfrm>
              <a:off x="7307616"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65"/>
            <p:cNvSpPr/>
            <p:nvPr/>
          </p:nvSpPr>
          <p:spPr>
            <a:xfrm>
              <a:off x="7145794" y="3787858"/>
              <a:ext cx="274254" cy="350444"/>
            </a:xfrm>
            <a:custGeom>
              <a:avLst/>
              <a:gdLst/>
              <a:ahLst/>
              <a:cxnLst/>
              <a:rect l="l" t="t" r="r" b="b"/>
              <a:pathLst>
                <a:path w="8657" h="11062" extrusionOk="0">
                  <a:moveTo>
                    <a:pt x="2775" y="882"/>
                  </a:moveTo>
                  <a:lnTo>
                    <a:pt x="2775" y="2596"/>
                  </a:lnTo>
                  <a:lnTo>
                    <a:pt x="1894" y="2596"/>
                  </a:lnTo>
                  <a:cubicBezTo>
                    <a:pt x="1917" y="1906"/>
                    <a:pt x="2263" y="1299"/>
                    <a:pt x="2775" y="882"/>
                  </a:cubicBezTo>
                  <a:close/>
                  <a:moveTo>
                    <a:pt x="4299" y="334"/>
                  </a:moveTo>
                  <a:cubicBezTo>
                    <a:pt x="4751" y="334"/>
                    <a:pt x="5168" y="453"/>
                    <a:pt x="5525" y="656"/>
                  </a:cubicBezTo>
                  <a:lnTo>
                    <a:pt x="5525" y="1727"/>
                  </a:lnTo>
                  <a:cubicBezTo>
                    <a:pt x="5525" y="1822"/>
                    <a:pt x="5596" y="1894"/>
                    <a:pt x="5692" y="1894"/>
                  </a:cubicBezTo>
                  <a:cubicBezTo>
                    <a:pt x="5775" y="1894"/>
                    <a:pt x="5847" y="1822"/>
                    <a:pt x="5847" y="1727"/>
                  </a:cubicBezTo>
                  <a:lnTo>
                    <a:pt x="5847" y="894"/>
                  </a:lnTo>
                  <a:cubicBezTo>
                    <a:pt x="6358" y="1310"/>
                    <a:pt x="6680" y="1918"/>
                    <a:pt x="6728" y="2608"/>
                  </a:cubicBezTo>
                  <a:lnTo>
                    <a:pt x="5847" y="2608"/>
                  </a:lnTo>
                  <a:lnTo>
                    <a:pt x="5847" y="2430"/>
                  </a:lnTo>
                  <a:cubicBezTo>
                    <a:pt x="5847" y="2334"/>
                    <a:pt x="5775" y="2263"/>
                    <a:pt x="5692" y="2263"/>
                  </a:cubicBezTo>
                  <a:cubicBezTo>
                    <a:pt x="5596" y="2263"/>
                    <a:pt x="5525" y="2334"/>
                    <a:pt x="5525" y="2430"/>
                  </a:cubicBezTo>
                  <a:lnTo>
                    <a:pt x="5525" y="2608"/>
                  </a:lnTo>
                  <a:lnTo>
                    <a:pt x="3084" y="2608"/>
                  </a:lnTo>
                  <a:lnTo>
                    <a:pt x="3084" y="656"/>
                  </a:lnTo>
                  <a:cubicBezTo>
                    <a:pt x="3441" y="453"/>
                    <a:pt x="3858" y="334"/>
                    <a:pt x="4299" y="334"/>
                  </a:cubicBezTo>
                  <a:close/>
                  <a:moveTo>
                    <a:pt x="4501" y="2918"/>
                  </a:moveTo>
                  <a:lnTo>
                    <a:pt x="4501" y="3632"/>
                  </a:lnTo>
                  <a:lnTo>
                    <a:pt x="4120" y="3632"/>
                  </a:lnTo>
                  <a:lnTo>
                    <a:pt x="4120" y="3620"/>
                  </a:lnTo>
                  <a:lnTo>
                    <a:pt x="4120" y="2918"/>
                  </a:lnTo>
                  <a:close/>
                  <a:moveTo>
                    <a:pt x="3799" y="2918"/>
                  </a:moveTo>
                  <a:lnTo>
                    <a:pt x="3799" y="3620"/>
                  </a:lnTo>
                  <a:cubicBezTo>
                    <a:pt x="3799" y="3799"/>
                    <a:pt x="3703" y="3966"/>
                    <a:pt x="3549" y="4037"/>
                  </a:cubicBezTo>
                  <a:cubicBezTo>
                    <a:pt x="3476" y="4073"/>
                    <a:pt x="3400" y="4092"/>
                    <a:pt x="3326" y="4092"/>
                  </a:cubicBezTo>
                  <a:cubicBezTo>
                    <a:pt x="3230" y="4092"/>
                    <a:pt x="3136" y="4062"/>
                    <a:pt x="3049" y="4001"/>
                  </a:cubicBezTo>
                  <a:lnTo>
                    <a:pt x="1858" y="3180"/>
                  </a:lnTo>
                  <a:lnTo>
                    <a:pt x="1858" y="2918"/>
                  </a:lnTo>
                  <a:close/>
                  <a:moveTo>
                    <a:pt x="6739" y="2918"/>
                  </a:moveTo>
                  <a:lnTo>
                    <a:pt x="6739" y="3180"/>
                  </a:lnTo>
                  <a:lnTo>
                    <a:pt x="5549" y="4001"/>
                  </a:lnTo>
                  <a:cubicBezTo>
                    <a:pt x="5468" y="4062"/>
                    <a:pt x="5377" y="4092"/>
                    <a:pt x="5282" y="4092"/>
                  </a:cubicBezTo>
                  <a:cubicBezTo>
                    <a:pt x="5209" y="4092"/>
                    <a:pt x="5134" y="4073"/>
                    <a:pt x="5061" y="4037"/>
                  </a:cubicBezTo>
                  <a:cubicBezTo>
                    <a:pt x="4894" y="3942"/>
                    <a:pt x="4811" y="3799"/>
                    <a:pt x="4811" y="3620"/>
                  </a:cubicBezTo>
                  <a:lnTo>
                    <a:pt x="4811" y="2918"/>
                  </a:lnTo>
                  <a:close/>
                  <a:moveTo>
                    <a:pt x="6906" y="3465"/>
                  </a:moveTo>
                  <a:cubicBezTo>
                    <a:pt x="7001" y="3513"/>
                    <a:pt x="7073" y="3585"/>
                    <a:pt x="7073" y="3692"/>
                  </a:cubicBezTo>
                  <a:cubicBezTo>
                    <a:pt x="7085" y="3763"/>
                    <a:pt x="7061" y="3846"/>
                    <a:pt x="7001" y="3906"/>
                  </a:cubicBezTo>
                  <a:cubicBezTo>
                    <a:pt x="6954" y="3966"/>
                    <a:pt x="6882" y="3989"/>
                    <a:pt x="6787" y="3989"/>
                  </a:cubicBezTo>
                  <a:lnTo>
                    <a:pt x="6680" y="3989"/>
                  </a:lnTo>
                  <a:lnTo>
                    <a:pt x="6680" y="3977"/>
                  </a:lnTo>
                  <a:cubicBezTo>
                    <a:pt x="6680" y="3882"/>
                    <a:pt x="6609" y="3811"/>
                    <a:pt x="6525" y="3811"/>
                  </a:cubicBezTo>
                  <a:cubicBezTo>
                    <a:pt x="6430" y="3811"/>
                    <a:pt x="6358" y="3882"/>
                    <a:pt x="6358" y="3977"/>
                  </a:cubicBezTo>
                  <a:cubicBezTo>
                    <a:pt x="6406" y="5120"/>
                    <a:pt x="5466" y="6061"/>
                    <a:pt x="4323" y="6061"/>
                  </a:cubicBezTo>
                  <a:cubicBezTo>
                    <a:pt x="3168" y="6061"/>
                    <a:pt x="2239" y="5120"/>
                    <a:pt x="2239" y="3977"/>
                  </a:cubicBezTo>
                  <a:cubicBezTo>
                    <a:pt x="2239" y="3882"/>
                    <a:pt x="2156" y="3811"/>
                    <a:pt x="2072" y="3811"/>
                  </a:cubicBezTo>
                  <a:cubicBezTo>
                    <a:pt x="1977" y="3811"/>
                    <a:pt x="1906" y="3882"/>
                    <a:pt x="1906" y="3977"/>
                  </a:cubicBezTo>
                  <a:lnTo>
                    <a:pt x="1906" y="3989"/>
                  </a:lnTo>
                  <a:lnTo>
                    <a:pt x="1798" y="3989"/>
                  </a:lnTo>
                  <a:cubicBezTo>
                    <a:pt x="1727" y="3989"/>
                    <a:pt x="1656" y="3966"/>
                    <a:pt x="1596" y="3906"/>
                  </a:cubicBezTo>
                  <a:cubicBezTo>
                    <a:pt x="1548" y="3846"/>
                    <a:pt x="1525" y="3763"/>
                    <a:pt x="1525" y="3692"/>
                  </a:cubicBezTo>
                  <a:cubicBezTo>
                    <a:pt x="1536" y="3608"/>
                    <a:pt x="1596" y="3513"/>
                    <a:pt x="1679" y="3465"/>
                  </a:cubicBezTo>
                  <a:lnTo>
                    <a:pt x="2858" y="4287"/>
                  </a:lnTo>
                  <a:cubicBezTo>
                    <a:pt x="2989" y="4382"/>
                    <a:pt x="3156" y="4442"/>
                    <a:pt x="3310" y="4442"/>
                  </a:cubicBezTo>
                  <a:cubicBezTo>
                    <a:pt x="3430" y="4442"/>
                    <a:pt x="3561" y="4406"/>
                    <a:pt x="3680" y="4347"/>
                  </a:cubicBezTo>
                  <a:cubicBezTo>
                    <a:pt x="3846" y="4263"/>
                    <a:pt x="3965" y="4144"/>
                    <a:pt x="4037" y="3977"/>
                  </a:cubicBezTo>
                  <a:lnTo>
                    <a:pt x="4561" y="3977"/>
                  </a:lnTo>
                  <a:cubicBezTo>
                    <a:pt x="4632" y="4120"/>
                    <a:pt x="4751" y="4263"/>
                    <a:pt x="4918" y="4347"/>
                  </a:cubicBezTo>
                  <a:cubicBezTo>
                    <a:pt x="5037" y="4406"/>
                    <a:pt x="5156" y="4442"/>
                    <a:pt x="5287" y="4442"/>
                  </a:cubicBezTo>
                  <a:cubicBezTo>
                    <a:pt x="5454" y="4442"/>
                    <a:pt x="5596" y="4394"/>
                    <a:pt x="5727" y="4287"/>
                  </a:cubicBezTo>
                  <a:lnTo>
                    <a:pt x="6906" y="3465"/>
                  </a:lnTo>
                  <a:close/>
                  <a:moveTo>
                    <a:pt x="4323" y="8633"/>
                  </a:moveTo>
                  <a:cubicBezTo>
                    <a:pt x="4620" y="8633"/>
                    <a:pt x="4858" y="8871"/>
                    <a:pt x="4858" y="9169"/>
                  </a:cubicBezTo>
                  <a:cubicBezTo>
                    <a:pt x="4834" y="9466"/>
                    <a:pt x="4596" y="9704"/>
                    <a:pt x="4323" y="9704"/>
                  </a:cubicBezTo>
                  <a:cubicBezTo>
                    <a:pt x="4025" y="9704"/>
                    <a:pt x="3787" y="9466"/>
                    <a:pt x="3787" y="9169"/>
                  </a:cubicBezTo>
                  <a:cubicBezTo>
                    <a:pt x="3787" y="8871"/>
                    <a:pt x="4025" y="8633"/>
                    <a:pt x="4323" y="8633"/>
                  </a:cubicBezTo>
                  <a:close/>
                  <a:moveTo>
                    <a:pt x="4323" y="1"/>
                  </a:moveTo>
                  <a:cubicBezTo>
                    <a:pt x="2799" y="1"/>
                    <a:pt x="1560" y="1239"/>
                    <a:pt x="1560" y="2751"/>
                  </a:cubicBezTo>
                  <a:lnTo>
                    <a:pt x="1560" y="3168"/>
                  </a:lnTo>
                  <a:cubicBezTo>
                    <a:pt x="1370" y="3263"/>
                    <a:pt x="1239" y="3442"/>
                    <a:pt x="1227" y="3644"/>
                  </a:cubicBezTo>
                  <a:cubicBezTo>
                    <a:pt x="1203" y="3811"/>
                    <a:pt x="1263" y="3989"/>
                    <a:pt x="1370" y="4108"/>
                  </a:cubicBezTo>
                  <a:cubicBezTo>
                    <a:pt x="1489" y="4227"/>
                    <a:pt x="1644" y="4299"/>
                    <a:pt x="1822" y="4299"/>
                  </a:cubicBezTo>
                  <a:lnTo>
                    <a:pt x="1941" y="4299"/>
                  </a:lnTo>
                  <a:cubicBezTo>
                    <a:pt x="2025" y="4989"/>
                    <a:pt x="2418" y="5573"/>
                    <a:pt x="2953" y="5954"/>
                  </a:cubicBezTo>
                  <a:lnTo>
                    <a:pt x="2953" y="6704"/>
                  </a:lnTo>
                  <a:cubicBezTo>
                    <a:pt x="2953" y="6859"/>
                    <a:pt x="2846" y="7002"/>
                    <a:pt x="2691" y="7037"/>
                  </a:cubicBezTo>
                  <a:lnTo>
                    <a:pt x="870" y="7573"/>
                  </a:lnTo>
                  <a:cubicBezTo>
                    <a:pt x="358" y="7728"/>
                    <a:pt x="1" y="8204"/>
                    <a:pt x="1" y="8728"/>
                  </a:cubicBezTo>
                  <a:lnTo>
                    <a:pt x="1" y="10895"/>
                  </a:lnTo>
                  <a:cubicBezTo>
                    <a:pt x="1" y="10990"/>
                    <a:pt x="72" y="11062"/>
                    <a:pt x="167" y="11062"/>
                  </a:cubicBezTo>
                  <a:cubicBezTo>
                    <a:pt x="251" y="11062"/>
                    <a:pt x="322" y="10990"/>
                    <a:pt x="322" y="10895"/>
                  </a:cubicBezTo>
                  <a:lnTo>
                    <a:pt x="322" y="8728"/>
                  </a:lnTo>
                  <a:cubicBezTo>
                    <a:pt x="322" y="8561"/>
                    <a:pt x="370" y="8407"/>
                    <a:pt x="441" y="8276"/>
                  </a:cubicBezTo>
                  <a:lnTo>
                    <a:pt x="1370" y="9061"/>
                  </a:lnTo>
                  <a:cubicBezTo>
                    <a:pt x="1489" y="9169"/>
                    <a:pt x="1548" y="9323"/>
                    <a:pt x="1548" y="9466"/>
                  </a:cubicBezTo>
                  <a:lnTo>
                    <a:pt x="1548" y="10883"/>
                  </a:lnTo>
                  <a:cubicBezTo>
                    <a:pt x="1548" y="10966"/>
                    <a:pt x="1620" y="11050"/>
                    <a:pt x="1715" y="11050"/>
                  </a:cubicBezTo>
                  <a:cubicBezTo>
                    <a:pt x="1798" y="11050"/>
                    <a:pt x="1870" y="10966"/>
                    <a:pt x="1870" y="10883"/>
                  </a:cubicBezTo>
                  <a:lnTo>
                    <a:pt x="1870" y="9466"/>
                  </a:lnTo>
                  <a:cubicBezTo>
                    <a:pt x="1870" y="9216"/>
                    <a:pt x="1775" y="8978"/>
                    <a:pt x="1572" y="8811"/>
                  </a:cubicBezTo>
                  <a:lnTo>
                    <a:pt x="655" y="8026"/>
                  </a:lnTo>
                  <a:cubicBezTo>
                    <a:pt x="739" y="7954"/>
                    <a:pt x="834" y="7906"/>
                    <a:pt x="953" y="7871"/>
                  </a:cubicBezTo>
                  <a:lnTo>
                    <a:pt x="1334" y="7752"/>
                  </a:lnTo>
                  <a:lnTo>
                    <a:pt x="2787" y="8466"/>
                  </a:lnTo>
                  <a:cubicBezTo>
                    <a:pt x="2810" y="8490"/>
                    <a:pt x="2822" y="8490"/>
                    <a:pt x="2858" y="8490"/>
                  </a:cubicBezTo>
                  <a:cubicBezTo>
                    <a:pt x="2918" y="8490"/>
                    <a:pt x="2977" y="8454"/>
                    <a:pt x="3001" y="8395"/>
                  </a:cubicBezTo>
                  <a:cubicBezTo>
                    <a:pt x="3049" y="8323"/>
                    <a:pt x="3025" y="8216"/>
                    <a:pt x="2929" y="8168"/>
                  </a:cubicBezTo>
                  <a:lnTo>
                    <a:pt x="1798" y="7609"/>
                  </a:lnTo>
                  <a:lnTo>
                    <a:pt x="2787" y="7323"/>
                  </a:lnTo>
                  <a:cubicBezTo>
                    <a:pt x="3060" y="7240"/>
                    <a:pt x="3275" y="6966"/>
                    <a:pt x="3275" y="6668"/>
                  </a:cubicBezTo>
                  <a:lnTo>
                    <a:pt x="3275" y="6121"/>
                  </a:lnTo>
                  <a:cubicBezTo>
                    <a:pt x="3584" y="6263"/>
                    <a:pt x="3942" y="6359"/>
                    <a:pt x="4334" y="6359"/>
                  </a:cubicBezTo>
                  <a:cubicBezTo>
                    <a:pt x="4715" y="6359"/>
                    <a:pt x="5061" y="6263"/>
                    <a:pt x="5382" y="6121"/>
                  </a:cubicBezTo>
                  <a:lnTo>
                    <a:pt x="5382" y="6668"/>
                  </a:lnTo>
                  <a:cubicBezTo>
                    <a:pt x="5382" y="6966"/>
                    <a:pt x="5596" y="7240"/>
                    <a:pt x="5882" y="7323"/>
                  </a:cubicBezTo>
                  <a:lnTo>
                    <a:pt x="6859" y="7609"/>
                  </a:lnTo>
                  <a:lnTo>
                    <a:pt x="4965" y="8549"/>
                  </a:lnTo>
                  <a:cubicBezTo>
                    <a:pt x="4823" y="8383"/>
                    <a:pt x="4596" y="8276"/>
                    <a:pt x="4346" y="8276"/>
                  </a:cubicBezTo>
                  <a:cubicBezTo>
                    <a:pt x="4096" y="8276"/>
                    <a:pt x="3870" y="8383"/>
                    <a:pt x="3715" y="8549"/>
                  </a:cubicBezTo>
                  <a:lnTo>
                    <a:pt x="3561" y="8454"/>
                  </a:lnTo>
                  <a:cubicBezTo>
                    <a:pt x="3535" y="8440"/>
                    <a:pt x="3508" y="8433"/>
                    <a:pt x="3482" y="8433"/>
                  </a:cubicBezTo>
                  <a:cubicBezTo>
                    <a:pt x="3423" y="8433"/>
                    <a:pt x="3367" y="8468"/>
                    <a:pt x="3334" y="8526"/>
                  </a:cubicBezTo>
                  <a:cubicBezTo>
                    <a:pt x="3287" y="8609"/>
                    <a:pt x="3322" y="8704"/>
                    <a:pt x="3406" y="8752"/>
                  </a:cubicBezTo>
                  <a:lnTo>
                    <a:pt x="3537" y="8823"/>
                  </a:lnTo>
                  <a:cubicBezTo>
                    <a:pt x="3513" y="8919"/>
                    <a:pt x="3477" y="9026"/>
                    <a:pt x="3477" y="9121"/>
                  </a:cubicBezTo>
                  <a:cubicBezTo>
                    <a:pt x="3477" y="9538"/>
                    <a:pt x="3775" y="9883"/>
                    <a:pt x="4180" y="9954"/>
                  </a:cubicBezTo>
                  <a:lnTo>
                    <a:pt x="4180" y="10847"/>
                  </a:lnTo>
                  <a:cubicBezTo>
                    <a:pt x="4180" y="10943"/>
                    <a:pt x="4251" y="11014"/>
                    <a:pt x="4346" y="11014"/>
                  </a:cubicBezTo>
                  <a:cubicBezTo>
                    <a:pt x="4430" y="11014"/>
                    <a:pt x="4513" y="10943"/>
                    <a:pt x="4513" y="10847"/>
                  </a:cubicBezTo>
                  <a:lnTo>
                    <a:pt x="4513" y="9954"/>
                  </a:lnTo>
                  <a:cubicBezTo>
                    <a:pt x="4894" y="9883"/>
                    <a:pt x="5204" y="9538"/>
                    <a:pt x="5204" y="9121"/>
                  </a:cubicBezTo>
                  <a:cubicBezTo>
                    <a:pt x="5204" y="9026"/>
                    <a:pt x="5192" y="8919"/>
                    <a:pt x="5144" y="8823"/>
                  </a:cubicBezTo>
                  <a:lnTo>
                    <a:pt x="7323" y="7740"/>
                  </a:lnTo>
                  <a:lnTo>
                    <a:pt x="7704" y="7859"/>
                  </a:lnTo>
                  <a:cubicBezTo>
                    <a:pt x="7811" y="7895"/>
                    <a:pt x="7918" y="7954"/>
                    <a:pt x="8002" y="8014"/>
                  </a:cubicBezTo>
                  <a:lnTo>
                    <a:pt x="7085" y="8799"/>
                  </a:lnTo>
                  <a:cubicBezTo>
                    <a:pt x="6894" y="8966"/>
                    <a:pt x="6787" y="9204"/>
                    <a:pt x="6787" y="9454"/>
                  </a:cubicBezTo>
                  <a:lnTo>
                    <a:pt x="6787" y="10871"/>
                  </a:lnTo>
                  <a:cubicBezTo>
                    <a:pt x="6787" y="10954"/>
                    <a:pt x="6859" y="11026"/>
                    <a:pt x="6954" y="11026"/>
                  </a:cubicBezTo>
                  <a:cubicBezTo>
                    <a:pt x="7037" y="11026"/>
                    <a:pt x="7109" y="10954"/>
                    <a:pt x="7109" y="10871"/>
                  </a:cubicBezTo>
                  <a:lnTo>
                    <a:pt x="7109" y="9454"/>
                  </a:lnTo>
                  <a:cubicBezTo>
                    <a:pt x="7109" y="9300"/>
                    <a:pt x="7192" y="9157"/>
                    <a:pt x="7287" y="9049"/>
                  </a:cubicBezTo>
                  <a:lnTo>
                    <a:pt x="8216" y="8264"/>
                  </a:lnTo>
                  <a:cubicBezTo>
                    <a:pt x="8287" y="8395"/>
                    <a:pt x="8335" y="8549"/>
                    <a:pt x="8335" y="8704"/>
                  </a:cubicBezTo>
                  <a:lnTo>
                    <a:pt x="8335" y="10883"/>
                  </a:lnTo>
                  <a:cubicBezTo>
                    <a:pt x="8335" y="10966"/>
                    <a:pt x="8406" y="11050"/>
                    <a:pt x="8502" y="11050"/>
                  </a:cubicBezTo>
                  <a:cubicBezTo>
                    <a:pt x="8585" y="11050"/>
                    <a:pt x="8656" y="10966"/>
                    <a:pt x="8656" y="10883"/>
                  </a:cubicBezTo>
                  <a:lnTo>
                    <a:pt x="8656" y="8704"/>
                  </a:lnTo>
                  <a:cubicBezTo>
                    <a:pt x="8633" y="8204"/>
                    <a:pt x="8275" y="7728"/>
                    <a:pt x="7775" y="7573"/>
                  </a:cubicBezTo>
                  <a:lnTo>
                    <a:pt x="5942" y="7037"/>
                  </a:lnTo>
                  <a:cubicBezTo>
                    <a:pt x="5787" y="7002"/>
                    <a:pt x="5692" y="6859"/>
                    <a:pt x="5692" y="6704"/>
                  </a:cubicBezTo>
                  <a:lnTo>
                    <a:pt x="5692" y="5954"/>
                  </a:lnTo>
                  <a:cubicBezTo>
                    <a:pt x="6228" y="5585"/>
                    <a:pt x="6609" y="4989"/>
                    <a:pt x="6704" y="4299"/>
                  </a:cubicBezTo>
                  <a:lnTo>
                    <a:pt x="6823" y="4299"/>
                  </a:lnTo>
                  <a:cubicBezTo>
                    <a:pt x="6978" y="4299"/>
                    <a:pt x="7144" y="4227"/>
                    <a:pt x="7263" y="4108"/>
                  </a:cubicBezTo>
                  <a:cubicBezTo>
                    <a:pt x="7382" y="3989"/>
                    <a:pt x="7430" y="3811"/>
                    <a:pt x="7418" y="3644"/>
                  </a:cubicBezTo>
                  <a:cubicBezTo>
                    <a:pt x="7394" y="3442"/>
                    <a:pt x="7263" y="3263"/>
                    <a:pt x="7073" y="3168"/>
                  </a:cubicBezTo>
                  <a:lnTo>
                    <a:pt x="7073" y="2751"/>
                  </a:lnTo>
                  <a:cubicBezTo>
                    <a:pt x="7073" y="1239"/>
                    <a:pt x="5835" y="1"/>
                    <a:pt x="4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65"/>
            <p:cNvSpPr/>
            <p:nvPr/>
          </p:nvSpPr>
          <p:spPr>
            <a:xfrm>
              <a:off x="7260824" y="3930925"/>
              <a:ext cx="43813" cy="15396"/>
            </a:xfrm>
            <a:custGeom>
              <a:avLst/>
              <a:gdLst/>
              <a:ahLst/>
              <a:cxnLst/>
              <a:rect l="l" t="t" r="r" b="b"/>
              <a:pathLst>
                <a:path w="1383" h="486" extrusionOk="0">
                  <a:moveTo>
                    <a:pt x="174" y="0"/>
                  </a:moveTo>
                  <a:cubicBezTo>
                    <a:pt x="132" y="0"/>
                    <a:pt x="90" y="15"/>
                    <a:pt x="60" y="45"/>
                  </a:cubicBezTo>
                  <a:cubicBezTo>
                    <a:pt x="1" y="104"/>
                    <a:pt x="1" y="200"/>
                    <a:pt x="60" y="259"/>
                  </a:cubicBezTo>
                  <a:cubicBezTo>
                    <a:pt x="191" y="402"/>
                    <a:pt x="430" y="485"/>
                    <a:pt x="703" y="485"/>
                  </a:cubicBezTo>
                  <a:cubicBezTo>
                    <a:pt x="965" y="485"/>
                    <a:pt x="1192" y="402"/>
                    <a:pt x="1346" y="259"/>
                  </a:cubicBezTo>
                  <a:cubicBezTo>
                    <a:pt x="1370" y="200"/>
                    <a:pt x="1382" y="104"/>
                    <a:pt x="1311" y="45"/>
                  </a:cubicBezTo>
                  <a:cubicBezTo>
                    <a:pt x="1281" y="15"/>
                    <a:pt x="1239" y="0"/>
                    <a:pt x="1198" y="0"/>
                  </a:cubicBezTo>
                  <a:cubicBezTo>
                    <a:pt x="1156" y="0"/>
                    <a:pt x="1114" y="15"/>
                    <a:pt x="1084" y="45"/>
                  </a:cubicBezTo>
                  <a:cubicBezTo>
                    <a:pt x="1025" y="104"/>
                    <a:pt x="894" y="152"/>
                    <a:pt x="692" y="152"/>
                  </a:cubicBezTo>
                  <a:cubicBezTo>
                    <a:pt x="477" y="152"/>
                    <a:pt x="346" y="81"/>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65"/>
            <p:cNvSpPr/>
            <p:nvPr/>
          </p:nvSpPr>
          <p:spPr>
            <a:xfrm>
              <a:off x="7260476" y="3837532"/>
              <a:ext cx="44162" cy="21289"/>
            </a:xfrm>
            <a:custGeom>
              <a:avLst/>
              <a:gdLst/>
              <a:ahLst/>
              <a:cxnLst/>
              <a:rect l="l" t="t" r="r" b="b"/>
              <a:pathLst>
                <a:path w="1394" h="672" extrusionOk="0">
                  <a:moveTo>
                    <a:pt x="170" y="0"/>
                  </a:moveTo>
                  <a:cubicBezTo>
                    <a:pt x="119" y="0"/>
                    <a:pt x="70" y="25"/>
                    <a:pt x="48" y="76"/>
                  </a:cubicBezTo>
                  <a:cubicBezTo>
                    <a:pt x="0" y="147"/>
                    <a:pt x="12" y="254"/>
                    <a:pt x="83" y="290"/>
                  </a:cubicBezTo>
                  <a:lnTo>
                    <a:pt x="607" y="635"/>
                  </a:lnTo>
                  <a:cubicBezTo>
                    <a:pt x="643" y="647"/>
                    <a:pt x="667" y="671"/>
                    <a:pt x="691" y="671"/>
                  </a:cubicBezTo>
                  <a:cubicBezTo>
                    <a:pt x="726" y="671"/>
                    <a:pt x="762" y="647"/>
                    <a:pt x="786" y="635"/>
                  </a:cubicBezTo>
                  <a:lnTo>
                    <a:pt x="1310" y="290"/>
                  </a:lnTo>
                  <a:cubicBezTo>
                    <a:pt x="1381" y="231"/>
                    <a:pt x="1393" y="147"/>
                    <a:pt x="1357" y="76"/>
                  </a:cubicBezTo>
                  <a:cubicBezTo>
                    <a:pt x="1328" y="25"/>
                    <a:pt x="1276" y="0"/>
                    <a:pt x="1224" y="0"/>
                  </a:cubicBezTo>
                  <a:cubicBezTo>
                    <a:pt x="1191" y="0"/>
                    <a:pt x="1159" y="10"/>
                    <a:pt x="1131" y="28"/>
                  </a:cubicBezTo>
                  <a:lnTo>
                    <a:pt x="703" y="314"/>
                  </a:lnTo>
                  <a:lnTo>
                    <a:pt x="262" y="28"/>
                  </a:lnTo>
                  <a:cubicBezTo>
                    <a:pt x="234" y="10"/>
                    <a:pt x="202"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65"/>
            <p:cNvSpPr/>
            <p:nvPr/>
          </p:nvSpPr>
          <p:spPr>
            <a:xfrm>
              <a:off x="7277425" y="3821059"/>
              <a:ext cx="10233" cy="15872"/>
            </a:xfrm>
            <a:custGeom>
              <a:avLst/>
              <a:gdLst/>
              <a:ahLst/>
              <a:cxnLst/>
              <a:rect l="l" t="t" r="r" b="b"/>
              <a:pathLst>
                <a:path w="323" h="501" extrusionOk="0">
                  <a:moveTo>
                    <a:pt x="168" y="0"/>
                  </a:moveTo>
                  <a:cubicBezTo>
                    <a:pt x="72" y="0"/>
                    <a:pt x="1" y="72"/>
                    <a:pt x="1" y="155"/>
                  </a:cubicBezTo>
                  <a:lnTo>
                    <a:pt x="1" y="334"/>
                  </a:lnTo>
                  <a:cubicBezTo>
                    <a:pt x="1" y="429"/>
                    <a:pt x="72" y="501"/>
                    <a:pt x="168" y="501"/>
                  </a:cubicBezTo>
                  <a:cubicBezTo>
                    <a:pt x="251" y="501"/>
                    <a:pt x="322" y="429"/>
                    <a:pt x="322" y="334"/>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1" name="Google Shape;11151;p65"/>
          <p:cNvGrpSpPr/>
          <p:nvPr/>
        </p:nvGrpSpPr>
        <p:grpSpPr>
          <a:xfrm>
            <a:off x="8054060" y="3611698"/>
            <a:ext cx="266334" cy="353834"/>
            <a:chOff x="8054060" y="3787098"/>
            <a:chExt cx="266334" cy="353834"/>
          </a:xfrm>
        </p:grpSpPr>
        <p:sp>
          <p:nvSpPr>
            <p:cNvPr id="11152" name="Google Shape;11152;p65"/>
            <p:cNvSpPr/>
            <p:nvPr/>
          </p:nvSpPr>
          <p:spPr>
            <a:xfrm>
              <a:off x="8164972" y="3974675"/>
              <a:ext cx="43782" cy="15396"/>
            </a:xfrm>
            <a:custGeom>
              <a:avLst/>
              <a:gdLst/>
              <a:ahLst/>
              <a:cxnLst/>
              <a:rect l="l" t="t" r="r" b="b"/>
              <a:pathLst>
                <a:path w="1382" h="486" extrusionOk="0">
                  <a:moveTo>
                    <a:pt x="179" y="0"/>
                  </a:moveTo>
                  <a:cubicBezTo>
                    <a:pt x="140" y="0"/>
                    <a:pt x="101" y="15"/>
                    <a:pt x="72" y="45"/>
                  </a:cubicBezTo>
                  <a:cubicBezTo>
                    <a:pt x="0" y="104"/>
                    <a:pt x="0" y="212"/>
                    <a:pt x="72" y="271"/>
                  </a:cubicBezTo>
                  <a:cubicBezTo>
                    <a:pt x="203" y="402"/>
                    <a:pt x="441" y="485"/>
                    <a:pt x="703" y="485"/>
                  </a:cubicBezTo>
                  <a:cubicBezTo>
                    <a:pt x="965" y="485"/>
                    <a:pt x="1191" y="402"/>
                    <a:pt x="1346" y="271"/>
                  </a:cubicBezTo>
                  <a:cubicBezTo>
                    <a:pt x="1381" y="212"/>
                    <a:pt x="1381" y="104"/>
                    <a:pt x="1322" y="45"/>
                  </a:cubicBezTo>
                  <a:cubicBezTo>
                    <a:pt x="1292" y="15"/>
                    <a:pt x="1250" y="0"/>
                    <a:pt x="1209" y="0"/>
                  </a:cubicBezTo>
                  <a:cubicBezTo>
                    <a:pt x="1167" y="0"/>
                    <a:pt x="1125" y="15"/>
                    <a:pt x="1096" y="45"/>
                  </a:cubicBezTo>
                  <a:cubicBezTo>
                    <a:pt x="1036" y="104"/>
                    <a:pt x="881" y="176"/>
                    <a:pt x="691" y="176"/>
                  </a:cubicBezTo>
                  <a:cubicBezTo>
                    <a:pt x="500" y="176"/>
                    <a:pt x="346" y="104"/>
                    <a:pt x="286" y="45"/>
                  </a:cubicBezTo>
                  <a:cubicBezTo>
                    <a:pt x="256"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65"/>
            <p:cNvSpPr/>
            <p:nvPr/>
          </p:nvSpPr>
          <p:spPr>
            <a:xfrm>
              <a:off x="8148371" y="3930450"/>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65"/>
            <p:cNvSpPr/>
            <p:nvPr/>
          </p:nvSpPr>
          <p:spPr>
            <a:xfrm>
              <a:off x="8214361" y="3930450"/>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5" name="Google Shape;11155;p65"/>
            <p:cNvSpPr/>
            <p:nvPr/>
          </p:nvSpPr>
          <p:spPr>
            <a:xfrm>
              <a:off x="8054060" y="3787098"/>
              <a:ext cx="266334" cy="353834"/>
            </a:xfrm>
            <a:custGeom>
              <a:avLst/>
              <a:gdLst/>
              <a:ahLst/>
              <a:cxnLst/>
              <a:rect l="l" t="t" r="r" b="b"/>
              <a:pathLst>
                <a:path w="8407" h="11169" extrusionOk="0">
                  <a:moveTo>
                    <a:pt x="4537" y="1370"/>
                  </a:moveTo>
                  <a:lnTo>
                    <a:pt x="4537" y="1906"/>
                  </a:lnTo>
                  <a:cubicBezTo>
                    <a:pt x="4537" y="2096"/>
                    <a:pt x="4370" y="2263"/>
                    <a:pt x="4180" y="2263"/>
                  </a:cubicBezTo>
                  <a:cubicBezTo>
                    <a:pt x="3977" y="2263"/>
                    <a:pt x="3823" y="2096"/>
                    <a:pt x="3823" y="1906"/>
                  </a:cubicBezTo>
                  <a:lnTo>
                    <a:pt x="3823" y="1370"/>
                  </a:lnTo>
                  <a:close/>
                  <a:moveTo>
                    <a:pt x="4180" y="322"/>
                  </a:moveTo>
                  <a:lnTo>
                    <a:pt x="6680" y="989"/>
                  </a:lnTo>
                  <a:lnTo>
                    <a:pt x="7633" y="2573"/>
                  </a:lnTo>
                  <a:lnTo>
                    <a:pt x="6966" y="3239"/>
                  </a:lnTo>
                  <a:lnTo>
                    <a:pt x="6966" y="2406"/>
                  </a:lnTo>
                  <a:cubicBezTo>
                    <a:pt x="6966" y="2227"/>
                    <a:pt x="6811" y="2061"/>
                    <a:pt x="6621" y="2061"/>
                  </a:cubicBezTo>
                  <a:lnTo>
                    <a:pt x="6442" y="2061"/>
                  </a:lnTo>
                  <a:cubicBezTo>
                    <a:pt x="6347" y="2061"/>
                    <a:pt x="6275" y="2144"/>
                    <a:pt x="6275" y="2227"/>
                  </a:cubicBezTo>
                  <a:cubicBezTo>
                    <a:pt x="6275" y="2323"/>
                    <a:pt x="6347" y="2394"/>
                    <a:pt x="6442" y="2394"/>
                  </a:cubicBezTo>
                  <a:lnTo>
                    <a:pt x="6621" y="2394"/>
                  </a:lnTo>
                  <a:cubicBezTo>
                    <a:pt x="6621" y="2394"/>
                    <a:pt x="6633" y="2394"/>
                    <a:pt x="6633" y="2406"/>
                  </a:cubicBezTo>
                  <a:lnTo>
                    <a:pt x="6633" y="3120"/>
                  </a:lnTo>
                  <a:lnTo>
                    <a:pt x="1739" y="3120"/>
                  </a:lnTo>
                  <a:lnTo>
                    <a:pt x="1739" y="2406"/>
                  </a:lnTo>
                  <a:cubicBezTo>
                    <a:pt x="1739" y="2406"/>
                    <a:pt x="1739" y="2394"/>
                    <a:pt x="1751" y="2394"/>
                  </a:cubicBezTo>
                  <a:lnTo>
                    <a:pt x="3727" y="2394"/>
                  </a:lnTo>
                  <a:cubicBezTo>
                    <a:pt x="3847" y="2501"/>
                    <a:pt x="4013" y="2573"/>
                    <a:pt x="4192" y="2573"/>
                  </a:cubicBezTo>
                  <a:cubicBezTo>
                    <a:pt x="4370" y="2573"/>
                    <a:pt x="4513" y="2513"/>
                    <a:pt x="4656" y="2394"/>
                  </a:cubicBezTo>
                  <a:lnTo>
                    <a:pt x="5763" y="2394"/>
                  </a:lnTo>
                  <a:cubicBezTo>
                    <a:pt x="5859" y="2394"/>
                    <a:pt x="5930" y="2323"/>
                    <a:pt x="5930" y="2227"/>
                  </a:cubicBezTo>
                  <a:cubicBezTo>
                    <a:pt x="5930" y="2144"/>
                    <a:pt x="5859" y="2061"/>
                    <a:pt x="5763" y="2061"/>
                  </a:cubicBezTo>
                  <a:lnTo>
                    <a:pt x="4859" y="2061"/>
                  </a:lnTo>
                  <a:cubicBezTo>
                    <a:pt x="4870" y="2001"/>
                    <a:pt x="4894" y="1942"/>
                    <a:pt x="4894" y="1882"/>
                  </a:cubicBezTo>
                  <a:lnTo>
                    <a:pt x="4894" y="1180"/>
                  </a:lnTo>
                  <a:cubicBezTo>
                    <a:pt x="4894" y="1096"/>
                    <a:pt x="4811" y="1025"/>
                    <a:pt x="4728" y="1025"/>
                  </a:cubicBezTo>
                  <a:lnTo>
                    <a:pt x="3692" y="1025"/>
                  </a:lnTo>
                  <a:cubicBezTo>
                    <a:pt x="3596" y="1025"/>
                    <a:pt x="3525" y="1096"/>
                    <a:pt x="3525" y="1180"/>
                  </a:cubicBezTo>
                  <a:lnTo>
                    <a:pt x="3525" y="1882"/>
                  </a:lnTo>
                  <a:cubicBezTo>
                    <a:pt x="3525" y="1942"/>
                    <a:pt x="3537" y="2001"/>
                    <a:pt x="3549" y="2061"/>
                  </a:cubicBezTo>
                  <a:lnTo>
                    <a:pt x="1763" y="2061"/>
                  </a:lnTo>
                  <a:cubicBezTo>
                    <a:pt x="1584" y="2061"/>
                    <a:pt x="1430" y="2215"/>
                    <a:pt x="1430" y="2406"/>
                  </a:cubicBezTo>
                  <a:lnTo>
                    <a:pt x="1430" y="3239"/>
                  </a:lnTo>
                  <a:lnTo>
                    <a:pt x="727" y="2573"/>
                  </a:lnTo>
                  <a:lnTo>
                    <a:pt x="1680" y="989"/>
                  </a:lnTo>
                  <a:lnTo>
                    <a:pt x="4180" y="322"/>
                  </a:lnTo>
                  <a:close/>
                  <a:moveTo>
                    <a:pt x="6549" y="3454"/>
                  </a:moveTo>
                  <a:cubicBezTo>
                    <a:pt x="6430" y="3573"/>
                    <a:pt x="6180" y="3668"/>
                    <a:pt x="5978" y="3751"/>
                  </a:cubicBezTo>
                  <a:cubicBezTo>
                    <a:pt x="5501" y="3906"/>
                    <a:pt x="4859" y="4001"/>
                    <a:pt x="4180" y="4001"/>
                  </a:cubicBezTo>
                  <a:cubicBezTo>
                    <a:pt x="3489" y="4001"/>
                    <a:pt x="2858" y="3906"/>
                    <a:pt x="2382" y="3751"/>
                  </a:cubicBezTo>
                  <a:cubicBezTo>
                    <a:pt x="2168" y="3692"/>
                    <a:pt x="1930" y="3573"/>
                    <a:pt x="1811" y="3454"/>
                  </a:cubicBezTo>
                  <a:close/>
                  <a:moveTo>
                    <a:pt x="1739" y="3787"/>
                  </a:moveTo>
                  <a:cubicBezTo>
                    <a:pt x="1822" y="3870"/>
                    <a:pt x="1942" y="3942"/>
                    <a:pt x="2096" y="4001"/>
                  </a:cubicBezTo>
                  <a:lnTo>
                    <a:pt x="2096" y="4168"/>
                  </a:lnTo>
                  <a:cubicBezTo>
                    <a:pt x="2096" y="4263"/>
                    <a:pt x="2001" y="4347"/>
                    <a:pt x="1918" y="4347"/>
                  </a:cubicBezTo>
                  <a:lnTo>
                    <a:pt x="1739" y="4347"/>
                  </a:lnTo>
                  <a:lnTo>
                    <a:pt x="1739" y="3787"/>
                  </a:lnTo>
                  <a:close/>
                  <a:moveTo>
                    <a:pt x="6621" y="3811"/>
                  </a:moveTo>
                  <a:lnTo>
                    <a:pt x="6621" y="4359"/>
                  </a:lnTo>
                  <a:lnTo>
                    <a:pt x="6442" y="4359"/>
                  </a:lnTo>
                  <a:cubicBezTo>
                    <a:pt x="6394" y="4359"/>
                    <a:pt x="6347" y="4347"/>
                    <a:pt x="6299" y="4299"/>
                  </a:cubicBezTo>
                  <a:cubicBezTo>
                    <a:pt x="6275" y="4263"/>
                    <a:pt x="6240" y="4228"/>
                    <a:pt x="6240" y="4168"/>
                  </a:cubicBezTo>
                  <a:lnTo>
                    <a:pt x="6240" y="4001"/>
                  </a:lnTo>
                  <a:lnTo>
                    <a:pt x="6252" y="4001"/>
                  </a:lnTo>
                  <a:cubicBezTo>
                    <a:pt x="6394" y="3942"/>
                    <a:pt x="6525" y="3870"/>
                    <a:pt x="6621" y="3811"/>
                  </a:cubicBezTo>
                  <a:close/>
                  <a:moveTo>
                    <a:pt x="5930" y="4120"/>
                  </a:moveTo>
                  <a:lnTo>
                    <a:pt x="5930" y="4180"/>
                  </a:lnTo>
                  <a:cubicBezTo>
                    <a:pt x="5930" y="4311"/>
                    <a:pt x="5990" y="4442"/>
                    <a:pt x="6085" y="4537"/>
                  </a:cubicBezTo>
                  <a:cubicBezTo>
                    <a:pt x="6168" y="4621"/>
                    <a:pt x="6311" y="4680"/>
                    <a:pt x="6442" y="4680"/>
                  </a:cubicBezTo>
                  <a:lnTo>
                    <a:pt x="6704" y="4680"/>
                  </a:lnTo>
                  <a:cubicBezTo>
                    <a:pt x="6859" y="4680"/>
                    <a:pt x="6978" y="4799"/>
                    <a:pt x="6978" y="4954"/>
                  </a:cubicBezTo>
                  <a:cubicBezTo>
                    <a:pt x="6978" y="5097"/>
                    <a:pt x="6859" y="5216"/>
                    <a:pt x="6704" y="5216"/>
                  </a:cubicBezTo>
                  <a:lnTo>
                    <a:pt x="6609" y="5216"/>
                  </a:lnTo>
                  <a:lnTo>
                    <a:pt x="6609" y="5204"/>
                  </a:lnTo>
                  <a:cubicBezTo>
                    <a:pt x="6609" y="5109"/>
                    <a:pt x="6525" y="5037"/>
                    <a:pt x="6442" y="5037"/>
                  </a:cubicBezTo>
                  <a:cubicBezTo>
                    <a:pt x="6347" y="5037"/>
                    <a:pt x="6275" y="5109"/>
                    <a:pt x="6275" y="5204"/>
                  </a:cubicBezTo>
                  <a:cubicBezTo>
                    <a:pt x="6275" y="6359"/>
                    <a:pt x="5335" y="7299"/>
                    <a:pt x="4180" y="7299"/>
                  </a:cubicBezTo>
                  <a:cubicBezTo>
                    <a:pt x="3013" y="7299"/>
                    <a:pt x="2084" y="6371"/>
                    <a:pt x="2084" y="5204"/>
                  </a:cubicBezTo>
                  <a:cubicBezTo>
                    <a:pt x="2084" y="5109"/>
                    <a:pt x="2001" y="5037"/>
                    <a:pt x="1918" y="5037"/>
                  </a:cubicBezTo>
                  <a:cubicBezTo>
                    <a:pt x="1822" y="5037"/>
                    <a:pt x="1751" y="5109"/>
                    <a:pt x="1751" y="5204"/>
                  </a:cubicBezTo>
                  <a:lnTo>
                    <a:pt x="1751" y="5216"/>
                  </a:lnTo>
                  <a:lnTo>
                    <a:pt x="1644" y="5216"/>
                  </a:lnTo>
                  <a:cubicBezTo>
                    <a:pt x="1501" y="5216"/>
                    <a:pt x="1382" y="5097"/>
                    <a:pt x="1382" y="4954"/>
                  </a:cubicBezTo>
                  <a:cubicBezTo>
                    <a:pt x="1382" y="4799"/>
                    <a:pt x="1501" y="4680"/>
                    <a:pt x="1644" y="4680"/>
                  </a:cubicBezTo>
                  <a:lnTo>
                    <a:pt x="1918" y="4680"/>
                  </a:lnTo>
                  <a:cubicBezTo>
                    <a:pt x="2203" y="4680"/>
                    <a:pt x="2418" y="4466"/>
                    <a:pt x="2418" y="4180"/>
                  </a:cubicBezTo>
                  <a:lnTo>
                    <a:pt x="2418" y="4120"/>
                  </a:lnTo>
                  <a:cubicBezTo>
                    <a:pt x="2918" y="4251"/>
                    <a:pt x="3525" y="4347"/>
                    <a:pt x="4180" y="4347"/>
                  </a:cubicBezTo>
                  <a:cubicBezTo>
                    <a:pt x="4835" y="4347"/>
                    <a:pt x="5442" y="4263"/>
                    <a:pt x="5930" y="4120"/>
                  </a:cubicBezTo>
                  <a:close/>
                  <a:moveTo>
                    <a:pt x="1751" y="5549"/>
                  </a:moveTo>
                  <a:cubicBezTo>
                    <a:pt x="1858" y="6299"/>
                    <a:pt x="2311" y="6942"/>
                    <a:pt x="2942" y="7311"/>
                  </a:cubicBezTo>
                  <a:lnTo>
                    <a:pt x="2942" y="7728"/>
                  </a:lnTo>
                  <a:cubicBezTo>
                    <a:pt x="2858" y="7728"/>
                    <a:pt x="2763" y="7764"/>
                    <a:pt x="2692" y="7835"/>
                  </a:cubicBezTo>
                  <a:lnTo>
                    <a:pt x="2323" y="8228"/>
                  </a:lnTo>
                  <a:cubicBezTo>
                    <a:pt x="2299" y="8240"/>
                    <a:pt x="2287" y="8264"/>
                    <a:pt x="2275" y="8300"/>
                  </a:cubicBezTo>
                  <a:lnTo>
                    <a:pt x="1025" y="8752"/>
                  </a:lnTo>
                  <a:lnTo>
                    <a:pt x="1025" y="8347"/>
                  </a:lnTo>
                  <a:cubicBezTo>
                    <a:pt x="1025" y="7514"/>
                    <a:pt x="1215" y="7049"/>
                    <a:pt x="1406" y="6597"/>
                  </a:cubicBezTo>
                  <a:cubicBezTo>
                    <a:pt x="1549" y="6276"/>
                    <a:pt x="1680" y="5966"/>
                    <a:pt x="1703" y="5549"/>
                  </a:cubicBezTo>
                  <a:close/>
                  <a:moveTo>
                    <a:pt x="5061" y="7466"/>
                  </a:moveTo>
                  <a:lnTo>
                    <a:pt x="5061" y="7930"/>
                  </a:lnTo>
                  <a:lnTo>
                    <a:pt x="4180" y="8812"/>
                  </a:lnTo>
                  <a:lnTo>
                    <a:pt x="3299" y="7930"/>
                  </a:lnTo>
                  <a:lnTo>
                    <a:pt x="3299" y="7466"/>
                  </a:lnTo>
                  <a:cubicBezTo>
                    <a:pt x="3561" y="7573"/>
                    <a:pt x="3858" y="7633"/>
                    <a:pt x="4180" y="7633"/>
                  </a:cubicBezTo>
                  <a:cubicBezTo>
                    <a:pt x="4489" y="7633"/>
                    <a:pt x="4787" y="7573"/>
                    <a:pt x="5061" y="7466"/>
                  </a:cubicBezTo>
                  <a:close/>
                  <a:moveTo>
                    <a:pt x="2977" y="8061"/>
                  </a:moveTo>
                  <a:lnTo>
                    <a:pt x="3942" y="9026"/>
                  </a:lnTo>
                  <a:lnTo>
                    <a:pt x="3192" y="9645"/>
                  </a:lnTo>
                  <a:lnTo>
                    <a:pt x="3180" y="9645"/>
                  </a:lnTo>
                  <a:lnTo>
                    <a:pt x="2632" y="8395"/>
                  </a:lnTo>
                  <a:lnTo>
                    <a:pt x="2954" y="8061"/>
                  </a:lnTo>
                  <a:close/>
                  <a:moveTo>
                    <a:pt x="4180" y="9252"/>
                  </a:moveTo>
                  <a:lnTo>
                    <a:pt x="4501" y="9538"/>
                  </a:lnTo>
                  <a:lnTo>
                    <a:pt x="4442" y="9728"/>
                  </a:lnTo>
                  <a:cubicBezTo>
                    <a:pt x="4418" y="9800"/>
                    <a:pt x="4358" y="9859"/>
                    <a:pt x="4263" y="9859"/>
                  </a:cubicBezTo>
                  <a:lnTo>
                    <a:pt x="4073" y="9859"/>
                  </a:lnTo>
                  <a:cubicBezTo>
                    <a:pt x="4001" y="9859"/>
                    <a:pt x="3930" y="9824"/>
                    <a:pt x="3894" y="9728"/>
                  </a:cubicBezTo>
                  <a:lnTo>
                    <a:pt x="3835" y="9538"/>
                  </a:lnTo>
                  <a:lnTo>
                    <a:pt x="4180" y="9252"/>
                  </a:lnTo>
                  <a:close/>
                  <a:moveTo>
                    <a:pt x="4132" y="1"/>
                  </a:moveTo>
                  <a:lnTo>
                    <a:pt x="1513" y="691"/>
                  </a:lnTo>
                  <a:cubicBezTo>
                    <a:pt x="1465" y="715"/>
                    <a:pt x="1441" y="739"/>
                    <a:pt x="1406" y="775"/>
                  </a:cubicBezTo>
                  <a:lnTo>
                    <a:pt x="370" y="2513"/>
                  </a:lnTo>
                  <a:cubicBezTo>
                    <a:pt x="322" y="2573"/>
                    <a:pt x="334" y="2656"/>
                    <a:pt x="394" y="2704"/>
                  </a:cubicBezTo>
                  <a:lnTo>
                    <a:pt x="1394" y="3704"/>
                  </a:lnTo>
                  <a:lnTo>
                    <a:pt x="1394" y="4406"/>
                  </a:lnTo>
                  <a:cubicBezTo>
                    <a:pt x="1191" y="4490"/>
                    <a:pt x="1049" y="4704"/>
                    <a:pt x="1049" y="4954"/>
                  </a:cubicBezTo>
                  <a:cubicBezTo>
                    <a:pt x="1049" y="5192"/>
                    <a:pt x="1203" y="5394"/>
                    <a:pt x="1394" y="5490"/>
                  </a:cubicBezTo>
                  <a:cubicBezTo>
                    <a:pt x="1382" y="5871"/>
                    <a:pt x="1263" y="6156"/>
                    <a:pt x="1108" y="6490"/>
                  </a:cubicBezTo>
                  <a:cubicBezTo>
                    <a:pt x="918" y="6930"/>
                    <a:pt x="691" y="7454"/>
                    <a:pt x="691" y="8347"/>
                  </a:cubicBezTo>
                  <a:lnTo>
                    <a:pt x="691" y="8871"/>
                  </a:lnTo>
                  <a:cubicBezTo>
                    <a:pt x="275" y="9062"/>
                    <a:pt x="1" y="9490"/>
                    <a:pt x="1" y="9966"/>
                  </a:cubicBezTo>
                  <a:lnTo>
                    <a:pt x="1" y="10967"/>
                  </a:lnTo>
                  <a:cubicBezTo>
                    <a:pt x="1" y="11050"/>
                    <a:pt x="72" y="11133"/>
                    <a:pt x="156" y="11133"/>
                  </a:cubicBezTo>
                  <a:cubicBezTo>
                    <a:pt x="251" y="11133"/>
                    <a:pt x="322" y="11050"/>
                    <a:pt x="322" y="10967"/>
                  </a:cubicBezTo>
                  <a:lnTo>
                    <a:pt x="322" y="9966"/>
                  </a:lnTo>
                  <a:cubicBezTo>
                    <a:pt x="322" y="9859"/>
                    <a:pt x="334" y="9764"/>
                    <a:pt x="382" y="9657"/>
                  </a:cubicBezTo>
                  <a:lnTo>
                    <a:pt x="1203" y="10359"/>
                  </a:lnTo>
                  <a:cubicBezTo>
                    <a:pt x="1322" y="10455"/>
                    <a:pt x="1394" y="10609"/>
                    <a:pt x="1394" y="10752"/>
                  </a:cubicBezTo>
                  <a:lnTo>
                    <a:pt x="1394" y="10967"/>
                  </a:lnTo>
                  <a:cubicBezTo>
                    <a:pt x="1394" y="11050"/>
                    <a:pt x="1465" y="11133"/>
                    <a:pt x="1561" y="11133"/>
                  </a:cubicBezTo>
                  <a:cubicBezTo>
                    <a:pt x="1644" y="11133"/>
                    <a:pt x="1715" y="11050"/>
                    <a:pt x="1715" y="10967"/>
                  </a:cubicBezTo>
                  <a:lnTo>
                    <a:pt x="1715" y="10752"/>
                  </a:lnTo>
                  <a:cubicBezTo>
                    <a:pt x="1715" y="10502"/>
                    <a:pt x="1620" y="10264"/>
                    <a:pt x="1418" y="10097"/>
                  </a:cubicBezTo>
                  <a:lnTo>
                    <a:pt x="560" y="9359"/>
                  </a:lnTo>
                  <a:cubicBezTo>
                    <a:pt x="644" y="9252"/>
                    <a:pt x="787" y="9169"/>
                    <a:pt x="918" y="9121"/>
                  </a:cubicBezTo>
                  <a:lnTo>
                    <a:pt x="2382" y="8609"/>
                  </a:lnTo>
                  <a:lnTo>
                    <a:pt x="2894" y="9776"/>
                  </a:lnTo>
                  <a:cubicBezTo>
                    <a:pt x="2942" y="9883"/>
                    <a:pt x="3037" y="9943"/>
                    <a:pt x="3132" y="9966"/>
                  </a:cubicBezTo>
                  <a:cubicBezTo>
                    <a:pt x="3168" y="9966"/>
                    <a:pt x="3180" y="9978"/>
                    <a:pt x="3204" y="9978"/>
                  </a:cubicBezTo>
                  <a:cubicBezTo>
                    <a:pt x="3287" y="9978"/>
                    <a:pt x="3358" y="9955"/>
                    <a:pt x="3418" y="9907"/>
                  </a:cubicBezTo>
                  <a:lnTo>
                    <a:pt x="3585" y="9776"/>
                  </a:lnTo>
                  <a:lnTo>
                    <a:pt x="3608" y="9847"/>
                  </a:lnTo>
                  <a:cubicBezTo>
                    <a:pt x="3644" y="9943"/>
                    <a:pt x="3692" y="10014"/>
                    <a:pt x="3763" y="10074"/>
                  </a:cubicBezTo>
                  <a:lnTo>
                    <a:pt x="3608" y="10967"/>
                  </a:lnTo>
                  <a:cubicBezTo>
                    <a:pt x="3596" y="11050"/>
                    <a:pt x="3656" y="11145"/>
                    <a:pt x="3751" y="11157"/>
                  </a:cubicBezTo>
                  <a:lnTo>
                    <a:pt x="3775" y="11157"/>
                  </a:lnTo>
                  <a:cubicBezTo>
                    <a:pt x="3847" y="11157"/>
                    <a:pt x="3930" y="11098"/>
                    <a:pt x="3942" y="11026"/>
                  </a:cubicBezTo>
                  <a:lnTo>
                    <a:pt x="4073" y="10216"/>
                  </a:lnTo>
                  <a:lnTo>
                    <a:pt x="4323" y="10216"/>
                  </a:lnTo>
                  <a:lnTo>
                    <a:pt x="4466" y="11026"/>
                  </a:lnTo>
                  <a:cubicBezTo>
                    <a:pt x="4478" y="11098"/>
                    <a:pt x="4549" y="11157"/>
                    <a:pt x="4620" y="11157"/>
                  </a:cubicBezTo>
                  <a:lnTo>
                    <a:pt x="4656" y="11157"/>
                  </a:lnTo>
                  <a:cubicBezTo>
                    <a:pt x="4739" y="11145"/>
                    <a:pt x="4799" y="11050"/>
                    <a:pt x="4787" y="10967"/>
                  </a:cubicBezTo>
                  <a:lnTo>
                    <a:pt x="4644" y="10086"/>
                  </a:lnTo>
                  <a:cubicBezTo>
                    <a:pt x="4704" y="10026"/>
                    <a:pt x="4763" y="9955"/>
                    <a:pt x="4787" y="9859"/>
                  </a:cubicBezTo>
                  <a:lnTo>
                    <a:pt x="4823" y="9788"/>
                  </a:lnTo>
                  <a:lnTo>
                    <a:pt x="4978" y="9919"/>
                  </a:lnTo>
                  <a:cubicBezTo>
                    <a:pt x="5037" y="9966"/>
                    <a:pt x="5120" y="10002"/>
                    <a:pt x="5192" y="10002"/>
                  </a:cubicBezTo>
                  <a:cubicBezTo>
                    <a:pt x="5216" y="10002"/>
                    <a:pt x="5240" y="10002"/>
                    <a:pt x="5263" y="9978"/>
                  </a:cubicBezTo>
                  <a:cubicBezTo>
                    <a:pt x="5371" y="9955"/>
                    <a:pt x="5454" y="9895"/>
                    <a:pt x="5501" y="9788"/>
                  </a:cubicBezTo>
                  <a:lnTo>
                    <a:pt x="5752" y="9240"/>
                  </a:lnTo>
                  <a:cubicBezTo>
                    <a:pt x="5787" y="9145"/>
                    <a:pt x="5752" y="9062"/>
                    <a:pt x="5668" y="9026"/>
                  </a:cubicBezTo>
                  <a:cubicBezTo>
                    <a:pt x="5646" y="9020"/>
                    <a:pt x="5624" y="9017"/>
                    <a:pt x="5603" y="9017"/>
                  </a:cubicBezTo>
                  <a:cubicBezTo>
                    <a:pt x="5536" y="9017"/>
                    <a:pt x="5481" y="9048"/>
                    <a:pt x="5454" y="9121"/>
                  </a:cubicBezTo>
                  <a:lnTo>
                    <a:pt x="5204" y="9669"/>
                  </a:lnTo>
                  <a:lnTo>
                    <a:pt x="5180" y="9669"/>
                  </a:lnTo>
                  <a:lnTo>
                    <a:pt x="4442" y="9062"/>
                  </a:lnTo>
                  <a:lnTo>
                    <a:pt x="5418" y="8097"/>
                  </a:lnTo>
                  <a:lnTo>
                    <a:pt x="5430" y="8097"/>
                  </a:lnTo>
                  <a:lnTo>
                    <a:pt x="5752" y="8419"/>
                  </a:lnTo>
                  <a:lnTo>
                    <a:pt x="5728" y="8490"/>
                  </a:lnTo>
                  <a:cubicBezTo>
                    <a:pt x="5692" y="8585"/>
                    <a:pt x="5728" y="8669"/>
                    <a:pt x="5811" y="8704"/>
                  </a:cubicBezTo>
                  <a:cubicBezTo>
                    <a:pt x="5833" y="8711"/>
                    <a:pt x="5854" y="8714"/>
                    <a:pt x="5875" y="8714"/>
                  </a:cubicBezTo>
                  <a:cubicBezTo>
                    <a:pt x="5935" y="8714"/>
                    <a:pt x="5990" y="8689"/>
                    <a:pt x="6025" y="8645"/>
                  </a:cubicBezTo>
                  <a:lnTo>
                    <a:pt x="7478" y="9169"/>
                  </a:lnTo>
                  <a:cubicBezTo>
                    <a:pt x="7621" y="9204"/>
                    <a:pt x="7752" y="9300"/>
                    <a:pt x="7835" y="9407"/>
                  </a:cubicBezTo>
                  <a:lnTo>
                    <a:pt x="6978" y="10145"/>
                  </a:lnTo>
                  <a:cubicBezTo>
                    <a:pt x="6787" y="10312"/>
                    <a:pt x="6680" y="10550"/>
                    <a:pt x="6680" y="10800"/>
                  </a:cubicBezTo>
                  <a:lnTo>
                    <a:pt x="6680" y="11014"/>
                  </a:lnTo>
                  <a:cubicBezTo>
                    <a:pt x="6680" y="11098"/>
                    <a:pt x="6752" y="11169"/>
                    <a:pt x="6847" y="11169"/>
                  </a:cubicBezTo>
                  <a:cubicBezTo>
                    <a:pt x="6930" y="11169"/>
                    <a:pt x="7002" y="11098"/>
                    <a:pt x="7002" y="11014"/>
                  </a:cubicBezTo>
                  <a:lnTo>
                    <a:pt x="7002" y="10800"/>
                  </a:lnTo>
                  <a:cubicBezTo>
                    <a:pt x="7002" y="10657"/>
                    <a:pt x="7085" y="10502"/>
                    <a:pt x="7204" y="10395"/>
                  </a:cubicBezTo>
                  <a:lnTo>
                    <a:pt x="8014" y="9705"/>
                  </a:lnTo>
                  <a:cubicBezTo>
                    <a:pt x="8049" y="9800"/>
                    <a:pt x="8073" y="9907"/>
                    <a:pt x="8073" y="10014"/>
                  </a:cubicBezTo>
                  <a:lnTo>
                    <a:pt x="8073" y="11014"/>
                  </a:lnTo>
                  <a:cubicBezTo>
                    <a:pt x="8073" y="11098"/>
                    <a:pt x="8157" y="11169"/>
                    <a:pt x="8240" y="11169"/>
                  </a:cubicBezTo>
                  <a:cubicBezTo>
                    <a:pt x="8335" y="11169"/>
                    <a:pt x="8407" y="11098"/>
                    <a:pt x="8407" y="11014"/>
                  </a:cubicBezTo>
                  <a:lnTo>
                    <a:pt x="8407" y="10014"/>
                  </a:lnTo>
                  <a:cubicBezTo>
                    <a:pt x="8347" y="9443"/>
                    <a:pt x="8014" y="8990"/>
                    <a:pt x="7537" y="8823"/>
                  </a:cubicBezTo>
                  <a:lnTo>
                    <a:pt x="6085" y="8300"/>
                  </a:lnTo>
                  <a:cubicBezTo>
                    <a:pt x="6073" y="8264"/>
                    <a:pt x="6073" y="8252"/>
                    <a:pt x="6037" y="8228"/>
                  </a:cubicBezTo>
                  <a:lnTo>
                    <a:pt x="5632" y="7823"/>
                  </a:lnTo>
                  <a:cubicBezTo>
                    <a:pt x="5561" y="7752"/>
                    <a:pt x="5478" y="7716"/>
                    <a:pt x="5382" y="7716"/>
                  </a:cubicBezTo>
                  <a:lnTo>
                    <a:pt x="5382" y="7299"/>
                  </a:lnTo>
                  <a:cubicBezTo>
                    <a:pt x="6025" y="6930"/>
                    <a:pt x="6466" y="6287"/>
                    <a:pt x="6573" y="5537"/>
                  </a:cubicBezTo>
                  <a:lnTo>
                    <a:pt x="6692" y="5537"/>
                  </a:lnTo>
                  <a:cubicBezTo>
                    <a:pt x="7025" y="5537"/>
                    <a:pt x="7287" y="5263"/>
                    <a:pt x="7287" y="4942"/>
                  </a:cubicBezTo>
                  <a:cubicBezTo>
                    <a:pt x="7287" y="4692"/>
                    <a:pt x="7145" y="4490"/>
                    <a:pt x="6942" y="4382"/>
                  </a:cubicBezTo>
                  <a:lnTo>
                    <a:pt x="6942" y="3680"/>
                  </a:lnTo>
                  <a:lnTo>
                    <a:pt x="7942" y="2692"/>
                  </a:lnTo>
                  <a:cubicBezTo>
                    <a:pt x="8002" y="2632"/>
                    <a:pt x="8002" y="2549"/>
                    <a:pt x="7978" y="2489"/>
                  </a:cubicBezTo>
                  <a:lnTo>
                    <a:pt x="6930" y="751"/>
                  </a:lnTo>
                  <a:cubicBezTo>
                    <a:pt x="6918" y="727"/>
                    <a:pt x="6871" y="691"/>
                    <a:pt x="6823" y="680"/>
                  </a:cubicBezTo>
                  <a:lnTo>
                    <a:pt x="422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6" name="Google Shape;11156;p65"/>
          <p:cNvGrpSpPr/>
          <p:nvPr/>
        </p:nvGrpSpPr>
        <p:grpSpPr>
          <a:xfrm>
            <a:off x="6702211" y="3607199"/>
            <a:ext cx="270104" cy="361754"/>
            <a:chOff x="6702211" y="3782599"/>
            <a:chExt cx="270104" cy="361754"/>
          </a:xfrm>
        </p:grpSpPr>
        <p:sp>
          <p:nvSpPr>
            <p:cNvPr id="11157" name="Google Shape;11157;p65"/>
            <p:cNvSpPr/>
            <p:nvPr/>
          </p:nvSpPr>
          <p:spPr>
            <a:xfrm>
              <a:off x="6798011" y="3907070"/>
              <a:ext cx="10233" cy="16252"/>
            </a:xfrm>
            <a:custGeom>
              <a:avLst/>
              <a:gdLst/>
              <a:ahLst/>
              <a:cxnLst/>
              <a:rect l="l" t="t" r="r" b="b"/>
              <a:pathLst>
                <a:path w="323" h="513" extrusionOk="0">
                  <a:moveTo>
                    <a:pt x="156" y="0"/>
                  </a:moveTo>
                  <a:cubicBezTo>
                    <a:pt x="72" y="0"/>
                    <a:pt x="1" y="83"/>
                    <a:pt x="1" y="167"/>
                  </a:cubicBezTo>
                  <a:lnTo>
                    <a:pt x="1" y="345"/>
                  </a:lnTo>
                  <a:cubicBezTo>
                    <a:pt x="1" y="441"/>
                    <a:pt x="72" y="512"/>
                    <a:pt x="156" y="512"/>
                  </a:cubicBezTo>
                  <a:cubicBezTo>
                    <a:pt x="251" y="512"/>
                    <a:pt x="322" y="441"/>
                    <a:pt x="322" y="345"/>
                  </a:cubicBezTo>
                  <a:lnTo>
                    <a:pt x="322" y="167"/>
                  </a:lnTo>
                  <a:cubicBezTo>
                    <a:pt x="322" y="83"/>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65"/>
            <p:cNvSpPr/>
            <p:nvPr/>
          </p:nvSpPr>
          <p:spPr>
            <a:xfrm>
              <a:off x="6865933" y="3907070"/>
              <a:ext cx="10201" cy="16252"/>
            </a:xfrm>
            <a:custGeom>
              <a:avLst/>
              <a:gdLst/>
              <a:ahLst/>
              <a:cxnLst/>
              <a:rect l="l" t="t" r="r" b="b"/>
              <a:pathLst>
                <a:path w="322" h="513" extrusionOk="0">
                  <a:moveTo>
                    <a:pt x="155" y="0"/>
                  </a:moveTo>
                  <a:cubicBezTo>
                    <a:pt x="72" y="0"/>
                    <a:pt x="0" y="83"/>
                    <a:pt x="0" y="167"/>
                  </a:cubicBezTo>
                  <a:lnTo>
                    <a:pt x="0" y="345"/>
                  </a:lnTo>
                  <a:cubicBezTo>
                    <a:pt x="0" y="441"/>
                    <a:pt x="72" y="512"/>
                    <a:pt x="155" y="512"/>
                  </a:cubicBezTo>
                  <a:cubicBezTo>
                    <a:pt x="250" y="512"/>
                    <a:pt x="322" y="441"/>
                    <a:pt x="322" y="345"/>
                  </a:cubicBezTo>
                  <a:lnTo>
                    <a:pt x="322" y="167"/>
                  </a:lnTo>
                  <a:cubicBezTo>
                    <a:pt x="322" y="83"/>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65"/>
            <p:cNvSpPr/>
            <p:nvPr/>
          </p:nvSpPr>
          <p:spPr>
            <a:xfrm>
              <a:off x="6814231" y="3946765"/>
              <a:ext cx="45302" cy="16157"/>
            </a:xfrm>
            <a:custGeom>
              <a:avLst/>
              <a:gdLst/>
              <a:ahLst/>
              <a:cxnLst/>
              <a:rect l="l" t="t" r="r" b="b"/>
              <a:pathLst>
                <a:path w="1430" h="510" extrusionOk="0">
                  <a:moveTo>
                    <a:pt x="180" y="0"/>
                  </a:moveTo>
                  <a:cubicBezTo>
                    <a:pt x="135" y="0"/>
                    <a:pt x="90" y="15"/>
                    <a:pt x="60" y="45"/>
                  </a:cubicBezTo>
                  <a:cubicBezTo>
                    <a:pt x="1" y="104"/>
                    <a:pt x="1" y="223"/>
                    <a:pt x="60" y="283"/>
                  </a:cubicBezTo>
                  <a:cubicBezTo>
                    <a:pt x="215" y="438"/>
                    <a:pt x="453" y="509"/>
                    <a:pt x="715" y="509"/>
                  </a:cubicBezTo>
                  <a:cubicBezTo>
                    <a:pt x="989" y="509"/>
                    <a:pt x="1227" y="414"/>
                    <a:pt x="1370" y="283"/>
                  </a:cubicBezTo>
                  <a:cubicBezTo>
                    <a:pt x="1430" y="212"/>
                    <a:pt x="1430" y="104"/>
                    <a:pt x="1370" y="45"/>
                  </a:cubicBezTo>
                  <a:cubicBezTo>
                    <a:pt x="1340" y="15"/>
                    <a:pt x="1302" y="0"/>
                    <a:pt x="1260" y="0"/>
                  </a:cubicBezTo>
                  <a:cubicBezTo>
                    <a:pt x="1218" y="0"/>
                    <a:pt x="1174" y="15"/>
                    <a:pt x="1132" y="45"/>
                  </a:cubicBezTo>
                  <a:cubicBezTo>
                    <a:pt x="1073" y="104"/>
                    <a:pt x="930" y="176"/>
                    <a:pt x="715" y="176"/>
                  </a:cubicBezTo>
                  <a:cubicBezTo>
                    <a:pt x="513" y="176"/>
                    <a:pt x="358" y="104"/>
                    <a:pt x="299" y="45"/>
                  </a:cubicBez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65"/>
            <p:cNvSpPr/>
            <p:nvPr/>
          </p:nvSpPr>
          <p:spPr>
            <a:xfrm>
              <a:off x="6702211" y="3782599"/>
              <a:ext cx="270104" cy="361754"/>
            </a:xfrm>
            <a:custGeom>
              <a:avLst/>
              <a:gdLst/>
              <a:ahLst/>
              <a:cxnLst/>
              <a:rect l="l" t="t" r="r" b="b"/>
              <a:pathLst>
                <a:path w="8526" h="11419" extrusionOk="0">
                  <a:moveTo>
                    <a:pt x="4251" y="322"/>
                  </a:moveTo>
                  <a:cubicBezTo>
                    <a:pt x="5835" y="322"/>
                    <a:pt x="7109" y="1595"/>
                    <a:pt x="7109" y="3179"/>
                  </a:cubicBezTo>
                  <a:lnTo>
                    <a:pt x="7133" y="3810"/>
                  </a:lnTo>
                  <a:cubicBezTo>
                    <a:pt x="7037" y="3774"/>
                    <a:pt x="6954" y="3739"/>
                    <a:pt x="6847" y="3739"/>
                  </a:cubicBezTo>
                  <a:lnTo>
                    <a:pt x="6573" y="3739"/>
                  </a:lnTo>
                  <a:cubicBezTo>
                    <a:pt x="5835" y="3739"/>
                    <a:pt x="5025" y="3441"/>
                    <a:pt x="4335" y="2905"/>
                  </a:cubicBezTo>
                  <a:cubicBezTo>
                    <a:pt x="3632" y="2369"/>
                    <a:pt x="3061" y="1643"/>
                    <a:pt x="2692" y="774"/>
                  </a:cubicBezTo>
                  <a:cubicBezTo>
                    <a:pt x="3144" y="476"/>
                    <a:pt x="3680" y="322"/>
                    <a:pt x="4251" y="322"/>
                  </a:cubicBezTo>
                  <a:close/>
                  <a:moveTo>
                    <a:pt x="2406" y="976"/>
                  </a:moveTo>
                  <a:cubicBezTo>
                    <a:pt x="2811" y="1846"/>
                    <a:pt x="3394" y="2608"/>
                    <a:pt x="4120" y="3155"/>
                  </a:cubicBezTo>
                  <a:cubicBezTo>
                    <a:pt x="4882" y="3739"/>
                    <a:pt x="5740" y="4048"/>
                    <a:pt x="6561" y="4048"/>
                  </a:cubicBezTo>
                  <a:lnTo>
                    <a:pt x="6835" y="4048"/>
                  </a:lnTo>
                  <a:cubicBezTo>
                    <a:pt x="6906" y="4048"/>
                    <a:pt x="6978" y="4084"/>
                    <a:pt x="7037" y="4143"/>
                  </a:cubicBezTo>
                  <a:cubicBezTo>
                    <a:pt x="7097" y="4227"/>
                    <a:pt x="7133" y="4310"/>
                    <a:pt x="7109" y="4393"/>
                  </a:cubicBezTo>
                  <a:cubicBezTo>
                    <a:pt x="7097" y="4524"/>
                    <a:pt x="6966" y="4643"/>
                    <a:pt x="6811" y="4643"/>
                  </a:cubicBezTo>
                  <a:lnTo>
                    <a:pt x="6740" y="4643"/>
                  </a:lnTo>
                  <a:lnTo>
                    <a:pt x="6740" y="4632"/>
                  </a:lnTo>
                  <a:cubicBezTo>
                    <a:pt x="6740" y="4548"/>
                    <a:pt x="6668" y="4465"/>
                    <a:pt x="6573" y="4465"/>
                  </a:cubicBezTo>
                  <a:cubicBezTo>
                    <a:pt x="6490" y="4465"/>
                    <a:pt x="6418" y="4548"/>
                    <a:pt x="6418" y="4632"/>
                  </a:cubicBezTo>
                  <a:cubicBezTo>
                    <a:pt x="6418" y="5822"/>
                    <a:pt x="5442" y="6775"/>
                    <a:pt x="4251" y="6775"/>
                  </a:cubicBezTo>
                  <a:cubicBezTo>
                    <a:pt x="3061" y="6775"/>
                    <a:pt x="2096" y="5810"/>
                    <a:pt x="2096" y="4620"/>
                  </a:cubicBezTo>
                  <a:cubicBezTo>
                    <a:pt x="2096" y="4524"/>
                    <a:pt x="2025" y="4453"/>
                    <a:pt x="1930" y="4453"/>
                  </a:cubicBezTo>
                  <a:cubicBezTo>
                    <a:pt x="1846" y="4453"/>
                    <a:pt x="1775" y="4524"/>
                    <a:pt x="1775" y="4620"/>
                  </a:cubicBezTo>
                  <a:lnTo>
                    <a:pt x="1775" y="4632"/>
                  </a:lnTo>
                  <a:lnTo>
                    <a:pt x="1668" y="4632"/>
                  </a:lnTo>
                  <a:cubicBezTo>
                    <a:pt x="1596" y="4632"/>
                    <a:pt x="1513" y="4608"/>
                    <a:pt x="1453" y="4548"/>
                  </a:cubicBezTo>
                  <a:cubicBezTo>
                    <a:pt x="1394" y="4489"/>
                    <a:pt x="1382" y="4405"/>
                    <a:pt x="1382" y="4322"/>
                  </a:cubicBezTo>
                  <a:cubicBezTo>
                    <a:pt x="1394" y="4191"/>
                    <a:pt x="1537" y="4072"/>
                    <a:pt x="1680" y="4072"/>
                  </a:cubicBezTo>
                  <a:lnTo>
                    <a:pt x="1739" y="4072"/>
                  </a:lnTo>
                  <a:cubicBezTo>
                    <a:pt x="1930" y="4072"/>
                    <a:pt x="2096" y="3989"/>
                    <a:pt x="2227" y="3858"/>
                  </a:cubicBezTo>
                  <a:cubicBezTo>
                    <a:pt x="2370" y="3727"/>
                    <a:pt x="2442" y="3548"/>
                    <a:pt x="2442" y="3370"/>
                  </a:cubicBezTo>
                  <a:lnTo>
                    <a:pt x="2442" y="3191"/>
                  </a:lnTo>
                  <a:cubicBezTo>
                    <a:pt x="2442" y="2965"/>
                    <a:pt x="2549" y="2738"/>
                    <a:pt x="2727" y="2608"/>
                  </a:cubicBezTo>
                  <a:cubicBezTo>
                    <a:pt x="2799" y="2548"/>
                    <a:pt x="2811" y="2441"/>
                    <a:pt x="2751" y="2369"/>
                  </a:cubicBezTo>
                  <a:cubicBezTo>
                    <a:pt x="2717" y="2329"/>
                    <a:pt x="2668" y="2307"/>
                    <a:pt x="2619" y="2307"/>
                  </a:cubicBezTo>
                  <a:cubicBezTo>
                    <a:pt x="2581" y="2307"/>
                    <a:pt x="2544" y="2320"/>
                    <a:pt x="2513" y="2346"/>
                  </a:cubicBezTo>
                  <a:cubicBezTo>
                    <a:pt x="2251" y="2548"/>
                    <a:pt x="2096" y="2846"/>
                    <a:pt x="2096" y="3191"/>
                  </a:cubicBezTo>
                  <a:lnTo>
                    <a:pt x="2096" y="3370"/>
                  </a:lnTo>
                  <a:cubicBezTo>
                    <a:pt x="2096" y="3477"/>
                    <a:pt x="2049" y="3560"/>
                    <a:pt x="1989" y="3620"/>
                  </a:cubicBezTo>
                  <a:cubicBezTo>
                    <a:pt x="1918" y="3691"/>
                    <a:pt x="1834" y="3727"/>
                    <a:pt x="1739" y="3727"/>
                  </a:cubicBezTo>
                  <a:lnTo>
                    <a:pt x="1680" y="3727"/>
                  </a:lnTo>
                  <a:cubicBezTo>
                    <a:pt x="1572" y="3727"/>
                    <a:pt x="1477" y="3751"/>
                    <a:pt x="1382" y="3798"/>
                  </a:cubicBezTo>
                  <a:lnTo>
                    <a:pt x="1382" y="3179"/>
                  </a:lnTo>
                  <a:cubicBezTo>
                    <a:pt x="1382" y="2298"/>
                    <a:pt x="1787" y="1512"/>
                    <a:pt x="2406" y="976"/>
                  </a:cubicBezTo>
                  <a:close/>
                  <a:moveTo>
                    <a:pt x="1394" y="4905"/>
                  </a:moveTo>
                  <a:cubicBezTo>
                    <a:pt x="1489" y="4941"/>
                    <a:pt x="1572" y="4965"/>
                    <a:pt x="1668" y="4965"/>
                  </a:cubicBezTo>
                  <a:lnTo>
                    <a:pt x="1787" y="4965"/>
                  </a:lnTo>
                  <a:cubicBezTo>
                    <a:pt x="1894" y="5739"/>
                    <a:pt x="2370" y="6394"/>
                    <a:pt x="3001" y="6775"/>
                  </a:cubicBezTo>
                  <a:lnTo>
                    <a:pt x="3001" y="7501"/>
                  </a:lnTo>
                  <a:lnTo>
                    <a:pt x="3025" y="7501"/>
                  </a:lnTo>
                  <a:cubicBezTo>
                    <a:pt x="3025" y="7703"/>
                    <a:pt x="2918" y="7894"/>
                    <a:pt x="2739" y="7977"/>
                  </a:cubicBezTo>
                  <a:cubicBezTo>
                    <a:pt x="2453" y="7715"/>
                    <a:pt x="1513" y="6668"/>
                    <a:pt x="1394" y="4905"/>
                  </a:cubicBezTo>
                  <a:close/>
                  <a:moveTo>
                    <a:pt x="7454" y="8954"/>
                  </a:moveTo>
                  <a:lnTo>
                    <a:pt x="7585" y="8989"/>
                  </a:lnTo>
                  <a:cubicBezTo>
                    <a:pt x="7740" y="9037"/>
                    <a:pt x="7859" y="9132"/>
                    <a:pt x="7966" y="9227"/>
                  </a:cubicBezTo>
                  <a:lnTo>
                    <a:pt x="7454" y="9668"/>
                  </a:lnTo>
                  <a:lnTo>
                    <a:pt x="7454" y="8954"/>
                  </a:lnTo>
                  <a:close/>
                  <a:moveTo>
                    <a:pt x="2311" y="8489"/>
                  </a:moveTo>
                  <a:cubicBezTo>
                    <a:pt x="2632" y="9275"/>
                    <a:pt x="3406" y="9787"/>
                    <a:pt x="4251" y="9787"/>
                  </a:cubicBezTo>
                  <a:cubicBezTo>
                    <a:pt x="4763" y="9787"/>
                    <a:pt x="5251" y="9596"/>
                    <a:pt x="5621" y="9275"/>
                  </a:cubicBezTo>
                  <a:cubicBezTo>
                    <a:pt x="5680" y="9394"/>
                    <a:pt x="5763" y="9501"/>
                    <a:pt x="5823" y="9608"/>
                  </a:cubicBezTo>
                  <a:cubicBezTo>
                    <a:pt x="5371" y="9966"/>
                    <a:pt x="4823" y="10156"/>
                    <a:pt x="4251" y="10156"/>
                  </a:cubicBezTo>
                  <a:cubicBezTo>
                    <a:pt x="3239" y="10156"/>
                    <a:pt x="2334" y="9549"/>
                    <a:pt x="1953" y="8620"/>
                  </a:cubicBezTo>
                  <a:lnTo>
                    <a:pt x="2311" y="8489"/>
                  </a:lnTo>
                  <a:close/>
                  <a:moveTo>
                    <a:pt x="4251" y="0"/>
                  </a:moveTo>
                  <a:cubicBezTo>
                    <a:pt x="2489" y="0"/>
                    <a:pt x="1060" y="1429"/>
                    <a:pt x="1060" y="3203"/>
                  </a:cubicBezTo>
                  <a:lnTo>
                    <a:pt x="1060" y="4572"/>
                  </a:lnTo>
                  <a:cubicBezTo>
                    <a:pt x="1060" y="5858"/>
                    <a:pt x="1477" y="6787"/>
                    <a:pt x="1834" y="7370"/>
                  </a:cubicBezTo>
                  <a:cubicBezTo>
                    <a:pt x="2037" y="7715"/>
                    <a:pt x="2263" y="7965"/>
                    <a:pt x="2406" y="8132"/>
                  </a:cubicBezTo>
                  <a:lnTo>
                    <a:pt x="822" y="8692"/>
                  </a:lnTo>
                  <a:cubicBezTo>
                    <a:pt x="322" y="8870"/>
                    <a:pt x="1" y="9335"/>
                    <a:pt x="1" y="9858"/>
                  </a:cubicBezTo>
                  <a:lnTo>
                    <a:pt x="1" y="11240"/>
                  </a:lnTo>
                  <a:cubicBezTo>
                    <a:pt x="1" y="11323"/>
                    <a:pt x="72" y="11406"/>
                    <a:pt x="167" y="11406"/>
                  </a:cubicBezTo>
                  <a:cubicBezTo>
                    <a:pt x="251" y="11406"/>
                    <a:pt x="322" y="11323"/>
                    <a:pt x="322" y="11240"/>
                  </a:cubicBezTo>
                  <a:lnTo>
                    <a:pt x="322" y="9858"/>
                  </a:lnTo>
                  <a:cubicBezTo>
                    <a:pt x="322" y="9751"/>
                    <a:pt x="334" y="9632"/>
                    <a:pt x="382" y="9537"/>
                  </a:cubicBezTo>
                  <a:lnTo>
                    <a:pt x="1239" y="10275"/>
                  </a:lnTo>
                  <a:cubicBezTo>
                    <a:pt x="1358" y="10370"/>
                    <a:pt x="1430" y="10525"/>
                    <a:pt x="1430" y="10692"/>
                  </a:cubicBezTo>
                  <a:lnTo>
                    <a:pt x="1430" y="11251"/>
                  </a:lnTo>
                  <a:cubicBezTo>
                    <a:pt x="1430" y="11347"/>
                    <a:pt x="1501" y="11418"/>
                    <a:pt x="1596" y="11418"/>
                  </a:cubicBezTo>
                  <a:cubicBezTo>
                    <a:pt x="1680" y="11418"/>
                    <a:pt x="1751" y="11347"/>
                    <a:pt x="1751" y="11251"/>
                  </a:cubicBezTo>
                  <a:lnTo>
                    <a:pt x="1751" y="10692"/>
                  </a:lnTo>
                  <a:cubicBezTo>
                    <a:pt x="1751" y="10430"/>
                    <a:pt x="1632" y="10180"/>
                    <a:pt x="1441" y="10013"/>
                  </a:cubicBezTo>
                  <a:lnTo>
                    <a:pt x="560" y="9263"/>
                  </a:lnTo>
                  <a:cubicBezTo>
                    <a:pt x="668" y="9156"/>
                    <a:pt x="787" y="9061"/>
                    <a:pt x="929" y="9025"/>
                  </a:cubicBezTo>
                  <a:lnTo>
                    <a:pt x="1632" y="8763"/>
                  </a:lnTo>
                  <a:cubicBezTo>
                    <a:pt x="2072" y="9823"/>
                    <a:pt x="3108" y="10525"/>
                    <a:pt x="4275" y="10525"/>
                  </a:cubicBezTo>
                  <a:cubicBezTo>
                    <a:pt x="4906" y="10525"/>
                    <a:pt x="5525" y="10311"/>
                    <a:pt x="6013" y="9930"/>
                  </a:cubicBezTo>
                  <a:cubicBezTo>
                    <a:pt x="6240" y="10311"/>
                    <a:pt x="6418" y="10728"/>
                    <a:pt x="6418" y="11251"/>
                  </a:cubicBezTo>
                  <a:cubicBezTo>
                    <a:pt x="6418" y="11347"/>
                    <a:pt x="6490" y="11418"/>
                    <a:pt x="6573" y="11418"/>
                  </a:cubicBezTo>
                  <a:cubicBezTo>
                    <a:pt x="6668" y="11418"/>
                    <a:pt x="6740" y="11347"/>
                    <a:pt x="6740" y="11251"/>
                  </a:cubicBezTo>
                  <a:cubicBezTo>
                    <a:pt x="6740" y="10513"/>
                    <a:pt x="6430" y="9989"/>
                    <a:pt x="6109" y="9477"/>
                  </a:cubicBezTo>
                  <a:cubicBezTo>
                    <a:pt x="5787" y="8942"/>
                    <a:pt x="5490" y="8453"/>
                    <a:pt x="5490" y="7691"/>
                  </a:cubicBezTo>
                  <a:lnTo>
                    <a:pt x="5490" y="7513"/>
                  </a:lnTo>
                  <a:cubicBezTo>
                    <a:pt x="5490" y="7430"/>
                    <a:pt x="5418" y="7358"/>
                    <a:pt x="5323" y="7358"/>
                  </a:cubicBezTo>
                  <a:cubicBezTo>
                    <a:pt x="5240" y="7358"/>
                    <a:pt x="5168" y="7430"/>
                    <a:pt x="5168" y="7513"/>
                  </a:cubicBezTo>
                  <a:lnTo>
                    <a:pt x="5168" y="7691"/>
                  </a:lnTo>
                  <a:cubicBezTo>
                    <a:pt x="5168" y="8227"/>
                    <a:pt x="5299" y="8644"/>
                    <a:pt x="5478" y="9025"/>
                  </a:cubicBezTo>
                  <a:cubicBezTo>
                    <a:pt x="5144" y="9335"/>
                    <a:pt x="4716" y="9501"/>
                    <a:pt x="4251" y="9501"/>
                  </a:cubicBezTo>
                  <a:cubicBezTo>
                    <a:pt x="3537" y="9501"/>
                    <a:pt x="2906" y="9085"/>
                    <a:pt x="2620" y="8442"/>
                  </a:cubicBezTo>
                  <a:lnTo>
                    <a:pt x="2763" y="8382"/>
                  </a:lnTo>
                  <a:cubicBezTo>
                    <a:pt x="3120" y="8263"/>
                    <a:pt x="3346" y="7918"/>
                    <a:pt x="3346" y="7549"/>
                  </a:cubicBezTo>
                  <a:lnTo>
                    <a:pt x="3346" y="6977"/>
                  </a:lnTo>
                  <a:cubicBezTo>
                    <a:pt x="3632" y="7084"/>
                    <a:pt x="3930" y="7144"/>
                    <a:pt x="4251" y="7144"/>
                  </a:cubicBezTo>
                  <a:cubicBezTo>
                    <a:pt x="5501" y="7144"/>
                    <a:pt x="6549" y="6203"/>
                    <a:pt x="6704" y="5001"/>
                  </a:cubicBezTo>
                  <a:lnTo>
                    <a:pt x="6811" y="5001"/>
                  </a:lnTo>
                  <a:cubicBezTo>
                    <a:pt x="6918" y="5001"/>
                    <a:pt x="7025" y="4977"/>
                    <a:pt x="7109" y="4929"/>
                  </a:cubicBezTo>
                  <a:lnTo>
                    <a:pt x="7109" y="11251"/>
                  </a:lnTo>
                  <a:cubicBezTo>
                    <a:pt x="7109" y="11347"/>
                    <a:pt x="7180" y="11418"/>
                    <a:pt x="7276" y="11418"/>
                  </a:cubicBezTo>
                  <a:cubicBezTo>
                    <a:pt x="7359" y="11418"/>
                    <a:pt x="7442" y="11347"/>
                    <a:pt x="7442" y="11251"/>
                  </a:cubicBezTo>
                  <a:lnTo>
                    <a:pt x="7442" y="10108"/>
                  </a:lnTo>
                  <a:lnTo>
                    <a:pt x="8121" y="9525"/>
                  </a:lnTo>
                  <a:cubicBezTo>
                    <a:pt x="8168" y="9632"/>
                    <a:pt x="8180" y="9739"/>
                    <a:pt x="8180" y="9847"/>
                  </a:cubicBezTo>
                  <a:lnTo>
                    <a:pt x="8180" y="11228"/>
                  </a:lnTo>
                  <a:cubicBezTo>
                    <a:pt x="8180" y="11311"/>
                    <a:pt x="8252" y="11394"/>
                    <a:pt x="8347" y="11394"/>
                  </a:cubicBezTo>
                  <a:cubicBezTo>
                    <a:pt x="8430" y="11394"/>
                    <a:pt x="8514" y="11311"/>
                    <a:pt x="8514" y="11228"/>
                  </a:cubicBezTo>
                  <a:lnTo>
                    <a:pt x="8514" y="9847"/>
                  </a:lnTo>
                  <a:cubicBezTo>
                    <a:pt x="8526" y="9323"/>
                    <a:pt x="8204" y="8846"/>
                    <a:pt x="7692" y="8680"/>
                  </a:cubicBezTo>
                  <a:lnTo>
                    <a:pt x="7454" y="8596"/>
                  </a:lnTo>
                  <a:lnTo>
                    <a:pt x="7454" y="3203"/>
                  </a:lnTo>
                  <a:cubicBezTo>
                    <a:pt x="7454" y="1453"/>
                    <a:pt x="6025" y="0"/>
                    <a:pt x="4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65"/>
            <p:cNvSpPr/>
            <p:nvPr/>
          </p:nvSpPr>
          <p:spPr>
            <a:xfrm>
              <a:off x="6785941" y="3884229"/>
              <a:ext cx="29082" cy="16442"/>
            </a:xfrm>
            <a:custGeom>
              <a:avLst/>
              <a:gdLst/>
              <a:ahLst/>
              <a:cxnLst/>
              <a:rect l="l" t="t" r="r" b="b"/>
              <a:pathLst>
                <a:path w="918" h="519" extrusionOk="0">
                  <a:moveTo>
                    <a:pt x="717" y="1"/>
                  </a:moveTo>
                  <a:cubicBezTo>
                    <a:pt x="701" y="1"/>
                    <a:pt x="684" y="3"/>
                    <a:pt x="668" y="7"/>
                  </a:cubicBezTo>
                  <a:lnTo>
                    <a:pt x="144" y="185"/>
                  </a:lnTo>
                  <a:cubicBezTo>
                    <a:pt x="49" y="221"/>
                    <a:pt x="1" y="304"/>
                    <a:pt x="37" y="400"/>
                  </a:cubicBezTo>
                  <a:cubicBezTo>
                    <a:pt x="61" y="471"/>
                    <a:pt x="120" y="519"/>
                    <a:pt x="191" y="519"/>
                  </a:cubicBezTo>
                  <a:cubicBezTo>
                    <a:pt x="215" y="519"/>
                    <a:pt x="227" y="519"/>
                    <a:pt x="263" y="495"/>
                  </a:cubicBezTo>
                  <a:lnTo>
                    <a:pt x="787" y="316"/>
                  </a:lnTo>
                  <a:cubicBezTo>
                    <a:pt x="870" y="304"/>
                    <a:pt x="918" y="209"/>
                    <a:pt x="882" y="114"/>
                  </a:cubicBezTo>
                  <a:cubicBezTo>
                    <a:pt x="862" y="45"/>
                    <a:pt x="794" y="1"/>
                    <a:pt x="7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2" name="Google Shape;11162;p65"/>
          <p:cNvGrpSpPr/>
          <p:nvPr/>
        </p:nvGrpSpPr>
        <p:grpSpPr>
          <a:xfrm>
            <a:off x="3516886" y="3263327"/>
            <a:ext cx="391854" cy="269922"/>
            <a:chOff x="3516850" y="3406526"/>
            <a:chExt cx="369674" cy="254644"/>
          </a:xfrm>
        </p:grpSpPr>
        <p:sp>
          <p:nvSpPr>
            <p:cNvPr id="11163" name="Google Shape;11163;p65"/>
            <p:cNvSpPr/>
            <p:nvPr/>
          </p:nvSpPr>
          <p:spPr>
            <a:xfrm>
              <a:off x="3570421" y="3564577"/>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65"/>
            <p:cNvSpPr/>
            <p:nvPr/>
          </p:nvSpPr>
          <p:spPr>
            <a:xfrm>
              <a:off x="3516850" y="3406526"/>
              <a:ext cx="184473" cy="253503"/>
            </a:xfrm>
            <a:custGeom>
              <a:avLst/>
              <a:gdLst/>
              <a:ahLst/>
              <a:cxnLst/>
              <a:rect l="l" t="t" r="r" b="b"/>
              <a:pathLst>
                <a:path w="5823" h="8002" extrusionOk="0">
                  <a:moveTo>
                    <a:pt x="3060" y="382"/>
                  </a:moveTo>
                  <a:cubicBezTo>
                    <a:pt x="3275" y="382"/>
                    <a:pt x="3453" y="560"/>
                    <a:pt x="3453" y="774"/>
                  </a:cubicBezTo>
                  <a:lnTo>
                    <a:pt x="3453" y="882"/>
                  </a:lnTo>
                  <a:lnTo>
                    <a:pt x="3453" y="917"/>
                  </a:lnTo>
                  <a:cubicBezTo>
                    <a:pt x="3465" y="1084"/>
                    <a:pt x="3453" y="2489"/>
                    <a:pt x="3453" y="3346"/>
                  </a:cubicBezTo>
                  <a:cubicBezTo>
                    <a:pt x="3453" y="3441"/>
                    <a:pt x="3525" y="3513"/>
                    <a:pt x="3620" y="3525"/>
                  </a:cubicBezTo>
                  <a:cubicBezTo>
                    <a:pt x="3703" y="3525"/>
                    <a:pt x="3775" y="3453"/>
                    <a:pt x="3775" y="3358"/>
                  </a:cubicBezTo>
                  <a:cubicBezTo>
                    <a:pt x="3775" y="3358"/>
                    <a:pt x="3799" y="2751"/>
                    <a:pt x="3799" y="2156"/>
                  </a:cubicBezTo>
                  <a:lnTo>
                    <a:pt x="3799" y="953"/>
                  </a:lnTo>
                  <a:cubicBezTo>
                    <a:pt x="3870" y="882"/>
                    <a:pt x="3953" y="846"/>
                    <a:pt x="4061" y="846"/>
                  </a:cubicBezTo>
                  <a:cubicBezTo>
                    <a:pt x="4275" y="846"/>
                    <a:pt x="4453" y="1024"/>
                    <a:pt x="4453" y="1227"/>
                  </a:cubicBezTo>
                  <a:lnTo>
                    <a:pt x="4453" y="1608"/>
                  </a:lnTo>
                  <a:lnTo>
                    <a:pt x="4453" y="3358"/>
                  </a:lnTo>
                  <a:cubicBezTo>
                    <a:pt x="4453" y="3453"/>
                    <a:pt x="4525" y="3525"/>
                    <a:pt x="4608" y="3525"/>
                  </a:cubicBezTo>
                  <a:cubicBezTo>
                    <a:pt x="4703" y="3525"/>
                    <a:pt x="4775" y="3453"/>
                    <a:pt x="4775" y="3358"/>
                  </a:cubicBezTo>
                  <a:lnTo>
                    <a:pt x="4775" y="1691"/>
                  </a:lnTo>
                  <a:cubicBezTo>
                    <a:pt x="4823" y="1667"/>
                    <a:pt x="4870" y="1644"/>
                    <a:pt x="4906" y="1644"/>
                  </a:cubicBezTo>
                  <a:cubicBezTo>
                    <a:pt x="5061" y="1644"/>
                    <a:pt x="5180" y="1763"/>
                    <a:pt x="5180" y="1917"/>
                  </a:cubicBezTo>
                  <a:lnTo>
                    <a:pt x="5192" y="6930"/>
                  </a:lnTo>
                  <a:lnTo>
                    <a:pt x="3179" y="6930"/>
                  </a:lnTo>
                  <a:lnTo>
                    <a:pt x="3179" y="6358"/>
                  </a:lnTo>
                  <a:cubicBezTo>
                    <a:pt x="3179" y="6204"/>
                    <a:pt x="3168" y="6061"/>
                    <a:pt x="3156" y="5906"/>
                  </a:cubicBezTo>
                  <a:cubicBezTo>
                    <a:pt x="3145" y="5833"/>
                    <a:pt x="3070" y="5759"/>
                    <a:pt x="2995" y="5759"/>
                  </a:cubicBezTo>
                  <a:cubicBezTo>
                    <a:pt x="2985" y="5759"/>
                    <a:pt x="2975" y="5760"/>
                    <a:pt x="2965" y="5763"/>
                  </a:cubicBezTo>
                  <a:cubicBezTo>
                    <a:pt x="2870" y="5775"/>
                    <a:pt x="2798" y="5858"/>
                    <a:pt x="2810" y="5954"/>
                  </a:cubicBezTo>
                  <a:cubicBezTo>
                    <a:pt x="2822" y="6085"/>
                    <a:pt x="2846" y="6216"/>
                    <a:pt x="2846" y="6358"/>
                  </a:cubicBezTo>
                  <a:lnTo>
                    <a:pt x="2846" y="6918"/>
                  </a:lnTo>
                  <a:lnTo>
                    <a:pt x="1679" y="6918"/>
                  </a:lnTo>
                  <a:lnTo>
                    <a:pt x="1679" y="4989"/>
                  </a:lnTo>
                  <a:lnTo>
                    <a:pt x="1679" y="4965"/>
                  </a:lnTo>
                  <a:cubicBezTo>
                    <a:pt x="1679" y="4930"/>
                    <a:pt x="1667" y="4894"/>
                    <a:pt x="1632" y="4858"/>
                  </a:cubicBezTo>
                  <a:lnTo>
                    <a:pt x="501" y="3727"/>
                  </a:lnTo>
                  <a:cubicBezTo>
                    <a:pt x="370" y="3596"/>
                    <a:pt x="370" y="3370"/>
                    <a:pt x="501" y="3251"/>
                  </a:cubicBezTo>
                  <a:cubicBezTo>
                    <a:pt x="572" y="3185"/>
                    <a:pt x="661" y="3153"/>
                    <a:pt x="751" y="3153"/>
                  </a:cubicBezTo>
                  <a:cubicBezTo>
                    <a:pt x="840" y="3153"/>
                    <a:pt x="929" y="3185"/>
                    <a:pt x="1001" y="3251"/>
                  </a:cubicBezTo>
                  <a:lnTo>
                    <a:pt x="1417" y="3656"/>
                  </a:lnTo>
                  <a:lnTo>
                    <a:pt x="1965" y="4203"/>
                  </a:lnTo>
                  <a:cubicBezTo>
                    <a:pt x="2275" y="4525"/>
                    <a:pt x="2525" y="4906"/>
                    <a:pt x="2679" y="5323"/>
                  </a:cubicBezTo>
                  <a:cubicBezTo>
                    <a:pt x="2698" y="5399"/>
                    <a:pt x="2771" y="5437"/>
                    <a:pt x="2848" y="5437"/>
                  </a:cubicBezTo>
                  <a:cubicBezTo>
                    <a:pt x="2867" y="5437"/>
                    <a:pt x="2887" y="5435"/>
                    <a:pt x="2906" y="5430"/>
                  </a:cubicBezTo>
                  <a:cubicBezTo>
                    <a:pt x="2989" y="5394"/>
                    <a:pt x="3037" y="5299"/>
                    <a:pt x="3001" y="5204"/>
                  </a:cubicBezTo>
                  <a:cubicBezTo>
                    <a:pt x="2846" y="4751"/>
                    <a:pt x="2560" y="4311"/>
                    <a:pt x="2203" y="3977"/>
                  </a:cubicBezTo>
                  <a:lnTo>
                    <a:pt x="1691" y="3477"/>
                  </a:lnTo>
                  <a:lnTo>
                    <a:pt x="1691" y="1072"/>
                  </a:lnTo>
                  <a:cubicBezTo>
                    <a:pt x="1691" y="858"/>
                    <a:pt x="1870" y="679"/>
                    <a:pt x="2084" y="679"/>
                  </a:cubicBezTo>
                  <a:cubicBezTo>
                    <a:pt x="2191" y="679"/>
                    <a:pt x="2275" y="727"/>
                    <a:pt x="2346" y="798"/>
                  </a:cubicBezTo>
                  <a:lnTo>
                    <a:pt x="2346" y="3346"/>
                  </a:lnTo>
                  <a:cubicBezTo>
                    <a:pt x="2346" y="3441"/>
                    <a:pt x="2429" y="3513"/>
                    <a:pt x="2513" y="3513"/>
                  </a:cubicBezTo>
                  <a:cubicBezTo>
                    <a:pt x="2608" y="3513"/>
                    <a:pt x="2679" y="3441"/>
                    <a:pt x="2679" y="3346"/>
                  </a:cubicBezTo>
                  <a:lnTo>
                    <a:pt x="2679" y="739"/>
                  </a:lnTo>
                  <a:cubicBezTo>
                    <a:pt x="2691" y="536"/>
                    <a:pt x="2858" y="382"/>
                    <a:pt x="3060" y="382"/>
                  </a:cubicBezTo>
                  <a:close/>
                  <a:moveTo>
                    <a:pt x="3072" y="1"/>
                  </a:moveTo>
                  <a:cubicBezTo>
                    <a:pt x="2798" y="1"/>
                    <a:pt x="2560" y="167"/>
                    <a:pt x="2441" y="405"/>
                  </a:cubicBezTo>
                  <a:cubicBezTo>
                    <a:pt x="2334" y="346"/>
                    <a:pt x="2215" y="310"/>
                    <a:pt x="2084" y="310"/>
                  </a:cubicBezTo>
                  <a:cubicBezTo>
                    <a:pt x="1679" y="310"/>
                    <a:pt x="1358" y="643"/>
                    <a:pt x="1358" y="1036"/>
                  </a:cubicBezTo>
                  <a:lnTo>
                    <a:pt x="1358" y="3120"/>
                  </a:lnTo>
                  <a:lnTo>
                    <a:pt x="1239" y="3001"/>
                  </a:lnTo>
                  <a:cubicBezTo>
                    <a:pt x="1102" y="2870"/>
                    <a:pt x="926" y="2804"/>
                    <a:pt x="751" y="2804"/>
                  </a:cubicBezTo>
                  <a:cubicBezTo>
                    <a:pt x="575" y="2804"/>
                    <a:pt x="399" y="2870"/>
                    <a:pt x="262" y="3001"/>
                  </a:cubicBezTo>
                  <a:cubicBezTo>
                    <a:pt x="1" y="3275"/>
                    <a:pt x="1" y="3703"/>
                    <a:pt x="262" y="3977"/>
                  </a:cubicBezTo>
                  <a:lnTo>
                    <a:pt x="1358" y="5061"/>
                  </a:lnTo>
                  <a:lnTo>
                    <a:pt x="1358" y="6918"/>
                  </a:lnTo>
                  <a:lnTo>
                    <a:pt x="1251" y="6918"/>
                  </a:lnTo>
                  <a:cubicBezTo>
                    <a:pt x="1155" y="6918"/>
                    <a:pt x="1084" y="6990"/>
                    <a:pt x="1084" y="7085"/>
                  </a:cubicBezTo>
                  <a:lnTo>
                    <a:pt x="1084" y="7847"/>
                  </a:lnTo>
                  <a:cubicBezTo>
                    <a:pt x="1084" y="7930"/>
                    <a:pt x="1155" y="8002"/>
                    <a:pt x="1251" y="8002"/>
                  </a:cubicBezTo>
                  <a:lnTo>
                    <a:pt x="4061" y="8002"/>
                  </a:lnTo>
                  <a:cubicBezTo>
                    <a:pt x="4156" y="8002"/>
                    <a:pt x="4227" y="7930"/>
                    <a:pt x="4227" y="7847"/>
                  </a:cubicBezTo>
                  <a:cubicBezTo>
                    <a:pt x="4227" y="7752"/>
                    <a:pt x="4156" y="7680"/>
                    <a:pt x="4061" y="7680"/>
                  </a:cubicBezTo>
                  <a:lnTo>
                    <a:pt x="1417" y="7680"/>
                  </a:lnTo>
                  <a:lnTo>
                    <a:pt x="1417" y="7263"/>
                  </a:lnTo>
                  <a:lnTo>
                    <a:pt x="5465" y="7263"/>
                  </a:lnTo>
                  <a:lnTo>
                    <a:pt x="5465" y="7680"/>
                  </a:lnTo>
                  <a:lnTo>
                    <a:pt x="4715" y="7680"/>
                  </a:lnTo>
                  <a:cubicBezTo>
                    <a:pt x="4632" y="7680"/>
                    <a:pt x="4549" y="7752"/>
                    <a:pt x="4549" y="7847"/>
                  </a:cubicBezTo>
                  <a:cubicBezTo>
                    <a:pt x="4549" y="7930"/>
                    <a:pt x="4632" y="8002"/>
                    <a:pt x="4715" y="8002"/>
                  </a:cubicBezTo>
                  <a:lnTo>
                    <a:pt x="5644" y="8002"/>
                  </a:lnTo>
                  <a:cubicBezTo>
                    <a:pt x="5727" y="8002"/>
                    <a:pt x="5799" y="7930"/>
                    <a:pt x="5799" y="7847"/>
                  </a:cubicBezTo>
                  <a:lnTo>
                    <a:pt x="5799" y="7097"/>
                  </a:lnTo>
                  <a:cubicBezTo>
                    <a:pt x="5823" y="7013"/>
                    <a:pt x="5739" y="6930"/>
                    <a:pt x="5656" y="6930"/>
                  </a:cubicBezTo>
                  <a:lnTo>
                    <a:pt x="5549" y="6930"/>
                  </a:lnTo>
                  <a:lnTo>
                    <a:pt x="5549" y="1894"/>
                  </a:lnTo>
                  <a:cubicBezTo>
                    <a:pt x="5549" y="1548"/>
                    <a:pt x="5287" y="1275"/>
                    <a:pt x="4942" y="1275"/>
                  </a:cubicBezTo>
                  <a:cubicBezTo>
                    <a:pt x="4894" y="1275"/>
                    <a:pt x="4846" y="1275"/>
                    <a:pt x="4799" y="1298"/>
                  </a:cubicBezTo>
                  <a:lnTo>
                    <a:pt x="4799" y="1191"/>
                  </a:lnTo>
                  <a:cubicBezTo>
                    <a:pt x="4799" y="786"/>
                    <a:pt x="4477" y="465"/>
                    <a:pt x="4072" y="465"/>
                  </a:cubicBezTo>
                  <a:cubicBezTo>
                    <a:pt x="3965" y="465"/>
                    <a:pt x="3870" y="489"/>
                    <a:pt x="3775" y="524"/>
                  </a:cubicBezTo>
                  <a:cubicBezTo>
                    <a:pt x="3691" y="227"/>
                    <a:pt x="340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65"/>
            <p:cNvSpPr/>
            <p:nvPr/>
          </p:nvSpPr>
          <p:spPr>
            <a:xfrm>
              <a:off x="3768073" y="3480087"/>
              <a:ext cx="11341" cy="37731"/>
            </a:xfrm>
            <a:custGeom>
              <a:avLst/>
              <a:gdLst/>
              <a:ahLst/>
              <a:cxnLst/>
              <a:rect l="l" t="t" r="r" b="b"/>
              <a:pathLst>
                <a:path w="358" h="1191" extrusionOk="0">
                  <a:moveTo>
                    <a:pt x="167" y="0"/>
                  </a:moveTo>
                  <a:cubicBezTo>
                    <a:pt x="72" y="0"/>
                    <a:pt x="0" y="84"/>
                    <a:pt x="0" y="179"/>
                  </a:cubicBezTo>
                  <a:cubicBezTo>
                    <a:pt x="12" y="405"/>
                    <a:pt x="12" y="667"/>
                    <a:pt x="12" y="1012"/>
                  </a:cubicBezTo>
                  <a:cubicBezTo>
                    <a:pt x="12" y="1096"/>
                    <a:pt x="95" y="1191"/>
                    <a:pt x="179" y="1191"/>
                  </a:cubicBezTo>
                  <a:cubicBezTo>
                    <a:pt x="274" y="1191"/>
                    <a:pt x="345" y="1119"/>
                    <a:pt x="345" y="1024"/>
                  </a:cubicBezTo>
                  <a:cubicBezTo>
                    <a:pt x="357" y="667"/>
                    <a:pt x="357" y="381"/>
                    <a:pt x="345" y="167"/>
                  </a:cubicBezTo>
                  <a:cubicBezTo>
                    <a:pt x="345"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65"/>
            <p:cNvSpPr/>
            <p:nvPr/>
          </p:nvSpPr>
          <p:spPr>
            <a:xfrm>
              <a:off x="3705061" y="3407286"/>
              <a:ext cx="181463" cy="253884"/>
            </a:xfrm>
            <a:custGeom>
              <a:avLst/>
              <a:gdLst/>
              <a:ahLst/>
              <a:cxnLst/>
              <a:rect l="l" t="t" r="r" b="b"/>
              <a:pathLst>
                <a:path w="5728" h="8014" extrusionOk="0">
                  <a:moveTo>
                    <a:pt x="2692" y="358"/>
                  </a:moveTo>
                  <a:cubicBezTo>
                    <a:pt x="2894" y="358"/>
                    <a:pt x="3061" y="524"/>
                    <a:pt x="3073" y="715"/>
                  </a:cubicBezTo>
                  <a:lnTo>
                    <a:pt x="3073" y="3322"/>
                  </a:lnTo>
                  <a:cubicBezTo>
                    <a:pt x="3073" y="3406"/>
                    <a:pt x="3156" y="3489"/>
                    <a:pt x="3239" y="3489"/>
                  </a:cubicBezTo>
                  <a:cubicBezTo>
                    <a:pt x="3334" y="3489"/>
                    <a:pt x="3406" y="3406"/>
                    <a:pt x="3406" y="3322"/>
                  </a:cubicBezTo>
                  <a:lnTo>
                    <a:pt x="3406" y="774"/>
                  </a:lnTo>
                  <a:cubicBezTo>
                    <a:pt x="3477" y="703"/>
                    <a:pt x="3573" y="655"/>
                    <a:pt x="3668" y="655"/>
                  </a:cubicBezTo>
                  <a:cubicBezTo>
                    <a:pt x="3882" y="655"/>
                    <a:pt x="4061" y="834"/>
                    <a:pt x="4061" y="1048"/>
                  </a:cubicBezTo>
                  <a:lnTo>
                    <a:pt x="4061" y="3453"/>
                  </a:lnTo>
                  <a:lnTo>
                    <a:pt x="3549" y="3941"/>
                  </a:lnTo>
                  <a:cubicBezTo>
                    <a:pt x="2918" y="4572"/>
                    <a:pt x="2561" y="5430"/>
                    <a:pt x="2561" y="6323"/>
                  </a:cubicBezTo>
                  <a:lnTo>
                    <a:pt x="2561" y="6894"/>
                  </a:lnTo>
                  <a:lnTo>
                    <a:pt x="548" y="6894"/>
                  </a:lnTo>
                  <a:lnTo>
                    <a:pt x="596" y="1870"/>
                  </a:lnTo>
                  <a:cubicBezTo>
                    <a:pt x="596" y="1715"/>
                    <a:pt x="715" y="1596"/>
                    <a:pt x="858" y="1596"/>
                  </a:cubicBezTo>
                  <a:cubicBezTo>
                    <a:pt x="906" y="1596"/>
                    <a:pt x="953" y="1608"/>
                    <a:pt x="989" y="1643"/>
                  </a:cubicBezTo>
                  <a:lnTo>
                    <a:pt x="989" y="3310"/>
                  </a:lnTo>
                  <a:cubicBezTo>
                    <a:pt x="989" y="3394"/>
                    <a:pt x="1072" y="3477"/>
                    <a:pt x="1156" y="3477"/>
                  </a:cubicBezTo>
                  <a:cubicBezTo>
                    <a:pt x="1251" y="3477"/>
                    <a:pt x="1322" y="3394"/>
                    <a:pt x="1322" y="3310"/>
                  </a:cubicBezTo>
                  <a:lnTo>
                    <a:pt x="1322" y="1548"/>
                  </a:lnTo>
                  <a:lnTo>
                    <a:pt x="1322" y="1179"/>
                  </a:lnTo>
                  <a:cubicBezTo>
                    <a:pt x="1322" y="977"/>
                    <a:pt x="1501" y="798"/>
                    <a:pt x="1703" y="798"/>
                  </a:cubicBezTo>
                  <a:cubicBezTo>
                    <a:pt x="1810" y="798"/>
                    <a:pt x="1906" y="834"/>
                    <a:pt x="1977" y="917"/>
                  </a:cubicBezTo>
                  <a:lnTo>
                    <a:pt x="1977" y="1846"/>
                  </a:lnTo>
                  <a:cubicBezTo>
                    <a:pt x="1977" y="1941"/>
                    <a:pt x="2049" y="2013"/>
                    <a:pt x="2144" y="2013"/>
                  </a:cubicBezTo>
                  <a:cubicBezTo>
                    <a:pt x="2227" y="2013"/>
                    <a:pt x="2299" y="1941"/>
                    <a:pt x="2299" y="1846"/>
                  </a:cubicBezTo>
                  <a:lnTo>
                    <a:pt x="2299" y="858"/>
                  </a:lnTo>
                  <a:lnTo>
                    <a:pt x="2299" y="750"/>
                  </a:lnTo>
                  <a:cubicBezTo>
                    <a:pt x="2299" y="536"/>
                    <a:pt x="2477" y="358"/>
                    <a:pt x="2692" y="358"/>
                  </a:cubicBezTo>
                  <a:close/>
                  <a:moveTo>
                    <a:pt x="5037" y="3132"/>
                  </a:moveTo>
                  <a:cubicBezTo>
                    <a:pt x="5132" y="3132"/>
                    <a:pt x="5216" y="3156"/>
                    <a:pt x="5275" y="3239"/>
                  </a:cubicBezTo>
                  <a:cubicBezTo>
                    <a:pt x="5335" y="3286"/>
                    <a:pt x="5382" y="3382"/>
                    <a:pt x="5382" y="3477"/>
                  </a:cubicBezTo>
                  <a:cubicBezTo>
                    <a:pt x="5382" y="3560"/>
                    <a:pt x="5359" y="3656"/>
                    <a:pt x="5275" y="3715"/>
                  </a:cubicBezTo>
                  <a:lnTo>
                    <a:pt x="4144" y="4858"/>
                  </a:lnTo>
                  <a:cubicBezTo>
                    <a:pt x="4120" y="4882"/>
                    <a:pt x="4108" y="4930"/>
                    <a:pt x="4108" y="4977"/>
                  </a:cubicBezTo>
                  <a:lnTo>
                    <a:pt x="4108" y="6906"/>
                  </a:lnTo>
                  <a:lnTo>
                    <a:pt x="2942" y="6906"/>
                  </a:lnTo>
                  <a:lnTo>
                    <a:pt x="2942" y="6334"/>
                  </a:lnTo>
                  <a:cubicBezTo>
                    <a:pt x="2942" y="5525"/>
                    <a:pt x="3275" y="4751"/>
                    <a:pt x="3835" y="4191"/>
                  </a:cubicBezTo>
                  <a:lnTo>
                    <a:pt x="4382" y="3632"/>
                  </a:lnTo>
                  <a:lnTo>
                    <a:pt x="4799" y="3239"/>
                  </a:lnTo>
                  <a:cubicBezTo>
                    <a:pt x="4858" y="3179"/>
                    <a:pt x="4954" y="3132"/>
                    <a:pt x="5037" y="3132"/>
                  </a:cubicBezTo>
                  <a:close/>
                  <a:moveTo>
                    <a:pt x="4370" y="7251"/>
                  </a:moveTo>
                  <a:lnTo>
                    <a:pt x="4382" y="7668"/>
                  </a:lnTo>
                  <a:lnTo>
                    <a:pt x="322" y="7668"/>
                  </a:lnTo>
                  <a:lnTo>
                    <a:pt x="322" y="7251"/>
                  </a:lnTo>
                  <a:close/>
                  <a:moveTo>
                    <a:pt x="2739" y="0"/>
                  </a:moveTo>
                  <a:cubicBezTo>
                    <a:pt x="2406" y="0"/>
                    <a:pt x="2120" y="227"/>
                    <a:pt x="2037" y="524"/>
                  </a:cubicBezTo>
                  <a:cubicBezTo>
                    <a:pt x="1941" y="477"/>
                    <a:pt x="1846" y="465"/>
                    <a:pt x="1739" y="465"/>
                  </a:cubicBezTo>
                  <a:cubicBezTo>
                    <a:pt x="1334" y="465"/>
                    <a:pt x="1013" y="798"/>
                    <a:pt x="1013" y="1191"/>
                  </a:cubicBezTo>
                  <a:lnTo>
                    <a:pt x="1013" y="1298"/>
                  </a:lnTo>
                  <a:cubicBezTo>
                    <a:pt x="965" y="1286"/>
                    <a:pt x="918" y="1286"/>
                    <a:pt x="870" y="1286"/>
                  </a:cubicBezTo>
                  <a:cubicBezTo>
                    <a:pt x="537" y="1286"/>
                    <a:pt x="263" y="1548"/>
                    <a:pt x="263" y="1893"/>
                  </a:cubicBezTo>
                  <a:lnTo>
                    <a:pt x="263" y="6918"/>
                  </a:lnTo>
                  <a:lnTo>
                    <a:pt x="156" y="6918"/>
                  </a:lnTo>
                  <a:cubicBezTo>
                    <a:pt x="72" y="6918"/>
                    <a:pt x="1" y="7001"/>
                    <a:pt x="1" y="7085"/>
                  </a:cubicBezTo>
                  <a:lnTo>
                    <a:pt x="1" y="7847"/>
                  </a:lnTo>
                  <a:cubicBezTo>
                    <a:pt x="1" y="7942"/>
                    <a:pt x="72" y="8013"/>
                    <a:pt x="156" y="8013"/>
                  </a:cubicBezTo>
                  <a:lnTo>
                    <a:pt x="4561" y="8013"/>
                  </a:lnTo>
                  <a:cubicBezTo>
                    <a:pt x="4656" y="8013"/>
                    <a:pt x="4728" y="7942"/>
                    <a:pt x="4728" y="7847"/>
                  </a:cubicBezTo>
                  <a:lnTo>
                    <a:pt x="4728" y="7073"/>
                  </a:lnTo>
                  <a:cubicBezTo>
                    <a:pt x="4728" y="6989"/>
                    <a:pt x="4656" y="6906"/>
                    <a:pt x="4561" y="6906"/>
                  </a:cubicBezTo>
                  <a:lnTo>
                    <a:pt x="4466" y="6906"/>
                  </a:lnTo>
                  <a:lnTo>
                    <a:pt x="4466" y="5049"/>
                  </a:lnTo>
                  <a:lnTo>
                    <a:pt x="5537" y="3965"/>
                  </a:lnTo>
                  <a:cubicBezTo>
                    <a:pt x="5668" y="3834"/>
                    <a:pt x="5728" y="3667"/>
                    <a:pt x="5728" y="3489"/>
                  </a:cubicBezTo>
                  <a:cubicBezTo>
                    <a:pt x="5728" y="3310"/>
                    <a:pt x="5656" y="3132"/>
                    <a:pt x="5537" y="3013"/>
                  </a:cubicBezTo>
                  <a:cubicBezTo>
                    <a:pt x="5394" y="2882"/>
                    <a:pt x="5239" y="2822"/>
                    <a:pt x="5061" y="2822"/>
                  </a:cubicBezTo>
                  <a:cubicBezTo>
                    <a:pt x="4870" y="2822"/>
                    <a:pt x="4704" y="2894"/>
                    <a:pt x="4573" y="3013"/>
                  </a:cubicBezTo>
                  <a:lnTo>
                    <a:pt x="4466" y="3132"/>
                  </a:lnTo>
                  <a:lnTo>
                    <a:pt x="4466" y="1048"/>
                  </a:lnTo>
                  <a:cubicBezTo>
                    <a:pt x="4466" y="643"/>
                    <a:pt x="4132" y="310"/>
                    <a:pt x="3727" y="310"/>
                  </a:cubicBezTo>
                  <a:cubicBezTo>
                    <a:pt x="3608" y="310"/>
                    <a:pt x="3489" y="346"/>
                    <a:pt x="3370" y="405"/>
                  </a:cubicBezTo>
                  <a:cubicBezTo>
                    <a:pt x="3251" y="167"/>
                    <a:pt x="3001"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7" name="Google Shape;11167;p65"/>
          <p:cNvGrpSpPr/>
          <p:nvPr/>
        </p:nvGrpSpPr>
        <p:grpSpPr>
          <a:xfrm>
            <a:off x="1310655" y="3185127"/>
            <a:ext cx="306314" cy="347403"/>
            <a:chOff x="1310655" y="3360527"/>
            <a:chExt cx="306314" cy="347403"/>
          </a:xfrm>
        </p:grpSpPr>
        <p:sp>
          <p:nvSpPr>
            <p:cNvPr id="11168" name="Google Shape;11168;p65"/>
            <p:cNvSpPr/>
            <p:nvPr/>
          </p:nvSpPr>
          <p:spPr>
            <a:xfrm>
              <a:off x="1440416" y="3531630"/>
              <a:ext cx="151652" cy="176299"/>
            </a:xfrm>
            <a:custGeom>
              <a:avLst/>
              <a:gdLst/>
              <a:ahLst/>
              <a:cxnLst/>
              <a:rect l="l" t="t" r="r" b="b"/>
              <a:pathLst>
                <a:path w="4787" h="5565" extrusionOk="0">
                  <a:moveTo>
                    <a:pt x="1851" y="0"/>
                  </a:moveTo>
                  <a:cubicBezTo>
                    <a:pt x="1838" y="0"/>
                    <a:pt x="1824" y="2"/>
                    <a:pt x="1810" y="4"/>
                  </a:cubicBezTo>
                  <a:cubicBezTo>
                    <a:pt x="1751" y="28"/>
                    <a:pt x="1715" y="52"/>
                    <a:pt x="1691" y="112"/>
                  </a:cubicBezTo>
                  <a:lnTo>
                    <a:pt x="1275" y="1255"/>
                  </a:lnTo>
                  <a:cubicBezTo>
                    <a:pt x="429" y="1767"/>
                    <a:pt x="1" y="2731"/>
                    <a:pt x="191" y="3695"/>
                  </a:cubicBezTo>
                  <a:cubicBezTo>
                    <a:pt x="310" y="4314"/>
                    <a:pt x="667" y="4826"/>
                    <a:pt x="1179" y="5172"/>
                  </a:cubicBezTo>
                  <a:cubicBezTo>
                    <a:pt x="1560" y="5422"/>
                    <a:pt x="2013" y="5565"/>
                    <a:pt x="2453" y="5565"/>
                  </a:cubicBezTo>
                  <a:cubicBezTo>
                    <a:pt x="2608" y="5565"/>
                    <a:pt x="2751" y="5541"/>
                    <a:pt x="2918" y="5517"/>
                  </a:cubicBezTo>
                  <a:cubicBezTo>
                    <a:pt x="3799" y="5338"/>
                    <a:pt x="4489" y="4672"/>
                    <a:pt x="4715" y="3803"/>
                  </a:cubicBezTo>
                  <a:cubicBezTo>
                    <a:pt x="4727" y="3719"/>
                    <a:pt x="4692" y="3624"/>
                    <a:pt x="4596" y="3612"/>
                  </a:cubicBezTo>
                  <a:cubicBezTo>
                    <a:pt x="4586" y="3611"/>
                    <a:pt x="4576" y="3610"/>
                    <a:pt x="4565" y="3610"/>
                  </a:cubicBezTo>
                  <a:cubicBezTo>
                    <a:pt x="4491" y="3610"/>
                    <a:pt x="4416" y="3648"/>
                    <a:pt x="4406" y="3731"/>
                  </a:cubicBezTo>
                  <a:cubicBezTo>
                    <a:pt x="4215" y="4469"/>
                    <a:pt x="3620" y="5053"/>
                    <a:pt x="2858" y="5207"/>
                  </a:cubicBezTo>
                  <a:cubicBezTo>
                    <a:pt x="2728" y="5231"/>
                    <a:pt x="2597" y="5243"/>
                    <a:pt x="2468" y="5243"/>
                  </a:cubicBezTo>
                  <a:cubicBezTo>
                    <a:pt x="2075" y="5243"/>
                    <a:pt x="1692" y="5134"/>
                    <a:pt x="1370" y="4910"/>
                  </a:cubicBezTo>
                  <a:cubicBezTo>
                    <a:pt x="917" y="4612"/>
                    <a:pt x="620" y="4160"/>
                    <a:pt x="524" y="3636"/>
                  </a:cubicBezTo>
                  <a:cubicBezTo>
                    <a:pt x="346" y="2790"/>
                    <a:pt x="739" y="1933"/>
                    <a:pt x="1501" y="1517"/>
                  </a:cubicBezTo>
                  <a:cubicBezTo>
                    <a:pt x="1537" y="1493"/>
                    <a:pt x="1560" y="1469"/>
                    <a:pt x="1572" y="1421"/>
                  </a:cubicBezTo>
                  <a:lnTo>
                    <a:pt x="1918" y="469"/>
                  </a:lnTo>
                  <a:lnTo>
                    <a:pt x="2608" y="1219"/>
                  </a:lnTo>
                  <a:cubicBezTo>
                    <a:pt x="2632" y="1243"/>
                    <a:pt x="2668" y="1255"/>
                    <a:pt x="2703" y="1255"/>
                  </a:cubicBezTo>
                  <a:cubicBezTo>
                    <a:pt x="3572" y="1362"/>
                    <a:pt x="4275" y="2005"/>
                    <a:pt x="4430" y="2850"/>
                  </a:cubicBezTo>
                  <a:cubicBezTo>
                    <a:pt x="4454" y="2945"/>
                    <a:pt x="4465" y="3041"/>
                    <a:pt x="4465" y="3136"/>
                  </a:cubicBezTo>
                  <a:cubicBezTo>
                    <a:pt x="4465" y="3209"/>
                    <a:pt x="4521" y="3283"/>
                    <a:pt x="4599" y="3283"/>
                  </a:cubicBezTo>
                  <a:cubicBezTo>
                    <a:pt x="4610" y="3283"/>
                    <a:pt x="4621" y="3281"/>
                    <a:pt x="4632" y="3279"/>
                  </a:cubicBezTo>
                  <a:cubicBezTo>
                    <a:pt x="4715" y="3279"/>
                    <a:pt x="4787" y="3207"/>
                    <a:pt x="4775" y="3124"/>
                  </a:cubicBezTo>
                  <a:cubicBezTo>
                    <a:pt x="4775" y="3017"/>
                    <a:pt x="4763" y="2898"/>
                    <a:pt x="4727" y="2790"/>
                  </a:cubicBezTo>
                  <a:cubicBezTo>
                    <a:pt x="4537" y="1826"/>
                    <a:pt x="3763" y="1100"/>
                    <a:pt x="2787" y="945"/>
                  </a:cubicBezTo>
                  <a:lnTo>
                    <a:pt x="1965" y="52"/>
                  </a:lnTo>
                  <a:cubicBezTo>
                    <a:pt x="1929" y="16"/>
                    <a:pt x="1892" y="0"/>
                    <a:pt x="18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65"/>
            <p:cNvSpPr/>
            <p:nvPr/>
          </p:nvSpPr>
          <p:spPr>
            <a:xfrm>
              <a:off x="1486447" y="3589478"/>
              <a:ext cx="64152" cy="75842"/>
            </a:xfrm>
            <a:custGeom>
              <a:avLst/>
              <a:gdLst/>
              <a:ahLst/>
              <a:cxnLst/>
              <a:rect l="l" t="t" r="r" b="b"/>
              <a:pathLst>
                <a:path w="2025" h="2394" extrusionOk="0">
                  <a:moveTo>
                    <a:pt x="1691" y="1179"/>
                  </a:moveTo>
                  <a:lnTo>
                    <a:pt x="1691" y="2084"/>
                  </a:lnTo>
                  <a:lnTo>
                    <a:pt x="298" y="2084"/>
                  </a:lnTo>
                  <a:lnTo>
                    <a:pt x="298" y="1179"/>
                  </a:lnTo>
                  <a:close/>
                  <a:moveTo>
                    <a:pt x="1012" y="0"/>
                  </a:moveTo>
                  <a:cubicBezTo>
                    <a:pt x="715" y="0"/>
                    <a:pt x="476" y="238"/>
                    <a:pt x="476" y="536"/>
                  </a:cubicBezTo>
                  <a:lnTo>
                    <a:pt x="476" y="845"/>
                  </a:lnTo>
                  <a:lnTo>
                    <a:pt x="167" y="845"/>
                  </a:lnTo>
                  <a:cubicBezTo>
                    <a:pt x="84" y="845"/>
                    <a:pt x="0" y="917"/>
                    <a:pt x="0" y="1012"/>
                  </a:cubicBezTo>
                  <a:lnTo>
                    <a:pt x="0" y="2227"/>
                  </a:lnTo>
                  <a:cubicBezTo>
                    <a:pt x="0" y="2322"/>
                    <a:pt x="84" y="2393"/>
                    <a:pt x="167" y="2393"/>
                  </a:cubicBezTo>
                  <a:lnTo>
                    <a:pt x="1869" y="2393"/>
                  </a:lnTo>
                  <a:cubicBezTo>
                    <a:pt x="1953" y="2393"/>
                    <a:pt x="2024" y="2322"/>
                    <a:pt x="2024" y="2227"/>
                  </a:cubicBezTo>
                  <a:lnTo>
                    <a:pt x="2024" y="1012"/>
                  </a:lnTo>
                  <a:cubicBezTo>
                    <a:pt x="2012" y="917"/>
                    <a:pt x="1941" y="845"/>
                    <a:pt x="1846" y="845"/>
                  </a:cubicBezTo>
                  <a:lnTo>
                    <a:pt x="774" y="845"/>
                  </a:lnTo>
                  <a:lnTo>
                    <a:pt x="774" y="536"/>
                  </a:lnTo>
                  <a:cubicBezTo>
                    <a:pt x="774" y="417"/>
                    <a:pt x="881" y="310"/>
                    <a:pt x="1000" y="310"/>
                  </a:cubicBezTo>
                  <a:cubicBezTo>
                    <a:pt x="1119" y="310"/>
                    <a:pt x="1227" y="417"/>
                    <a:pt x="1227" y="536"/>
                  </a:cubicBezTo>
                  <a:cubicBezTo>
                    <a:pt x="1227" y="619"/>
                    <a:pt x="1298" y="703"/>
                    <a:pt x="1393" y="703"/>
                  </a:cubicBezTo>
                  <a:cubicBezTo>
                    <a:pt x="1477" y="703"/>
                    <a:pt x="1548" y="619"/>
                    <a:pt x="1548" y="536"/>
                  </a:cubicBezTo>
                  <a:cubicBezTo>
                    <a:pt x="1548" y="238"/>
                    <a:pt x="1310" y="0"/>
                    <a:pt x="1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0" name="Google Shape;11170;p65"/>
            <p:cNvSpPr/>
            <p:nvPr/>
          </p:nvSpPr>
          <p:spPr>
            <a:xfrm>
              <a:off x="1310655" y="3360527"/>
              <a:ext cx="306314" cy="334572"/>
            </a:xfrm>
            <a:custGeom>
              <a:avLst/>
              <a:gdLst/>
              <a:ahLst/>
              <a:cxnLst/>
              <a:rect l="l" t="t" r="r" b="b"/>
              <a:pathLst>
                <a:path w="9669" h="10561" extrusionOk="0">
                  <a:moveTo>
                    <a:pt x="2430" y="7941"/>
                  </a:moveTo>
                  <a:lnTo>
                    <a:pt x="3120" y="8644"/>
                  </a:lnTo>
                  <a:lnTo>
                    <a:pt x="2989" y="8775"/>
                  </a:lnTo>
                  <a:lnTo>
                    <a:pt x="2656" y="8430"/>
                  </a:lnTo>
                  <a:cubicBezTo>
                    <a:pt x="2626" y="8400"/>
                    <a:pt x="2585" y="8385"/>
                    <a:pt x="2543" y="8385"/>
                  </a:cubicBezTo>
                  <a:cubicBezTo>
                    <a:pt x="2501" y="8385"/>
                    <a:pt x="2459" y="8400"/>
                    <a:pt x="2430" y="8430"/>
                  </a:cubicBezTo>
                  <a:lnTo>
                    <a:pt x="2073" y="8787"/>
                  </a:lnTo>
                  <a:cubicBezTo>
                    <a:pt x="2037" y="8823"/>
                    <a:pt x="2025" y="8858"/>
                    <a:pt x="2025" y="8906"/>
                  </a:cubicBezTo>
                  <a:cubicBezTo>
                    <a:pt x="2025" y="8953"/>
                    <a:pt x="2037" y="9001"/>
                    <a:pt x="2073" y="9025"/>
                  </a:cubicBezTo>
                  <a:lnTo>
                    <a:pt x="2418" y="9370"/>
                  </a:lnTo>
                  <a:lnTo>
                    <a:pt x="2275" y="9501"/>
                  </a:lnTo>
                  <a:lnTo>
                    <a:pt x="1942" y="9156"/>
                  </a:lnTo>
                  <a:cubicBezTo>
                    <a:pt x="1912" y="9126"/>
                    <a:pt x="1870" y="9111"/>
                    <a:pt x="1828" y="9111"/>
                  </a:cubicBezTo>
                  <a:cubicBezTo>
                    <a:pt x="1787" y="9111"/>
                    <a:pt x="1745" y="9126"/>
                    <a:pt x="1715" y="9156"/>
                  </a:cubicBezTo>
                  <a:lnTo>
                    <a:pt x="1358" y="9513"/>
                  </a:lnTo>
                  <a:cubicBezTo>
                    <a:pt x="1322" y="9549"/>
                    <a:pt x="1311" y="9585"/>
                    <a:pt x="1311" y="9632"/>
                  </a:cubicBezTo>
                  <a:cubicBezTo>
                    <a:pt x="1311" y="9680"/>
                    <a:pt x="1322" y="9727"/>
                    <a:pt x="1358" y="9751"/>
                  </a:cubicBezTo>
                  <a:lnTo>
                    <a:pt x="1703" y="10096"/>
                  </a:lnTo>
                  <a:lnTo>
                    <a:pt x="1584" y="10192"/>
                  </a:lnTo>
                  <a:lnTo>
                    <a:pt x="882" y="9489"/>
                  </a:lnTo>
                  <a:lnTo>
                    <a:pt x="2430" y="7941"/>
                  </a:lnTo>
                  <a:close/>
                  <a:moveTo>
                    <a:pt x="6496" y="1"/>
                  </a:moveTo>
                  <a:cubicBezTo>
                    <a:pt x="5951" y="1"/>
                    <a:pt x="5469" y="199"/>
                    <a:pt x="5121" y="548"/>
                  </a:cubicBezTo>
                  <a:cubicBezTo>
                    <a:pt x="4704" y="964"/>
                    <a:pt x="4513" y="1572"/>
                    <a:pt x="4597" y="2238"/>
                  </a:cubicBezTo>
                  <a:cubicBezTo>
                    <a:pt x="4656" y="2727"/>
                    <a:pt x="4871" y="3227"/>
                    <a:pt x="5180" y="3655"/>
                  </a:cubicBezTo>
                  <a:lnTo>
                    <a:pt x="3501" y="5334"/>
                  </a:lnTo>
                  <a:cubicBezTo>
                    <a:pt x="3442" y="5394"/>
                    <a:pt x="3442" y="5501"/>
                    <a:pt x="3501" y="5560"/>
                  </a:cubicBezTo>
                  <a:cubicBezTo>
                    <a:pt x="3525" y="5584"/>
                    <a:pt x="3573" y="5608"/>
                    <a:pt x="3620" y="5608"/>
                  </a:cubicBezTo>
                  <a:cubicBezTo>
                    <a:pt x="3668" y="5608"/>
                    <a:pt x="3704" y="5584"/>
                    <a:pt x="3739" y="5560"/>
                  </a:cubicBezTo>
                  <a:lnTo>
                    <a:pt x="5406" y="3893"/>
                  </a:lnTo>
                  <a:cubicBezTo>
                    <a:pt x="5454" y="3953"/>
                    <a:pt x="5502" y="4000"/>
                    <a:pt x="5549" y="4060"/>
                  </a:cubicBezTo>
                  <a:cubicBezTo>
                    <a:pt x="5609" y="4120"/>
                    <a:pt x="5656" y="4155"/>
                    <a:pt x="5716" y="4203"/>
                  </a:cubicBezTo>
                  <a:lnTo>
                    <a:pt x="2334" y="7584"/>
                  </a:lnTo>
                  <a:lnTo>
                    <a:pt x="691" y="9239"/>
                  </a:lnTo>
                  <a:lnTo>
                    <a:pt x="370" y="8918"/>
                  </a:lnTo>
                  <a:lnTo>
                    <a:pt x="3299" y="5989"/>
                  </a:lnTo>
                  <a:cubicBezTo>
                    <a:pt x="3358" y="5929"/>
                    <a:pt x="3358" y="5822"/>
                    <a:pt x="3299" y="5763"/>
                  </a:cubicBezTo>
                  <a:cubicBezTo>
                    <a:pt x="3275" y="5733"/>
                    <a:pt x="3236" y="5718"/>
                    <a:pt x="3196" y="5718"/>
                  </a:cubicBezTo>
                  <a:cubicBezTo>
                    <a:pt x="3156" y="5718"/>
                    <a:pt x="3114" y="5733"/>
                    <a:pt x="3085" y="5763"/>
                  </a:cubicBezTo>
                  <a:lnTo>
                    <a:pt x="48" y="8799"/>
                  </a:lnTo>
                  <a:cubicBezTo>
                    <a:pt x="13" y="8834"/>
                    <a:pt x="1" y="8882"/>
                    <a:pt x="1" y="8918"/>
                  </a:cubicBezTo>
                  <a:cubicBezTo>
                    <a:pt x="1" y="8965"/>
                    <a:pt x="13" y="9013"/>
                    <a:pt x="48" y="9037"/>
                  </a:cubicBezTo>
                  <a:lnTo>
                    <a:pt x="596" y="9585"/>
                  </a:lnTo>
                  <a:lnTo>
                    <a:pt x="1513" y="10513"/>
                  </a:lnTo>
                  <a:cubicBezTo>
                    <a:pt x="1549" y="10549"/>
                    <a:pt x="1596" y="10561"/>
                    <a:pt x="1632" y="10561"/>
                  </a:cubicBezTo>
                  <a:cubicBezTo>
                    <a:pt x="1680" y="10561"/>
                    <a:pt x="1727" y="10537"/>
                    <a:pt x="1763" y="10513"/>
                  </a:cubicBezTo>
                  <a:lnTo>
                    <a:pt x="2108" y="10156"/>
                  </a:lnTo>
                  <a:cubicBezTo>
                    <a:pt x="2144" y="10120"/>
                    <a:pt x="2156" y="10085"/>
                    <a:pt x="2156" y="10037"/>
                  </a:cubicBezTo>
                  <a:cubicBezTo>
                    <a:pt x="2156" y="9989"/>
                    <a:pt x="2144" y="9954"/>
                    <a:pt x="2108" y="9918"/>
                  </a:cubicBezTo>
                  <a:lnTo>
                    <a:pt x="1775" y="9573"/>
                  </a:lnTo>
                  <a:lnTo>
                    <a:pt x="1906" y="9442"/>
                  </a:lnTo>
                  <a:lnTo>
                    <a:pt x="2251" y="9787"/>
                  </a:lnTo>
                  <a:cubicBezTo>
                    <a:pt x="2281" y="9817"/>
                    <a:pt x="2320" y="9832"/>
                    <a:pt x="2358" y="9832"/>
                  </a:cubicBezTo>
                  <a:cubicBezTo>
                    <a:pt x="2397" y="9832"/>
                    <a:pt x="2436" y="9817"/>
                    <a:pt x="2465" y="9787"/>
                  </a:cubicBezTo>
                  <a:lnTo>
                    <a:pt x="2823" y="9430"/>
                  </a:lnTo>
                  <a:cubicBezTo>
                    <a:pt x="2858" y="9394"/>
                    <a:pt x="2870" y="9358"/>
                    <a:pt x="2870" y="9311"/>
                  </a:cubicBezTo>
                  <a:cubicBezTo>
                    <a:pt x="2870" y="9263"/>
                    <a:pt x="2858" y="9215"/>
                    <a:pt x="2823" y="9192"/>
                  </a:cubicBezTo>
                  <a:lnTo>
                    <a:pt x="2489" y="8846"/>
                  </a:lnTo>
                  <a:lnTo>
                    <a:pt x="2620" y="8715"/>
                  </a:lnTo>
                  <a:lnTo>
                    <a:pt x="2966" y="9061"/>
                  </a:lnTo>
                  <a:cubicBezTo>
                    <a:pt x="2995" y="9090"/>
                    <a:pt x="3034" y="9105"/>
                    <a:pt x="3073" y="9105"/>
                  </a:cubicBezTo>
                  <a:cubicBezTo>
                    <a:pt x="3111" y="9105"/>
                    <a:pt x="3150" y="9090"/>
                    <a:pt x="3180" y="9061"/>
                  </a:cubicBezTo>
                  <a:lnTo>
                    <a:pt x="3537" y="8703"/>
                  </a:lnTo>
                  <a:cubicBezTo>
                    <a:pt x="3597" y="8644"/>
                    <a:pt x="3597" y="8537"/>
                    <a:pt x="3537" y="8477"/>
                  </a:cubicBezTo>
                  <a:lnTo>
                    <a:pt x="2727" y="7656"/>
                  </a:lnTo>
                  <a:lnTo>
                    <a:pt x="6014" y="4370"/>
                  </a:lnTo>
                  <a:cubicBezTo>
                    <a:pt x="6549" y="4751"/>
                    <a:pt x="7168" y="4977"/>
                    <a:pt x="7752" y="4977"/>
                  </a:cubicBezTo>
                  <a:cubicBezTo>
                    <a:pt x="8026" y="4977"/>
                    <a:pt x="8276" y="4929"/>
                    <a:pt x="8514" y="4846"/>
                  </a:cubicBezTo>
                  <a:cubicBezTo>
                    <a:pt x="8597" y="4810"/>
                    <a:pt x="8633" y="4727"/>
                    <a:pt x="8597" y="4632"/>
                  </a:cubicBezTo>
                  <a:cubicBezTo>
                    <a:pt x="8580" y="4570"/>
                    <a:pt x="8523" y="4534"/>
                    <a:pt x="8461" y="4534"/>
                  </a:cubicBezTo>
                  <a:cubicBezTo>
                    <a:pt x="8439" y="4534"/>
                    <a:pt x="8417" y="4539"/>
                    <a:pt x="8395" y="4548"/>
                  </a:cubicBezTo>
                  <a:cubicBezTo>
                    <a:pt x="8192" y="4625"/>
                    <a:pt x="7973" y="4662"/>
                    <a:pt x="7746" y="4662"/>
                  </a:cubicBezTo>
                  <a:cubicBezTo>
                    <a:pt x="7093" y="4662"/>
                    <a:pt x="6380" y="4355"/>
                    <a:pt x="5823" y="3798"/>
                  </a:cubicBezTo>
                  <a:cubicBezTo>
                    <a:pt x="4847" y="2834"/>
                    <a:pt x="4668" y="1453"/>
                    <a:pt x="5406" y="726"/>
                  </a:cubicBezTo>
                  <a:cubicBezTo>
                    <a:pt x="5707" y="421"/>
                    <a:pt x="6119" y="272"/>
                    <a:pt x="6568" y="272"/>
                  </a:cubicBezTo>
                  <a:cubicBezTo>
                    <a:pt x="7204" y="272"/>
                    <a:pt x="7913" y="571"/>
                    <a:pt x="8478" y="1143"/>
                  </a:cubicBezTo>
                  <a:cubicBezTo>
                    <a:pt x="9454" y="2107"/>
                    <a:pt x="9633" y="3489"/>
                    <a:pt x="8895" y="4215"/>
                  </a:cubicBezTo>
                  <a:lnTo>
                    <a:pt x="8883" y="4239"/>
                  </a:lnTo>
                  <a:cubicBezTo>
                    <a:pt x="8823" y="4298"/>
                    <a:pt x="8823" y="4393"/>
                    <a:pt x="8883" y="4453"/>
                  </a:cubicBezTo>
                  <a:cubicBezTo>
                    <a:pt x="8913" y="4483"/>
                    <a:pt x="8954" y="4498"/>
                    <a:pt x="8996" y="4498"/>
                  </a:cubicBezTo>
                  <a:cubicBezTo>
                    <a:pt x="9038" y="4498"/>
                    <a:pt x="9079" y="4483"/>
                    <a:pt x="9109" y="4453"/>
                  </a:cubicBezTo>
                  <a:lnTo>
                    <a:pt x="9121" y="4441"/>
                  </a:lnTo>
                  <a:cubicBezTo>
                    <a:pt x="9502" y="4072"/>
                    <a:pt x="9669" y="3465"/>
                    <a:pt x="9585" y="2786"/>
                  </a:cubicBezTo>
                  <a:cubicBezTo>
                    <a:pt x="9502" y="2131"/>
                    <a:pt x="9169" y="1476"/>
                    <a:pt x="8645" y="964"/>
                  </a:cubicBezTo>
                  <a:cubicBezTo>
                    <a:pt x="8133" y="441"/>
                    <a:pt x="7478" y="95"/>
                    <a:pt x="6823" y="24"/>
                  </a:cubicBezTo>
                  <a:cubicBezTo>
                    <a:pt x="6712" y="8"/>
                    <a:pt x="6603" y="1"/>
                    <a:pt x="64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1" name="Google Shape;11171;p65"/>
            <p:cNvSpPr/>
            <p:nvPr/>
          </p:nvSpPr>
          <p:spPr>
            <a:xfrm>
              <a:off x="1474377" y="3380453"/>
              <a:ext cx="122221" cy="118895"/>
            </a:xfrm>
            <a:custGeom>
              <a:avLst/>
              <a:gdLst/>
              <a:ahLst/>
              <a:cxnLst/>
              <a:rect l="l" t="t" r="r" b="b"/>
              <a:pathLst>
                <a:path w="3858" h="3753" extrusionOk="0">
                  <a:moveTo>
                    <a:pt x="1488" y="312"/>
                  </a:moveTo>
                  <a:cubicBezTo>
                    <a:pt x="1953" y="312"/>
                    <a:pt x="2453" y="526"/>
                    <a:pt x="2858" y="943"/>
                  </a:cubicBezTo>
                  <a:cubicBezTo>
                    <a:pt x="3536" y="1621"/>
                    <a:pt x="3691" y="2609"/>
                    <a:pt x="3167" y="3133"/>
                  </a:cubicBezTo>
                  <a:cubicBezTo>
                    <a:pt x="2965" y="3336"/>
                    <a:pt x="2667" y="3443"/>
                    <a:pt x="2346" y="3443"/>
                  </a:cubicBezTo>
                  <a:cubicBezTo>
                    <a:pt x="1881" y="3443"/>
                    <a:pt x="1381" y="3229"/>
                    <a:pt x="976" y="2812"/>
                  </a:cubicBezTo>
                  <a:cubicBezTo>
                    <a:pt x="631" y="2479"/>
                    <a:pt x="429" y="2050"/>
                    <a:pt x="369" y="1645"/>
                  </a:cubicBezTo>
                  <a:cubicBezTo>
                    <a:pt x="322" y="1240"/>
                    <a:pt x="429" y="883"/>
                    <a:pt x="667" y="633"/>
                  </a:cubicBezTo>
                  <a:cubicBezTo>
                    <a:pt x="869" y="419"/>
                    <a:pt x="1167" y="312"/>
                    <a:pt x="1488" y="312"/>
                  </a:cubicBezTo>
                  <a:close/>
                  <a:moveTo>
                    <a:pt x="1518" y="1"/>
                  </a:moveTo>
                  <a:cubicBezTo>
                    <a:pt x="1106" y="1"/>
                    <a:pt x="738" y="143"/>
                    <a:pt x="465" y="407"/>
                  </a:cubicBezTo>
                  <a:cubicBezTo>
                    <a:pt x="143" y="716"/>
                    <a:pt x="0" y="1181"/>
                    <a:pt x="72" y="1681"/>
                  </a:cubicBezTo>
                  <a:cubicBezTo>
                    <a:pt x="131" y="2181"/>
                    <a:pt x="381" y="2657"/>
                    <a:pt x="774" y="3038"/>
                  </a:cubicBezTo>
                  <a:cubicBezTo>
                    <a:pt x="1227" y="3502"/>
                    <a:pt x="1822" y="3752"/>
                    <a:pt x="2358" y="3752"/>
                  </a:cubicBezTo>
                  <a:cubicBezTo>
                    <a:pt x="2762" y="3752"/>
                    <a:pt x="3132" y="3622"/>
                    <a:pt x="3405" y="3348"/>
                  </a:cubicBezTo>
                  <a:cubicBezTo>
                    <a:pt x="3703" y="3038"/>
                    <a:pt x="3858" y="2574"/>
                    <a:pt x="3798" y="2074"/>
                  </a:cubicBezTo>
                  <a:cubicBezTo>
                    <a:pt x="3739" y="1586"/>
                    <a:pt x="3477" y="1109"/>
                    <a:pt x="3096" y="716"/>
                  </a:cubicBezTo>
                  <a:cubicBezTo>
                    <a:pt x="2703" y="335"/>
                    <a:pt x="2215" y="73"/>
                    <a:pt x="1738" y="14"/>
                  </a:cubicBezTo>
                  <a:cubicBezTo>
                    <a:pt x="1664" y="5"/>
                    <a:pt x="1590"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65"/>
            <p:cNvSpPr/>
            <p:nvPr/>
          </p:nvSpPr>
          <p:spPr>
            <a:xfrm>
              <a:off x="1510207" y="3632848"/>
              <a:ext cx="15492" cy="17741"/>
            </a:xfrm>
            <a:custGeom>
              <a:avLst/>
              <a:gdLst/>
              <a:ahLst/>
              <a:cxnLst/>
              <a:rect l="l" t="t" r="r" b="b"/>
              <a:pathLst>
                <a:path w="489" h="560" extrusionOk="0">
                  <a:moveTo>
                    <a:pt x="155" y="0"/>
                  </a:moveTo>
                  <a:cubicBezTo>
                    <a:pt x="72" y="0"/>
                    <a:pt x="0" y="72"/>
                    <a:pt x="0" y="167"/>
                  </a:cubicBezTo>
                  <a:cubicBezTo>
                    <a:pt x="0" y="227"/>
                    <a:pt x="24" y="262"/>
                    <a:pt x="72" y="298"/>
                  </a:cubicBezTo>
                  <a:lnTo>
                    <a:pt x="72" y="405"/>
                  </a:lnTo>
                  <a:cubicBezTo>
                    <a:pt x="72" y="488"/>
                    <a:pt x="143" y="560"/>
                    <a:pt x="238" y="560"/>
                  </a:cubicBezTo>
                  <a:cubicBezTo>
                    <a:pt x="322" y="560"/>
                    <a:pt x="393" y="488"/>
                    <a:pt x="393" y="405"/>
                  </a:cubicBezTo>
                  <a:lnTo>
                    <a:pt x="393" y="298"/>
                  </a:lnTo>
                  <a:cubicBezTo>
                    <a:pt x="441" y="262"/>
                    <a:pt x="477" y="227"/>
                    <a:pt x="477" y="167"/>
                  </a:cubicBezTo>
                  <a:cubicBezTo>
                    <a:pt x="488" y="72"/>
                    <a:pt x="417"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3" name="Google Shape;11173;p65"/>
          <p:cNvGrpSpPr/>
          <p:nvPr/>
        </p:nvGrpSpPr>
        <p:grpSpPr>
          <a:xfrm>
            <a:off x="3119678" y="3184746"/>
            <a:ext cx="269343" cy="348543"/>
            <a:chOff x="3119678" y="3360146"/>
            <a:chExt cx="269343" cy="348543"/>
          </a:xfrm>
        </p:grpSpPr>
        <p:sp>
          <p:nvSpPr>
            <p:cNvPr id="11174" name="Google Shape;11174;p65"/>
            <p:cNvSpPr/>
            <p:nvPr/>
          </p:nvSpPr>
          <p:spPr>
            <a:xfrm>
              <a:off x="3268289" y="3498271"/>
              <a:ext cx="43782" cy="46728"/>
            </a:xfrm>
            <a:custGeom>
              <a:avLst/>
              <a:gdLst/>
              <a:ahLst/>
              <a:cxnLst/>
              <a:rect l="l" t="t" r="r" b="b"/>
              <a:pathLst>
                <a:path w="1382" h="1475" extrusionOk="0">
                  <a:moveTo>
                    <a:pt x="196" y="0"/>
                  </a:moveTo>
                  <a:cubicBezTo>
                    <a:pt x="137" y="0"/>
                    <a:pt x="81" y="35"/>
                    <a:pt x="48" y="93"/>
                  </a:cubicBezTo>
                  <a:cubicBezTo>
                    <a:pt x="0" y="164"/>
                    <a:pt x="36" y="272"/>
                    <a:pt x="119" y="319"/>
                  </a:cubicBezTo>
                  <a:cubicBezTo>
                    <a:pt x="584" y="557"/>
                    <a:pt x="905" y="926"/>
                    <a:pt x="1048" y="1355"/>
                  </a:cubicBezTo>
                  <a:cubicBezTo>
                    <a:pt x="1060" y="1438"/>
                    <a:pt x="1131" y="1474"/>
                    <a:pt x="1191" y="1474"/>
                  </a:cubicBezTo>
                  <a:cubicBezTo>
                    <a:pt x="1203" y="1474"/>
                    <a:pt x="1227" y="1474"/>
                    <a:pt x="1239" y="1462"/>
                  </a:cubicBezTo>
                  <a:cubicBezTo>
                    <a:pt x="1322" y="1415"/>
                    <a:pt x="1381" y="1331"/>
                    <a:pt x="1358" y="1236"/>
                  </a:cubicBezTo>
                  <a:cubicBezTo>
                    <a:pt x="1191" y="736"/>
                    <a:pt x="810" y="284"/>
                    <a:pt x="274" y="22"/>
                  </a:cubicBezTo>
                  <a:cubicBezTo>
                    <a:pt x="249" y="7"/>
                    <a:pt x="222"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65"/>
            <p:cNvSpPr/>
            <p:nvPr/>
          </p:nvSpPr>
          <p:spPr>
            <a:xfrm>
              <a:off x="3147208" y="3475176"/>
              <a:ext cx="214664" cy="233513"/>
            </a:xfrm>
            <a:custGeom>
              <a:avLst/>
              <a:gdLst/>
              <a:ahLst/>
              <a:cxnLst/>
              <a:rect l="l" t="t" r="r" b="b"/>
              <a:pathLst>
                <a:path w="6776" h="7371" extrusionOk="0">
                  <a:moveTo>
                    <a:pt x="3537" y="4608"/>
                  </a:moveTo>
                  <a:lnTo>
                    <a:pt x="3537" y="4989"/>
                  </a:lnTo>
                  <a:lnTo>
                    <a:pt x="3179" y="4989"/>
                  </a:lnTo>
                  <a:lnTo>
                    <a:pt x="3179" y="4608"/>
                  </a:lnTo>
                  <a:cubicBezTo>
                    <a:pt x="3239" y="4620"/>
                    <a:pt x="3298" y="4620"/>
                    <a:pt x="3358" y="4620"/>
                  </a:cubicBezTo>
                  <a:cubicBezTo>
                    <a:pt x="3417" y="4620"/>
                    <a:pt x="3477" y="4620"/>
                    <a:pt x="3537" y="4608"/>
                  </a:cubicBezTo>
                  <a:close/>
                  <a:moveTo>
                    <a:pt x="5977" y="5299"/>
                  </a:moveTo>
                  <a:lnTo>
                    <a:pt x="5977" y="5763"/>
                  </a:lnTo>
                  <a:lnTo>
                    <a:pt x="798" y="5763"/>
                  </a:lnTo>
                  <a:lnTo>
                    <a:pt x="798" y="5299"/>
                  </a:lnTo>
                  <a:close/>
                  <a:moveTo>
                    <a:pt x="3406" y="0"/>
                  </a:moveTo>
                  <a:cubicBezTo>
                    <a:pt x="2751" y="0"/>
                    <a:pt x="2132" y="262"/>
                    <a:pt x="1667" y="715"/>
                  </a:cubicBezTo>
                  <a:cubicBezTo>
                    <a:pt x="1203" y="1179"/>
                    <a:pt x="953" y="1798"/>
                    <a:pt x="953" y="2465"/>
                  </a:cubicBezTo>
                  <a:lnTo>
                    <a:pt x="953" y="2715"/>
                  </a:lnTo>
                  <a:cubicBezTo>
                    <a:pt x="953" y="2798"/>
                    <a:pt x="1024" y="2882"/>
                    <a:pt x="1120" y="2882"/>
                  </a:cubicBezTo>
                  <a:cubicBezTo>
                    <a:pt x="1203" y="2882"/>
                    <a:pt x="1274" y="2798"/>
                    <a:pt x="1274" y="2715"/>
                  </a:cubicBezTo>
                  <a:lnTo>
                    <a:pt x="1274" y="2465"/>
                  </a:lnTo>
                  <a:cubicBezTo>
                    <a:pt x="1274" y="1894"/>
                    <a:pt x="1501" y="1358"/>
                    <a:pt x="1905" y="953"/>
                  </a:cubicBezTo>
                  <a:cubicBezTo>
                    <a:pt x="2310" y="548"/>
                    <a:pt x="2846" y="334"/>
                    <a:pt x="3406" y="334"/>
                  </a:cubicBezTo>
                  <a:cubicBezTo>
                    <a:pt x="4584" y="334"/>
                    <a:pt x="5549" y="1286"/>
                    <a:pt x="5549" y="2477"/>
                  </a:cubicBezTo>
                  <a:lnTo>
                    <a:pt x="5549" y="4989"/>
                  </a:lnTo>
                  <a:lnTo>
                    <a:pt x="3882" y="4989"/>
                  </a:lnTo>
                  <a:lnTo>
                    <a:pt x="3882" y="4489"/>
                  </a:lnTo>
                  <a:cubicBezTo>
                    <a:pt x="4060" y="4382"/>
                    <a:pt x="4215" y="4203"/>
                    <a:pt x="4299" y="3989"/>
                  </a:cubicBezTo>
                  <a:cubicBezTo>
                    <a:pt x="4334" y="3906"/>
                    <a:pt x="4287" y="3810"/>
                    <a:pt x="4215" y="3787"/>
                  </a:cubicBezTo>
                  <a:cubicBezTo>
                    <a:pt x="4193" y="3778"/>
                    <a:pt x="4171" y="3775"/>
                    <a:pt x="4149" y="3775"/>
                  </a:cubicBezTo>
                  <a:cubicBezTo>
                    <a:pt x="4079" y="3775"/>
                    <a:pt x="4019" y="3815"/>
                    <a:pt x="4001" y="3870"/>
                  </a:cubicBezTo>
                  <a:cubicBezTo>
                    <a:pt x="3941" y="4037"/>
                    <a:pt x="3822" y="4156"/>
                    <a:pt x="3668" y="4227"/>
                  </a:cubicBezTo>
                  <a:lnTo>
                    <a:pt x="3656" y="4227"/>
                  </a:lnTo>
                  <a:cubicBezTo>
                    <a:pt x="3572" y="4263"/>
                    <a:pt x="3477" y="4287"/>
                    <a:pt x="3394" y="4287"/>
                  </a:cubicBezTo>
                  <a:cubicBezTo>
                    <a:pt x="3036" y="4287"/>
                    <a:pt x="2739" y="3989"/>
                    <a:pt x="2739" y="3632"/>
                  </a:cubicBezTo>
                  <a:cubicBezTo>
                    <a:pt x="2739" y="3275"/>
                    <a:pt x="3036" y="2977"/>
                    <a:pt x="3394" y="2977"/>
                  </a:cubicBezTo>
                  <a:cubicBezTo>
                    <a:pt x="3644" y="2977"/>
                    <a:pt x="3882" y="3132"/>
                    <a:pt x="3989" y="3370"/>
                  </a:cubicBezTo>
                  <a:cubicBezTo>
                    <a:pt x="4006" y="3421"/>
                    <a:pt x="4067" y="3461"/>
                    <a:pt x="4126" y="3461"/>
                  </a:cubicBezTo>
                  <a:cubicBezTo>
                    <a:pt x="4149" y="3461"/>
                    <a:pt x="4171" y="3455"/>
                    <a:pt x="4191" y="3441"/>
                  </a:cubicBezTo>
                  <a:cubicBezTo>
                    <a:pt x="4263" y="3418"/>
                    <a:pt x="4310" y="3310"/>
                    <a:pt x="4263" y="3239"/>
                  </a:cubicBezTo>
                  <a:cubicBezTo>
                    <a:pt x="4108" y="2894"/>
                    <a:pt x="3763" y="2667"/>
                    <a:pt x="3370" y="2667"/>
                  </a:cubicBezTo>
                  <a:cubicBezTo>
                    <a:pt x="2834" y="2667"/>
                    <a:pt x="2394" y="3096"/>
                    <a:pt x="2394" y="3656"/>
                  </a:cubicBezTo>
                  <a:cubicBezTo>
                    <a:pt x="2394" y="4013"/>
                    <a:pt x="2584" y="4322"/>
                    <a:pt x="2870" y="4489"/>
                  </a:cubicBezTo>
                  <a:lnTo>
                    <a:pt x="2870" y="4989"/>
                  </a:lnTo>
                  <a:lnTo>
                    <a:pt x="1262" y="4989"/>
                  </a:lnTo>
                  <a:lnTo>
                    <a:pt x="1262" y="3358"/>
                  </a:lnTo>
                  <a:cubicBezTo>
                    <a:pt x="1262" y="3263"/>
                    <a:pt x="1191" y="3191"/>
                    <a:pt x="1096" y="3191"/>
                  </a:cubicBezTo>
                  <a:cubicBezTo>
                    <a:pt x="1012" y="3191"/>
                    <a:pt x="941" y="3263"/>
                    <a:pt x="941" y="3358"/>
                  </a:cubicBezTo>
                  <a:lnTo>
                    <a:pt x="941" y="4989"/>
                  </a:lnTo>
                  <a:lnTo>
                    <a:pt x="655" y="4989"/>
                  </a:lnTo>
                  <a:cubicBezTo>
                    <a:pt x="560" y="4989"/>
                    <a:pt x="489" y="5061"/>
                    <a:pt x="489" y="5156"/>
                  </a:cubicBezTo>
                  <a:lnTo>
                    <a:pt x="489" y="5775"/>
                  </a:lnTo>
                  <a:lnTo>
                    <a:pt x="167" y="5775"/>
                  </a:lnTo>
                  <a:cubicBezTo>
                    <a:pt x="72" y="5775"/>
                    <a:pt x="0" y="5858"/>
                    <a:pt x="0" y="5942"/>
                  </a:cubicBezTo>
                  <a:lnTo>
                    <a:pt x="0" y="7204"/>
                  </a:lnTo>
                  <a:cubicBezTo>
                    <a:pt x="0" y="7299"/>
                    <a:pt x="72" y="7370"/>
                    <a:pt x="167" y="7370"/>
                  </a:cubicBezTo>
                  <a:lnTo>
                    <a:pt x="3918" y="7370"/>
                  </a:lnTo>
                  <a:cubicBezTo>
                    <a:pt x="4001" y="7370"/>
                    <a:pt x="4072" y="7299"/>
                    <a:pt x="4072" y="7204"/>
                  </a:cubicBezTo>
                  <a:cubicBezTo>
                    <a:pt x="4072" y="7120"/>
                    <a:pt x="4001" y="7049"/>
                    <a:pt x="3918" y="7049"/>
                  </a:cubicBezTo>
                  <a:lnTo>
                    <a:pt x="322" y="7049"/>
                  </a:lnTo>
                  <a:lnTo>
                    <a:pt x="322" y="6108"/>
                  </a:lnTo>
                  <a:lnTo>
                    <a:pt x="6442" y="6108"/>
                  </a:lnTo>
                  <a:lnTo>
                    <a:pt x="6442" y="7049"/>
                  </a:lnTo>
                  <a:lnTo>
                    <a:pt x="4537" y="7049"/>
                  </a:lnTo>
                  <a:cubicBezTo>
                    <a:pt x="4453" y="7049"/>
                    <a:pt x="4370" y="7120"/>
                    <a:pt x="4370" y="7204"/>
                  </a:cubicBezTo>
                  <a:cubicBezTo>
                    <a:pt x="4370" y="7299"/>
                    <a:pt x="4453" y="7370"/>
                    <a:pt x="4537" y="7370"/>
                  </a:cubicBezTo>
                  <a:lnTo>
                    <a:pt x="6608" y="7370"/>
                  </a:lnTo>
                  <a:cubicBezTo>
                    <a:pt x="6692" y="7370"/>
                    <a:pt x="6775" y="7299"/>
                    <a:pt x="6775" y="7204"/>
                  </a:cubicBezTo>
                  <a:lnTo>
                    <a:pt x="6775" y="5942"/>
                  </a:lnTo>
                  <a:cubicBezTo>
                    <a:pt x="6775" y="5835"/>
                    <a:pt x="6716" y="5763"/>
                    <a:pt x="6620" y="5763"/>
                  </a:cubicBezTo>
                  <a:lnTo>
                    <a:pt x="6311" y="5763"/>
                  </a:lnTo>
                  <a:lnTo>
                    <a:pt x="6311" y="5144"/>
                  </a:lnTo>
                  <a:cubicBezTo>
                    <a:pt x="6311" y="5049"/>
                    <a:pt x="6239" y="4977"/>
                    <a:pt x="6144" y="4977"/>
                  </a:cubicBezTo>
                  <a:lnTo>
                    <a:pt x="5858" y="4977"/>
                  </a:lnTo>
                  <a:lnTo>
                    <a:pt x="5858" y="2465"/>
                  </a:lnTo>
                  <a:cubicBezTo>
                    <a:pt x="5858" y="1108"/>
                    <a:pt x="4763" y="0"/>
                    <a:pt x="3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65"/>
            <p:cNvSpPr/>
            <p:nvPr/>
          </p:nvSpPr>
          <p:spPr>
            <a:xfrm>
              <a:off x="3249408" y="3360146"/>
              <a:ext cx="10613" cy="97321"/>
            </a:xfrm>
            <a:custGeom>
              <a:avLst/>
              <a:gdLst/>
              <a:ahLst/>
              <a:cxnLst/>
              <a:rect l="l" t="t" r="r" b="b"/>
              <a:pathLst>
                <a:path w="335" h="3072" extrusionOk="0">
                  <a:moveTo>
                    <a:pt x="168" y="0"/>
                  </a:moveTo>
                  <a:cubicBezTo>
                    <a:pt x="72" y="0"/>
                    <a:pt x="1" y="83"/>
                    <a:pt x="1" y="167"/>
                  </a:cubicBezTo>
                  <a:lnTo>
                    <a:pt x="1" y="2905"/>
                  </a:lnTo>
                  <a:cubicBezTo>
                    <a:pt x="1" y="3000"/>
                    <a:pt x="72" y="3072"/>
                    <a:pt x="168" y="3072"/>
                  </a:cubicBezTo>
                  <a:cubicBezTo>
                    <a:pt x="251" y="3072"/>
                    <a:pt x="334" y="3000"/>
                    <a:pt x="334" y="2905"/>
                  </a:cubicBezTo>
                  <a:lnTo>
                    <a:pt x="334" y="167"/>
                  </a:lnTo>
                  <a:cubicBezTo>
                    <a:pt x="334" y="83"/>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7" name="Google Shape;11177;p65"/>
            <p:cNvSpPr/>
            <p:nvPr/>
          </p:nvSpPr>
          <p:spPr>
            <a:xfrm>
              <a:off x="3175879" y="3377919"/>
              <a:ext cx="54331" cy="86740"/>
            </a:xfrm>
            <a:custGeom>
              <a:avLst/>
              <a:gdLst/>
              <a:ahLst/>
              <a:cxnLst/>
              <a:rect l="l" t="t" r="r" b="b"/>
              <a:pathLst>
                <a:path w="1715" h="2738" extrusionOk="0">
                  <a:moveTo>
                    <a:pt x="188" y="1"/>
                  </a:moveTo>
                  <a:cubicBezTo>
                    <a:pt x="161" y="1"/>
                    <a:pt x="134" y="8"/>
                    <a:pt x="107" y="22"/>
                  </a:cubicBezTo>
                  <a:cubicBezTo>
                    <a:pt x="36" y="70"/>
                    <a:pt x="0" y="153"/>
                    <a:pt x="48" y="249"/>
                  </a:cubicBezTo>
                  <a:lnTo>
                    <a:pt x="1381" y="2642"/>
                  </a:lnTo>
                  <a:cubicBezTo>
                    <a:pt x="1417" y="2701"/>
                    <a:pt x="1477" y="2737"/>
                    <a:pt x="1524" y="2737"/>
                  </a:cubicBezTo>
                  <a:cubicBezTo>
                    <a:pt x="1548" y="2737"/>
                    <a:pt x="1584" y="2737"/>
                    <a:pt x="1596" y="2713"/>
                  </a:cubicBezTo>
                  <a:cubicBezTo>
                    <a:pt x="1679" y="2654"/>
                    <a:pt x="1715" y="2559"/>
                    <a:pt x="1667" y="2475"/>
                  </a:cubicBezTo>
                  <a:lnTo>
                    <a:pt x="334" y="82"/>
                  </a:lnTo>
                  <a:cubicBezTo>
                    <a:pt x="301" y="33"/>
                    <a:pt x="246"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65"/>
            <p:cNvSpPr/>
            <p:nvPr/>
          </p:nvSpPr>
          <p:spPr>
            <a:xfrm>
              <a:off x="3119678" y="3429399"/>
              <a:ext cx="89401" cy="50720"/>
            </a:xfrm>
            <a:custGeom>
              <a:avLst/>
              <a:gdLst/>
              <a:ahLst/>
              <a:cxnLst/>
              <a:rect l="l" t="t" r="r" b="b"/>
              <a:pathLst>
                <a:path w="2822" h="1601" extrusionOk="0">
                  <a:moveTo>
                    <a:pt x="200" y="0"/>
                  </a:moveTo>
                  <a:cubicBezTo>
                    <a:pt x="142" y="0"/>
                    <a:pt x="81" y="27"/>
                    <a:pt x="48" y="76"/>
                  </a:cubicBezTo>
                  <a:cubicBezTo>
                    <a:pt x="0" y="160"/>
                    <a:pt x="36" y="255"/>
                    <a:pt x="107" y="302"/>
                  </a:cubicBezTo>
                  <a:lnTo>
                    <a:pt x="2536" y="1588"/>
                  </a:lnTo>
                  <a:cubicBezTo>
                    <a:pt x="2560" y="1600"/>
                    <a:pt x="2584" y="1600"/>
                    <a:pt x="2608" y="1600"/>
                  </a:cubicBezTo>
                  <a:cubicBezTo>
                    <a:pt x="2667" y="1600"/>
                    <a:pt x="2727" y="1565"/>
                    <a:pt x="2762" y="1505"/>
                  </a:cubicBezTo>
                  <a:cubicBezTo>
                    <a:pt x="2822" y="1445"/>
                    <a:pt x="2786" y="1350"/>
                    <a:pt x="2703" y="1303"/>
                  </a:cubicBezTo>
                  <a:lnTo>
                    <a:pt x="274" y="17"/>
                  </a:lnTo>
                  <a:cubicBezTo>
                    <a:pt x="252" y="6"/>
                    <a:pt x="226"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65"/>
            <p:cNvSpPr/>
            <p:nvPr/>
          </p:nvSpPr>
          <p:spPr>
            <a:xfrm>
              <a:off x="3279219" y="3377919"/>
              <a:ext cx="54363" cy="85980"/>
            </a:xfrm>
            <a:custGeom>
              <a:avLst/>
              <a:gdLst/>
              <a:ahLst/>
              <a:cxnLst/>
              <a:rect l="l" t="t" r="r" b="b"/>
              <a:pathLst>
                <a:path w="1716" h="2714" extrusionOk="0">
                  <a:moveTo>
                    <a:pt x="1533" y="1"/>
                  </a:moveTo>
                  <a:cubicBezTo>
                    <a:pt x="1475" y="1"/>
                    <a:pt x="1414" y="33"/>
                    <a:pt x="1382" y="82"/>
                  </a:cubicBezTo>
                  <a:lnTo>
                    <a:pt x="48" y="2475"/>
                  </a:lnTo>
                  <a:cubicBezTo>
                    <a:pt x="1" y="2559"/>
                    <a:pt x="24" y="2654"/>
                    <a:pt x="108" y="2701"/>
                  </a:cubicBezTo>
                  <a:cubicBezTo>
                    <a:pt x="132" y="2713"/>
                    <a:pt x="143" y="2713"/>
                    <a:pt x="179" y="2713"/>
                  </a:cubicBezTo>
                  <a:cubicBezTo>
                    <a:pt x="239" y="2713"/>
                    <a:pt x="286" y="2689"/>
                    <a:pt x="310" y="2630"/>
                  </a:cubicBezTo>
                  <a:lnTo>
                    <a:pt x="1656" y="237"/>
                  </a:lnTo>
                  <a:cubicBezTo>
                    <a:pt x="1715" y="153"/>
                    <a:pt x="1679" y="70"/>
                    <a:pt x="1608" y="22"/>
                  </a:cubicBezTo>
                  <a:cubicBezTo>
                    <a:pt x="1585" y="8"/>
                    <a:pt x="1560" y="1"/>
                    <a:pt x="1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65"/>
            <p:cNvSpPr/>
            <p:nvPr/>
          </p:nvSpPr>
          <p:spPr>
            <a:xfrm>
              <a:off x="3300349" y="3429399"/>
              <a:ext cx="88672" cy="51100"/>
            </a:xfrm>
            <a:custGeom>
              <a:avLst/>
              <a:gdLst/>
              <a:ahLst/>
              <a:cxnLst/>
              <a:rect l="l" t="t" r="r" b="b"/>
              <a:pathLst>
                <a:path w="2799" h="1613" extrusionOk="0">
                  <a:moveTo>
                    <a:pt x="2615" y="0"/>
                  </a:moveTo>
                  <a:cubicBezTo>
                    <a:pt x="2589" y="0"/>
                    <a:pt x="2562" y="6"/>
                    <a:pt x="2536" y="17"/>
                  </a:cubicBezTo>
                  <a:lnTo>
                    <a:pt x="107" y="1303"/>
                  </a:lnTo>
                  <a:cubicBezTo>
                    <a:pt x="36" y="1350"/>
                    <a:pt x="0" y="1434"/>
                    <a:pt x="48" y="1529"/>
                  </a:cubicBezTo>
                  <a:cubicBezTo>
                    <a:pt x="72" y="1588"/>
                    <a:pt x="131" y="1612"/>
                    <a:pt x="191" y="1612"/>
                  </a:cubicBezTo>
                  <a:cubicBezTo>
                    <a:pt x="227" y="1612"/>
                    <a:pt x="238" y="1612"/>
                    <a:pt x="274" y="1600"/>
                  </a:cubicBezTo>
                  <a:lnTo>
                    <a:pt x="2691" y="314"/>
                  </a:lnTo>
                  <a:cubicBezTo>
                    <a:pt x="2774" y="255"/>
                    <a:pt x="2798" y="172"/>
                    <a:pt x="2751" y="76"/>
                  </a:cubicBezTo>
                  <a:cubicBezTo>
                    <a:pt x="2726" y="27"/>
                    <a:pt x="2673" y="0"/>
                    <a:pt x="2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1" name="Google Shape;11181;p65"/>
          <p:cNvGrpSpPr/>
          <p:nvPr/>
        </p:nvGrpSpPr>
        <p:grpSpPr>
          <a:xfrm>
            <a:off x="3967213" y="3181547"/>
            <a:ext cx="368185" cy="354753"/>
            <a:chOff x="3967213" y="3356947"/>
            <a:chExt cx="368185" cy="354753"/>
          </a:xfrm>
        </p:grpSpPr>
        <p:sp>
          <p:nvSpPr>
            <p:cNvPr id="11182" name="Google Shape;11182;p65"/>
            <p:cNvSpPr/>
            <p:nvPr/>
          </p:nvSpPr>
          <p:spPr>
            <a:xfrm>
              <a:off x="4180705" y="3356947"/>
              <a:ext cx="154693" cy="164292"/>
            </a:xfrm>
            <a:custGeom>
              <a:avLst/>
              <a:gdLst/>
              <a:ahLst/>
              <a:cxnLst/>
              <a:rect l="l" t="t" r="r" b="b"/>
              <a:pathLst>
                <a:path w="4883" h="5186" extrusionOk="0">
                  <a:moveTo>
                    <a:pt x="2526" y="0"/>
                  </a:moveTo>
                  <a:cubicBezTo>
                    <a:pt x="1765" y="0"/>
                    <a:pt x="1017" y="368"/>
                    <a:pt x="560" y="1042"/>
                  </a:cubicBezTo>
                  <a:cubicBezTo>
                    <a:pt x="1" y="1875"/>
                    <a:pt x="24" y="2959"/>
                    <a:pt x="632" y="3768"/>
                  </a:cubicBezTo>
                  <a:lnTo>
                    <a:pt x="572" y="5006"/>
                  </a:lnTo>
                  <a:cubicBezTo>
                    <a:pt x="572" y="5066"/>
                    <a:pt x="608" y="5126"/>
                    <a:pt x="655" y="5149"/>
                  </a:cubicBezTo>
                  <a:cubicBezTo>
                    <a:pt x="679" y="5161"/>
                    <a:pt x="715" y="5185"/>
                    <a:pt x="739" y="5185"/>
                  </a:cubicBezTo>
                  <a:cubicBezTo>
                    <a:pt x="774" y="5185"/>
                    <a:pt x="786" y="5185"/>
                    <a:pt x="810" y="5161"/>
                  </a:cubicBezTo>
                  <a:lnTo>
                    <a:pt x="1929" y="4649"/>
                  </a:lnTo>
                  <a:cubicBezTo>
                    <a:pt x="2120" y="4685"/>
                    <a:pt x="2334" y="4721"/>
                    <a:pt x="2525" y="4721"/>
                  </a:cubicBezTo>
                  <a:cubicBezTo>
                    <a:pt x="3299" y="4721"/>
                    <a:pt x="4049" y="4328"/>
                    <a:pt x="4489" y="3673"/>
                  </a:cubicBezTo>
                  <a:cubicBezTo>
                    <a:pt x="4703" y="3363"/>
                    <a:pt x="4834" y="3006"/>
                    <a:pt x="4882" y="2637"/>
                  </a:cubicBezTo>
                  <a:cubicBezTo>
                    <a:pt x="4882" y="2518"/>
                    <a:pt x="4811" y="2447"/>
                    <a:pt x="4715" y="2423"/>
                  </a:cubicBezTo>
                  <a:cubicBezTo>
                    <a:pt x="4709" y="2422"/>
                    <a:pt x="4703" y="2422"/>
                    <a:pt x="4697" y="2422"/>
                  </a:cubicBezTo>
                  <a:cubicBezTo>
                    <a:pt x="4619" y="2422"/>
                    <a:pt x="4536" y="2489"/>
                    <a:pt x="4525" y="2578"/>
                  </a:cubicBezTo>
                  <a:cubicBezTo>
                    <a:pt x="4489" y="2899"/>
                    <a:pt x="4370" y="3197"/>
                    <a:pt x="4192" y="3471"/>
                  </a:cubicBezTo>
                  <a:cubicBezTo>
                    <a:pt x="3809" y="4040"/>
                    <a:pt x="3177" y="4368"/>
                    <a:pt x="2514" y="4368"/>
                  </a:cubicBezTo>
                  <a:cubicBezTo>
                    <a:pt x="2332" y="4368"/>
                    <a:pt x="2147" y="4343"/>
                    <a:pt x="1965" y="4292"/>
                  </a:cubicBezTo>
                  <a:cubicBezTo>
                    <a:pt x="1944" y="4281"/>
                    <a:pt x="1927" y="4275"/>
                    <a:pt x="1911" y="4275"/>
                  </a:cubicBezTo>
                  <a:cubicBezTo>
                    <a:pt x="1891" y="4275"/>
                    <a:pt x="1872" y="4284"/>
                    <a:pt x="1846" y="4304"/>
                  </a:cubicBezTo>
                  <a:lnTo>
                    <a:pt x="917" y="4733"/>
                  </a:lnTo>
                  <a:lnTo>
                    <a:pt x="965" y="3721"/>
                  </a:lnTo>
                  <a:cubicBezTo>
                    <a:pt x="965" y="3673"/>
                    <a:pt x="953" y="3649"/>
                    <a:pt x="929" y="3602"/>
                  </a:cubicBezTo>
                  <a:cubicBezTo>
                    <a:pt x="382" y="2923"/>
                    <a:pt x="358" y="1947"/>
                    <a:pt x="846" y="1220"/>
                  </a:cubicBezTo>
                  <a:cubicBezTo>
                    <a:pt x="1235" y="644"/>
                    <a:pt x="1873" y="327"/>
                    <a:pt x="2524" y="327"/>
                  </a:cubicBezTo>
                  <a:cubicBezTo>
                    <a:pt x="2909" y="327"/>
                    <a:pt x="3299" y="438"/>
                    <a:pt x="3644" y="673"/>
                  </a:cubicBezTo>
                  <a:cubicBezTo>
                    <a:pt x="4084" y="970"/>
                    <a:pt x="4406" y="1435"/>
                    <a:pt x="4501" y="1970"/>
                  </a:cubicBezTo>
                  <a:cubicBezTo>
                    <a:pt x="4523" y="2047"/>
                    <a:pt x="4594" y="2103"/>
                    <a:pt x="4679" y="2103"/>
                  </a:cubicBezTo>
                  <a:cubicBezTo>
                    <a:pt x="4687" y="2103"/>
                    <a:pt x="4695" y="2102"/>
                    <a:pt x="4703" y="2101"/>
                  </a:cubicBezTo>
                  <a:cubicBezTo>
                    <a:pt x="4787" y="2089"/>
                    <a:pt x="4846" y="1994"/>
                    <a:pt x="4834" y="1911"/>
                  </a:cubicBezTo>
                  <a:cubicBezTo>
                    <a:pt x="4715" y="1280"/>
                    <a:pt x="4358" y="744"/>
                    <a:pt x="3834" y="399"/>
                  </a:cubicBezTo>
                  <a:cubicBezTo>
                    <a:pt x="3432" y="129"/>
                    <a:pt x="2977" y="0"/>
                    <a:pt x="2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65"/>
            <p:cNvSpPr/>
            <p:nvPr/>
          </p:nvSpPr>
          <p:spPr>
            <a:xfrm>
              <a:off x="4093585" y="3484237"/>
              <a:ext cx="21891" cy="37002"/>
            </a:xfrm>
            <a:custGeom>
              <a:avLst/>
              <a:gdLst/>
              <a:ahLst/>
              <a:cxnLst/>
              <a:rect l="l" t="t" r="r" b="b"/>
              <a:pathLst>
                <a:path w="691" h="1168" extrusionOk="0">
                  <a:moveTo>
                    <a:pt x="155" y="0"/>
                  </a:moveTo>
                  <a:cubicBezTo>
                    <a:pt x="72" y="0"/>
                    <a:pt x="0" y="72"/>
                    <a:pt x="0" y="167"/>
                  </a:cubicBezTo>
                  <a:lnTo>
                    <a:pt x="0" y="1000"/>
                  </a:lnTo>
                  <a:cubicBezTo>
                    <a:pt x="0" y="1084"/>
                    <a:pt x="72" y="1167"/>
                    <a:pt x="155" y="1167"/>
                  </a:cubicBezTo>
                  <a:lnTo>
                    <a:pt x="536" y="1167"/>
                  </a:lnTo>
                  <a:cubicBezTo>
                    <a:pt x="619" y="1167"/>
                    <a:pt x="691" y="1084"/>
                    <a:pt x="691" y="1000"/>
                  </a:cubicBezTo>
                  <a:cubicBezTo>
                    <a:pt x="691" y="893"/>
                    <a:pt x="619" y="822"/>
                    <a:pt x="512" y="822"/>
                  </a:cubicBezTo>
                  <a:lnTo>
                    <a:pt x="322" y="822"/>
                  </a:ln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65"/>
            <p:cNvSpPr/>
            <p:nvPr/>
          </p:nvSpPr>
          <p:spPr>
            <a:xfrm>
              <a:off x="3967213" y="3408047"/>
              <a:ext cx="275394" cy="303653"/>
            </a:xfrm>
            <a:custGeom>
              <a:avLst/>
              <a:gdLst/>
              <a:ahLst/>
              <a:cxnLst/>
              <a:rect l="l" t="t" r="r" b="b"/>
              <a:pathLst>
                <a:path w="8693" h="9585" extrusionOk="0">
                  <a:moveTo>
                    <a:pt x="3549" y="417"/>
                  </a:moveTo>
                  <a:lnTo>
                    <a:pt x="3549" y="417"/>
                  </a:lnTo>
                  <a:cubicBezTo>
                    <a:pt x="3346" y="1024"/>
                    <a:pt x="3001" y="1322"/>
                    <a:pt x="2775" y="1465"/>
                  </a:cubicBezTo>
                  <a:cubicBezTo>
                    <a:pt x="2799" y="976"/>
                    <a:pt x="3120" y="572"/>
                    <a:pt x="3549" y="417"/>
                  </a:cubicBezTo>
                  <a:close/>
                  <a:moveTo>
                    <a:pt x="4727" y="334"/>
                  </a:moveTo>
                  <a:cubicBezTo>
                    <a:pt x="5382" y="334"/>
                    <a:pt x="5906" y="869"/>
                    <a:pt x="5906" y="1524"/>
                  </a:cubicBezTo>
                  <a:lnTo>
                    <a:pt x="5906" y="2262"/>
                  </a:lnTo>
                  <a:cubicBezTo>
                    <a:pt x="4501" y="2155"/>
                    <a:pt x="4108" y="846"/>
                    <a:pt x="4001" y="334"/>
                  </a:cubicBezTo>
                  <a:close/>
                  <a:moveTo>
                    <a:pt x="2441" y="2643"/>
                  </a:moveTo>
                  <a:lnTo>
                    <a:pt x="2441" y="2893"/>
                  </a:lnTo>
                  <a:cubicBezTo>
                    <a:pt x="2441" y="3036"/>
                    <a:pt x="2453" y="3179"/>
                    <a:pt x="2477" y="3310"/>
                  </a:cubicBezTo>
                  <a:cubicBezTo>
                    <a:pt x="2334" y="3251"/>
                    <a:pt x="2239" y="3120"/>
                    <a:pt x="2239" y="2977"/>
                  </a:cubicBezTo>
                  <a:cubicBezTo>
                    <a:pt x="2239" y="2822"/>
                    <a:pt x="2322" y="2703"/>
                    <a:pt x="2441" y="2643"/>
                  </a:cubicBezTo>
                  <a:close/>
                  <a:moveTo>
                    <a:pt x="6251" y="2655"/>
                  </a:moveTo>
                  <a:cubicBezTo>
                    <a:pt x="6359" y="2715"/>
                    <a:pt x="6442" y="2834"/>
                    <a:pt x="6442" y="2989"/>
                  </a:cubicBezTo>
                  <a:cubicBezTo>
                    <a:pt x="6442" y="3155"/>
                    <a:pt x="6335" y="3286"/>
                    <a:pt x="6204" y="3334"/>
                  </a:cubicBezTo>
                  <a:cubicBezTo>
                    <a:pt x="6228" y="3179"/>
                    <a:pt x="6251" y="3048"/>
                    <a:pt x="6251" y="2917"/>
                  </a:cubicBezTo>
                  <a:lnTo>
                    <a:pt x="6251" y="2655"/>
                  </a:lnTo>
                  <a:close/>
                  <a:moveTo>
                    <a:pt x="3775" y="786"/>
                  </a:moveTo>
                  <a:cubicBezTo>
                    <a:pt x="3846" y="1012"/>
                    <a:pt x="3953" y="1274"/>
                    <a:pt x="4120" y="1524"/>
                  </a:cubicBezTo>
                  <a:cubicBezTo>
                    <a:pt x="4537" y="2167"/>
                    <a:pt x="5144" y="2536"/>
                    <a:pt x="5906" y="2584"/>
                  </a:cubicBezTo>
                  <a:lnTo>
                    <a:pt x="5906" y="2893"/>
                  </a:lnTo>
                  <a:cubicBezTo>
                    <a:pt x="5906" y="3548"/>
                    <a:pt x="5549" y="4179"/>
                    <a:pt x="4977" y="4501"/>
                  </a:cubicBezTo>
                  <a:lnTo>
                    <a:pt x="4727" y="4656"/>
                  </a:lnTo>
                  <a:cubicBezTo>
                    <a:pt x="4608" y="4721"/>
                    <a:pt x="4474" y="4754"/>
                    <a:pt x="4340" y="4754"/>
                  </a:cubicBezTo>
                  <a:cubicBezTo>
                    <a:pt x="4206" y="4754"/>
                    <a:pt x="4073" y="4721"/>
                    <a:pt x="3953" y="4656"/>
                  </a:cubicBezTo>
                  <a:lnTo>
                    <a:pt x="3703" y="4501"/>
                  </a:lnTo>
                  <a:cubicBezTo>
                    <a:pt x="3120" y="4179"/>
                    <a:pt x="2775" y="3572"/>
                    <a:pt x="2775" y="2893"/>
                  </a:cubicBezTo>
                  <a:lnTo>
                    <a:pt x="2775" y="2417"/>
                  </a:lnTo>
                  <a:lnTo>
                    <a:pt x="2775" y="1858"/>
                  </a:lnTo>
                  <a:cubicBezTo>
                    <a:pt x="3001" y="1750"/>
                    <a:pt x="3465" y="1465"/>
                    <a:pt x="3775" y="786"/>
                  </a:cubicBezTo>
                  <a:close/>
                  <a:moveTo>
                    <a:pt x="5001" y="4906"/>
                  </a:moveTo>
                  <a:lnTo>
                    <a:pt x="5001" y="5751"/>
                  </a:lnTo>
                  <a:lnTo>
                    <a:pt x="4965" y="5775"/>
                  </a:lnTo>
                  <a:lnTo>
                    <a:pt x="4334" y="6203"/>
                  </a:lnTo>
                  <a:lnTo>
                    <a:pt x="3692" y="5751"/>
                  </a:lnTo>
                  <a:lnTo>
                    <a:pt x="3692" y="4906"/>
                  </a:lnTo>
                  <a:lnTo>
                    <a:pt x="3775" y="4953"/>
                  </a:lnTo>
                  <a:cubicBezTo>
                    <a:pt x="3953" y="5048"/>
                    <a:pt x="4144" y="5096"/>
                    <a:pt x="4346" y="5096"/>
                  </a:cubicBezTo>
                  <a:cubicBezTo>
                    <a:pt x="4537" y="5096"/>
                    <a:pt x="4727" y="5048"/>
                    <a:pt x="4906" y="4953"/>
                  </a:cubicBezTo>
                  <a:lnTo>
                    <a:pt x="5001" y="4906"/>
                  </a:lnTo>
                  <a:close/>
                  <a:moveTo>
                    <a:pt x="3680" y="6168"/>
                  </a:moveTo>
                  <a:lnTo>
                    <a:pt x="4084" y="6453"/>
                  </a:lnTo>
                  <a:lnTo>
                    <a:pt x="3680" y="6930"/>
                  </a:lnTo>
                  <a:lnTo>
                    <a:pt x="3680" y="6263"/>
                  </a:lnTo>
                  <a:lnTo>
                    <a:pt x="3680" y="6168"/>
                  </a:lnTo>
                  <a:close/>
                  <a:moveTo>
                    <a:pt x="4977" y="6168"/>
                  </a:moveTo>
                  <a:lnTo>
                    <a:pt x="4977" y="6263"/>
                  </a:lnTo>
                  <a:lnTo>
                    <a:pt x="4977" y="6930"/>
                  </a:lnTo>
                  <a:lnTo>
                    <a:pt x="4573" y="6453"/>
                  </a:lnTo>
                  <a:lnTo>
                    <a:pt x="4977" y="6168"/>
                  </a:lnTo>
                  <a:close/>
                  <a:moveTo>
                    <a:pt x="4977" y="7453"/>
                  </a:moveTo>
                  <a:lnTo>
                    <a:pt x="4977" y="8406"/>
                  </a:lnTo>
                  <a:lnTo>
                    <a:pt x="4906" y="7656"/>
                  </a:lnTo>
                  <a:lnTo>
                    <a:pt x="4977" y="7453"/>
                  </a:lnTo>
                  <a:close/>
                  <a:moveTo>
                    <a:pt x="3692" y="7453"/>
                  </a:moveTo>
                  <a:lnTo>
                    <a:pt x="3763" y="7656"/>
                  </a:lnTo>
                  <a:lnTo>
                    <a:pt x="3692" y="8418"/>
                  </a:lnTo>
                  <a:lnTo>
                    <a:pt x="3692" y="7453"/>
                  </a:lnTo>
                  <a:close/>
                  <a:moveTo>
                    <a:pt x="4311" y="6703"/>
                  </a:moveTo>
                  <a:lnTo>
                    <a:pt x="4704" y="7168"/>
                  </a:lnTo>
                  <a:lnTo>
                    <a:pt x="4537" y="7584"/>
                  </a:lnTo>
                  <a:cubicBezTo>
                    <a:pt x="4525" y="7620"/>
                    <a:pt x="4525" y="7632"/>
                    <a:pt x="4525" y="7656"/>
                  </a:cubicBezTo>
                  <a:lnTo>
                    <a:pt x="4680" y="9251"/>
                  </a:lnTo>
                  <a:lnTo>
                    <a:pt x="3942" y="9251"/>
                  </a:lnTo>
                  <a:lnTo>
                    <a:pt x="4108" y="7656"/>
                  </a:lnTo>
                  <a:cubicBezTo>
                    <a:pt x="4108" y="7632"/>
                    <a:pt x="4108" y="7596"/>
                    <a:pt x="4084" y="7584"/>
                  </a:cubicBezTo>
                  <a:lnTo>
                    <a:pt x="3930" y="7168"/>
                  </a:lnTo>
                  <a:lnTo>
                    <a:pt x="4311" y="6703"/>
                  </a:lnTo>
                  <a:close/>
                  <a:moveTo>
                    <a:pt x="3965" y="0"/>
                  </a:moveTo>
                  <a:cubicBezTo>
                    <a:pt x="3906" y="0"/>
                    <a:pt x="3846" y="0"/>
                    <a:pt x="3787" y="12"/>
                  </a:cubicBezTo>
                  <a:cubicBezTo>
                    <a:pt x="3013" y="95"/>
                    <a:pt x="2453" y="750"/>
                    <a:pt x="2441" y="1524"/>
                  </a:cubicBezTo>
                  <a:lnTo>
                    <a:pt x="2441" y="1750"/>
                  </a:lnTo>
                  <a:lnTo>
                    <a:pt x="2441" y="2286"/>
                  </a:lnTo>
                  <a:cubicBezTo>
                    <a:pt x="2120" y="2358"/>
                    <a:pt x="1894" y="2643"/>
                    <a:pt x="1894" y="2977"/>
                  </a:cubicBezTo>
                  <a:cubicBezTo>
                    <a:pt x="1894" y="3358"/>
                    <a:pt x="2191" y="3667"/>
                    <a:pt x="2584" y="3691"/>
                  </a:cubicBezTo>
                  <a:cubicBezTo>
                    <a:pt x="2739" y="4084"/>
                    <a:pt x="3001" y="4441"/>
                    <a:pt x="3358" y="4703"/>
                  </a:cubicBezTo>
                  <a:lnTo>
                    <a:pt x="3358" y="5727"/>
                  </a:lnTo>
                  <a:lnTo>
                    <a:pt x="1620" y="6275"/>
                  </a:lnTo>
                  <a:cubicBezTo>
                    <a:pt x="655" y="6584"/>
                    <a:pt x="12" y="7465"/>
                    <a:pt x="1" y="8489"/>
                  </a:cubicBezTo>
                  <a:lnTo>
                    <a:pt x="1" y="9418"/>
                  </a:lnTo>
                  <a:cubicBezTo>
                    <a:pt x="1" y="9501"/>
                    <a:pt x="72" y="9585"/>
                    <a:pt x="155" y="9585"/>
                  </a:cubicBezTo>
                  <a:lnTo>
                    <a:pt x="1822" y="9585"/>
                  </a:lnTo>
                  <a:cubicBezTo>
                    <a:pt x="1917" y="9585"/>
                    <a:pt x="1989" y="9501"/>
                    <a:pt x="1989" y="9418"/>
                  </a:cubicBezTo>
                  <a:cubicBezTo>
                    <a:pt x="1989" y="9323"/>
                    <a:pt x="1917" y="9251"/>
                    <a:pt x="1822" y="9251"/>
                  </a:cubicBezTo>
                  <a:lnTo>
                    <a:pt x="334" y="9251"/>
                  </a:lnTo>
                  <a:lnTo>
                    <a:pt x="334" y="8489"/>
                  </a:lnTo>
                  <a:cubicBezTo>
                    <a:pt x="334" y="8299"/>
                    <a:pt x="370" y="8120"/>
                    <a:pt x="417" y="7942"/>
                  </a:cubicBezTo>
                  <a:cubicBezTo>
                    <a:pt x="429" y="7894"/>
                    <a:pt x="441" y="7834"/>
                    <a:pt x="453" y="7799"/>
                  </a:cubicBezTo>
                  <a:cubicBezTo>
                    <a:pt x="477" y="7751"/>
                    <a:pt x="501" y="7704"/>
                    <a:pt x="513" y="7644"/>
                  </a:cubicBezTo>
                  <a:cubicBezTo>
                    <a:pt x="739" y="7156"/>
                    <a:pt x="1167" y="6763"/>
                    <a:pt x="1703" y="6608"/>
                  </a:cubicBezTo>
                  <a:lnTo>
                    <a:pt x="2703" y="6287"/>
                  </a:lnTo>
                  <a:lnTo>
                    <a:pt x="3358" y="6084"/>
                  </a:lnTo>
                  <a:lnTo>
                    <a:pt x="3358" y="9251"/>
                  </a:lnTo>
                  <a:lnTo>
                    <a:pt x="2513" y="9251"/>
                  </a:lnTo>
                  <a:cubicBezTo>
                    <a:pt x="2418" y="9251"/>
                    <a:pt x="2346" y="9323"/>
                    <a:pt x="2346" y="9418"/>
                  </a:cubicBezTo>
                  <a:cubicBezTo>
                    <a:pt x="2346" y="9501"/>
                    <a:pt x="2418" y="9585"/>
                    <a:pt x="2513" y="9585"/>
                  </a:cubicBezTo>
                  <a:lnTo>
                    <a:pt x="8525" y="9585"/>
                  </a:lnTo>
                  <a:cubicBezTo>
                    <a:pt x="8609" y="9585"/>
                    <a:pt x="8692" y="9501"/>
                    <a:pt x="8692" y="9418"/>
                  </a:cubicBezTo>
                  <a:lnTo>
                    <a:pt x="8692" y="8489"/>
                  </a:lnTo>
                  <a:cubicBezTo>
                    <a:pt x="8692" y="7930"/>
                    <a:pt x="8466" y="7358"/>
                    <a:pt x="8073" y="6942"/>
                  </a:cubicBezTo>
                  <a:cubicBezTo>
                    <a:pt x="8042" y="6904"/>
                    <a:pt x="8001" y="6886"/>
                    <a:pt x="7957" y="6886"/>
                  </a:cubicBezTo>
                  <a:cubicBezTo>
                    <a:pt x="7917" y="6886"/>
                    <a:pt x="7875" y="6901"/>
                    <a:pt x="7835" y="6930"/>
                  </a:cubicBezTo>
                  <a:cubicBezTo>
                    <a:pt x="7763" y="6989"/>
                    <a:pt x="7763" y="7096"/>
                    <a:pt x="7823" y="7168"/>
                  </a:cubicBezTo>
                  <a:cubicBezTo>
                    <a:pt x="8156" y="7537"/>
                    <a:pt x="8335" y="8001"/>
                    <a:pt x="8335" y="8489"/>
                  </a:cubicBezTo>
                  <a:lnTo>
                    <a:pt x="8335" y="9251"/>
                  </a:lnTo>
                  <a:lnTo>
                    <a:pt x="5311" y="9251"/>
                  </a:lnTo>
                  <a:lnTo>
                    <a:pt x="5311" y="6084"/>
                  </a:lnTo>
                  <a:lnTo>
                    <a:pt x="6942" y="6608"/>
                  </a:lnTo>
                  <a:cubicBezTo>
                    <a:pt x="7085" y="6644"/>
                    <a:pt x="7216" y="6703"/>
                    <a:pt x="7335" y="6763"/>
                  </a:cubicBezTo>
                  <a:cubicBezTo>
                    <a:pt x="7359" y="6779"/>
                    <a:pt x="7388" y="6787"/>
                    <a:pt x="7418" y="6787"/>
                  </a:cubicBezTo>
                  <a:cubicBezTo>
                    <a:pt x="7474" y="6787"/>
                    <a:pt x="7534" y="6758"/>
                    <a:pt x="7573" y="6703"/>
                  </a:cubicBezTo>
                  <a:cubicBezTo>
                    <a:pt x="7621" y="6632"/>
                    <a:pt x="7585" y="6525"/>
                    <a:pt x="7513" y="6465"/>
                  </a:cubicBezTo>
                  <a:cubicBezTo>
                    <a:pt x="7359" y="6394"/>
                    <a:pt x="7216" y="6322"/>
                    <a:pt x="7061" y="6275"/>
                  </a:cubicBezTo>
                  <a:lnTo>
                    <a:pt x="5323" y="5715"/>
                  </a:lnTo>
                  <a:lnTo>
                    <a:pt x="5323" y="4679"/>
                  </a:lnTo>
                  <a:cubicBezTo>
                    <a:pt x="5680" y="4429"/>
                    <a:pt x="5954" y="4072"/>
                    <a:pt x="6097" y="3667"/>
                  </a:cubicBezTo>
                  <a:cubicBezTo>
                    <a:pt x="6466" y="3655"/>
                    <a:pt x="6787" y="3346"/>
                    <a:pt x="6787" y="2953"/>
                  </a:cubicBezTo>
                  <a:cubicBezTo>
                    <a:pt x="6787" y="2631"/>
                    <a:pt x="6561" y="2346"/>
                    <a:pt x="6251" y="2274"/>
                  </a:cubicBezTo>
                  <a:lnTo>
                    <a:pt x="6251" y="1512"/>
                  </a:lnTo>
                  <a:cubicBezTo>
                    <a:pt x="6251" y="679"/>
                    <a:pt x="5561"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65"/>
            <p:cNvSpPr/>
            <p:nvPr/>
          </p:nvSpPr>
          <p:spPr>
            <a:xfrm>
              <a:off x="4239154" y="3387518"/>
              <a:ext cx="44922" cy="65071"/>
            </a:xfrm>
            <a:custGeom>
              <a:avLst/>
              <a:gdLst/>
              <a:ahLst/>
              <a:cxnLst/>
              <a:rect l="l" t="t" r="r" b="b"/>
              <a:pathLst>
                <a:path w="1418" h="2054" extrusionOk="0">
                  <a:moveTo>
                    <a:pt x="664" y="1"/>
                  </a:moveTo>
                  <a:cubicBezTo>
                    <a:pt x="396" y="1"/>
                    <a:pt x="158" y="171"/>
                    <a:pt x="49" y="422"/>
                  </a:cubicBezTo>
                  <a:cubicBezTo>
                    <a:pt x="1" y="505"/>
                    <a:pt x="49" y="612"/>
                    <a:pt x="132" y="648"/>
                  </a:cubicBezTo>
                  <a:cubicBezTo>
                    <a:pt x="156" y="657"/>
                    <a:pt x="181" y="662"/>
                    <a:pt x="204" y="662"/>
                  </a:cubicBezTo>
                  <a:cubicBezTo>
                    <a:pt x="272" y="662"/>
                    <a:pt x="332" y="624"/>
                    <a:pt x="358" y="553"/>
                  </a:cubicBezTo>
                  <a:cubicBezTo>
                    <a:pt x="412" y="436"/>
                    <a:pt x="532" y="347"/>
                    <a:pt x="668" y="347"/>
                  </a:cubicBezTo>
                  <a:cubicBezTo>
                    <a:pt x="683" y="347"/>
                    <a:pt x="699" y="348"/>
                    <a:pt x="715" y="351"/>
                  </a:cubicBezTo>
                  <a:cubicBezTo>
                    <a:pt x="894" y="362"/>
                    <a:pt x="1037" y="505"/>
                    <a:pt x="1049" y="684"/>
                  </a:cubicBezTo>
                  <a:cubicBezTo>
                    <a:pt x="1049" y="767"/>
                    <a:pt x="1037" y="851"/>
                    <a:pt x="1001" y="910"/>
                  </a:cubicBezTo>
                  <a:cubicBezTo>
                    <a:pt x="953" y="982"/>
                    <a:pt x="882" y="1029"/>
                    <a:pt x="799" y="1065"/>
                  </a:cubicBezTo>
                  <a:cubicBezTo>
                    <a:pt x="561" y="1136"/>
                    <a:pt x="406" y="1208"/>
                    <a:pt x="406" y="1374"/>
                  </a:cubicBezTo>
                  <a:lnTo>
                    <a:pt x="406" y="1898"/>
                  </a:lnTo>
                  <a:cubicBezTo>
                    <a:pt x="406" y="1982"/>
                    <a:pt x="477" y="2053"/>
                    <a:pt x="561" y="2053"/>
                  </a:cubicBezTo>
                  <a:cubicBezTo>
                    <a:pt x="656" y="2053"/>
                    <a:pt x="727" y="1982"/>
                    <a:pt x="727" y="1898"/>
                  </a:cubicBezTo>
                  <a:lnTo>
                    <a:pt x="727" y="1446"/>
                  </a:lnTo>
                  <a:cubicBezTo>
                    <a:pt x="763" y="1434"/>
                    <a:pt x="799" y="1422"/>
                    <a:pt x="882" y="1386"/>
                  </a:cubicBezTo>
                  <a:cubicBezTo>
                    <a:pt x="1037" y="1339"/>
                    <a:pt x="1180" y="1243"/>
                    <a:pt x="1263" y="1101"/>
                  </a:cubicBezTo>
                  <a:cubicBezTo>
                    <a:pt x="1370" y="958"/>
                    <a:pt x="1418" y="803"/>
                    <a:pt x="1394" y="660"/>
                  </a:cubicBezTo>
                  <a:cubicBezTo>
                    <a:pt x="1370" y="315"/>
                    <a:pt x="1096" y="29"/>
                    <a:pt x="739" y="5"/>
                  </a:cubicBezTo>
                  <a:cubicBezTo>
                    <a:pt x="714" y="2"/>
                    <a:pt x="689" y="1"/>
                    <a:pt x="6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65"/>
            <p:cNvSpPr/>
            <p:nvPr/>
          </p:nvSpPr>
          <p:spPr>
            <a:xfrm>
              <a:off x="4250876" y="3457816"/>
              <a:ext cx="14351" cy="14383"/>
            </a:xfrm>
            <a:custGeom>
              <a:avLst/>
              <a:gdLst/>
              <a:ahLst/>
              <a:cxnLst/>
              <a:rect l="l" t="t" r="r" b="b"/>
              <a:pathLst>
                <a:path w="453" h="454" extrusionOk="0">
                  <a:moveTo>
                    <a:pt x="226" y="1"/>
                  </a:moveTo>
                  <a:cubicBezTo>
                    <a:pt x="107" y="1"/>
                    <a:pt x="0" y="108"/>
                    <a:pt x="0" y="227"/>
                  </a:cubicBezTo>
                  <a:cubicBezTo>
                    <a:pt x="0" y="346"/>
                    <a:pt x="107" y="453"/>
                    <a:pt x="226" y="453"/>
                  </a:cubicBezTo>
                  <a:cubicBezTo>
                    <a:pt x="345" y="453"/>
                    <a:pt x="453" y="346"/>
                    <a:pt x="453" y="227"/>
                  </a:cubicBezTo>
                  <a:cubicBezTo>
                    <a:pt x="453" y="108"/>
                    <a:pt x="345" y="1"/>
                    <a:pt x="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7" name="Google Shape;11187;p65"/>
          <p:cNvGrpSpPr/>
          <p:nvPr/>
        </p:nvGrpSpPr>
        <p:grpSpPr>
          <a:xfrm>
            <a:off x="871254" y="3184746"/>
            <a:ext cx="285183" cy="347023"/>
            <a:chOff x="871254" y="3360146"/>
            <a:chExt cx="285183" cy="347023"/>
          </a:xfrm>
        </p:grpSpPr>
        <p:sp>
          <p:nvSpPr>
            <p:cNvPr id="11188" name="Google Shape;11188;p65"/>
            <p:cNvSpPr/>
            <p:nvPr/>
          </p:nvSpPr>
          <p:spPr>
            <a:xfrm>
              <a:off x="871254" y="3360146"/>
              <a:ext cx="135052" cy="164863"/>
            </a:xfrm>
            <a:custGeom>
              <a:avLst/>
              <a:gdLst/>
              <a:ahLst/>
              <a:cxnLst/>
              <a:rect l="l" t="t" r="r" b="b"/>
              <a:pathLst>
                <a:path w="4263" h="5204" extrusionOk="0">
                  <a:moveTo>
                    <a:pt x="4084" y="0"/>
                  </a:moveTo>
                  <a:cubicBezTo>
                    <a:pt x="2965" y="107"/>
                    <a:pt x="1941" y="619"/>
                    <a:pt x="1179" y="1453"/>
                  </a:cubicBezTo>
                  <a:cubicBezTo>
                    <a:pt x="417" y="2286"/>
                    <a:pt x="0" y="3358"/>
                    <a:pt x="0" y="4489"/>
                  </a:cubicBezTo>
                  <a:cubicBezTo>
                    <a:pt x="0" y="4679"/>
                    <a:pt x="12" y="4870"/>
                    <a:pt x="36" y="5060"/>
                  </a:cubicBezTo>
                  <a:cubicBezTo>
                    <a:pt x="48" y="5144"/>
                    <a:pt x="107" y="5203"/>
                    <a:pt x="191" y="5203"/>
                  </a:cubicBezTo>
                  <a:lnTo>
                    <a:pt x="214" y="5203"/>
                  </a:lnTo>
                  <a:cubicBezTo>
                    <a:pt x="298" y="5179"/>
                    <a:pt x="357" y="5108"/>
                    <a:pt x="345" y="5025"/>
                  </a:cubicBezTo>
                  <a:cubicBezTo>
                    <a:pt x="310" y="4834"/>
                    <a:pt x="310" y="4667"/>
                    <a:pt x="310" y="4477"/>
                  </a:cubicBezTo>
                  <a:cubicBezTo>
                    <a:pt x="310" y="2310"/>
                    <a:pt x="1941" y="524"/>
                    <a:pt x="4096" y="310"/>
                  </a:cubicBezTo>
                  <a:cubicBezTo>
                    <a:pt x="4107" y="312"/>
                    <a:pt x="4118" y="313"/>
                    <a:pt x="4128" y="313"/>
                  </a:cubicBezTo>
                  <a:cubicBezTo>
                    <a:pt x="4215" y="313"/>
                    <a:pt x="4263" y="229"/>
                    <a:pt x="4263" y="155"/>
                  </a:cubicBezTo>
                  <a:cubicBezTo>
                    <a:pt x="4239" y="60"/>
                    <a:pt x="4167"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65"/>
            <p:cNvSpPr/>
            <p:nvPr/>
          </p:nvSpPr>
          <p:spPr>
            <a:xfrm>
              <a:off x="876132" y="3360146"/>
              <a:ext cx="280305" cy="347023"/>
            </a:xfrm>
            <a:custGeom>
              <a:avLst/>
              <a:gdLst/>
              <a:ahLst/>
              <a:cxnLst/>
              <a:rect l="l" t="t" r="r" b="b"/>
              <a:pathLst>
                <a:path w="8848" h="10954" extrusionOk="0">
                  <a:moveTo>
                    <a:pt x="4585" y="0"/>
                  </a:moveTo>
                  <a:cubicBezTo>
                    <a:pt x="4490" y="0"/>
                    <a:pt x="4418" y="60"/>
                    <a:pt x="4418" y="155"/>
                  </a:cubicBezTo>
                  <a:cubicBezTo>
                    <a:pt x="4418" y="238"/>
                    <a:pt x="4478" y="322"/>
                    <a:pt x="4561" y="322"/>
                  </a:cubicBezTo>
                  <a:cubicBezTo>
                    <a:pt x="6787" y="441"/>
                    <a:pt x="8526" y="2262"/>
                    <a:pt x="8526" y="4489"/>
                  </a:cubicBezTo>
                  <a:cubicBezTo>
                    <a:pt x="8526" y="6298"/>
                    <a:pt x="7359" y="7906"/>
                    <a:pt x="5621" y="8454"/>
                  </a:cubicBezTo>
                  <a:cubicBezTo>
                    <a:pt x="5597" y="8477"/>
                    <a:pt x="5549" y="8489"/>
                    <a:pt x="5537" y="8537"/>
                  </a:cubicBezTo>
                  <a:lnTo>
                    <a:pt x="4347" y="10501"/>
                  </a:lnTo>
                  <a:lnTo>
                    <a:pt x="3156" y="8537"/>
                  </a:lnTo>
                  <a:cubicBezTo>
                    <a:pt x="3132" y="8501"/>
                    <a:pt x="3108" y="8477"/>
                    <a:pt x="3061" y="8454"/>
                  </a:cubicBezTo>
                  <a:cubicBezTo>
                    <a:pt x="1727" y="8025"/>
                    <a:pt x="715" y="6965"/>
                    <a:pt x="322" y="5632"/>
                  </a:cubicBezTo>
                  <a:cubicBezTo>
                    <a:pt x="303" y="5556"/>
                    <a:pt x="238" y="5517"/>
                    <a:pt x="177" y="5517"/>
                  </a:cubicBezTo>
                  <a:cubicBezTo>
                    <a:pt x="161" y="5517"/>
                    <a:pt x="146" y="5520"/>
                    <a:pt x="132" y="5525"/>
                  </a:cubicBezTo>
                  <a:cubicBezTo>
                    <a:pt x="37" y="5560"/>
                    <a:pt x="1" y="5644"/>
                    <a:pt x="25" y="5715"/>
                  </a:cubicBezTo>
                  <a:cubicBezTo>
                    <a:pt x="239" y="6429"/>
                    <a:pt x="608" y="7084"/>
                    <a:pt x="1132" y="7608"/>
                  </a:cubicBezTo>
                  <a:cubicBezTo>
                    <a:pt x="1632" y="8132"/>
                    <a:pt x="2239" y="8513"/>
                    <a:pt x="2930" y="8739"/>
                  </a:cubicBezTo>
                  <a:lnTo>
                    <a:pt x="4228" y="10882"/>
                  </a:lnTo>
                  <a:cubicBezTo>
                    <a:pt x="4251" y="10930"/>
                    <a:pt x="4299" y="10954"/>
                    <a:pt x="4359" y="10954"/>
                  </a:cubicBezTo>
                  <a:cubicBezTo>
                    <a:pt x="4418" y="10954"/>
                    <a:pt x="4466" y="10930"/>
                    <a:pt x="4490" y="10882"/>
                  </a:cubicBezTo>
                  <a:lnTo>
                    <a:pt x="5787" y="8739"/>
                  </a:lnTo>
                  <a:cubicBezTo>
                    <a:pt x="6668" y="8442"/>
                    <a:pt x="7407" y="7894"/>
                    <a:pt x="7978" y="7144"/>
                  </a:cubicBezTo>
                  <a:cubicBezTo>
                    <a:pt x="8550" y="6370"/>
                    <a:pt x="8847" y="5441"/>
                    <a:pt x="8847" y="4465"/>
                  </a:cubicBezTo>
                  <a:cubicBezTo>
                    <a:pt x="8847" y="2107"/>
                    <a:pt x="6978" y="119"/>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65"/>
            <p:cNvSpPr/>
            <p:nvPr/>
          </p:nvSpPr>
          <p:spPr>
            <a:xfrm>
              <a:off x="950073" y="3450656"/>
              <a:ext cx="792" cy="1172"/>
            </a:xfrm>
            <a:custGeom>
              <a:avLst/>
              <a:gdLst/>
              <a:ahLst/>
              <a:cxnLst/>
              <a:rect l="l" t="t" r="r" b="b"/>
              <a:pathLst>
                <a:path w="25" h="37" extrusionOk="0">
                  <a:moveTo>
                    <a:pt x="24" y="1"/>
                  </a:moveTo>
                  <a:lnTo>
                    <a:pt x="12" y="24"/>
                  </a:lnTo>
                  <a:cubicBezTo>
                    <a:pt x="12" y="24"/>
                    <a:pt x="0" y="24"/>
                    <a:pt x="0" y="36"/>
                  </a:cubicBezTo>
                  <a:cubicBezTo>
                    <a:pt x="12" y="24"/>
                    <a:pt x="24" y="24"/>
                    <a:pt x="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65"/>
            <p:cNvSpPr/>
            <p:nvPr/>
          </p:nvSpPr>
          <p:spPr>
            <a:xfrm>
              <a:off x="923304" y="3434784"/>
              <a:ext cx="178042" cy="156594"/>
            </a:xfrm>
            <a:custGeom>
              <a:avLst/>
              <a:gdLst/>
              <a:ahLst/>
              <a:cxnLst/>
              <a:rect l="l" t="t" r="r" b="b"/>
              <a:pathLst>
                <a:path w="5620" h="4943" extrusionOk="0">
                  <a:moveTo>
                    <a:pt x="845" y="549"/>
                  </a:moveTo>
                  <a:cubicBezTo>
                    <a:pt x="844" y="550"/>
                    <a:pt x="842" y="552"/>
                    <a:pt x="841" y="553"/>
                  </a:cubicBezTo>
                  <a:lnTo>
                    <a:pt x="841" y="553"/>
                  </a:lnTo>
                  <a:cubicBezTo>
                    <a:pt x="842" y="552"/>
                    <a:pt x="844" y="550"/>
                    <a:pt x="845" y="549"/>
                  </a:cubicBezTo>
                  <a:close/>
                  <a:moveTo>
                    <a:pt x="4548" y="2561"/>
                  </a:moveTo>
                  <a:lnTo>
                    <a:pt x="4548" y="3145"/>
                  </a:lnTo>
                  <a:cubicBezTo>
                    <a:pt x="4548" y="3228"/>
                    <a:pt x="4620" y="3300"/>
                    <a:pt x="4715" y="3300"/>
                  </a:cubicBezTo>
                  <a:lnTo>
                    <a:pt x="5298" y="3300"/>
                  </a:lnTo>
                  <a:lnTo>
                    <a:pt x="5298" y="3871"/>
                  </a:lnTo>
                  <a:lnTo>
                    <a:pt x="4715" y="3871"/>
                  </a:lnTo>
                  <a:cubicBezTo>
                    <a:pt x="4620" y="3871"/>
                    <a:pt x="4548" y="3942"/>
                    <a:pt x="4548" y="4038"/>
                  </a:cubicBezTo>
                  <a:lnTo>
                    <a:pt x="4548" y="4609"/>
                  </a:lnTo>
                  <a:lnTo>
                    <a:pt x="3989" y="4609"/>
                  </a:lnTo>
                  <a:lnTo>
                    <a:pt x="3989" y="4038"/>
                  </a:lnTo>
                  <a:cubicBezTo>
                    <a:pt x="3989" y="3942"/>
                    <a:pt x="3905" y="3871"/>
                    <a:pt x="3822" y="3871"/>
                  </a:cubicBezTo>
                  <a:lnTo>
                    <a:pt x="3239" y="3871"/>
                  </a:lnTo>
                  <a:lnTo>
                    <a:pt x="3239" y="3300"/>
                  </a:lnTo>
                  <a:lnTo>
                    <a:pt x="3822" y="3300"/>
                  </a:lnTo>
                  <a:cubicBezTo>
                    <a:pt x="3905" y="3300"/>
                    <a:pt x="3989" y="3228"/>
                    <a:pt x="3989" y="3145"/>
                  </a:cubicBezTo>
                  <a:lnTo>
                    <a:pt x="3989" y="2561"/>
                  </a:lnTo>
                  <a:close/>
                  <a:moveTo>
                    <a:pt x="1441" y="0"/>
                  </a:moveTo>
                  <a:cubicBezTo>
                    <a:pt x="1159" y="0"/>
                    <a:pt x="895" y="90"/>
                    <a:pt x="667" y="263"/>
                  </a:cubicBezTo>
                  <a:cubicBezTo>
                    <a:pt x="0" y="787"/>
                    <a:pt x="0" y="1716"/>
                    <a:pt x="274" y="2347"/>
                  </a:cubicBezTo>
                  <a:cubicBezTo>
                    <a:pt x="441" y="2704"/>
                    <a:pt x="679" y="3038"/>
                    <a:pt x="988" y="3371"/>
                  </a:cubicBezTo>
                  <a:cubicBezTo>
                    <a:pt x="1441" y="3859"/>
                    <a:pt x="1941" y="4228"/>
                    <a:pt x="2405" y="4585"/>
                  </a:cubicBezTo>
                  <a:cubicBezTo>
                    <a:pt x="2441" y="4597"/>
                    <a:pt x="2465" y="4609"/>
                    <a:pt x="2500" y="4609"/>
                  </a:cubicBezTo>
                  <a:cubicBezTo>
                    <a:pt x="2524" y="4609"/>
                    <a:pt x="2560" y="4597"/>
                    <a:pt x="2584" y="4585"/>
                  </a:cubicBezTo>
                  <a:cubicBezTo>
                    <a:pt x="2798" y="4454"/>
                    <a:pt x="2977" y="4312"/>
                    <a:pt x="3131" y="4193"/>
                  </a:cubicBezTo>
                  <a:lnTo>
                    <a:pt x="3667" y="4193"/>
                  </a:lnTo>
                  <a:lnTo>
                    <a:pt x="3667" y="4776"/>
                  </a:lnTo>
                  <a:cubicBezTo>
                    <a:pt x="3667" y="4859"/>
                    <a:pt x="3739" y="4943"/>
                    <a:pt x="3834" y="4943"/>
                  </a:cubicBezTo>
                  <a:lnTo>
                    <a:pt x="4715" y="4943"/>
                  </a:lnTo>
                  <a:cubicBezTo>
                    <a:pt x="4798" y="4943"/>
                    <a:pt x="4870" y="4859"/>
                    <a:pt x="4870" y="4776"/>
                  </a:cubicBezTo>
                  <a:lnTo>
                    <a:pt x="4870" y="4193"/>
                  </a:lnTo>
                  <a:lnTo>
                    <a:pt x="5453" y="4193"/>
                  </a:lnTo>
                  <a:cubicBezTo>
                    <a:pt x="5548" y="4193"/>
                    <a:pt x="5620" y="4121"/>
                    <a:pt x="5620" y="4026"/>
                  </a:cubicBezTo>
                  <a:lnTo>
                    <a:pt x="5620" y="3157"/>
                  </a:lnTo>
                  <a:cubicBezTo>
                    <a:pt x="5620" y="3050"/>
                    <a:pt x="5548" y="2978"/>
                    <a:pt x="5453" y="2978"/>
                  </a:cubicBezTo>
                  <a:lnTo>
                    <a:pt x="4882" y="2978"/>
                  </a:lnTo>
                  <a:lnTo>
                    <a:pt x="4882" y="2395"/>
                  </a:lnTo>
                  <a:cubicBezTo>
                    <a:pt x="4882" y="2323"/>
                    <a:pt x="4834" y="2276"/>
                    <a:pt x="4775" y="2252"/>
                  </a:cubicBezTo>
                  <a:cubicBezTo>
                    <a:pt x="4798" y="2157"/>
                    <a:pt x="4834" y="2073"/>
                    <a:pt x="4858" y="1966"/>
                  </a:cubicBezTo>
                  <a:cubicBezTo>
                    <a:pt x="4882" y="1871"/>
                    <a:pt x="4834" y="1787"/>
                    <a:pt x="4739" y="1776"/>
                  </a:cubicBezTo>
                  <a:cubicBezTo>
                    <a:pt x="4725" y="1771"/>
                    <a:pt x="4710" y="1769"/>
                    <a:pt x="4695" y="1769"/>
                  </a:cubicBezTo>
                  <a:cubicBezTo>
                    <a:pt x="4625" y="1769"/>
                    <a:pt x="4558" y="1816"/>
                    <a:pt x="4548" y="1895"/>
                  </a:cubicBezTo>
                  <a:cubicBezTo>
                    <a:pt x="4525" y="2014"/>
                    <a:pt x="4489" y="2109"/>
                    <a:pt x="4429" y="2228"/>
                  </a:cubicBezTo>
                  <a:lnTo>
                    <a:pt x="3834" y="2228"/>
                  </a:lnTo>
                  <a:cubicBezTo>
                    <a:pt x="3739" y="2228"/>
                    <a:pt x="3667" y="2311"/>
                    <a:pt x="3667" y="2395"/>
                  </a:cubicBezTo>
                  <a:lnTo>
                    <a:pt x="3667" y="2978"/>
                  </a:lnTo>
                  <a:lnTo>
                    <a:pt x="3096" y="2978"/>
                  </a:lnTo>
                  <a:cubicBezTo>
                    <a:pt x="3001" y="2978"/>
                    <a:pt x="2929" y="3050"/>
                    <a:pt x="2929" y="3145"/>
                  </a:cubicBezTo>
                  <a:lnTo>
                    <a:pt x="2929" y="3942"/>
                  </a:lnTo>
                  <a:cubicBezTo>
                    <a:pt x="2798" y="4050"/>
                    <a:pt x="2655" y="4157"/>
                    <a:pt x="2500" y="4252"/>
                  </a:cubicBezTo>
                  <a:cubicBezTo>
                    <a:pt x="2060" y="3942"/>
                    <a:pt x="1619" y="3585"/>
                    <a:pt x="1215" y="3169"/>
                  </a:cubicBezTo>
                  <a:cubicBezTo>
                    <a:pt x="917" y="2859"/>
                    <a:pt x="715" y="2549"/>
                    <a:pt x="560" y="2228"/>
                  </a:cubicBezTo>
                  <a:cubicBezTo>
                    <a:pt x="322" y="1718"/>
                    <a:pt x="322" y="970"/>
                    <a:pt x="841" y="553"/>
                  </a:cubicBezTo>
                  <a:lnTo>
                    <a:pt x="841" y="553"/>
                  </a:lnTo>
                  <a:cubicBezTo>
                    <a:pt x="770" y="610"/>
                    <a:pt x="665" y="692"/>
                    <a:pt x="665" y="692"/>
                  </a:cubicBezTo>
                  <a:cubicBezTo>
                    <a:pt x="664" y="692"/>
                    <a:pt x="713" y="653"/>
                    <a:pt x="857" y="537"/>
                  </a:cubicBezTo>
                  <a:cubicBezTo>
                    <a:pt x="887" y="514"/>
                    <a:pt x="899" y="505"/>
                    <a:pt x="899" y="505"/>
                  </a:cubicBezTo>
                  <a:lnTo>
                    <a:pt x="899" y="505"/>
                  </a:lnTo>
                  <a:cubicBezTo>
                    <a:pt x="899" y="505"/>
                    <a:pt x="887" y="514"/>
                    <a:pt x="869" y="525"/>
                  </a:cubicBezTo>
                  <a:cubicBezTo>
                    <a:pt x="1045" y="396"/>
                    <a:pt x="1250" y="331"/>
                    <a:pt x="1461" y="331"/>
                  </a:cubicBezTo>
                  <a:cubicBezTo>
                    <a:pt x="1521" y="331"/>
                    <a:pt x="1582" y="336"/>
                    <a:pt x="1643" y="347"/>
                  </a:cubicBezTo>
                  <a:cubicBezTo>
                    <a:pt x="1941" y="406"/>
                    <a:pt x="2191" y="561"/>
                    <a:pt x="2358" y="799"/>
                  </a:cubicBezTo>
                  <a:cubicBezTo>
                    <a:pt x="2396" y="866"/>
                    <a:pt x="2445" y="893"/>
                    <a:pt x="2495" y="893"/>
                  </a:cubicBezTo>
                  <a:cubicBezTo>
                    <a:pt x="2552" y="893"/>
                    <a:pt x="2611" y="857"/>
                    <a:pt x="2655" y="799"/>
                  </a:cubicBezTo>
                  <a:cubicBezTo>
                    <a:pt x="2903" y="497"/>
                    <a:pt x="3171" y="342"/>
                    <a:pt x="3440" y="342"/>
                  </a:cubicBezTo>
                  <a:cubicBezTo>
                    <a:pt x="3468" y="342"/>
                    <a:pt x="3496" y="343"/>
                    <a:pt x="3524" y="347"/>
                  </a:cubicBezTo>
                  <a:lnTo>
                    <a:pt x="3536" y="347"/>
                  </a:lnTo>
                  <a:cubicBezTo>
                    <a:pt x="3763" y="347"/>
                    <a:pt x="3929" y="383"/>
                    <a:pt x="4072" y="478"/>
                  </a:cubicBezTo>
                  <a:cubicBezTo>
                    <a:pt x="4227" y="561"/>
                    <a:pt x="4358" y="716"/>
                    <a:pt x="4441" y="894"/>
                  </a:cubicBezTo>
                  <a:cubicBezTo>
                    <a:pt x="4501" y="1014"/>
                    <a:pt x="4548" y="1133"/>
                    <a:pt x="4560" y="1264"/>
                  </a:cubicBezTo>
                  <a:cubicBezTo>
                    <a:pt x="4584" y="1335"/>
                    <a:pt x="4644" y="1395"/>
                    <a:pt x="4727" y="1395"/>
                  </a:cubicBezTo>
                  <a:lnTo>
                    <a:pt x="4763" y="1395"/>
                  </a:lnTo>
                  <a:cubicBezTo>
                    <a:pt x="4846" y="1383"/>
                    <a:pt x="4906" y="1287"/>
                    <a:pt x="4894" y="1204"/>
                  </a:cubicBezTo>
                  <a:cubicBezTo>
                    <a:pt x="4858" y="1037"/>
                    <a:pt x="4822" y="883"/>
                    <a:pt x="4739" y="740"/>
                  </a:cubicBezTo>
                  <a:cubicBezTo>
                    <a:pt x="4620" y="525"/>
                    <a:pt x="4465" y="323"/>
                    <a:pt x="4251" y="192"/>
                  </a:cubicBezTo>
                  <a:cubicBezTo>
                    <a:pt x="4060" y="73"/>
                    <a:pt x="3834" y="13"/>
                    <a:pt x="3548" y="13"/>
                  </a:cubicBezTo>
                  <a:cubicBezTo>
                    <a:pt x="3514" y="10"/>
                    <a:pt x="3479" y="8"/>
                    <a:pt x="3445" y="8"/>
                  </a:cubicBezTo>
                  <a:cubicBezTo>
                    <a:pt x="3115" y="8"/>
                    <a:pt x="2805" y="165"/>
                    <a:pt x="2524" y="478"/>
                  </a:cubicBezTo>
                  <a:cubicBezTo>
                    <a:pt x="2322" y="240"/>
                    <a:pt x="2036" y="85"/>
                    <a:pt x="1703" y="25"/>
                  </a:cubicBezTo>
                  <a:cubicBezTo>
                    <a:pt x="1614" y="9"/>
                    <a:pt x="1527"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2" name="Google Shape;11192;p65"/>
          <p:cNvGrpSpPr/>
          <p:nvPr/>
        </p:nvGrpSpPr>
        <p:grpSpPr>
          <a:xfrm>
            <a:off x="2665165" y="3184746"/>
            <a:ext cx="281794" cy="349684"/>
            <a:chOff x="2665165" y="3360146"/>
            <a:chExt cx="281794" cy="349684"/>
          </a:xfrm>
        </p:grpSpPr>
        <p:sp>
          <p:nvSpPr>
            <p:cNvPr id="11193" name="Google Shape;11193;p65"/>
            <p:cNvSpPr/>
            <p:nvPr/>
          </p:nvSpPr>
          <p:spPr>
            <a:xfrm>
              <a:off x="2665165" y="3495547"/>
              <a:ext cx="136572" cy="214284"/>
            </a:xfrm>
            <a:custGeom>
              <a:avLst/>
              <a:gdLst/>
              <a:ahLst/>
              <a:cxnLst/>
              <a:rect l="l" t="t" r="r" b="b"/>
              <a:pathLst>
                <a:path w="4311" h="6764" extrusionOk="0">
                  <a:moveTo>
                    <a:pt x="3977" y="4453"/>
                  </a:moveTo>
                  <a:lnTo>
                    <a:pt x="3977" y="5049"/>
                  </a:lnTo>
                  <a:lnTo>
                    <a:pt x="2441" y="5049"/>
                  </a:lnTo>
                  <a:lnTo>
                    <a:pt x="2441" y="4453"/>
                  </a:lnTo>
                  <a:close/>
                  <a:moveTo>
                    <a:pt x="167" y="0"/>
                  </a:moveTo>
                  <a:cubicBezTo>
                    <a:pt x="84" y="0"/>
                    <a:pt x="0" y="72"/>
                    <a:pt x="0" y="167"/>
                  </a:cubicBezTo>
                  <a:lnTo>
                    <a:pt x="0" y="1727"/>
                  </a:lnTo>
                  <a:cubicBezTo>
                    <a:pt x="0" y="1858"/>
                    <a:pt x="84" y="2001"/>
                    <a:pt x="179" y="2072"/>
                  </a:cubicBezTo>
                  <a:lnTo>
                    <a:pt x="1167" y="2751"/>
                  </a:lnTo>
                  <a:cubicBezTo>
                    <a:pt x="1196" y="2770"/>
                    <a:pt x="1230" y="2779"/>
                    <a:pt x="1264" y="2779"/>
                  </a:cubicBezTo>
                  <a:cubicBezTo>
                    <a:pt x="1315" y="2779"/>
                    <a:pt x="1365" y="2758"/>
                    <a:pt x="1393" y="2715"/>
                  </a:cubicBezTo>
                  <a:cubicBezTo>
                    <a:pt x="1429" y="2632"/>
                    <a:pt x="1417" y="2536"/>
                    <a:pt x="1346" y="2489"/>
                  </a:cubicBezTo>
                  <a:lnTo>
                    <a:pt x="357" y="1798"/>
                  </a:lnTo>
                  <a:cubicBezTo>
                    <a:pt x="334" y="1786"/>
                    <a:pt x="322" y="1763"/>
                    <a:pt x="322" y="1727"/>
                  </a:cubicBezTo>
                  <a:lnTo>
                    <a:pt x="322" y="334"/>
                  </a:lnTo>
                  <a:lnTo>
                    <a:pt x="655" y="334"/>
                  </a:lnTo>
                  <a:cubicBezTo>
                    <a:pt x="679" y="334"/>
                    <a:pt x="679" y="346"/>
                    <a:pt x="679" y="346"/>
                  </a:cubicBezTo>
                  <a:lnTo>
                    <a:pt x="679" y="1251"/>
                  </a:lnTo>
                  <a:cubicBezTo>
                    <a:pt x="679" y="1382"/>
                    <a:pt x="750" y="1524"/>
                    <a:pt x="857" y="1596"/>
                  </a:cubicBezTo>
                  <a:lnTo>
                    <a:pt x="2286" y="2560"/>
                  </a:lnTo>
                  <a:cubicBezTo>
                    <a:pt x="2405" y="2656"/>
                    <a:pt x="2548" y="2691"/>
                    <a:pt x="2703" y="2691"/>
                  </a:cubicBezTo>
                  <a:lnTo>
                    <a:pt x="2822" y="2691"/>
                  </a:lnTo>
                  <a:cubicBezTo>
                    <a:pt x="2941" y="2691"/>
                    <a:pt x="3060" y="2656"/>
                    <a:pt x="3143" y="2560"/>
                  </a:cubicBezTo>
                  <a:lnTo>
                    <a:pt x="3191" y="2513"/>
                  </a:lnTo>
                  <a:cubicBezTo>
                    <a:pt x="3251" y="2453"/>
                    <a:pt x="3274" y="2382"/>
                    <a:pt x="3274" y="2298"/>
                  </a:cubicBezTo>
                  <a:cubicBezTo>
                    <a:pt x="3274" y="2203"/>
                    <a:pt x="3239" y="2132"/>
                    <a:pt x="3179" y="2072"/>
                  </a:cubicBezTo>
                  <a:lnTo>
                    <a:pt x="2524" y="1477"/>
                  </a:lnTo>
                  <a:lnTo>
                    <a:pt x="2524" y="1465"/>
                  </a:lnTo>
                  <a:lnTo>
                    <a:pt x="2727" y="1251"/>
                  </a:lnTo>
                  <a:lnTo>
                    <a:pt x="3905" y="2179"/>
                  </a:lnTo>
                  <a:cubicBezTo>
                    <a:pt x="3929" y="2191"/>
                    <a:pt x="3929" y="2215"/>
                    <a:pt x="3929" y="2251"/>
                  </a:cubicBezTo>
                  <a:lnTo>
                    <a:pt x="3929" y="4156"/>
                  </a:lnTo>
                  <a:lnTo>
                    <a:pt x="2643" y="4156"/>
                  </a:lnTo>
                  <a:lnTo>
                    <a:pt x="2643" y="3620"/>
                  </a:lnTo>
                  <a:cubicBezTo>
                    <a:pt x="2643" y="3465"/>
                    <a:pt x="2560" y="3346"/>
                    <a:pt x="2465" y="3263"/>
                  </a:cubicBezTo>
                  <a:lnTo>
                    <a:pt x="1869" y="2846"/>
                  </a:lnTo>
                  <a:cubicBezTo>
                    <a:pt x="1837" y="2828"/>
                    <a:pt x="1804" y="2818"/>
                    <a:pt x="1771" y="2818"/>
                  </a:cubicBezTo>
                  <a:cubicBezTo>
                    <a:pt x="1720" y="2818"/>
                    <a:pt x="1673" y="2842"/>
                    <a:pt x="1643" y="2894"/>
                  </a:cubicBezTo>
                  <a:cubicBezTo>
                    <a:pt x="1596" y="2965"/>
                    <a:pt x="1608" y="3072"/>
                    <a:pt x="1691" y="3108"/>
                  </a:cubicBezTo>
                  <a:lnTo>
                    <a:pt x="2286" y="3525"/>
                  </a:lnTo>
                  <a:cubicBezTo>
                    <a:pt x="2310" y="3548"/>
                    <a:pt x="2322" y="3584"/>
                    <a:pt x="2322" y="3620"/>
                  </a:cubicBezTo>
                  <a:lnTo>
                    <a:pt x="2322" y="4156"/>
                  </a:lnTo>
                  <a:lnTo>
                    <a:pt x="2286" y="4156"/>
                  </a:lnTo>
                  <a:cubicBezTo>
                    <a:pt x="2191" y="4156"/>
                    <a:pt x="2120" y="4227"/>
                    <a:pt x="2120" y="4322"/>
                  </a:cubicBezTo>
                  <a:lnTo>
                    <a:pt x="2120" y="5584"/>
                  </a:lnTo>
                  <a:lnTo>
                    <a:pt x="2120" y="6596"/>
                  </a:lnTo>
                  <a:cubicBezTo>
                    <a:pt x="2120" y="6680"/>
                    <a:pt x="2191" y="6763"/>
                    <a:pt x="2286" y="6763"/>
                  </a:cubicBezTo>
                  <a:lnTo>
                    <a:pt x="2834" y="6763"/>
                  </a:lnTo>
                  <a:cubicBezTo>
                    <a:pt x="2917" y="6763"/>
                    <a:pt x="3001" y="6680"/>
                    <a:pt x="3001" y="6596"/>
                  </a:cubicBezTo>
                  <a:cubicBezTo>
                    <a:pt x="3001" y="6501"/>
                    <a:pt x="2917" y="6430"/>
                    <a:pt x="2834" y="6430"/>
                  </a:cubicBezTo>
                  <a:lnTo>
                    <a:pt x="2429" y="6430"/>
                  </a:lnTo>
                  <a:lnTo>
                    <a:pt x="2429" y="5406"/>
                  </a:lnTo>
                  <a:lnTo>
                    <a:pt x="3965" y="5406"/>
                  </a:lnTo>
                  <a:lnTo>
                    <a:pt x="3965" y="5584"/>
                  </a:lnTo>
                  <a:lnTo>
                    <a:pt x="3965" y="6430"/>
                  </a:lnTo>
                  <a:lnTo>
                    <a:pt x="3477" y="6430"/>
                  </a:lnTo>
                  <a:cubicBezTo>
                    <a:pt x="3382" y="6430"/>
                    <a:pt x="3310" y="6501"/>
                    <a:pt x="3310" y="6596"/>
                  </a:cubicBezTo>
                  <a:cubicBezTo>
                    <a:pt x="3310" y="6680"/>
                    <a:pt x="3382" y="6763"/>
                    <a:pt x="3477" y="6763"/>
                  </a:cubicBezTo>
                  <a:lnTo>
                    <a:pt x="4144" y="6763"/>
                  </a:lnTo>
                  <a:cubicBezTo>
                    <a:pt x="4227" y="6763"/>
                    <a:pt x="4310" y="6680"/>
                    <a:pt x="4310" y="6596"/>
                  </a:cubicBezTo>
                  <a:lnTo>
                    <a:pt x="4310" y="5251"/>
                  </a:lnTo>
                  <a:lnTo>
                    <a:pt x="4286" y="4287"/>
                  </a:lnTo>
                  <a:lnTo>
                    <a:pt x="4286" y="2215"/>
                  </a:lnTo>
                  <a:cubicBezTo>
                    <a:pt x="4286" y="2084"/>
                    <a:pt x="4227" y="1965"/>
                    <a:pt x="4132" y="1894"/>
                  </a:cubicBezTo>
                  <a:lnTo>
                    <a:pt x="2846" y="881"/>
                  </a:lnTo>
                  <a:cubicBezTo>
                    <a:pt x="2818" y="859"/>
                    <a:pt x="2782" y="847"/>
                    <a:pt x="2746" y="847"/>
                  </a:cubicBezTo>
                  <a:cubicBezTo>
                    <a:pt x="2707" y="847"/>
                    <a:pt x="2669" y="862"/>
                    <a:pt x="2643" y="893"/>
                  </a:cubicBezTo>
                  <a:lnTo>
                    <a:pt x="2322" y="1203"/>
                  </a:lnTo>
                  <a:cubicBezTo>
                    <a:pt x="2262" y="1262"/>
                    <a:pt x="2215" y="1358"/>
                    <a:pt x="2215" y="1441"/>
                  </a:cubicBezTo>
                  <a:cubicBezTo>
                    <a:pt x="2215" y="1536"/>
                    <a:pt x="2262" y="1620"/>
                    <a:pt x="2322" y="1679"/>
                  </a:cubicBezTo>
                  <a:lnTo>
                    <a:pt x="2977" y="2275"/>
                  </a:lnTo>
                  <a:lnTo>
                    <a:pt x="2941" y="2322"/>
                  </a:lnTo>
                  <a:cubicBezTo>
                    <a:pt x="2905" y="2358"/>
                    <a:pt x="2882" y="2370"/>
                    <a:pt x="2846" y="2370"/>
                  </a:cubicBezTo>
                  <a:lnTo>
                    <a:pt x="2727" y="2370"/>
                  </a:lnTo>
                  <a:cubicBezTo>
                    <a:pt x="2643" y="2370"/>
                    <a:pt x="2560" y="2334"/>
                    <a:pt x="2489" y="2298"/>
                  </a:cubicBezTo>
                  <a:lnTo>
                    <a:pt x="1060" y="1322"/>
                  </a:lnTo>
                  <a:cubicBezTo>
                    <a:pt x="1024" y="1310"/>
                    <a:pt x="1012" y="1286"/>
                    <a:pt x="1012" y="1251"/>
                  </a:cubicBezTo>
                  <a:lnTo>
                    <a:pt x="1012" y="346"/>
                  </a:lnTo>
                  <a:cubicBezTo>
                    <a:pt x="1012" y="155"/>
                    <a:pt x="869"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65"/>
            <p:cNvSpPr/>
            <p:nvPr/>
          </p:nvSpPr>
          <p:spPr>
            <a:xfrm>
              <a:off x="2811495" y="3494786"/>
              <a:ext cx="135464" cy="212003"/>
            </a:xfrm>
            <a:custGeom>
              <a:avLst/>
              <a:gdLst/>
              <a:ahLst/>
              <a:cxnLst/>
              <a:rect l="l" t="t" r="r" b="b"/>
              <a:pathLst>
                <a:path w="4276" h="6692" extrusionOk="0">
                  <a:moveTo>
                    <a:pt x="3942" y="322"/>
                  </a:moveTo>
                  <a:lnTo>
                    <a:pt x="3942" y="1727"/>
                  </a:lnTo>
                  <a:lnTo>
                    <a:pt x="3954" y="1727"/>
                  </a:lnTo>
                  <a:cubicBezTo>
                    <a:pt x="3954" y="1751"/>
                    <a:pt x="3942" y="1787"/>
                    <a:pt x="3918" y="1798"/>
                  </a:cubicBezTo>
                  <a:lnTo>
                    <a:pt x="1811" y="3251"/>
                  </a:lnTo>
                  <a:cubicBezTo>
                    <a:pt x="1692" y="3334"/>
                    <a:pt x="1632" y="3465"/>
                    <a:pt x="1632" y="3608"/>
                  </a:cubicBezTo>
                  <a:lnTo>
                    <a:pt x="1632" y="4144"/>
                  </a:lnTo>
                  <a:lnTo>
                    <a:pt x="334" y="4144"/>
                  </a:lnTo>
                  <a:lnTo>
                    <a:pt x="334" y="2239"/>
                  </a:lnTo>
                  <a:cubicBezTo>
                    <a:pt x="334" y="2215"/>
                    <a:pt x="358" y="2179"/>
                    <a:pt x="370" y="2168"/>
                  </a:cubicBezTo>
                  <a:lnTo>
                    <a:pt x="632" y="1965"/>
                  </a:lnTo>
                  <a:lnTo>
                    <a:pt x="1525" y="1251"/>
                  </a:lnTo>
                  <a:lnTo>
                    <a:pt x="1739" y="1453"/>
                  </a:lnTo>
                  <a:lnTo>
                    <a:pt x="1739" y="1465"/>
                  </a:lnTo>
                  <a:lnTo>
                    <a:pt x="1084" y="2060"/>
                  </a:lnTo>
                  <a:cubicBezTo>
                    <a:pt x="1025" y="2120"/>
                    <a:pt x="977" y="2203"/>
                    <a:pt x="977" y="2287"/>
                  </a:cubicBezTo>
                  <a:cubicBezTo>
                    <a:pt x="977" y="2382"/>
                    <a:pt x="1013" y="2453"/>
                    <a:pt x="1072" y="2513"/>
                  </a:cubicBezTo>
                  <a:lnTo>
                    <a:pt x="1108" y="2560"/>
                  </a:lnTo>
                  <a:cubicBezTo>
                    <a:pt x="1203" y="2644"/>
                    <a:pt x="1322" y="2691"/>
                    <a:pt x="1441" y="2691"/>
                  </a:cubicBezTo>
                  <a:lnTo>
                    <a:pt x="1561" y="2691"/>
                  </a:lnTo>
                  <a:cubicBezTo>
                    <a:pt x="1703" y="2691"/>
                    <a:pt x="1858" y="2644"/>
                    <a:pt x="1977" y="2560"/>
                  </a:cubicBezTo>
                  <a:lnTo>
                    <a:pt x="3406" y="1584"/>
                  </a:lnTo>
                  <a:cubicBezTo>
                    <a:pt x="3525" y="1513"/>
                    <a:pt x="3585" y="1382"/>
                    <a:pt x="3585" y="1251"/>
                  </a:cubicBezTo>
                  <a:lnTo>
                    <a:pt x="3585" y="334"/>
                  </a:lnTo>
                  <a:cubicBezTo>
                    <a:pt x="3585" y="322"/>
                    <a:pt x="3597" y="322"/>
                    <a:pt x="3597" y="322"/>
                  </a:cubicBezTo>
                  <a:close/>
                  <a:moveTo>
                    <a:pt x="1858" y="4477"/>
                  </a:moveTo>
                  <a:lnTo>
                    <a:pt x="1858" y="5073"/>
                  </a:lnTo>
                  <a:lnTo>
                    <a:pt x="322" y="5073"/>
                  </a:lnTo>
                  <a:lnTo>
                    <a:pt x="322" y="4477"/>
                  </a:lnTo>
                  <a:close/>
                  <a:moveTo>
                    <a:pt x="1858" y="5382"/>
                  </a:moveTo>
                  <a:lnTo>
                    <a:pt x="1858" y="6406"/>
                  </a:lnTo>
                  <a:lnTo>
                    <a:pt x="322" y="6406"/>
                  </a:lnTo>
                  <a:lnTo>
                    <a:pt x="322" y="5561"/>
                  </a:lnTo>
                  <a:lnTo>
                    <a:pt x="322" y="5382"/>
                  </a:lnTo>
                  <a:close/>
                  <a:moveTo>
                    <a:pt x="3620" y="1"/>
                  </a:moveTo>
                  <a:cubicBezTo>
                    <a:pt x="3418" y="1"/>
                    <a:pt x="3275" y="143"/>
                    <a:pt x="3275" y="334"/>
                  </a:cubicBezTo>
                  <a:lnTo>
                    <a:pt x="3275" y="1251"/>
                  </a:lnTo>
                  <a:cubicBezTo>
                    <a:pt x="3275" y="1275"/>
                    <a:pt x="3263" y="1310"/>
                    <a:pt x="3227" y="1322"/>
                  </a:cubicBezTo>
                  <a:lnTo>
                    <a:pt x="1799" y="2287"/>
                  </a:lnTo>
                  <a:cubicBezTo>
                    <a:pt x="1727" y="2334"/>
                    <a:pt x="1656" y="2358"/>
                    <a:pt x="1561" y="2358"/>
                  </a:cubicBezTo>
                  <a:lnTo>
                    <a:pt x="1441" y="2358"/>
                  </a:lnTo>
                  <a:cubicBezTo>
                    <a:pt x="1418" y="2358"/>
                    <a:pt x="1370" y="2346"/>
                    <a:pt x="1358" y="2322"/>
                  </a:cubicBezTo>
                  <a:lnTo>
                    <a:pt x="1311" y="2275"/>
                  </a:lnTo>
                  <a:lnTo>
                    <a:pt x="1965" y="1679"/>
                  </a:lnTo>
                  <a:cubicBezTo>
                    <a:pt x="2037" y="1620"/>
                    <a:pt x="2073" y="1525"/>
                    <a:pt x="2073" y="1441"/>
                  </a:cubicBezTo>
                  <a:cubicBezTo>
                    <a:pt x="2073" y="1346"/>
                    <a:pt x="2037" y="1263"/>
                    <a:pt x="1965" y="1203"/>
                  </a:cubicBezTo>
                  <a:lnTo>
                    <a:pt x="1656" y="894"/>
                  </a:lnTo>
                  <a:cubicBezTo>
                    <a:pt x="1622" y="860"/>
                    <a:pt x="1577" y="845"/>
                    <a:pt x="1534" y="845"/>
                  </a:cubicBezTo>
                  <a:cubicBezTo>
                    <a:pt x="1500" y="845"/>
                    <a:pt x="1467" y="854"/>
                    <a:pt x="1441" y="870"/>
                  </a:cubicBezTo>
                  <a:lnTo>
                    <a:pt x="429" y="1667"/>
                  </a:lnTo>
                  <a:lnTo>
                    <a:pt x="168" y="1870"/>
                  </a:lnTo>
                  <a:cubicBezTo>
                    <a:pt x="60" y="1941"/>
                    <a:pt x="1" y="2060"/>
                    <a:pt x="1" y="2203"/>
                  </a:cubicBezTo>
                  <a:lnTo>
                    <a:pt x="1" y="4263"/>
                  </a:lnTo>
                  <a:lnTo>
                    <a:pt x="1" y="5192"/>
                  </a:lnTo>
                  <a:lnTo>
                    <a:pt x="1" y="6525"/>
                  </a:lnTo>
                  <a:cubicBezTo>
                    <a:pt x="1" y="6620"/>
                    <a:pt x="72" y="6692"/>
                    <a:pt x="168" y="6692"/>
                  </a:cubicBezTo>
                  <a:lnTo>
                    <a:pt x="2025" y="6692"/>
                  </a:lnTo>
                  <a:cubicBezTo>
                    <a:pt x="2108" y="6692"/>
                    <a:pt x="2192" y="6620"/>
                    <a:pt x="2192" y="6525"/>
                  </a:cubicBezTo>
                  <a:lnTo>
                    <a:pt x="2192" y="5513"/>
                  </a:lnTo>
                  <a:lnTo>
                    <a:pt x="2192" y="4251"/>
                  </a:lnTo>
                  <a:cubicBezTo>
                    <a:pt x="2192" y="4168"/>
                    <a:pt x="2108" y="4084"/>
                    <a:pt x="2025" y="4084"/>
                  </a:cubicBezTo>
                  <a:lnTo>
                    <a:pt x="1953" y="4084"/>
                  </a:lnTo>
                  <a:lnTo>
                    <a:pt x="1953" y="3549"/>
                  </a:lnTo>
                  <a:cubicBezTo>
                    <a:pt x="1953" y="3525"/>
                    <a:pt x="1965" y="3477"/>
                    <a:pt x="1989" y="3465"/>
                  </a:cubicBezTo>
                  <a:lnTo>
                    <a:pt x="4097" y="2001"/>
                  </a:lnTo>
                  <a:cubicBezTo>
                    <a:pt x="4216" y="1929"/>
                    <a:pt x="4275" y="1798"/>
                    <a:pt x="4275" y="1667"/>
                  </a:cubicBezTo>
                  <a:lnTo>
                    <a:pt x="4275" y="96"/>
                  </a:lnTo>
                  <a:cubicBezTo>
                    <a:pt x="4275" y="72"/>
                    <a:pt x="4216" y="1"/>
                    <a:pt x="4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65"/>
            <p:cNvSpPr/>
            <p:nvPr/>
          </p:nvSpPr>
          <p:spPr>
            <a:xfrm>
              <a:off x="2731915" y="3360146"/>
              <a:ext cx="149403" cy="181812"/>
            </a:xfrm>
            <a:custGeom>
              <a:avLst/>
              <a:gdLst/>
              <a:ahLst/>
              <a:cxnLst/>
              <a:rect l="l" t="t" r="r" b="b"/>
              <a:pathLst>
                <a:path w="4716" h="5739" extrusionOk="0">
                  <a:moveTo>
                    <a:pt x="2358" y="0"/>
                  </a:moveTo>
                  <a:cubicBezTo>
                    <a:pt x="1156" y="0"/>
                    <a:pt x="155" y="893"/>
                    <a:pt x="13" y="2084"/>
                  </a:cubicBezTo>
                  <a:cubicBezTo>
                    <a:pt x="1" y="2179"/>
                    <a:pt x="72" y="2250"/>
                    <a:pt x="143" y="2262"/>
                  </a:cubicBezTo>
                  <a:cubicBezTo>
                    <a:pt x="155" y="2265"/>
                    <a:pt x="166" y="2266"/>
                    <a:pt x="176" y="2266"/>
                  </a:cubicBezTo>
                  <a:cubicBezTo>
                    <a:pt x="255" y="2266"/>
                    <a:pt x="312" y="2194"/>
                    <a:pt x="322" y="2131"/>
                  </a:cubicBezTo>
                  <a:cubicBezTo>
                    <a:pt x="441" y="1107"/>
                    <a:pt x="1322" y="333"/>
                    <a:pt x="2346" y="333"/>
                  </a:cubicBezTo>
                  <a:cubicBezTo>
                    <a:pt x="3477" y="333"/>
                    <a:pt x="4382" y="1250"/>
                    <a:pt x="4382" y="2369"/>
                  </a:cubicBezTo>
                  <a:cubicBezTo>
                    <a:pt x="4382" y="3262"/>
                    <a:pt x="3823" y="4036"/>
                    <a:pt x="2977" y="4322"/>
                  </a:cubicBezTo>
                  <a:cubicBezTo>
                    <a:pt x="2941" y="4334"/>
                    <a:pt x="2894" y="4346"/>
                    <a:pt x="2882" y="4393"/>
                  </a:cubicBezTo>
                  <a:lnTo>
                    <a:pt x="2346" y="5286"/>
                  </a:lnTo>
                  <a:lnTo>
                    <a:pt x="1810" y="4393"/>
                  </a:lnTo>
                  <a:cubicBezTo>
                    <a:pt x="1798" y="4370"/>
                    <a:pt x="1763" y="4334"/>
                    <a:pt x="1727" y="4322"/>
                  </a:cubicBezTo>
                  <a:cubicBezTo>
                    <a:pt x="989" y="4084"/>
                    <a:pt x="477" y="3477"/>
                    <a:pt x="334" y="2727"/>
                  </a:cubicBezTo>
                  <a:cubicBezTo>
                    <a:pt x="323" y="2650"/>
                    <a:pt x="252" y="2594"/>
                    <a:pt x="177" y="2594"/>
                  </a:cubicBezTo>
                  <a:cubicBezTo>
                    <a:pt x="170" y="2594"/>
                    <a:pt x="163" y="2595"/>
                    <a:pt x="155" y="2596"/>
                  </a:cubicBezTo>
                  <a:cubicBezTo>
                    <a:pt x="72" y="2608"/>
                    <a:pt x="13" y="2703"/>
                    <a:pt x="24" y="2774"/>
                  </a:cubicBezTo>
                  <a:cubicBezTo>
                    <a:pt x="179" y="3620"/>
                    <a:pt x="775" y="4322"/>
                    <a:pt x="1572" y="4608"/>
                  </a:cubicBezTo>
                  <a:lnTo>
                    <a:pt x="2215" y="5656"/>
                  </a:lnTo>
                  <a:cubicBezTo>
                    <a:pt x="2239" y="5703"/>
                    <a:pt x="2287" y="5739"/>
                    <a:pt x="2346" y="5739"/>
                  </a:cubicBezTo>
                  <a:cubicBezTo>
                    <a:pt x="2406" y="5739"/>
                    <a:pt x="2453" y="5703"/>
                    <a:pt x="2477" y="5656"/>
                  </a:cubicBezTo>
                  <a:lnTo>
                    <a:pt x="3120" y="4608"/>
                  </a:lnTo>
                  <a:cubicBezTo>
                    <a:pt x="4073" y="4274"/>
                    <a:pt x="4704" y="3381"/>
                    <a:pt x="4704" y="2369"/>
                  </a:cubicBezTo>
                  <a:cubicBezTo>
                    <a:pt x="4715" y="1060"/>
                    <a:pt x="3656"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65"/>
            <p:cNvSpPr/>
            <p:nvPr/>
          </p:nvSpPr>
          <p:spPr>
            <a:xfrm>
              <a:off x="2760585" y="3389545"/>
              <a:ext cx="92442" cy="91333"/>
            </a:xfrm>
            <a:custGeom>
              <a:avLst/>
              <a:gdLst/>
              <a:ahLst/>
              <a:cxnLst/>
              <a:rect l="l" t="t" r="r" b="b"/>
              <a:pathLst>
                <a:path w="2918" h="2883" extrusionOk="0">
                  <a:moveTo>
                    <a:pt x="1453" y="679"/>
                  </a:moveTo>
                  <a:cubicBezTo>
                    <a:pt x="1858" y="679"/>
                    <a:pt x="2203" y="1025"/>
                    <a:pt x="2203" y="1430"/>
                  </a:cubicBezTo>
                  <a:cubicBezTo>
                    <a:pt x="2203" y="1846"/>
                    <a:pt x="1870" y="2168"/>
                    <a:pt x="1453" y="2168"/>
                  </a:cubicBezTo>
                  <a:cubicBezTo>
                    <a:pt x="1036" y="2168"/>
                    <a:pt x="715" y="1846"/>
                    <a:pt x="715" y="1430"/>
                  </a:cubicBezTo>
                  <a:cubicBezTo>
                    <a:pt x="715" y="1013"/>
                    <a:pt x="1036" y="679"/>
                    <a:pt x="1453" y="679"/>
                  </a:cubicBezTo>
                  <a:close/>
                  <a:moveTo>
                    <a:pt x="1453" y="1"/>
                  </a:moveTo>
                  <a:cubicBezTo>
                    <a:pt x="1370" y="1"/>
                    <a:pt x="1286" y="72"/>
                    <a:pt x="1286" y="167"/>
                  </a:cubicBezTo>
                  <a:lnTo>
                    <a:pt x="1286" y="382"/>
                  </a:lnTo>
                  <a:cubicBezTo>
                    <a:pt x="1108" y="417"/>
                    <a:pt x="953" y="477"/>
                    <a:pt x="810" y="572"/>
                  </a:cubicBezTo>
                  <a:lnTo>
                    <a:pt x="655" y="417"/>
                  </a:lnTo>
                  <a:cubicBezTo>
                    <a:pt x="626" y="388"/>
                    <a:pt x="584" y="373"/>
                    <a:pt x="542" y="373"/>
                  </a:cubicBezTo>
                  <a:cubicBezTo>
                    <a:pt x="501" y="373"/>
                    <a:pt x="459" y="388"/>
                    <a:pt x="429" y="417"/>
                  </a:cubicBezTo>
                  <a:cubicBezTo>
                    <a:pt x="370" y="477"/>
                    <a:pt x="370" y="572"/>
                    <a:pt x="429" y="632"/>
                  </a:cubicBezTo>
                  <a:lnTo>
                    <a:pt x="596" y="798"/>
                  </a:lnTo>
                  <a:cubicBezTo>
                    <a:pt x="489" y="929"/>
                    <a:pt x="429" y="1096"/>
                    <a:pt x="393" y="1275"/>
                  </a:cubicBezTo>
                  <a:lnTo>
                    <a:pt x="167" y="1275"/>
                  </a:lnTo>
                  <a:cubicBezTo>
                    <a:pt x="72" y="1275"/>
                    <a:pt x="0" y="1358"/>
                    <a:pt x="0" y="1441"/>
                  </a:cubicBezTo>
                  <a:cubicBezTo>
                    <a:pt x="0" y="1537"/>
                    <a:pt x="72" y="1608"/>
                    <a:pt x="167" y="1608"/>
                  </a:cubicBezTo>
                  <a:lnTo>
                    <a:pt x="381" y="1608"/>
                  </a:lnTo>
                  <a:cubicBezTo>
                    <a:pt x="417" y="1787"/>
                    <a:pt x="477" y="1953"/>
                    <a:pt x="572" y="2084"/>
                  </a:cubicBezTo>
                  <a:lnTo>
                    <a:pt x="417" y="2251"/>
                  </a:lnTo>
                  <a:cubicBezTo>
                    <a:pt x="358" y="2311"/>
                    <a:pt x="358" y="2406"/>
                    <a:pt x="417" y="2465"/>
                  </a:cubicBezTo>
                  <a:cubicBezTo>
                    <a:pt x="441" y="2501"/>
                    <a:pt x="489" y="2513"/>
                    <a:pt x="536" y="2513"/>
                  </a:cubicBezTo>
                  <a:cubicBezTo>
                    <a:pt x="572" y="2513"/>
                    <a:pt x="620" y="2501"/>
                    <a:pt x="655" y="2465"/>
                  </a:cubicBezTo>
                  <a:lnTo>
                    <a:pt x="810" y="2311"/>
                  </a:lnTo>
                  <a:cubicBezTo>
                    <a:pt x="953" y="2406"/>
                    <a:pt x="1108" y="2465"/>
                    <a:pt x="1286" y="2501"/>
                  </a:cubicBezTo>
                  <a:lnTo>
                    <a:pt x="1286" y="2727"/>
                  </a:lnTo>
                  <a:cubicBezTo>
                    <a:pt x="1286" y="2811"/>
                    <a:pt x="1370" y="2882"/>
                    <a:pt x="1453" y="2882"/>
                  </a:cubicBezTo>
                  <a:cubicBezTo>
                    <a:pt x="1548" y="2882"/>
                    <a:pt x="1620" y="2811"/>
                    <a:pt x="1620" y="2727"/>
                  </a:cubicBezTo>
                  <a:lnTo>
                    <a:pt x="1620" y="2501"/>
                  </a:lnTo>
                  <a:cubicBezTo>
                    <a:pt x="1798" y="2465"/>
                    <a:pt x="1965" y="2406"/>
                    <a:pt x="2096" y="2311"/>
                  </a:cubicBezTo>
                  <a:lnTo>
                    <a:pt x="2263" y="2465"/>
                  </a:lnTo>
                  <a:cubicBezTo>
                    <a:pt x="2286" y="2501"/>
                    <a:pt x="2334" y="2513"/>
                    <a:pt x="2382" y="2513"/>
                  </a:cubicBezTo>
                  <a:cubicBezTo>
                    <a:pt x="2417" y="2513"/>
                    <a:pt x="2465" y="2501"/>
                    <a:pt x="2501" y="2465"/>
                  </a:cubicBezTo>
                  <a:cubicBezTo>
                    <a:pt x="2560" y="2406"/>
                    <a:pt x="2560" y="2311"/>
                    <a:pt x="2501" y="2251"/>
                  </a:cubicBezTo>
                  <a:lnTo>
                    <a:pt x="2334" y="2084"/>
                  </a:lnTo>
                  <a:cubicBezTo>
                    <a:pt x="2441" y="1953"/>
                    <a:pt x="2501" y="1787"/>
                    <a:pt x="2525" y="1608"/>
                  </a:cubicBezTo>
                  <a:lnTo>
                    <a:pt x="2751" y="1608"/>
                  </a:lnTo>
                  <a:cubicBezTo>
                    <a:pt x="2834" y="1608"/>
                    <a:pt x="2918" y="1537"/>
                    <a:pt x="2918" y="1441"/>
                  </a:cubicBezTo>
                  <a:cubicBezTo>
                    <a:pt x="2882" y="1358"/>
                    <a:pt x="2822" y="1275"/>
                    <a:pt x="2739" y="1275"/>
                  </a:cubicBezTo>
                  <a:lnTo>
                    <a:pt x="2513" y="1275"/>
                  </a:lnTo>
                  <a:cubicBezTo>
                    <a:pt x="2477" y="1096"/>
                    <a:pt x="2417" y="941"/>
                    <a:pt x="2322" y="798"/>
                  </a:cubicBezTo>
                  <a:lnTo>
                    <a:pt x="2489" y="632"/>
                  </a:lnTo>
                  <a:cubicBezTo>
                    <a:pt x="2548" y="572"/>
                    <a:pt x="2548" y="477"/>
                    <a:pt x="2489" y="417"/>
                  </a:cubicBezTo>
                  <a:cubicBezTo>
                    <a:pt x="2459" y="388"/>
                    <a:pt x="2417" y="373"/>
                    <a:pt x="2376" y="373"/>
                  </a:cubicBezTo>
                  <a:cubicBezTo>
                    <a:pt x="2334" y="373"/>
                    <a:pt x="2292" y="388"/>
                    <a:pt x="2263" y="417"/>
                  </a:cubicBezTo>
                  <a:lnTo>
                    <a:pt x="2096" y="572"/>
                  </a:lnTo>
                  <a:cubicBezTo>
                    <a:pt x="1965" y="477"/>
                    <a:pt x="1798" y="417"/>
                    <a:pt x="1620" y="382"/>
                  </a:cubicBezTo>
                  <a:lnTo>
                    <a:pt x="1620" y="167"/>
                  </a:lnTo>
                  <a:cubicBezTo>
                    <a:pt x="1620" y="72"/>
                    <a:pt x="1548"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65"/>
            <p:cNvSpPr/>
            <p:nvPr/>
          </p:nvSpPr>
          <p:spPr>
            <a:xfrm>
              <a:off x="2789636" y="3417836"/>
              <a:ext cx="33961" cy="33993"/>
            </a:xfrm>
            <a:custGeom>
              <a:avLst/>
              <a:gdLst/>
              <a:ahLst/>
              <a:cxnLst/>
              <a:rect l="l" t="t" r="r" b="b"/>
              <a:pathLst>
                <a:path w="1072" h="1073" extrusionOk="0">
                  <a:moveTo>
                    <a:pt x="536" y="346"/>
                  </a:moveTo>
                  <a:cubicBezTo>
                    <a:pt x="655" y="346"/>
                    <a:pt x="750" y="429"/>
                    <a:pt x="750" y="548"/>
                  </a:cubicBezTo>
                  <a:cubicBezTo>
                    <a:pt x="750" y="656"/>
                    <a:pt x="643" y="763"/>
                    <a:pt x="536" y="763"/>
                  </a:cubicBezTo>
                  <a:cubicBezTo>
                    <a:pt x="417" y="763"/>
                    <a:pt x="334" y="667"/>
                    <a:pt x="334" y="548"/>
                  </a:cubicBezTo>
                  <a:cubicBezTo>
                    <a:pt x="334" y="429"/>
                    <a:pt x="417" y="346"/>
                    <a:pt x="536" y="346"/>
                  </a:cubicBezTo>
                  <a:close/>
                  <a:moveTo>
                    <a:pt x="536" y="1"/>
                  </a:moveTo>
                  <a:cubicBezTo>
                    <a:pt x="238" y="1"/>
                    <a:pt x="0" y="239"/>
                    <a:pt x="0" y="537"/>
                  </a:cubicBezTo>
                  <a:cubicBezTo>
                    <a:pt x="0" y="834"/>
                    <a:pt x="238" y="1072"/>
                    <a:pt x="536" y="1072"/>
                  </a:cubicBezTo>
                  <a:cubicBezTo>
                    <a:pt x="834" y="1072"/>
                    <a:pt x="1072" y="834"/>
                    <a:pt x="1072" y="537"/>
                  </a:cubicBezTo>
                  <a:cubicBezTo>
                    <a:pt x="1072" y="251"/>
                    <a:pt x="822"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8" name="Google Shape;11198;p65"/>
          <p:cNvGrpSpPr/>
          <p:nvPr/>
        </p:nvGrpSpPr>
        <p:grpSpPr>
          <a:xfrm>
            <a:off x="7156344" y="3172296"/>
            <a:ext cx="264465" cy="353074"/>
            <a:chOff x="7156344" y="3347696"/>
            <a:chExt cx="264465" cy="353074"/>
          </a:xfrm>
        </p:grpSpPr>
        <p:sp>
          <p:nvSpPr>
            <p:cNvPr id="11199" name="Google Shape;11199;p65"/>
            <p:cNvSpPr/>
            <p:nvPr/>
          </p:nvSpPr>
          <p:spPr>
            <a:xfrm>
              <a:off x="7248754" y="3468397"/>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65"/>
            <p:cNvSpPr/>
            <p:nvPr/>
          </p:nvSpPr>
          <p:spPr>
            <a:xfrm>
              <a:off x="7314775" y="3468397"/>
              <a:ext cx="10201" cy="15872"/>
            </a:xfrm>
            <a:custGeom>
              <a:avLst/>
              <a:gdLst/>
              <a:ahLst/>
              <a:cxnLst/>
              <a:rect l="l" t="t" r="r" b="b"/>
              <a:pathLst>
                <a:path w="322" h="501" extrusionOk="0">
                  <a:moveTo>
                    <a:pt x="155" y="0"/>
                  </a:moveTo>
                  <a:cubicBezTo>
                    <a:pt x="72" y="0"/>
                    <a:pt x="1" y="72"/>
                    <a:pt x="1" y="155"/>
                  </a:cubicBezTo>
                  <a:lnTo>
                    <a:pt x="1" y="334"/>
                  </a:lnTo>
                  <a:cubicBezTo>
                    <a:pt x="1" y="429"/>
                    <a:pt x="72" y="500"/>
                    <a:pt x="155" y="500"/>
                  </a:cubicBezTo>
                  <a:cubicBezTo>
                    <a:pt x="251" y="500"/>
                    <a:pt x="322" y="429"/>
                    <a:pt x="322" y="334"/>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65"/>
            <p:cNvSpPr/>
            <p:nvPr/>
          </p:nvSpPr>
          <p:spPr>
            <a:xfrm>
              <a:off x="7156344" y="3347696"/>
              <a:ext cx="264465" cy="353074"/>
            </a:xfrm>
            <a:custGeom>
              <a:avLst/>
              <a:gdLst/>
              <a:ahLst/>
              <a:cxnLst/>
              <a:rect l="l" t="t" r="r" b="b"/>
              <a:pathLst>
                <a:path w="8348" h="11145" extrusionOk="0">
                  <a:moveTo>
                    <a:pt x="4111" y="310"/>
                  </a:moveTo>
                  <a:cubicBezTo>
                    <a:pt x="4118" y="310"/>
                    <a:pt x="4125" y="310"/>
                    <a:pt x="4132" y="310"/>
                  </a:cubicBezTo>
                  <a:cubicBezTo>
                    <a:pt x="5573" y="322"/>
                    <a:pt x="6740" y="1512"/>
                    <a:pt x="6740" y="2953"/>
                  </a:cubicBezTo>
                  <a:lnTo>
                    <a:pt x="6740" y="3643"/>
                  </a:lnTo>
                  <a:lnTo>
                    <a:pt x="6526" y="3643"/>
                  </a:lnTo>
                  <a:cubicBezTo>
                    <a:pt x="6430" y="3643"/>
                    <a:pt x="6311" y="3632"/>
                    <a:pt x="6216" y="3596"/>
                  </a:cubicBezTo>
                  <a:cubicBezTo>
                    <a:pt x="5859" y="3489"/>
                    <a:pt x="4978" y="3167"/>
                    <a:pt x="4359" y="2119"/>
                  </a:cubicBezTo>
                  <a:cubicBezTo>
                    <a:pt x="4311" y="2048"/>
                    <a:pt x="4299" y="1977"/>
                    <a:pt x="4299" y="1905"/>
                  </a:cubicBezTo>
                  <a:lnTo>
                    <a:pt x="4299" y="1548"/>
                  </a:lnTo>
                  <a:cubicBezTo>
                    <a:pt x="4299" y="1453"/>
                    <a:pt x="4228" y="1381"/>
                    <a:pt x="4132" y="1381"/>
                  </a:cubicBezTo>
                  <a:cubicBezTo>
                    <a:pt x="4049" y="1381"/>
                    <a:pt x="3966" y="1453"/>
                    <a:pt x="3966" y="1548"/>
                  </a:cubicBezTo>
                  <a:lnTo>
                    <a:pt x="3966" y="1905"/>
                  </a:lnTo>
                  <a:cubicBezTo>
                    <a:pt x="3966" y="1977"/>
                    <a:pt x="3954" y="2060"/>
                    <a:pt x="3906" y="2119"/>
                  </a:cubicBezTo>
                  <a:cubicBezTo>
                    <a:pt x="3275" y="3167"/>
                    <a:pt x="2406" y="3489"/>
                    <a:pt x="2049" y="3596"/>
                  </a:cubicBezTo>
                  <a:cubicBezTo>
                    <a:pt x="1942" y="3632"/>
                    <a:pt x="1846" y="3643"/>
                    <a:pt x="1739" y="3643"/>
                  </a:cubicBezTo>
                  <a:lnTo>
                    <a:pt x="1620" y="3643"/>
                  </a:lnTo>
                  <a:cubicBezTo>
                    <a:pt x="1584" y="3643"/>
                    <a:pt x="1561" y="3643"/>
                    <a:pt x="1513" y="3655"/>
                  </a:cubicBezTo>
                  <a:lnTo>
                    <a:pt x="1513" y="2941"/>
                  </a:lnTo>
                  <a:cubicBezTo>
                    <a:pt x="1501" y="1496"/>
                    <a:pt x="2680" y="310"/>
                    <a:pt x="4111" y="310"/>
                  </a:cubicBezTo>
                  <a:close/>
                  <a:moveTo>
                    <a:pt x="1799" y="5013"/>
                  </a:moveTo>
                  <a:cubicBezTo>
                    <a:pt x="1882" y="5322"/>
                    <a:pt x="2049" y="5620"/>
                    <a:pt x="2275" y="5894"/>
                  </a:cubicBezTo>
                  <a:cubicBezTo>
                    <a:pt x="2168" y="6013"/>
                    <a:pt x="2025" y="6084"/>
                    <a:pt x="1858" y="6084"/>
                  </a:cubicBezTo>
                  <a:cubicBezTo>
                    <a:pt x="1561" y="6084"/>
                    <a:pt x="1323" y="5846"/>
                    <a:pt x="1323" y="5548"/>
                  </a:cubicBezTo>
                  <a:cubicBezTo>
                    <a:pt x="1323" y="5275"/>
                    <a:pt x="1525" y="5060"/>
                    <a:pt x="1799" y="5013"/>
                  </a:cubicBezTo>
                  <a:close/>
                  <a:moveTo>
                    <a:pt x="6454" y="5013"/>
                  </a:moveTo>
                  <a:cubicBezTo>
                    <a:pt x="6704" y="5037"/>
                    <a:pt x="6918" y="5263"/>
                    <a:pt x="6918" y="5548"/>
                  </a:cubicBezTo>
                  <a:cubicBezTo>
                    <a:pt x="6918" y="5846"/>
                    <a:pt x="6680" y="6084"/>
                    <a:pt x="6383" y="6084"/>
                  </a:cubicBezTo>
                  <a:cubicBezTo>
                    <a:pt x="6216" y="6084"/>
                    <a:pt x="6073" y="6013"/>
                    <a:pt x="5978" y="5894"/>
                  </a:cubicBezTo>
                  <a:cubicBezTo>
                    <a:pt x="6204" y="5632"/>
                    <a:pt x="6347" y="5334"/>
                    <a:pt x="6454" y="5013"/>
                  </a:cubicBezTo>
                  <a:close/>
                  <a:moveTo>
                    <a:pt x="4132" y="2381"/>
                  </a:moveTo>
                  <a:cubicBezTo>
                    <a:pt x="4823" y="3453"/>
                    <a:pt x="5752" y="3810"/>
                    <a:pt x="6145" y="3905"/>
                  </a:cubicBezTo>
                  <a:cubicBezTo>
                    <a:pt x="6276" y="3941"/>
                    <a:pt x="6406" y="3965"/>
                    <a:pt x="6549" y="3965"/>
                  </a:cubicBezTo>
                  <a:lnTo>
                    <a:pt x="6668" y="3965"/>
                  </a:lnTo>
                  <a:cubicBezTo>
                    <a:pt x="6740" y="3965"/>
                    <a:pt x="6811" y="4001"/>
                    <a:pt x="6871" y="4060"/>
                  </a:cubicBezTo>
                  <a:cubicBezTo>
                    <a:pt x="6930" y="4120"/>
                    <a:pt x="6942" y="4191"/>
                    <a:pt x="6942" y="4263"/>
                  </a:cubicBezTo>
                  <a:cubicBezTo>
                    <a:pt x="6930" y="4405"/>
                    <a:pt x="6799" y="4501"/>
                    <a:pt x="6645" y="4501"/>
                  </a:cubicBezTo>
                  <a:lnTo>
                    <a:pt x="6573" y="4501"/>
                  </a:lnTo>
                  <a:cubicBezTo>
                    <a:pt x="6573" y="4417"/>
                    <a:pt x="6514" y="4346"/>
                    <a:pt x="6430" y="4322"/>
                  </a:cubicBezTo>
                  <a:cubicBezTo>
                    <a:pt x="6335" y="4322"/>
                    <a:pt x="6264" y="4382"/>
                    <a:pt x="6252" y="4477"/>
                  </a:cubicBezTo>
                  <a:cubicBezTo>
                    <a:pt x="6204" y="5001"/>
                    <a:pt x="5966" y="5489"/>
                    <a:pt x="5573" y="5858"/>
                  </a:cubicBezTo>
                  <a:cubicBezTo>
                    <a:pt x="5192" y="6215"/>
                    <a:pt x="4680" y="6430"/>
                    <a:pt x="4144" y="6430"/>
                  </a:cubicBezTo>
                  <a:cubicBezTo>
                    <a:pt x="3585" y="6430"/>
                    <a:pt x="3073" y="6227"/>
                    <a:pt x="2692" y="5858"/>
                  </a:cubicBezTo>
                  <a:cubicBezTo>
                    <a:pt x="2299" y="5501"/>
                    <a:pt x="2061" y="5013"/>
                    <a:pt x="2025" y="4477"/>
                  </a:cubicBezTo>
                  <a:cubicBezTo>
                    <a:pt x="2025" y="4389"/>
                    <a:pt x="1943" y="4321"/>
                    <a:pt x="1865" y="4321"/>
                  </a:cubicBezTo>
                  <a:cubicBezTo>
                    <a:pt x="1859" y="4321"/>
                    <a:pt x="1852" y="4321"/>
                    <a:pt x="1846" y="4322"/>
                  </a:cubicBezTo>
                  <a:cubicBezTo>
                    <a:pt x="1751" y="4322"/>
                    <a:pt x="1680" y="4417"/>
                    <a:pt x="1692" y="4501"/>
                  </a:cubicBezTo>
                  <a:lnTo>
                    <a:pt x="1620" y="4501"/>
                  </a:lnTo>
                  <a:cubicBezTo>
                    <a:pt x="1465" y="4501"/>
                    <a:pt x="1334" y="4405"/>
                    <a:pt x="1323" y="4263"/>
                  </a:cubicBezTo>
                  <a:cubicBezTo>
                    <a:pt x="1311" y="4191"/>
                    <a:pt x="1334" y="4120"/>
                    <a:pt x="1394" y="4060"/>
                  </a:cubicBezTo>
                  <a:cubicBezTo>
                    <a:pt x="1442" y="4001"/>
                    <a:pt x="1513" y="3965"/>
                    <a:pt x="1608" y="3965"/>
                  </a:cubicBezTo>
                  <a:lnTo>
                    <a:pt x="1727" y="3965"/>
                  </a:lnTo>
                  <a:cubicBezTo>
                    <a:pt x="1858" y="3965"/>
                    <a:pt x="2001" y="3953"/>
                    <a:pt x="2120" y="3905"/>
                  </a:cubicBezTo>
                  <a:cubicBezTo>
                    <a:pt x="2513" y="3810"/>
                    <a:pt x="3430" y="3453"/>
                    <a:pt x="4132" y="2381"/>
                  </a:cubicBezTo>
                  <a:close/>
                  <a:moveTo>
                    <a:pt x="5740" y="6108"/>
                  </a:moveTo>
                  <a:cubicBezTo>
                    <a:pt x="5871" y="6251"/>
                    <a:pt x="6037" y="6346"/>
                    <a:pt x="6228" y="6382"/>
                  </a:cubicBezTo>
                  <a:cubicBezTo>
                    <a:pt x="6287" y="6739"/>
                    <a:pt x="6406" y="6953"/>
                    <a:pt x="6526" y="7203"/>
                  </a:cubicBezTo>
                  <a:cubicBezTo>
                    <a:pt x="6645" y="7418"/>
                    <a:pt x="6764" y="7656"/>
                    <a:pt x="6871" y="8061"/>
                  </a:cubicBezTo>
                  <a:lnTo>
                    <a:pt x="5680" y="7644"/>
                  </a:lnTo>
                  <a:cubicBezTo>
                    <a:pt x="5478" y="7573"/>
                    <a:pt x="5323" y="7358"/>
                    <a:pt x="5323" y="7144"/>
                  </a:cubicBezTo>
                  <a:lnTo>
                    <a:pt x="5323" y="6430"/>
                  </a:lnTo>
                  <a:cubicBezTo>
                    <a:pt x="5478" y="6334"/>
                    <a:pt x="5621" y="6227"/>
                    <a:pt x="5740" y="6108"/>
                  </a:cubicBezTo>
                  <a:close/>
                  <a:moveTo>
                    <a:pt x="4978" y="6584"/>
                  </a:moveTo>
                  <a:lnTo>
                    <a:pt x="4978" y="7144"/>
                  </a:lnTo>
                  <a:cubicBezTo>
                    <a:pt x="4978" y="7442"/>
                    <a:pt x="5144" y="7715"/>
                    <a:pt x="5383" y="7870"/>
                  </a:cubicBezTo>
                  <a:cubicBezTo>
                    <a:pt x="5252" y="8132"/>
                    <a:pt x="4847" y="8727"/>
                    <a:pt x="4049" y="9370"/>
                  </a:cubicBezTo>
                  <a:cubicBezTo>
                    <a:pt x="3823" y="9180"/>
                    <a:pt x="3644" y="8989"/>
                    <a:pt x="3489" y="8823"/>
                  </a:cubicBezTo>
                  <a:cubicBezTo>
                    <a:pt x="3132" y="8406"/>
                    <a:pt x="2930" y="8061"/>
                    <a:pt x="2823" y="7870"/>
                  </a:cubicBezTo>
                  <a:cubicBezTo>
                    <a:pt x="3073" y="7715"/>
                    <a:pt x="3228" y="7442"/>
                    <a:pt x="3228" y="7144"/>
                  </a:cubicBezTo>
                  <a:lnTo>
                    <a:pt x="3228" y="6584"/>
                  </a:lnTo>
                  <a:cubicBezTo>
                    <a:pt x="3513" y="6691"/>
                    <a:pt x="3811" y="6751"/>
                    <a:pt x="4109" y="6751"/>
                  </a:cubicBezTo>
                  <a:cubicBezTo>
                    <a:pt x="4418" y="6751"/>
                    <a:pt x="4716" y="6691"/>
                    <a:pt x="4978" y="6584"/>
                  </a:cubicBezTo>
                  <a:close/>
                  <a:moveTo>
                    <a:pt x="4144" y="0"/>
                  </a:moveTo>
                  <a:cubicBezTo>
                    <a:pt x="2525" y="0"/>
                    <a:pt x="1203" y="1322"/>
                    <a:pt x="1203" y="2941"/>
                  </a:cubicBezTo>
                  <a:lnTo>
                    <a:pt x="1203" y="3822"/>
                  </a:lnTo>
                  <a:lnTo>
                    <a:pt x="1192" y="3834"/>
                  </a:lnTo>
                  <a:cubicBezTo>
                    <a:pt x="1072" y="3953"/>
                    <a:pt x="1025" y="4132"/>
                    <a:pt x="1037" y="4298"/>
                  </a:cubicBezTo>
                  <a:cubicBezTo>
                    <a:pt x="1072" y="4536"/>
                    <a:pt x="1227" y="4727"/>
                    <a:pt x="1453" y="4798"/>
                  </a:cubicBezTo>
                  <a:cubicBezTo>
                    <a:pt x="1203" y="4953"/>
                    <a:pt x="1037" y="5227"/>
                    <a:pt x="1037" y="5548"/>
                  </a:cubicBezTo>
                  <a:cubicBezTo>
                    <a:pt x="1037" y="6025"/>
                    <a:pt x="1430" y="6406"/>
                    <a:pt x="1906" y="6406"/>
                  </a:cubicBezTo>
                  <a:cubicBezTo>
                    <a:pt x="2144" y="6406"/>
                    <a:pt x="2382" y="6299"/>
                    <a:pt x="2537" y="6120"/>
                  </a:cubicBezTo>
                  <a:cubicBezTo>
                    <a:pt x="2680" y="6239"/>
                    <a:pt x="2811" y="6346"/>
                    <a:pt x="2954" y="6441"/>
                  </a:cubicBezTo>
                  <a:lnTo>
                    <a:pt x="2954" y="7156"/>
                  </a:lnTo>
                  <a:cubicBezTo>
                    <a:pt x="2954" y="7370"/>
                    <a:pt x="2811" y="7584"/>
                    <a:pt x="2596" y="7656"/>
                  </a:cubicBezTo>
                  <a:lnTo>
                    <a:pt x="799" y="8299"/>
                  </a:lnTo>
                  <a:cubicBezTo>
                    <a:pt x="322" y="8466"/>
                    <a:pt x="1" y="8918"/>
                    <a:pt x="1" y="9442"/>
                  </a:cubicBezTo>
                  <a:lnTo>
                    <a:pt x="1" y="10966"/>
                  </a:lnTo>
                  <a:cubicBezTo>
                    <a:pt x="1" y="11049"/>
                    <a:pt x="72" y="11121"/>
                    <a:pt x="156" y="11121"/>
                  </a:cubicBezTo>
                  <a:cubicBezTo>
                    <a:pt x="251" y="11121"/>
                    <a:pt x="322" y="11049"/>
                    <a:pt x="322" y="10966"/>
                  </a:cubicBezTo>
                  <a:lnTo>
                    <a:pt x="322" y="9442"/>
                  </a:lnTo>
                  <a:cubicBezTo>
                    <a:pt x="322" y="9073"/>
                    <a:pt x="561" y="8727"/>
                    <a:pt x="918" y="8608"/>
                  </a:cubicBezTo>
                  <a:lnTo>
                    <a:pt x="1394" y="8442"/>
                  </a:lnTo>
                  <a:cubicBezTo>
                    <a:pt x="1477" y="8954"/>
                    <a:pt x="1573" y="9478"/>
                    <a:pt x="1692" y="9966"/>
                  </a:cubicBezTo>
                  <a:cubicBezTo>
                    <a:pt x="1704" y="10037"/>
                    <a:pt x="1775" y="10097"/>
                    <a:pt x="1858" y="10097"/>
                  </a:cubicBezTo>
                  <a:lnTo>
                    <a:pt x="1882" y="10097"/>
                  </a:lnTo>
                  <a:cubicBezTo>
                    <a:pt x="1977" y="10085"/>
                    <a:pt x="2037" y="9990"/>
                    <a:pt x="2001" y="9906"/>
                  </a:cubicBezTo>
                  <a:cubicBezTo>
                    <a:pt x="1894" y="9418"/>
                    <a:pt x="1799" y="8858"/>
                    <a:pt x="1704" y="8358"/>
                  </a:cubicBezTo>
                  <a:lnTo>
                    <a:pt x="1965" y="8263"/>
                  </a:lnTo>
                  <a:cubicBezTo>
                    <a:pt x="2275" y="9275"/>
                    <a:pt x="2656" y="10382"/>
                    <a:pt x="3180" y="11085"/>
                  </a:cubicBezTo>
                  <a:cubicBezTo>
                    <a:pt x="3216" y="11121"/>
                    <a:pt x="3251" y="11144"/>
                    <a:pt x="3311" y="11144"/>
                  </a:cubicBezTo>
                  <a:cubicBezTo>
                    <a:pt x="3347" y="11144"/>
                    <a:pt x="3394" y="11121"/>
                    <a:pt x="3418" y="11109"/>
                  </a:cubicBezTo>
                  <a:cubicBezTo>
                    <a:pt x="3489" y="11049"/>
                    <a:pt x="3513" y="10966"/>
                    <a:pt x="3454" y="10882"/>
                  </a:cubicBezTo>
                  <a:cubicBezTo>
                    <a:pt x="2894" y="10144"/>
                    <a:pt x="2466" y="8823"/>
                    <a:pt x="2275" y="8144"/>
                  </a:cubicBezTo>
                  <a:lnTo>
                    <a:pt x="2596" y="8025"/>
                  </a:lnTo>
                  <a:cubicBezTo>
                    <a:pt x="2704" y="8227"/>
                    <a:pt x="2930" y="8596"/>
                    <a:pt x="3311" y="9061"/>
                  </a:cubicBezTo>
                  <a:cubicBezTo>
                    <a:pt x="3835" y="9656"/>
                    <a:pt x="4740" y="10490"/>
                    <a:pt x="6216" y="11121"/>
                  </a:cubicBezTo>
                  <a:cubicBezTo>
                    <a:pt x="6228" y="11144"/>
                    <a:pt x="6264" y="11144"/>
                    <a:pt x="6276" y="11144"/>
                  </a:cubicBezTo>
                  <a:cubicBezTo>
                    <a:pt x="6335" y="11144"/>
                    <a:pt x="6395" y="11109"/>
                    <a:pt x="6430" y="11037"/>
                  </a:cubicBezTo>
                  <a:cubicBezTo>
                    <a:pt x="6454" y="10942"/>
                    <a:pt x="6430" y="10859"/>
                    <a:pt x="6335" y="10823"/>
                  </a:cubicBezTo>
                  <a:cubicBezTo>
                    <a:pt x="5502" y="10454"/>
                    <a:pt x="4847" y="10025"/>
                    <a:pt x="4359" y="9620"/>
                  </a:cubicBezTo>
                  <a:cubicBezTo>
                    <a:pt x="5204" y="8918"/>
                    <a:pt x="5621" y="8299"/>
                    <a:pt x="5775" y="8025"/>
                  </a:cubicBezTo>
                  <a:lnTo>
                    <a:pt x="6097" y="8144"/>
                  </a:lnTo>
                  <a:cubicBezTo>
                    <a:pt x="5918" y="8727"/>
                    <a:pt x="5728" y="9251"/>
                    <a:pt x="5502" y="9692"/>
                  </a:cubicBezTo>
                  <a:cubicBezTo>
                    <a:pt x="5454" y="9775"/>
                    <a:pt x="5502" y="9870"/>
                    <a:pt x="5573" y="9918"/>
                  </a:cubicBezTo>
                  <a:cubicBezTo>
                    <a:pt x="5609" y="9930"/>
                    <a:pt x="5621" y="9930"/>
                    <a:pt x="5656" y="9930"/>
                  </a:cubicBezTo>
                  <a:cubicBezTo>
                    <a:pt x="5716" y="9930"/>
                    <a:pt x="5775" y="9906"/>
                    <a:pt x="5799" y="9847"/>
                  </a:cubicBezTo>
                  <a:cubicBezTo>
                    <a:pt x="6014" y="9382"/>
                    <a:pt x="6216" y="8858"/>
                    <a:pt x="6395" y="8263"/>
                  </a:cubicBezTo>
                  <a:lnTo>
                    <a:pt x="7419" y="8620"/>
                  </a:lnTo>
                  <a:cubicBezTo>
                    <a:pt x="7776" y="8739"/>
                    <a:pt x="8014" y="9085"/>
                    <a:pt x="8014" y="9454"/>
                  </a:cubicBezTo>
                  <a:lnTo>
                    <a:pt x="8014" y="10978"/>
                  </a:lnTo>
                  <a:cubicBezTo>
                    <a:pt x="8014" y="11061"/>
                    <a:pt x="8097" y="11144"/>
                    <a:pt x="8181" y="11144"/>
                  </a:cubicBezTo>
                  <a:cubicBezTo>
                    <a:pt x="8276" y="11144"/>
                    <a:pt x="8347" y="11061"/>
                    <a:pt x="8347" y="10978"/>
                  </a:cubicBezTo>
                  <a:lnTo>
                    <a:pt x="8347" y="9454"/>
                  </a:lnTo>
                  <a:cubicBezTo>
                    <a:pt x="8288" y="8906"/>
                    <a:pt x="7978" y="8454"/>
                    <a:pt x="7478" y="8287"/>
                  </a:cubicBezTo>
                  <a:lnTo>
                    <a:pt x="7240" y="8192"/>
                  </a:lnTo>
                  <a:cubicBezTo>
                    <a:pt x="7145" y="7620"/>
                    <a:pt x="6978" y="7323"/>
                    <a:pt x="6847" y="7049"/>
                  </a:cubicBezTo>
                  <a:cubicBezTo>
                    <a:pt x="6740" y="6846"/>
                    <a:pt x="6633" y="6656"/>
                    <a:pt x="6585" y="6382"/>
                  </a:cubicBezTo>
                  <a:cubicBezTo>
                    <a:pt x="6978" y="6287"/>
                    <a:pt x="7264" y="5953"/>
                    <a:pt x="7264" y="5548"/>
                  </a:cubicBezTo>
                  <a:cubicBezTo>
                    <a:pt x="7264" y="5227"/>
                    <a:pt x="7097" y="4953"/>
                    <a:pt x="6847" y="4798"/>
                  </a:cubicBezTo>
                  <a:cubicBezTo>
                    <a:pt x="7061" y="4727"/>
                    <a:pt x="7240" y="4536"/>
                    <a:pt x="7264" y="4298"/>
                  </a:cubicBezTo>
                  <a:cubicBezTo>
                    <a:pt x="7276" y="4132"/>
                    <a:pt x="7216" y="3953"/>
                    <a:pt x="7109" y="3834"/>
                  </a:cubicBezTo>
                  <a:lnTo>
                    <a:pt x="7097" y="3822"/>
                  </a:lnTo>
                  <a:lnTo>
                    <a:pt x="7097" y="2941"/>
                  </a:lnTo>
                  <a:cubicBezTo>
                    <a:pt x="7097" y="1322"/>
                    <a:pt x="5775" y="0"/>
                    <a:pt x="4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65"/>
            <p:cNvSpPr/>
            <p:nvPr/>
          </p:nvSpPr>
          <p:spPr>
            <a:xfrm>
              <a:off x="7212544" y="3678023"/>
              <a:ext cx="14763" cy="21226"/>
            </a:xfrm>
            <a:custGeom>
              <a:avLst/>
              <a:gdLst/>
              <a:ahLst/>
              <a:cxnLst/>
              <a:rect l="l" t="t" r="r" b="b"/>
              <a:pathLst>
                <a:path w="466" h="670" extrusionOk="0">
                  <a:moveTo>
                    <a:pt x="175" y="1"/>
                  </a:moveTo>
                  <a:cubicBezTo>
                    <a:pt x="165" y="1"/>
                    <a:pt x="154" y="2"/>
                    <a:pt x="144" y="3"/>
                  </a:cubicBezTo>
                  <a:cubicBezTo>
                    <a:pt x="49" y="27"/>
                    <a:pt x="1" y="122"/>
                    <a:pt x="25" y="205"/>
                  </a:cubicBezTo>
                  <a:cubicBezTo>
                    <a:pt x="49" y="348"/>
                    <a:pt x="96" y="467"/>
                    <a:pt x="132" y="563"/>
                  </a:cubicBezTo>
                  <a:cubicBezTo>
                    <a:pt x="156" y="646"/>
                    <a:pt x="215" y="670"/>
                    <a:pt x="275" y="670"/>
                  </a:cubicBezTo>
                  <a:cubicBezTo>
                    <a:pt x="287" y="670"/>
                    <a:pt x="311" y="670"/>
                    <a:pt x="334" y="658"/>
                  </a:cubicBezTo>
                  <a:cubicBezTo>
                    <a:pt x="430" y="646"/>
                    <a:pt x="465" y="551"/>
                    <a:pt x="453" y="467"/>
                  </a:cubicBezTo>
                  <a:cubicBezTo>
                    <a:pt x="430" y="360"/>
                    <a:pt x="382" y="253"/>
                    <a:pt x="346" y="122"/>
                  </a:cubicBezTo>
                  <a:cubicBezTo>
                    <a:pt x="325" y="39"/>
                    <a:pt x="250"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65"/>
            <p:cNvSpPr/>
            <p:nvPr/>
          </p:nvSpPr>
          <p:spPr>
            <a:xfrm>
              <a:off x="7257055" y="3498936"/>
              <a:ext cx="60382" cy="32472"/>
            </a:xfrm>
            <a:custGeom>
              <a:avLst/>
              <a:gdLst/>
              <a:ahLst/>
              <a:cxnLst/>
              <a:rect l="l" t="t" r="r" b="b"/>
              <a:pathLst>
                <a:path w="1906" h="1025" extrusionOk="0">
                  <a:moveTo>
                    <a:pt x="1525" y="322"/>
                  </a:moveTo>
                  <a:cubicBezTo>
                    <a:pt x="1465" y="536"/>
                    <a:pt x="1227" y="703"/>
                    <a:pt x="941" y="703"/>
                  </a:cubicBezTo>
                  <a:cubicBezTo>
                    <a:pt x="656" y="703"/>
                    <a:pt x="430" y="548"/>
                    <a:pt x="346" y="322"/>
                  </a:cubicBezTo>
                  <a:close/>
                  <a:moveTo>
                    <a:pt x="168" y="1"/>
                  </a:moveTo>
                  <a:cubicBezTo>
                    <a:pt x="72" y="1"/>
                    <a:pt x="1" y="72"/>
                    <a:pt x="1" y="167"/>
                  </a:cubicBezTo>
                  <a:cubicBezTo>
                    <a:pt x="1" y="644"/>
                    <a:pt x="430" y="1025"/>
                    <a:pt x="953" y="1025"/>
                  </a:cubicBezTo>
                  <a:cubicBezTo>
                    <a:pt x="1477" y="1025"/>
                    <a:pt x="1906" y="644"/>
                    <a:pt x="1906" y="167"/>
                  </a:cubicBezTo>
                  <a:cubicBezTo>
                    <a:pt x="1894" y="72"/>
                    <a:pt x="182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4" name="Google Shape;11204;p65"/>
          <p:cNvGrpSpPr/>
          <p:nvPr/>
        </p:nvGrpSpPr>
        <p:grpSpPr>
          <a:xfrm>
            <a:off x="6703732" y="3171536"/>
            <a:ext cx="264813" cy="352693"/>
            <a:chOff x="6703732" y="3346936"/>
            <a:chExt cx="264813" cy="352693"/>
          </a:xfrm>
        </p:grpSpPr>
        <p:sp>
          <p:nvSpPr>
            <p:cNvPr id="11205" name="Google Shape;11205;p65"/>
            <p:cNvSpPr/>
            <p:nvPr/>
          </p:nvSpPr>
          <p:spPr>
            <a:xfrm>
              <a:off x="6797283" y="3468777"/>
              <a:ext cx="10581" cy="15872"/>
            </a:xfrm>
            <a:custGeom>
              <a:avLst/>
              <a:gdLst/>
              <a:ahLst/>
              <a:cxnLst/>
              <a:rect l="l" t="t" r="r" b="b"/>
              <a:pathLst>
                <a:path w="334" h="501" extrusionOk="0">
                  <a:moveTo>
                    <a:pt x="167" y="0"/>
                  </a:moveTo>
                  <a:cubicBezTo>
                    <a:pt x="84" y="0"/>
                    <a:pt x="0" y="72"/>
                    <a:pt x="0" y="167"/>
                  </a:cubicBezTo>
                  <a:lnTo>
                    <a:pt x="0" y="345"/>
                  </a:lnTo>
                  <a:cubicBezTo>
                    <a:pt x="0" y="429"/>
                    <a:pt x="84" y="500"/>
                    <a:pt x="167" y="500"/>
                  </a:cubicBezTo>
                  <a:cubicBezTo>
                    <a:pt x="262" y="500"/>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65"/>
            <p:cNvSpPr/>
            <p:nvPr/>
          </p:nvSpPr>
          <p:spPr>
            <a:xfrm>
              <a:off x="6863272" y="3468777"/>
              <a:ext cx="10613" cy="15872"/>
            </a:xfrm>
            <a:custGeom>
              <a:avLst/>
              <a:gdLst/>
              <a:ahLst/>
              <a:cxnLst/>
              <a:rect l="l" t="t" r="r" b="b"/>
              <a:pathLst>
                <a:path w="335"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65"/>
            <p:cNvSpPr/>
            <p:nvPr/>
          </p:nvSpPr>
          <p:spPr>
            <a:xfrm>
              <a:off x="6814231" y="3507712"/>
              <a:ext cx="43433" cy="15777"/>
            </a:xfrm>
            <a:custGeom>
              <a:avLst/>
              <a:gdLst/>
              <a:ahLst/>
              <a:cxnLst/>
              <a:rect l="l" t="t" r="r" b="b"/>
              <a:pathLst>
                <a:path w="1371" h="498" extrusionOk="0">
                  <a:moveTo>
                    <a:pt x="174" y="0"/>
                  </a:moveTo>
                  <a:cubicBezTo>
                    <a:pt x="132" y="0"/>
                    <a:pt x="90" y="15"/>
                    <a:pt x="60" y="45"/>
                  </a:cubicBezTo>
                  <a:cubicBezTo>
                    <a:pt x="1" y="105"/>
                    <a:pt x="1" y="212"/>
                    <a:pt x="60" y="271"/>
                  </a:cubicBezTo>
                  <a:cubicBezTo>
                    <a:pt x="203" y="402"/>
                    <a:pt x="441" y="497"/>
                    <a:pt x="703" y="497"/>
                  </a:cubicBezTo>
                  <a:cubicBezTo>
                    <a:pt x="953" y="497"/>
                    <a:pt x="1192" y="402"/>
                    <a:pt x="1346" y="271"/>
                  </a:cubicBezTo>
                  <a:cubicBezTo>
                    <a:pt x="1370" y="212"/>
                    <a:pt x="1370" y="105"/>
                    <a:pt x="1311" y="45"/>
                  </a:cubicBezTo>
                  <a:cubicBezTo>
                    <a:pt x="1281" y="15"/>
                    <a:pt x="1242" y="0"/>
                    <a:pt x="1203" y="0"/>
                  </a:cubicBezTo>
                  <a:cubicBezTo>
                    <a:pt x="1165" y="0"/>
                    <a:pt x="1126" y="15"/>
                    <a:pt x="1096" y="45"/>
                  </a:cubicBezTo>
                  <a:cubicBezTo>
                    <a:pt x="1037" y="105"/>
                    <a:pt x="882" y="188"/>
                    <a:pt x="692" y="188"/>
                  </a:cubicBezTo>
                  <a:cubicBezTo>
                    <a:pt x="477" y="188"/>
                    <a:pt x="346" y="105"/>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8" name="Google Shape;11208;p65"/>
            <p:cNvSpPr/>
            <p:nvPr/>
          </p:nvSpPr>
          <p:spPr>
            <a:xfrm>
              <a:off x="6902143" y="3489876"/>
              <a:ext cx="32" cy="412"/>
            </a:xfrm>
            <a:custGeom>
              <a:avLst/>
              <a:gdLst/>
              <a:ahLst/>
              <a:cxnLst/>
              <a:rect l="l" t="t" r="r" b="b"/>
              <a:pathLst>
                <a:path w="1" h="13" extrusionOk="0">
                  <a:moveTo>
                    <a:pt x="0" y="13"/>
                  </a:moveTo>
                  <a:cubicBezTo>
                    <a:pt x="0" y="1"/>
                    <a:pt x="0" y="13"/>
                    <a:pt x="0" y="13"/>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65"/>
            <p:cNvSpPr/>
            <p:nvPr/>
          </p:nvSpPr>
          <p:spPr>
            <a:xfrm>
              <a:off x="6703732" y="3346936"/>
              <a:ext cx="264813" cy="352693"/>
            </a:xfrm>
            <a:custGeom>
              <a:avLst/>
              <a:gdLst/>
              <a:ahLst/>
              <a:cxnLst/>
              <a:rect l="l" t="t" r="r" b="b"/>
              <a:pathLst>
                <a:path w="8359" h="11133" extrusionOk="0">
                  <a:moveTo>
                    <a:pt x="4120" y="346"/>
                  </a:moveTo>
                  <a:cubicBezTo>
                    <a:pt x="5668" y="346"/>
                    <a:pt x="6918" y="1596"/>
                    <a:pt x="6918" y="3144"/>
                  </a:cubicBezTo>
                  <a:lnTo>
                    <a:pt x="6918" y="8081"/>
                  </a:lnTo>
                  <a:lnTo>
                    <a:pt x="6918" y="8081"/>
                  </a:lnTo>
                  <a:lnTo>
                    <a:pt x="6049" y="7787"/>
                  </a:lnTo>
                  <a:cubicBezTo>
                    <a:pt x="6037" y="7763"/>
                    <a:pt x="6037" y="7739"/>
                    <a:pt x="6013" y="7716"/>
                  </a:cubicBezTo>
                  <a:lnTo>
                    <a:pt x="5608" y="7311"/>
                  </a:lnTo>
                  <a:cubicBezTo>
                    <a:pt x="5537" y="7239"/>
                    <a:pt x="5442" y="7204"/>
                    <a:pt x="5358" y="7204"/>
                  </a:cubicBezTo>
                  <a:lnTo>
                    <a:pt x="5358" y="6608"/>
                  </a:lnTo>
                  <a:cubicBezTo>
                    <a:pt x="5727" y="6406"/>
                    <a:pt x="6037" y="6084"/>
                    <a:pt x="6251" y="5715"/>
                  </a:cubicBezTo>
                  <a:lnTo>
                    <a:pt x="6251" y="7299"/>
                  </a:lnTo>
                  <a:cubicBezTo>
                    <a:pt x="6251" y="7382"/>
                    <a:pt x="6323" y="7466"/>
                    <a:pt x="6406" y="7466"/>
                  </a:cubicBezTo>
                  <a:cubicBezTo>
                    <a:pt x="6501" y="7466"/>
                    <a:pt x="6573" y="7382"/>
                    <a:pt x="6573" y="7299"/>
                  </a:cubicBezTo>
                  <a:lnTo>
                    <a:pt x="6573" y="4144"/>
                  </a:lnTo>
                  <a:cubicBezTo>
                    <a:pt x="6573" y="3882"/>
                    <a:pt x="6394" y="3667"/>
                    <a:pt x="6144" y="3620"/>
                  </a:cubicBezTo>
                  <a:cubicBezTo>
                    <a:pt x="5858" y="3572"/>
                    <a:pt x="5108" y="3370"/>
                    <a:pt x="4418" y="2370"/>
                  </a:cubicBezTo>
                  <a:cubicBezTo>
                    <a:pt x="4358" y="2274"/>
                    <a:pt x="4251" y="2215"/>
                    <a:pt x="4132" y="2215"/>
                  </a:cubicBezTo>
                  <a:cubicBezTo>
                    <a:pt x="4025" y="2215"/>
                    <a:pt x="3918" y="2274"/>
                    <a:pt x="3846" y="2370"/>
                  </a:cubicBezTo>
                  <a:cubicBezTo>
                    <a:pt x="3739" y="2536"/>
                    <a:pt x="3608" y="2679"/>
                    <a:pt x="3477" y="2810"/>
                  </a:cubicBezTo>
                  <a:cubicBezTo>
                    <a:pt x="3418" y="2870"/>
                    <a:pt x="3418" y="2977"/>
                    <a:pt x="3489" y="3036"/>
                  </a:cubicBezTo>
                  <a:cubicBezTo>
                    <a:pt x="3517" y="3065"/>
                    <a:pt x="3557" y="3080"/>
                    <a:pt x="3596" y="3080"/>
                  </a:cubicBezTo>
                  <a:cubicBezTo>
                    <a:pt x="3640" y="3080"/>
                    <a:pt x="3684" y="3062"/>
                    <a:pt x="3715" y="3025"/>
                  </a:cubicBezTo>
                  <a:cubicBezTo>
                    <a:pt x="3858" y="2870"/>
                    <a:pt x="3977" y="2715"/>
                    <a:pt x="4120" y="2536"/>
                  </a:cubicBezTo>
                  <a:lnTo>
                    <a:pt x="4144" y="2536"/>
                  </a:lnTo>
                  <a:cubicBezTo>
                    <a:pt x="4299" y="2739"/>
                    <a:pt x="4537" y="3036"/>
                    <a:pt x="4846" y="3322"/>
                  </a:cubicBezTo>
                  <a:cubicBezTo>
                    <a:pt x="5227" y="3656"/>
                    <a:pt x="5644" y="3858"/>
                    <a:pt x="6085" y="3929"/>
                  </a:cubicBezTo>
                  <a:cubicBezTo>
                    <a:pt x="6168" y="3953"/>
                    <a:pt x="6227" y="4037"/>
                    <a:pt x="6227" y="4120"/>
                  </a:cubicBezTo>
                  <a:lnTo>
                    <a:pt x="6227" y="4501"/>
                  </a:lnTo>
                  <a:cubicBezTo>
                    <a:pt x="6227" y="5656"/>
                    <a:pt x="5287" y="6596"/>
                    <a:pt x="4132" y="6596"/>
                  </a:cubicBezTo>
                  <a:cubicBezTo>
                    <a:pt x="2965" y="6596"/>
                    <a:pt x="2036" y="5656"/>
                    <a:pt x="2036" y="4513"/>
                  </a:cubicBezTo>
                  <a:lnTo>
                    <a:pt x="2036" y="4144"/>
                  </a:lnTo>
                  <a:cubicBezTo>
                    <a:pt x="2036" y="4048"/>
                    <a:pt x="2096" y="3965"/>
                    <a:pt x="2179" y="3953"/>
                  </a:cubicBezTo>
                  <a:cubicBezTo>
                    <a:pt x="2525" y="3894"/>
                    <a:pt x="2846" y="3751"/>
                    <a:pt x="3179" y="3537"/>
                  </a:cubicBezTo>
                  <a:cubicBezTo>
                    <a:pt x="3251" y="3489"/>
                    <a:pt x="3263" y="3382"/>
                    <a:pt x="3227" y="3310"/>
                  </a:cubicBezTo>
                  <a:cubicBezTo>
                    <a:pt x="3196" y="3264"/>
                    <a:pt x="3141" y="3238"/>
                    <a:pt x="3086" y="3238"/>
                  </a:cubicBezTo>
                  <a:cubicBezTo>
                    <a:pt x="3056" y="3238"/>
                    <a:pt x="3026" y="3246"/>
                    <a:pt x="3001" y="3263"/>
                  </a:cubicBezTo>
                  <a:cubicBezTo>
                    <a:pt x="2715" y="3453"/>
                    <a:pt x="2429" y="3572"/>
                    <a:pt x="2132" y="3632"/>
                  </a:cubicBezTo>
                  <a:cubicBezTo>
                    <a:pt x="1894" y="3679"/>
                    <a:pt x="1703" y="3894"/>
                    <a:pt x="1703" y="4156"/>
                  </a:cubicBezTo>
                  <a:lnTo>
                    <a:pt x="1703" y="7311"/>
                  </a:lnTo>
                  <a:cubicBezTo>
                    <a:pt x="1703" y="7406"/>
                    <a:pt x="1774" y="7477"/>
                    <a:pt x="1870" y="7477"/>
                  </a:cubicBezTo>
                  <a:cubicBezTo>
                    <a:pt x="1953" y="7477"/>
                    <a:pt x="2036" y="7406"/>
                    <a:pt x="2036" y="7311"/>
                  </a:cubicBezTo>
                  <a:lnTo>
                    <a:pt x="2036" y="5739"/>
                  </a:lnTo>
                  <a:cubicBezTo>
                    <a:pt x="2239" y="6108"/>
                    <a:pt x="2548" y="6418"/>
                    <a:pt x="2929" y="6632"/>
                  </a:cubicBezTo>
                  <a:lnTo>
                    <a:pt x="2929" y="7227"/>
                  </a:lnTo>
                  <a:cubicBezTo>
                    <a:pt x="2834" y="7227"/>
                    <a:pt x="2751" y="7251"/>
                    <a:pt x="2667" y="7323"/>
                  </a:cubicBezTo>
                  <a:lnTo>
                    <a:pt x="2275" y="7728"/>
                  </a:lnTo>
                  <a:cubicBezTo>
                    <a:pt x="2251" y="7739"/>
                    <a:pt x="2239" y="7775"/>
                    <a:pt x="2227" y="7799"/>
                  </a:cubicBezTo>
                  <a:lnTo>
                    <a:pt x="1322" y="8120"/>
                  </a:lnTo>
                  <a:lnTo>
                    <a:pt x="1322" y="3144"/>
                  </a:lnTo>
                  <a:cubicBezTo>
                    <a:pt x="1322" y="1596"/>
                    <a:pt x="2572" y="346"/>
                    <a:pt x="4120" y="346"/>
                  </a:cubicBezTo>
                  <a:close/>
                  <a:moveTo>
                    <a:pt x="5037" y="6787"/>
                  </a:moveTo>
                  <a:lnTo>
                    <a:pt x="5037" y="7418"/>
                  </a:lnTo>
                  <a:lnTo>
                    <a:pt x="4168" y="8299"/>
                  </a:lnTo>
                  <a:lnTo>
                    <a:pt x="3287" y="7418"/>
                  </a:lnTo>
                  <a:lnTo>
                    <a:pt x="3287" y="6787"/>
                  </a:lnTo>
                  <a:cubicBezTo>
                    <a:pt x="3548" y="6894"/>
                    <a:pt x="3846" y="6954"/>
                    <a:pt x="4168" y="6954"/>
                  </a:cubicBezTo>
                  <a:cubicBezTo>
                    <a:pt x="4477" y="6954"/>
                    <a:pt x="4775" y="6894"/>
                    <a:pt x="5037" y="6787"/>
                  </a:cubicBezTo>
                  <a:close/>
                  <a:moveTo>
                    <a:pt x="2953" y="7549"/>
                  </a:moveTo>
                  <a:lnTo>
                    <a:pt x="3929" y="8513"/>
                  </a:lnTo>
                  <a:lnTo>
                    <a:pt x="3191" y="9132"/>
                  </a:lnTo>
                  <a:lnTo>
                    <a:pt x="3167" y="9132"/>
                  </a:lnTo>
                  <a:lnTo>
                    <a:pt x="2620" y="7882"/>
                  </a:lnTo>
                  <a:lnTo>
                    <a:pt x="2941" y="7549"/>
                  </a:lnTo>
                  <a:close/>
                  <a:moveTo>
                    <a:pt x="5346" y="7561"/>
                  </a:moveTo>
                  <a:lnTo>
                    <a:pt x="5680" y="7894"/>
                  </a:lnTo>
                  <a:lnTo>
                    <a:pt x="5644" y="7966"/>
                  </a:lnTo>
                  <a:cubicBezTo>
                    <a:pt x="5620" y="8061"/>
                    <a:pt x="5644" y="8144"/>
                    <a:pt x="5739" y="8168"/>
                  </a:cubicBezTo>
                  <a:cubicBezTo>
                    <a:pt x="5759" y="8178"/>
                    <a:pt x="5782" y="8183"/>
                    <a:pt x="5804" y="8183"/>
                  </a:cubicBezTo>
                  <a:cubicBezTo>
                    <a:pt x="5860" y="8183"/>
                    <a:pt x="5916" y="8155"/>
                    <a:pt x="5942" y="8120"/>
                  </a:cubicBezTo>
                  <a:lnTo>
                    <a:pt x="6180" y="8192"/>
                  </a:lnTo>
                  <a:lnTo>
                    <a:pt x="6168" y="8359"/>
                  </a:lnTo>
                  <a:cubicBezTo>
                    <a:pt x="6037" y="9347"/>
                    <a:pt x="5180" y="10109"/>
                    <a:pt x="4168" y="10109"/>
                  </a:cubicBezTo>
                  <a:cubicBezTo>
                    <a:pt x="3156" y="10109"/>
                    <a:pt x="2286" y="9347"/>
                    <a:pt x="2155" y="8359"/>
                  </a:cubicBezTo>
                  <a:lnTo>
                    <a:pt x="2120" y="8168"/>
                  </a:lnTo>
                  <a:lnTo>
                    <a:pt x="2346" y="8097"/>
                  </a:lnTo>
                  <a:lnTo>
                    <a:pt x="2870" y="9263"/>
                  </a:lnTo>
                  <a:cubicBezTo>
                    <a:pt x="2917" y="9359"/>
                    <a:pt x="3001" y="9418"/>
                    <a:pt x="3108" y="9454"/>
                  </a:cubicBezTo>
                  <a:cubicBezTo>
                    <a:pt x="3132" y="9454"/>
                    <a:pt x="3156" y="9466"/>
                    <a:pt x="3179" y="9466"/>
                  </a:cubicBezTo>
                  <a:cubicBezTo>
                    <a:pt x="3251" y="9466"/>
                    <a:pt x="3334" y="9442"/>
                    <a:pt x="3394" y="9394"/>
                  </a:cubicBezTo>
                  <a:lnTo>
                    <a:pt x="4144" y="8751"/>
                  </a:lnTo>
                  <a:lnTo>
                    <a:pt x="4906" y="9394"/>
                  </a:lnTo>
                  <a:cubicBezTo>
                    <a:pt x="4965" y="9442"/>
                    <a:pt x="5037" y="9466"/>
                    <a:pt x="5120" y="9466"/>
                  </a:cubicBezTo>
                  <a:cubicBezTo>
                    <a:pt x="5144" y="9466"/>
                    <a:pt x="5156" y="9466"/>
                    <a:pt x="5192" y="9454"/>
                  </a:cubicBezTo>
                  <a:cubicBezTo>
                    <a:pt x="5299" y="9418"/>
                    <a:pt x="5382" y="9359"/>
                    <a:pt x="5430" y="9263"/>
                  </a:cubicBezTo>
                  <a:lnTo>
                    <a:pt x="5680" y="8704"/>
                  </a:lnTo>
                  <a:cubicBezTo>
                    <a:pt x="5715" y="8620"/>
                    <a:pt x="5680" y="8525"/>
                    <a:pt x="5596" y="8501"/>
                  </a:cubicBezTo>
                  <a:cubicBezTo>
                    <a:pt x="5571" y="8492"/>
                    <a:pt x="5547" y="8488"/>
                    <a:pt x="5525" y="8488"/>
                  </a:cubicBezTo>
                  <a:cubicBezTo>
                    <a:pt x="5461" y="8488"/>
                    <a:pt x="5408" y="8523"/>
                    <a:pt x="5382" y="8585"/>
                  </a:cubicBezTo>
                  <a:lnTo>
                    <a:pt x="5132" y="9144"/>
                  </a:lnTo>
                  <a:lnTo>
                    <a:pt x="5096" y="9144"/>
                  </a:lnTo>
                  <a:lnTo>
                    <a:pt x="4370" y="8525"/>
                  </a:lnTo>
                  <a:lnTo>
                    <a:pt x="5334" y="7561"/>
                  </a:lnTo>
                  <a:close/>
                  <a:moveTo>
                    <a:pt x="4168" y="0"/>
                  </a:moveTo>
                  <a:cubicBezTo>
                    <a:pt x="2441" y="0"/>
                    <a:pt x="1036" y="1405"/>
                    <a:pt x="1036" y="3132"/>
                  </a:cubicBezTo>
                  <a:lnTo>
                    <a:pt x="1036" y="8216"/>
                  </a:lnTo>
                  <a:lnTo>
                    <a:pt x="798" y="8311"/>
                  </a:lnTo>
                  <a:cubicBezTo>
                    <a:pt x="322" y="8478"/>
                    <a:pt x="0" y="8930"/>
                    <a:pt x="0" y="9454"/>
                  </a:cubicBezTo>
                  <a:lnTo>
                    <a:pt x="0" y="10978"/>
                  </a:lnTo>
                  <a:cubicBezTo>
                    <a:pt x="0" y="11061"/>
                    <a:pt x="72" y="11133"/>
                    <a:pt x="155" y="11133"/>
                  </a:cubicBezTo>
                  <a:cubicBezTo>
                    <a:pt x="250" y="11133"/>
                    <a:pt x="322" y="11061"/>
                    <a:pt x="322" y="10978"/>
                  </a:cubicBezTo>
                  <a:lnTo>
                    <a:pt x="322" y="9454"/>
                  </a:lnTo>
                  <a:cubicBezTo>
                    <a:pt x="322" y="9347"/>
                    <a:pt x="334" y="9252"/>
                    <a:pt x="381" y="9144"/>
                  </a:cubicBezTo>
                  <a:lnTo>
                    <a:pt x="1203" y="9847"/>
                  </a:lnTo>
                  <a:cubicBezTo>
                    <a:pt x="1322" y="9942"/>
                    <a:pt x="1393" y="10097"/>
                    <a:pt x="1393" y="10240"/>
                  </a:cubicBezTo>
                  <a:lnTo>
                    <a:pt x="1393" y="10978"/>
                  </a:lnTo>
                  <a:cubicBezTo>
                    <a:pt x="1393" y="11061"/>
                    <a:pt x="1465" y="11133"/>
                    <a:pt x="1560" y="11133"/>
                  </a:cubicBezTo>
                  <a:cubicBezTo>
                    <a:pt x="1643" y="11133"/>
                    <a:pt x="1715" y="11061"/>
                    <a:pt x="1715" y="10978"/>
                  </a:cubicBezTo>
                  <a:lnTo>
                    <a:pt x="1715" y="10240"/>
                  </a:lnTo>
                  <a:cubicBezTo>
                    <a:pt x="1715" y="9990"/>
                    <a:pt x="1620" y="9752"/>
                    <a:pt x="1417" y="9585"/>
                  </a:cubicBezTo>
                  <a:lnTo>
                    <a:pt x="560" y="8847"/>
                  </a:lnTo>
                  <a:cubicBezTo>
                    <a:pt x="643" y="8740"/>
                    <a:pt x="786" y="8656"/>
                    <a:pt x="917" y="8609"/>
                  </a:cubicBezTo>
                  <a:lnTo>
                    <a:pt x="1822" y="8275"/>
                  </a:lnTo>
                  <a:lnTo>
                    <a:pt x="1834" y="8382"/>
                  </a:lnTo>
                  <a:cubicBezTo>
                    <a:pt x="1917" y="8954"/>
                    <a:pt x="2191" y="9466"/>
                    <a:pt x="2632" y="9847"/>
                  </a:cubicBezTo>
                  <a:cubicBezTo>
                    <a:pt x="3060" y="10216"/>
                    <a:pt x="3608" y="10418"/>
                    <a:pt x="4180" y="10418"/>
                  </a:cubicBezTo>
                  <a:cubicBezTo>
                    <a:pt x="4739" y="10418"/>
                    <a:pt x="5287" y="10216"/>
                    <a:pt x="5727" y="9847"/>
                  </a:cubicBezTo>
                  <a:cubicBezTo>
                    <a:pt x="6156" y="9466"/>
                    <a:pt x="6430" y="8954"/>
                    <a:pt x="6513" y="8382"/>
                  </a:cubicBezTo>
                  <a:lnTo>
                    <a:pt x="6525" y="8275"/>
                  </a:lnTo>
                  <a:lnTo>
                    <a:pt x="7430" y="8609"/>
                  </a:lnTo>
                  <a:cubicBezTo>
                    <a:pt x="7573" y="8656"/>
                    <a:pt x="7704" y="8740"/>
                    <a:pt x="7787" y="8847"/>
                  </a:cubicBezTo>
                  <a:lnTo>
                    <a:pt x="6930" y="9585"/>
                  </a:lnTo>
                  <a:cubicBezTo>
                    <a:pt x="6739" y="9752"/>
                    <a:pt x="6632" y="9990"/>
                    <a:pt x="6632" y="10240"/>
                  </a:cubicBezTo>
                  <a:lnTo>
                    <a:pt x="6632" y="10978"/>
                  </a:lnTo>
                  <a:cubicBezTo>
                    <a:pt x="6632" y="11061"/>
                    <a:pt x="6704" y="11133"/>
                    <a:pt x="6799" y="11133"/>
                  </a:cubicBezTo>
                  <a:cubicBezTo>
                    <a:pt x="6882" y="11133"/>
                    <a:pt x="6954" y="11061"/>
                    <a:pt x="6954" y="10978"/>
                  </a:cubicBezTo>
                  <a:lnTo>
                    <a:pt x="6954" y="10240"/>
                  </a:lnTo>
                  <a:cubicBezTo>
                    <a:pt x="6954" y="10097"/>
                    <a:pt x="7037" y="9942"/>
                    <a:pt x="7156" y="9847"/>
                  </a:cubicBezTo>
                  <a:lnTo>
                    <a:pt x="7966" y="9144"/>
                  </a:lnTo>
                  <a:cubicBezTo>
                    <a:pt x="8001" y="9252"/>
                    <a:pt x="8025" y="9347"/>
                    <a:pt x="8025" y="9454"/>
                  </a:cubicBezTo>
                  <a:lnTo>
                    <a:pt x="8025" y="10978"/>
                  </a:lnTo>
                  <a:cubicBezTo>
                    <a:pt x="8025" y="11061"/>
                    <a:pt x="8109" y="11133"/>
                    <a:pt x="8192" y="11133"/>
                  </a:cubicBezTo>
                  <a:cubicBezTo>
                    <a:pt x="8287" y="11133"/>
                    <a:pt x="8359" y="11061"/>
                    <a:pt x="8359" y="10978"/>
                  </a:cubicBezTo>
                  <a:lnTo>
                    <a:pt x="8359" y="9454"/>
                  </a:lnTo>
                  <a:cubicBezTo>
                    <a:pt x="8335" y="8930"/>
                    <a:pt x="8001" y="8478"/>
                    <a:pt x="7525" y="8311"/>
                  </a:cubicBezTo>
                  <a:lnTo>
                    <a:pt x="7287" y="8216"/>
                  </a:lnTo>
                  <a:lnTo>
                    <a:pt x="7287" y="3132"/>
                  </a:lnTo>
                  <a:cubicBezTo>
                    <a:pt x="7287" y="1405"/>
                    <a:pt x="5894"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0" name="Google Shape;11210;p65"/>
          <p:cNvGrpSpPr/>
          <p:nvPr/>
        </p:nvGrpSpPr>
        <p:grpSpPr>
          <a:xfrm>
            <a:off x="6252228" y="3171536"/>
            <a:ext cx="265193" cy="352693"/>
            <a:chOff x="6252228" y="3346936"/>
            <a:chExt cx="265193" cy="352693"/>
          </a:xfrm>
        </p:grpSpPr>
        <p:sp>
          <p:nvSpPr>
            <p:cNvPr id="11211" name="Google Shape;11211;p65"/>
            <p:cNvSpPr/>
            <p:nvPr/>
          </p:nvSpPr>
          <p:spPr>
            <a:xfrm>
              <a:off x="6252228" y="3346936"/>
              <a:ext cx="265193" cy="352693"/>
            </a:xfrm>
            <a:custGeom>
              <a:avLst/>
              <a:gdLst/>
              <a:ahLst/>
              <a:cxnLst/>
              <a:rect l="l" t="t" r="r" b="b"/>
              <a:pathLst>
                <a:path w="8371" h="11133" extrusionOk="0">
                  <a:moveTo>
                    <a:pt x="4156" y="2941"/>
                  </a:moveTo>
                  <a:cubicBezTo>
                    <a:pt x="4370" y="2941"/>
                    <a:pt x="4585" y="2953"/>
                    <a:pt x="4787" y="2965"/>
                  </a:cubicBezTo>
                  <a:cubicBezTo>
                    <a:pt x="3811" y="3560"/>
                    <a:pt x="2537" y="3775"/>
                    <a:pt x="2060" y="3810"/>
                  </a:cubicBezTo>
                  <a:lnTo>
                    <a:pt x="2060" y="3656"/>
                  </a:lnTo>
                  <a:cubicBezTo>
                    <a:pt x="2060" y="3358"/>
                    <a:pt x="2858" y="2941"/>
                    <a:pt x="4156" y="2941"/>
                  </a:cubicBezTo>
                  <a:close/>
                  <a:moveTo>
                    <a:pt x="4168" y="2239"/>
                  </a:moveTo>
                  <a:cubicBezTo>
                    <a:pt x="5466" y="2239"/>
                    <a:pt x="6275" y="2655"/>
                    <a:pt x="6275" y="2953"/>
                  </a:cubicBezTo>
                  <a:lnTo>
                    <a:pt x="6275" y="3108"/>
                  </a:lnTo>
                  <a:cubicBezTo>
                    <a:pt x="6242" y="3089"/>
                    <a:pt x="6207" y="3079"/>
                    <a:pt x="6173" y="3079"/>
                  </a:cubicBezTo>
                  <a:cubicBezTo>
                    <a:pt x="6123" y="3079"/>
                    <a:pt x="6078" y="3101"/>
                    <a:pt x="6049" y="3144"/>
                  </a:cubicBezTo>
                  <a:cubicBezTo>
                    <a:pt x="5989" y="3215"/>
                    <a:pt x="6001" y="3322"/>
                    <a:pt x="6073" y="3382"/>
                  </a:cubicBezTo>
                  <a:cubicBezTo>
                    <a:pt x="6168" y="3441"/>
                    <a:pt x="6275" y="3548"/>
                    <a:pt x="6275" y="3656"/>
                  </a:cubicBezTo>
                  <a:lnTo>
                    <a:pt x="6275" y="4358"/>
                  </a:lnTo>
                  <a:lnTo>
                    <a:pt x="4513" y="4358"/>
                  </a:lnTo>
                  <a:cubicBezTo>
                    <a:pt x="4430" y="4358"/>
                    <a:pt x="4346" y="4441"/>
                    <a:pt x="4346" y="4525"/>
                  </a:cubicBezTo>
                  <a:lnTo>
                    <a:pt x="4346" y="4549"/>
                  </a:lnTo>
                  <a:lnTo>
                    <a:pt x="3977" y="4549"/>
                  </a:lnTo>
                  <a:lnTo>
                    <a:pt x="3977" y="4525"/>
                  </a:lnTo>
                  <a:cubicBezTo>
                    <a:pt x="3977" y="4441"/>
                    <a:pt x="3906" y="4358"/>
                    <a:pt x="3811" y="4358"/>
                  </a:cubicBezTo>
                  <a:lnTo>
                    <a:pt x="2060" y="4358"/>
                  </a:lnTo>
                  <a:lnTo>
                    <a:pt x="2060" y="4156"/>
                  </a:lnTo>
                  <a:cubicBezTo>
                    <a:pt x="2560" y="4096"/>
                    <a:pt x="4168" y="3870"/>
                    <a:pt x="5263" y="3072"/>
                  </a:cubicBezTo>
                  <a:cubicBezTo>
                    <a:pt x="5347" y="3084"/>
                    <a:pt x="5442" y="3108"/>
                    <a:pt x="5513" y="3132"/>
                  </a:cubicBezTo>
                  <a:cubicBezTo>
                    <a:pt x="5526" y="3135"/>
                    <a:pt x="5539" y="3137"/>
                    <a:pt x="5552" y="3137"/>
                  </a:cubicBezTo>
                  <a:cubicBezTo>
                    <a:pt x="5624" y="3137"/>
                    <a:pt x="5695" y="3085"/>
                    <a:pt x="5716" y="3025"/>
                  </a:cubicBezTo>
                  <a:cubicBezTo>
                    <a:pt x="5751" y="2929"/>
                    <a:pt x="5692" y="2846"/>
                    <a:pt x="5620" y="2810"/>
                  </a:cubicBezTo>
                  <a:cubicBezTo>
                    <a:pt x="5204" y="2703"/>
                    <a:pt x="4704" y="2620"/>
                    <a:pt x="4168" y="2620"/>
                  </a:cubicBezTo>
                  <a:cubicBezTo>
                    <a:pt x="3370" y="2620"/>
                    <a:pt x="2525" y="2798"/>
                    <a:pt x="2072" y="3108"/>
                  </a:cubicBezTo>
                  <a:lnTo>
                    <a:pt x="2072" y="2953"/>
                  </a:lnTo>
                  <a:cubicBezTo>
                    <a:pt x="2072" y="2655"/>
                    <a:pt x="2882" y="2239"/>
                    <a:pt x="4168" y="2239"/>
                  </a:cubicBezTo>
                  <a:close/>
                  <a:moveTo>
                    <a:pt x="3668" y="4680"/>
                  </a:moveTo>
                  <a:lnTo>
                    <a:pt x="3668" y="4858"/>
                  </a:lnTo>
                  <a:cubicBezTo>
                    <a:pt x="3668" y="5156"/>
                    <a:pt x="3430" y="5394"/>
                    <a:pt x="3132" y="5394"/>
                  </a:cubicBezTo>
                  <a:cubicBezTo>
                    <a:pt x="2834" y="5394"/>
                    <a:pt x="2596" y="5156"/>
                    <a:pt x="2596" y="4858"/>
                  </a:cubicBezTo>
                  <a:lnTo>
                    <a:pt x="2596" y="4680"/>
                  </a:lnTo>
                  <a:lnTo>
                    <a:pt x="2965" y="4680"/>
                  </a:lnTo>
                  <a:lnTo>
                    <a:pt x="2965" y="4870"/>
                  </a:lnTo>
                  <a:cubicBezTo>
                    <a:pt x="2965" y="4965"/>
                    <a:pt x="3037" y="5037"/>
                    <a:pt x="3132" y="5037"/>
                  </a:cubicBezTo>
                  <a:cubicBezTo>
                    <a:pt x="3215" y="5037"/>
                    <a:pt x="3299" y="4965"/>
                    <a:pt x="3299" y="4870"/>
                  </a:cubicBezTo>
                  <a:lnTo>
                    <a:pt x="3299" y="4680"/>
                  </a:lnTo>
                  <a:close/>
                  <a:moveTo>
                    <a:pt x="5751" y="4680"/>
                  </a:moveTo>
                  <a:lnTo>
                    <a:pt x="5751" y="4858"/>
                  </a:lnTo>
                  <a:cubicBezTo>
                    <a:pt x="5751" y="5156"/>
                    <a:pt x="5513" y="5394"/>
                    <a:pt x="5216" y="5394"/>
                  </a:cubicBezTo>
                  <a:cubicBezTo>
                    <a:pt x="4918" y="5394"/>
                    <a:pt x="4680" y="5156"/>
                    <a:pt x="4680" y="4858"/>
                  </a:cubicBezTo>
                  <a:lnTo>
                    <a:pt x="4680" y="4680"/>
                  </a:lnTo>
                  <a:lnTo>
                    <a:pt x="5049" y="4680"/>
                  </a:lnTo>
                  <a:lnTo>
                    <a:pt x="5049" y="4870"/>
                  </a:lnTo>
                  <a:cubicBezTo>
                    <a:pt x="5049" y="4965"/>
                    <a:pt x="5120" y="5037"/>
                    <a:pt x="5216" y="5037"/>
                  </a:cubicBezTo>
                  <a:cubicBezTo>
                    <a:pt x="5299" y="5037"/>
                    <a:pt x="5382" y="4965"/>
                    <a:pt x="5382" y="4870"/>
                  </a:cubicBezTo>
                  <a:lnTo>
                    <a:pt x="5382" y="4680"/>
                  </a:lnTo>
                  <a:close/>
                  <a:moveTo>
                    <a:pt x="4168" y="334"/>
                  </a:moveTo>
                  <a:cubicBezTo>
                    <a:pt x="4299" y="334"/>
                    <a:pt x="4442" y="441"/>
                    <a:pt x="4585" y="536"/>
                  </a:cubicBezTo>
                  <a:cubicBezTo>
                    <a:pt x="4716" y="643"/>
                    <a:pt x="4870" y="750"/>
                    <a:pt x="5013" y="798"/>
                  </a:cubicBezTo>
                  <a:cubicBezTo>
                    <a:pt x="5088" y="814"/>
                    <a:pt x="5166" y="821"/>
                    <a:pt x="5245" y="821"/>
                  </a:cubicBezTo>
                  <a:cubicBezTo>
                    <a:pt x="5341" y="821"/>
                    <a:pt x="5439" y="811"/>
                    <a:pt x="5537" y="798"/>
                  </a:cubicBezTo>
                  <a:cubicBezTo>
                    <a:pt x="5626" y="786"/>
                    <a:pt x="5716" y="774"/>
                    <a:pt x="5796" y="774"/>
                  </a:cubicBezTo>
                  <a:cubicBezTo>
                    <a:pt x="5876" y="774"/>
                    <a:pt x="5948" y="786"/>
                    <a:pt x="6001" y="822"/>
                  </a:cubicBezTo>
                  <a:cubicBezTo>
                    <a:pt x="6109" y="881"/>
                    <a:pt x="6180" y="1048"/>
                    <a:pt x="6251" y="1215"/>
                  </a:cubicBezTo>
                  <a:cubicBezTo>
                    <a:pt x="6323" y="1370"/>
                    <a:pt x="6394" y="1536"/>
                    <a:pt x="6525" y="1655"/>
                  </a:cubicBezTo>
                  <a:cubicBezTo>
                    <a:pt x="6644" y="1774"/>
                    <a:pt x="6799" y="1846"/>
                    <a:pt x="6966" y="1929"/>
                  </a:cubicBezTo>
                  <a:cubicBezTo>
                    <a:pt x="7132" y="2001"/>
                    <a:pt x="7299" y="2072"/>
                    <a:pt x="7359" y="2179"/>
                  </a:cubicBezTo>
                  <a:cubicBezTo>
                    <a:pt x="7418" y="2286"/>
                    <a:pt x="7394" y="2465"/>
                    <a:pt x="7383" y="2644"/>
                  </a:cubicBezTo>
                  <a:cubicBezTo>
                    <a:pt x="7371" y="2822"/>
                    <a:pt x="7335" y="3001"/>
                    <a:pt x="7383" y="3156"/>
                  </a:cubicBezTo>
                  <a:cubicBezTo>
                    <a:pt x="7430" y="3322"/>
                    <a:pt x="7537" y="3453"/>
                    <a:pt x="7633" y="3596"/>
                  </a:cubicBezTo>
                  <a:cubicBezTo>
                    <a:pt x="7740" y="3739"/>
                    <a:pt x="7847" y="3870"/>
                    <a:pt x="7847" y="4013"/>
                  </a:cubicBezTo>
                  <a:cubicBezTo>
                    <a:pt x="7847" y="4144"/>
                    <a:pt x="7740" y="4275"/>
                    <a:pt x="7633" y="4429"/>
                  </a:cubicBezTo>
                  <a:cubicBezTo>
                    <a:pt x="7537" y="4560"/>
                    <a:pt x="7430" y="4703"/>
                    <a:pt x="7383" y="4858"/>
                  </a:cubicBezTo>
                  <a:cubicBezTo>
                    <a:pt x="7335" y="5025"/>
                    <a:pt x="7359" y="5191"/>
                    <a:pt x="7383" y="5382"/>
                  </a:cubicBezTo>
                  <a:cubicBezTo>
                    <a:pt x="7394" y="5561"/>
                    <a:pt x="7430" y="5739"/>
                    <a:pt x="7359" y="5834"/>
                  </a:cubicBezTo>
                  <a:cubicBezTo>
                    <a:pt x="7335" y="5870"/>
                    <a:pt x="7323" y="5882"/>
                    <a:pt x="7299" y="5894"/>
                  </a:cubicBezTo>
                  <a:cubicBezTo>
                    <a:pt x="7299" y="5680"/>
                    <a:pt x="7192" y="5525"/>
                    <a:pt x="7085" y="5406"/>
                  </a:cubicBezTo>
                  <a:cubicBezTo>
                    <a:pt x="7216" y="5299"/>
                    <a:pt x="7299" y="5144"/>
                    <a:pt x="7299" y="4941"/>
                  </a:cubicBezTo>
                  <a:cubicBezTo>
                    <a:pt x="7299" y="4620"/>
                    <a:pt x="7025" y="4346"/>
                    <a:pt x="6704" y="4346"/>
                  </a:cubicBezTo>
                  <a:lnTo>
                    <a:pt x="6597" y="4346"/>
                  </a:lnTo>
                  <a:lnTo>
                    <a:pt x="6597" y="2953"/>
                  </a:lnTo>
                  <a:cubicBezTo>
                    <a:pt x="6597" y="2286"/>
                    <a:pt x="5347" y="1929"/>
                    <a:pt x="4168" y="1929"/>
                  </a:cubicBezTo>
                  <a:cubicBezTo>
                    <a:pt x="2989" y="1929"/>
                    <a:pt x="1739" y="2286"/>
                    <a:pt x="1739" y="2953"/>
                  </a:cubicBezTo>
                  <a:lnTo>
                    <a:pt x="1739" y="4346"/>
                  </a:lnTo>
                  <a:lnTo>
                    <a:pt x="1644" y="4346"/>
                  </a:lnTo>
                  <a:cubicBezTo>
                    <a:pt x="1310" y="4346"/>
                    <a:pt x="1048" y="4620"/>
                    <a:pt x="1048" y="4941"/>
                  </a:cubicBezTo>
                  <a:cubicBezTo>
                    <a:pt x="1048" y="5120"/>
                    <a:pt x="1132" y="5287"/>
                    <a:pt x="1251" y="5406"/>
                  </a:cubicBezTo>
                  <a:cubicBezTo>
                    <a:pt x="1156" y="5525"/>
                    <a:pt x="1048" y="5692"/>
                    <a:pt x="1048" y="5894"/>
                  </a:cubicBezTo>
                  <a:lnTo>
                    <a:pt x="989" y="5834"/>
                  </a:lnTo>
                  <a:cubicBezTo>
                    <a:pt x="929" y="5739"/>
                    <a:pt x="941" y="5561"/>
                    <a:pt x="953" y="5382"/>
                  </a:cubicBezTo>
                  <a:cubicBezTo>
                    <a:pt x="965" y="5191"/>
                    <a:pt x="1001" y="5025"/>
                    <a:pt x="953" y="4858"/>
                  </a:cubicBezTo>
                  <a:cubicBezTo>
                    <a:pt x="917" y="4691"/>
                    <a:pt x="810" y="4560"/>
                    <a:pt x="703" y="4429"/>
                  </a:cubicBezTo>
                  <a:cubicBezTo>
                    <a:pt x="596" y="4275"/>
                    <a:pt x="489" y="4144"/>
                    <a:pt x="489" y="4013"/>
                  </a:cubicBezTo>
                  <a:cubicBezTo>
                    <a:pt x="489" y="3870"/>
                    <a:pt x="596" y="3739"/>
                    <a:pt x="703" y="3596"/>
                  </a:cubicBezTo>
                  <a:cubicBezTo>
                    <a:pt x="810" y="3453"/>
                    <a:pt x="917" y="3310"/>
                    <a:pt x="953" y="3156"/>
                  </a:cubicBezTo>
                  <a:cubicBezTo>
                    <a:pt x="1001" y="3001"/>
                    <a:pt x="989" y="2822"/>
                    <a:pt x="953" y="2644"/>
                  </a:cubicBezTo>
                  <a:cubicBezTo>
                    <a:pt x="941" y="2465"/>
                    <a:pt x="917" y="2286"/>
                    <a:pt x="989" y="2179"/>
                  </a:cubicBezTo>
                  <a:cubicBezTo>
                    <a:pt x="1048" y="2072"/>
                    <a:pt x="1215" y="2001"/>
                    <a:pt x="1370" y="1929"/>
                  </a:cubicBezTo>
                  <a:cubicBezTo>
                    <a:pt x="1537" y="1846"/>
                    <a:pt x="1703" y="1786"/>
                    <a:pt x="1822" y="1655"/>
                  </a:cubicBezTo>
                  <a:cubicBezTo>
                    <a:pt x="1941" y="1536"/>
                    <a:pt x="2013" y="1370"/>
                    <a:pt x="2084" y="1215"/>
                  </a:cubicBezTo>
                  <a:cubicBezTo>
                    <a:pt x="2156" y="1048"/>
                    <a:pt x="2239" y="881"/>
                    <a:pt x="2334" y="822"/>
                  </a:cubicBezTo>
                  <a:cubicBezTo>
                    <a:pt x="2392" y="790"/>
                    <a:pt x="2470" y="779"/>
                    <a:pt x="2557" y="779"/>
                  </a:cubicBezTo>
                  <a:cubicBezTo>
                    <a:pt x="2633" y="779"/>
                    <a:pt x="2716" y="787"/>
                    <a:pt x="2799" y="798"/>
                  </a:cubicBezTo>
                  <a:cubicBezTo>
                    <a:pt x="2907" y="805"/>
                    <a:pt x="3016" y="817"/>
                    <a:pt x="3121" y="817"/>
                  </a:cubicBezTo>
                  <a:cubicBezTo>
                    <a:pt x="3190" y="817"/>
                    <a:pt x="3257" y="812"/>
                    <a:pt x="3322" y="798"/>
                  </a:cubicBezTo>
                  <a:cubicBezTo>
                    <a:pt x="3489" y="750"/>
                    <a:pt x="3620" y="643"/>
                    <a:pt x="3751" y="536"/>
                  </a:cubicBezTo>
                  <a:cubicBezTo>
                    <a:pt x="3906" y="429"/>
                    <a:pt x="4037" y="334"/>
                    <a:pt x="4168" y="334"/>
                  </a:cubicBezTo>
                  <a:close/>
                  <a:moveTo>
                    <a:pt x="1548" y="5596"/>
                  </a:moveTo>
                  <a:cubicBezTo>
                    <a:pt x="1632" y="5656"/>
                    <a:pt x="1727" y="5775"/>
                    <a:pt x="1727" y="5930"/>
                  </a:cubicBezTo>
                  <a:cubicBezTo>
                    <a:pt x="1727" y="6013"/>
                    <a:pt x="1656" y="6108"/>
                    <a:pt x="1548" y="6108"/>
                  </a:cubicBezTo>
                  <a:cubicBezTo>
                    <a:pt x="1453" y="6108"/>
                    <a:pt x="1370" y="6013"/>
                    <a:pt x="1370" y="5930"/>
                  </a:cubicBezTo>
                  <a:cubicBezTo>
                    <a:pt x="1370" y="5763"/>
                    <a:pt x="1477" y="5656"/>
                    <a:pt x="1548" y="5596"/>
                  </a:cubicBezTo>
                  <a:close/>
                  <a:moveTo>
                    <a:pt x="6775" y="5596"/>
                  </a:moveTo>
                  <a:cubicBezTo>
                    <a:pt x="6847" y="5656"/>
                    <a:pt x="6954" y="5775"/>
                    <a:pt x="6954" y="5930"/>
                  </a:cubicBezTo>
                  <a:cubicBezTo>
                    <a:pt x="6966" y="6013"/>
                    <a:pt x="6882" y="6108"/>
                    <a:pt x="6775" y="6108"/>
                  </a:cubicBezTo>
                  <a:cubicBezTo>
                    <a:pt x="6668" y="6108"/>
                    <a:pt x="6597" y="6013"/>
                    <a:pt x="6597" y="5930"/>
                  </a:cubicBezTo>
                  <a:cubicBezTo>
                    <a:pt x="6597" y="5763"/>
                    <a:pt x="6704" y="5656"/>
                    <a:pt x="6775" y="5596"/>
                  </a:cubicBezTo>
                  <a:close/>
                  <a:moveTo>
                    <a:pt x="6394" y="6227"/>
                  </a:moveTo>
                  <a:cubicBezTo>
                    <a:pt x="6430" y="6275"/>
                    <a:pt x="6478" y="6311"/>
                    <a:pt x="6525" y="6346"/>
                  </a:cubicBezTo>
                  <a:cubicBezTo>
                    <a:pt x="6394" y="6477"/>
                    <a:pt x="6311" y="6632"/>
                    <a:pt x="6251" y="6787"/>
                  </a:cubicBezTo>
                  <a:cubicBezTo>
                    <a:pt x="6180" y="6954"/>
                    <a:pt x="6109" y="7120"/>
                    <a:pt x="6001" y="7180"/>
                  </a:cubicBezTo>
                  <a:cubicBezTo>
                    <a:pt x="5944" y="7212"/>
                    <a:pt x="5873" y="7223"/>
                    <a:pt x="5793" y="7223"/>
                  </a:cubicBezTo>
                  <a:cubicBezTo>
                    <a:pt x="5725" y="7223"/>
                    <a:pt x="5650" y="7215"/>
                    <a:pt x="5573" y="7204"/>
                  </a:cubicBezTo>
                  <a:cubicBezTo>
                    <a:pt x="5906" y="6954"/>
                    <a:pt x="6192" y="6632"/>
                    <a:pt x="6394" y="6227"/>
                  </a:cubicBezTo>
                  <a:close/>
                  <a:moveTo>
                    <a:pt x="1953" y="6239"/>
                  </a:moveTo>
                  <a:cubicBezTo>
                    <a:pt x="2132" y="6632"/>
                    <a:pt x="2418" y="6966"/>
                    <a:pt x="2775" y="7227"/>
                  </a:cubicBezTo>
                  <a:cubicBezTo>
                    <a:pt x="2724" y="7227"/>
                    <a:pt x="2674" y="7228"/>
                    <a:pt x="2626" y="7228"/>
                  </a:cubicBezTo>
                  <a:cubicBezTo>
                    <a:pt x="2506" y="7228"/>
                    <a:pt x="2399" y="7222"/>
                    <a:pt x="2322" y="7180"/>
                  </a:cubicBezTo>
                  <a:cubicBezTo>
                    <a:pt x="2227" y="7120"/>
                    <a:pt x="2144" y="6954"/>
                    <a:pt x="2072" y="6787"/>
                  </a:cubicBezTo>
                  <a:cubicBezTo>
                    <a:pt x="2001" y="6644"/>
                    <a:pt x="1941" y="6477"/>
                    <a:pt x="1822" y="6358"/>
                  </a:cubicBezTo>
                  <a:cubicBezTo>
                    <a:pt x="1882" y="6334"/>
                    <a:pt x="1929" y="6287"/>
                    <a:pt x="1953" y="6239"/>
                  </a:cubicBezTo>
                  <a:close/>
                  <a:moveTo>
                    <a:pt x="6704" y="4691"/>
                  </a:moveTo>
                  <a:cubicBezTo>
                    <a:pt x="6847" y="4691"/>
                    <a:pt x="6966" y="4810"/>
                    <a:pt x="6966" y="4965"/>
                  </a:cubicBezTo>
                  <a:cubicBezTo>
                    <a:pt x="6966" y="5108"/>
                    <a:pt x="6847" y="5227"/>
                    <a:pt x="6704" y="5227"/>
                  </a:cubicBezTo>
                  <a:lnTo>
                    <a:pt x="6597" y="5227"/>
                  </a:lnTo>
                  <a:lnTo>
                    <a:pt x="6597" y="5215"/>
                  </a:lnTo>
                  <a:cubicBezTo>
                    <a:pt x="6597" y="5120"/>
                    <a:pt x="6525" y="5049"/>
                    <a:pt x="6430" y="5049"/>
                  </a:cubicBezTo>
                  <a:cubicBezTo>
                    <a:pt x="6347" y="5049"/>
                    <a:pt x="6275" y="5120"/>
                    <a:pt x="6275" y="5215"/>
                  </a:cubicBezTo>
                  <a:cubicBezTo>
                    <a:pt x="6275" y="6370"/>
                    <a:pt x="5335" y="7311"/>
                    <a:pt x="4168" y="7311"/>
                  </a:cubicBezTo>
                  <a:cubicBezTo>
                    <a:pt x="4161" y="7311"/>
                    <a:pt x="4154" y="7311"/>
                    <a:pt x="4146" y="7311"/>
                  </a:cubicBezTo>
                  <a:cubicBezTo>
                    <a:pt x="3001" y="7311"/>
                    <a:pt x="2060" y="6363"/>
                    <a:pt x="2060" y="5215"/>
                  </a:cubicBezTo>
                  <a:cubicBezTo>
                    <a:pt x="2060" y="5120"/>
                    <a:pt x="1989" y="5049"/>
                    <a:pt x="1894" y="5049"/>
                  </a:cubicBezTo>
                  <a:cubicBezTo>
                    <a:pt x="1810" y="5049"/>
                    <a:pt x="1727" y="5120"/>
                    <a:pt x="1727" y="5215"/>
                  </a:cubicBezTo>
                  <a:lnTo>
                    <a:pt x="1727" y="5227"/>
                  </a:lnTo>
                  <a:lnTo>
                    <a:pt x="1632" y="5227"/>
                  </a:lnTo>
                  <a:cubicBezTo>
                    <a:pt x="1477" y="5227"/>
                    <a:pt x="1358" y="5108"/>
                    <a:pt x="1358" y="4965"/>
                  </a:cubicBezTo>
                  <a:cubicBezTo>
                    <a:pt x="1358" y="4810"/>
                    <a:pt x="1477" y="4691"/>
                    <a:pt x="1632" y="4691"/>
                  </a:cubicBezTo>
                  <a:lnTo>
                    <a:pt x="2251" y="4691"/>
                  </a:lnTo>
                  <a:lnTo>
                    <a:pt x="2251" y="4870"/>
                  </a:lnTo>
                  <a:cubicBezTo>
                    <a:pt x="2251" y="5346"/>
                    <a:pt x="2644" y="5739"/>
                    <a:pt x="3120" y="5739"/>
                  </a:cubicBezTo>
                  <a:cubicBezTo>
                    <a:pt x="3596" y="5739"/>
                    <a:pt x="3977" y="5346"/>
                    <a:pt x="3977" y="4870"/>
                  </a:cubicBezTo>
                  <a:lnTo>
                    <a:pt x="3977" y="4858"/>
                  </a:lnTo>
                  <a:lnTo>
                    <a:pt x="4346" y="4858"/>
                  </a:lnTo>
                  <a:lnTo>
                    <a:pt x="4346" y="4870"/>
                  </a:lnTo>
                  <a:cubicBezTo>
                    <a:pt x="4346" y="5346"/>
                    <a:pt x="4739" y="5739"/>
                    <a:pt x="5216" y="5739"/>
                  </a:cubicBezTo>
                  <a:cubicBezTo>
                    <a:pt x="5692" y="5739"/>
                    <a:pt x="6073" y="5346"/>
                    <a:pt x="6073" y="4870"/>
                  </a:cubicBezTo>
                  <a:lnTo>
                    <a:pt x="6073" y="4691"/>
                  </a:lnTo>
                  <a:close/>
                  <a:moveTo>
                    <a:pt x="5049" y="7477"/>
                  </a:moveTo>
                  <a:lnTo>
                    <a:pt x="5049" y="7942"/>
                  </a:lnTo>
                  <a:lnTo>
                    <a:pt x="4168" y="8811"/>
                  </a:lnTo>
                  <a:lnTo>
                    <a:pt x="3299" y="7942"/>
                  </a:lnTo>
                  <a:lnTo>
                    <a:pt x="3299" y="7477"/>
                  </a:lnTo>
                  <a:cubicBezTo>
                    <a:pt x="3561" y="7585"/>
                    <a:pt x="3858" y="7644"/>
                    <a:pt x="4168" y="7644"/>
                  </a:cubicBezTo>
                  <a:cubicBezTo>
                    <a:pt x="4489" y="7644"/>
                    <a:pt x="4787" y="7585"/>
                    <a:pt x="5049" y="7477"/>
                  </a:cubicBezTo>
                  <a:close/>
                  <a:moveTo>
                    <a:pt x="2953" y="8073"/>
                  </a:moveTo>
                  <a:lnTo>
                    <a:pt x="3918" y="9037"/>
                  </a:lnTo>
                  <a:lnTo>
                    <a:pt x="3192" y="9644"/>
                  </a:lnTo>
                  <a:lnTo>
                    <a:pt x="3156" y="9644"/>
                  </a:lnTo>
                  <a:lnTo>
                    <a:pt x="2608" y="8394"/>
                  </a:lnTo>
                  <a:lnTo>
                    <a:pt x="2941" y="8073"/>
                  </a:lnTo>
                  <a:close/>
                  <a:moveTo>
                    <a:pt x="2370" y="8620"/>
                  </a:moveTo>
                  <a:lnTo>
                    <a:pt x="2894" y="9787"/>
                  </a:lnTo>
                  <a:cubicBezTo>
                    <a:pt x="2941" y="9883"/>
                    <a:pt x="3025" y="9942"/>
                    <a:pt x="3132" y="9978"/>
                  </a:cubicBezTo>
                  <a:cubicBezTo>
                    <a:pt x="3156" y="9978"/>
                    <a:pt x="3180" y="9990"/>
                    <a:pt x="3203" y="9990"/>
                  </a:cubicBezTo>
                  <a:cubicBezTo>
                    <a:pt x="3275" y="9990"/>
                    <a:pt x="3358" y="9954"/>
                    <a:pt x="3418" y="9918"/>
                  </a:cubicBezTo>
                  <a:lnTo>
                    <a:pt x="4013" y="9406"/>
                  </a:lnTo>
                  <a:lnTo>
                    <a:pt x="4013" y="10633"/>
                  </a:lnTo>
                  <a:cubicBezTo>
                    <a:pt x="3001" y="10561"/>
                    <a:pt x="2179" y="9752"/>
                    <a:pt x="2072" y="8728"/>
                  </a:cubicBezTo>
                  <a:lnTo>
                    <a:pt x="2370" y="8620"/>
                  </a:lnTo>
                  <a:close/>
                  <a:moveTo>
                    <a:pt x="5394" y="8085"/>
                  </a:moveTo>
                  <a:lnTo>
                    <a:pt x="5716" y="8418"/>
                  </a:lnTo>
                  <a:lnTo>
                    <a:pt x="5692" y="8490"/>
                  </a:lnTo>
                  <a:cubicBezTo>
                    <a:pt x="5656" y="8573"/>
                    <a:pt x="5692" y="8668"/>
                    <a:pt x="5775" y="8692"/>
                  </a:cubicBezTo>
                  <a:cubicBezTo>
                    <a:pt x="5795" y="8702"/>
                    <a:pt x="5816" y="8706"/>
                    <a:pt x="5838" y="8706"/>
                  </a:cubicBezTo>
                  <a:cubicBezTo>
                    <a:pt x="5895" y="8706"/>
                    <a:pt x="5955" y="8676"/>
                    <a:pt x="5989" y="8632"/>
                  </a:cubicBezTo>
                  <a:lnTo>
                    <a:pt x="6287" y="8740"/>
                  </a:lnTo>
                  <a:cubicBezTo>
                    <a:pt x="6168" y="9740"/>
                    <a:pt x="5347" y="10537"/>
                    <a:pt x="4335" y="10633"/>
                  </a:cubicBezTo>
                  <a:lnTo>
                    <a:pt x="4335" y="9406"/>
                  </a:lnTo>
                  <a:lnTo>
                    <a:pt x="4930" y="9918"/>
                  </a:lnTo>
                  <a:cubicBezTo>
                    <a:pt x="4989" y="9954"/>
                    <a:pt x="5061" y="9990"/>
                    <a:pt x="5144" y="9990"/>
                  </a:cubicBezTo>
                  <a:cubicBezTo>
                    <a:pt x="5168" y="9990"/>
                    <a:pt x="5180" y="9990"/>
                    <a:pt x="5216" y="9978"/>
                  </a:cubicBezTo>
                  <a:cubicBezTo>
                    <a:pt x="5323" y="9942"/>
                    <a:pt x="5406" y="9883"/>
                    <a:pt x="5454" y="9787"/>
                  </a:cubicBezTo>
                  <a:lnTo>
                    <a:pt x="5704" y="9228"/>
                  </a:lnTo>
                  <a:cubicBezTo>
                    <a:pt x="5739" y="9144"/>
                    <a:pt x="5704" y="9049"/>
                    <a:pt x="5620" y="9025"/>
                  </a:cubicBezTo>
                  <a:cubicBezTo>
                    <a:pt x="5595" y="9016"/>
                    <a:pt x="5571" y="9011"/>
                    <a:pt x="5549" y="9011"/>
                  </a:cubicBezTo>
                  <a:cubicBezTo>
                    <a:pt x="5485" y="9011"/>
                    <a:pt x="5432" y="9047"/>
                    <a:pt x="5406" y="9109"/>
                  </a:cubicBezTo>
                  <a:lnTo>
                    <a:pt x="5156" y="9668"/>
                  </a:lnTo>
                  <a:lnTo>
                    <a:pt x="5120" y="9668"/>
                  </a:lnTo>
                  <a:lnTo>
                    <a:pt x="4394" y="9049"/>
                  </a:lnTo>
                  <a:lnTo>
                    <a:pt x="5358" y="8085"/>
                  </a:lnTo>
                  <a:close/>
                  <a:moveTo>
                    <a:pt x="4168" y="0"/>
                  </a:moveTo>
                  <a:cubicBezTo>
                    <a:pt x="3930" y="0"/>
                    <a:pt x="3739" y="155"/>
                    <a:pt x="3561" y="286"/>
                  </a:cubicBezTo>
                  <a:cubicBezTo>
                    <a:pt x="3442" y="381"/>
                    <a:pt x="3334" y="453"/>
                    <a:pt x="3239" y="477"/>
                  </a:cubicBezTo>
                  <a:cubicBezTo>
                    <a:pt x="3197" y="491"/>
                    <a:pt x="3148" y="495"/>
                    <a:pt x="3095" y="495"/>
                  </a:cubicBezTo>
                  <a:cubicBezTo>
                    <a:pt x="3012" y="495"/>
                    <a:pt x="2921" y="484"/>
                    <a:pt x="2834" y="477"/>
                  </a:cubicBezTo>
                  <a:cubicBezTo>
                    <a:pt x="2738" y="466"/>
                    <a:pt x="2639" y="456"/>
                    <a:pt x="2543" y="456"/>
                  </a:cubicBezTo>
                  <a:cubicBezTo>
                    <a:pt x="2414" y="456"/>
                    <a:pt x="2289" y="475"/>
                    <a:pt x="2179" y="536"/>
                  </a:cubicBezTo>
                  <a:cubicBezTo>
                    <a:pt x="1965" y="655"/>
                    <a:pt x="1882" y="881"/>
                    <a:pt x="1787" y="1072"/>
                  </a:cubicBezTo>
                  <a:cubicBezTo>
                    <a:pt x="1727" y="1203"/>
                    <a:pt x="1668" y="1346"/>
                    <a:pt x="1596" y="1417"/>
                  </a:cubicBezTo>
                  <a:cubicBezTo>
                    <a:pt x="1525" y="1489"/>
                    <a:pt x="1394" y="1548"/>
                    <a:pt x="1251" y="1608"/>
                  </a:cubicBezTo>
                  <a:cubicBezTo>
                    <a:pt x="1060" y="1703"/>
                    <a:pt x="834" y="1786"/>
                    <a:pt x="715" y="2001"/>
                  </a:cubicBezTo>
                  <a:cubicBezTo>
                    <a:pt x="596" y="2191"/>
                    <a:pt x="632" y="2429"/>
                    <a:pt x="655" y="2655"/>
                  </a:cubicBezTo>
                  <a:cubicBezTo>
                    <a:pt x="679" y="2798"/>
                    <a:pt x="691" y="2929"/>
                    <a:pt x="655" y="3048"/>
                  </a:cubicBezTo>
                  <a:cubicBezTo>
                    <a:pt x="632" y="3156"/>
                    <a:pt x="560" y="3263"/>
                    <a:pt x="465" y="3382"/>
                  </a:cubicBezTo>
                  <a:cubicBezTo>
                    <a:pt x="334" y="3560"/>
                    <a:pt x="179" y="3751"/>
                    <a:pt x="179" y="3989"/>
                  </a:cubicBezTo>
                  <a:cubicBezTo>
                    <a:pt x="179" y="4227"/>
                    <a:pt x="334" y="4418"/>
                    <a:pt x="465" y="4596"/>
                  </a:cubicBezTo>
                  <a:cubicBezTo>
                    <a:pt x="560" y="4715"/>
                    <a:pt x="632" y="4822"/>
                    <a:pt x="655" y="4930"/>
                  </a:cubicBezTo>
                  <a:cubicBezTo>
                    <a:pt x="691" y="5037"/>
                    <a:pt x="679" y="5180"/>
                    <a:pt x="655" y="5334"/>
                  </a:cubicBezTo>
                  <a:cubicBezTo>
                    <a:pt x="632" y="5561"/>
                    <a:pt x="620" y="5799"/>
                    <a:pt x="715" y="5989"/>
                  </a:cubicBezTo>
                  <a:cubicBezTo>
                    <a:pt x="834" y="6192"/>
                    <a:pt x="1060" y="6287"/>
                    <a:pt x="1251" y="6370"/>
                  </a:cubicBezTo>
                  <a:cubicBezTo>
                    <a:pt x="1394" y="6430"/>
                    <a:pt x="1525" y="6489"/>
                    <a:pt x="1596" y="6573"/>
                  </a:cubicBezTo>
                  <a:cubicBezTo>
                    <a:pt x="1668" y="6644"/>
                    <a:pt x="1727" y="6775"/>
                    <a:pt x="1787" y="6906"/>
                  </a:cubicBezTo>
                  <a:cubicBezTo>
                    <a:pt x="1882" y="7096"/>
                    <a:pt x="1965" y="7323"/>
                    <a:pt x="2179" y="7442"/>
                  </a:cubicBezTo>
                  <a:cubicBezTo>
                    <a:pt x="2286" y="7509"/>
                    <a:pt x="2408" y="7530"/>
                    <a:pt x="2534" y="7530"/>
                  </a:cubicBezTo>
                  <a:cubicBezTo>
                    <a:pt x="2633" y="7530"/>
                    <a:pt x="2735" y="7517"/>
                    <a:pt x="2834" y="7501"/>
                  </a:cubicBezTo>
                  <a:cubicBezTo>
                    <a:pt x="2882" y="7501"/>
                    <a:pt x="2918" y="7489"/>
                    <a:pt x="2965" y="7489"/>
                  </a:cubicBezTo>
                  <a:lnTo>
                    <a:pt x="2965" y="7716"/>
                  </a:lnTo>
                  <a:lnTo>
                    <a:pt x="2953" y="7716"/>
                  </a:lnTo>
                  <a:cubicBezTo>
                    <a:pt x="2858" y="7716"/>
                    <a:pt x="2775" y="7739"/>
                    <a:pt x="2715" y="7823"/>
                  </a:cubicBezTo>
                  <a:lnTo>
                    <a:pt x="2310" y="8216"/>
                  </a:lnTo>
                  <a:cubicBezTo>
                    <a:pt x="2299" y="8239"/>
                    <a:pt x="2287" y="8263"/>
                    <a:pt x="2263" y="8299"/>
                  </a:cubicBezTo>
                  <a:lnTo>
                    <a:pt x="810" y="8811"/>
                  </a:lnTo>
                  <a:cubicBezTo>
                    <a:pt x="334" y="8978"/>
                    <a:pt x="1" y="9442"/>
                    <a:pt x="1" y="9966"/>
                  </a:cubicBezTo>
                  <a:lnTo>
                    <a:pt x="1" y="10954"/>
                  </a:lnTo>
                  <a:cubicBezTo>
                    <a:pt x="1" y="11049"/>
                    <a:pt x="84" y="11121"/>
                    <a:pt x="167" y="11121"/>
                  </a:cubicBezTo>
                  <a:cubicBezTo>
                    <a:pt x="263" y="11121"/>
                    <a:pt x="334" y="11049"/>
                    <a:pt x="334" y="10954"/>
                  </a:cubicBezTo>
                  <a:lnTo>
                    <a:pt x="334" y="9966"/>
                  </a:lnTo>
                  <a:cubicBezTo>
                    <a:pt x="334" y="9859"/>
                    <a:pt x="346" y="9752"/>
                    <a:pt x="394" y="9644"/>
                  </a:cubicBezTo>
                  <a:lnTo>
                    <a:pt x="1215" y="10347"/>
                  </a:lnTo>
                  <a:cubicBezTo>
                    <a:pt x="1334" y="10454"/>
                    <a:pt x="1406" y="10597"/>
                    <a:pt x="1406" y="10752"/>
                  </a:cubicBezTo>
                  <a:lnTo>
                    <a:pt x="1406" y="10954"/>
                  </a:lnTo>
                  <a:cubicBezTo>
                    <a:pt x="1406" y="11049"/>
                    <a:pt x="1477" y="11121"/>
                    <a:pt x="1572" y="11121"/>
                  </a:cubicBezTo>
                  <a:cubicBezTo>
                    <a:pt x="1656" y="11121"/>
                    <a:pt x="1727" y="11049"/>
                    <a:pt x="1727" y="10954"/>
                  </a:cubicBezTo>
                  <a:lnTo>
                    <a:pt x="1727" y="10764"/>
                  </a:lnTo>
                  <a:cubicBezTo>
                    <a:pt x="1727" y="10514"/>
                    <a:pt x="1632" y="10275"/>
                    <a:pt x="1429" y="10109"/>
                  </a:cubicBezTo>
                  <a:lnTo>
                    <a:pt x="572" y="9371"/>
                  </a:lnTo>
                  <a:cubicBezTo>
                    <a:pt x="655" y="9263"/>
                    <a:pt x="798" y="9168"/>
                    <a:pt x="929" y="9132"/>
                  </a:cubicBezTo>
                  <a:lnTo>
                    <a:pt x="1775" y="8835"/>
                  </a:lnTo>
                  <a:cubicBezTo>
                    <a:pt x="1929" y="10037"/>
                    <a:pt x="2953" y="10954"/>
                    <a:pt x="4192" y="10954"/>
                  </a:cubicBezTo>
                  <a:cubicBezTo>
                    <a:pt x="5418" y="10954"/>
                    <a:pt x="6454" y="10037"/>
                    <a:pt x="6597" y="8835"/>
                  </a:cubicBezTo>
                  <a:lnTo>
                    <a:pt x="7442" y="9132"/>
                  </a:lnTo>
                  <a:cubicBezTo>
                    <a:pt x="7585" y="9168"/>
                    <a:pt x="7716" y="9263"/>
                    <a:pt x="7799" y="9371"/>
                  </a:cubicBezTo>
                  <a:lnTo>
                    <a:pt x="6942" y="10109"/>
                  </a:lnTo>
                  <a:cubicBezTo>
                    <a:pt x="6751" y="10275"/>
                    <a:pt x="6644" y="10514"/>
                    <a:pt x="6644" y="10764"/>
                  </a:cubicBezTo>
                  <a:lnTo>
                    <a:pt x="6644" y="10978"/>
                  </a:lnTo>
                  <a:cubicBezTo>
                    <a:pt x="6644" y="11061"/>
                    <a:pt x="6716" y="11133"/>
                    <a:pt x="6811" y="11133"/>
                  </a:cubicBezTo>
                  <a:cubicBezTo>
                    <a:pt x="6894" y="11133"/>
                    <a:pt x="6966" y="11061"/>
                    <a:pt x="6966" y="10978"/>
                  </a:cubicBezTo>
                  <a:lnTo>
                    <a:pt x="6966" y="10764"/>
                  </a:lnTo>
                  <a:cubicBezTo>
                    <a:pt x="6966" y="10621"/>
                    <a:pt x="7049" y="10466"/>
                    <a:pt x="7168" y="10359"/>
                  </a:cubicBezTo>
                  <a:lnTo>
                    <a:pt x="7978" y="9656"/>
                  </a:lnTo>
                  <a:cubicBezTo>
                    <a:pt x="8014" y="9763"/>
                    <a:pt x="8037" y="9871"/>
                    <a:pt x="8037" y="9978"/>
                  </a:cubicBezTo>
                  <a:lnTo>
                    <a:pt x="8037" y="10978"/>
                  </a:lnTo>
                  <a:cubicBezTo>
                    <a:pt x="8037" y="11061"/>
                    <a:pt x="8121" y="11133"/>
                    <a:pt x="8204" y="11133"/>
                  </a:cubicBezTo>
                  <a:cubicBezTo>
                    <a:pt x="8299" y="11133"/>
                    <a:pt x="8371" y="11061"/>
                    <a:pt x="8371" y="10978"/>
                  </a:cubicBezTo>
                  <a:lnTo>
                    <a:pt x="8371" y="9978"/>
                  </a:lnTo>
                  <a:cubicBezTo>
                    <a:pt x="8335" y="9454"/>
                    <a:pt x="8014" y="8990"/>
                    <a:pt x="7537" y="8835"/>
                  </a:cubicBezTo>
                  <a:lnTo>
                    <a:pt x="6073" y="8311"/>
                  </a:lnTo>
                  <a:cubicBezTo>
                    <a:pt x="6061" y="8275"/>
                    <a:pt x="6061" y="8263"/>
                    <a:pt x="6037" y="8239"/>
                  </a:cubicBezTo>
                  <a:lnTo>
                    <a:pt x="5632" y="7835"/>
                  </a:lnTo>
                  <a:cubicBezTo>
                    <a:pt x="5573" y="7775"/>
                    <a:pt x="5478" y="7728"/>
                    <a:pt x="5394" y="7728"/>
                  </a:cubicBezTo>
                  <a:lnTo>
                    <a:pt x="5382" y="7728"/>
                  </a:lnTo>
                  <a:lnTo>
                    <a:pt x="5382" y="7501"/>
                  </a:lnTo>
                  <a:cubicBezTo>
                    <a:pt x="5418" y="7501"/>
                    <a:pt x="5466" y="7525"/>
                    <a:pt x="5513" y="7525"/>
                  </a:cubicBezTo>
                  <a:cubicBezTo>
                    <a:pt x="5597" y="7537"/>
                    <a:pt x="5704" y="7537"/>
                    <a:pt x="5799" y="7537"/>
                  </a:cubicBezTo>
                  <a:cubicBezTo>
                    <a:pt x="5930" y="7537"/>
                    <a:pt x="6049" y="7525"/>
                    <a:pt x="6168" y="7442"/>
                  </a:cubicBezTo>
                  <a:cubicBezTo>
                    <a:pt x="6370" y="7323"/>
                    <a:pt x="6466" y="7108"/>
                    <a:pt x="6549" y="6906"/>
                  </a:cubicBezTo>
                  <a:cubicBezTo>
                    <a:pt x="6609" y="6775"/>
                    <a:pt x="6668" y="6644"/>
                    <a:pt x="6751" y="6573"/>
                  </a:cubicBezTo>
                  <a:cubicBezTo>
                    <a:pt x="6823" y="6489"/>
                    <a:pt x="6954" y="6430"/>
                    <a:pt x="7085" y="6370"/>
                  </a:cubicBezTo>
                  <a:cubicBezTo>
                    <a:pt x="7287" y="6287"/>
                    <a:pt x="7502" y="6192"/>
                    <a:pt x="7621" y="5989"/>
                  </a:cubicBezTo>
                  <a:cubicBezTo>
                    <a:pt x="7740" y="5799"/>
                    <a:pt x="7716" y="5561"/>
                    <a:pt x="7680" y="5334"/>
                  </a:cubicBezTo>
                  <a:cubicBezTo>
                    <a:pt x="7668" y="5180"/>
                    <a:pt x="7656" y="5049"/>
                    <a:pt x="7680" y="4930"/>
                  </a:cubicBezTo>
                  <a:cubicBezTo>
                    <a:pt x="7716" y="4822"/>
                    <a:pt x="7787" y="4727"/>
                    <a:pt x="7883" y="4596"/>
                  </a:cubicBezTo>
                  <a:cubicBezTo>
                    <a:pt x="8014" y="4418"/>
                    <a:pt x="8156" y="4227"/>
                    <a:pt x="8156" y="3989"/>
                  </a:cubicBezTo>
                  <a:cubicBezTo>
                    <a:pt x="8156" y="3751"/>
                    <a:pt x="8014" y="3560"/>
                    <a:pt x="7883" y="3382"/>
                  </a:cubicBezTo>
                  <a:cubicBezTo>
                    <a:pt x="7787" y="3263"/>
                    <a:pt x="7716" y="3156"/>
                    <a:pt x="7680" y="3048"/>
                  </a:cubicBezTo>
                  <a:cubicBezTo>
                    <a:pt x="7656" y="2953"/>
                    <a:pt x="7668" y="2798"/>
                    <a:pt x="7680" y="2655"/>
                  </a:cubicBezTo>
                  <a:cubicBezTo>
                    <a:pt x="7716" y="2429"/>
                    <a:pt x="7728" y="2191"/>
                    <a:pt x="7621" y="2001"/>
                  </a:cubicBezTo>
                  <a:cubicBezTo>
                    <a:pt x="7502" y="1786"/>
                    <a:pt x="7287" y="1703"/>
                    <a:pt x="7085" y="1608"/>
                  </a:cubicBezTo>
                  <a:cubicBezTo>
                    <a:pt x="6954" y="1548"/>
                    <a:pt x="6823" y="1489"/>
                    <a:pt x="6751" y="1417"/>
                  </a:cubicBezTo>
                  <a:cubicBezTo>
                    <a:pt x="6668" y="1346"/>
                    <a:pt x="6609" y="1203"/>
                    <a:pt x="6549" y="1072"/>
                  </a:cubicBezTo>
                  <a:cubicBezTo>
                    <a:pt x="6466" y="881"/>
                    <a:pt x="6370" y="655"/>
                    <a:pt x="6168" y="536"/>
                  </a:cubicBezTo>
                  <a:cubicBezTo>
                    <a:pt x="6064" y="471"/>
                    <a:pt x="5947" y="452"/>
                    <a:pt x="5825" y="452"/>
                  </a:cubicBezTo>
                  <a:cubicBezTo>
                    <a:pt x="5722" y="452"/>
                    <a:pt x="5616" y="466"/>
                    <a:pt x="5513" y="477"/>
                  </a:cubicBezTo>
                  <a:cubicBezTo>
                    <a:pt x="5419" y="484"/>
                    <a:pt x="5334" y="495"/>
                    <a:pt x="5255" y="495"/>
                  </a:cubicBezTo>
                  <a:cubicBezTo>
                    <a:pt x="5204" y="495"/>
                    <a:pt x="5155" y="491"/>
                    <a:pt x="5108" y="477"/>
                  </a:cubicBezTo>
                  <a:cubicBezTo>
                    <a:pt x="5001" y="453"/>
                    <a:pt x="4906" y="369"/>
                    <a:pt x="4787" y="286"/>
                  </a:cubicBezTo>
                  <a:cubicBezTo>
                    <a:pt x="4608" y="155"/>
                    <a:pt x="4406"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65"/>
            <p:cNvSpPr/>
            <p:nvPr/>
          </p:nvSpPr>
          <p:spPr>
            <a:xfrm>
              <a:off x="6363140" y="3540532"/>
              <a:ext cx="43402" cy="15396"/>
            </a:xfrm>
            <a:custGeom>
              <a:avLst/>
              <a:gdLst/>
              <a:ahLst/>
              <a:cxnLst/>
              <a:rect l="l" t="t" r="r" b="b"/>
              <a:pathLst>
                <a:path w="1370" h="486" extrusionOk="0">
                  <a:moveTo>
                    <a:pt x="173" y="0"/>
                  </a:moveTo>
                  <a:cubicBezTo>
                    <a:pt x="131" y="0"/>
                    <a:pt x="89" y="15"/>
                    <a:pt x="60" y="45"/>
                  </a:cubicBezTo>
                  <a:cubicBezTo>
                    <a:pt x="0" y="104"/>
                    <a:pt x="0" y="200"/>
                    <a:pt x="60" y="259"/>
                  </a:cubicBezTo>
                  <a:cubicBezTo>
                    <a:pt x="191" y="402"/>
                    <a:pt x="429" y="485"/>
                    <a:pt x="703" y="485"/>
                  </a:cubicBezTo>
                  <a:cubicBezTo>
                    <a:pt x="964" y="485"/>
                    <a:pt x="1191" y="402"/>
                    <a:pt x="1334" y="259"/>
                  </a:cubicBezTo>
                  <a:cubicBezTo>
                    <a:pt x="1369" y="200"/>
                    <a:pt x="1369" y="104"/>
                    <a:pt x="1310" y="45"/>
                  </a:cubicBezTo>
                  <a:cubicBezTo>
                    <a:pt x="1280" y="15"/>
                    <a:pt x="1238" y="0"/>
                    <a:pt x="1197" y="0"/>
                  </a:cubicBezTo>
                  <a:cubicBezTo>
                    <a:pt x="1155" y="0"/>
                    <a:pt x="1113" y="15"/>
                    <a:pt x="1084" y="45"/>
                  </a:cubicBezTo>
                  <a:cubicBezTo>
                    <a:pt x="1024" y="104"/>
                    <a:pt x="881" y="176"/>
                    <a:pt x="691" y="176"/>
                  </a:cubicBezTo>
                  <a:cubicBezTo>
                    <a:pt x="488" y="176"/>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65"/>
            <p:cNvSpPr/>
            <p:nvPr/>
          </p:nvSpPr>
          <p:spPr>
            <a:xfrm>
              <a:off x="6406890" y="3468397"/>
              <a:ext cx="21511" cy="10201"/>
            </a:xfrm>
            <a:custGeom>
              <a:avLst/>
              <a:gdLst/>
              <a:ahLst/>
              <a:cxnLst/>
              <a:rect l="l" t="t" r="r" b="b"/>
              <a:pathLst>
                <a:path w="679" h="322" extrusionOk="0">
                  <a:moveTo>
                    <a:pt x="167" y="0"/>
                  </a:moveTo>
                  <a:cubicBezTo>
                    <a:pt x="84" y="0"/>
                    <a:pt x="0" y="72"/>
                    <a:pt x="0" y="155"/>
                  </a:cubicBezTo>
                  <a:cubicBezTo>
                    <a:pt x="0" y="250"/>
                    <a:pt x="84" y="322"/>
                    <a:pt x="167" y="322"/>
                  </a:cubicBezTo>
                  <a:lnTo>
                    <a:pt x="512" y="322"/>
                  </a:lnTo>
                  <a:cubicBezTo>
                    <a:pt x="596" y="322"/>
                    <a:pt x="679" y="250"/>
                    <a:pt x="679" y="155"/>
                  </a:cubicBezTo>
                  <a:cubicBezTo>
                    <a:pt x="679"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4" name="Google Shape;11214;p65"/>
          <p:cNvGrpSpPr/>
          <p:nvPr/>
        </p:nvGrpSpPr>
        <p:grpSpPr>
          <a:xfrm>
            <a:off x="5801105" y="3172296"/>
            <a:ext cx="264813" cy="351933"/>
            <a:chOff x="5801105" y="3347696"/>
            <a:chExt cx="264813" cy="351933"/>
          </a:xfrm>
        </p:grpSpPr>
        <p:sp>
          <p:nvSpPr>
            <p:cNvPr id="11215" name="Google Shape;11215;p65"/>
            <p:cNvSpPr/>
            <p:nvPr/>
          </p:nvSpPr>
          <p:spPr>
            <a:xfrm>
              <a:off x="5911256" y="3534862"/>
              <a:ext cx="43782" cy="15396"/>
            </a:xfrm>
            <a:custGeom>
              <a:avLst/>
              <a:gdLst/>
              <a:ahLst/>
              <a:cxnLst/>
              <a:rect l="l" t="t" r="r" b="b"/>
              <a:pathLst>
                <a:path w="1382" h="486" extrusionOk="0">
                  <a:moveTo>
                    <a:pt x="177" y="1"/>
                  </a:moveTo>
                  <a:cubicBezTo>
                    <a:pt x="137" y="1"/>
                    <a:pt x="96" y="16"/>
                    <a:pt x="60" y="45"/>
                  </a:cubicBezTo>
                  <a:cubicBezTo>
                    <a:pt x="0" y="105"/>
                    <a:pt x="0" y="200"/>
                    <a:pt x="60" y="260"/>
                  </a:cubicBezTo>
                  <a:cubicBezTo>
                    <a:pt x="203" y="402"/>
                    <a:pt x="441" y="486"/>
                    <a:pt x="703" y="486"/>
                  </a:cubicBezTo>
                  <a:cubicBezTo>
                    <a:pt x="953" y="486"/>
                    <a:pt x="1191" y="402"/>
                    <a:pt x="1346" y="260"/>
                  </a:cubicBezTo>
                  <a:cubicBezTo>
                    <a:pt x="1382" y="200"/>
                    <a:pt x="1382" y="105"/>
                    <a:pt x="1322" y="45"/>
                  </a:cubicBezTo>
                  <a:cubicBezTo>
                    <a:pt x="1286" y="16"/>
                    <a:pt x="1245" y="1"/>
                    <a:pt x="1204" y="1"/>
                  </a:cubicBezTo>
                  <a:cubicBezTo>
                    <a:pt x="1164" y="1"/>
                    <a:pt x="1126" y="16"/>
                    <a:pt x="1096" y="45"/>
                  </a:cubicBezTo>
                  <a:cubicBezTo>
                    <a:pt x="1036" y="105"/>
                    <a:pt x="881" y="176"/>
                    <a:pt x="691" y="176"/>
                  </a:cubicBezTo>
                  <a:cubicBezTo>
                    <a:pt x="477" y="176"/>
                    <a:pt x="346" y="105"/>
                    <a:pt x="286" y="45"/>
                  </a:cubicBezTo>
                  <a:cubicBezTo>
                    <a:pt x="256" y="16"/>
                    <a:pt x="218"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65"/>
            <p:cNvSpPr/>
            <p:nvPr/>
          </p:nvSpPr>
          <p:spPr>
            <a:xfrm>
              <a:off x="5894656" y="3490256"/>
              <a:ext cx="10201" cy="16252"/>
            </a:xfrm>
            <a:custGeom>
              <a:avLst/>
              <a:gdLst/>
              <a:ahLst/>
              <a:cxnLst/>
              <a:rect l="l" t="t" r="r" b="b"/>
              <a:pathLst>
                <a:path w="322" h="513" extrusionOk="0">
                  <a:moveTo>
                    <a:pt x="155" y="1"/>
                  </a:moveTo>
                  <a:cubicBezTo>
                    <a:pt x="72" y="1"/>
                    <a:pt x="1" y="84"/>
                    <a:pt x="1" y="167"/>
                  </a:cubicBezTo>
                  <a:lnTo>
                    <a:pt x="1" y="346"/>
                  </a:lnTo>
                  <a:cubicBezTo>
                    <a:pt x="1" y="441"/>
                    <a:pt x="72" y="513"/>
                    <a:pt x="155" y="513"/>
                  </a:cubicBezTo>
                  <a:cubicBezTo>
                    <a:pt x="251" y="513"/>
                    <a:pt x="322" y="441"/>
                    <a:pt x="322" y="346"/>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65"/>
            <p:cNvSpPr/>
            <p:nvPr/>
          </p:nvSpPr>
          <p:spPr>
            <a:xfrm>
              <a:off x="5961057" y="3490256"/>
              <a:ext cx="10201" cy="16252"/>
            </a:xfrm>
            <a:custGeom>
              <a:avLst/>
              <a:gdLst/>
              <a:ahLst/>
              <a:cxnLst/>
              <a:rect l="l" t="t" r="r" b="b"/>
              <a:pathLst>
                <a:path w="322" h="513" extrusionOk="0">
                  <a:moveTo>
                    <a:pt x="167" y="1"/>
                  </a:moveTo>
                  <a:cubicBezTo>
                    <a:pt x="71" y="1"/>
                    <a:pt x="0" y="84"/>
                    <a:pt x="0" y="167"/>
                  </a:cubicBezTo>
                  <a:lnTo>
                    <a:pt x="0" y="346"/>
                  </a:lnTo>
                  <a:cubicBezTo>
                    <a:pt x="0" y="441"/>
                    <a:pt x="71" y="513"/>
                    <a:pt x="167" y="513"/>
                  </a:cubicBezTo>
                  <a:cubicBezTo>
                    <a:pt x="250" y="513"/>
                    <a:pt x="321" y="441"/>
                    <a:pt x="321" y="346"/>
                  </a:cubicBezTo>
                  <a:lnTo>
                    <a:pt x="321" y="167"/>
                  </a:lnTo>
                  <a:cubicBezTo>
                    <a:pt x="321"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65"/>
            <p:cNvSpPr/>
            <p:nvPr/>
          </p:nvSpPr>
          <p:spPr>
            <a:xfrm>
              <a:off x="5801105" y="3347696"/>
              <a:ext cx="264813" cy="351933"/>
            </a:xfrm>
            <a:custGeom>
              <a:avLst/>
              <a:gdLst/>
              <a:ahLst/>
              <a:cxnLst/>
              <a:rect l="l" t="t" r="r" b="b"/>
              <a:pathLst>
                <a:path w="8359" h="11109" extrusionOk="0">
                  <a:moveTo>
                    <a:pt x="4608" y="310"/>
                  </a:moveTo>
                  <a:cubicBezTo>
                    <a:pt x="5061" y="310"/>
                    <a:pt x="5442" y="619"/>
                    <a:pt x="5549" y="1048"/>
                  </a:cubicBezTo>
                  <a:cubicBezTo>
                    <a:pt x="5559" y="1124"/>
                    <a:pt x="5621" y="1177"/>
                    <a:pt x="5689" y="1177"/>
                  </a:cubicBezTo>
                  <a:cubicBezTo>
                    <a:pt x="5706" y="1177"/>
                    <a:pt x="5723" y="1174"/>
                    <a:pt x="5740" y="1167"/>
                  </a:cubicBezTo>
                  <a:cubicBezTo>
                    <a:pt x="5835" y="1155"/>
                    <a:pt x="5894" y="1072"/>
                    <a:pt x="5859" y="976"/>
                  </a:cubicBezTo>
                  <a:cubicBezTo>
                    <a:pt x="5847" y="929"/>
                    <a:pt x="5835" y="869"/>
                    <a:pt x="5823" y="834"/>
                  </a:cubicBezTo>
                  <a:lnTo>
                    <a:pt x="6430" y="834"/>
                  </a:lnTo>
                  <a:cubicBezTo>
                    <a:pt x="6811" y="834"/>
                    <a:pt x="7145" y="1143"/>
                    <a:pt x="7145" y="1548"/>
                  </a:cubicBezTo>
                  <a:cubicBezTo>
                    <a:pt x="7145" y="1929"/>
                    <a:pt x="6835" y="2262"/>
                    <a:pt x="6430" y="2262"/>
                  </a:cubicBezTo>
                  <a:cubicBezTo>
                    <a:pt x="6335" y="2262"/>
                    <a:pt x="6263" y="2334"/>
                    <a:pt x="6263" y="2417"/>
                  </a:cubicBezTo>
                  <a:cubicBezTo>
                    <a:pt x="6263" y="2512"/>
                    <a:pt x="6335" y="2584"/>
                    <a:pt x="6430" y="2584"/>
                  </a:cubicBezTo>
                  <a:cubicBezTo>
                    <a:pt x="6490" y="2584"/>
                    <a:pt x="6549" y="2584"/>
                    <a:pt x="6609" y="2572"/>
                  </a:cubicBezTo>
                  <a:lnTo>
                    <a:pt x="6609" y="2953"/>
                  </a:lnTo>
                  <a:lnTo>
                    <a:pt x="6073" y="2953"/>
                  </a:lnTo>
                  <a:cubicBezTo>
                    <a:pt x="5978" y="2953"/>
                    <a:pt x="5906" y="3036"/>
                    <a:pt x="5906" y="3120"/>
                  </a:cubicBezTo>
                  <a:cubicBezTo>
                    <a:pt x="5906" y="3215"/>
                    <a:pt x="5978" y="3286"/>
                    <a:pt x="6073" y="3286"/>
                  </a:cubicBezTo>
                  <a:lnTo>
                    <a:pt x="6609" y="3286"/>
                  </a:lnTo>
                  <a:lnTo>
                    <a:pt x="6609" y="3655"/>
                  </a:lnTo>
                  <a:lnTo>
                    <a:pt x="1715" y="3655"/>
                  </a:lnTo>
                  <a:lnTo>
                    <a:pt x="1715" y="3286"/>
                  </a:lnTo>
                  <a:lnTo>
                    <a:pt x="5382" y="3286"/>
                  </a:lnTo>
                  <a:cubicBezTo>
                    <a:pt x="5478" y="3286"/>
                    <a:pt x="5549" y="3215"/>
                    <a:pt x="5549" y="3120"/>
                  </a:cubicBezTo>
                  <a:cubicBezTo>
                    <a:pt x="5549" y="3036"/>
                    <a:pt x="5478" y="2953"/>
                    <a:pt x="5382" y="2953"/>
                  </a:cubicBezTo>
                  <a:lnTo>
                    <a:pt x="1715" y="2953"/>
                  </a:lnTo>
                  <a:lnTo>
                    <a:pt x="1715" y="2560"/>
                  </a:lnTo>
                  <a:cubicBezTo>
                    <a:pt x="1775" y="2572"/>
                    <a:pt x="1834" y="2572"/>
                    <a:pt x="1894" y="2572"/>
                  </a:cubicBezTo>
                  <a:cubicBezTo>
                    <a:pt x="1977" y="2572"/>
                    <a:pt x="2049" y="2500"/>
                    <a:pt x="2049" y="2405"/>
                  </a:cubicBezTo>
                  <a:cubicBezTo>
                    <a:pt x="2049" y="2322"/>
                    <a:pt x="1977" y="2239"/>
                    <a:pt x="1894" y="2239"/>
                  </a:cubicBezTo>
                  <a:cubicBezTo>
                    <a:pt x="1501" y="2239"/>
                    <a:pt x="1191" y="1929"/>
                    <a:pt x="1191" y="1548"/>
                  </a:cubicBezTo>
                  <a:cubicBezTo>
                    <a:pt x="1191" y="1155"/>
                    <a:pt x="1501" y="834"/>
                    <a:pt x="1906" y="834"/>
                  </a:cubicBezTo>
                  <a:lnTo>
                    <a:pt x="2513" y="834"/>
                  </a:lnTo>
                  <a:cubicBezTo>
                    <a:pt x="2501" y="869"/>
                    <a:pt x="2489" y="929"/>
                    <a:pt x="2465" y="976"/>
                  </a:cubicBezTo>
                  <a:cubicBezTo>
                    <a:pt x="2453" y="1072"/>
                    <a:pt x="2501" y="1155"/>
                    <a:pt x="2584" y="1167"/>
                  </a:cubicBezTo>
                  <a:lnTo>
                    <a:pt x="2632" y="1167"/>
                  </a:lnTo>
                  <a:cubicBezTo>
                    <a:pt x="2703" y="1167"/>
                    <a:pt x="2763" y="1131"/>
                    <a:pt x="2799" y="1048"/>
                  </a:cubicBezTo>
                  <a:cubicBezTo>
                    <a:pt x="2906" y="619"/>
                    <a:pt x="3287" y="310"/>
                    <a:pt x="3739" y="310"/>
                  </a:cubicBezTo>
                  <a:close/>
                  <a:moveTo>
                    <a:pt x="2084" y="3965"/>
                  </a:moveTo>
                  <a:cubicBezTo>
                    <a:pt x="2084" y="4072"/>
                    <a:pt x="2037" y="4167"/>
                    <a:pt x="1977" y="4239"/>
                  </a:cubicBezTo>
                  <a:cubicBezTo>
                    <a:pt x="1906" y="4310"/>
                    <a:pt x="1822" y="4346"/>
                    <a:pt x="1727" y="4346"/>
                  </a:cubicBezTo>
                  <a:lnTo>
                    <a:pt x="1715" y="4346"/>
                  </a:lnTo>
                  <a:lnTo>
                    <a:pt x="1715" y="3965"/>
                  </a:lnTo>
                  <a:close/>
                  <a:moveTo>
                    <a:pt x="6609" y="3965"/>
                  </a:moveTo>
                  <a:lnTo>
                    <a:pt x="6609" y="4346"/>
                  </a:lnTo>
                  <a:lnTo>
                    <a:pt x="6597" y="4346"/>
                  </a:lnTo>
                  <a:cubicBezTo>
                    <a:pt x="6502" y="4346"/>
                    <a:pt x="6406" y="4298"/>
                    <a:pt x="6347" y="4239"/>
                  </a:cubicBezTo>
                  <a:cubicBezTo>
                    <a:pt x="6263" y="4167"/>
                    <a:pt x="6240" y="4072"/>
                    <a:pt x="6240" y="3977"/>
                  </a:cubicBezTo>
                  <a:lnTo>
                    <a:pt x="6240" y="3965"/>
                  </a:lnTo>
                  <a:close/>
                  <a:moveTo>
                    <a:pt x="6454" y="5953"/>
                  </a:moveTo>
                  <a:cubicBezTo>
                    <a:pt x="6549" y="6025"/>
                    <a:pt x="6609" y="6132"/>
                    <a:pt x="6609" y="6251"/>
                  </a:cubicBezTo>
                  <a:cubicBezTo>
                    <a:pt x="6609" y="6346"/>
                    <a:pt x="6561" y="6453"/>
                    <a:pt x="6478" y="6513"/>
                  </a:cubicBezTo>
                  <a:cubicBezTo>
                    <a:pt x="6430" y="6561"/>
                    <a:pt x="6418" y="6608"/>
                    <a:pt x="6418" y="6656"/>
                  </a:cubicBezTo>
                  <a:cubicBezTo>
                    <a:pt x="6418" y="6703"/>
                    <a:pt x="6430" y="6739"/>
                    <a:pt x="6430" y="6751"/>
                  </a:cubicBezTo>
                  <a:cubicBezTo>
                    <a:pt x="6430" y="7049"/>
                    <a:pt x="6192" y="7287"/>
                    <a:pt x="5894" y="7287"/>
                  </a:cubicBezTo>
                  <a:cubicBezTo>
                    <a:pt x="5775" y="7287"/>
                    <a:pt x="5656" y="7239"/>
                    <a:pt x="5549" y="7168"/>
                  </a:cubicBezTo>
                  <a:cubicBezTo>
                    <a:pt x="5966" y="6870"/>
                    <a:pt x="6299" y="6441"/>
                    <a:pt x="6454" y="5953"/>
                  </a:cubicBezTo>
                  <a:close/>
                  <a:moveTo>
                    <a:pt x="5918" y="3965"/>
                  </a:moveTo>
                  <a:lnTo>
                    <a:pt x="5918" y="3989"/>
                  </a:lnTo>
                  <a:cubicBezTo>
                    <a:pt x="5918" y="4167"/>
                    <a:pt x="6002" y="4346"/>
                    <a:pt x="6132" y="4477"/>
                  </a:cubicBezTo>
                  <a:cubicBezTo>
                    <a:pt x="6263" y="4608"/>
                    <a:pt x="6430" y="4667"/>
                    <a:pt x="6621" y="4667"/>
                  </a:cubicBezTo>
                  <a:lnTo>
                    <a:pt x="6716" y="4667"/>
                  </a:lnTo>
                  <a:cubicBezTo>
                    <a:pt x="6859" y="4667"/>
                    <a:pt x="6978" y="4786"/>
                    <a:pt x="6978" y="4941"/>
                  </a:cubicBezTo>
                  <a:cubicBezTo>
                    <a:pt x="6978" y="5084"/>
                    <a:pt x="6859" y="5203"/>
                    <a:pt x="6716" y="5203"/>
                  </a:cubicBezTo>
                  <a:lnTo>
                    <a:pt x="6609" y="5203"/>
                  </a:lnTo>
                  <a:lnTo>
                    <a:pt x="6609" y="5191"/>
                  </a:lnTo>
                  <a:cubicBezTo>
                    <a:pt x="6609" y="5096"/>
                    <a:pt x="6537" y="5025"/>
                    <a:pt x="6442" y="5025"/>
                  </a:cubicBezTo>
                  <a:cubicBezTo>
                    <a:pt x="6359" y="5025"/>
                    <a:pt x="6287" y="5096"/>
                    <a:pt x="6287" y="5191"/>
                  </a:cubicBezTo>
                  <a:cubicBezTo>
                    <a:pt x="6287" y="6346"/>
                    <a:pt x="5347" y="7287"/>
                    <a:pt x="4180" y="7287"/>
                  </a:cubicBezTo>
                  <a:cubicBezTo>
                    <a:pt x="4172" y="7287"/>
                    <a:pt x="4165" y="7287"/>
                    <a:pt x="4158" y="7287"/>
                  </a:cubicBezTo>
                  <a:cubicBezTo>
                    <a:pt x="2978" y="7287"/>
                    <a:pt x="2049" y="6339"/>
                    <a:pt x="2049" y="5191"/>
                  </a:cubicBezTo>
                  <a:cubicBezTo>
                    <a:pt x="2049" y="5096"/>
                    <a:pt x="1977" y="5025"/>
                    <a:pt x="1894" y="5025"/>
                  </a:cubicBezTo>
                  <a:cubicBezTo>
                    <a:pt x="1799" y="5025"/>
                    <a:pt x="1727" y="5096"/>
                    <a:pt x="1727" y="5191"/>
                  </a:cubicBezTo>
                  <a:lnTo>
                    <a:pt x="1727" y="5203"/>
                  </a:lnTo>
                  <a:lnTo>
                    <a:pt x="1620" y="5203"/>
                  </a:lnTo>
                  <a:cubicBezTo>
                    <a:pt x="1477" y="5203"/>
                    <a:pt x="1358" y="5084"/>
                    <a:pt x="1358" y="4941"/>
                  </a:cubicBezTo>
                  <a:cubicBezTo>
                    <a:pt x="1358" y="4786"/>
                    <a:pt x="1477" y="4667"/>
                    <a:pt x="1620" y="4667"/>
                  </a:cubicBezTo>
                  <a:lnTo>
                    <a:pt x="1715" y="4667"/>
                  </a:lnTo>
                  <a:cubicBezTo>
                    <a:pt x="1894" y="4667"/>
                    <a:pt x="2072" y="4596"/>
                    <a:pt x="2203" y="4477"/>
                  </a:cubicBezTo>
                  <a:cubicBezTo>
                    <a:pt x="2334" y="4346"/>
                    <a:pt x="2418" y="4179"/>
                    <a:pt x="2418" y="3989"/>
                  </a:cubicBezTo>
                  <a:lnTo>
                    <a:pt x="2418" y="3965"/>
                  </a:lnTo>
                  <a:close/>
                  <a:moveTo>
                    <a:pt x="1846" y="5977"/>
                  </a:moveTo>
                  <a:cubicBezTo>
                    <a:pt x="2013" y="6465"/>
                    <a:pt x="2334" y="6906"/>
                    <a:pt x="2751" y="7203"/>
                  </a:cubicBezTo>
                  <a:cubicBezTo>
                    <a:pt x="2668" y="7263"/>
                    <a:pt x="2549" y="7299"/>
                    <a:pt x="2418" y="7299"/>
                  </a:cubicBezTo>
                  <a:cubicBezTo>
                    <a:pt x="2120" y="7299"/>
                    <a:pt x="1882" y="7061"/>
                    <a:pt x="1882" y="6763"/>
                  </a:cubicBezTo>
                  <a:cubicBezTo>
                    <a:pt x="1882" y="6739"/>
                    <a:pt x="1882" y="6703"/>
                    <a:pt x="1894" y="6680"/>
                  </a:cubicBezTo>
                  <a:cubicBezTo>
                    <a:pt x="1906" y="6620"/>
                    <a:pt x="1882" y="6561"/>
                    <a:pt x="1834" y="6525"/>
                  </a:cubicBezTo>
                  <a:cubicBezTo>
                    <a:pt x="1739" y="6453"/>
                    <a:pt x="1691" y="6358"/>
                    <a:pt x="1691" y="6263"/>
                  </a:cubicBezTo>
                  <a:cubicBezTo>
                    <a:pt x="1691" y="6144"/>
                    <a:pt x="1751" y="6037"/>
                    <a:pt x="1846" y="5977"/>
                  </a:cubicBezTo>
                  <a:close/>
                  <a:moveTo>
                    <a:pt x="5192" y="7382"/>
                  </a:moveTo>
                  <a:lnTo>
                    <a:pt x="5192" y="7775"/>
                  </a:lnTo>
                  <a:cubicBezTo>
                    <a:pt x="4847" y="7918"/>
                    <a:pt x="4513" y="7989"/>
                    <a:pt x="4132" y="7989"/>
                  </a:cubicBezTo>
                  <a:lnTo>
                    <a:pt x="3977" y="7989"/>
                  </a:lnTo>
                  <a:cubicBezTo>
                    <a:pt x="3882" y="7989"/>
                    <a:pt x="3811" y="8049"/>
                    <a:pt x="3799" y="8132"/>
                  </a:cubicBezTo>
                  <a:cubicBezTo>
                    <a:pt x="3799" y="8227"/>
                    <a:pt x="3858" y="8299"/>
                    <a:pt x="3942" y="8311"/>
                  </a:cubicBezTo>
                  <a:lnTo>
                    <a:pt x="4120" y="8311"/>
                  </a:lnTo>
                  <a:cubicBezTo>
                    <a:pt x="4501" y="8311"/>
                    <a:pt x="4859" y="8251"/>
                    <a:pt x="5216" y="8120"/>
                  </a:cubicBezTo>
                  <a:cubicBezTo>
                    <a:pt x="5251" y="8275"/>
                    <a:pt x="5370" y="8394"/>
                    <a:pt x="5525" y="8454"/>
                  </a:cubicBezTo>
                  <a:lnTo>
                    <a:pt x="5704" y="8513"/>
                  </a:lnTo>
                  <a:cubicBezTo>
                    <a:pt x="5418" y="8835"/>
                    <a:pt x="4823" y="9049"/>
                    <a:pt x="4156" y="9049"/>
                  </a:cubicBezTo>
                  <a:cubicBezTo>
                    <a:pt x="3501" y="9049"/>
                    <a:pt x="2894" y="8835"/>
                    <a:pt x="2573" y="8525"/>
                  </a:cubicBezTo>
                  <a:lnTo>
                    <a:pt x="2751" y="8466"/>
                  </a:lnTo>
                  <a:cubicBezTo>
                    <a:pt x="2906" y="8406"/>
                    <a:pt x="3025" y="8287"/>
                    <a:pt x="3073" y="8132"/>
                  </a:cubicBezTo>
                  <a:cubicBezTo>
                    <a:pt x="3132" y="8156"/>
                    <a:pt x="3168" y="8180"/>
                    <a:pt x="3227" y="8192"/>
                  </a:cubicBezTo>
                  <a:lnTo>
                    <a:pt x="3275" y="8192"/>
                  </a:lnTo>
                  <a:cubicBezTo>
                    <a:pt x="3346" y="8192"/>
                    <a:pt x="3406" y="8156"/>
                    <a:pt x="3430" y="8073"/>
                  </a:cubicBezTo>
                  <a:cubicBezTo>
                    <a:pt x="3454" y="7989"/>
                    <a:pt x="3406" y="7894"/>
                    <a:pt x="3323" y="7870"/>
                  </a:cubicBezTo>
                  <a:cubicBezTo>
                    <a:pt x="3239" y="7834"/>
                    <a:pt x="3156" y="7811"/>
                    <a:pt x="3084" y="7775"/>
                  </a:cubicBezTo>
                  <a:lnTo>
                    <a:pt x="3084" y="7382"/>
                  </a:lnTo>
                  <a:cubicBezTo>
                    <a:pt x="3394" y="7525"/>
                    <a:pt x="3763" y="7620"/>
                    <a:pt x="4132" y="7620"/>
                  </a:cubicBezTo>
                  <a:cubicBezTo>
                    <a:pt x="4513" y="7620"/>
                    <a:pt x="4882" y="7525"/>
                    <a:pt x="5192" y="7382"/>
                  </a:cubicBezTo>
                  <a:close/>
                  <a:moveTo>
                    <a:pt x="3727" y="0"/>
                  </a:moveTo>
                  <a:cubicBezTo>
                    <a:pt x="3311" y="0"/>
                    <a:pt x="2918" y="203"/>
                    <a:pt x="2680" y="512"/>
                  </a:cubicBezTo>
                  <a:lnTo>
                    <a:pt x="1894" y="512"/>
                  </a:lnTo>
                  <a:cubicBezTo>
                    <a:pt x="1322" y="512"/>
                    <a:pt x="858" y="976"/>
                    <a:pt x="858" y="1548"/>
                  </a:cubicBezTo>
                  <a:cubicBezTo>
                    <a:pt x="858" y="1929"/>
                    <a:pt x="1072" y="2250"/>
                    <a:pt x="1382" y="2441"/>
                  </a:cubicBezTo>
                  <a:lnTo>
                    <a:pt x="1382" y="4382"/>
                  </a:lnTo>
                  <a:cubicBezTo>
                    <a:pt x="1179" y="4477"/>
                    <a:pt x="1049" y="4679"/>
                    <a:pt x="1049" y="4941"/>
                  </a:cubicBezTo>
                  <a:cubicBezTo>
                    <a:pt x="1049" y="5263"/>
                    <a:pt x="1310" y="5537"/>
                    <a:pt x="1644" y="5537"/>
                  </a:cubicBezTo>
                  <a:lnTo>
                    <a:pt x="1751" y="5537"/>
                  </a:lnTo>
                  <a:cubicBezTo>
                    <a:pt x="1751" y="5560"/>
                    <a:pt x="1775" y="5596"/>
                    <a:pt x="1775" y="5620"/>
                  </a:cubicBezTo>
                  <a:cubicBezTo>
                    <a:pt x="1537" y="5739"/>
                    <a:pt x="1382" y="5977"/>
                    <a:pt x="1382" y="6227"/>
                  </a:cubicBezTo>
                  <a:cubicBezTo>
                    <a:pt x="1382" y="6394"/>
                    <a:pt x="1441" y="6561"/>
                    <a:pt x="1560" y="6691"/>
                  </a:cubicBezTo>
                  <a:lnTo>
                    <a:pt x="1560" y="6751"/>
                  </a:lnTo>
                  <a:cubicBezTo>
                    <a:pt x="1560" y="7227"/>
                    <a:pt x="1953" y="7620"/>
                    <a:pt x="2430" y="7620"/>
                  </a:cubicBezTo>
                  <a:cubicBezTo>
                    <a:pt x="2549" y="7620"/>
                    <a:pt x="2680" y="7584"/>
                    <a:pt x="2787" y="7537"/>
                  </a:cubicBezTo>
                  <a:lnTo>
                    <a:pt x="2787" y="7977"/>
                  </a:lnTo>
                  <a:cubicBezTo>
                    <a:pt x="2787" y="8049"/>
                    <a:pt x="2739" y="8120"/>
                    <a:pt x="2668" y="8156"/>
                  </a:cubicBezTo>
                  <a:lnTo>
                    <a:pt x="810" y="8811"/>
                  </a:lnTo>
                  <a:cubicBezTo>
                    <a:pt x="334" y="8966"/>
                    <a:pt x="1" y="9430"/>
                    <a:pt x="1" y="9954"/>
                  </a:cubicBezTo>
                  <a:lnTo>
                    <a:pt x="1" y="10954"/>
                  </a:lnTo>
                  <a:cubicBezTo>
                    <a:pt x="1" y="11037"/>
                    <a:pt x="72" y="11109"/>
                    <a:pt x="167" y="11109"/>
                  </a:cubicBezTo>
                  <a:cubicBezTo>
                    <a:pt x="251" y="11109"/>
                    <a:pt x="322" y="11037"/>
                    <a:pt x="322" y="10954"/>
                  </a:cubicBezTo>
                  <a:lnTo>
                    <a:pt x="322" y="9954"/>
                  </a:lnTo>
                  <a:cubicBezTo>
                    <a:pt x="322" y="9847"/>
                    <a:pt x="346" y="9739"/>
                    <a:pt x="382" y="9644"/>
                  </a:cubicBezTo>
                  <a:lnTo>
                    <a:pt x="1203" y="10335"/>
                  </a:lnTo>
                  <a:cubicBezTo>
                    <a:pt x="1322" y="10442"/>
                    <a:pt x="1394" y="10597"/>
                    <a:pt x="1394" y="10740"/>
                  </a:cubicBezTo>
                  <a:lnTo>
                    <a:pt x="1394" y="10954"/>
                  </a:lnTo>
                  <a:cubicBezTo>
                    <a:pt x="1394" y="11037"/>
                    <a:pt x="1477" y="11109"/>
                    <a:pt x="1560" y="11109"/>
                  </a:cubicBezTo>
                  <a:cubicBezTo>
                    <a:pt x="1656" y="11109"/>
                    <a:pt x="1727" y="11037"/>
                    <a:pt x="1727" y="10954"/>
                  </a:cubicBezTo>
                  <a:lnTo>
                    <a:pt x="1727" y="10740"/>
                  </a:lnTo>
                  <a:cubicBezTo>
                    <a:pt x="1727" y="10490"/>
                    <a:pt x="1620" y="10251"/>
                    <a:pt x="1430" y="10085"/>
                  </a:cubicBezTo>
                  <a:lnTo>
                    <a:pt x="560" y="9347"/>
                  </a:lnTo>
                  <a:cubicBezTo>
                    <a:pt x="656" y="9239"/>
                    <a:pt x="787" y="9144"/>
                    <a:pt x="918" y="9108"/>
                  </a:cubicBezTo>
                  <a:lnTo>
                    <a:pt x="2263" y="8632"/>
                  </a:lnTo>
                  <a:cubicBezTo>
                    <a:pt x="2620" y="9073"/>
                    <a:pt x="3346" y="9358"/>
                    <a:pt x="4180" y="9358"/>
                  </a:cubicBezTo>
                  <a:cubicBezTo>
                    <a:pt x="4489" y="9358"/>
                    <a:pt x="4775" y="9311"/>
                    <a:pt x="5049" y="9251"/>
                  </a:cubicBezTo>
                  <a:lnTo>
                    <a:pt x="5073" y="9287"/>
                  </a:lnTo>
                  <a:cubicBezTo>
                    <a:pt x="5180" y="9382"/>
                    <a:pt x="5240" y="9525"/>
                    <a:pt x="5240" y="9656"/>
                  </a:cubicBezTo>
                  <a:lnTo>
                    <a:pt x="5240" y="10930"/>
                  </a:lnTo>
                  <a:cubicBezTo>
                    <a:pt x="5240" y="11025"/>
                    <a:pt x="5311" y="11097"/>
                    <a:pt x="5406" y="11097"/>
                  </a:cubicBezTo>
                  <a:cubicBezTo>
                    <a:pt x="5490" y="11097"/>
                    <a:pt x="5561" y="11025"/>
                    <a:pt x="5561" y="10930"/>
                  </a:cubicBezTo>
                  <a:lnTo>
                    <a:pt x="5561" y="9656"/>
                  </a:lnTo>
                  <a:cubicBezTo>
                    <a:pt x="5561" y="9466"/>
                    <a:pt x="5501" y="9287"/>
                    <a:pt x="5382" y="9132"/>
                  </a:cubicBezTo>
                  <a:cubicBezTo>
                    <a:pt x="5680" y="9013"/>
                    <a:pt x="5942" y="8835"/>
                    <a:pt x="6097" y="8632"/>
                  </a:cubicBezTo>
                  <a:lnTo>
                    <a:pt x="7442" y="9108"/>
                  </a:lnTo>
                  <a:cubicBezTo>
                    <a:pt x="7573" y="9144"/>
                    <a:pt x="7704" y="9239"/>
                    <a:pt x="7799" y="9347"/>
                  </a:cubicBezTo>
                  <a:lnTo>
                    <a:pt x="6930" y="10085"/>
                  </a:lnTo>
                  <a:cubicBezTo>
                    <a:pt x="6740" y="10251"/>
                    <a:pt x="6633" y="10490"/>
                    <a:pt x="6633" y="10740"/>
                  </a:cubicBezTo>
                  <a:lnTo>
                    <a:pt x="6633" y="10954"/>
                  </a:lnTo>
                  <a:cubicBezTo>
                    <a:pt x="6633" y="11037"/>
                    <a:pt x="6716" y="11109"/>
                    <a:pt x="6799" y="11109"/>
                  </a:cubicBezTo>
                  <a:cubicBezTo>
                    <a:pt x="6894" y="11109"/>
                    <a:pt x="6966" y="11037"/>
                    <a:pt x="6966" y="10954"/>
                  </a:cubicBezTo>
                  <a:lnTo>
                    <a:pt x="6966" y="10740"/>
                  </a:lnTo>
                  <a:cubicBezTo>
                    <a:pt x="6966" y="10597"/>
                    <a:pt x="7037" y="10442"/>
                    <a:pt x="7156" y="10335"/>
                  </a:cubicBezTo>
                  <a:lnTo>
                    <a:pt x="7978" y="9632"/>
                  </a:lnTo>
                  <a:cubicBezTo>
                    <a:pt x="8002" y="9739"/>
                    <a:pt x="8037" y="9847"/>
                    <a:pt x="8037" y="9954"/>
                  </a:cubicBezTo>
                  <a:lnTo>
                    <a:pt x="8037" y="10954"/>
                  </a:lnTo>
                  <a:cubicBezTo>
                    <a:pt x="8037" y="11037"/>
                    <a:pt x="8109" y="11109"/>
                    <a:pt x="8204" y="11109"/>
                  </a:cubicBezTo>
                  <a:cubicBezTo>
                    <a:pt x="8288" y="11109"/>
                    <a:pt x="8359" y="11037"/>
                    <a:pt x="8359" y="10954"/>
                  </a:cubicBezTo>
                  <a:lnTo>
                    <a:pt x="8359" y="9954"/>
                  </a:lnTo>
                  <a:cubicBezTo>
                    <a:pt x="8335" y="9430"/>
                    <a:pt x="8002" y="8966"/>
                    <a:pt x="7514" y="8811"/>
                  </a:cubicBezTo>
                  <a:lnTo>
                    <a:pt x="5656" y="8156"/>
                  </a:lnTo>
                  <a:cubicBezTo>
                    <a:pt x="5585" y="8120"/>
                    <a:pt x="5537" y="8061"/>
                    <a:pt x="5537" y="7977"/>
                  </a:cubicBezTo>
                  <a:lnTo>
                    <a:pt x="5537" y="7537"/>
                  </a:lnTo>
                  <a:cubicBezTo>
                    <a:pt x="5644" y="7584"/>
                    <a:pt x="5775" y="7620"/>
                    <a:pt x="5894" y="7620"/>
                  </a:cubicBezTo>
                  <a:cubicBezTo>
                    <a:pt x="6371" y="7620"/>
                    <a:pt x="6764" y="7227"/>
                    <a:pt x="6764" y="6751"/>
                  </a:cubicBezTo>
                  <a:lnTo>
                    <a:pt x="6764" y="6691"/>
                  </a:lnTo>
                  <a:cubicBezTo>
                    <a:pt x="6883" y="6572"/>
                    <a:pt x="6942" y="6406"/>
                    <a:pt x="6942" y="6227"/>
                  </a:cubicBezTo>
                  <a:cubicBezTo>
                    <a:pt x="6942" y="5965"/>
                    <a:pt x="6787" y="5727"/>
                    <a:pt x="6549" y="5620"/>
                  </a:cubicBezTo>
                  <a:cubicBezTo>
                    <a:pt x="6549" y="5596"/>
                    <a:pt x="6561" y="5560"/>
                    <a:pt x="6561" y="5537"/>
                  </a:cubicBezTo>
                  <a:lnTo>
                    <a:pt x="6680" y="5537"/>
                  </a:lnTo>
                  <a:cubicBezTo>
                    <a:pt x="7014" y="5537"/>
                    <a:pt x="7275" y="5263"/>
                    <a:pt x="7275" y="4941"/>
                  </a:cubicBezTo>
                  <a:cubicBezTo>
                    <a:pt x="7275" y="4703"/>
                    <a:pt x="7133" y="4489"/>
                    <a:pt x="6942" y="4382"/>
                  </a:cubicBezTo>
                  <a:lnTo>
                    <a:pt x="6942" y="2441"/>
                  </a:lnTo>
                  <a:cubicBezTo>
                    <a:pt x="7252" y="2250"/>
                    <a:pt x="7454" y="1917"/>
                    <a:pt x="7454" y="1548"/>
                  </a:cubicBezTo>
                  <a:cubicBezTo>
                    <a:pt x="7454" y="976"/>
                    <a:pt x="7002" y="512"/>
                    <a:pt x="6430" y="512"/>
                  </a:cubicBezTo>
                  <a:lnTo>
                    <a:pt x="5644" y="512"/>
                  </a:lnTo>
                  <a:cubicBezTo>
                    <a:pt x="5406" y="191"/>
                    <a:pt x="5013" y="0"/>
                    <a:pt x="4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9" name="Google Shape;11219;p65"/>
          <p:cNvGrpSpPr/>
          <p:nvPr/>
        </p:nvGrpSpPr>
        <p:grpSpPr>
          <a:xfrm>
            <a:off x="5349253" y="3171536"/>
            <a:ext cx="265922" cy="352693"/>
            <a:chOff x="5349253" y="3346936"/>
            <a:chExt cx="265922" cy="352693"/>
          </a:xfrm>
        </p:grpSpPr>
        <p:sp>
          <p:nvSpPr>
            <p:cNvPr id="11220" name="Google Shape;11220;p65"/>
            <p:cNvSpPr/>
            <p:nvPr/>
          </p:nvSpPr>
          <p:spPr>
            <a:xfrm>
              <a:off x="5460133" y="3534862"/>
              <a:ext cx="44162" cy="15396"/>
            </a:xfrm>
            <a:custGeom>
              <a:avLst/>
              <a:gdLst/>
              <a:ahLst/>
              <a:cxnLst/>
              <a:rect l="l" t="t" r="r" b="b"/>
              <a:pathLst>
                <a:path w="1394" h="486" extrusionOk="0">
                  <a:moveTo>
                    <a:pt x="173" y="1"/>
                  </a:moveTo>
                  <a:cubicBezTo>
                    <a:pt x="131" y="1"/>
                    <a:pt x="90" y="16"/>
                    <a:pt x="60" y="45"/>
                  </a:cubicBezTo>
                  <a:cubicBezTo>
                    <a:pt x="1" y="105"/>
                    <a:pt x="1" y="200"/>
                    <a:pt x="60" y="260"/>
                  </a:cubicBezTo>
                  <a:cubicBezTo>
                    <a:pt x="203" y="402"/>
                    <a:pt x="429" y="486"/>
                    <a:pt x="703" y="486"/>
                  </a:cubicBezTo>
                  <a:cubicBezTo>
                    <a:pt x="965" y="486"/>
                    <a:pt x="1191" y="402"/>
                    <a:pt x="1346" y="260"/>
                  </a:cubicBezTo>
                  <a:cubicBezTo>
                    <a:pt x="1394" y="200"/>
                    <a:pt x="1394" y="105"/>
                    <a:pt x="1310" y="45"/>
                  </a:cubicBezTo>
                  <a:cubicBezTo>
                    <a:pt x="1280" y="16"/>
                    <a:pt x="1242" y="1"/>
                    <a:pt x="1203" y="1"/>
                  </a:cubicBezTo>
                  <a:cubicBezTo>
                    <a:pt x="1164" y="1"/>
                    <a:pt x="1126" y="16"/>
                    <a:pt x="1096" y="45"/>
                  </a:cubicBezTo>
                  <a:cubicBezTo>
                    <a:pt x="1024" y="105"/>
                    <a:pt x="882" y="176"/>
                    <a:pt x="691" y="176"/>
                  </a:cubicBezTo>
                  <a:cubicBezTo>
                    <a:pt x="501" y="176"/>
                    <a:pt x="346" y="105"/>
                    <a:pt x="286" y="45"/>
                  </a:cubicBez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65"/>
            <p:cNvSpPr/>
            <p:nvPr/>
          </p:nvSpPr>
          <p:spPr>
            <a:xfrm>
              <a:off x="5443153" y="3495927"/>
              <a:ext cx="10613" cy="16252"/>
            </a:xfrm>
            <a:custGeom>
              <a:avLst/>
              <a:gdLst/>
              <a:ahLst/>
              <a:cxnLst/>
              <a:rect l="l" t="t" r="r" b="b"/>
              <a:pathLst>
                <a:path w="335" h="513" extrusionOk="0">
                  <a:moveTo>
                    <a:pt x="167" y="0"/>
                  </a:moveTo>
                  <a:cubicBezTo>
                    <a:pt x="84" y="0"/>
                    <a:pt x="1" y="84"/>
                    <a:pt x="1" y="167"/>
                  </a:cubicBezTo>
                  <a:lnTo>
                    <a:pt x="1" y="346"/>
                  </a:lnTo>
                  <a:cubicBezTo>
                    <a:pt x="1" y="441"/>
                    <a:pt x="84" y="512"/>
                    <a:pt x="167" y="512"/>
                  </a:cubicBezTo>
                  <a:cubicBezTo>
                    <a:pt x="251" y="512"/>
                    <a:pt x="334" y="441"/>
                    <a:pt x="334" y="346"/>
                  </a:cubicBezTo>
                  <a:lnTo>
                    <a:pt x="334" y="167"/>
                  </a:lnTo>
                  <a:cubicBezTo>
                    <a:pt x="334" y="84"/>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65"/>
            <p:cNvSpPr/>
            <p:nvPr/>
          </p:nvSpPr>
          <p:spPr>
            <a:xfrm>
              <a:off x="5509934" y="3495927"/>
              <a:ext cx="10201" cy="16252"/>
            </a:xfrm>
            <a:custGeom>
              <a:avLst/>
              <a:gdLst/>
              <a:ahLst/>
              <a:cxnLst/>
              <a:rect l="l" t="t" r="r" b="b"/>
              <a:pathLst>
                <a:path w="322" h="513" extrusionOk="0">
                  <a:moveTo>
                    <a:pt x="155" y="0"/>
                  </a:moveTo>
                  <a:cubicBezTo>
                    <a:pt x="72" y="0"/>
                    <a:pt x="0" y="84"/>
                    <a:pt x="0" y="167"/>
                  </a:cubicBezTo>
                  <a:lnTo>
                    <a:pt x="0" y="346"/>
                  </a:lnTo>
                  <a:cubicBezTo>
                    <a:pt x="0" y="441"/>
                    <a:pt x="72" y="512"/>
                    <a:pt x="155" y="512"/>
                  </a:cubicBezTo>
                  <a:cubicBezTo>
                    <a:pt x="250" y="512"/>
                    <a:pt x="322" y="441"/>
                    <a:pt x="322" y="346"/>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3" name="Google Shape;11223;p65"/>
            <p:cNvSpPr/>
            <p:nvPr/>
          </p:nvSpPr>
          <p:spPr>
            <a:xfrm>
              <a:off x="5438242" y="3479707"/>
              <a:ext cx="21162" cy="10201"/>
            </a:xfrm>
            <a:custGeom>
              <a:avLst/>
              <a:gdLst/>
              <a:ahLst/>
              <a:cxnLst/>
              <a:rect l="l" t="t" r="r" b="b"/>
              <a:pathLst>
                <a:path w="668" h="322" extrusionOk="0">
                  <a:moveTo>
                    <a:pt x="156" y="0"/>
                  </a:moveTo>
                  <a:cubicBezTo>
                    <a:pt x="72" y="0"/>
                    <a:pt x="1" y="72"/>
                    <a:pt x="1" y="155"/>
                  </a:cubicBezTo>
                  <a:cubicBezTo>
                    <a:pt x="1" y="250"/>
                    <a:pt x="72" y="322"/>
                    <a:pt x="156" y="322"/>
                  </a:cubicBezTo>
                  <a:lnTo>
                    <a:pt x="501" y="322"/>
                  </a:lnTo>
                  <a:cubicBezTo>
                    <a:pt x="596" y="322"/>
                    <a:pt x="668" y="250"/>
                    <a:pt x="668" y="155"/>
                  </a:cubicBezTo>
                  <a:cubicBezTo>
                    <a:pt x="668"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4" name="Google Shape;11224;p65"/>
            <p:cNvSpPr/>
            <p:nvPr/>
          </p:nvSpPr>
          <p:spPr>
            <a:xfrm>
              <a:off x="5504644" y="3479707"/>
              <a:ext cx="21162" cy="10201"/>
            </a:xfrm>
            <a:custGeom>
              <a:avLst/>
              <a:gdLst/>
              <a:ahLst/>
              <a:cxnLst/>
              <a:rect l="l" t="t" r="r" b="b"/>
              <a:pathLst>
                <a:path w="668" h="322" extrusionOk="0">
                  <a:moveTo>
                    <a:pt x="167" y="0"/>
                  </a:moveTo>
                  <a:cubicBezTo>
                    <a:pt x="72" y="0"/>
                    <a:pt x="0" y="72"/>
                    <a:pt x="0" y="155"/>
                  </a:cubicBezTo>
                  <a:cubicBezTo>
                    <a:pt x="0" y="250"/>
                    <a:pt x="72" y="322"/>
                    <a:pt x="167" y="322"/>
                  </a:cubicBezTo>
                  <a:lnTo>
                    <a:pt x="501" y="322"/>
                  </a:lnTo>
                  <a:cubicBezTo>
                    <a:pt x="596" y="322"/>
                    <a:pt x="667" y="250"/>
                    <a:pt x="667" y="155"/>
                  </a:cubicBezTo>
                  <a:cubicBezTo>
                    <a:pt x="655"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65"/>
            <p:cNvSpPr/>
            <p:nvPr/>
          </p:nvSpPr>
          <p:spPr>
            <a:xfrm>
              <a:off x="5349253" y="3346936"/>
              <a:ext cx="265922" cy="352693"/>
            </a:xfrm>
            <a:custGeom>
              <a:avLst/>
              <a:gdLst/>
              <a:ahLst/>
              <a:cxnLst/>
              <a:rect l="l" t="t" r="r" b="b"/>
              <a:pathLst>
                <a:path w="8394" h="11133" extrusionOk="0">
                  <a:moveTo>
                    <a:pt x="4179" y="334"/>
                  </a:moveTo>
                  <a:cubicBezTo>
                    <a:pt x="5810" y="334"/>
                    <a:pt x="7156" y="1667"/>
                    <a:pt x="7156" y="3310"/>
                  </a:cubicBezTo>
                  <a:lnTo>
                    <a:pt x="7156" y="3870"/>
                  </a:lnTo>
                  <a:cubicBezTo>
                    <a:pt x="7084" y="3846"/>
                    <a:pt x="7037" y="3846"/>
                    <a:pt x="6977" y="3846"/>
                  </a:cubicBezTo>
                  <a:lnTo>
                    <a:pt x="6953" y="3846"/>
                  </a:lnTo>
                  <a:lnTo>
                    <a:pt x="6953" y="3477"/>
                  </a:lnTo>
                  <a:cubicBezTo>
                    <a:pt x="6953" y="1941"/>
                    <a:pt x="5703" y="691"/>
                    <a:pt x="4179" y="691"/>
                  </a:cubicBezTo>
                  <a:cubicBezTo>
                    <a:pt x="2643" y="691"/>
                    <a:pt x="1393" y="1941"/>
                    <a:pt x="1393" y="3477"/>
                  </a:cubicBezTo>
                  <a:lnTo>
                    <a:pt x="1393" y="3834"/>
                  </a:lnTo>
                  <a:lnTo>
                    <a:pt x="1381" y="3834"/>
                  </a:lnTo>
                  <a:cubicBezTo>
                    <a:pt x="1322" y="3834"/>
                    <a:pt x="1238" y="3846"/>
                    <a:pt x="1203" y="3858"/>
                  </a:cubicBezTo>
                  <a:lnTo>
                    <a:pt x="1203" y="3310"/>
                  </a:lnTo>
                  <a:cubicBezTo>
                    <a:pt x="1203" y="1667"/>
                    <a:pt x="2536" y="334"/>
                    <a:pt x="4179" y="334"/>
                  </a:cubicBezTo>
                  <a:close/>
                  <a:moveTo>
                    <a:pt x="6953" y="4156"/>
                  </a:moveTo>
                  <a:cubicBezTo>
                    <a:pt x="7060" y="4156"/>
                    <a:pt x="7132" y="4251"/>
                    <a:pt x="7132" y="4334"/>
                  </a:cubicBezTo>
                  <a:lnTo>
                    <a:pt x="7132" y="5037"/>
                  </a:lnTo>
                  <a:cubicBezTo>
                    <a:pt x="7156" y="5156"/>
                    <a:pt x="7060" y="5227"/>
                    <a:pt x="6953" y="5227"/>
                  </a:cubicBezTo>
                  <a:lnTo>
                    <a:pt x="6596" y="5227"/>
                  </a:lnTo>
                  <a:lnTo>
                    <a:pt x="6596" y="5215"/>
                  </a:lnTo>
                  <a:lnTo>
                    <a:pt x="6596" y="4156"/>
                  </a:lnTo>
                  <a:close/>
                  <a:moveTo>
                    <a:pt x="1738" y="4168"/>
                  </a:moveTo>
                  <a:lnTo>
                    <a:pt x="1738" y="5239"/>
                  </a:lnTo>
                  <a:lnTo>
                    <a:pt x="1381" y="5239"/>
                  </a:lnTo>
                  <a:cubicBezTo>
                    <a:pt x="1274" y="5239"/>
                    <a:pt x="1203" y="5156"/>
                    <a:pt x="1203" y="5061"/>
                  </a:cubicBezTo>
                  <a:lnTo>
                    <a:pt x="1203" y="4346"/>
                  </a:lnTo>
                  <a:cubicBezTo>
                    <a:pt x="1203" y="4251"/>
                    <a:pt x="1286" y="4168"/>
                    <a:pt x="1381" y="4168"/>
                  </a:cubicBezTo>
                  <a:close/>
                  <a:moveTo>
                    <a:pt x="1203" y="5525"/>
                  </a:moveTo>
                  <a:cubicBezTo>
                    <a:pt x="1262" y="5561"/>
                    <a:pt x="1322" y="5561"/>
                    <a:pt x="1381" y="5561"/>
                  </a:cubicBezTo>
                  <a:lnTo>
                    <a:pt x="1738" y="5561"/>
                  </a:lnTo>
                  <a:cubicBezTo>
                    <a:pt x="1738" y="5692"/>
                    <a:pt x="1715" y="5811"/>
                    <a:pt x="1691" y="5930"/>
                  </a:cubicBezTo>
                  <a:lnTo>
                    <a:pt x="1560" y="5930"/>
                  </a:lnTo>
                  <a:cubicBezTo>
                    <a:pt x="1357" y="5930"/>
                    <a:pt x="1203" y="5763"/>
                    <a:pt x="1203" y="5572"/>
                  </a:cubicBezTo>
                  <a:lnTo>
                    <a:pt x="1203" y="5525"/>
                  </a:lnTo>
                  <a:close/>
                  <a:moveTo>
                    <a:pt x="4200" y="1024"/>
                  </a:moveTo>
                  <a:cubicBezTo>
                    <a:pt x="5536" y="1024"/>
                    <a:pt x="6644" y="2139"/>
                    <a:pt x="6644" y="3489"/>
                  </a:cubicBezTo>
                  <a:lnTo>
                    <a:pt x="6644" y="3846"/>
                  </a:lnTo>
                  <a:lnTo>
                    <a:pt x="6632" y="3846"/>
                  </a:lnTo>
                  <a:lnTo>
                    <a:pt x="6632" y="3822"/>
                  </a:lnTo>
                  <a:cubicBezTo>
                    <a:pt x="6632" y="3667"/>
                    <a:pt x="6560" y="3501"/>
                    <a:pt x="6418" y="3406"/>
                  </a:cubicBezTo>
                  <a:cubicBezTo>
                    <a:pt x="6330" y="3342"/>
                    <a:pt x="6227" y="3316"/>
                    <a:pt x="6126" y="3316"/>
                  </a:cubicBezTo>
                  <a:cubicBezTo>
                    <a:pt x="6075" y="3316"/>
                    <a:pt x="6025" y="3322"/>
                    <a:pt x="5977" y="3334"/>
                  </a:cubicBezTo>
                  <a:cubicBezTo>
                    <a:pt x="5620" y="3441"/>
                    <a:pt x="5263" y="3489"/>
                    <a:pt x="5072" y="3501"/>
                  </a:cubicBezTo>
                  <a:lnTo>
                    <a:pt x="5072" y="2798"/>
                  </a:lnTo>
                  <a:cubicBezTo>
                    <a:pt x="5072" y="2763"/>
                    <a:pt x="5048" y="2691"/>
                    <a:pt x="5013" y="2667"/>
                  </a:cubicBezTo>
                  <a:cubicBezTo>
                    <a:pt x="4983" y="2644"/>
                    <a:pt x="4944" y="2632"/>
                    <a:pt x="4905" y="2632"/>
                  </a:cubicBezTo>
                  <a:cubicBezTo>
                    <a:pt x="4867" y="2632"/>
                    <a:pt x="4828" y="2644"/>
                    <a:pt x="4798" y="2667"/>
                  </a:cubicBezTo>
                  <a:cubicBezTo>
                    <a:pt x="4429" y="2965"/>
                    <a:pt x="3786" y="3263"/>
                    <a:pt x="2941" y="3501"/>
                  </a:cubicBezTo>
                  <a:cubicBezTo>
                    <a:pt x="2846" y="3537"/>
                    <a:pt x="2810" y="3620"/>
                    <a:pt x="2822" y="3691"/>
                  </a:cubicBezTo>
                  <a:cubicBezTo>
                    <a:pt x="2843" y="3775"/>
                    <a:pt x="2919" y="3813"/>
                    <a:pt x="2985" y="3813"/>
                  </a:cubicBezTo>
                  <a:cubicBezTo>
                    <a:pt x="2994" y="3813"/>
                    <a:pt x="3004" y="3812"/>
                    <a:pt x="3012" y="3810"/>
                  </a:cubicBezTo>
                  <a:cubicBezTo>
                    <a:pt x="3739" y="3608"/>
                    <a:pt x="4322" y="3382"/>
                    <a:pt x="4727" y="3108"/>
                  </a:cubicBezTo>
                  <a:lnTo>
                    <a:pt x="4727" y="3667"/>
                  </a:lnTo>
                  <a:cubicBezTo>
                    <a:pt x="4727" y="3751"/>
                    <a:pt x="4798" y="3822"/>
                    <a:pt x="4894" y="3822"/>
                  </a:cubicBezTo>
                  <a:cubicBezTo>
                    <a:pt x="4917" y="3822"/>
                    <a:pt x="5465" y="3822"/>
                    <a:pt x="6048" y="3644"/>
                  </a:cubicBezTo>
                  <a:cubicBezTo>
                    <a:pt x="6063" y="3641"/>
                    <a:pt x="6078" y="3639"/>
                    <a:pt x="6093" y="3639"/>
                  </a:cubicBezTo>
                  <a:cubicBezTo>
                    <a:pt x="6137" y="3639"/>
                    <a:pt x="6179" y="3653"/>
                    <a:pt x="6215" y="3679"/>
                  </a:cubicBezTo>
                  <a:cubicBezTo>
                    <a:pt x="6251" y="3703"/>
                    <a:pt x="6275" y="3763"/>
                    <a:pt x="6275" y="3810"/>
                  </a:cubicBezTo>
                  <a:lnTo>
                    <a:pt x="6275" y="5406"/>
                  </a:lnTo>
                  <a:cubicBezTo>
                    <a:pt x="6227" y="5906"/>
                    <a:pt x="6001" y="6382"/>
                    <a:pt x="5632" y="6739"/>
                  </a:cubicBezTo>
                  <a:cubicBezTo>
                    <a:pt x="5245" y="7104"/>
                    <a:pt x="4746" y="7315"/>
                    <a:pt x="4210" y="7315"/>
                  </a:cubicBezTo>
                  <a:cubicBezTo>
                    <a:pt x="4168" y="7315"/>
                    <a:pt x="4126" y="7313"/>
                    <a:pt x="4084" y="7311"/>
                  </a:cubicBezTo>
                  <a:cubicBezTo>
                    <a:pt x="3548" y="7275"/>
                    <a:pt x="3048" y="7049"/>
                    <a:pt x="2655" y="6644"/>
                  </a:cubicBezTo>
                  <a:cubicBezTo>
                    <a:pt x="2548" y="6525"/>
                    <a:pt x="2453" y="6382"/>
                    <a:pt x="2369" y="6251"/>
                  </a:cubicBezTo>
                  <a:lnTo>
                    <a:pt x="2953" y="6251"/>
                  </a:lnTo>
                  <a:cubicBezTo>
                    <a:pt x="3048" y="6251"/>
                    <a:pt x="3120" y="6180"/>
                    <a:pt x="3120" y="6084"/>
                  </a:cubicBezTo>
                  <a:cubicBezTo>
                    <a:pt x="3120" y="6001"/>
                    <a:pt x="3048" y="5930"/>
                    <a:pt x="2953" y="5930"/>
                  </a:cubicBezTo>
                  <a:lnTo>
                    <a:pt x="2227" y="5930"/>
                  </a:lnTo>
                  <a:cubicBezTo>
                    <a:pt x="2131" y="5692"/>
                    <a:pt x="2096" y="5418"/>
                    <a:pt x="2096" y="5156"/>
                  </a:cubicBezTo>
                  <a:lnTo>
                    <a:pt x="2096" y="4001"/>
                  </a:lnTo>
                  <a:cubicBezTo>
                    <a:pt x="2167" y="3989"/>
                    <a:pt x="2227" y="3977"/>
                    <a:pt x="2298" y="3965"/>
                  </a:cubicBezTo>
                  <a:cubicBezTo>
                    <a:pt x="2393" y="3941"/>
                    <a:pt x="2453" y="3858"/>
                    <a:pt x="2429" y="3763"/>
                  </a:cubicBezTo>
                  <a:cubicBezTo>
                    <a:pt x="2418" y="3687"/>
                    <a:pt x="2347" y="3630"/>
                    <a:pt x="2263" y="3630"/>
                  </a:cubicBezTo>
                  <a:cubicBezTo>
                    <a:pt x="2255" y="3630"/>
                    <a:pt x="2247" y="3631"/>
                    <a:pt x="2238" y="3632"/>
                  </a:cubicBezTo>
                  <a:cubicBezTo>
                    <a:pt x="2072" y="3667"/>
                    <a:pt x="1917" y="3703"/>
                    <a:pt x="1738" y="3739"/>
                  </a:cubicBezTo>
                  <a:lnTo>
                    <a:pt x="1738" y="3501"/>
                  </a:lnTo>
                  <a:cubicBezTo>
                    <a:pt x="1738" y="2143"/>
                    <a:pt x="2822" y="1024"/>
                    <a:pt x="4179" y="1024"/>
                  </a:cubicBezTo>
                  <a:cubicBezTo>
                    <a:pt x="4186" y="1024"/>
                    <a:pt x="4193" y="1024"/>
                    <a:pt x="4200" y="1024"/>
                  </a:cubicBezTo>
                  <a:close/>
                  <a:moveTo>
                    <a:pt x="2000" y="6251"/>
                  </a:moveTo>
                  <a:cubicBezTo>
                    <a:pt x="2107" y="6477"/>
                    <a:pt x="2238" y="6680"/>
                    <a:pt x="2417" y="6870"/>
                  </a:cubicBezTo>
                  <a:cubicBezTo>
                    <a:pt x="2584" y="7049"/>
                    <a:pt x="2762" y="7192"/>
                    <a:pt x="2965" y="7311"/>
                  </a:cubicBezTo>
                  <a:lnTo>
                    <a:pt x="2965" y="7858"/>
                  </a:lnTo>
                  <a:cubicBezTo>
                    <a:pt x="2965" y="8085"/>
                    <a:pt x="2822" y="8299"/>
                    <a:pt x="2608" y="8370"/>
                  </a:cubicBezTo>
                  <a:lnTo>
                    <a:pt x="1691" y="8692"/>
                  </a:lnTo>
                  <a:cubicBezTo>
                    <a:pt x="1536" y="7882"/>
                    <a:pt x="1691" y="7311"/>
                    <a:pt x="1846" y="6727"/>
                  </a:cubicBezTo>
                  <a:cubicBezTo>
                    <a:pt x="1893" y="6585"/>
                    <a:pt x="1941" y="6418"/>
                    <a:pt x="1965" y="6251"/>
                  </a:cubicBezTo>
                  <a:close/>
                  <a:moveTo>
                    <a:pt x="6382" y="6239"/>
                  </a:moveTo>
                  <a:cubicBezTo>
                    <a:pt x="6406" y="6406"/>
                    <a:pt x="6453" y="6549"/>
                    <a:pt x="6489" y="6715"/>
                  </a:cubicBezTo>
                  <a:cubicBezTo>
                    <a:pt x="6656" y="7311"/>
                    <a:pt x="6810" y="7858"/>
                    <a:pt x="6656" y="8692"/>
                  </a:cubicBezTo>
                  <a:lnTo>
                    <a:pt x="5739" y="8370"/>
                  </a:lnTo>
                  <a:cubicBezTo>
                    <a:pt x="5525" y="8299"/>
                    <a:pt x="5382" y="8085"/>
                    <a:pt x="5382" y="7858"/>
                  </a:cubicBezTo>
                  <a:lnTo>
                    <a:pt x="5382" y="7323"/>
                  </a:lnTo>
                  <a:cubicBezTo>
                    <a:pt x="5536" y="7227"/>
                    <a:pt x="5703" y="7120"/>
                    <a:pt x="5858" y="6966"/>
                  </a:cubicBezTo>
                  <a:cubicBezTo>
                    <a:pt x="6084" y="6763"/>
                    <a:pt x="6263" y="6513"/>
                    <a:pt x="6382" y="6239"/>
                  </a:cubicBezTo>
                  <a:close/>
                  <a:moveTo>
                    <a:pt x="4179" y="0"/>
                  </a:moveTo>
                  <a:cubicBezTo>
                    <a:pt x="2346" y="0"/>
                    <a:pt x="869" y="1477"/>
                    <a:pt x="869" y="3310"/>
                  </a:cubicBezTo>
                  <a:lnTo>
                    <a:pt x="869" y="5572"/>
                  </a:lnTo>
                  <a:cubicBezTo>
                    <a:pt x="869" y="5942"/>
                    <a:pt x="1179" y="6251"/>
                    <a:pt x="1548" y="6251"/>
                  </a:cubicBezTo>
                  <a:lnTo>
                    <a:pt x="1631" y="6251"/>
                  </a:lnTo>
                  <a:cubicBezTo>
                    <a:pt x="1596" y="6394"/>
                    <a:pt x="1572" y="6513"/>
                    <a:pt x="1524" y="6644"/>
                  </a:cubicBezTo>
                  <a:cubicBezTo>
                    <a:pt x="1357" y="7251"/>
                    <a:pt x="1179" y="7882"/>
                    <a:pt x="1369" y="8799"/>
                  </a:cubicBezTo>
                  <a:lnTo>
                    <a:pt x="810" y="8990"/>
                  </a:lnTo>
                  <a:cubicBezTo>
                    <a:pt x="333" y="9156"/>
                    <a:pt x="0" y="9621"/>
                    <a:pt x="0" y="10144"/>
                  </a:cubicBezTo>
                  <a:lnTo>
                    <a:pt x="0" y="10978"/>
                  </a:lnTo>
                  <a:cubicBezTo>
                    <a:pt x="0" y="11061"/>
                    <a:pt x="83" y="11133"/>
                    <a:pt x="167" y="11133"/>
                  </a:cubicBezTo>
                  <a:cubicBezTo>
                    <a:pt x="262" y="11133"/>
                    <a:pt x="333" y="11061"/>
                    <a:pt x="333" y="10978"/>
                  </a:cubicBezTo>
                  <a:lnTo>
                    <a:pt x="333" y="10144"/>
                  </a:lnTo>
                  <a:cubicBezTo>
                    <a:pt x="333" y="9978"/>
                    <a:pt x="381" y="9823"/>
                    <a:pt x="453" y="9692"/>
                  </a:cubicBezTo>
                  <a:lnTo>
                    <a:pt x="1226" y="10347"/>
                  </a:lnTo>
                  <a:cubicBezTo>
                    <a:pt x="1345" y="10454"/>
                    <a:pt x="1417" y="10597"/>
                    <a:pt x="1417" y="10752"/>
                  </a:cubicBezTo>
                  <a:lnTo>
                    <a:pt x="1417" y="10954"/>
                  </a:lnTo>
                  <a:cubicBezTo>
                    <a:pt x="1417" y="11049"/>
                    <a:pt x="1488" y="11121"/>
                    <a:pt x="1584" y="11121"/>
                  </a:cubicBezTo>
                  <a:cubicBezTo>
                    <a:pt x="1667" y="11121"/>
                    <a:pt x="1750" y="11049"/>
                    <a:pt x="1750" y="10954"/>
                  </a:cubicBezTo>
                  <a:lnTo>
                    <a:pt x="1750" y="10764"/>
                  </a:lnTo>
                  <a:cubicBezTo>
                    <a:pt x="1750" y="10514"/>
                    <a:pt x="1643" y="10275"/>
                    <a:pt x="1453" y="10109"/>
                  </a:cubicBezTo>
                  <a:lnTo>
                    <a:pt x="679" y="9454"/>
                  </a:lnTo>
                  <a:cubicBezTo>
                    <a:pt x="750" y="9394"/>
                    <a:pt x="834" y="9347"/>
                    <a:pt x="929" y="9311"/>
                  </a:cubicBezTo>
                  <a:lnTo>
                    <a:pt x="2500" y="8751"/>
                  </a:lnTo>
                  <a:cubicBezTo>
                    <a:pt x="2679" y="9525"/>
                    <a:pt x="3381" y="10097"/>
                    <a:pt x="4191" y="10097"/>
                  </a:cubicBezTo>
                  <a:cubicBezTo>
                    <a:pt x="4465" y="10097"/>
                    <a:pt x="4739" y="10037"/>
                    <a:pt x="4977" y="9906"/>
                  </a:cubicBezTo>
                  <a:cubicBezTo>
                    <a:pt x="5048" y="9859"/>
                    <a:pt x="5084" y="9763"/>
                    <a:pt x="5048" y="9680"/>
                  </a:cubicBezTo>
                  <a:cubicBezTo>
                    <a:pt x="5013" y="9628"/>
                    <a:pt x="4959" y="9595"/>
                    <a:pt x="4896" y="9595"/>
                  </a:cubicBezTo>
                  <a:cubicBezTo>
                    <a:pt x="4872" y="9595"/>
                    <a:pt x="4848" y="9599"/>
                    <a:pt x="4822" y="9609"/>
                  </a:cubicBezTo>
                  <a:cubicBezTo>
                    <a:pt x="4632" y="9704"/>
                    <a:pt x="4405" y="9752"/>
                    <a:pt x="4191" y="9752"/>
                  </a:cubicBezTo>
                  <a:cubicBezTo>
                    <a:pt x="3512" y="9752"/>
                    <a:pt x="2941" y="9275"/>
                    <a:pt x="2822" y="8632"/>
                  </a:cubicBezTo>
                  <a:cubicBezTo>
                    <a:pt x="3120" y="8501"/>
                    <a:pt x="3310" y="8192"/>
                    <a:pt x="3310" y="7858"/>
                  </a:cubicBezTo>
                  <a:lnTo>
                    <a:pt x="3310" y="7477"/>
                  </a:lnTo>
                  <a:cubicBezTo>
                    <a:pt x="3548" y="7585"/>
                    <a:pt x="3810" y="7644"/>
                    <a:pt x="4084" y="7644"/>
                  </a:cubicBezTo>
                  <a:lnTo>
                    <a:pt x="4203" y="7644"/>
                  </a:lnTo>
                  <a:cubicBezTo>
                    <a:pt x="4501" y="7644"/>
                    <a:pt x="4798" y="7585"/>
                    <a:pt x="5084" y="7477"/>
                  </a:cubicBezTo>
                  <a:lnTo>
                    <a:pt x="5084" y="7847"/>
                  </a:lnTo>
                  <a:cubicBezTo>
                    <a:pt x="5084" y="8180"/>
                    <a:pt x="5275" y="8490"/>
                    <a:pt x="5572" y="8620"/>
                  </a:cubicBezTo>
                  <a:cubicBezTo>
                    <a:pt x="5525" y="8811"/>
                    <a:pt x="5453" y="9013"/>
                    <a:pt x="5322" y="9168"/>
                  </a:cubicBezTo>
                  <a:cubicBezTo>
                    <a:pt x="5263" y="9252"/>
                    <a:pt x="5275" y="9347"/>
                    <a:pt x="5346" y="9394"/>
                  </a:cubicBezTo>
                  <a:cubicBezTo>
                    <a:pt x="5382" y="9406"/>
                    <a:pt x="5406" y="9430"/>
                    <a:pt x="5453" y="9430"/>
                  </a:cubicBezTo>
                  <a:cubicBezTo>
                    <a:pt x="5501" y="9430"/>
                    <a:pt x="5560" y="9394"/>
                    <a:pt x="5584" y="9371"/>
                  </a:cubicBezTo>
                  <a:cubicBezTo>
                    <a:pt x="5715" y="9168"/>
                    <a:pt x="5822" y="8966"/>
                    <a:pt x="5882" y="8728"/>
                  </a:cubicBezTo>
                  <a:lnTo>
                    <a:pt x="7465" y="9275"/>
                  </a:lnTo>
                  <a:cubicBezTo>
                    <a:pt x="7561" y="9311"/>
                    <a:pt x="7656" y="9371"/>
                    <a:pt x="7727" y="9430"/>
                  </a:cubicBezTo>
                  <a:lnTo>
                    <a:pt x="6965" y="10085"/>
                  </a:lnTo>
                  <a:cubicBezTo>
                    <a:pt x="6775" y="10240"/>
                    <a:pt x="6668" y="10478"/>
                    <a:pt x="6668" y="10740"/>
                  </a:cubicBezTo>
                  <a:lnTo>
                    <a:pt x="6668" y="10942"/>
                  </a:lnTo>
                  <a:cubicBezTo>
                    <a:pt x="6668" y="11037"/>
                    <a:pt x="6751" y="11109"/>
                    <a:pt x="6834" y="11109"/>
                  </a:cubicBezTo>
                  <a:cubicBezTo>
                    <a:pt x="6930" y="11109"/>
                    <a:pt x="7001" y="11037"/>
                    <a:pt x="7001" y="10942"/>
                  </a:cubicBezTo>
                  <a:lnTo>
                    <a:pt x="7001" y="10764"/>
                  </a:lnTo>
                  <a:cubicBezTo>
                    <a:pt x="7001" y="10621"/>
                    <a:pt x="7072" y="10466"/>
                    <a:pt x="7191" y="10359"/>
                  </a:cubicBezTo>
                  <a:lnTo>
                    <a:pt x="7953" y="9704"/>
                  </a:lnTo>
                  <a:cubicBezTo>
                    <a:pt x="8025" y="9847"/>
                    <a:pt x="8073" y="9990"/>
                    <a:pt x="8073" y="10144"/>
                  </a:cubicBezTo>
                  <a:lnTo>
                    <a:pt x="8073" y="10978"/>
                  </a:lnTo>
                  <a:cubicBezTo>
                    <a:pt x="8073" y="11061"/>
                    <a:pt x="8144" y="11133"/>
                    <a:pt x="8239" y="11133"/>
                  </a:cubicBezTo>
                  <a:cubicBezTo>
                    <a:pt x="8323" y="11133"/>
                    <a:pt x="8394" y="11061"/>
                    <a:pt x="8394" y="10978"/>
                  </a:cubicBezTo>
                  <a:lnTo>
                    <a:pt x="8394" y="10144"/>
                  </a:lnTo>
                  <a:cubicBezTo>
                    <a:pt x="8346" y="9633"/>
                    <a:pt x="8013" y="9168"/>
                    <a:pt x="7537" y="8990"/>
                  </a:cubicBezTo>
                  <a:lnTo>
                    <a:pt x="6977" y="8799"/>
                  </a:lnTo>
                  <a:cubicBezTo>
                    <a:pt x="7156" y="7882"/>
                    <a:pt x="6989" y="7251"/>
                    <a:pt x="6822" y="6644"/>
                  </a:cubicBezTo>
                  <a:cubicBezTo>
                    <a:pt x="6739" y="6287"/>
                    <a:pt x="6632" y="5942"/>
                    <a:pt x="6608" y="5561"/>
                  </a:cubicBezTo>
                  <a:lnTo>
                    <a:pt x="6977" y="5561"/>
                  </a:lnTo>
                  <a:cubicBezTo>
                    <a:pt x="7251" y="5561"/>
                    <a:pt x="7477" y="5334"/>
                    <a:pt x="7477" y="5049"/>
                  </a:cubicBezTo>
                  <a:lnTo>
                    <a:pt x="7477" y="3310"/>
                  </a:lnTo>
                  <a:cubicBezTo>
                    <a:pt x="7477" y="1489"/>
                    <a:pt x="6001" y="0"/>
                    <a:pt x="4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6" name="Google Shape;11226;p65"/>
          <p:cNvGrpSpPr/>
          <p:nvPr/>
        </p:nvGrpSpPr>
        <p:grpSpPr>
          <a:xfrm>
            <a:off x="4907159" y="3171536"/>
            <a:ext cx="264845" cy="354214"/>
            <a:chOff x="4907159" y="3346936"/>
            <a:chExt cx="264845" cy="354214"/>
          </a:xfrm>
        </p:grpSpPr>
        <p:sp>
          <p:nvSpPr>
            <p:cNvPr id="11227" name="Google Shape;11227;p65"/>
            <p:cNvSpPr/>
            <p:nvPr/>
          </p:nvSpPr>
          <p:spPr>
            <a:xfrm>
              <a:off x="5015061" y="3556752"/>
              <a:ext cx="43402" cy="15777"/>
            </a:xfrm>
            <a:custGeom>
              <a:avLst/>
              <a:gdLst/>
              <a:ahLst/>
              <a:cxnLst/>
              <a:rect l="l" t="t" r="r" b="b"/>
              <a:pathLst>
                <a:path w="1370" h="498" extrusionOk="0">
                  <a:moveTo>
                    <a:pt x="173" y="0"/>
                  </a:moveTo>
                  <a:cubicBezTo>
                    <a:pt x="131" y="0"/>
                    <a:pt x="89" y="15"/>
                    <a:pt x="60" y="45"/>
                  </a:cubicBezTo>
                  <a:cubicBezTo>
                    <a:pt x="0" y="104"/>
                    <a:pt x="0" y="212"/>
                    <a:pt x="60" y="271"/>
                  </a:cubicBezTo>
                  <a:cubicBezTo>
                    <a:pt x="203" y="402"/>
                    <a:pt x="441" y="497"/>
                    <a:pt x="703" y="497"/>
                  </a:cubicBezTo>
                  <a:cubicBezTo>
                    <a:pt x="953" y="497"/>
                    <a:pt x="1191" y="402"/>
                    <a:pt x="1346" y="271"/>
                  </a:cubicBezTo>
                  <a:cubicBezTo>
                    <a:pt x="1369" y="212"/>
                    <a:pt x="1369" y="104"/>
                    <a:pt x="1310" y="45"/>
                  </a:cubicBezTo>
                  <a:cubicBezTo>
                    <a:pt x="1280" y="15"/>
                    <a:pt x="1241" y="0"/>
                    <a:pt x="1203" y="0"/>
                  </a:cubicBezTo>
                  <a:cubicBezTo>
                    <a:pt x="1164" y="0"/>
                    <a:pt x="1125" y="15"/>
                    <a:pt x="1096" y="45"/>
                  </a:cubicBezTo>
                  <a:cubicBezTo>
                    <a:pt x="1036" y="104"/>
                    <a:pt x="881" y="188"/>
                    <a:pt x="691" y="188"/>
                  </a:cubicBezTo>
                  <a:cubicBezTo>
                    <a:pt x="500" y="188"/>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65"/>
            <p:cNvSpPr/>
            <p:nvPr/>
          </p:nvSpPr>
          <p:spPr>
            <a:xfrm>
              <a:off x="4907159" y="3346936"/>
              <a:ext cx="264845" cy="354214"/>
            </a:xfrm>
            <a:custGeom>
              <a:avLst/>
              <a:gdLst/>
              <a:ahLst/>
              <a:cxnLst/>
              <a:rect l="l" t="t" r="r" b="b"/>
              <a:pathLst>
                <a:path w="8360" h="11181" extrusionOk="0">
                  <a:moveTo>
                    <a:pt x="4240" y="334"/>
                  </a:moveTo>
                  <a:cubicBezTo>
                    <a:pt x="4418" y="334"/>
                    <a:pt x="4597" y="405"/>
                    <a:pt x="4716" y="560"/>
                  </a:cubicBezTo>
                  <a:lnTo>
                    <a:pt x="5287" y="1227"/>
                  </a:lnTo>
                  <a:cubicBezTo>
                    <a:pt x="5311" y="1274"/>
                    <a:pt x="5335" y="1310"/>
                    <a:pt x="5335" y="1358"/>
                  </a:cubicBezTo>
                  <a:cubicBezTo>
                    <a:pt x="5335" y="1405"/>
                    <a:pt x="5299" y="1465"/>
                    <a:pt x="5252" y="1489"/>
                  </a:cubicBezTo>
                  <a:lnTo>
                    <a:pt x="5156" y="1584"/>
                  </a:lnTo>
                  <a:lnTo>
                    <a:pt x="5013" y="1310"/>
                  </a:lnTo>
                  <a:cubicBezTo>
                    <a:pt x="4979" y="1259"/>
                    <a:pt x="4926" y="1219"/>
                    <a:pt x="4864" y="1219"/>
                  </a:cubicBezTo>
                  <a:cubicBezTo>
                    <a:pt x="4840" y="1219"/>
                    <a:pt x="4814" y="1225"/>
                    <a:pt x="4787" y="1239"/>
                  </a:cubicBezTo>
                  <a:cubicBezTo>
                    <a:pt x="4716" y="1286"/>
                    <a:pt x="4668" y="1370"/>
                    <a:pt x="4716" y="1465"/>
                  </a:cubicBezTo>
                  <a:lnTo>
                    <a:pt x="5549" y="3156"/>
                  </a:lnTo>
                  <a:lnTo>
                    <a:pt x="2573" y="3156"/>
                  </a:lnTo>
                  <a:lnTo>
                    <a:pt x="3680" y="703"/>
                  </a:lnTo>
                  <a:cubicBezTo>
                    <a:pt x="3787" y="477"/>
                    <a:pt x="4001" y="334"/>
                    <a:pt x="4240" y="334"/>
                  </a:cubicBezTo>
                  <a:close/>
                  <a:moveTo>
                    <a:pt x="5799" y="3453"/>
                  </a:moveTo>
                  <a:cubicBezTo>
                    <a:pt x="5799" y="3453"/>
                    <a:pt x="5823" y="3453"/>
                    <a:pt x="5823" y="3477"/>
                  </a:cubicBezTo>
                  <a:lnTo>
                    <a:pt x="5823" y="3834"/>
                  </a:lnTo>
                  <a:lnTo>
                    <a:pt x="5466" y="3834"/>
                  </a:lnTo>
                  <a:cubicBezTo>
                    <a:pt x="5371" y="3834"/>
                    <a:pt x="5299" y="3906"/>
                    <a:pt x="5299" y="3989"/>
                  </a:cubicBezTo>
                  <a:cubicBezTo>
                    <a:pt x="5299" y="4084"/>
                    <a:pt x="5371" y="4156"/>
                    <a:pt x="5466" y="4156"/>
                  </a:cubicBezTo>
                  <a:lnTo>
                    <a:pt x="5942" y="4156"/>
                  </a:lnTo>
                  <a:lnTo>
                    <a:pt x="7585" y="5049"/>
                  </a:lnTo>
                  <a:lnTo>
                    <a:pt x="537" y="5049"/>
                  </a:lnTo>
                  <a:lnTo>
                    <a:pt x="2192" y="4156"/>
                  </a:lnTo>
                  <a:lnTo>
                    <a:pt x="4763" y="4156"/>
                  </a:lnTo>
                  <a:cubicBezTo>
                    <a:pt x="4847" y="4156"/>
                    <a:pt x="4930" y="4084"/>
                    <a:pt x="4930" y="3989"/>
                  </a:cubicBezTo>
                  <a:cubicBezTo>
                    <a:pt x="4930" y="3906"/>
                    <a:pt x="4847" y="3834"/>
                    <a:pt x="4763" y="3834"/>
                  </a:cubicBezTo>
                  <a:lnTo>
                    <a:pt x="2311" y="3834"/>
                  </a:lnTo>
                  <a:lnTo>
                    <a:pt x="2311" y="3477"/>
                  </a:lnTo>
                  <a:cubicBezTo>
                    <a:pt x="2311" y="3477"/>
                    <a:pt x="2311" y="3453"/>
                    <a:pt x="2323" y="3453"/>
                  </a:cubicBezTo>
                  <a:close/>
                  <a:moveTo>
                    <a:pt x="6621" y="5394"/>
                  </a:moveTo>
                  <a:cubicBezTo>
                    <a:pt x="6776" y="5394"/>
                    <a:pt x="6895" y="5513"/>
                    <a:pt x="6895" y="5656"/>
                  </a:cubicBezTo>
                  <a:cubicBezTo>
                    <a:pt x="6883" y="5811"/>
                    <a:pt x="6752" y="5930"/>
                    <a:pt x="6609" y="5930"/>
                  </a:cubicBezTo>
                  <a:lnTo>
                    <a:pt x="6502" y="5930"/>
                  </a:lnTo>
                  <a:lnTo>
                    <a:pt x="6502" y="5918"/>
                  </a:lnTo>
                  <a:cubicBezTo>
                    <a:pt x="6502" y="5823"/>
                    <a:pt x="6430" y="5751"/>
                    <a:pt x="6347" y="5751"/>
                  </a:cubicBezTo>
                  <a:cubicBezTo>
                    <a:pt x="6252" y="5751"/>
                    <a:pt x="6180" y="5823"/>
                    <a:pt x="6180" y="5918"/>
                  </a:cubicBezTo>
                  <a:cubicBezTo>
                    <a:pt x="6180" y="7073"/>
                    <a:pt x="5240" y="8013"/>
                    <a:pt x="4085" y="8013"/>
                  </a:cubicBezTo>
                  <a:cubicBezTo>
                    <a:pt x="2918" y="8013"/>
                    <a:pt x="1977" y="7073"/>
                    <a:pt x="1977" y="5918"/>
                  </a:cubicBezTo>
                  <a:cubicBezTo>
                    <a:pt x="1977" y="5823"/>
                    <a:pt x="1906" y="5751"/>
                    <a:pt x="1823" y="5751"/>
                  </a:cubicBezTo>
                  <a:cubicBezTo>
                    <a:pt x="1727" y="5751"/>
                    <a:pt x="1656" y="5823"/>
                    <a:pt x="1656" y="5918"/>
                  </a:cubicBezTo>
                  <a:lnTo>
                    <a:pt x="1656" y="5930"/>
                  </a:lnTo>
                  <a:lnTo>
                    <a:pt x="1549" y="5930"/>
                  </a:lnTo>
                  <a:cubicBezTo>
                    <a:pt x="1406" y="5930"/>
                    <a:pt x="1287" y="5811"/>
                    <a:pt x="1287" y="5656"/>
                  </a:cubicBezTo>
                  <a:cubicBezTo>
                    <a:pt x="1287" y="5513"/>
                    <a:pt x="1406" y="5394"/>
                    <a:pt x="1549" y="5394"/>
                  </a:cubicBezTo>
                  <a:lnTo>
                    <a:pt x="2870" y="5394"/>
                  </a:lnTo>
                  <a:lnTo>
                    <a:pt x="2870" y="5632"/>
                  </a:lnTo>
                  <a:cubicBezTo>
                    <a:pt x="2870" y="5715"/>
                    <a:pt x="2954" y="5799"/>
                    <a:pt x="3037" y="5799"/>
                  </a:cubicBezTo>
                  <a:cubicBezTo>
                    <a:pt x="3132" y="5799"/>
                    <a:pt x="3204" y="5715"/>
                    <a:pt x="3204" y="5632"/>
                  </a:cubicBezTo>
                  <a:lnTo>
                    <a:pt x="3204" y="5394"/>
                  </a:lnTo>
                  <a:lnTo>
                    <a:pt x="4978" y="5394"/>
                  </a:lnTo>
                  <a:lnTo>
                    <a:pt x="4978" y="5632"/>
                  </a:lnTo>
                  <a:cubicBezTo>
                    <a:pt x="4978" y="5715"/>
                    <a:pt x="5049" y="5799"/>
                    <a:pt x="5133" y="5799"/>
                  </a:cubicBezTo>
                  <a:cubicBezTo>
                    <a:pt x="5228" y="5799"/>
                    <a:pt x="5299" y="5715"/>
                    <a:pt x="5299" y="5632"/>
                  </a:cubicBezTo>
                  <a:lnTo>
                    <a:pt x="5299" y="5394"/>
                  </a:lnTo>
                  <a:close/>
                  <a:moveTo>
                    <a:pt x="6537" y="6251"/>
                  </a:moveTo>
                  <a:cubicBezTo>
                    <a:pt x="6561" y="6596"/>
                    <a:pt x="6657" y="7525"/>
                    <a:pt x="6537" y="8549"/>
                  </a:cubicBezTo>
                  <a:lnTo>
                    <a:pt x="6323" y="8549"/>
                  </a:lnTo>
                  <a:cubicBezTo>
                    <a:pt x="6299" y="8549"/>
                    <a:pt x="6252" y="8549"/>
                    <a:pt x="6228" y="8561"/>
                  </a:cubicBezTo>
                  <a:cubicBezTo>
                    <a:pt x="6061" y="8418"/>
                    <a:pt x="5704" y="8120"/>
                    <a:pt x="5514" y="7882"/>
                  </a:cubicBezTo>
                  <a:cubicBezTo>
                    <a:pt x="6026" y="7501"/>
                    <a:pt x="6383" y="6930"/>
                    <a:pt x="6478" y="6251"/>
                  </a:cubicBezTo>
                  <a:close/>
                  <a:moveTo>
                    <a:pt x="4954" y="8180"/>
                  </a:moveTo>
                  <a:lnTo>
                    <a:pt x="4954" y="8561"/>
                  </a:lnTo>
                  <a:cubicBezTo>
                    <a:pt x="4954" y="8632"/>
                    <a:pt x="4966" y="8692"/>
                    <a:pt x="4990" y="8775"/>
                  </a:cubicBezTo>
                  <a:lnTo>
                    <a:pt x="4442" y="9037"/>
                  </a:lnTo>
                  <a:cubicBezTo>
                    <a:pt x="4347" y="8954"/>
                    <a:pt x="4216" y="8894"/>
                    <a:pt x="4073" y="8894"/>
                  </a:cubicBezTo>
                  <a:cubicBezTo>
                    <a:pt x="3942" y="8894"/>
                    <a:pt x="3811" y="8954"/>
                    <a:pt x="3716" y="9037"/>
                  </a:cubicBezTo>
                  <a:lnTo>
                    <a:pt x="3168" y="8775"/>
                  </a:lnTo>
                  <a:cubicBezTo>
                    <a:pt x="3180" y="8716"/>
                    <a:pt x="3204" y="8632"/>
                    <a:pt x="3204" y="8561"/>
                  </a:cubicBezTo>
                  <a:lnTo>
                    <a:pt x="3204" y="8180"/>
                  </a:lnTo>
                  <a:cubicBezTo>
                    <a:pt x="3466" y="8275"/>
                    <a:pt x="3763" y="8335"/>
                    <a:pt x="4073" y="8335"/>
                  </a:cubicBezTo>
                  <a:cubicBezTo>
                    <a:pt x="4394" y="8335"/>
                    <a:pt x="4692" y="8275"/>
                    <a:pt x="4954" y="8180"/>
                  </a:cubicBezTo>
                  <a:close/>
                  <a:moveTo>
                    <a:pt x="5287" y="8097"/>
                  </a:moveTo>
                  <a:cubicBezTo>
                    <a:pt x="5478" y="8335"/>
                    <a:pt x="5775" y="8597"/>
                    <a:pt x="5942" y="8728"/>
                  </a:cubicBezTo>
                  <a:cubicBezTo>
                    <a:pt x="5883" y="8811"/>
                    <a:pt x="5835" y="8930"/>
                    <a:pt x="5835" y="9049"/>
                  </a:cubicBezTo>
                  <a:lnTo>
                    <a:pt x="5835" y="9132"/>
                  </a:lnTo>
                  <a:lnTo>
                    <a:pt x="5645" y="9049"/>
                  </a:lnTo>
                  <a:cubicBezTo>
                    <a:pt x="5430" y="8978"/>
                    <a:pt x="5287" y="8775"/>
                    <a:pt x="5287" y="8549"/>
                  </a:cubicBezTo>
                  <a:lnTo>
                    <a:pt x="5287" y="8097"/>
                  </a:lnTo>
                  <a:close/>
                  <a:moveTo>
                    <a:pt x="2870" y="8132"/>
                  </a:moveTo>
                  <a:lnTo>
                    <a:pt x="2870" y="8561"/>
                  </a:lnTo>
                  <a:cubicBezTo>
                    <a:pt x="2870" y="8787"/>
                    <a:pt x="2727" y="8990"/>
                    <a:pt x="2513" y="9073"/>
                  </a:cubicBezTo>
                  <a:lnTo>
                    <a:pt x="2323" y="9144"/>
                  </a:lnTo>
                  <a:lnTo>
                    <a:pt x="2323" y="9073"/>
                  </a:lnTo>
                  <a:cubicBezTo>
                    <a:pt x="2323" y="8954"/>
                    <a:pt x="2275" y="8847"/>
                    <a:pt x="2216" y="8751"/>
                  </a:cubicBezTo>
                  <a:cubicBezTo>
                    <a:pt x="2382" y="8620"/>
                    <a:pt x="2680" y="8370"/>
                    <a:pt x="2870" y="8132"/>
                  </a:cubicBezTo>
                  <a:close/>
                  <a:moveTo>
                    <a:pt x="1823" y="8871"/>
                  </a:moveTo>
                  <a:cubicBezTo>
                    <a:pt x="1918" y="8871"/>
                    <a:pt x="2001" y="8966"/>
                    <a:pt x="2001" y="9049"/>
                  </a:cubicBezTo>
                  <a:cubicBezTo>
                    <a:pt x="2001" y="9144"/>
                    <a:pt x="1918" y="9228"/>
                    <a:pt x="1823" y="9228"/>
                  </a:cubicBezTo>
                  <a:lnTo>
                    <a:pt x="1644" y="9228"/>
                  </a:lnTo>
                  <a:cubicBezTo>
                    <a:pt x="1537" y="9228"/>
                    <a:pt x="1465" y="9144"/>
                    <a:pt x="1465" y="9049"/>
                  </a:cubicBezTo>
                  <a:cubicBezTo>
                    <a:pt x="1465" y="8966"/>
                    <a:pt x="1549" y="8871"/>
                    <a:pt x="1644" y="8871"/>
                  </a:cubicBezTo>
                  <a:close/>
                  <a:moveTo>
                    <a:pt x="6526" y="8871"/>
                  </a:moveTo>
                  <a:cubicBezTo>
                    <a:pt x="6621" y="8871"/>
                    <a:pt x="6704" y="8966"/>
                    <a:pt x="6704" y="9049"/>
                  </a:cubicBezTo>
                  <a:cubicBezTo>
                    <a:pt x="6704" y="9144"/>
                    <a:pt x="6621" y="9228"/>
                    <a:pt x="6526" y="9228"/>
                  </a:cubicBezTo>
                  <a:lnTo>
                    <a:pt x="6347" y="9228"/>
                  </a:lnTo>
                  <a:cubicBezTo>
                    <a:pt x="6240" y="9228"/>
                    <a:pt x="6156" y="9144"/>
                    <a:pt x="6156" y="9049"/>
                  </a:cubicBezTo>
                  <a:cubicBezTo>
                    <a:pt x="6156" y="8966"/>
                    <a:pt x="6252" y="8871"/>
                    <a:pt x="6347" y="8871"/>
                  </a:cubicBezTo>
                  <a:close/>
                  <a:moveTo>
                    <a:pt x="4073" y="9228"/>
                  </a:moveTo>
                  <a:cubicBezTo>
                    <a:pt x="4180" y="9228"/>
                    <a:pt x="4263" y="9323"/>
                    <a:pt x="4263" y="9406"/>
                  </a:cubicBezTo>
                  <a:cubicBezTo>
                    <a:pt x="4263" y="9502"/>
                    <a:pt x="4180" y="9585"/>
                    <a:pt x="4073" y="9585"/>
                  </a:cubicBezTo>
                  <a:cubicBezTo>
                    <a:pt x="3978" y="9585"/>
                    <a:pt x="3894" y="9502"/>
                    <a:pt x="3894" y="9406"/>
                  </a:cubicBezTo>
                  <a:cubicBezTo>
                    <a:pt x="3894" y="9323"/>
                    <a:pt x="3990" y="9228"/>
                    <a:pt x="4073" y="9228"/>
                  </a:cubicBezTo>
                  <a:close/>
                  <a:moveTo>
                    <a:pt x="4299" y="0"/>
                  </a:moveTo>
                  <a:cubicBezTo>
                    <a:pt x="3930" y="0"/>
                    <a:pt x="3585" y="227"/>
                    <a:pt x="3442" y="572"/>
                  </a:cubicBezTo>
                  <a:lnTo>
                    <a:pt x="2299" y="3156"/>
                  </a:lnTo>
                  <a:cubicBezTo>
                    <a:pt x="2156" y="3203"/>
                    <a:pt x="2073" y="3322"/>
                    <a:pt x="2073" y="3465"/>
                  </a:cubicBezTo>
                  <a:lnTo>
                    <a:pt x="2073" y="3906"/>
                  </a:lnTo>
                  <a:lnTo>
                    <a:pt x="311" y="4834"/>
                  </a:lnTo>
                  <a:cubicBezTo>
                    <a:pt x="191" y="4894"/>
                    <a:pt x="132" y="5037"/>
                    <a:pt x="180" y="5168"/>
                  </a:cubicBezTo>
                  <a:cubicBezTo>
                    <a:pt x="215" y="5299"/>
                    <a:pt x="334" y="5370"/>
                    <a:pt x="465" y="5370"/>
                  </a:cubicBezTo>
                  <a:lnTo>
                    <a:pt x="1108" y="5370"/>
                  </a:lnTo>
                  <a:cubicBezTo>
                    <a:pt x="1061" y="5453"/>
                    <a:pt x="1049" y="5549"/>
                    <a:pt x="1049" y="5644"/>
                  </a:cubicBezTo>
                  <a:cubicBezTo>
                    <a:pt x="1049" y="5882"/>
                    <a:pt x="1180" y="6084"/>
                    <a:pt x="1382" y="6180"/>
                  </a:cubicBezTo>
                  <a:cubicBezTo>
                    <a:pt x="1382" y="6239"/>
                    <a:pt x="1370" y="6311"/>
                    <a:pt x="1358" y="6418"/>
                  </a:cubicBezTo>
                  <a:cubicBezTo>
                    <a:pt x="1346" y="6501"/>
                    <a:pt x="1418" y="6585"/>
                    <a:pt x="1501" y="6596"/>
                  </a:cubicBezTo>
                  <a:lnTo>
                    <a:pt x="1513" y="6596"/>
                  </a:lnTo>
                  <a:cubicBezTo>
                    <a:pt x="1608" y="6596"/>
                    <a:pt x="1668" y="6537"/>
                    <a:pt x="1680" y="6442"/>
                  </a:cubicBezTo>
                  <a:cubicBezTo>
                    <a:pt x="1680" y="6370"/>
                    <a:pt x="1692" y="6299"/>
                    <a:pt x="1692" y="6251"/>
                  </a:cubicBezTo>
                  <a:lnTo>
                    <a:pt x="1751" y="6251"/>
                  </a:lnTo>
                  <a:cubicBezTo>
                    <a:pt x="1846" y="6906"/>
                    <a:pt x="2204" y="7489"/>
                    <a:pt x="2727" y="7870"/>
                  </a:cubicBezTo>
                  <a:cubicBezTo>
                    <a:pt x="2549" y="8120"/>
                    <a:pt x="2168" y="8430"/>
                    <a:pt x="1989" y="8561"/>
                  </a:cubicBezTo>
                  <a:cubicBezTo>
                    <a:pt x="1965" y="8561"/>
                    <a:pt x="1918" y="8549"/>
                    <a:pt x="1894" y="8549"/>
                  </a:cubicBezTo>
                  <a:lnTo>
                    <a:pt x="1680" y="8549"/>
                  </a:lnTo>
                  <a:cubicBezTo>
                    <a:pt x="1632" y="8097"/>
                    <a:pt x="1608" y="7620"/>
                    <a:pt x="1620" y="7144"/>
                  </a:cubicBezTo>
                  <a:cubicBezTo>
                    <a:pt x="1620" y="7061"/>
                    <a:pt x="1549" y="6977"/>
                    <a:pt x="1454" y="6977"/>
                  </a:cubicBezTo>
                  <a:cubicBezTo>
                    <a:pt x="1370" y="6977"/>
                    <a:pt x="1299" y="7061"/>
                    <a:pt x="1299" y="7144"/>
                  </a:cubicBezTo>
                  <a:cubicBezTo>
                    <a:pt x="1275" y="7680"/>
                    <a:pt x="1311" y="8204"/>
                    <a:pt x="1370" y="8680"/>
                  </a:cubicBezTo>
                  <a:cubicBezTo>
                    <a:pt x="1263" y="8763"/>
                    <a:pt x="1203" y="8906"/>
                    <a:pt x="1203" y="9061"/>
                  </a:cubicBezTo>
                  <a:cubicBezTo>
                    <a:pt x="1203" y="9216"/>
                    <a:pt x="1275" y="9359"/>
                    <a:pt x="1382" y="9454"/>
                  </a:cubicBezTo>
                  <a:lnTo>
                    <a:pt x="1382" y="9513"/>
                  </a:lnTo>
                  <a:lnTo>
                    <a:pt x="799" y="9716"/>
                  </a:lnTo>
                  <a:cubicBezTo>
                    <a:pt x="322" y="9883"/>
                    <a:pt x="1" y="10347"/>
                    <a:pt x="1" y="10871"/>
                  </a:cubicBezTo>
                  <a:lnTo>
                    <a:pt x="1" y="11002"/>
                  </a:lnTo>
                  <a:cubicBezTo>
                    <a:pt x="1" y="11097"/>
                    <a:pt x="72" y="11168"/>
                    <a:pt x="168" y="11168"/>
                  </a:cubicBezTo>
                  <a:cubicBezTo>
                    <a:pt x="251" y="11168"/>
                    <a:pt x="322" y="11097"/>
                    <a:pt x="322" y="11002"/>
                  </a:cubicBezTo>
                  <a:lnTo>
                    <a:pt x="322" y="10871"/>
                  </a:lnTo>
                  <a:cubicBezTo>
                    <a:pt x="322" y="10502"/>
                    <a:pt x="561" y="10156"/>
                    <a:pt x="918" y="10037"/>
                  </a:cubicBezTo>
                  <a:lnTo>
                    <a:pt x="1394" y="9871"/>
                  </a:lnTo>
                  <a:lnTo>
                    <a:pt x="1394" y="11002"/>
                  </a:lnTo>
                  <a:cubicBezTo>
                    <a:pt x="1394" y="11097"/>
                    <a:pt x="1477" y="11168"/>
                    <a:pt x="1561" y="11168"/>
                  </a:cubicBezTo>
                  <a:cubicBezTo>
                    <a:pt x="1656" y="11168"/>
                    <a:pt x="1727" y="11097"/>
                    <a:pt x="1727" y="11002"/>
                  </a:cubicBezTo>
                  <a:lnTo>
                    <a:pt x="1727" y="9609"/>
                  </a:lnTo>
                  <a:lnTo>
                    <a:pt x="1977" y="9609"/>
                  </a:lnTo>
                  <a:cubicBezTo>
                    <a:pt x="2096" y="9823"/>
                    <a:pt x="2466" y="10502"/>
                    <a:pt x="2620" y="11049"/>
                  </a:cubicBezTo>
                  <a:cubicBezTo>
                    <a:pt x="2632" y="11121"/>
                    <a:pt x="2704" y="11168"/>
                    <a:pt x="2787" y="11168"/>
                  </a:cubicBezTo>
                  <a:lnTo>
                    <a:pt x="2823" y="11168"/>
                  </a:lnTo>
                  <a:cubicBezTo>
                    <a:pt x="2918" y="11145"/>
                    <a:pt x="2966" y="11061"/>
                    <a:pt x="2942" y="10978"/>
                  </a:cubicBezTo>
                  <a:cubicBezTo>
                    <a:pt x="2811" y="10454"/>
                    <a:pt x="2501" y="9859"/>
                    <a:pt x="2335" y="9549"/>
                  </a:cubicBezTo>
                  <a:lnTo>
                    <a:pt x="2727" y="9406"/>
                  </a:lnTo>
                  <a:cubicBezTo>
                    <a:pt x="2882" y="9347"/>
                    <a:pt x="3037" y="9252"/>
                    <a:pt x="3144" y="9097"/>
                  </a:cubicBezTo>
                  <a:lnTo>
                    <a:pt x="3680" y="9359"/>
                  </a:lnTo>
                  <a:lnTo>
                    <a:pt x="3680" y="9442"/>
                  </a:lnTo>
                  <a:cubicBezTo>
                    <a:pt x="3680" y="9656"/>
                    <a:pt x="3823" y="9859"/>
                    <a:pt x="4013" y="9930"/>
                  </a:cubicBezTo>
                  <a:lnTo>
                    <a:pt x="4013" y="11014"/>
                  </a:lnTo>
                  <a:cubicBezTo>
                    <a:pt x="4013" y="11109"/>
                    <a:pt x="4097" y="11180"/>
                    <a:pt x="4180" y="11180"/>
                  </a:cubicBezTo>
                  <a:cubicBezTo>
                    <a:pt x="4275" y="11180"/>
                    <a:pt x="4347" y="11109"/>
                    <a:pt x="4347" y="11014"/>
                  </a:cubicBezTo>
                  <a:lnTo>
                    <a:pt x="4347" y="9930"/>
                  </a:lnTo>
                  <a:cubicBezTo>
                    <a:pt x="4549" y="9859"/>
                    <a:pt x="4692" y="9680"/>
                    <a:pt x="4692" y="9442"/>
                  </a:cubicBezTo>
                  <a:lnTo>
                    <a:pt x="4692" y="9359"/>
                  </a:lnTo>
                  <a:lnTo>
                    <a:pt x="5228" y="9097"/>
                  </a:lnTo>
                  <a:cubicBezTo>
                    <a:pt x="5323" y="9228"/>
                    <a:pt x="5466" y="9347"/>
                    <a:pt x="5645" y="9406"/>
                  </a:cubicBezTo>
                  <a:lnTo>
                    <a:pt x="6026" y="9549"/>
                  </a:lnTo>
                  <a:cubicBezTo>
                    <a:pt x="5859" y="9847"/>
                    <a:pt x="5549" y="10454"/>
                    <a:pt x="5418" y="10978"/>
                  </a:cubicBezTo>
                  <a:cubicBezTo>
                    <a:pt x="5406" y="11061"/>
                    <a:pt x="5442" y="11157"/>
                    <a:pt x="5537" y="11168"/>
                  </a:cubicBezTo>
                  <a:lnTo>
                    <a:pt x="5585" y="11168"/>
                  </a:lnTo>
                  <a:cubicBezTo>
                    <a:pt x="5656" y="11168"/>
                    <a:pt x="5716" y="11121"/>
                    <a:pt x="5740" y="11049"/>
                  </a:cubicBezTo>
                  <a:cubicBezTo>
                    <a:pt x="5883" y="10502"/>
                    <a:pt x="6252" y="9811"/>
                    <a:pt x="6383" y="9609"/>
                  </a:cubicBezTo>
                  <a:lnTo>
                    <a:pt x="6633" y="9609"/>
                  </a:lnTo>
                  <a:lnTo>
                    <a:pt x="6633" y="11002"/>
                  </a:lnTo>
                  <a:cubicBezTo>
                    <a:pt x="6633" y="11097"/>
                    <a:pt x="6716" y="11168"/>
                    <a:pt x="6799" y="11168"/>
                  </a:cubicBezTo>
                  <a:cubicBezTo>
                    <a:pt x="6895" y="11168"/>
                    <a:pt x="6966" y="11097"/>
                    <a:pt x="6966" y="11002"/>
                  </a:cubicBezTo>
                  <a:lnTo>
                    <a:pt x="6966" y="9871"/>
                  </a:lnTo>
                  <a:lnTo>
                    <a:pt x="7442" y="10037"/>
                  </a:lnTo>
                  <a:cubicBezTo>
                    <a:pt x="7800" y="10156"/>
                    <a:pt x="8038" y="10502"/>
                    <a:pt x="8038" y="10871"/>
                  </a:cubicBezTo>
                  <a:lnTo>
                    <a:pt x="8038" y="11002"/>
                  </a:lnTo>
                  <a:cubicBezTo>
                    <a:pt x="8038" y="11097"/>
                    <a:pt x="8109" y="11168"/>
                    <a:pt x="8204" y="11168"/>
                  </a:cubicBezTo>
                  <a:cubicBezTo>
                    <a:pt x="8288" y="11168"/>
                    <a:pt x="8359" y="11097"/>
                    <a:pt x="8359" y="11002"/>
                  </a:cubicBezTo>
                  <a:lnTo>
                    <a:pt x="8359" y="10871"/>
                  </a:lnTo>
                  <a:cubicBezTo>
                    <a:pt x="8240" y="10323"/>
                    <a:pt x="7919" y="9871"/>
                    <a:pt x="7442" y="9692"/>
                  </a:cubicBezTo>
                  <a:lnTo>
                    <a:pt x="6859" y="9490"/>
                  </a:lnTo>
                  <a:lnTo>
                    <a:pt x="6859" y="9430"/>
                  </a:lnTo>
                  <a:cubicBezTo>
                    <a:pt x="6966" y="9335"/>
                    <a:pt x="7038" y="9192"/>
                    <a:pt x="7038" y="9037"/>
                  </a:cubicBezTo>
                  <a:cubicBezTo>
                    <a:pt x="7038" y="8894"/>
                    <a:pt x="6978" y="8751"/>
                    <a:pt x="6883" y="8656"/>
                  </a:cubicBezTo>
                  <a:cubicBezTo>
                    <a:pt x="7014" y="7525"/>
                    <a:pt x="6918" y="6513"/>
                    <a:pt x="6895" y="6168"/>
                  </a:cubicBezTo>
                  <a:cubicBezTo>
                    <a:pt x="7085" y="6061"/>
                    <a:pt x="7216" y="5870"/>
                    <a:pt x="7216" y="5632"/>
                  </a:cubicBezTo>
                  <a:cubicBezTo>
                    <a:pt x="7216" y="5525"/>
                    <a:pt x="7192" y="5442"/>
                    <a:pt x="7157" y="5358"/>
                  </a:cubicBezTo>
                  <a:lnTo>
                    <a:pt x="7800" y="5358"/>
                  </a:lnTo>
                  <a:cubicBezTo>
                    <a:pt x="7931" y="5358"/>
                    <a:pt x="8038" y="5275"/>
                    <a:pt x="8085" y="5156"/>
                  </a:cubicBezTo>
                  <a:cubicBezTo>
                    <a:pt x="8109" y="5025"/>
                    <a:pt x="8050" y="4894"/>
                    <a:pt x="7942" y="4822"/>
                  </a:cubicBezTo>
                  <a:lnTo>
                    <a:pt x="6192" y="3894"/>
                  </a:lnTo>
                  <a:lnTo>
                    <a:pt x="6192" y="3477"/>
                  </a:lnTo>
                  <a:cubicBezTo>
                    <a:pt x="6192" y="3322"/>
                    <a:pt x="6109" y="3203"/>
                    <a:pt x="5966" y="3156"/>
                  </a:cubicBezTo>
                  <a:lnTo>
                    <a:pt x="5335" y="1870"/>
                  </a:lnTo>
                  <a:lnTo>
                    <a:pt x="5490" y="1751"/>
                  </a:lnTo>
                  <a:cubicBezTo>
                    <a:pt x="5609" y="1655"/>
                    <a:pt x="5680" y="1536"/>
                    <a:pt x="5704" y="1393"/>
                  </a:cubicBezTo>
                  <a:cubicBezTo>
                    <a:pt x="5716" y="1251"/>
                    <a:pt x="5668" y="1108"/>
                    <a:pt x="5585" y="1000"/>
                  </a:cubicBezTo>
                  <a:lnTo>
                    <a:pt x="5013" y="334"/>
                  </a:lnTo>
                  <a:cubicBezTo>
                    <a:pt x="4835" y="119"/>
                    <a:pt x="4573"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9" name="Google Shape;11229;p65"/>
          <p:cNvGrpSpPr/>
          <p:nvPr/>
        </p:nvGrpSpPr>
        <p:grpSpPr>
          <a:xfrm>
            <a:off x="8048421" y="3159086"/>
            <a:ext cx="276503" cy="369674"/>
            <a:chOff x="8048421" y="3334486"/>
            <a:chExt cx="276503" cy="369674"/>
          </a:xfrm>
        </p:grpSpPr>
        <p:sp>
          <p:nvSpPr>
            <p:cNvPr id="11230" name="Google Shape;11230;p65"/>
            <p:cNvSpPr/>
            <p:nvPr/>
          </p:nvSpPr>
          <p:spPr>
            <a:xfrm>
              <a:off x="8146471" y="3456327"/>
              <a:ext cx="10613" cy="16252"/>
            </a:xfrm>
            <a:custGeom>
              <a:avLst/>
              <a:gdLst/>
              <a:ahLst/>
              <a:cxnLst/>
              <a:rect l="l" t="t" r="r" b="b"/>
              <a:pathLst>
                <a:path w="335" h="513" extrusionOk="0">
                  <a:moveTo>
                    <a:pt x="156" y="0"/>
                  </a:moveTo>
                  <a:cubicBezTo>
                    <a:pt x="72" y="0"/>
                    <a:pt x="1" y="84"/>
                    <a:pt x="1" y="167"/>
                  </a:cubicBezTo>
                  <a:lnTo>
                    <a:pt x="1" y="345"/>
                  </a:lnTo>
                  <a:cubicBezTo>
                    <a:pt x="1" y="441"/>
                    <a:pt x="72" y="512"/>
                    <a:pt x="156" y="512"/>
                  </a:cubicBezTo>
                  <a:cubicBezTo>
                    <a:pt x="251" y="512"/>
                    <a:pt x="322" y="441"/>
                    <a:pt x="322" y="345"/>
                  </a:cubicBezTo>
                  <a:lnTo>
                    <a:pt x="322" y="167"/>
                  </a:lnTo>
                  <a:cubicBezTo>
                    <a:pt x="334" y="84"/>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1" name="Google Shape;11231;p65"/>
            <p:cNvSpPr/>
            <p:nvPr/>
          </p:nvSpPr>
          <p:spPr>
            <a:xfrm>
              <a:off x="8215501" y="3456327"/>
              <a:ext cx="10961" cy="16252"/>
            </a:xfrm>
            <a:custGeom>
              <a:avLst/>
              <a:gdLst/>
              <a:ahLst/>
              <a:cxnLst/>
              <a:rect l="l" t="t" r="r" b="b"/>
              <a:pathLst>
                <a:path w="346" h="513" extrusionOk="0">
                  <a:moveTo>
                    <a:pt x="167" y="0"/>
                  </a:moveTo>
                  <a:cubicBezTo>
                    <a:pt x="84" y="0"/>
                    <a:pt x="1" y="84"/>
                    <a:pt x="1" y="167"/>
                  </a:cubicBezTo>
                  <a:lnTo>
                    <a:pt x="1" y="345"/>
                  </a:lnTo>
                  <a:cubicBezTo>
                    <a:pt x="1" y="441"/>
                    <a:pt x="84" y="512"/>
                    <a:pt x="167" y="512"/>
                  </a:cubicBezTo>
                  <a:cubicBezTo>
                    <a:pt x="263" y="512"/>
                    <a:pt x="334" y="441"/>
                    <a:pt x="334" y="345"/>
                  </a:cubicBezTo>
                  <a:lnTo>
                    <a:pt x="334" y="167"/>
                  </a:lnTo>
                  <a:cubicBezTo>
                    <a:pt x="346" y="84"/>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65"/>
            <p:cNvSpPr/>
            <p:nvPr/>
          </p:nvSpPr>
          <p:spPr>
            <a:xfrm>
              <a:off x="8048421" y="3334486"/>
              <a:ext cx="276503" cy="369674"/>
            </a:xfrm>
            <a:custGeom>
              <a:avLst/>
              <a:gdLst/>
              <a:ahLst/>
              <a:cxnLst/>
              <a:rect l="l" t="t" r="r" b="b"/>
              <a:pathLst>
                <a:path w="8728" h="11669" extrusionOk="0">
                  <a:moveTo>
                    <a:pt x="4322" y="334"/>
                  </a:moveTo>
                  <a:cubicBezTo>
                    <a:pt x="4703" y="334"/>
                    <a:pt x="5084" y="417"/>
                    <a:pt x="5441" y="548"/>
                  </a:cubicBezTo>
                  <a:cubicBezTo>
                    <a:pt x="5179" y="655"/>
                    <a:pt x="4953" y="786"/>
                    <a:pt x="4787" y="953"/>
                  </a:cubicBezTo>
                  <a:cubicBezTo>
                    <a:pt x="4679" y="810"/>
                    <a:pt x="4536" y="727"/>
                    <a:pt x="4358" y="727"/>
                  </a:cubicBezTo>
                  <a:cubicBezTo>
                    <a:pt x="4179" y="727"/>
                    <a:pt x="4013" y="810"/>
                    <a:pt x="3917" y="953"/>
                  </a:cubicBezTo>
                  <a:cubicBezTo>
                    <a:pt x="3739" y="774"/>
                    <a:pt x="3501" y="620"/>
                    <a:pt x="3239" y="536"/>
                  </a:cubicBezTo>
                  <a:cubicBezTo>
                    <a:pt x="3584" y="417"/>
                    <a:pt x="3953" y="334"/>
                    <a:pt x="4322" y="334"/>
                  </a:cubicBezTo>
                  <a:close/>
                  <a:moveTo>
                    <a:pt x="6151" y="749"/>
                  </a:moveTo>
                  <a:cubicBezTo>
                    <a:pt x="6261" y="749"/>
                    <a:pt x="6366" y="761"/>
                    <a:pt x="6465" y="786"/>
                  </a:cubicBezTo>
                  <a:cubicBezTo>
                    <a:pt x="6322" y="965"/>
                    <a:pt x="6072" y="1108"/>
                    <a:pt x="5787" y="1203"/>
                  </a:cubicBezTo>
                  <a:cubicBezTo>
                    <a:pt x="5617" y="1253"/>
                    <a:pt x="5443" y="1281"/>
                    <a:pt x="5282" y="1281"/>
                  </a:cubicBezTo>
                  <a:cubicBezTo>
                    <a:pt x="5172" y="1281"/>
                    <a:pt x="5069" y="1268"/>
                    <a:pt x="4977" y="1239"/>
                  </a:cubicBezTo>
                  <a:cubicBezTo>
                    <a:pt x="5132" y="1060"/>
                    <a:pt x="5382" y="917"/>
                    <a:pt x="5668" y="822"/>
                  </a:cubicBezTo>
                  <a:cubicBezTo>
                    <a:pt x="5834" y="773"/>
                    <a:pt x="5997" y="749"/>
                    <a:pt x="6151" y="749"/>
                  </a:cubicBezTo>
                  <a:close/>
                  <a:moveTo>
                    <a:pt x="2542" y="750"/>
                  </a:moveTo>
                  <a:cubicBezTo>
                    <a:pt x="2703" y="750"/>
                    <a:pt x="2878" y="777"/>
                    <a:pt x="3048" y="834"/>
                  </a:cubicBezTo>
                  <a:cubicBezTo>
                    <a:pt x="3334" y="917"/>
                    <a:pt x="3584" y="1072"/>
                    <a:pt x="3727" y="1251"/>
                  </a:cubicBezTo>
                  <a:cubicBezTo>
                    <a:pt x="3646" y="1273"/>
                    <a:pt x="3553" y="1284"/>
                    <a:pt x="3454" y="1284"/>
                  </a:cubicBezTo>
                  <a:cubicBezTo>
                    <a:pt x="3290" y="1284"/>
                    <a:pt x="3107" y="1255"/>
                    <a:pt x="2929" y="1203"/>
                  </a:cubicBezTo>
                  <a:cubicBezTo>
                    <a:pt x="2643" y="1108"/>
                    <a:pt x="2393" y="965"/>
                    <a:pt x="2239" y="786"/>
                  </a:cubicBezTo>
                  <a:cubicBezTo>
                    <a:pt x="2330" y="762"/>
                    <a:pt x="2433" y="750"/>
                    <a:pt x="2542" y="750"/>
                  </a:cubicBezTo>
                  <a:close/>
                  <a:moveTo>
                    <a:pt x="4358" y="1072"/>
                  </a:moveTo>
                  <a:cubicBezTo>
                    <a:pt x="4465" y="1072"/>
                    <a:pt x="4548" y="1155"/>
                    <a:pt x="4548" y="1263"/>
                  </a:cubicBezTo>
                  <a:cubicBezTo>
                    <a:pt x="4548" y="1370"/>
                    <a:pt x="4465" y="1453"/>
                    <a:pt x="4358" y="1453"/>
                  </a:cubicBezTo>
                  <a:cubicBezTo>
                    <a:pt x="4251" y="1453"/>
                    <a:pt x="4167" y="1370"/>
                    <a:pt x="4167" y="1263"/>
                  </a:cubicBezTo>
                  <a:cubicBezTo>
                    <a:pt x="4167" y="1155"/>
                    <a:pt x="4251" y="1072"/>
                    <a:pt x="4358" y="1072"/>
                  </a:cubicBezTo>
                  <a:close/>
                  <a:moveTo>
                    <a:pt x="2203" y="1167"/>
                  </a:moveTo>
                  <a:cubicBezTo>
                    <a:pt x="2381" y="1322"/>
                    <a:pt x="2620" y="1441"/>
                    <a:pt x="2870" y="1524"/>
                  </a:cubicBezTo>
                  <a:cubicBezTo>
                    <a:pt x="3072" y="1584"/>
                    <a:pt x="3286" y="1620"/>
                    <a:pt x="3477" y="1620"/>
                  </a:cubicBezTo>
                  <a:cubicBezTo>
                    <a:pt x="3644" y="1620"/>
                    <a:pt x="3810" y="1584"/>
                    <a:pt x="3953" y="1548"/>
                  </a:cubicBezTo>
                  <a:cubicBezTo>
                    <a:pt x="4048" y="1691"/>
                    <a:pt x="4227" y="1798"/>
                    <a:pt x="4417" y="1798"/>
                  </a:cubicBezTo>
                  <a:cubicBezTo>
                    <a:pt x="4608" y="1798"/>
                    <a:pt x="4775" y="1691"/>
                    <a:pt x="4882" y="1548"/>
                  </a:cubicBezTo>
                  <a:cubicBezTo>
                    <a:pt x="5013" y="1584"/>
                    <a:pt x="5179" y="1620"/>
                    <a:pt x="5358" y="1620"/>
                  </a:cubicBezTo>
                  <a:cubicBezTo>
                    <a:pt x="5549" y="1620"/>
                    <a:pt x="5751" y="1584"/>
                    <a:pt x="5965" y="1524"/>
                  </a:cubicBezTo>
                  <a:cubicBezTo>
                    <a:pt x="6203" y="1453"/>
                    <a:pt x="6430" y="1334"/>
                    <a:pt x="6608" y="1203"/>
                  </a:cubicBezTo>
                  <a:cubicBezTo>
                    <a:pt x="7287" y="1810"/>
                    <a:pt x="7704" y="2656"/>
                    <a:pt x="7763" y="3549"/>
                  </a:cubicBezTo>
                  <a:lnTo>
                    <a:pt x="7930" y="6370"/>
                  </a:lnTo>
                  <a:cubicBezTo>
                    <a:pt x="7977" y="7120"/>
                    <a:pt x="7775" y="7870"/>
                    <a:pt x="7358" y="8490"/>
                  </a:cubicBezTo>
                  <a:lnTo>
                    <a:pt x="5989" y="8037"/>
                  </a:lnTo>
                  <a:cubicBezTo>
                    <a:pt x="5775" y="7954"/>
                    <a:pt x="5620" y="7740"/>
                    <a:pt x="5620" y="7513"/>
                  </a:cubicBezTo>
                  <a:lnTo>
                    <a:pt x="5620" y="6763"/>
                  </a:lnTo>
                  <a:cubicBezTo>
                    <a:pt x="6287" y="6382"/>
                    <a:pt x="6763" y="5715"/>
                    <a:pt x="6870" y="4906"/>
                  </a:cubicBezTo>
                  <a:lnTo>
                    <a:pt x="7001" y="4906"/>
                  </a:lnTo>
                  <a:cubicBezTo>
                    <a:pt x="7346" y="4906"/>
                    <a:pt x="7632" y="4620"/>
                    <a:pt x="7632" y="4287"/>
                  </a:cubicBezTo>
                  <a:cubicBezTo>
                    <a:pt x="7632" y="3941"/>
                    <a:pt x="7346" y="3656"/>
                    <a:pt x="7001" y="3656"/>
                  </a:cubicBezTo>
                  <a:lnTo>
                    <a:pt x="6918" y="3656"/>
                  </a:lnTo>
                  <a:cubicBezTo>
                    <a:pt x="6811" y="3656"/>
                    <a:pt x="6727" y="3560"/>
                    <a:pt x="6727" y="3465"/>
                  </a:cubicBezTo>
                  <a:cubicBezTo>
                    <a:pt x="6727" y="2656"/>
                    <a:pt x="6072" y="2013"/>
                    <a:pt x="5275" y="2013"/>
                  </a:cubicBezTo>
                  <a:cubicBezTo>
                    <a:pt x="5191" y="2013"/>
                    <a:pt x="5120" y="2096"/>
                    <a:pt x="5120" y="2179"/>
                  </a:cubicBezTo>
                  <a:cubicBezTo>
                    <a:pt x="5120" y="2275"/>
                    <a:pt x="5191" y="2346"/>
                    <a:pt x="5275" y="2346"/>
                  </a:cubicBezTo>
                  <a:cubicBezTo>
                    <a:pt x="5894" y="2346"/>
                    <a:pt x="6382" y="2834"/>
                    <a:pt x="6382" y="3453"/>
                  </a:cubicBezTo>
                  <a:cubicBezTo>
                    <a:pt x="6382" y="3751"/>
                    <a:pt x="6620" y="3989"/>
                    <a:pt x="6918" y="3989"/>
                  </a:cubicBezTo>
                  <a:lnTo>
                    <a:pt x="7001" y="3989"/>
                  </a:lnTo>
                  <a:cubicBezTo>
                    <a:pt x="7168" y="3989"/>
                    <a:pt x="7287" y="4120"/>
                    <a:pt x="7287" y="4263"/>
                  </a:cubicBezTo>
                  <a:cubicBezTo>
                    <a:pt x="7287" y="4418"/>
                    <a:pt x="7156" y="4549"/>
                    <a:pt x="7001" y="4549"/>
                  </a:cubicBezTo>
                  <a:lnTo>
                    <a:pt x="6906" y="4549"/>
                  </a:lnTo>
                  <a:lnTo>
                    <a:pt x="6906" y="4537"/>
                  </a:lnTo>
                  <a:cubicBezTo>
                    <a:pt x="6906" y="4441"/>
                    <a:pt x="6822" y="4370"/>
                    <a:pt x="6739" y="4370"/>
                  </a:cubicBezTo>
                  <a:cubicBezTo>
                    <a:pt x="6644" y="4370"/>
                    <a:pt x="6572" y="4441"/>
                    <a:pt x="6572" y="4537"/>
                  </a:cubicBezTo>
                  <a:cubicBezTo>
                    <a:pt x="6572" y="5751"/>
                    <a:pt x="5596" y="6739"/>
                    <a:pt x="4370" y="6739"/>
                  </a:cubicBezTo>
                  <a:cubicBezTo>
                    <a:pt x="3155" y="6739"/>
                    <a:pt x="2167" y="5751"/>
                    <a:pt x="2167" y="4537"/>
                  </a:cubicBezTo>
                  <a:cubicBezTo>
                    <a:pt x="2167" y="4441"/>
                    <a:pt x="2096" y="4370"/>
                    <a:pt x="2000" y="4370"/>
                  </a:cubicBezTo>
                  <a:cubicBezTo>
                    <a:pt x="1917" y="4370"/>
                    <a:pt x="1846" y="4441"/>
                    <a:pt x="1846" y="4537"/>
                  </a:cubicBezTo>
                  <a:lnTo>
                    <a:pt x="1846" y="4549"/>
                  </a:lnTo>
                  <a:lnTo>
                    <a:pt x="1739" y="4549"/>
                  </a:lnTo>
                  <a:cubicBezTo>
                    <a:pt x="1572" y="4549"/>
                    <a:pt x="1453" y="4418"/>
                    <a:pt x="1453" y="4263"/>
                  </a:cubicBezTo>
                  <a:cubicBezTo>
                    <a:pt x="1453" y="4120"/>
                    <a:pt x="1584" y="3989"/>
                    <a:pt x="1739" y="3989"/>
                  </a:cubicBezTo>
                  <a:lnTo>
                    <a:pt x="1822" y="3989"/>
                  </a:lnTo>
                  <a:cubicBezTo>
                    <a:pt x="2120" y="3989"/>
                    <a:pt x="2358" y="3751"/>
                    <a:pt x="2358" y="3453"/>
                  </a:cubicBezTo>
                  <a:cubicBezTo>
                    <a:pt x="2358" y="2834"/>
                    <a:pt x="2858" y="2346"/>
                    <a:pt x="3465" y="2346"/>
                  </a:cubicBezTo>
                  <a:lnTo>
                    <a:pt x="4560" y="2346"/>
                  </a:lnTo>
                  <a:cubicBezTo>
                    <a:pt x="4656" y="2346"/>
                    <a:pt x="4727" y="2275"/>
                    <a:pt x="4727" y="2179"/>
                  </a:cubicBezTo>
                  <a:cubicBezTo>
                    <a:pt x="4727" y="2096"/>
                    <a:pt x="4656" y="2013"/>
                    <a:pt x="4560" y="2013"/>
                  </a:cubicBezTo>
                  <a:lnTo>
                    <a:pt x="3465" y="2013"/>
                  </a:lnTo>
                  <a:cubicBezTo>
                    <a:pt x="2655" y="2013"/>
                    <a:pt x="2024" y="2667"/>
                    <a:pt x="2024" y="3465"/>
                  </a:cubicBezTo>
                  <a:cubicBezTo>
                    <a:pt x="2024" y="3572"/>
                    <a:pt x="1929" y="3656"/>
                    <a:pt x="1822" y="3656"/>
                  </a:cubicBezTo>
                  <a:lnTo>
                    <a:pt x="1739" y="3656"/>
                  </a:lnTo>
                  <a:cubicBezTo>
                    <a:pt x="1393" y="3656"/>
                    <a:pt x="1107" y="3941"/>
                    <a:pt x="1107" y="4287"/>
                  </a:cubicBezTo>
                  <a:cubicBezTo>
                    <a:pt x="1107" y="4620"/>
                    <a:pt x="1393" y="4906"/>
                    <a:pt x="1739" y="4906"/>
                  </a:cubicBezTo>
                  <a:lnTo>
                    <a:pt x="1869" y="4906"/>
                  </a:lnTo>
                  <a:cubicBezTo>
                    <a:pt x="1977" y="5692"/>
                    <a:pt x="2465" y="6382"/>
                    <a:pt x="3120" y="6763"/>
                  </a:cubicBezTo>
                  <a:lnTo>
                    <a:pt x="3120" y="7513"/>
                  </a:lnTo>
                  <a:cubicBezTo>
                    <a:pt x="3120" y="7751"/>
                    <a:pt x="2977" y="7954"/>
                    <a:pt x="2751" y="8037"/>
                  </a:cubicBezTo>
                  <a:lnTo>
                    <a:pt x="1488" y="8478"/>
                  </a:lnTo>
                  <a:cubicBezTo>
                    <a:pt x="1072" y="7859"/>
                    <a:pt x="869" y="7108"/>
                    <a:pt x="917" y="6346"/>
                  </a:cubicBezTo>
                  <a:lnTo>
                    <a:pt x="1084" y="3465"/>
                  </a:lnTo>
                  <a:cubicBezTo>
                    <a:pt x="1131" y="2584"/>
                    <a:pt x="1548" y="1751"/>
                    <a:pt x="2203" y="1167"/>
                  </a:cubicBezTo>
                  <a:close/>
                  <a:moveTo>
                    <a:pt x="4346" y="0"/>
                  </a:moveTo>
                  <a:cubicBezTo>
                    <a:pt x="3763" y="0"/>
                    <a:pt x="3179" y="143"/>
                    <a:pt x="2679" y="417"/>
                  </a:cubicBezTo>
                  <a:cubicBezTo>
                    <a:pt x="2631" y="413"/>
                    <a:pt x="2583" y="411"/>
                    <a:pt x="2536" y="411"/>
                  </a:cubicBezTo>
                  <a:cubicBezTo>
                    <a:pt x="2303" y="411"/>
                    <a:pt x="2085" y="459"/>
                    <a:pt x="1917" y="548"/>
                  </a:cubicBezTo>
                  <a:cubicBezTo>
                    <a:pt x="1846" y="584"/>
                    <a:pt x="1798" y="691"/>
                    <a:pt x="1846" y="774"/>
                  </a:cubicBezTo>
                  <a:cubicBezTo>
                    <a:pt x="1869" y="810"/>
                    <a:pt x="1905" y="870"/>
                    <a:pt x="1929" y="917"/>
                  </a:cubicBezTo>
                  <a:cubicBezTo>
                    <a:pt x="1215" y="1560"/>
                    <a:pt x="774" y="2465"/>
                    <a:pt x="715" y="3429"/>
                  </a:cubicBezTo>
                  <a:lnTo>
                    <a:pt x="548" y="6323"/>
                  </a:lnTo>
                  <a:cubicBezTo>
                    <a:pt x="500" y="7120"/>
                    <a:pt x="691" y="7918"/>
                    <a:pt x="1131" y="8585"/>
                  </a:cubicBezTo>
                  <a:lnTo>
                    <a:pt x="846" y="8692"/>
                  </a:lnTo>
                  <a:cubicBezTo>
                    <a:pt x="334" y="8871"/>
                    <a:pt x="0" y="9347"/>
                    <a:pt x="0" y="9883"/>
                  </a:cubicBezTo>
                  <a:lnTo>
                    <a:pt x="0" y="11466"/>
                  </a:lnTo>
                  <a:cubicBezTo>
                    <a:pt x="0" y="11561"/>
                    <a:pt x="72" y="11633"/>
                    <a:pt x="155" y="11633"/>
                  </a:cubicBezTo>
                  <a:cubicBezTo>
                    <a:pt x="250" y="11633"/>
                    <a:pt x="322" y="11561"/>
                    <a:pt x="322" y="11466"/>
                  </a:cubicBezTo>
                  <a:lnTo>
                    <a:pt x="322" y="9883"/>
                  </a:lnTo>
                  <a:cubicBezTo>
                    <a:pt x="322" y="9490"/>
                    <a:pt x="572" y="9133"/>
                    <a:pt x="929" y="9002"/>
                  </a:cubicBezTo>
                  <a:lnTo>
                    <a:pt x="1941" y="8644"/>
                  </a:lnTo>
                  <a:cubicBezTo>
                    <a:pt x="2036" y="8835"/>
                    <a:pt x="2167" y="9002"/>
                    <a:pt x="2310" y="9168"/>
                  </a:cubicBezTo>
                  <a:cubicBezTo>
                    <a:pt x="2346" y="9192"/>
                    <a:pt x="2393" y="9228"/>
                    <a:pt x="2429" y="9228"/>
                  </a:cubicBezTo>
                  <a:cubicBezTo>
                    <a:pt x="2477" y="9228"/>
                    <a:pt x="2524" y="9204"/>
                    <a:pt x="2548" y="9180"/>
                  </a:cubicBezTo>
                  <a:cubicBezTo>
                    <a:pt x="2631" y="9121"/>
                    <a:pt x="2631" y="9002"/>
                    <a:pt x="2548" y="8942"/>
                  </a:cubicBezTo>
                  <a:cubicBezTo>
                    <a:pt x="2429" y="8823"/>
                    <a:pt x="2346" y="8692"/>
                    <a:pt x="2250" y="8537"/>
                  </a:cubicBezTo>
                  <a:lnTo>
                    <a:pt x="2810" y="8347"/>
                  </a:lnTo>
                  <a:cubicBezTo>
                    <a:pt x="3167" y="8216"/>
                    <a:pt x="3405" y="7882"/>
                    <a:pt x="3405" y="7501"/>
                  </a:cubicBezTo>
                  <a:lnTo>
                    <a:pt x="3405" y="6918"/>
                  </a:lnTo>
                  <a:cubicBezTo>
                    <a:pt x="3679" y="7037"/>
                    <a:pt x="4001" y="7097"/>
                    <a:pt x="4322" y="7097"/>
                  </a:cubicBezTo>
                  <a:cubicBezTo>
                    <a:pt x="4656" y="7097"/>
                    <a:pt x="4965" y="7037"/>
                    <a:pt x="5251" y="6918"/>
                  </a:cubicBezTo>
                  <a:lnTo>
                    <a:pt x="5251" y="7501"/>
                  </a:lnTo>
                  <a:cubicBezTo>
                    <a:pt x="5251" y="7882"/>
                    <a:pt x="5489" y="8228"/>
                    <a:pt x="5846" y="8347"/>
                  </a:cubicBezTo>
                  <a:lnTo>
                    <a:pt x="6394" y="8537"/>
                  </a:lnTo>
                  <a:cubicBezTo>
                    <a:pt x="6227" y="8847"/>
                    <a:pt x="5965" y="9121"/>
                    <a:pt x="5632" y="9311"/>
                  </a:cubicBezTo>
                  <a:cubicBezTo>
                    <a:pt x="5251" y="9549"/>
                    <a:pt x="4787" y="9668"/>
                    <a:pt x="4310" y="9668"/>
                  </a:cubicBezTo>
                  <a:cubicBezTo>
                    <a:pt x="3882" y="9668"/>
                    <a:pt x="3453" y="9561"/>
                    <a:pt x="3072" y="9359"/>
                  </a:cubicBezTo>
                  <a:cubicBezTo>
                    <a:pt x="3047" y="9344"/>
                    <a:pt x="3019" y="9337"/>
                    <a:pt x="2991" y="9337"/>
                  </a:cubicBezTo>
                  <a:cubicBezTo>
                    <a:pt x="2929" y="9337"/>
                    <a:pt x="2867" y="9372"/>
                    <a:pt x="2834" y="9430"/>
                  </a:cubicBezTo>
                  <a:cubicBezTo>
                    <a:pt x="2798" y="9525"/>
                    <a:pt x="2822" y="9621"/>
                    <a:pt x="2917" y="9668"/>
                  </a:cubicBezTo>
                  <a:cubicBezTo>
                    <a:pt x="3334" y="9895"/>
                    <a:pt x="3810" y="10026"/>
                    <a:pt x="4310" y="10026"/>
                  </a:cubicBezTo>
                  <a:cubicBezTo>
                    <a:pt x="4846" y="10026"/>
                    <a:pt x="5370" y="9883"/>
                    <a:pt x="5799" y="9621"/>
                  </a:cubicBezTo>
                  <a:cubicBezTo>
                    <a:pt x="6203" y="9383"/>
                    <a:pt x="6501" y="9061"/>
                    <a:pt x="6703" y="8668"/>
                  </a:cubicBezTo>
                  <a:lnTo>
                    <a:pt x="7715" y="9025"/>
                  </a:lnTo>
                  <a:cubicBezTo>
                    <a:pt x="8096" y="9156"/>
                    <a:pt x="8335" y="9502"/>
                    <a:pt x="8335" y="9906"/>
                  </a:cubicBezTo>
                  <a:lnTo>
                    <a:pt x="8335" y="11502"/>
                  </a:lnTo>
                  <a:cubicBezTo>
                    <a:pt x="8335" y="11585"/>
                    <a:pt x="8406" y="11669"/>
                    <a:pt x="8489" y="11669"/>
                  </a:cubicBezTo>
                  <a:cubicBezTo>
                    <a:pt x="8585" y="11669"/>
                    <a:pt x="8656" y="11585"/>
                    <a:pt x="8656" y="11502"/>
                  </a:cubicBezTo>
                  <a:lnTo>
                    <a:pt x="8656" y="9906"/>
                  </a:lnTo>
                  <a:cubicBezTo>
                    <a:pt x="8727" y="9359"/>
                    <a:pt x="8394" y="8883"/>
                    <a:pt x="7882" y="8704"/>
                  </a:cubicBezTo>
                  <a:lnTo>
                    <a:pt x="7596" y="8597"/>
                  </a:lnTo>
                  <a:cubicBezTo>
                    <a:pt x="8037" y="7918"/>
                    <a:pt x="8227" y="7144"/>
                    <a:pt x="8180" y="6335"/>
                  </a:cubicBezTo>
                  <a:lnTo>
                    <a:pt x="8013" y="3525"/>
                  </a:lnTo>
                  <a:cubicBezTo>
                    <a:pt x="7954" y="2560"/>
                    <a:pt x="7513" y="1632"/>
                    <a:pt x="6763" y="953"/>
                  </a:cubicBezTo>
                  <a:cubicBezTo>
                    <a:pt x="6811" y="893"/>
                    <a:pt x="6858" y="834"/>
                    <a:pt x="6882" y="774"/>
                  </a:cubicBezTo>
                  <a:cubicBezTo>
                    <a:pt x="6930" y="679"/>
                    <a:pt x="6906" y="584"/>
                    <a:pt x="6811" y="548"/>
                  </a:cubicBezTo>
                  <a:cubicBezTo>
                    <a:pt x="6634" y="455"/>
                    <a:pt x="6427" y="406"/>
                    <a:pt x="6192" y="406"/>
                  </a:cubicBezTo>
                  <a:cubicBezTo>
                    <a:pt x="6127" y="406"/>
                    <a:pt x="6059" y="409"/>
                    <a:pt x="5989" y="417"/>
                  </a:cubicBezTo>
                  <a:cubicBezTo>
                    <a:pt x="5477" y="131"/>
                    <a:pt x="4906" y="0"/>
                    <a:pt x="4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65"/>
            <p:cNvSpPr/>
            <p:nvPr/>
          </p:nvSpPr>
          <p:spPr>
            <a:xfrm>
              <a:off x="8154771" y="3491016"/>
              <a:ext cx="63392" cy="33993"/>
            </a:xfrm>
            <a:custGeom>
              <a:avLst/>
              <a:gdLst/>
              <a:ahLst/>
              <a:cxnLst/>
              <a:rect l="l" t="t" r="r" b="b"/>
              <a:pathLst>
                <a:path w="2001" h="1073" extrusionOk="0">
                  <a:moveTo>
                    <a:pt x="1608" y="334"/>
                  </a:moveTo>
                  <a:cubicBezTo>
                    <a:pt x="1537" y="560"/>
                    <a:pt x="1287" y="727"/>
                    <a:pt x="1001" y="727"/>
                  </a:cubicBezTo>
                  <a:cubicBezTo>
                    <a:pt x="715" y="727"/>
                    <a:pt x="465" y="560"/>
                    <a:pt x="370" y="334"/>
                  </a:cubicBezTo>
                  <a:close/>
                  <a:moveTo>
                    <a:pt x="167" y="1"/>
                  </a:moveTo>
                  <a:cubicBezTo>
                    <a:pt x="72" y="1"/>
                    <a:pt x="1" y="72"/>
                    <a:pt x="1" y="155"/>
                  </a:cubicBezTo>
                  <a:cubicBezTo>
                    <a:pt x="1" y="655"/>
                    <a:pt x="453" y="1072"/>
                    <a:pt x="1001" y="1072"/>
                  </a:cubicBezTo>
                  <a:cubicBezTo>
                    <a:pt x="1549" y="1072"/>
                    <a:pt x="2001" y="667"/>
                    <a:pt x="2001" y="155"/>
                  </a:cubicBezTo>
                  <a:cubicBezTo>
                    <a:pt x="2001" y="72"/>
                    <a:pt x="1906"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65"/>
            <p:cNvSpPr/>
            <p:nvPr/>
          </p:nvSpPr>
          <p:spPr>
            <a:xfrm>
              <a:off x="8139691" y="3435988"/>
              <a:ext cx="23792" cy="13939"/>
            </a:xfrm>
            <a:custGeom>
              <a:avLst/>
              <a:gdLst/>
              <a:ahLst/>
              <a:cxnLst/>
              <a:rect l="l" t="t" r="r" b="b"/>
              <a:pathLst>
                <a:path w="751" h="440" extrusionOk="0">
                  <a:moveTo>
                    <a:pt x="575" y="1"/>
                  </a:moveTo>
                  <a:cubicBezTo>
                    <a:pt x="558" y="1"/>
                    <a:pt x="541" y="4"/>
                    <a:pt x="524" y="11"/>
                  </a:cubicBezTo>
                  <a:lnTo>
                    <a:pt x="155" y="94"/>
                  </a:lnTo>
                  <a:cubicBezTo>
                    <a:pt x="60" y="130"/>
                    <a:pt x="1" y="214"/>
                    <a:pt x="36" y="309"/>
                  </a:cubicBezTo>
                  <a:cubicBezTo>
                    <a:pt x="48" y="380"/>
                    <a:pt x="120" y="440"/>
                    <a:pt x="191" y="440"/>
                  </a:cubicBezTo>
                  <a:lnTo>
                    <a:pt x="239" y="440"/>
                  </a:lnTo>
                  <a:lnTo>
                    <a:pt x="608" y="345"/>
                  </a:lnTo>
                  <a:cubicBezTo>
                    <a:pt x="691" y="309"/>
                    <a:pt x="751" y="214"/>
                    <a:pt x="727" y="130"/>
                  </a:cubicBezTo>
                  <a:cubicBezTo>
                    <a:pt x="708" y="54"/>
                    <a:pt x="643" y="1"/>
                    <a:pt x="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65"/>
            <p:cNvSpPr/>
            <p:nvPr/>
          </p:nvSpPr>
          <p:spPr>
            <a:xfrm>
              <a:off x="8209102" y="3435418"/>
              <a:ext cx="23412" cy="13401"/>
            </a:xfrm>
            <a:custGeom>
              <a:avLst/>
              <a:gdLst/>
              <a:ahLst/>
              <a:cxnLst/>
              <a:rect l="l" t="t" r="r" b="b"/>
              <a:pathLst>
                <a:path w="739" h="423" extrusionOk="0">
                  <a:moveTo>
                    <a:pt x="196" y="0"/>
                  </a:moveTo>
                  <a:cubicBezTo>
                    <a:pt x="119" y="0"/>
                    <a:pt x="54" y="54"/>
                    <a:pt x="24" y="124"/>
                  </a:cubicBezTo>
                  <a:cubicBezTo>
                    <a:pt x="0" y="220"/>
                    <a:pt x="60" y="303"/>
                    <a:pt x="143" y="339"/>
                  </a:cubicBezTo>
                  <a:lnTo>
                    <a:pt x="512" y="422"/>
                  </a:lnTo>
                  <a:lnTo>
                    <a:pt x="560" y="422"/>
                  </a:lnTo>
                  <a:cubicBezTo>
                    <a:pt x="631" y="422"/>
                    <a:pt x="715" y="386"/>
                    <a:pt x="727" y="291"/>
                  </a:cubicBezTo>
                  <a:cubicBezTo>
                    <a:pt x="738" y="220"/>
                    <a:pt x="703" y="124"/>
                    <a:pt x="607" y="101"/>
                  </a:cubicBezTo>
                  <a:lnTo>
                    <a:pt x="238" y="5"/>
                  </a:lnTo>
                  <a:cubicBezTo>
                    <a:pt x="224" y="2"/>
                    <a:pt x="210"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6" name="Google Shape;11236;p65"/>
          <p:cNvGrpSpPr/>
          <p:nvPr/>
        </p:nvGrpSpPr>
        <p:grpSpPr>
          <a:xfrm>
            <a:off x="7575787" y="3154555"/>
            <a:ext cx="295384" cy="376834"/>
            <a:chOff x="7575787" y="3329955"/>
            <a:chExt cx="295384" cy="376834"/>
          </a:xfrm>
        </p:grpSpPr>
        <p:sp>
          <p:nvSpPr>
            <p:cNvPr id="11237" name="Google Shape;11237;p65"/>
            <p:cNvSpPr/>
            <p:nvPr/>
          </p:nvSpPr>
          <p:spPr>
            <a:xfrm>
              <a:off x="7682549" y="3453666"/>
              <a:ext cx="11341" cy="17392"/>
            </a:xfrm>
            <a:custGeom>
              <a:avLst/>
              <a:gdLst/>
              <a:ahLst/>
              <a:cxnLst/>
              <a:rect l="l" t="t" r="r" b="b"/>
              <a:pathLst>
                <a:path w="358" h="549" extrusionOk="0">
                  <a:moveTo>
                    <a:pt x="179" y="1"/>
                  </a:moveTo>
                  <a:cubicBezTo>
                    <a:pt x="83" y="1"/>
                    <a:pt x="0" y="72"/>
                    <a:pt x="0" y="179"/>
                  </a:cubicBezTo>
                  <a:lnTo>
                    <a:pt x="0" y="370"/>
                  </a:lnTo>
                  <a:cubicBezTo>
                    <a:pt x="0" y="465"/>
                    <a:pt x="72" y="549"/>
                    <a:pt x="179" y="549"/>
                  </a:cubicBezTo>
                  <a:cubicBezTo>
                    <a:pt x="274" y="549"/>
                    <a:pt x="357" y="477"/>
                    <a:pt x="357" y="370"/>
                  </a:cubicBezTo>
                  <a:lnTo>
                    <a:pt x="357" y="179"/>
                  </a:lnTo>
                  <a:cubicBezTo>
                    <a:pt x="357"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65"/>
            <p:cNvSpPr/>
            <p:nvPr/>
          </p:nvSpPr>
          <p:spPr>
            <a:xfrm>
              <a:off x="7753068" y="3453666"/>
              <a:ext cx="11341" cy="17392"/>
            </a:xfrm>
            <a:custGeom>
              <a:avLst/>
              <a:gdLst/>
              <a:ahLst/>
              <a:cxnLst/>
              <a:rect l="l" t="t" r="r" b="b"/>
              <a:pathLst>
                <a:path w="358" h="549" extrusionOk="0">
                  <a:moveTo>
                    <a:pt x="179" y="1"/>
                  </a:moveTo>
                  <a:cubicBezTo>
                    <a:pt x="96" y="1"/>
                    <a:pt x="1" y="72"/>
                    <a:pt x="1" y="179"/>
                  </a:cubicBezTo>
                  <a:lnTo>
                    <a:pt x="1" y="370"/>
                  </a:lnTo>
                  <a:cubicBezTo>
                    <a:pt x="1" y="465"/>
                    <a:pt x="72" y="549"/>
                    <a:pt x="179" y="549"/>
                  </a:cubicBezTo>
                  <a:cubicBezTo>
                    <a:pt x="286" y="549"/>
                    <a:pt x="358" y="477"/>
                    <a:pt x="358" y="370"/>
                  </a:cubicBezTo>
                  <a:lnTo>
                    <a:pt x="358" y="179"/>
                  </a:lnTo>
                  <a:cubicBezTo>
                    <a:pt x="358" y="72"/>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65"/>
            <p:cNvSpPr/>
            <p:nvPr/>
          </p:nvSpPr>
          <p:spPr>
            <a:xfrm>
              <a:off x="7699149" y="3494691"/>
              <a:ext cx="47932" cy="17487"/>
            </a:xfrm>
            <a:custGeom>
              <a:avLst/>
              <a:gdLst/>
              <a:ahLst/>
              <a:cxnLst/>
              <a:rect l="l" t="t" r="r" b="b"/>
              <a:pathLst>
                <a:path w="1513" h="552" extrusionOk="0">
                  <a:moveTo>
                    <a:pt x="1328" y="1"/>
                  </a:moveTo>
                  <a:cubicBezTo>
                    <a:pt x="1283" y="1"/>
                    <a:pt x="1238" y="21"/>
                    <a:pt x="1203" y="63"/>
                  </a:cubicBezTo>
                  <a:cubicBezTo>
                    <a:pt x="1131" y="123"/>
                    <a:pt x="976" y="194"/>
                    <a:pt x="762" y="194"/>
                  </a:cubicBezTo>
                  <a:cubicBezTo>
                    <a:pt x="536" y="194"/>
                    <a:pt x="393" y="123"/>
                    <a:pt x="333" y="63"/>
                  </a:cubicBezTo>
                  <a:cubicBezTo>
                    <a:pt x="301" y="25"/>
                    <a:pt x="260" y="9"/>
                    <a:pt x="219" y="9"/>
                  </a:cubicBezTo>
                  <a:cubicBezTo>
                    <a:pt x="171" y="9"/>
                    <a:pt x="122" y="31"/>
                    <a:pt x="83" y="63"/>
                  </a:cubicBezTo>
                  <a:cubicBezTo>
                    <a:pt x="0" y="135"/>
                    <a:pt x="24" y="242"/>
                    <a:pt x="83" y="313"/>
                  </a:cubicBezTo>
                  <a:cubicBezTo>
                    <a:pt x="226" y="456"/>
                    <a:pt x="476" y="551"/>
                    <a:pt x="762" y="551"/>
                  </a:cubicBezTo>
                  <a:cubicBezTo>
                    <a:pt x="1048" y="551"/>
                    <a:pt x="1298" y="456"/>
                    <a:pt x="1453" y="313"/>
                  </a:cubicBezTo>
                  <a:cubicBezTo>
                    <a:pt x="1512" y="242"/>
                    <a:pt x="1512" y="123"/>
                    <a:pt x="1453" y="63"/>
                  </a:cubicBezTo>
                  <a:cubicBezTo>
                    <a:pt x="1417" y="21"/>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65"/>
            <p:cNvSpPr/>
            <p:nvPr/>
          </p:nvSpPr>
          <p:spPr>
            <a:xfrm>
              <a:off x="7575787" y="3329955"/>
              <a:ext cx="295384" cy="376834"/>
            </a:xfrm>
            <a:custGeom>
              <a:avLst/>
              <a:gdLst/>
              <a:ahLst/>
              <a:cxnLst/>
              <a:rect l="l" t="t" r="r" b="b"/>
              <a:pathLst>
                <a:path w="9324" h="11895" extrusionOk="0">
                  <a:moveTo>
                    <a:pt x="4656" y="334"/>
                  </a:moveTo>
                  <a:cubicBezTo>
                    <a:pt x="5835" y="334"/>
                    <a:pt x="6859" y="929"/>
                    <a:pt x="7454" y="1834"/>
                  </a:cubicBezTo>
                  <a:lnTo>
                    <a:pt x="7335" y="3156"/>
                  </a:lnTo>
                  <a:cubicBezTo>
                    <a:pt x="6049" y="2025"/>
                    <a:pt x="4454" y="1882"/>
                    <a:pt x="4394" y="1858"/>
                  </a:cubicBezTo>
                  <a:cubicBezTo>
                    <a:pt x="4335" y="1858"/>
                    <a:pt x="4275" y="1882"/>
                    <a:pt x="4239" y="1941"/>
                  </a:cubicBezTo>
                  <a:cubicBezTo>
                    <a:pt x="4215" y="2001"/>
                    <a:pt x="4204" y="2060"/>
                    <a:pt x="4227" y="2108"/>
                  </a:cubicBezTo>
                  <a:lnTo>
                    <a:pt x="4406" y="2549"/>
                  </a:lnTo>
                  <a:cubicBezTo>
                    <a:pt x="3394" y="2406"/>
                    <a:pt x="2453" y="2060"/>
                    <a:pt x="1894" y="1810"/>
                  </a:cubicBezTo>
                  <a:cubicBezTo>
                    <a:pt x="2477" y="929"/>
                    <a:pt x="3501" y="334"/>
                    <a:pt x="4656" y="334"/>
                  </a:cubicBezTo>
                  <a:close/>
                  <a:moveTo>
                    <a:pt x="6882" y="3251"/>
                  </a:moveTo>
                  <a:cubicBezTo>
                    <a:pt x="7025" y="3358"/>
                    <a:pt x="7156" y="3477"/>
                    <a:pt x="7299" y="3608"/>
                  </a:cubicBezTo>
                  <a:lnTo>
                    <a:pt x="7275" y="3715"/>
                  </a:lnTo>
                  <a:lnTo>
                    <a:pt x="7073" y="3715"/>
                  </a:lnTo>
                  <a:cubicBezTo>
                    <a:pt x="6966" y="3715"/>
                    <a:pt x="6882" y="3620"/>
                    <a:pt x="6882" y="3513"/>
                  </a:cubicBezTo>
                  <a:lnTo>
                    <a:pt x="6882" y="3251"/>
                  </a:lnTo>
                  <a:close/>
                  <a:moveTo>
                    <a:pt x="2037" y="2251"/>
                  </a:moveTo>
                  <a:cubicBezTo>
                    <a:pt x="2691" y="2513"/>
                    <a:pt x="3644" y="2834"/>
                    <a:pt x="4644" y="2918"/>
                  </a:cubicBezTo>
                  <a:cubicBezTo>
                    <a:pt x="4704" y="2918"/>
                    <a:pt x="4763" y="2906"/>
                    <a:pt x="4811" y="2846"/>
                  </a:cubicBezTo>
                  <a:cubicBezTo>
                    <a:pt x="4835" y="2799"/>
                    <a:pt x="4858" y="2727"/>
                    <a:pt x="4823" y="2679"/>
                  </a:cubicBezTo>
                  <a:lnTo>
                    <a:pt x="4644" y="2251"/>
                  </a:lnTo>
                  <a:lnTo>
                    <a:pt x="4644" y="2251"/>
                  </a:lnTo>
                  <a:cubicBezTo>
                    <a:pt x="5049" y="2322"/>
                    <a:pt x="5787" y="2513"/>
                    <a:pt x="6537" y="2977"/>
                  </a:cubicBezTo>
                  <a:lnTo>
                    <a:pt x="6537" y="3489"/>
                  </a:lnTo>
                  <a:cubicBezTo>
                    <a:pt x="6537" y="3787"/>
                    <a:pt x="6775" y="4037"/>
                    <a:pt x="7085" y="4037"/>
                  </a:cubicBezTo>
                  <a:lnTo>
                    <a:pt x="7371" y="4037"/>
                  </a:lnTo>
                  <a:cubicBezTo>
                    <a:pt x="7454" y="4037"/>
                    <a:pt x="7537" y="4061"/>
                    <a:pt x="7597" y="4120"/>
                  </a:cubicBezTo>
                  <a:cubicBezTo>
                    <a:pt x="7656" y="4180"/>
                    <a:pt x="7680" y="4275"/>
                    <a:pt x="7668" y="4346"/>
                  </a:cubicBezTo>
                  <a:cubicBezTo>
                    <a:pt x="7656" y="4501"/>
                    <a:pt x="7514" y="4620"/>
                    <a:pt x="7359" y="4620"/>
                  </a:cubicBezTo>
                  <a:lnTo>
                    <a:pt x="7275" y="4620"/>
                  </a:lnTo>
                  <a:lnTo>
                    <a:pt x="7275" y="4596"/>
                  </a:lnTo>
                  <a:cubicBezTo>
                    <a:pt x="7275" y="4513"/>
                    <a:pt x="7204" y="4418"/>
                    <a:pt x="7097" y="4418"/>
                  </a:cubicBezTo>
                  <a:cubicBezTo>
                    <a:pt x="7013" y="4418"/>
                    <a:pt x="6918" y="4501"/>
                    <a:pt x="6918" y="4596"/>
                  </a:cubicBezTo>
                  <a:cubicBezTo>
                    <a:pt x="6918" y="5835"/>
                    <a:pt x="5906" y="6847"/>
                    <a:pt x="4680" y="6847"/>
                  </a:cubicBezTo>
                  <a:cubicBezTo>
                    <a:pt x="3442" y="6847"/>
                    <a:pt x="2430" y="5835"/>
                    <a:pt x="2430" y="4596"/>
                  </a:cubicBezTo>
                  <a:cubicBezTo>
                    <a:pt x="2430" y="4513"/>
                    <a:pt x="2358" y="4418"/>
                    <a:pt x="2251" y="4418"/>
                  </a:cubicBezTo>
                  <a:cubicBezTo>
                    <a:pt x="2156" y="4418"/>
                    <a:pt x="2072" y="4501"/>
                    <a:pt x="2072" y="4596"/>
                  </a:cubicBezTo>
                  <a:lnTo>
                    <a:pt x="2072" y="4620"/>
                  </a:lnTo>
                  <a:lnTo>
                    <a:pt x="1965" y="4620"/>
                  </a:lnTo>
                  <a:cubicBezTo>
                    <a:pt x="1882" y="4620"/>
                    <a:pt x="1799" y="4584"/>
                    <a:pt x="1739" y="4525"/>
                  </a:cubicBezTo>
                  <a:cubicBezTo>
                    <a:pt x="1679" y="4465"/>
                    <a:pt x="1656" y="4382"/>
                    <a:pt x="1668" y="4299"/>
                  </a:cubicBezTo>
                  <a:cubicBezTo>
                    <a:pt x="1679" y="4168"/>
                    <a:pt x="1822" y="4049"/>
                    <a:pt x="1977" y="4049"/>
                  </a:cubicBezTo>
                  <a:lnTo>
                    <a:pt x="2239" y="4049"/>
                  </a:lnTo>
                  <a:cubicBezTo>
                    <a:pt x="2537" y="4049"/>
                    <a:pt x="2787" y="3811"/>
                    <a:pt x="2787" y="3501"/>
                  </a:cubicBezTo>
                  <a:lnTo>
                    <a:pt x="2787" y="3072"/>
                  </a:lnTo>
                  <a:cubicBezTo>
                    <a:pt x="2787" y="2977"/>
                    <a:pt x="2715" y="2894"/>
                    <a:pt x="2608" y="2894"/>
                  </a:cubicBezTo>
                  <a:cubicBezTo>
                    <a:pt x="2513" y="2894"/>
                    <a:pt x="2430" y="2965"/>
                    <a:pt x="2430" y="3072"/>
                  </a:cubicBezTo>
                  <a:lnTo>
                    <a:pt x="2430" y="3501"/>
                  </a:lnTo>
                  <a:cubicBezTo>
                    <a:pt x="2430" y="3608"/>
                    <a:pt x="2334" y="3692"/>
                    <a:pt x="2239" y="3692"/>
                  </a:cubicBezTo>
                  <a:lnTo>
                    <a:pt x="2037" y="3692"/>
                  </a:lnTo>
                  <a:lnTo>
                    <a:pt x="2037" y="2251"/>
                  </a:lnTo>
                  <a:close/>
                  <a:moveTo>
                    <a:pt x="1703" y="2120"/>
                  </a:moveTo>
                  <a:lnTo>
                    <a:pt x="1703" y="3763"/>
                  </a:lnTo>
                  <a:cubicBezTo>
                    <a:pt x="1501" y="3858"/>
                    <a:pt x="1358" y="4049"/>
                    <a:pt x="1322" y="4275"/>
                  </a:cubicBezTo>
                  <a:cubicBezTo>
                    <a:pt x="1310" y="4454"/>
                    <a:pt x="1370" y="4632"/>
                    <a:pt x="1489" y="4763"/>
                  </a:cubicBezTo>
                  <a:cubicBezTo>
                    <a:pt x="1608" y="4894"/>
                    <a:pt x="1787" y="4977"/>
                    <a:pt x="1965" y="4977"/>
                  </a:cubicBezTo>
                  <a:lnTo>
                    <a:pt x="2096" y="4977"/>
                  </a:lnTo>
                  <a:cubicBezTo>
                    <a:pt x="2203" y="5704"/>
                    <a:pt x="2608" y="6347"/>
                    <a:pt x="3192" y="6740"/>
                  </a:cubicBezTo>
                  <a:lnTo>
                    <a:pt x="3192" y="7561"/>
                  </a:lnTo>
                  <a:cubicBezTo>
                    <a:pt x="3192" y="7644"/>
                    <a:pt x="3168" y="7716"/>
                    <a:pt x="3120" y="7763"/>
                  </a:cubicBezTo>
                  <a:lnTo>
                    <a:pt x="2822" y="7502"/>
                  </a:lnTo>
                  <a:cubicBezTo>
                    <a:pt x="1858" y="6680"/>
                    <a:pt x="1298" y="5489"/>
                    <a:pt x="1298" y="4215"/>
                  </a:cubicBezTo>
                  <a:lnTo>
                    <a:pt x="1298" y="3692"/>
                  </a:lnTo>
                  <a:cubicBezTo>
                    <a:pt x="1298" y="3132"/>
                    <a:pt x="1441" y="2596"/>
                    <a:pt x="1703" y="2120"/>
                  </a:cubicBezTo>
                  <a:close/>
                  <a:moveTo>
                    <a:pt x="7752" y="2406"/>
                  </a:moveTo>
                  <a:cubicBezTo>
                    <a:pt x="7918" y="2799"/>
                    <a:pt x="8025" y="3239"/>
                    <a:pt x="8025" y="3692"/>
                  </a:cubicBezTo>
                  <a:lnTo>
                    <a:pt x="8025" y="4215"/>
                  </a:lnTo>
                  <a:cubicBezTo>
                    <a:pt x="8025" y="5477"/>
                    <a:pt x="7478" y="6692"/>
                    <a:pt x="6490" y="7502"/>
                  </a:cubicBezTo>
                  <a:lnTo>
                    <a:pt x="6192" y="7763"/>
                  </a:lnTo>
                  <a:cubicBezTo>
                    <a:pt x="6168" y="7704"/>
                    <a:pt x="6132" y="7621"/>
                    <a:pt x="6132" y="7561"/>
                  </a:cubicBezTo>
                  <a:lnTo>
                    <a:pt x="6132" y="7430"/>
                  </a:lnTo>
                  <a:cubicBezTo>
                    <a:pt x="6132" y="7347"/>
                    <a:pt x="6061" y="7251"/>
                    <a:pt x="5954" y="7251"/>
                  </a:cubicBezTo>
                  <a:cubicBezTo>
                    <a:pt x="5870" y="7251"/>
                    <a:pt x="5775" y="7323"/>
                    <a:pt x="5775" y="7430"/>
                  </a:cubicBezTo>
                  <a:lnTo>
                    <a:pt x="5775" y="7561"/>
                  </a:lnTo>
                  <a:cubicBezTo>
                    <a:pt x="5775" y="7716"/>
                    <a:pt x="5823" y="7859"/>
                    <a:pt x="5906" y="8002"/>
                  </a:cubicBezTo>
                  <a:lnTo>
                    <a:pt x="4644" y="9073"/>
                  </a:lnTo>
                  <a:lnTo>
                    <a:pt x="3382" y="8002"/>
                  </a:lnTo>
                  <a:cubicBezTo>
                    <a:pt x="3465" y="7883"/>
                    <a:pt x="3513" y="7728"/>
                    <a:pt x="3513" y="7561"/>
                  </a:cubicBezTo>
                  <a:lnTo>
                    <a:pt x="3513" y="6966"/>
                  </a:lnTo>
                  <a:cubicBezTo>
                    <a:pt x="3858" y="7132"/>
                    <a:pt x="4239" y="7228"/>
                    <a:pt x="4644" y="7228"/>
                  </a:cubicBezTo>
                  <a:cubicBezTo>
                    <a:pt x="5954" y="7228"/>
                    <a:pt x="7037" y="6251"/>
                    <a:pt x="7216" y="4989"/>
                  </a:cubicBezTo>
                  <a:lnTo>
                    <a:pt x="7323" y="4989"/>
                  </a:lnTo>
                  <a:cubicBezTo>
                    <a:pt x="7668" y="4989"/>
                    <a:pt x="7954" y="4739"/>
                    <a:pt x="7990" y="4406"/>
                  </a:cubicBezTo>
                  <a:cubicBezTo>
                    <a:pt x="8002" y="4227"/>
                    <a:pt x="7954" y="4049"/>
                    <a:pt x="7835" y="3918"/>
                  </a:cubicBezTo>
                  <a:cubicBezTo>
                    <a:pt x="7775" y="3858"/>
                    <a:pt x="7716" y="3811"/>
                    <a:pt x="7633" y="3775"/>
                  </a:cubicBezTo>
                  <a:lnTo>
                    <a:pt x="7752" y="2406"/>
                  </a:lnTo>
                  <a:close/>
                  <a:moveTo>
                    <a:pt x="4656" y="9454"/>
                  </a:moveTo>
                  <a:cubicBezTo>
                    <a:pt x="4763" y="9454"/>
                    <a:pt x="4858" y="9549"/>
                    <a:pt x="4858" y="9645"/>
                  </a:cubicBezTo>
                  <a:lnTo>
                    <a:pt x="4858" y="10026"/>
                  </a:lnTo>
                  <a:cubicBezTo>
                    <a:pt x="4858" y="10121"/>
                    <a:pt x="4763" y="10216"/>
                    <a:pt x="4656" y="10216"/>
                  </a:cubicBezTo>
                  <a:cubicBezTo>
                    <a:pt x="4561" y="10216"/>
                    <a:pt x="4466" y="10121"/>
                    <a:pt x="4466" y="10026"/>
                  </a:cubicBezTo>
                  <a:lnTo>
                    <a:pt x="4466" y="9645"/>
                  </a:lnTo>
                  <a:cubicBezTo>
                    <a:pt x="4466" y="9549"/>
                    <a:pt x="4561" y="9454"/>
                    <a:pt x="4656" y="9454"/>
                  </a:cubicBezTo>
                  <a:close/>
                  <a:moveTo>
                    <a:pt x="4644" y="1"/>
                  </a:moveTo>
                  <a:cubicBezTo>
                    <a:pt x="2608" y="1"/>
                    <a:pt x="941" y="1667"/>
                    <a:pt x="941" y="3715"/>
                  </a:cubicBezTo>
                  <a:lnTo>
                    <a:pt x="941" y="4227"/>
                  </a:lnTo>
                  <a:cubicBezTo>
                    <a:pt x="941" y="5597"/>
                    <a:pt x="1537" y="6894"/>
                    <a:pt x="2596" y="7775"/>
                  </a:cubicBezTo>
                  <a:lnTo>
                    <a:pt x="2799" y="7954"/>
                  </a:lnTo>
                  <a:lnTo>
                    <a:pt x="929" y="8502"/>
                  </a:lnTo>
                  <a:cubicBezTo>
                    <a:pt x="370" y="8668"/>
                    <a:pt x="1" y="9168"/>
                    <a:pt x="1" y="9740"/>
                  </a:cubicBezTo>
                  <a:lnTo>
                    <a:pt x="1" y="11693"/>
                  </a:lnTo>
                  <a:cubicBezTo>
                    <a:pt x="1" y="11776"/>
                    <a:pt x="72" y="11871"/>
                    <a:pt x="179" y="11871"/>
                  </a:cubicBezTo>
                  <a:cubicBezTo>
                    <a:pt x="275" y="11871"/>
                    <a:pt x="358" y="11788"/>
                    <a:pt x="358" y="11693"/>
                  </a:cubicBezTo>
                  <a:lnTo>
                    <a:pt x="358" y="9740"/>
                  </a:lnTo>
                  <a:cubicBezTo>
                    <a:pt x="358" y="9609"/>
                    <a:pt x="394" y="9490"/>
                    <a:pt x="429" y="9383"/>
                  </a:cubicBezTo>
                  <a:lnTo>
                    <a:pt x="1489" y="10299"/>
                  </a:lnTo>
                  <a:cubicBezTo>
                    <a:pt x="1608" y="10407"/>
                    <a:pt x="1679" y="10573"/>
                    <a:pt x="1679" y="10740"/>
                  </a:cubicBezTo>
                  <a:lnTo>
                    <a:pt x="1679" y="11704"/>
                  </a:lnTo>
                  <a:cubicBezTo>
                    <a:pt x="1679" y="11788"/>
                    <a:pt x="1763" y="11883"/>
                    <a:pt x="1858" y="11883"/>
                  </a:cubicBezTo>
                  <a:cubicBezTo>
                    <a:pt x="1953" y="11883"/>
                    <a:pt x="2037" y="11812"/>
                    <a:pt x="2037" y="11704"/>
                  </a:cubicBezTo>
                  <a:lnTo>
                    <a:pt x="2037" y="10740"/>
                  </a:lnTo>
                  <a:cubicBezTo>
                    <a:pt x="2037" y="10466"/>
                    <a:pt x="1918" y="10216"/>
                    <a:pt x="1727" y="10049"/>
                  </a:cubicBezTo>
                  <a:lnTo>
                    <a:pt x="644" y="9097"/>
                  </a:lnTo>
                  <a:cubicBezTo>
                    <a:pt x="751" y="8978"/>
                    <a:pt x="894" y="8895"/>
                    <a:pt x="1048" y="8847"/>
                  </a:cubicBezTo>
                  <a:lnTo>
                    <a:pt x="3013" y="8264"/>
                  </a:lnTo>
                  <a:cubicBezTo>
                    <a:pt x="3049" y="8252"/>
                    <a:pt x="3084" y="8240"/>
                    <a:pt x="3132" y="8216"/>
                  </a:cubicBezTo>
                  <a:lnTo>
                    <a:pt x="4323" y="9228"/>
                  </a:lnTo>
                  <a:cubicBezTo>
                    <a:pt x="4180" y="9335"/>
                    <a:pt x="4108" y="9490"/>
                    <a:pt x="4108" y="9668"/>
                  </a:cubicBezTo>
                  <a:lnTo>
                    <a:pt x="4108" y="10038"/>
                  </a:lnTo>
                  <a:cubicBezTo>
                    <a:pt x="4108" y="10276"/>
                    <a:pt x="4263" y="10478"/>
                    <a:pt x="4477" y="10561"/>
                  </a:cubicBezTo>
                  <a:lnTo>
                    <a:pt x="4477" y="11716"/>
                  </a:lnTo>
                  <a:cubicBezTo>
                    <a:pt x="4477" y="11812"/>
                    <a:pt x="4561" y="11895"/>
                    <a:pt x="4656" y="11895"/>
                  </a:cubicBezTo>
                  <a:cubicBezTo>
                    <a:pt x="4751" y="11895"/>
                    <a:pt x="4835" y="11823"/>
                    <a:pt x="4835" y="11716"/>
                  </a:cubicBezTo>
                  <a:lnTo>
                    <a:pt x="4835" y="10561"/>
                  </a:lnTo>
                  <a:cubicBezTo>
                    <a:pt x="5061" y="10478"/>
                    <a:pt x="5216" y="10276"/>
                    <a:pt x="5216" y="10038"/>
                  </a:cubicBezTo>
                  <a:lnTo>
                    <a:pt x="5216" y="9668"/>
                  </a:lnTo>
                  <a:cubicBezTo>
                    <a:pt x="5216" y="9490"/>
                    <a:pt x="5132" y="9335"/>
                    <a:pt x="5001" y="9228"/>
                  </a:cubicBezTo>
                  <a:lnTo>
                    <a:pt x="6192" y="8216"/>
                  </a:lnTo>
                  <a:cubicBezTo>
                    <a:pt x="6240" y="8240"/>
                    <a:pt x="6263" y="8252"/>
                    <a:pt x="6311" y="8264"/>
                  </a:cubicBezTo>
                  <a:lnTo>
                    <a:pt x="8276" y="8847"/>
                  </a:lnTo>
                  <a:cubicBezTo>
                    <a:pt x="8442" y="8895"/>
                    <a:pt x="8573" y="8978"/>
                    <a:pt x="8680" y="9097"/>
                  </a:cubicBezTo>
                  <a:lnTo>
                    <a:pt x="7597" y="10049"/>
                  </a:lnTo>
                  <a:cubicBezTo>
                    <a:pt x="7394" y="10228"/>
                    <a:pt x="7275" y="10478"/>
                    <a:pt x="7275" y="10740"/>
                  </a:cubicBezTo>
                  <a:lnTo>
                    <a:pt x="7275" y="11704"/>
                  </a:lnTo>
                  <a:cubicBezTo>
                    <a:pt x="7275" y="11788"/>
                    <a:pt x="7359" y="11883"/>
                    <a:pt x="7454" y="11883"/>
                  </a:cubicBezTo>
                  <a:cubicBezTo>
                    <a:pt x="7549" y="11883"/>
                    <a:pt x="7633" y="11812"/>
                    <a:pt x="7633" y="11704"/>
                  </a:cubicBezTo>
                  <a:lnTo>
                    <a:pt x="7633" y="10740"/>
                  </a:lnTo>
                  <a:cubicBezTo>
                    <a:pt x="7633" y="10573"/>
                    <a:pt x="7716" y="10407"/>
                    <a:pt x="7835" y="10299"/>
                  </a:cubicBezTo>
                  <a:lnTo>
                    <a:pt x="8883" y="9383"/>
                  </a:lnTo>
                  <a:cubicBezTo>
                    <a:pt x="8930" y="9502"/>
                    <a:pt x="8966" y="9621"/>
                    <a:pt x="8966" y="9740"/>
                  </a:cubicBezTo>
                  <a:lnTo>
                    <a:pt x="8966" y="11693"/>
                  </a:lnTo>
                  <a:cubicBezTo>
                    <a:pt x="8966" y="11776"/>
                    <a:pt x="9038" y="11871"/>
                    <a:pt x="9145" y="11871"/>
                  </a:cubicBezTo>
                  <a:cubicBezTo>
                    <a:pt x="9228" y="11871"/>
                    <a:pt x="9323" y="11788"/>
                    <a:pt x="9323" y="11693"/>
                  </a:cubicBezTo>
                  <a:lnTo>
                    <a:pt x="9323" y="9740"/>
                  </a:lnTo>
                  <a:cubicBezTo>
                    <a:pt x="9299" y="9168"/>
                    <a:pt x="8918" y="8668"/>
                    <a:pt x="8371" y="8502"/>
                  </a:cubicBezTo>
                  <a:lnTo>
                    <a:pt x="6490" y="7954"/>
                  </a:lnTo>
                  <a:lnTo>
                    <a:pt x="6704" y="7775"/>
                  </a:lnTo>
                  <a:cubicBezTo>
                    <a:pt x="7752" y="6894"/>
                    <a:pt x="8347" y="5597"/>
                    <a:pt x="8347" y="4227"/>
                  </a:cubicBezTo>
                  <a:lnTo>
                    <a:pt x="8347" y="3715"/>
                  </a:lnTo>
                  <a:cubicBezTo>
                    <a:pt x="8347" y="1667"/>
                    <a:pt x="6680"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65"/>
            <p:cNvSpPr/>
            <p:nvPr/>
          </p:nvSpPr>
          <p:spPr>
            <a:xfrm>
              <a:off x="7676118" y="3435576"/>
              <a:ext cx="23412" cy="11341"/>
            </a:xfrm>
            <a:custGeom>
              <a:avLst/>
              <a:gdLst/>
              <a:ahLst/>
              <a:cxnLst/>
              <a:rect l="l" t="t" r="r" b="b"/>
              <a:pathLst>
                <a:path w="739" h="358" extrusionOk="0">
                  <a:moveTo>
                    <a:pt x="179" y="0"/>
                  </a:moveTo>
                  <a:cubicBezTo>
                    <a:pt x="96" y="0"/>
                    <a:pt x="1" y="84"/>
                    <a:pt x="1" y="179"/>
                  </a:cubicBezTo>
                  <a:cubicBezTo>
                    <a:pt x="1" y="274"/>
                    <a:pt x="84" y="358"/>
                    <a:pt x="179" y="358"/>
                  </a:cubicBezTo>
                  <a:lnTo>
                    <a:pt x="560" y="358"/>
                  </a:lnTo>
                  <a:cubicBezTo>
                    <a:pt x="644" y="358"/>
                    <a:pt x="739" y="286"/>
                    <a:pt x="739" y="179"/>
                  </a:cubicBezTo>
                  <a:cubicBezTo>
                    <a:pt x="739" y="84"/>
                    <a:pt x="656"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65"/>
            <p:cNvSpPr/>
            <p:nvPr/>
          </p:nvSpPr>
          <p:spPr>
            <a:xfrm>
              <a:off x="7747049" y="3435576"/>
              <a:ext cx="23031" cy="11341"/>
            </a:xfrm>
            <a:custGeom>
              <a:avLst/>
              <a:gdLst/>
              <a:ahLst/>
              <a:cxnLst/>
              <a:rect l="l" t="t" r="r" b="b"/>
              <a:pathLst>
                <a:path w="727" h="358" extrusionOk="0">
                  <a:moveTo>
                    <a:pt x="179" y="0"/>
                  </a:moveTo>
                  <a:cubicBezTo>
                    <a:pt x="83" y="0"/>
                    <a:pt x="0" y="84"/>
                    <a:pt x="0" y="179"/>
                  </a:cubicBezTo>
                  <a:cubicBezTo>
                    <a:pt x="0" y="274"/>
                    <a:pt x="72" y="358"/>
                    <a:pt x="179" y="358"/>
                  </a:cubicBezTo>
                  <a:lnTo>
                    <a:pt x="548" y="358"/>
                  </a:lnTo>
                  <a:cubicBezTo>
                    <a:pt x="643" y="358"/>
                    <a:pt x="726" y="286"/>
                    <a:pt x="726" y="179"/>
                  </a:cubicBezTo>
                  <a:cubicBezTo>
                    <a:pt x="726" y="84"/>
                    <a:pt x="655"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3" name="Google Shape;11243;p65"/>
          <p:cNvGrpSpPr/>
          <p:nvPr/>
        </p:nvGrpSpPr>
        <p:grpSpPr>
          <a:xfrm>
            <a:off x="864062" y="2709103"/>
            <a:ext cx="264084" cy="347783"/>
            <a:chOff x="864062" y="2884503"/>
            <a:chExt cx="264084" cy="347783"/>
          </a:xfrm>
        </p:grpSpPr>
        <p:sp>
          <p:nvSpPr>
            <p:cNvPr id="11244" name="Google Shape;11244;p65"/>
            <p:cNvSpPr/>
            <p:nvPr/>
          </p:nvSpPr>
          <p:spPr>
            <a:xfrm>
              <a:off x="944783" y="2884503"/>
              <a:ext cx="102263" cy="122982"/>
            </a:xfrm>
            <a:custGeom>
              <a:avLst/>
              <a:gdLst/>
              <a:ahLst/>
              <a:cxnLst/>
              <a:rect l="l" t="t" r="r" b="b"/>
              <a:pathLst>
                <a:path w="3228" h="3882" extrusionOk="0">
                  <a:moveTo>
                    <a:pt x="1608" y="0"/>
                  </a:moveTo>
                  <a:cubicBezTo>
                    <a:pt x="715" y="0"/>
                    <a:pt x="1" y="727"/>
                    <a:pt x="1" y="1608"/>
                  </a:cubicBezTo>
                  <a:cubicBezTo>
                    <a:pt x="1" y="2286"/>
                    <a:pt x="418" y="2882"/>
                    <a:pt x="1060" y="3120"/>
                  </a:cubicBezTo>
                  <a:lnTo>
                    <a:pt x="1477" y="3810"/>
                  </a:lnTo>
                  <a:cubicBezTo>
                    <a:pt x="1501" y="3858"/>
                    <a:pt x="1549" y="3882"/>
                    <a:pt x="1608" y="3882"/>
                  </a:cubicBezTo>
                  <a:cubicBezTo>
                    <a:pt x="1668" y="3882"/>
                    <a:pt x="1715" y="3858"/>
                    <a:pt x="1739" y="3810"/>
                  </a:cubicBezTo>
                  <a:lnTo>
                    <a:pt x="2156" y="3120"/>
                  </a:lnTo>
                  <a:cubicBezTo>
                    <a:pt x="2561" y="2977"/>
                    <a:pt x="2906" y="2667"/>
                    <a:pt x="3085" y="2263"/>
                  </a:cubicBezTo>
                  <a:cubicBezTo>
                    <a:pt x="3108" y="2191"/>
                    <a:pt x="3085" y="2084"/>
                    <a:pt x="3001" y="2060"/>
                  </a:cubicBezTo>
                  <a:cubicBezTo>
                    <a:pt x="2982" y="2051"/>
                    <a:pt x="2961" y="2046"/>
                    <a:pt x="2940" y="2046"/>
                  </a:cubicBezTo>
                  <a:cubicBezTo>
                    <a:pt x="2883" y="2046"/>
                    <a:pt x="2825" y="2079"/>
                    <a:pt x="2799" y="2132"/>
                  </a:cubicBezTo>
                  <a:cubicBezTo>
                    <a:pt x="2644" y="2465"/>
                    <a:pt x="2370" y="2727"/>
                    <a:pt x="2013" y="2834"/>
                  </a:cubicBezTo>
                  <a:cubicBezTo>
                    <a:pt x="1977" y="2846"/>
                    <a:pt x="1930" y="2858"/>
                    <a:pt x="1918" y="2905"/>
                  </a:cubicBezTo>
                  <a:lnTo>
                    <a:pt x="1608" y="3406"/>
                  </a:lnTo>
                  <a:lnTo>
                    <a:pt x="1299" y="2905"/>
                  </a:lnTo>
                  <a:cubicBezTo>
                    <a:pt x="1275" y="2870"/>
                    <a:pt x="1251" y="2846"/>
                    <a:pt x="1203" y="2834"/>
                  </a:cubicBezTo>
                  <a:cubicBezTo>
                    <a:pt x="668" y="2655"/>
                    <a:pt x="310" y="2155"/>
                    <a:pt x="310" y="1596"/>
                  </a:cubicBezTo>
                  <a:cubicBezTo>
                    <a:pt x="310" y="905"/>
                    <a:pt x="894" y="322"/>
                    <a:pt x="1608" y="322"/>
                  </a:cubicBezTo>
                  <a:cubicBezTo>
                    <a:pt x="2311" y="322"/>
                    <a:pt x="2870" y="881"/>
                    <a:pt x="2906" y="1572"/>
                  </a:cubicBezTo>
                  <a:cubicBezTo>
                    <a:pt x="2906" y="1667"/>
                    <a:pt x="2977" y="1739"/>
                    <a:pt x="3061" y="1739"/>
                  </a:cubicBezTo>
                  <a:cubicBezTo>
                    <a:pt x="3156" y="1739"/>
                    <a:pt x="3227" y="1667"/>
                    <a:pt x="3227" y="1572"/>
                  </a:cubicBezTo>
                  <a:cubicBezTo>
                    <a:pt x="3215" y="1167"/>
                    <a:pt x="3049" y="762"/>
                    <a:pt x="2739" y="465"/>
                  </a:cubicBezTo>
                  <a:cubicBezTo>
                    <a:pt x="2442" y="167"/>
                    <a:pt x="2037"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65"/>
            <p:cNvSpPr/>
            <p:nvPr/>
          </p:nvSpPr>
          <p:spPr>
            <a:xfrm>
              <a:off x="963664" y="2903733"/>
              <a:ext cx="65261" cy="64152"/>
            </a:xfrm>
            <a:custGeom>
              <a:avLst/>
              <a:gdLst/>
              <a:ahLst/>
              <a:cxnLst/>
              <a:rect l="l" t="t" r="r" b="b"/>
              <a:pathLst>
                <a:path w="2060" h="2025" extrusionOk="0">
                  <a:moveTo>
                    <a:pt x="1012" y="584"/>
                  </a:moveTo>
                  <a:cubicBezTo>
                    <a:pt x="1250" y="584"/>
                    <a:pt x="1441" y="774"/>
                    <a:pt x="1441" y="1013"/>
                  </a:cubicBezTo>
                  <a:cubicBezTo>
                    <a:pt x="1441" y="1251"/>
                    <a:pt x="1250" y="1453"/>
                    <a:pt x="1012" y="1453"/>
                  </a:cubicBezTo>
                  <a:cubicBezTo>
                    <a:pt x="774" y="1453"/>
                    <a:pt x="584" y="1251"/>
                    <a:pt x="584" y="1013"/>
                  </a:cubicBezTo>
                  <a:cubicBezTo>
                    <a:pt x="584" y="774"/>
                    <a:pt x="774" y="584"/>
                    <a:pt x="1012" y="584"/>
                  </a:cubicBezTo>
                  <a:close/>
                  <a:moveTo>
                    <a:pt x="1012" y="1"/>
                  </a:moveTo>
                  <a:cubicBezTo>
                    <a:pt x="929" y="1"/>
                    <a:pt x="845" y="72"/>
                    <a:pt x="845" y="167"/>
                  </a:cubicBezTo>
                  <a:lnTo>
                    <a:pt x="845" y="274"/>
                  </a:lnTo>
                  <a:cubicBezTo>
                    <a:pt x="762" y="286"/>
                    <a:pt x="667" y="334"/>
                    <a:pt x="595" y="370"/>
                  </a:cubicBezTo>
                  <a:lnTo>
                    <a:pt x="524" y="298"/>
                  </a:lnTo>
                  <a:cubicBezTo>
                    <a:pt x="494" y="268"/>
                    <a:pt x="453" y="254"/>
                    <a:pt x="411" y="254"/>
                  </a:cubicBezTo>
                  <a:cubicBezTo>
                    <a:pt x="369" y="254"/>
                    <a:pt x="328" y="268"/>
                    <a:pt x="298" y="298"/>
                  </a:cubicBezTo>
                  <a:cubicBezTo>
                    <a:pt x="238" y="358"/>
                    <a:pt x="238" y="465"/>
                    <a:pt x="298" y="524"/>
                  </a:cubicBezTo>
                  <a:lnTo>
                    <a:pt x="369" y="596"/>
                  </a:lnTo>
                  <a:cubicBezTo>
                    <a:pt x="333" y="667"/>
                    <a:pt x="286" y="763"/>
                    <a:pt x="274" y="858"/>
                  </a:cubicBezTo>
                  <a:lnTo>
                    <a:pt x="167" y="858"/>
                  </a:lnTo>
                  <a:cubicBezTo>
                    <a:pt x="72" y="858"/>
                    <a:pt x="0" y="929"/>
                    <a:pt x="0" y="1013"/>
                  </a:cubicBezTo>
                  <a:cubicBezTo>
                    <a:pt x="0" y="1108"/>
                    <a:pt x="72" y="1179"/>
                    <a:pt x="167" y="1179"/>
                  </a:cubicBezTo>
                  <a:lnTo>
                    <a:pt x="274" y="1179"/>
                  </a:lnTo>
                  <a:cubicBezTo>
                    <a:pt x="286" y="1275"/>
                    <a:pt x="333" y="1358"/>
                    <a:pt x="369" y="1429"/>
                  </a:cubicBezTo>
                  <a:lnTo>
                    <a:pt x="298" y="1513"/>
                  </a:lnTo>
                  <a:cubicBezTo>
                    <a:pt x="238" y="1572"/>
                    <a:pt x="238" y="1667"/>
                    <a:pt x="298" y="1727"/>
                  </a:cubicBezTo>
                  <a:cubicBezTo>
                    <a:pt x="333" y="1763"/>
                    <a:pt x="369" y="1775"/>
                    <a:pt x="417" y="1775"/>
                  </a:cubicBezTo>
                  <a:cubicBezTo>
                    <a:pt x="464" y="1775"/>
                    <a:pt x="512" y="1763"/>
                    <a:pt x="536" y="1727"/>
                  </a:cubicBezTo>
                  <a:lnTo>
                    <a:pt x="607" y="1656"/>
                  </a:lnTo>
                  <a:cubicBezTo>
                    <a:pt x="691" y="1703"/>
                    <a:pt x="774" y="1751"/>
                    <a:pt x="869" y="1763"/>
                  </a:cubicBezTo>
                  <a:lnTo>
                    <a:pt x="869" y="1870"/>
                  </a:lnTo>
                  <a:cubicBezTo>
                    <a:pt x="869" y="1953"/>
                    <a:pt x="941" y="2025"/>
                    <a:pt x="1024" y="2025"/>
                  </a:cubicBezTo>
                  <a:cubicBezTo>
                    <a:pt x="1119" y="2025"/>
                    <a:pt x="1191" y="1953"/>
                    <a:pt x="1191" y="1870"/>
                  </a:cubicBezTo>
                  <a:lnTo>
                    <a:pt x="1191" y="1763"/>
                  </a:lnTo>
                  <a:cubicBezTo>
                    <a:pt x="1286" y="1751"/>
                    <a:pt x="1369" y="1703"/>
                    <a:pt x="1441" y="1656"/>
                  </a:cubicBezTo>
                  <a:lnTo>
                    <a:pt x="1524" y="1727"/>
                  </a:lnTo>
                  <a:cubicBezTo>
                    <a:pt x="1548" y="1763"/>
                    <a:pt x="1596" y="1775"/>
                    <a:pt x="1643" y="1775"/>
                  </a:cubicBezTo>
                  <a:cubicBezTo>
                    <a:pt x="1679" y="1775"/>
                    <a:pt x="1727" y="1763"/>
                    <a:pt x="1762" y="1727"/>
                  </a:cubicBezTo>
                  <a:cubicBezTo>
                    <a:pt x="1822" y="1667"/>
                    <a:pt x="1822" y="1572"/>
                    <a:pt x="1762" y="1513"/>
                  </a:cubicBezTo>
                  <a:lnTo>
                    <a:pt x="1679" y="1429"/>
                  </a:lnTo>
                  <a:cubicBezTo>
                    <a:pt x="1727" y="1358"/>
                    <a:pt x="1774" y="1275"/>
                    <a:pt x="1786" y="1179"/>
                  </a:cubicBezTo>
                  <a:lnTo>
                    <a:pt x="1893" y="1179"/>
                  </a:lnTo>
                  <a:cubicBezTo>
                    <a:pt x="1977" y="1179"/>
                    <a:pt x="2060" y="1108"/>
                    <a:pt x="2060" y="1013"/>
                  </a:cubicBezTo>
                  <a:cubicBezTo>
                    <a:pt x="2012" y="929"/>
                    <a:pt x="1953" y="858"/>
                    <a:pt x="1857" y="858"/>
                  </a:cubicBezTo>
                  <a:lnTo>
                    <a:pt x="1762" y="858"/>
                  </a:lnTo>
                  <a:cubicBezTo>
                    <a:pt x="1738" y="763"/>
                    <a:pt x="1703" y="667"/>
                    <a:pt x="1655" y="596"/>
                  </a:cubicBezTo>
                  <a:lnTo>
                    <a:pt x="1727" y="524"/>
                  </a:lnTo>
                  <a:cubicBezTo>
                    <a:pt x="1786" y="465"/>
                    <a:pt x="1786" y="358"/>
                    <a:pt x="1727" y="298"/>
                  </a:cubicBezTo>
                  <a:cubicBezTo>
                    <a:pt x="1697" y="268"/>
                    <a:pt x="1655" y="254"/>
                    <a:pt x="1613" y="254"/>
                  </a:cubicBezTo>
                  <a:cubicBezTo>
                    <a:pt x="1572" y="254"/>
                    <a:pt x="1530" y="268"/>
                    <a:pt x="1500" y="298"/>
                  </a:cubicBezTo>
                  <a:lnTo>
                    <a:pt x="1429" y="370"/>
                  </a:lnTo>
                  <a:cubicBezTo>
                    <a:pt x="1357" y="334"/>
                    <a:pt x="1262" y="286"/>
                    <a:pt x="1179" y="274"/>
                  </a:cubicBezTo>
                  <a:lnTo>
                    <a:pt x="1179" y="167"/>
                  </a:lnTo>
                  <a:cubicBezTo>
                    <a:pt x="1179" y="72"/>
                    <a:pt x="1107"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65"/>
            <p:cNvSpPr/>
            <p:nvPr/>
          </p:nvSpPr>
          <p:spPr>
            <a:xfrm>
              <a:off x="864062" y="2987843"/>
              <a:ext cx="264084" cy="244443"/>
            </a:xfrm>
            <a:custGeom>
              <a:avLst/>
              <a:gdLst/>
              <a:ahLst/>
              <a:cxnLst/>
              <a:rect l="l" t="t" r="r" b="b"/>
              <a:pathLst>
                <a:path w="8336" h="7716" extrusionOk="0">
                  <a:moveTo>
                    <a:pt x="2513" y="1"/>
                  </a:moveTo>
                  <a:cubicBezTo>
                    <a:pt x="2477" y="1"/>
                    <a:pt x="2418" y="13"/>
                    <a:pt x="2370" y="24"/>
                  </a:cubicBezTo>
                  <a:cubicBezTo>
                    <a:pt x="1834" y="167"/>
                    <a:pt x="1442" y="667"/>
                    <a:pt x="1442" y="1263"/>
                  </a:cubicBezTo>
                  <a:lnTo>
                    <a:pt x="1442" y="1358"/>
                  </a:lnTo>
                  <a:cubicBezTo>
                    <a:pt x="953" y="1513"/>
                    <a:pt x="632" y="2013"/>
                    <a:pt x="632" y="2560"/>
                  </a:cubicBezTo>
                  <a:cubicBezTo>
                    <a:pt x="632" y="2751"/>
                    <a:pt x="680" y="2941"/>
                    <a:pt x="751" y="3120"/>
                  </a:cubicBezTo>
                  <a:cubicBezTo>
                    <a:pt x="287" y="3453"/>
                    <a:pt x="1" y="4001"/>
                    <a:pt x="1" y="4596"/>
                  </a:cubicBezTo>
                  <a:cubicBezTo>
                    <a:pt x="1" y="4966"/>
                    <a:pt x="108" y="5323"/>
                    <a:pt x="322" y="5620"/>
                  </a:cubicBezTo>
                  <a:cubicBezTo>
                    <a:pt x="346" y="5675"/>
                    <a:pt x="395" y="5699"/>
                    <a:pt x="446" y="5699"/>
                  </a:cubicBezTo>
                  <a:cubicBezTo>
                    <a:pt x="473" y="5699"/>
                    <a:pt x="500" y="5692"/>
                    <a:pt x="525" y="5680"/>
                  </a:cubicBezTo>
                  <a:cubicBezTo>
                    <a:pt x="620" y="5644"/>
                    <a:pt x="644" y="5537"/>
                    <a:pt x="584" y="5442"/>
                  </a:cubicBezTo>
                  <a:cubicBezTo>
                    <a:pt x="406" y="5192"/>
                    <a:pt x="322" y="4894"/>
                    <a:pt x="322" y="4596"/>
                  </a:cubicBezTo>
                  <a:cubicBezTo>
                    <a:pt x="322" y="4061"/>
                    <a:pt x="596" y="3573"/>
                    <a:pt x="1037" y="3311"/>
                  </a:cubicBezTo>
                  <a:cubicBezTo>
                    <a:pt x="1037" y="3311"/>
                    <a:pt x="1049" y="3311"/>
                    <a:pt x="1049" y="3299"/>
                  </a:cubicBezTo>
                  <a:cubicBezTo>
                    <a:pt x="1049" y="3299"/>
                    <a:pt x="1327" y="3093"/>
                    <a:pt x="1883" y="3093"/>
                  </a:cubicBezTo>
                  <a:cubicBezTo>
                    <a:pt x="1925" y="3093"/>
                    <a:pt x="1968" y="3094"/>
                    <a:pt x="2013" y="3096"/>
                  </a:cubicBezTo>
                  <a:cubicBezTo>
                    <a:pt x="2108" y="3096"/>
                    <a:pt x="2180" y="3037"/>
                    <a:pt x="2180" y="2941"/>
                  </a:cubicBezTo>
                  <a:cubicBezTo>
                    <a:pt x="2180" y="2858"/>
                    <a:pt x="2120" y="2775"/>
                    <a:pt x="2025" y="2775"/>
                  </a:cubicBezTo>
                  <a:cubicBezTo>
                    <a:pt x="2000" y="2774"/>
                    <a:pt x="1975" y="2774"/>
                    <a:pt x="1950" y="2774"/>
                  </a:cubicBezTo>
                  <a:cubicBezTo>
                    <a:pt x="1502" y="2774"/>
                    <a:pt x="1182" y="2874"/>
                    <a:pt x="1013" y="2953"/>
                  </a:cubicBezTo>
                  <a:cubicBezTo>
                    <a:pt x="953" y="2834"/>
                    <a:pt x="941" y="2703"/>
                    <a:pt x="941" y="2560"/>
                  </a:cubicBezTo>
                  <a:cubicBezTo>
                    <a:pt x="941" y="2108"/>
                    <a:pt x="1239" y="1727"/>
                    <a:pt x="1644" y="1632"/>
                  </a:cubicBezTo>
                  <a:cubicBezTo>
                    <a:pt x="1680" y="1632"/>
                    <a:pt x="1882" y="1632"/>
                    <a:pt x="2013" y="1763"/>
                  </a:cubicBezTo>
                  <a:cubicBezTo>
                    <a:pt x="2120" y="1870"/>
                    <a:pt x="2180" y="2025"/>
                    <a:pt x="2180" y="2239"/>
                  </a:cubicBezTo>
                  <a:cubicBezTo>
                    <a:pt x="2180" y="2334"/>
                    <a:pt x="2251" y="2406"/>
                    <a:pt x="2323" y="2406"/>
                  </a:cubicBezTo>
                  <a:cubicBezTo>
                    <a:pt x="2418" y="2406"/>
                    <a:pt x="2489" y="2334"/>
                    <a:pt x="2489" y="2239"/>
                  </a:cubicBezTo>
                  <a:cubicBezTo>
                    <a:pt x="2489" y="1929"/>
                    <a:pt x="2394" y="1691"/>
                    <a:pt x="2215" y="1525"/>
                  </a:cubicBezTo>
                  <a:cubicBezTo>
                    <a:pt x="2073" y="1394"/>
                    <a:pt x="1882" y="1334"/>
                    <a:pt x="1763" y="1322"/>
                  </a:cubicBezTo>
                  <a:lnTo>
                    <a:pt x="1763" y="1275"/>
                  </a:lnTo>
                  <a:cubicBezTo>
                    <a:pt x="1763" y="846"/>
                    <a:pt x="2037" y="453"/>
                    <a:pt x="2430" y="358"/>
                  </a:cubicBezTo>
                  <a:cubicBezTo>
                    <a:pt x="2477" y="334"/>
                    <a:pt x="2513" y="334"/>
                    <a:pt x="2561" y="322"/>
                  </a:cubicBezTo>
                  <a:lnTo>
                    <a:pt x="2846" y="322"/>
                  </a:lnTo>
                  <a:cubicBezTo>
                    <a:pt x="3370" y="322"/>
                    <a:pt x="3799" y="751"/>
                    <a:pt x="3799" y="1275"/>
                  </a:cubicBezTo>
                  <a:lnTo>
                    <a:pt x="3799" y="4608"/>
                  </a:lnTo>
                  <a:cubicBezTo>
                    <a:pt x="3311" y="4644"/>
                    <a:pt x="2858" y="4835"/>
                    <a:pt x="2513" y="5180"/>
                  </a:cubicBezTo>
                  <a:cubicBezTo>
                    <a:pt x="2477" y="5216"/>
                    <a:pt x="2454" y="5311"/>
                    <a:pt x="2489" y="5370"/>
                  </a:cubicBezTo>
                  <a:cubicBezTo>
                    <a:pt x="2513" y="5430"/>
                    <a:pt x="2573" y="5442"/>
                    <a:pt x="2620" y="5442"/>
                  </a:cubicBezTo>
                  <a:cubicBezTo>
                    <a:pt x="2668" y="5442"/>
                    <a:pt x="2715" y="5430"/>
                    <a:pt x="2739" y="5394"/>
                  </a:cubicBezTo>
                  <a:cubicBezTo>
                    <a:pt x="3037" y="5097"/>
                    <a:pt x="3454" y="4918"/>
                    <a:pt x="3894" y="4918"/>
                  </a:cubicBezTo>
                  <a:cubicBezTo>
                    <a:pt x="4168" y="5192"/>
                    <a:pt x="4335" y="5573"/>
                    <a:pt x="4335" y="5978"/>
                  </a:cubicBezTo>
                  <a:cubicBezTo>
                    <a:pt x="4335" y="6382"/>
                    <a:pt x="4168" y="6763"/>
                    <a:pt x="3894" y="7037"/>
                  </a:cubicBezTo>
                  <a:cubicBezTo>
                    <a:pt x="3656" y="7263"/>
                    <a:pt x="3335" y="7394"/>
                    <a:pt x="3013" y="7394"/>
                  </a:cubicBezTo>
                  <a:cubicBezTo>
                    <a:pt x="2358" y="7394"/>
                    <a:pt x="1811" y="6882"/>
                    <a:pt x="1703" y="6204"/>
                  </a:cubicBezTo>
                  <a:cubicBezTo>
                    <a:pt x="1763" y="6097"/>
                    <a:pt x="1942" y="5787"/>
                    <a:pt x="2215" y="5680"/>
                  </a:cubicBezTo>
                  <a:cubicBezTo>
                    <a:pt x="2299" y="5656"/>
                    <a:pt x="2358" y="5561"/>
                    <a:pt x="2323" y="5489"/>
                  </a:cubicBezTo>
                  <a:cubicBezTo>
                    <a:pt x="2304" y="5413"/>
                    <a:pt x="2239" y="5375"/>
                    <a:pt x="2171" y="5375"/>
                  </a:cubicBezTo>
                  <a:cubicBezTo>
                    <a:pt x="2154" y="5375"/>
                    <a:pt x="2137" y="5377"/>
                    <a:pt x="2120" y="5382"/>
                  </a:cubicBezTo>
                  <a:cubicBezTo>
                    <a:pt x="1775" y="5513"/>
                    <a:pt x="1549" y="5847"/>
                    <a:pt x="1442" y="6013"/>
                  </a:cubicBezTo>
                  <a:cubicBezTo>
                    <a:pt x="1287" y="5978"/>
                    <a:pt x="1132" y="5918"/>
                    <a:pt x="989" y="5835"/>
                  </a:cubicBezTo>
                  <a:cubicBezTo>
                    <a:pt x="956" y="5816"/>
                    <a:pt x="920" y="5806"/>
                    <a:pt x="887" y="5806"/>
                  </a:cubicBezTo>
                  <a:cubicBezTo>
                    <a:pt x="837" y="5806"/>
                    <a:pt x="791" y="5828"/>
                    <a:pt x="763" y="5870"/>
                  </a:cubicBezTo>
                  <a:cubicBezTo>
                    <a:pt x="715" y="5954"/>
                    <a:pt x="727" y="6049"/>
                    <a:pt x="810" y="6097"/>
                  </a:cubicBezTo>
                  <a:cubicBezTo>
                    <a:pt x="989" y="6216"/>
                    <a:pt x="1191" y="6287"/>
                    <a:pt x="1406" y="6323"/>
                  </a:cubicBezTo>
                  <a:cubicBezTo>
                    <a:pt x="1549" y="7121"/>
                    <a:pt x="2239" y="7716"/>
                    <a:pt x="3025" y="7716"/>
                  </a:cubicBezTo>
                  <a:cubicBezTo>
                    <a:pt x="3430" y="7716"/>
                    <a:pt x="3823" y="7561"/>
                    <a:pt x="4120" y="7275"/>
                  </a:cubicBezTo>
                  <a:lnTo>
                    <a:pt x="4168" y="7228"/>
                  </a:lnTo>
                  <a:lnTo>
                    <a:pt x="4216" y="7275"/>
                  </a:lnTo>
                  <a:cubicBezTo>
                    <a:pt x="4251" y="7299"/>
                    <a:pt x="4287" y="7335"/>
                    <a:pt x="4323" y="7359"/>
                  </a:cubicBezTo>
                  <a:cubicBezTo>
                    <a:pt x="4609" y="7597"/>
                    <a:pt x="4966" y="7716"/>
                    <a:pt x="5311" y="7716"/>
                  </a:cubicBezTo>
                  <a:cubicBezTo>
                    <a:pt x="6109" y="7716"/>
                    <a:pt x="6787" y="7121"/>
                    <a:pt x="6942" y="6323"/>
                  </a:cubicBezTo>
                  <a:cubicBezTo>
                    <a:pt x="7168" y="6287"/>
                    <a:pt x="7371" y="6204"/>
                    <a:pt x="7561" y="6085"/>
                  </a:cubicBezTo>
                  <a:cubicBezTo>
                    <a:pt x="7633" y="6037"/>
                    <a:pt x="7657" y="5954"/>
                    <a:pt x="7621" y="5870"/>
                  </a:cubicBezTo>
                  <a:cubicBezTo>
                    <a:pt x="7589" y="5816"/>
                    <a:pt x="7538" y="5781"/>
                    <a:pt x="7478" y="5781"/>
                  </a:cubicBezTo>
                  <a:cubicBezTo>
                    <a:pt x="7448" y="5781"/>
                    <a:pt x="7415" y="5791"/>
                    <a:pt x="7383" y="5811"/>
                  </a:cubicBezTo>
                  <a:cubicBezTo>
                    <a:pt x="7240" y="5918"/>
                    <a:pt x="7061" y="5978"/>
                    <a:pt x="6883" y="6013"/>
                  </a:cubicBezTo>
                  <a:cubicBezTo>
                    <a:pt x="6787" y="5835"/>
                    <a:pt x="6573" y="5513"/>
                    <a:pt x="6204" y="5382"/>
                  </a:cubicBezTo>
                  <a:cubicBezTo>
                    <a:pt x="6187" y="5377"/>
                    <a:pt x="6171" y="5375"/>
                    <a:pt x="6154" y="5375"/>
                  </a:cubicBezTo>
                  <a:cubicBezTo>
                    <a:pt x="6089" y="5375"/>
                    <a:pt x="6030" y="5413"/>
                    <a:pt x="6002" y="5489"/>
                  </a:cubicBezTo>
                  <a:cubicBezTo>
                    <a:pt x="5978" y="5573"/>
                    <a:pt x="6025" y="5656"/>
                    <a:pt x="6109" y="5680"/>
                  </a:cubicBezTo>
                  <a:cubicBezTo>
                    <a:pt x="6383" y="5787"/>
                    <a:pt x="6561" y="6097"/>
                    <a:pt x="6621" y="6204"/>
                  </a:cubicBezTo>
                  <a:cubicBezTo>
                    <a:pt x="6525" y="6882"/>
                    <a:pt x="5966" y="7394"/>
                    <a:pt x="5311" y="7394"/>
                  </a:cubicBezTo>
                  <a:cubicBezTo>
                    <a:pt x="5037" y="7394"/>
                    <a:pt x="4751" y="7287"/>
                    <a:pt x="4513" y="7109"/>
                  </a:cubicBezTo>
                  <a:cubicBezTo>
                    <a:pt x="4478" y="7085"/>
                    <a:pt x="4454" y="7061"/>
                    <a:pt x="4418" y="7037"/>
                  </a:cubicBezTo>
                  <a:cubicBezTo>
                    <a:pt x="4394" y="7025"/>
                    <a:pt x="4382" y="6990"/>
                    <a:pt x="4347" y="6966"/>
                  </a:cubicBezTo>
                  <a:cubicBezTo>
                    <a:pt x="4537" y="6680"/>
                    <a:pt x="4644" y="6323"/>
                    <a:pt x="4644" y="5966"/>
                  </a:cubicBezTo>
                  <a:cubicBezTo>
                    <a:pt x="4644" y="5859"/>
                    <a:pt x="4632" y="5775"/>
                    <a:pt x="4620" y="5680"/>
                  </a:cubicBezTo>
                  <a:lnTo>
                    <a:pt x="4620" y="5680"/>
                  </a:lnTo>
                  <a:cubicBezTo>
                    <a:pt x="5430" y="5859"/>
                    <a:pt x="5728" y="6251"/>
                    <a:pt x="5823" y="6430"/>
                  </a:cubicBezTo>
                  <a:cubicBezTo>
                    <a:pt x="5844" y="6482"/>
                    <a:pt x="5910" y="6516"/>
                    <a:pt x="5973" y="6516"/>
                  </a:cubicBezTo>
                  <a:cubicBezTo>
                    <a:pt x="5983" y="6516"/>
                    <a:pt x="5992" y="6515"/>
                    <a:pt x="6002" y="6513"/>
                  </a:cubicBezTo>
                  <a:cubicBezTo>
                    <a:pt x="6109" y="6501"/>
                    <a:pt x="6168" y="6382"/>
                    <a:pt x="6121" y="6275"/>
                  </a:cubicBezTo>
                  <a:cubicBezTo>
                    <a:pt x="5990" y="6025"/>
                    <a:pt x="5633" y="5561"/>
                    <a:pt x="4656" y="5370"/>
                  </a:cubicBezTo>
                  <a:cubicBezTo>
                    <a:pt x="4646" y="5367"/>
                    <a:pt x="4634" y="5365"/>
                    <a:pt x="4622" y="5365"/>
                  </a:cubicBezTo>
                  <a:cubicBezTo>
                    <a:pt x="4594" y="5365"/>
                    <a:pt x="4562" y="5374"/>
                    <a:pt x="4537" y="5382"/>
                  </a:cubicBezTo>
                  <a:cubicBezTo>
                    <a:pt x="4501" y="5239"/>
                    <a:pt x="4418" y="5097"/>
                    <a:pt x="4347" y="4977"/>
                  </a:cubicBezTo>
                  <a:cubicBezTo>
                    <a:pt x="4359" y="4954"/>
                    <a:pt x="4394" y="4942"/>
                    <a:pt x="4418" y="4906"/>
                  </a:cubicBezTo>
                  <a:cubicBezTo>
                    <a:pt x="4859" y="4906"/>
                    <a:pt x="5252" y="5073"/>
                    <a:pt x="5573" y="5382"/>
                  </a:cubicBezTo>
                  <a:cubicBezTo>
                    <a:pt x="5597" y="5418"/>
                    <a:pt x="5644" y="5430"/>
                    <a:pt x="5692" y="5430"/>
                  </a:cubicBezTo>
                  <a:cubicBezTo>
                    <a:pt x="5752" y="5430"/>
                    <a:pt x="5787" y="5394"/>
                    <a:pt x="5823" y="5358"/>
                  </a:cubicBezTo>
                  <a:cubicBezTo>
                    <a:pt x="5847" y="5299"/>
                    <a:pt x="5847" y="5204"/>
                    <a:pt x="5787" y="5156"/>
                  </a:cubicBezTo>
                  <a:cubicBezTo>
                    <a:pt x="5454" y="4823"/>
                    <a:pt x="4990" y="4608"/>
                    <a:pt x="4513" y="4596"/>
                  </a:cubicBezTo>
                  <a:lnTo>
                    <a:pt x="4513" y="1251"/>
                  </a:lnTo>
                  <a:cubicBezTo>
                    <a:pt x="4513" y="727"/>
                    <a:pt x="4942" y="298"/>
                    <a:pt x="5466" y="298"/>
                  </a:cubicBezTo>
                  <a:lnTo>
                    <a:pt x="5752" y="298"/>
                  </a:lnTo>
                  <a:cubicBezTo>
                    <a:pt x="5787" y="298"/>
                    <a:pt x="5835" y="310"/>
                    <a:pt x="5883" y="310"/>
                  </a:cubicBezTo>
                  <a:cubicBezTo>
                    <a:pt x="6287" y="417"/>
                    <a:pt x="6549" y="786"/>
                    <a:pt x="6549" y="1227"/>
                  </a:cubicBezTo>
                  <a:lnTo>
                    <a:pt x="6549" y="1275"/>
                  </a:lnTo>
                  <a:cubicBezTo>
                    <a:pt x="6418" y="1287"/>
                    <a:pt x="6240" y="1334"/>
                    <a:pt x="6085" y="1489"/>
                  </a:cubicBezTo>
                  <a:cubicBezTo>
                    <a:pt x="5906" y="1644"/>
                    <a:pt x="5823" y="1882"/>
                    <a:pt x="5823" y="2203"/>
                  </a:cubicBezTo>
                  <a:cubicBezTo>
                    <a:pt x="5823" y="2287"/>
                    <a:pt x="5883" y="2346"/>
                    <a:pt x="5954" y="2358"/>
                  </a:cubicBezTo>
                  <a:cubicBezTo>
                    <a:pt x="5967" y="2361"/>
                    <a:pt x="5979" y="2362"/>
                    <a:pt x="5990" y="2362"/>
                  </a:cubicBezTo>
                  <a:cubicBezTo>
                    <a:pt x="6077" y="2362"/>
                    <a:pt x="6133" y="2287"/>
                    <a:pt x="6133" y="2203"/>
                  </a:cubicBezTo>
                  <a:cubicBezTo>
                    <a:pt x="6133" y="1977"/>
                    <a:pt x="6192" y="1822"/>
                    <a:pt x="6299" y="1727"/>
                  </a:cubicBezTo>
                  <a:cubicBezTo>
                    <a:pt x="6430" y="1584"/>
                    <a:pt x="6621" y="1584"/>
                    <a:pt x="6668" y="1584"/>
                  </a:cubicBezTo>
                  <a:cubicBezTo>
                    <a:pt x="7073" y="1679"/>
                    <a:pt x="7371" y="2060"/>
                    <a:pt x="7371" y="2513"/>
                  </a:cubicBezTo>
                  <a:cubicBezTo>
                    <a:pt x="7371" y="2644"/>
                    <a:pt x="7335" y="2775"/>
                    <a:pt x="7299" y="2918"/>
                  </a:cubicBezTo>
                  <a:cubicBezTo>
                    <a:pt x="7138" y="2832"/>
                    <a:pt x="6840" y="2736"/>
                    <a:pt x="6424" y="2736"/>
                  </a:cubicBezTo>
                  <a:cubicBezTo>
                    <a:pt x="6380" y="2736"/>
                    <a:pt x="6334" y="2737"/>
                    <a:pt x="6287" y="2739"/>
                  </a:cubicBezTo>
                  <a:cubicBezTo>
                    <a:pt x="6192" y="2739"/>
                    <a:pt x="6133" y="2799"/>
                    <a:pt x="6121" y="2882"/>
                  </a:cubicBezTo>
                  <a:cubicBezTo>
                    <a:pt x="6109" y="2989"/>
                    <a:pt x="6192" y="3061"/>
                    <a:pt x="6287" y="3061"/>
                  </a:cubicBezTo>
                  <a:cubicBezTo>
                    <a:pt x="6317" y="3059"/>
                    <a:pt x="6346" y="3059"/>
                    <a:pt x="6374" y="3059"/>
                  </a:cubicBezTo>
                  <a:cubicBezTo>
                    <a:pt x="6937" y="3059"/>
                    <a:pt x="7240" y="3275"/>
                    <a:pt x="7252" y="3275"/>
                  </a:cubicBezTo>
                  <a:lnTo>
                    <a:pt x="7264" y="3287"/>
                  </a:lnTo>
                  <a:cubicBezTo>
                    <a:pt x="7716" y="3537"/>
                    <a:pt x="7978" y="4025"/>
                    <a:pt x="7978" y="4561"/>
                  </a:cubicBezTo>
                  <a:cubicBezTo>
                    <a:pt x="7978" y="4858"/>
                    <a:pt x="7895" y="5144"/>
                    <a:pt x="7740" y="5382"/>
                  </a:cubicBezTo>
                  <a:cubicBezTo>
                    <a:pt x="7692" y="5454"/>
                    <a:pt x="7716" y="5549"/>
                    <a:pt x="7776" y="5608"/>
                  </a:cubicBezTo>
                  <a:cubicBezTo>
                    <a:pt x="7799" y="5632"/>
                    <a:pt x="7835" y="5632"/>
                    <a:pt x="7871" y="5632"/>
                  </a:cubicBezTo>
                  <a:cubicBezTo>
                    <a:pt x="7930" y="5632"/>
                    <a:pt x="7978" y="5608"/>
                    <a:pt x="8014" y="5561"/>
                  </a:cubicBezTo>
                  <a:cubicBezTo>
                    <a:pt x="8204" y="5263"/>
                    <a:pt x="8311" y="4918"/>
                    <a:pt x="8311" y="4561"/>
                  </a:cubicBezTo>
                  <a:cubicBezTo>
                    <a:pt x="8335" y="4001"/>
                    <a:pt x="8061" y="3453"/>
                    <a:pt x="7597" y="3120"/>
                  </a:cubicBezTo>
                  <a:cubicBezTo>
                    <a:pt x="7680" y="2941"/>
                    <a:pt x="7716" y="2751"/>
                    <a:pt x="7716" y="2560"/>
                  </a:cubicBezTo>
                  <a:cubicBezTo>
                    <a:pt x="7716" y="2013"/>
                    <a:pt x="7371" y="1537"/>
                    <a:pt x="6895" y="1358"/>
                  </a:cubicBezTo>
                  <a:lnTo>
                    <a:pt x="6895" y="1263"/>
                  </a:lnTo>
                  <a:cubicBezTo>
                    <a:pt x="6895" y="679"/>
                    <a:pt x="6525" y="179"/>
                    <a:pt x="5978" y="24"/>
                  </a:cubicBezTo>
                  <a:cubicBezTo>
                    <a:pt x="5930" y="13"/>
                    <a:pt x="5871" y="13"/>
                    <a:pt x="5823" y="1"/>
                  </a:cubicBezTo>
                  <a:lnTo>
                    <a:pt x="5478" y="1"/>
                  </a:lnTo>
                  <a:cubicBezTo>
                    <a:pt x="4787" y="1"/>
                    <a:pt x="4216" y="560"/>
                    <a:pt x="4216" y="1263"/>
                  </a:cubicBezTo>
                  <a:lnTo>
                    <a:pt x="4216" y="4692"/>
                  </a:lnTo>
                  <a:lnTo>
                    <a:pt x="4168" y="4727"/>
                  </a:lnTo>
                  <a:lnTo>
                    <a:pt x="4120" y="4692"/>
                  </a:lnTo>
                  <a:lnTo>
                    <a:pt x="4120" y="1263"/>
                  </a:lnTo>
                  <a:cubicBezTo>
                    <a:pt x="4120" y="560"/>
                    <a:pt x="3561"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65"/>
            <p:cNvSpPr/>
            <p:nvPr/>
          </p:nvSpPr>
          <p:spPr>
            <a:xfrm>
              <a:off x="1022494" y="3006724"/>
              <a:ext cx="44162" cy="22271"/>
            </a:xfrm>
            <a:custGeom>
              <a:avLst/>
              <a:gdLst/>
              <a:ahLst/>
              <a:cxnLst/>
              <a:rect l="l" t="t" r="r" b="b"/>
              <a:pathLst>
                <a:path w="1394" h="703" extrusionOk="0">
                  <a:moveTo>
                    <a:pt x="454" y="0"/>
                  </a:moveTo>
                  <a:cubicBezTo>
                    <a:pt x="402" y="0"/>
                    <a:pt x="350" y="4"/>
                    <a:pt x="298" y="12"/>
                  </a:cubicBezTo>
                  <a:lnTo>
                    <a:pt x="155" y="24"/>
                  </a:lnTo>
                  <a:cubicBezTo>
                    <a:pt x="60" y="48"/>
                    <a:pt x="0" y="119"/>
                    <a:pt x="12" y="202"/>
                  </a:cubicBezTo>
                  <a:cubicBezTo>
                    <a:pt x="34" y="290"/>
                    <a:pt x="96" y="347"/>
                    <a:pt x="170" y="347"/>
                  </a:cubicBezTo>
                  <a:cubicBezTo>
                    <a:pt x="177" y="347"/>
                    <a:pt x="184" y="346"/>
                    <a:pt x="191" y="345"/>
                  </a:cubicBezTo>
                  <a:lnTo>
                    <a:pt x="346" y="321"/>
                  </a:lnTo>
                  <a:cubicBezTo>
                    <a:pt x="370" y="319"/>
                    <a:pt x="394" y="318"/>
                    <a:pt x="417" y="318"/>
                  </a:cubicBezTo>
                  <a:cubicBezTo>
                    <a:pt x="675" y="318"/>
                    <a:pt x="908" y="436"/>
                    <a:pt x="1072" y="643"/>
                  </a:cubicBezTo>
                  <a:cubicBezTo>
                    <a:pt x="1108" y="679"/>
                    <a:pt x="1143" y="702"/>
                    <a:pt x="1203" y="702"/>
                  </a:cubicBezTo>
                  <a:cubicBezTo>
                    <a:pt x="1239" y="702"/>
                    <a:pt x="1286" y="679"/>
                    <a:pt x="1298" y="667"/>
                  </a:cubicBezTo>
                  <a:cubicBezTo>
                    <a:pt x="1370" y="607"/>
                    <a:pt x="1394" y="524"/>
                    <a:pt x="1334" y="440"/>
                  </a:cubicBezTo>
                  <a:cubicBezTo>
                    <a:pt x="1126" y="171"/>
                    <a:pt x="802"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8" name="Google Shape;11248;p65"/>
            <p:cNvSpPr/>
            <p:nvPr/>
          </p:nvSpPr>
          <p:spPr>
            <a:xfrm>
              <a:off x="1086234" y="3100244"/>
              <a:ext cx="28322" cy="37002"/>
            </a:xfrm>
            <a:custGeom>
              <a:avLst/>
              <a:gdLst/>
              <a:ahLst/>
              <a:cxnLst/>
              <a:rect l="l" t="t" r="r" b="b"/>
              <a:pathLst>
                <a:path w="894" h="1168" extrusionOk="0">
                  <a:moveTo>
                    <a:pt x="181" y="1"/>
                  </a:moveTo>
                  <a:cubicBezTo>
                    <a:pt x="115" y="1"/>
                    <a:pt x="55" y="44"/>
                    <a:pt x="36" y="108"/>
                  </a:cubicBezTo>
                  <a:cubicBezTo>
                    <a:pt x="1" y="203"/>
                    <a:pt x="48" y="286"/>
                    <a:pt x="132" y="322"/>
                  </a:cubicBezTo>
                  <a:cubicBezTo>
                    <a:pt x="525" y="441"/>
                    <a:pt x="572" y="1025"/>
                    <a:pt x="572" y="1025"/>
                  </a:cubicBezTo>
                  <a:cubicBezTo>
                    <a:pt x="572" y="1108"/>
                    <a:pt x="644" y="1168"/>
                    <a:pt x="727" y="1168"/>
                  </a:cubicBezTo>
                  <a:lnTo>
                    <a:pt x="751" y="1168"/>
                  </a:lnTo>
                  <a:cubicBezTo>
                    <a:pt x="822" y="1168"/>
                    <a:pt x="894" y="1096"/>
                    <a:pt x="894" y="1001"/>
                  </a:cubicBezTo>
                  <a:cubicBezTo>
                    <a:pt x="894" y="977"/>
                    <a:pt x="846" y="203"/>
                    <a:pt x="239" y="13"/>
                  </a:cubicBez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65"/>
            <p:cNvSpPr/>
            <p:nvPr/>
          </p:nvSpPr>
          <p:spPr>
            <a:xfrm>
              <a:off x="1023634" y="3077941"/>
              <a:ext cx="26041" cy="49167"/>
            </a:xfrm>
            <a:custGeom>
              <a:avLst/>
              <a:gdLst/>
              <a:ahLst/>
              <a:cxnLst/>
              <a:rect l="l" t="t" r="r" b="b"/>
              <a:pathLst>
                <a:path w="822" h="1552" extrusionOk="0">
                  <a:moveTo>
                    <a:pt x="646" y="0"/>
                  </a:moveTo>
                  <a:cubicBezTo>
                    <a:pt x="617" y="0"/>
                    <a:pt x="588" y="9"/>
                    <a:pt x="560" y="26"/>
                  </a:cubicBezTo>
                  <a:cubicBezTo>
                    <a:pt x="345" y="181"/>
                    <a:pt x="0" y="538"/>
                    <a:pt x="0" y="1383"/>
                  </a:cubicBezTo>
                  <a:cubicBezTo>
                    <a:pt x="0" y="1462"/>
                    <a:pt x="74" y="1551"/>
                    <a:pt x="163" y="1551"/>
                  </a:cubicBezTo>
                  <a:cubicBezTo>
                    <a:pt x="168" y="1551"/>
                    <a:pt x="173" y="1551"/>
                    <a:pt x="179" y="1550"/>
                  </a:cubicBezTo>
                  <a:cubicBezTo>
                    <a:pt x="250" y="1526"/>
                    <a:pt x="310" y="1455"/>
                    <a:pt x="310" y="1383"/>
                  </a:cubicBezTo>
                  <a:cubicBezTo>
                    <a:pt x="310" y="681"/>
                    <a:pt x="584" y="395"/>
                    <a:pt x="726" y="312"/>
                  </a:cubicBezTo>
                  <a:cubicBezTo>
                    <a:pt x="786" y="264"/>
                    <a:pt x="822" y="205"/>
                    <a:pt x="798" y="133"/>
                  </a:cubicBezTo>
                  <a:cubicBezTo>
                    <a:pt x="781" y="49"/>
                    <a:pt x="716"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0" name="Google Shape;11250;p65"/>
            <p:cNvSpPr/>
            <p:nvPr/>
          </p:nvSpPr>
          <p:spPr>
            <a:xfrm>
              <a:off x="924413" y="3006819"/>
              <a:ext cx="44162" cy="22176"/>
            </a:xfrm>
            <a:custGeom>
              <a:avLst/>
              <a:gdLst/>
              <a:ahLst/>
              <a:cxnLst/>
              <a:rect l="l" t="t" r="r" b="b"/>
              <a:pathLst>
                <a:path w="1394" h="700" extrusionOk="0">
                  <a:moveTo>
                    <a:pt x="963" y="1"/>
                  </a:moveTo>
                  <a:cubicBezTo>
                    <a:pt x="614" y="1"/>
                    <a:pt x="272" y="163"/>
                    <a:pt x="60" y="437"/>
                  </a:cubicBezTo>
                  <a:cubicBezTo>
                    <a:pt x="1" y="521"/>
                    <a:pt x="25" y="616"/>
                    <a:pt x="96" y="664"/>
                  </a:cubicBezTo>
                  <a:cubicBezTo>
                    <a:pt x="120" y="676"/>
                    <a:pt x="156" y="699"/>
                    <a:pt x="179" y="699"/>
                  </a:cubicBezTo>
                  <a:cubicBezTo>
                    <a:pt x="227" y="699"/>
                    <a:pt x="287" y="664"/>
                    <a:pt x="322" y="640"/>
                  </a:cubicBezTo>
                  <a:cubicBezTo>
                    <a:pt x="464" y="433"/>
                    <a:pt x="716" y="315"/>
                    <a:pt x="976" y="315"/>
                  </a:cubicBezTo>
                  <a:cubicBezTo>
                    <a:pt x="1000" y="315"/>
                    <a:pt x="1025" y="316"/>
                    <a:pt x="1049" y="318"/>
                  </a:cubicBezTo>
                  <a:lnTo>
                    <a:pt x="1191" y="342"/>
                  </a:lnTo>
                  <a:cubicBezTo>
                    <a:pt x="1200" y="343"/>
                    <a:pt x="1208" y="344"/>
                    <a:pt x="1215" y="344"/>
                  </a:cubicBezTo>
                  <a:cubicBezTo>
                    <a:pt x="1298" y="344"/>
                    <a:pt x="1359" y="287"/>
                    <a:pt x="1370" y="199"/>
                  </a:cubicBezTo>
                  <a:cubicBezTo>
                    <a:pt x="1394" y="116"/>
                    <a:pt x="1334" y="21"/>
                    <a:pt x="1239" y="21"/>
                  </a:cubicBezTo>
                  <a:lnTo>
                    <a:pt x="1096" y="9"/>
                  </a:lnTo>
                  <a:cubicBezTo>
                    <a:pt x="1052" y="3"/>
                    <a:pt x="1007" y="1"/>
                    <a:pt x="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65"/>
            <p:cNvSpPr/>
            <p:nvPr/>
          </p:nvSpPr>
          <p:spPr>
            <a:xfrm>
              <a:off x="929703" y="3158757"/>
              <a:ext cx="56232" cy="41849"/>
            </a:xfrm>
            <a:custGeom>
              <a:avLst/>
              <a:gdLst/>
              <a:ahLst/>
              <a:cxnLst/>
              <a:rect l="l" t="t" r="r" b="b"/>
              <a:pathLst>
                <a:path w="1775" h="1321" extrusionOk="0">
                  <a:moveTo>
                    <a:pt x="1604" y="1"/>
                  </a:moveTo>
                  <a:cubicBezTo>
                    <a:pt x="1586" y="1"/>
                    <a:pt x="1567" y="4"/>
                    <a:pt x="1548" y="11"/>
                  </a:cubicBezTo>
                  <a:cubicBezTo>
                    <a:pt x="179" y="309"/>
                    <a:pt x="36" y="1095"/>
                    <a:pt x="12" y="1118"/>
                  </a:cubicBezTo>
                  <a:cubicBezTo>
                    <a:pt x="1" y="1214"/>
                    <a:pt x="60" y="1297"/>
                    <a:pt x="155" y="1321"/>
                  </a:cubicBezTo>
                  <a:lnTo>
                    <a:pt x="179" y="1321"/>
                  </a:lnTo>
                  <a:cubicBezTo>
                    <a:pt x="251" y="1321"/>
                    <a:pt x="334" y="1261"/>
                    <a:pt x="346" y="1178"/>
                  </a:cubicBezTo>
                  <a:cubicBezTo>
                    <a:pt x="346" y="1178"/>
                    <a:pt x="477" y="571"/>
                    <a:pt x="1620" y="333"/>
                  </a:cubicBezTo>
                  <a:cubicBezTo>
                    <a:pt x="1715" y="309"/>
                    <a:pt x="1775" y="213"/>
                    <a:pt x="1739" y="130"/>
                  </a:cubicBezTo>
                  <a:cubicBezTo>
                    <a:pt x="1729" y="54"/>
                    <a:pt x="1674" y="1"/>
                    <a:pt x="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65"/>
            <p:cNvSpPr/>
            <p:nvPr/>
          </p:nvSpPr>
          <p:spPr>
            <a:xfrm>
              <a:off x="876512" y="3100244"/>
              <a:ext cx="28322" cy="37002"/>
            </a:xfrm>
            <a:custGeom>
              <a:avLst/>
              <a:gdLst/>
              <a:ahLst/>
              <a:cxnLst/>
              <a:rect l="l" t="t" r="r" b="b"/>
              <a:pathLst>
                <a:path w="894" h="1168" extrusionOk="0">
                  <a:moveTo>
                    <a:pt x="714" y="1"/>
                  </a:moveTo>
                  <a:cubicBezTo>
                    <a:pt x="694" y="1"/>
                    <a:pt x="675" y="4"/>
                    <a:pt x="656" y="13"/>
                  </a:cubicBezTo>
                  <a:cubicBezTo>
                    <a:pt x="60" y="203"/>
                    <a:pt x="1" y="965"/>
                    <a:pt x="1" y="1001"/>
                  </a:cubicBezTo>
                  <a:cubicBezTo>
                    <a:pt x="1" y="1096"/>
                    <a:pt x="60" y="1168"/>
                    <a:pt x="144" y="1168"/>
                  </a:cubicBezTo>
                  <a:lnTo>
                    <a:pt x="156" y="1168"/>
                  </a:lnTo>
                  <a:cubicBezTo>
                    <a:pt x="251" y="1168"/>
                    <a:pt x="322" y="1108"/>
                    <a:pt x="322" y="1025"/>
                  </a:cubicBezTo>
                  <a:cubicBezTo>
                    <a:pt x="322" y="1025"/>
                    <a:pt x="358" y="441"/>
                    <a:pt x="751" y="322"/>
                  </a:cubicBezTo>
                  <a:cubicBezTo>
                    <a:pt x="846" y="286"/>
                    <a:pt x="894" y="203"/>
                    <a:pt x="858" y="108"/>
                  </a:cubicBezTo>
                  <a:cubicBezTo>
                    <a:pt x="840" y="44"/>
                    <a:pt x="77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65"/>
            <p:cNvSpPr/>
            <p:nvPr/>
          </p:nvSpPr>
          <p:spPr>
            <a:xfrm>
              <a:off x="941393" y="3077941"/>
              <a:ext cx="26453" cy="49484"/>
            </a:xfrm>
            <a:custGeom>
              <a:avLst/>
              <a:gdLst/>
              <a:ahLst/>
              <a:cxnLst/>
              <a:rect l="l" t="t" r="r" b="b"/>
              <a:pathLst>
                <a:path w="835" h="1562" extrusionOk="0">
                  <a:moveTo>
                    <a:pt x="185" y="0"/>
                  </a:moveTo>
                  <a:cubicBezTo>
                    <a:pt x="112" y="0"/>
                    <a:pt x="41" y="49"/>
                    <a:pt x="24" y="133"/>
                  </a:cubicBezTo>
                  <a:cubicBezTo>
                    <a:pt x="1" y="193"/>
                    <a:pt x="36" y="264"/>
                    <a:pt x="96" y="312"/>
                  </a:cubicBezTo>
                  <a:cubicBezTo>
                    <a:pt x="239" y="419"/>
                    <a:pt x="513" y="681"/>
                    <a:pt x="513" y="1395"/>
                  </a:cubicBezTo>
                  <a:cubicBezTo>
                    <a:pt x="513" y="1491"/>
                    <a:pt x="584" y="1562"/>
                    <a:pt x="679" y="1562"/>
                  </a:cubicBezTo>
                  <a:cubicBezTo>
                    <a:pt x="763" y="1562"/>
                    <a:pt x="834" y="1491"/>
                    <a:pt x="834" y="1395"/>
                  </a:cubicBezTo>
                  <a:cubicBezTo>
                    <a:pt x="834" y="538"/>
                    <a:pt x="513" y="181"/>
                    <a:pt x="274" y="26"/>
                  </a:cubicBezTo>
                  <a:cubicBezTo>
                    <a:pt x="247" y="9"/>
                    <a:pt x="216"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4" name="Google Shape;11254;p65"/>
          <p:cNvGrpSpPr/>
          <p:nvPr/>
        </p:nvGrpSpPr>
        <p:grpSpPr>
          <a:xfrm>
            <a:off x="3978523" y="2709261"/>
            <a:ext cx="348955" cy="346516"/>
            <a:chOff x="3978523" y="2884661"/>
            <a:chExt cx="348955" cy="346516"/>
          </a:xfrm>
        </p:grpSpPr>
        <p:sp>
          <p:nvSpPr>
            <p:cNvPr id="11255" name="Google Shape;11255;p65"/>
            <p:cNvSpPr/>
            <p:nvPr/>
          </p:nvSpPr>
          <p:spPr>
            <a:xfrm>
              <a:off x="4237285" y="2916658"/>
              <a:ext cx="58101" cy="56897"/>
            </a:xfrm>
            <a:custGeom>
              <a:avLst/>
              <a:gdLst/>
              <a:ahLst/>
              <a:cxnLst/>
              <a:rect l="l" t="t" r="r" b="b"/>
              <a:pathLst>
                <a:path w="1834" h="1796" extrusionOk="0">
                  <a:moveTo>
                    <a:pt x="1661" y="0"/>
                  </a:moveTo>
                  <a:cubicBezTo>
                    <a:pt x="1620" y="0"/>
                    <a:pt x="1578" y="15"/>
                    <a:pt x="1548" y="45"/>
                  </a:cubicBezTo>
                  <a:lnTo>
                    <a:pt x="60" y="1533"/>
                  </a:lnTo>
                  <a:cubicBezTo>
                    <a:pt x="0" y="1593"/>
                    <a:pt x="0" y="1700"/>
                    <a:pt x="60" y="1759"/>
                  </a:cubicBezTo>
                  <a:cubicBezTo>
                    <a:pt x="84" y="1783"/>
                    <a:pt x="131" y="1795"/>
                    <a:pt x="179" y="1795"/>
                  </a:cubicBezTo>
                  <a:cubicBezTo>
                    <a:pt x="215" y="1795"/>
                    <a:pt x="262" y="1783"/>
                    <a:pt x="298" y="1759"/>
                  </a:cubicBezTo>
                  <a:lnTo>
                    <a:pt x="1786" y="271"/>
                  </a:lnTo>
                  <a:cubicBezTo>
                    <a:pt x="1834" y="224"/>
                    <a:pt x="1834" y="116"/>
                    <a:pt x="1774" y="45"/>
                  </a:cubicBezTo>
                  <a:cubicBezTo>
                    <a:pt x="1745" y="15"/>
                    <a:pt x="1703" y="0"/>
                    <a:pt x="16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65"/>
            <p:cNvSpPr/>
            <p:nvPr/>
          </p:nvSpPr>
          <p:spPr>
            <a:xfrm>
              <a:off x="4216535" y="2886594"/>
              <a:ext cx="29843" cy="73751"/>
            </a:xfrm>
            <a:custGeom>
              <a:avLst/>
              <a:gdLst/>
              <a:ahLst/>
              <a:cxnLst/>
              <a:rect l="l" t="t" r="r" b="b"/>
              <a:pathLst>
                <a:path w="942" h="2328" extrusionOk="0">
                  <a:moveTo>
                    <a:pt x="760" y="0"/>
                  </a:moveTo>
                  <a:cubicBezTo>
                    <a:pt x="688" y="0"/>
                    <a:pt x="618" y="52"/>
                    <a:pt x="608" y="113"/>
                  </a:cubicBezTo>
                  <a:lnTo>
                    <a:pt x="24" y="2137"/>
                  </a:lnTo>
                  <a:cubicBezTo>
                    <a:pt x="1" y="2232"/>
                    <a:pt x="60" y="2316"/>
                    <a:pt x="132" y="2327"/>
                  </a:cubicBezTo>
                  <a:lnTo>
                    <a:pt x="179" y="2327"/>
                  </a:lnTo>
                  <a:cubicBezTo>
                    <a:pt x="251" y="2327"/>
                    <a:pt x="310" y="2292"/>
                    <a:pt x="322" y="2208"/>
                  </a:cubicBezTo>
                  <a:lnTo>
                    <a:pt x="905" y="184"/>
                  </a:lnTo>
                  <a:cubicBezTo>
                    <a:pt x="941" y="125"/>
                    <a:pt x="894" y="41"/>
                    <a:pt x="798" y="6"/>
                  </a:cubicBezTo>
                  <a:cubicBezTo>
                    <a:pt x="786" y="2"/>
                    <a:pt x="773"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65"/>
            <p:cNvSpPr/>
            <p:nvPr/>
          </p:nvSpPr>
          <p:spPr>
            <a:xfrm>
              <a:off x="4176935" y="2884661"/>
              <a:ext cx="30571" cy="74163"/>
            </a:xfrm>
            <a:custGeom>
              <a:avLst/>
              <a:gdLst/>
              <a:ahLst/>
              <a:cxnLst/>
              <a:rect l="l" t="t" r="r" b="b"/>
              <a:pathLst>
                <a:path w="965" h="2341" extrusionOk="0">
                  <a:moveTo>
                    <a:pt x="187" y="0"/>
                  </a:moveTo>
                  <a:cubicBezTo>
                    <a:pt x="169" y="0"/>
                    <a:pt x="150" y="2"/>
                    <a:pt x="131" y="7"/>
                  </a:cubicBezTo>
                  <a:cubicBezTo>
                    <a:pt x="48" y="43"/>
                    <a:pt x="0" y="126"/>
                    <a:pt x="24" y="222"/>
                  </a:cubicBezTo>
                  <a:lnTo>
                    <a:pt x="643" y="2222"/>
                  </a:lnTo>
                  <a:cubicBezTo>
                    <a:pt x="655" y="2305"/>
                    <a:pt x="727" y="2341"/>
                    <a:pt x="786" y="2341"/>
                  </a:cubicBezTo>
                  <a:lnTo>
                    <a:pt x="834" y="2341"/>
                  </a:lnTo>
                  <a:cubicBezTo>
                    <a:pt x="917" y="2305"/>
                    <a:pt x="965" y="2210"/>
                    <a:pt x="953" y="2127"/>
                  </a:cubicBezTo>
                  <a:lnTo>
                    <a:pt x="346" y="114"/>
                  </a:lnTo>
                  <a:cubicBezTo>
                    <a:pt x="317" y="38"/>
                    <a:pt x="258"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8" name="Google Shape;11258;p65"/>
            <p:cNvSpPr/>
            <p:nvPr/>
          </p:nvSpPr>
          <p:spPr>
            <a:xfrm>
              <a:off x="4250116" y="2965762"/>
              <a:ext cx="74701" cy="28544"/>
            </a:xfrm>
            <a:custGeom>
              <a:avLst/>
              <a:gdLst/>
              <a:ahLst/>
              <a:cxnLst/>
              <a:rect l="l" t="t" r="r" b="b"/>
              <a:pathLst>
                <a:path w="2358" h="901" extrusionOk="0">
                  <a:moveTo>
                    <a:pt x="2194" y="1"/>
                  </a:moveTo>
                  <a:cubicBezTo>
                    <a:pt x="2181" y="1"/>
                    <a:pt x="2168" y="3"/>
                    <a:pt x="2155" y="7"/>
                  </a:cubicBezTo>
                  <a:lnTo>
                    <a:pt x="131" y="590"/>
                  </a:lnTo>
                  <a:cubicBezTo>
                    <a:pt x="36" y="626"/>
                    <a:pt x="0" y="710"/>
                    <a:pt x="24" y="781"/>
                  </a:cubicBezTo>
                  <a:cubicBezTo>
                    <a:pt x="36" y="852"/>
                    <a:pt x="119" y="900"/>
                    <a:pt x="179" y="900"/>
                  </a:cubicBezTo>
                  <a:lnTo>
                    <a:pt x="215" y="900"/>
                  </a:lnTo>
                  <a:lnTo>
                    <a:pt x="2239" y="317"/>
                  </a:lnTo>
                  <a:cubicBezTo>
                    <a:pt x="2322" y="293"/>
                    <a:pt x="2358" y="209"/>
                    <a:pt x="2346" y="114"/>
                  </a:cubicBezTo>
                  <a:cubicBezTo>
                    <a:pt x="2326" y="45"/>
                    <a:pt x="2258" y="1"/>
                    <a:pt x="2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65"/>
            <p:cNvSpPr/>
            <p:nvPr/>
          </p:nvSpPr>
          <p:spPr>
            <a:xfrm>
              <a:off x="4251985" y="3004443"/>
              <a:ext cx="75493" cy="29462"/>
            </a:xfrm>
            <a:custGeom>
              <a:avLst/>
              <a:gdLst/>
              <a:ahLst/>
              <a:cxnLst/>
              <a:rect l="l" t="t" r="r" b="b"/>
              <a:pathLst>
                <a:path w="2383" h="930" extrusionOk="0">
                  <a:moveTo>
                    <a:pt x="175" y="1"/>
                  </a:moveTo>
                  <a:cubicBezTo>
                    <a:pt x="104" y="1"/>
                    <a:pt x="43" y="46"/>
                    <a:pt x="25" y="120"/>
                  </a:cubicBezTo>
                  <a:cubicBezTo>
                    <a:pt x="1" y="203"/>
                    <a:pt x="37" y="298"/>
                    <a:pt x="132" y="322"/>
                  </a:cubicBezTo>
                  <a:lnTo>
                    <a:pt x="2144" y="929"/>
                  </a:lnTo>
                  <a:lnTo>
                    <a:pt x="2180" y="929"/>
                  </a:lnTo>
                  <a:cubicBezTo>
                    <a:pt x="2263" y="929"/>
                    <a:pt x="2323" y="893"/>
                    <a:pt x="2334" y="810"/>
                  </a:cubicBezTo>
                  <a:cubicBezTo>
                    <a:pt x="2382" y="739"/>
                    <a:pt x="2334" y="655"/>
                    <a:pt x="2239" y="620"/>
                  </a:cubicBezTo>
                  <a:lnTo>
                    <a:pt x="239" y="12"/>
                  </a:lnTo>
                  <a:cubicBezTo>
                    <a:pt x="217" y="4"/>
                    <a:pt x="196"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65"/>
            <p:cNvSpPr/>
            <p:nvPr/>
          </p:nvSpPr>
          <p:spPr>
            <a:xfrm>
              <a:off x="4033615" y="2996428"/>
              <a:ext cx="73941" cy="84237"/>
            </a:xfrm>
            <a:custGeom>
              <a:avLst/>
              <a:gdLst/>
              <a:ahLst/>
              <a:cxnLst/>
              <a:rect l="l" t="t" r="r" b="b"/>
              <a:pathLst>
                <a:path w="2334" h="2659" extrusionOk="0">
                  <a:moveTo>
                    <a:pt x="2157" y="0"/>
                  </a:moveTo>
                  <a:cubicBezTo>
                    <a:pt x="2112" y="0"/>
                    <a:pt x="2069" y="18"/>
                    <a:pt x="2036" y="51"/>
                  </a:cubicBezTo>
                  <a:lnTo>
                    <a:pt x="60" y="2397"/>
                  </a:lnTo>
                  <a:cubicBezTo>
                    <a:pt x="0" y="2468"/>
                    <a:pt x="12" y="2551"/>
                    <a:pt x="72" y="2611"/>
                  </a:cubicBezTo>
                  <a:cubicBezTo>
                    <a:pt x="107" y="2647"/>
                    <a:pt x="143" y="2659"/>
                    <a:pt x="179" y="2659"/>
                  </a:cubicBezTo>
                  <a:cubicBezTo>
                    <a:pt x="226" y="2659"/>
                    <a:pt x="262" y="2647"/>
                    <a:pt x="298" y="2599"/>
                  </a:cubicBezTo>
                  <a:lnTo>
                    <a:pt x="2274" y="265"/>
                  </a:lnTo>
                  <a:cubicBezTo>
                    <a:pt x="2334" y="194"/>
                    <a:pt x="2322" y="87"/>
                    <a:pt x="2262" y="39"/>
                  </a:cubicBezTo>
                  <a:cubicBezTo>
                    <a:pt x="2230" y="12"/>
                    <a:pt x="2193" y="0"/>
                    <a:pt x="2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65"/>
            <p:cNvSpPr/>
            <p:nvPr/>
          </p:nvSpPr>
          <p:spPr>
            <a:xfrm>
              <a:off x="3978523" y="2931738"/>
              <a:ext cx="303684" cy="299439"/>
            </a:xfrm>
            <a:custGeom>
              <a:avLst/>
              <a:gdLst/>
              <a:ahLst/>
              <a:cxnLst/>
              <a:rect l="l" t="t" r="r" b="b"/>
              <a:pathLst>
                <a:path w="9586" h="9452" extrusionOk="0">
                  <a:moveTo>
                    <a:pt x="5564" y="351"/>
                  </a:moveTo>
                  <a:cubicBezTo>
                    <a:pt x="5790" y="351"/>
                    <a:pt x="6037" y="460"/>
                    <a:pt x="6252" y="664"/>
                  </a:cubicBezTo>
                  <a:cubicBezTo>
                    <a:pt x="6490" y="902"/>
                    <a:pt x="6585" y="1236"/>
                    <a:pt x="6525" y="1486"/>
                  </a:cubicBezTo>
                  <a:lnTo>
                    <a:pt x="5418" y="367"/>
                  </a:lnTo>
                  <a:cubicBezTo>
                    <a:pt x="5465" y="356"/>
                    <a:pt x="5514" y="351"/>
                    <a:pt x="5564" y="351"/>
                  </a:cubicBezTo>
                  <a:close/>
                  <a:moveTo>
                    <a:pt x="5001" y="414"/>
                  </a:moveTo>
                  <a:lnTo>
                    <a:pt x="6502" y="1915"/>
                  </a:lnTo>
                  <a:lnTo>
                    <a:pt x="6192" y="2236"/>
                  </a:lnTo>
                  <a:lnTo>
                    <a:pt x="4680" y="724"/>
                  </a:lnTo>
                  <a:lnTo>
                    <a:pt x="5001" y="414"/>
                  </a:lnTo>
                  <a:close/>
                  <a:moveTo>
                    <a:pt x="8162" y="2958"/>
                  </a:moveTo>
                  <a:cubicBezTo>
                    <a:pt x="8390" y="2958"/>
                    <a:pt x="8640" y="3065"/>
                    <a:pt x="8835" y="3260"/>
                  </a:cubicBezTo>
                  <a:cubicBezTo>
                    <a:pt x="9085" y="3510"/>
                    <a:pt x="9192" y="3843"/>
                    <a:pt x="9133" y="4093"/>
                  </a:cubicBezTo>
                  <a:lnTo>
                    <a:pt x="8014" y="2974"/>
                  </a:lnTo>
                  <a:cubicBezTo>
                    <a:pt x="8061" y="2963"/>
                    <a:pt x="8111" y="2958"/>
                    <a:pt x="8162" y="2958"/>
                  </a:cubicBezTo>
                  <a:close/>
                  <a:moveTo>
                    <a:pt x="7597" y="3022"/>
                  </a:moveTo>
                  <a:lnTo>
                    <a:pt x="7633" y="3046"/>
                  </a:lnTo>
                  <a:lnTo>
                    <a:pt x="9109" y="4522"/>
                  </a:lnTo>
                  <a:lnTo>
                    <a:pt x="8776" y="4820"/>
                  </a:lnTo>
                  <a:lnTo>
                    <a:pt x="7287" y="3331"/>
                  </a:lnTo>
                  <a:lnTo>
                    <a:pt x="7597" y="3022"/>
                  </a:lnTo>
                  <a:close/>
                  <a:moveTo>
                    <a:pt x="3846" y="4712"/>
                  </a:moveTo>
                  <a:lnTo>
                    <a:pt x="4823" y="5689"/>
                  </a:lnTo>
                  <a:lnTo>
                    <a:pt x="4204" y="6403"/>
                  </a:lnTo>
                  <a:lnTo>
                    <a:pt x="3120" y="5308"/>
                  </a:lnTo>
                  <a:lnTo>
                    <a:pt x="3846" y="4712"/>
                  </a:lnTo>
                  <a:close/>
                  <a:moveTo>
                    <a:pt x="3454" y="7320"/>
                  </a:moveTo>
                  <a:lnTo>
                    <a:pt x="3537" y="7415"/>
                  </a:lnTo>
                  <a:lnTo>
                    <a:pt x="4787" y="8665"/>
                  </a:lnTo>
                  <a:lnTo>
                    <a:pt x="4311" y="9142"/>
                  </a:lnTo>
                  <a:lnTo>
                    <a:pt x="2977" y="7796"/>
                  </a:lnTo>
                  <a:lnTo>
                    <a:pt x="3454" y="7320"/>
                  </a:lnTo>
                  <a:close/>
                  <a:moveTo>
                    <a:pt x="5006" y="1"/>
                  </a:moveTo>
                  <a:cubicBezTo>
                    <a:pt x="4966" y="1"/>
                    <a:pt x="4924" y="15"/>
                    <a:pt x="4894" y="45"/>
                  </a:cubicBezTo>
                  <a:lnTo>
                    <a:pt x="4442" y="486"/>
                  </a:lnTo>
                  <a:cubicBezTo>
                    <a:pt x="4430" y="486"/>
                    <a:pt x="4418" y="474"/>
                    <a:pt x="4382" y="474"/>
                  </a:cubicBezTo>
                  <a:cubicBezTo>
                    <a:pt x="4347" y="474"/>
                    <a:pt x="4299" y="510"/>
                    <a:pt x="4263" y="533"/>
                  </a:cubicBezTo>
                  <a:lnTo>
                    <a:pt x="1049" y="4439"/>
                  </a:lnTo>
                  <a:lnTo>
                    <a:pt x="965" y="4343"/>
                  </a:lnTo>
                  <a:cubicBezTo>
                    <a:pt x="935" y="4314"/>
                    <a:pt x="894" y="4299"/>
                    <a:pt x="852" y="4299"/>
                  </a:cubicBezTo>
                  <a:cubicBezTo>
                    <a:pt x="810" y="4299"/>
                    <a:pt x="769" y="4314"/>
                    <a:pt x="739" y="4343"/>
                  </a:cubicBezTo>
                  <a:lnTo>
                    <a:pt x="36" y="5046"/>
                  </a:lnTo>
                  <a:cubicBezTo>
                    <a:pt x="13" y="5070"/>
                    <a:pt x="1" y="5117"/>
                    <a:pt x="1" y="5165"/>
                  </a:cubicBezTo>
                  <a:cubicBezTo>
                    <a:pt x="1" y="5213"/>
                    <a:pt x="13" y="5248"/>
                    <a:pt x="36" y="5284"/>
                  </a:cubicBezTo>
                  <a:lnTo>
                    <a:pt x="691" y="5939"/>
                  </a:lnTo>
                  <a:cubicBezTo>
                    <a:pt x="721" y="5969"/>
                    <a:pt x="763" y="5983"/>
                    <a:pt x="804" y="5983"/>
                  </a:cubicBezTo>
                  <a:cubicBezTo>
                    <a:pt x="846" y="5983"/>
                    <a:pt x="888" y="5969"/>
                    <a:pt x="918" y="5939"/>
                  </a:cubicBezTo>
                  <a:cubicBezTo>
                    <a:pt x="977" y="5879"/>
                    <a:pt x="977" y="5772"/>
                    <a:pt x="918" y="5713"/>
                  </a:cubicBezTo>
                  <a:lnTo>
                    <a:pt x="382" y="5177"/>
                  </a:lnTo>
                  <a:lnTo>
                    <a:pt x="858" y="4701"/>
                  </a:lnTo>
                  <a:lnTo>
                    <a:pt x="941" y="4796"/>
                  </a:lnTo>
                  <a:lnTo>
                    <a:pt x="2096" y="5939"/>
                  </a:lnTo>
                  <a:lnTo>
                    <a:pt x="2180" y="6022"/>
                  </a:lnTo>
                  <a:lnTo>
                    <a:pt x="1703" y="6498"/>
                  </a:lnTo>
                  <a:lnTo>
                    <a:pt x="1346" y="6141"/>
                  </a:lnTo>
                  <a:cubicBezTo>
                    <a:pt x="1316" y="6111"/>
                    <a:pt x="1278" y="6097"/>
                    <a:pt x="1239" y="6097"/>
                  </a:cubicBezTo>
                  <a:cubicBezTo>
                    <a:pt x="1200" y="6097"/>
                    <a:pt x="1162" y="6111"/>
                    <a:pt x="1132" y="6141"/>
                  </a:cubicBezTo>
                  <a:cubicBezTo>
                    <a:pt x="1072" y="6201"/>
                    <a:pt x="1072" y="6308"/>
                    <a:pt x="1132" y="6367"/>
                  </a:cubicBezTo>
                  <a:lnTo>
                    <a:pt x="1584" y="6832"/>
                  </a:lnTo>
                  <a:cubicBezTo>
                    <a:pt x="1620" y="6856"/>
                    <a:pt x="1668" y="6879"/>
                    <a:pt x="1703" y="6879"/>
                  </a:cubicBezTo>
                  <a:cubicBezTo>
                    <a:pt x="1751" y="6879"/>
                    <a:pt x="1799" y="6856"/>
                    <a:pt x="1822" y="6832"/>
                  </a:cubicBezTo>
                  <a:lnTo>
                    <a:pt x="2525" y="6129"/>
                  </a:lnTo>
                  <a:cubicBezTo>
                    <a:pt x="2561" y="6106"/>
                    <a:pt x="2573" y="6058"/>
                    <a:pt x="2573" y="6010"/>
                  </a:cubicBezTo>
                  <a:cubicBezTo>
                    <a:pt x="2573" y="5963"/>
                    <a:pt x="2549" y="5927"/>
                    <a:pt x="2525" y="5891"/>
                  </a:cubicBezTo>
                  <a:lnTo>
                    <a:pt x="2430" y="5808"/>
                  </a:lnTo>
                  <a:lnTo>
                    <a:pt x="2846" y="5463"/>
                  </a:lnTo>
                  <a:lnTo>
                    <a:pt x="3977" y="6594"/>
                  </a:lnTo>
                  <a:lnTo>
                    <a:pt x="3644" y="7010"/>
                  </a:lnTo>
                  <a:lnTo>
                    <a:pt x="3549" y="6915"/>
                  </a:lnTo>
                  <a:cubicBezTo>
                    <a:pt x="3525" y="6891"/>
                    <a:pt x="3477" y="6879"/>
                    <a:pt x="3430" y="6879"/>
                  </a:cubicBezTo>
                  <a:cubicBezTo>
                    <a:pt x="3394" y="6879"/>
                    <a:pt x="3346" y="6891"/>
                    <a:pt x="3311" y="6915"/>
                  </a:cubicBezTo>
                  <a:lnTo>
                    <a:pt x="2620" y="7618"/>
                  </a:lnTo>
                  <a:cubicBezTo>
                    <a:pt x="2561" y="7677"/>
                    <a:pt x="2561" y="7784"/>
                    <a:pt x="2620" y="7844"/>
                  </a:cubicBezTo>
                  <a:lnTo>
                    <a:pt x="4180" y="9404"/>
                  </a:lnTo>
                  <a:cubicBezTo>
                    <a:pt x="4204" y="9439"/>
                    <a:pt x="4251" y="9451"/>
                    <a:pt x="4299" y="9451"/>
                  </a:cubicBezTo>
                  <a:cubicBezTo>
                    <a:pt x="4335" y="9451"/>
                    <a:pt x="4382" y="9439"/>
                    <a:pt x="4418" y="9404"/>
                  </a:cubicBezTo>
                  <a:lnTo>
                    <a:pt x="5109" y="8701"/>
                  </a:lnTo>
                  <a:cubicBezTo>
                    <a:pt x="5168" y="8642"/>
                    <a:pt x="5168" y="8546"/>
                    <a:pt x="5109" y="8487"/>
                  </a:cubicBezTo>
                  <a:lnTo>
                    <a:pt x="5025" y="8392"/>
                  </a:lnTo>
                  <a:lnTo>
                    <a:pt x="6871" y="6879"/>
                  </a:lnTo>
                  <a:cubicBezTo>
                    <a:pt x="6942" y="6820"/>
                    <a:pt x="6942" y="6713"/>
                    <a:pt x="6883" y="6653"/>
                  </a:cubicBezTo>
                  <a:cubicBezTo>
                    <a:pt x="6851" y="6616"/>
                    <a:pt x="6807" y="6598"/>
                    <a:pt x="6764" y="6598"/>
                  </a:cubicBezTo>
                  <a:cubicBezTo>
                    <a:pt x="6724" y="6598"/>
                    <a:pt x="6685" y="6613"/>
                    <a:pt x="6656" y="6641"/>
                  </a:cubicBezTo>
                  <a:lnTo>
                    <a:pt x="4799" y="8165"/>
                  </a:lnTo>
                  <a:lnTo>
                    <a:pt x="3870" y="7237"/>
                  </a:lnTo>
                  <a:lnTo>
                    <a:pt x="6990" y="3450"/>
                  </a:lnTo>
                  <a:lnTo>
                    <a:pt x="8597" y="5058"/>
                  </a:lnTo>
                  <a:lnTo>
                    <a:pt x="7168" y="6236"/>
                  </a:lnTo>
                  <a:cubicBezTo>
                    <a:pt x="7097" y="6296"/>
                    <a:pt x="7097" y="6403"/>
                    <a:pt x="7156" y="6463"/>
                  </a:cubicBezTo>
                  <a:cubicBezTo>
                    <a:pt x="7188" y="6500"/>
                    <a:pt x="7228" y="6518"/>
                    <a:pt x="7269" y="6518"/>
                  </a:cubicBezTo>
                  <a:cubicBezTo>
                    <a:pt x="7306" y="6518"/>
                    <a:pt x="7342" y="6503"/>
                    <a:pt x="7371" y="6475"/>
                  </a:cubicBezTo>
                  <a:lnTo>
                    <a:pt x="8942" y="5177"/>
                  </a:lnTo>
                  <a:cubicBezTo>
                    <a:pt x="8966" y="5153"/>
                    <a:pt x="9002" y="5105"/>
                    <a:pt x="9002" y="5058"/>
                  </a:cubicBezTo>
                  <a:cubicBezTo>
                    <a:pt x="9002" y="5046"/>
                    <a:pt x="9002" y="5010"/>
                    <a:pt x="8978" y="4998"/>
                  </a:cubicBezTo>
                  <a:lnTo>
                    <a:pt x="9431" y="4558"/>
                  </a:lnTo>
                  <a:cubicBezTo>
                    <a:pt x="9434" y="4558"/>
                    <a:pt x="9438" y="4559"/>
                    <a:pt x="9441" y="4559"/>
                  </a:cubicBezTo>
                  <a:cubicBezTo>
                    <a:pt x="9502" y="4559"/>
                    <a:pt x="9499" y="4459"/>
                    <a:pt x="9442" y="4403"/>
                  </a:cubicBezTo>
                  <a:lnTo>
                    <a:pt x="9383" y="4343"/>
                  </a:lnTo>
                  <a:cubicBezTo>
                    <a:pt x="9585" y="3939"/>
                    <a:pt x="9466" y="3427"/>
                    <a:pt x="9073" y="3034"/>
                  </a:cubicBezTo>
                  <a:cubicBezTo>
                    <a:pt x="8812" y="2773"/>
                    <a:pt x="8485" y="2635"/>
                    <a:pt x="8174" y="2635"/>
                  </a:cubicBezTo>
                  <a:cubicBezTo>
                    <a:pt x="8031" y="2635"/>
                    <a:pt x="7891" y="2664"/>
                    <a:pt x="7764" y="2724"/>
                  </a:cubicBezTo>
                  <a:lnTo>
                    <a:pt x="7704" y="2665"/>
                  </a:lnTo>
                  <a:cubicBezTo>
                    <a:pt x="7680" y="2629"/>
                    <a:pt x="7633" y="2617"/>
                    <a:pt x="7585" y="2617"/>
                  </a:cubicBezTo>
                  <a:cubicBezTo>
                    <a:pt x="7537" y="2617"/>
                    <a:pt x="7502" y="2629"/>
                    <a:pt x="7466" y="2665"/>
                  </a:cubicBezTo>
                  <a:lnTo>
                    <a:pt x="7025" y="3105"/>
                  </a:lnTo>
                  <a:cubicBezTo>
                    <a:pt x="7002" y="3105"/>
                    <a:pt x="6990" y="3093"/>
                    <a:pt x="6966" y="3093"/>
                  </a:cubicBezTo>
                  <a:cubicBezTo>
                    <a:pt x="6918" y="3093"/>
                    <a:pt x="6871" y="3129"/>
                    <a:pt x="6847" y="3153"/>
                  </a:cubicBezTo>
                  <a:lnTo>
                    <a:pt x="5013" y="5415"/>
                  </a:lnTo>
                  <a:lnTo>
                    <a:pt x="4085" y="4498"/>
                  </a:lnTo>
                  <a:lnTo>
                    <a:pt x="4501" y="4153"/>
                  </a:lnTo>
                  <a:cubicBezTo>
                    <a:pt x="4573" y="4093"/>
                    <a:pt x="4573" y="3986"/>
                    <a:pt x="4513" y="3927"/>
                  </a:cubicBezTo>
                  <a:cubicBezTo>
                    <a:pt x="4488" y="3889"/>
                    <a:pt x="4447" y="3872"/>
                    <a:pt x="4405" y="3872"/>
                  </a:cubicBezTo>
                  <a:cubicBezTo>
                    <a:pt x="4367" y="3872"/>
                    <a:pt x="4327" y="3886"/>
                    <a:pt x="4299" y="3915"/>
                  </a:cubicBezTo>
                  <a:lnTo>
                    <a:pt x="3739" y="4379"/>
                  </a:lnTo>
                  <a:lnTo>
                    <a:pt x="2215" y="5641"/>
                  </a:lnTo>
                  <a:lnTo>
                    <a:pt x="1275" y="4701"/>
                  </a:lnTo>
                  <a:lnTo>
                    <a:pt x="4406" y="926"/>
                  </a:lnTo>
                  <a:lnTo>
                    <a:pt x="6002" y="2534"/>
                  </a:lnTo>
                  <a:lnTo>
                    <a:pt x="4799" y="3522"/>
                  </a:lnTo>
                  <a:cubicBezTo>
                    <a:pt x="4728" y="3581"/>
                    <a:pt x="4728" y="3689"/>
                    <a:pt x="4787" y="3748"/>
                  </a:cubicBezTo>
                  <a:cubicBezTo>
                    <a:pt x="4818" y="3785"/>
                    <a:pt x="4862" y="3803"/>
                    <a:pt x="4906" y="3803"/>
                  </a:cubicBezTo>
                  <a:cubicBezTo>
                    <a:pt x="4946" y="3803"/>
                    <a:pt x="4985" y="3788"/>
                    <a:pt x="5013" y="3760"/>
                  </a:cubicBezTo>
                  <a:lnTo>
                    <a:pt x="6347" y="2653"/>
                  </a:lnTo>
                  <a:cubicBezTo>
                    <a:pt x="6383" y="2617"/>
                    <a:pt x="6406" y="2569"/>
                    <a:pt x="6406" y="2534"/>
                  </a:cubicBezTo>
                  <a:lnTo>
                    <a:pt x="6406" y="2474"/>
                  </a:lnTo>
                  <a:lnTo>
                    <a:pt x="6859" y="2022"/>
                  </a:lnTo>
                  <a:cubicBezTo>
                    <a:pt x="6883" y="1998"/>
                    <a:pt x="6894" y="1950"/>
                    <a:pt x="6894" y="1903"/>
                  </a:cubicBezTo>
                  <a:cubicBezTo>
                    <a:pt x="6894" y="1855"/>
                    <a:pt x="6883" y="1819"/>
                    <a:pt x="6859" y="1784"/>
                  </a:cubicBezTo>
                  <a:lnTo>
                    <a:pt x="6799" y="1724"/>
                  </a:lnTo>
                  <a:cubicBezTo>
                    <a:pt x="6990" y="1319"/>
                    <a:pt x="6871" y="807"/>
                    <a:pt x="6478" y="414"/>
                  </a:cubicBezTo>
                  <a:cubicBezTo>
                    <a:pt x="6217" y="153"/>
                    <a:pt x="5889" y="15"/>
                    <a:pt x="5578" y="15"/>
                  </a:cubicBezTo>
                  <a:cubicBezTo>
                    <a:pt x="5435" y="15"/>
                    <a:pt x="5296" y="45"/>
                    <a:pt x="5168" y="105"/>
                  </a:cubicBezTo>
                  <a:lnTo>
                    <a:pt x="5109" y="45"/>
                  </a:lnTo>
                  <a:cubicBezTo>
                    <a:pt x="5085" y="15"/>
                    <a:pt x="5046" y="1"/>
                    <a:pt x="5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2" name="Google Shape;11262;p65"/>
            <p:cNvSpPr/>
            <p:nvPr/>
          </p:nvSpPr>
          <p:spPr>
            <a:xfrm>
              <a:off x="4116204" y="3078638"/>
              <a:ext cx="73973" cy="84269"/>
            </a:xfrm>
            <a:custGeom>
              <a:avLst/>
              <a:gdLst/>
              <a:ahLst/>
              <a:cxnLst/>
              <a:rect l="l" t="t" r="r" b="b"/>
              <a:pathLst>
                <a:path w="2335" h="2660" extrusionOk="0">
                  <a:moveTo>
                    <a:pt x="2152" y="1"/>
                  </a:moveTo>
                  <a:cubicBezTo>
                    <a:pt x="2109" y="1"/>
                    <a:pt x="2069" y="19"/>
                    <a:pt x="2037" y="52"/>
                  </a:cubicBezTo>
                  <a:lnTo>
                    <a:pt x="60" y="2385"/>
                  </a:lnTo>
                  <a:cubicBezTo>
                    <a:pt x="1" y="2457"/>
                    <a:pt x="12" y="2552"/>
                    <a:pt x="72" y="2612"/>
                  </a:cubicBezTo>
                  <a:cubicBezTo>
                    <a:pt x="96" y="2635"/>
                    <a:pt x="143" y="2659"/>
                    <a:pt x="179" y="2659"/>
                  </a:cubicBezTo>
                  <a:cubicBezTo>
                    <a:pt x="215" y="2659"/>
                    <a:pt x="262" y="2635"/>
                    <a:pt x="298" y="2600"/>
                  </a:cubicBezTo>
                  <a:lnTo>
                    <a:pt x="2275" y="254"/>
                  </a:lnTo>
                  <a:cubicBezTo>
                    <a:pt x="2334" y="195"/>
                    <a:pt x="2322" y="99"/>
                    <a:pt x="2263" y="40"/>
                  </a:cubicBezTo>
                  <a:cubicBezTo>
                    <a:pt x="2225" y="13"/>
                    <a:pt x="2188" y="1"/>
                    <a:pt x="21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3" name="Google Shape;11263;p65"/>
          <p:cNvGrpSpPr/>
          <p:nvPr/>
        </p:nvGrpSpPr>
        <p:grpSpPr>
          <a:xfrm>
            <a:off x="3527780" y="2709863"/>
            <a:ext cx="347435" cy="345534"/>
            <a:chOff x="3527780" y="2885263"/>
            <a:chExt cx="347435" cy="345534"/>
          </a:xfrm>
        </p:grpSpPr>
        <p:sp>
          <p:nvSpPr>
            <p:cNvPr id="11264" name="Google Shape;11264;p65"/>
            <p:cNvSpPr/>
            <p:nvPr/>
          </p:nvSpPr>
          <p:spPr>
            <a:xfrm>
              <a:off x="3527780" y="2885263"/>
              <a:ext cx="347435" cy="345534"/>
            </a:xfrm>
            <a:custGeom>
              <a:avLst/>
              <a:gdLst/>
              <a:ahLst/>
              <a:cxnLst/>
              <a:rect l="l" t="t" r="r" b="b"/>
              <a:pathLst>
                <a:path w="10967" h="10907" extrusionOk="0">
                  <a:moveTo>
                    <a:pt x="3751" y="298"/>
                  </a:moveTo>
                  <a:cubicBezTo>
                    <a:pt x="3811" y="298"/>
                    <a:pt x="3847" y="345"/>
                    <a:pt x="3847" y="405"/>
                  </a:cubicBezTo>
                  <a:cubicBezTo>
                    <a:pt x="3847" y="464"/>
                    <a:pt x="3811" y="512"/>
                    <a:pt x="3751" y="512"/>
                  </a:cubicBezTo>
                  <a:cubicBezTo>
                    <a:pt x="3692" y="512"/>
                    <a:pt x="3644" y="464"/>
                    <a:pt x="3644" y="405"/>
                  </a:cubicBezTo>
                  <a:cubicBezTo>
                    <a:pt x="3656" y="345"/>
                    <a:pt x="3704" y="298"/>
                    <a:pt x="3751" y="298"/>
                  </a:cubicBezTo>
                  <a:close/>
                  <a:moveTo>
                    <a:pt x="5490" y="298"/>
                  </a:moveTo>
                  <a:cubicBezTo>
                    <a:pt x="5549" y="298"/>
                    <a:pt x="5597" y="345"/>
                    <a:pt x="5597" y="405"/>
                  </a:cubicBezTo>
                  <a:cubicBezTo>
                    <a:pt x="5597" y="464"/>
                    <a:pt x="5549" y="512"/>
                    <a:pt x="5490" y="512"/>
                  </a:cubicBezTo>
                  <a:cubicBezTo>
                    <a:pt x="5430" y="512"/>
                    <a:pt x="5382" y="464"/>
                    <a:pt x="5382" y="405"/>
                  </a:cubicBezTo>
                  <a:cubicBezTo>
                    <a:pt x="5382" y="345"/>
                    <a:pt x="5430" y="298"/>
                    <a:pt x="5490" y="298"/>
                  </a:cubicBezTo>
                  <a:close/>
                  <a:moveTo>
                    <a:pt x="7216" y="298"/>
                  </a:moveTo>
                  <a:cubicBezTo>
                    <a:pt x="7276" y="298"/>
                    <a:pt x="7323" y="345"/>
                    <a:pt x="7323" y="405"/>
                  </a:cubicBezTo>
                  <a:cubicBezTo>
                    <a:pt x="7323" y="464"/>
                    <a:pt x="7276" y="512"/>
                    <a:pt x="7216" y="512"/>
                  </a:cubicBezTo>
                  <a:cubicBezTo>
                    <a:pt x="7156" y="512"/>
                    <a:pt x="7109" y="464"/>
                    <a:pt x="7109" y="405"/>
                  </a:cubicBezTo>
                  <a:cubicBezTo>
                    <a:pt x="7109" y="345"/>
                    <a:pt x="7156" y="298"/>
                    <a:pt x="7216" y="298"/>
                  </a:cubicBezTo>
                  <a:close/>
                  <a:moveTo>
                    <a:pt x="394" y="3632"/>
                  </a:moveTo>
                  <a:cubicBezTo>
                    <a:pt x="453" y="3632"/>
                    <a:pt x="501" y="3679"/>
                    <a:pt x="501" y="3739"/>
                  </a:cubicBezTo>
                  <a:cubicBezTo>
                    <a:pt x="501" y="3798"/>
                    <a:pt x="453" y="3846"/>
                    <a:pt x="394" y="3846"/>
                  </a:cubicBezTo>
                  <a:cubicBezTo>
                    <a:pt x="334" y="3846"/>
                    <a:pt x="287" y="3798"/>
                    <a:pt x="287" y="3739"/>
                  </a:cubicBezTo>
                  <a:cubicBezTo>
                    <a:pt x="287" y="3679"/>
                    <a:pt x="334" y="3632"/>
                    <a:pt x="394" y="3632"/>
                  </a:cubicBezTo>
                  <a:close/>
                  <a:moveTo>
                    <a:pt x="10562" y="3655"/>
                  </a:moveTo>
                  <a:cubicBezTo>
                    <a:pt x="10621" y="3655"/>
                    <a:pt x="10669" y="3691"/>
                    <a:pt x="10669" y="3763"/>
                  </a:cubicBezTo>
                  <a:cubicBezTo>
                    <a:pt x="10669" y="3822"/>
                    <a:pt x="10621" y="3858"/>
                    <a:pt x="10562" y="3858"/>
                  </a:cubicBezTo>
                  <a:cubicBezTo>
                    <a:pt x="10502" y="3858"/>
                    <a:pt x="10454" y="3822"/>
                    <a:pt x="10454" y="3763"/>
                  </a:cubicBezTo>
                  <a:cubicBezTo>
                    <a:pt x="10454" y="3691"/>
                    <a:pt x="10502" y="3655"/>
                    <a:pt x="10562" y="3655"/>
                  </a:cubicBezTo>
                  <a:close/>
                  <a:moveTo>
                    <a:pt x="394" y="5382"/>
                  </a:moveTo>
                  <a:cubicBezTo>
                    <a:pt x="453" y="5382"/>
                    <a:pt x="501" y="5417"/>
                    <a:pt x="501" y="5477"/>
                  </a:cubicBezTo>
                  <a:cubicBezTo>
                    <a:pt x="501" y="5548"/>
                    <a:pt x="453" y="5584"/>
                    <a:pt x="394" y="5584"/>
                  </a:cubicBezTo>
                  <a:cubicBezTo>
                    <a:pt x="334" y="5584"/>
                    <a:pt x="287" y="5548"/>
                    <a:pt x="287" y="5477"/>
                  </a:cubicBezTo>
                  <a:cubicBezTo>
                    <a:pt x="287" y="5417"/>
                    <a:pt x="334" y="5382"/>
                    <a:pt x="394" y="5382"/>
                  </a:cubicBezTo>
                  <a:close/>
                  <a:moveTo>
                    <a:pt x="10562" y="5382"/>
                  </a:moveTo>
                  <a:cubicBezTo>
                    <a:pt x="10621" y="5382"/>
                    <a:pt x="10669" y="5429"/>
                    <a:pt x="10669" y="5489"/>
                  </a:cubicBezTo>
                  <a:cubicBezTo>
                    <a:pt x="10669" y="5548"/>
                    <a:pt x="10621" y="5584"/>
                    <a:pt x="10562" y="5584"/>
                  </a:cubicBezTo>
                  <a:cubicBezTo>
                    <a:pt x="10502" y="5584"/>
                    <a:pt x="10454" y="5548"/>
                    <a:pt x="10454" y="5489"/>
                  </a:cubicBezTo>
                  <a:cubicBezTo>
                    <a:pt x="10454" y="5429"/>
                    <a:pt x="10502" y="5382"/>
                    <a:pt x="10562" y="5382"/>
                  </a:cubicBezTo>
                  <a:close/>
                  <a:moveTo>
                    <a:pt x="394" y="7108"/>
                  </a:moveTo>
                  <a:cubicBezTo>
                    <a:pt x="453" y="7108"/>
                    <a:pt x="501" y="7144"/>
                    <a:pt x="501" y="7215"/>
                  </a:cubicBezTo>
                  <a:cubicBezTo>
                    <a:pt x="501" y="7275"/>
                    <a:pt x="453" y="7311"/>
                    <a:pt x="394" y="7311"/>
                  </a:cubicBezTo>
                  <a:cubicBezTo>
                    <a:pt x="334" y="7311"/>
                    <a:pt x="287" y="7275"/>
                    <a:pt x="287" y="7215"/>
                  </a:cubicBezTo>
                  <a:cubicBezTo>
                    <a:pt x="287" y="7144"/>
                    <a:pt x="334" y="7108"/>
                    <a:pt x="394" y="7108"/>
                  </a:cubicBezTo>
                  <a:close/>
                  <a:moveTo>
                    <a:pt x="10562" y="7120"/>
                  </a:moveTo>
                  <a:cubicBezTo>
                    <a:pt x="10621" y="7120"/>
                    <a:pt x="10669" y="7168"/>
                    <a:pt x="10669" y="7227"/>
                  </a:cubicBezTo>
                  <a:cubicBezTo>
                    <a:pt x="10669" y="7287"/>
                    <a:pt x="10621" y="7334"/>
                    <a:pt x="10562" y="7334"/>
                  </a:cubicBezTo>
                  <a:cubicBezTo>
                    <a:pt x="10502" y="7334"/>
                    <a:pt x="10454" y="7287"/>
                    <a:pt x="10454" y="7227"/>
                  </a:cubicBezTo>
                  <a:cubicBezTo>
                    <a:pt x="10454" y="7168"/>
                    <a:pt x="10502" y="7120"/>
                    <a:pt x="10562" y="7120"/>
                  </a:cubicBezTo>
                  <a:close/>
                  <a:moveTo>
                    <a:pt x="3751" y="10454"/>
                  </a:moveTo>
                  <a:cubicBezTo>
                    <a:pt x="3811" y="10454"/>
                    <a:pt x="3847" y="10501"/>
                    <a:pt x="3847" y="10561"/>
                  </a:cubicBezTo>
                  <a:cubicBezTo>
                    <a:pt x="3847" y="10621"/>
                    <a:pt x="3811" y="10668"/>
                    <a:pt x="3751" y="10668"/>
                  </a:cubicBezTo>
                  <a:cubicBezTo>
                    <a:pt x="3692" y="10668"/>
                    <a:pt x="3644" y="10621"/>
                    <a:pt x="3644" y="10561"/>
                  </a:cubicBezTo>
                  <a:cubicBezTo>
                    <a:pt x="3644" y="10501"/>
                    <a:pt x="3680" y="10454"/>
                    <a:pt x="3751" y="10454"/>
                  </a:cubicBezTo>
                  <a:close/>
                  <a:moveTo>
                    <a:pt x="5490" y="10454"/>
                  </a:moveTo>
                  <a:cubicBezTo>
                    <a:pt x="5549" y="10454"/>
                    <a:pt x="5597" y="10501"/>
                    <a:pt x="5597" y="10561"/>
                  </a:cubicBezTo>
                  <a:cubicBezTo>
                    <a:pt x="5597" y="10621"/>
                    <a:pt x="5537" y="10668"/>
                    <a:pt x="5490" y="10668"/>
                  </a:cubicBezTo>
                  <a:cubicBezTo>
                    <a:pt x="5430" y="10668"/>
                    <a:pt x="5382" y="10621"/>
                    <a:pt x="5382" y="10561"/>
                  </a:cubicBezTo>
                  <a:cubicBezTo>
                    <a:pt x="5382" y="10501"/>
                    <a:pt x="5430" y="10454"/>
                    <a:pt x="5490" y="10454"/>
                  </a:cubicBezTo>
                  <a:close/>
                  <a:moveTo>
                    <a:pt x="7216" y="10454"/>
                  </a:moveTo>
                  <a:cubicBezTo>
                    <a:pt x="7276" y="10454"/>
                    <a:pt x="7323" y="10501"/>
                    <a:pt x="7323" y="10561"/>
                  </a:cubicBezTo>
                  <a:cubicBezTo>
                    <a:pt x="7323" y="10621"/>
                    <a:pt x="7276" y="10668"/>
                    <a:pt x="7216" y="10668"/>
                  </a:cubicBezTo>
                  <a:cubicBezTo>
                    <a:pt x="7156" y="10668"/>
                    <a:pt x="7109" y="10621"/>
                    <a:pt x="7109" y="10561"/>
                  </a:cubicBezTo>
                  <a:cubicBezTo>
                    <a:pt x="7109" y="10501"/>
                    <a:pt x="7156" y="10454"/>
                    <a:pt x="7216" y="10454"/>
                  </a:cubicBezTo>
                  <a:close/>
                  <a:moveTo>
                    <a:pt x="3811" y="0"/>
                  </a:moveTo>
                  <a:cubicBezTo>
                    <a:pt x="3561" y="0"/>
                    <a:pt x="3394" y="203"/>
                    <a:pt x="3394" y="417"/>
                  </a:cubicBezTo>
                  <a:cubicBezTo>
                    <a:pt x="3394" y="595"/>
                    <a:pt x="3489" y="750"/>
                    <a:pt x="3656" y="810"/>
                  </a:cubicBezTo>
                  <a:lnTo>
                    <a:pt x="3656" y="1738"/>
                  </a:lnTo>
                  <a:lnTo>
                    <a:pt x="1965" y="1738"/>
                  </a:lnTo>
                  <a:cubicBezTo>
                    <a:pt x="1870" y="1738"/>
                    <a:pt x="1799" y="1810"/>
                    <a:pt x="1799" y="1893"/>
                  </a:cubicBezTo>
                  <a:lnTo>
                    <a:pt x="1799" y="3596"/>
                  </a:lnTo>
                  <a:lnTo>
                    <a:pt x="799" y="3596"/>
                  </a:lnTo>
                  <a:cubicBezTo>
                    <a:pt x="739" y="3441"/>
                    <a:pt x="596" y="3322"/>
                    <a:pt x="418" y="3322"/>
                  </a:cubicBezTo>
                  <a:cubicBezTo>
                    <a:pt x="179" y="3322"/>
                    <a:pt x="1" y="3524"/>
                    <a:pt x="1" y="3739"/>
                  </a:cubicBezTo>
                  <a:cubicBezTo>
                    <a:pt x="1" y="3977"/>
                    <a:pt x="191" y="4155"/>
                    <a:pt x="418" y="4155"/>
                  </a:cubicBezTo>
                  <a:cubicBezTo>
                    <a:pt x="596" y="4155"/>
                    <a:pt x="739" y="4048"/>
                    <a:pt x="799" y="3893"/>
                  </a:cubicBezTo>
                  <a:lnTo>
                    <a:pt x="1727" y="3893"/>
                  </a:lnTo>
                  <a:lnTo>
                    <a:pt x="1727" y="5310"/>
                  </a:lnTo>
                  <a:lnTo>
                    <a:pt x="799" y="5310"/>
                  </a:lnTo>
                  <a:cubicBezTo>
                    <a:pt x="739" y="5156"/>
                    <a:pt x="596" y="5036"/>
                    <a:pt x="418" y="5036"/>
                  </a:cubicBezTo>
                  <a:cubicBezTo>
                    <a:pt x="179" y="5036"/>
                    <a:pt x="1" y="5227"/>
                    <a:pt x="1" y="5453"/>
                  </a:cubicBezTo>
                  <a:cubicBezTo>
                    <a:pt x="1" y="5691"/>
                    <a:pt x="191" y="5870"/>
                    <a:pt x="418" y="5870"/>
                  </a:cubicBezTo>
                  <a:cubicBezTo>
                    <a:pt x="596" y="5870"/>
                    <a:pt x="739" y="5763"/>
                    <a:pt x="799" y="5608"/>
                  </a:cubicBezTo>
                  <a:lnTo>
                    <a:pt x="1727" y="5608"/>
                  </a:lnTo>
                  <a:lnTo>
                    <a:pt x="1727" y="7013"/>
                  </a:lnTo>
                  <a:lnTo>
                    <a:pt x="799" y="7013"/>
                  </a:lnTo>
                  <a:cubicBezTo>
                    <a:pt x="739" y="6870"/>
                    <a:pt x="596" y="6751"/>
                    <a:pt x="418" y="6751"/>
                  </a:cubicBezTo>
                  <a:cubicBezTo>
                    <a:pt x="179" y="6751"/>
                    <a:pt x="1" y="6941"/>
                    <a:pt x="1" y="7168"/>
                  </a:cubicBezTo>
                  <a:cubicBezTo>
                    <a:pt x="1" y="7406"/>
                    <a:pt x="191" y="7584"/>
                    <a:pt x="418" y="7584"/>
                  </a:cubicBezTo>
                  <a:cubicBezTo>
                    <a:pt x="596" y="7584"/>
                    <a:pt x="739" y="7477"/>
                    <a:pt x="799" y="7311"/>
                  </a:cubicBezTo>
                  <a:lnTo>
                    <a:pt x="1727" y="7311"/>
                  </a:lnTo>
                  <a:lnTo>
                    <a:pt x="1727" y="9013"/>
                  </a:lnTo>
                  <a:cubicBezTo>
                    <a:pt x="1727" y="9097"/>
                    <a:pt x="1799" y="9180"/>
                    <a:pt x="1882" y="9180"/>
                  </a:cubicBezTo>
                  <a:lnTo>
                    <a:pt x="3585" y="9180"/>
                  </a:lnTo>
                  <a:lnTo>
                    <a:pt x="3585" y="10097"/>
                  </a:lnTo>
                  <a:cubicBezTo>
                    <a:pt x="3430" y="10156"/>
                    <a:pt x="3311" y="10311"/>
                    <a:pt x="3311" y="10490"/>
                  </a:cubicBezTo>
                  <a:cubicBezTo>
                    <a:pt x="3311" y="10728"/>
                    <a:pt x="3513" y="10906"/>
                    <a:pt x="3727" y="10906"/>
                  </a:cubicBezTo>
                  <a:cubicBezTo>
                    <a:pt x="3966" y="10906"/>
                    <a:pt x="4144" y="10704"/>
                    <a:pt x="4144" y="10490"/>
                  </a:cubicBezTo>
                  <a:cubicBezTo>
                    <a:pt x="4144" y="10311"/>
                    <a:pt x="4049" y="10156"/>
                    <a:pt x="3882" y="10097"/>
                  </a:cubicBezTo>
                  <a:lnTo>
                    <a:pt x="3882" y="9180"/>
                  </a:lnTo>
                  <a:lnTo>
                    <a:pt x="5299" y="9180"/>
                  </a:lnTo>
                  <a:lnTo>
                    <a:pt x="5299" y="10097"/>
                  </a:lnTo>
                  <a:cubicBezTo>
                    <a:pt x="5144" y="10156"/>
                    <a:pt x="5025" y="10311"/>
                    <a:pt x="5025" y="10490"/>
                  </a:cubicBezTo>
                  <a:cubicBezTo>
                    <a:pt x="5025" y="10728"/>
                    <a:pt x="5216" y="10906"/>
                    <a:pt x="5442" y="10906"/>
                  </a:cubicBezTo>
                  <a:cubicBezTo>
                    <a:pt x="5680" y="10906"/>
                    <a:pt x="5859" y="10704"/>
                    <a:pt x="5859" y="10490"/>
                  </a:cubicBezTo>
                  <a:cubicBezTo>
                    <a:pt x="5859" y="10311"/>
                    <a:pt x="5752" y="10156"/>
                    <a:pt x="5597" y="10097"/>
                  </a:cubicBezTo>
                  <a:lnTo>
                    <a:pt x="5597" y="9180"/>
                  </a:lnTo>
                  <a:lnTo>
                    <a:pt x="7002" y="9180"/>
                  </a:lnTo>
                  <a:lnTo>
                    <a:pt x="7002" y="10097"/>
                  </a:lnTo>
                  <a:cubicBezTo>
                    <a:pt x="6859" y="10156"/>
                    <a:pt x="6740" y="10311"/>
                    <a:pt x="6740" y="10490"/>
                  </a:cubicBezTo>
                  <a:cubicBezTo>
                    <a:pt x="6740" y="10728"/>
                    <a:pt x="6930" y="10906"/>
                    <a:pt x="7156" y="10906"/>
                  </a:cubicBezTo>
                  <a:cubicBezTo>
                    <a:pt x="7383" y="10906"/>
                    <a:pt x="7573" y="10704"/>
                    <a:pt x="7573" y="10490"/>
                  </a:cubicBezTo>
                  <a:cubicBezTo>
                    <a:pt x="7573" y="10311"/>
                    <a:pt x="7466" y="10156"/>
                    <a:pt x="7299" y="10097"/>
                  </a:cubicBezTo>
                  <a:lnTo>
                    <a:pt x="7299" y="9180"/>
                  </a:lnTo>
                  <a:lnTo>
                    <a:pt x="9002" y="9180"/>
                  </a:lnTo>
                  <a:cubicBezTo>
                    <a:pt x="9085" y="9180"/>
                    <a:pt x="9169" y="9097"/>
                    <a:pt x="9169" y="9013"/>
                  </a:cubicBezTo>
                  <a:lnTo>
                    <a:pt x="9169" y="7311"/>
                  </a:lnTo>
                  <a:lnTo>
                    <a:pt x="10085" y="7311"/>
                  </a:lnTo>
                  <a:cubicBezTo>
                    <a:pt x="10145" y="7465"/>
                    <a:pt x="10300" y="7584"/>
                    <a:pt x="10478" y="7584"/>
                  </a:cubicBezTo>
                  <a:cubicBezTo>
                    <a:pt x="10716" y="7584"/>
                    <a:pt x="10895" y="7394"/>
                    <a:pt x="10895" y="7168"/>
                  </a:cubicBezTo>
                  <a:cubicBezTo>
                    <a:pt x="10895" y="6930"/>
                    <a:pt x="10693" y="6751"/>
                    <a:pt x="10478" y="6751"/>
                  </a:cubicBezTo>
                  <a:cubicBezTo>
                    <a:pt x="10300" y="6751"/>
                    <a:pt x="10145" y="6858"/>
                    <a:pt x="10085" y="7013"/>
                  </a:cubicBezTo>
                  <a:lnTo>
                    <a:pt x="9169" y="7013"/>
                  </a:lnTo>
                  <a:lnTo>
                    <a:pt x="9240" y="5644"/>
                  </a:lnTo>
                  <a:lnTo>
                    <a:pt x="10157" y="5644"/>
                  </a:lnTo>
                  <a:cubicBezTo>
                    <a:pt x="10216" y="5798"/>
                    <a:pt x="10371" y="5918"/>
                    <a:pt x="10550" y="5918"/>
                  </a:cubicBezTo>
                  <a:cubicBezTo>
                    <a:pt x="10788" y="5918"/>
                    <a:pt x="10966" y="5727"/>
                    <a:pt x="10966" y="5501"/>
                  </a:cubicBezTo>
                  <a:cubicBezTo>
                    <a:pt x="10966" y="5263"/>
                    <a:pt x="10776" y="5084"/>
                    <a:pt x="10550" y="5084"/>
                  </a:cubicBezTo>
                  <a:cubicBezTo>
                    <a:pt x="10371" y="5084"/>
                    <a:pt x="10216" y="5191"/>
                    <a:pt x="10157" y="5346"/>
                  </a:cubicBezTo>
                  <a:lnTo>
                    <a:pt x="9240" y="5346"/>
                  </a:lnTo>
                  <a:lnTo>
                    <a:pt x="9240" y="3905"/>
                  </a:lnTo>
                  <a:lnTo>
                    <a:pt x="10157" y="3905"/>
                  </a:lnTo>
                  <a:cubicBezTo>
                    <a:pt x="10216" y="4060"/>
                    <a:pt x="10371" y="4179"/>
                    <a:pt x="10550" y="4179"/>
                  </a:cubicBezTo>
                  <a:cubicBezTo>
                    <a:pt x="10788" y="4179"/>
                    <a:pt x="10966" y="3977"/>
                    <a:pt x="10966" y="3763"/>
                  </a:cubicBezTo>
                  <a:cubicBezTo>
                    <a:pt x="10966" y="3524"/>
                    <a:pt x="10776" y="3346"/>
                    <a:pt x="10550" y="3346"/>
                  </a:cubicBezTo>
                  <a:cubicBezTo>
                    <a:pt x="10371" y="3346"/>
                    <a:pt x="10216" y="3441"/>
                    <a:pt x="10157" y="3608"/>
                  </a:cubicBezTo>
                  <a:lnTo>
                    <a:pt x="9240" y="3608"/>
                  </a:lnTo>
                  <a:lnTo>
                    <a:pt x="9240" y="1917"/>
                  </a:lnTo>
                  <a:cubicBezTo>
                    <a:pt x="9240" y="1822"/>
                    <a:pt x="9169" y="1750"/>
                    <a:pt x="9073" y="1750"/>
                  </a:cubicBezTo>
                  <a:lnTo>
                    <a:pt x="8395" y="1750"/>
                  </a:lnTo>
                  <a:cubicBezTo>
                    <a:pt x="8299" y="1750"/>
                    <a:pt x="8228" y="1822"/>
                    <a:pt x="8228" y="1917"/>
                  </a:cubicBezTo>
                  <a:cubicBezTo>
                    <a:pt x="8228" y="2000"/>
                    <a:pt x="8299" y="2072"/>
                    <a:pt x="8395" y="2072"/>
                  </a:cubicBezTo>
                  <a:lnTo>
                    <a:pt x="8930" y="2072"/>
                  </a:lnTo>
                  <a:lnTo>
                    <a:pt x="8930" y="3763"/>
                  </a:lnTo>
                  <a:lnTo>
                    <a:pt x="8930" y="5489"/>
                  </a:lnTo>
                  <a:lnTo>
                    <a:pt x="8930" y="7215"/>
                  </a:lnTo>
                  <a:lnTo>
                    <a:pt x="8930" y="8906"/>
                  </a:lnTo>
                  <a:lnTo>
                    <a:pt x="2049" y="8906"/>
                  </a:lnTo>
                  <a:lnTo>
                    <a:pt x="2049" y="7215"/>
                  </a:lnTo>
                  <a:lnTo>
                    <a:pt x="2049" y="5489"/>
                  </a:lnTo>
                  <a:lnTo>
                    <a:pt x="2049" y="3763"/>
                  </a:lnTo>
                  <a:lnTo>
                    <a:pt x="2049" y="2060"/>
                  </a:lnTo>
                  <a:lnTo>
                    <a:pt x="7752" y="2060"/>
                  </a:lnTo>
                  <a:cubicBezTo>
                    <a:pt x="7835" y="2060"/>
                    <a:pt x="7918" y="1988"/>
                    <a:pt x="7918" y="1893"/>
                  </a:cubicBezTo>
                  <a:cubicBezTo>
                    <a:pt x="7918" y="1810"/>
                    <a:pt x="7835" y="1738"/>
                    <a:pt x="7752" y="1738"/>
                  </a:cubicBezTo>
                  <a:lnTo>
                    <a:pt x="7383" y="1738"/>
                  </a:lnTo>
                  <a:lnTo>
                    <a:pt x="7383" y="810"/>
                  </a:lnTo>
                  <a:cubicBezTo>
                    <a:pt x="7526" y="750"/>
                    <a:pt x="7645" y="595"/>
                    <a:pt x="7645" y="417"/>
                  </a:cubicBezTo>
                  <a:cubicBezTo>
                    <a:pt x="7645" y="179"/>
                    <a:pt x="7454" y="0"/>
                    <a:pt x="7228" y="0"/>
                  </a:cubicBezTo>
                  <a:cubicBezTo>
                    <a:pt x="6990" y="0"/>
                    <a:pt x="6811" y="203"/>
                    <a:pt x="6811" y="417"/>
                  </a:cubicBezTo>
                  <a:cubicBezTo>
                    <a:pt x="6811" y="595"/>
                    <a:pt x="6918" y="750"/>
                    <a:pt x="7085" y="810"/>
                  </a:cubicBezTo>
                  <a:lnTo>
                    <a:pt x="7085" y="1738"/>
                  </a:lnTo>
                  <a:lnTo>
                    <a:pt x="5668" y="1738"/>
                  </a:lnTo>
                  <a:lnTo>
                    <a:pt x="5668" y="810"/>
                  </a:lnTo>
                  <a:cubicBezTo>
                    <a:pt x="5811" y="750"/>
                    <a:pt x="5930" y="595"/>
                    <a:pt x="5930" y="417"/>
                  </a:cubicBezTo>
                  <a:cubicBezTo>
                    <a:pt x="5930" y="179"/>
                    <a:pt x="5740" y="0"/>
                    <a:pt x="5513" y="0"/>
                  </a:cubicBezTo>
                  <a:cubicBezTo>
                    <a:pt x="5275" y="0"/>
                    <a:pt x="5097" y="203"/>
                    <a:pt x="5097" y="417"/>
                  </a:cubicBezTo>
                  <a:cubicBezTo>
                    <a:pt x="5097" y="595"/>
                    <a:pt x="5204" y="750"/>
                    <a:pt x="5371" y="810"/>
                  </a:cubicBezTo>
                  <a:lnTo>
                    <a:pt x="5371" y="1738"/>
                  </a:lnTo>
                  <a:lnTo>
                    <a:pt x="3954" y="1738"/>
                  </a:lnTo>
                  <a:lnTo>
                    <a:pt x="3954" y="810"/>
                  </a:lnTo>
                  <a:cubicBezTo>
                    <a:pt x="4108" y="750"/>
                    <a:pt x="4216" y="595"/>
                    <a:pt x="4216" y="417"/>
                  </a:cubicBezTo>
                  <a:cubicBezTo>
                    <a:pt x="4216" y="179"/>
                    <a:pt x="4025" y="0"/>
                    <a:pt x="3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65"/>
            <p:cNvSpPr/>
            <p:nvPr/>
          </p:nvSpPr>
          <p:spPr>
            <a:xfrm>
              <a:off x="3599440" y="2956543"/>
              <a:ext cx="204494" cy="204843"/>
            </a:xfrm>
            <a:custGeom>
              <a:avLst/>
              <a:gdLst/>
              <a:ahLst/>
              <a:cxnLst/>
              <a:rect l="l" t="t" r="r" b="b"/>
              <a:pathLst>
                <a:path w="6455" h="6466" extrusionOk="0">
                  <a:moveTo>
                    <a:pt x="156" y="0"/>
                  </a:moveTo>
                  <a:cubicBezTo>
                    <a:pt x="72" y="0"/>
                    <a:pt x="1" y="84"/>
                    <a:pt x="1" y="167"/>
                  </a:cubicBezTo>
                  <a:lnTo>
                    <a:pt x="1" y="4644"/>
                  </a:lnTo>
                  <a:cubicBezTo>
                    <a:pt x="1" y="4739"/>
                    <a:pt x="72" y="4811"/>
                    <a:pt x="156" y="4811"/>
                  </a:cubicBezTo>
                  <a:cubicBezTo>
                    <a:pt x="251" y="4811"/>
                    <a:pt x="322" y="4739"/>
                    <a:pt x="322" y="4644"/>
                  </a:cubicBezTo>
                  <a:lnTo>
                    <a:pt x="322" y="334"/>
                  </a:lnTo>
                  <a:lnTo>
                    <a:pt x="6133" y="334"/>
                  </a:lnTo>
                  <a:lnTo>
                    <a:pt x="6133" y="6132"/>
                  </a:lnTo>
                  <a:lnTo>
                    <a:pt x="322" y="6132"/>
                  </a:lnTo>
                  <a:lnTo>
                    <a:pt x="322" y="5287"/>
                  </a:lnTo>
                  <a:cubicBezTo>
                    <a:pt x="322" y="5203"/>
                    <a:pt x="251" y="5120"/>
                    <a:pt x="156" y="5120"/>
                  </a:cubicBezTo>
                  <a:cubicBezTo>
                    <a:pt x="72" y="5120"/>
                    <a:pt x="1" y="5203"/>
                    <a:pt x="1" y="5287"/>
                  </a:cubicBezTo>
                  <a:lnTo>
                    <a:pt x="1" y="6299"/>
                  </a:lnTo>
                  <a:cubicBezTo>
                    <a:pt x="1" y="6394"/>
                    <a:pt x="72" y="6466"/>
                    <a:pt x="156" y="6466"/>
                  </a:cubicBezTo>
                  <a:lnTo>
                    <a:pt x="6287" y="6466"/>
                  </a:lnTo>
                  <a:cubicBezTo>
                    <a:pt x="6383" y="6466"/>
                    <a:pt x="6454" y="6394"/>
                    <a:pt x="6454" y="6299"/>
                  </a:cubicBezTo>
                  <a:lnTo>
                    <a:pt x="6454" y="167"/>
                  </a:lnTo>
                  <a:cubicBezTo>
                    <a:pt x="6442" y="84"/>
                    <a:pt x="6383" y="0"/>
                    <a:pt x="6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65"/>
            <p:cNvSpPr/>
            <p:nvPr/>
          </p:nvSpPr>
          <p:spPr>
            <a:xfrm>
              <a:off x="3661691" y="3018763"/>
              <a:ext cx="79992" cy="80372"/>
            </a:xfrm>
            <a:custGeom>
              <a:avLst/>
              <a:gdLst/>
              <a:ahLst/>
              <a:cxnLst/>
              <a:rect l="l" t="t" r="r" b="b"/>
              <a:pathLst>
                <a:path w="2525" h="2537" extrusionOk="0">
                  <a:moveTo>
                    <a:pt x="155" y="1"/>
                  </a:moveTo>
                  <a:cubicBezTo>
                    <a:pt x="72" y="1"/>
                    <a:pt x="1" y="84"/>
                    <a:pt x="1" y="168"/>
                  </a:cubicBezTo>
                  <a:lnTo>
                    <a:pt x="1" y="2370"/>
                  </a:lnTo>
                  <a:cubicBezTo>
                    <a:pt x="1" y="2466"/>
                    <a:pt x="72" y="2537"/>
                    <a:pt x="155" y="2537"/>
                  </a:cubicBezTo>
                  <a:lnTo>
                    <a:pt x="1013" y="2537"/>
                  </a:lnTo>
                  <a:cubicBezTo>
                    <a:pt x="1096" y="2537"/>
                    <a:pt x="1167" y="2466"/>
                    <a:pt x="1167" y="2370"/>
                  </a:cubicBezTo>
                  <a:cubicBezTo>
                    <a:pt x="1167" y="2287"/>
                    <a:pt x="1096" y="2204"/>
                    <a:pt x="1013" y="2204"/>
                  </a:cubicBezTo>
                  <a:lnTo>
                    <a:pt x="322" y="2204"/>
                  </a:lnTo>
                  <a:lnTo>
                    <a:pt x="322" y="322"/>
                  </a:lnTo>
                  <a:lnTo>
                    <a:pt x="2215" y="322"/>
                  </a:lnTo>
                  <a:lnTo>
                    <a:pt x="2215" y="2204"/>
                  </a:lnTo>
                  <a:lnTo>
                    <a:pt x="1632" y="2204"/>
                  </a:lnTo>
                  <a:cubicBezTo>
                    <a:pt x="1548" y="2204"/>
                    <a:pt x="1465" y="2287"/>
                    <a:pt x="1465" y="2370"/>
                  </a:cubicBezTo>
                  <a:cubicBezTo>
                    <a:pt x="1465" y="2466"/>
                    <a:pt x="1548" y="2537"/>
                    <a:pt x="1632" y="2537"/>
                  </a:cubicBezTo>
                  <a:lnTo>
                    <a:pt x="2346" y="2537"/>
                  </a:lnTo>
                  <a:cubicBezTo>
                    <a:pt x="2441" y="2537"/>
                    <a:pt x="2513" y="2466"/>
                    <a:pt x="2513" y="2370"/>
                  </a:cubicBezTo>
                  <a:lnTo>
                    <a:pt x="2513" y="168"/>
                  </a:lnTo>
                  <a:cubicBezTo>
                    <a:pt x="2525" y="84"/>
                    <a:pt x="2453" y="1"/>
                    <a:pt x="2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65"/>
            <p:cNvSpPr/>
            <p:nvPr/>
          </p:nvSpPr>
          <p:spPr>
            <a:xfrm>
              <a:off x="3625101" y="2982552"/>
              <a:ext cx="18501" cy="18533"/>
            </a:xfrm>
            <a:custGeom>
              <a:avLst/>
              <a:gdLst/>
              <a:ahLst/>
              <a:cxnLst/>
              <a:rect l="l" t="t" r="r" b="b"/>
              <a:pathLst>
                <a:path w="584" h="585" extrusionOk="0">
                  <a:moveTo>
                    <a:pt x="167" y="1"/>
                  </a:moveTo>
                  <a:cubicBezTo>
                    <a:pt x="84" y="1"/>
                    <a:pt x="1" y="72"/>
                    <a:pt x="1" y="168"/>
                  </a:cubicBezTo>
                  <a:lnTo>
                    <a:pt x="1" y="418"/>
                  </a:lnTo>
                  <a:cubicBezTo>
                    <a:pt x="1" y="513"/>
                    <a:pt x="84"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65"/>
            <p:cNvSpPr/>
            <p:nvPr/>
          </p:nvSpPr>
          <p:spPr>
            <a:xfrm>
              <a:off x="3651522" y="2982552"/>
              <a:ext cx="18881" cy="18533"/>
            </a:xfrm>
            <a:custGeom>
              <a:avLst/>
              <a:gdLst/>
              <a:ahLst/>
              <a:cxnLst/>
              <a:rect l="l" t="t" r="r" b="b"/>
              <a:pathLst>
                <a:path w="596" h="585" extrusionOk="0">
                  <a:moveTo>
                    <a:pt x="167" y="1"/>
                  </a:moveTo>
                  <a:cubicBezTo>
                    <a:pt x="83" y="1"/>
                    <a:pt x="0" y="72"/>
                    <a:pt x="0" y="168"/>
                  </a:cubicBezTo>
                  <a:lnTo>
                    <a:pt x="0" y="418"/>
                  </a:lnTo>
                  <a:cubicBezTo>
                    <a:pt x="0" y="513"/>
                    <a:pt x="83" y="584"/>
                    <a:pt x="167" y="584"/>
                  </a:cubicBezTo>
                  <a:lnTo>
                    <a:pt x="417" y="584"/>
                  </a:lnTo>
                  <a:cubicBezTo>
                    <a:pt x="512" y="584"/>
                    <a:pt x="583" y="513"/>
                    <a:pt x="583" y="418"/>
                  </a:cubicBezTo>
                  <a:lnTo>
                    <a:pt x="583" y="168"/>
                  </a:lnTo>
                  <a:cubicBezTo>
                    <a:pt x="595" y="72"/>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65"/>
            <p:cNvSpPr/>
            <p:nvPr/>
          </p:nvSpPr>
          <p:spPr>
            <a:xfrm>
              <a:off x="3679052" y="2982552"/>
              <a:ext cx="18501" cy="18533"/>
            </a:xfrm>
            <a:custGeom>
              <a:avLst/>
              <a:gdLst/>
              <a:ahLst/>
              <a:cxnLst/>
              <a:rect l="l" t="t" r="r" b="b"/>
              <a:pathLst>
                <a:path w="584" h="585" extrusionOk="0">
                  <a:moveTo>
                    <a:pt x="167" y="1"/>
                  </a:moveTo>
                  <a:cubicBezTo>
                    <a:pt x="72" y="1"/>
                    <a:pt x="0" y="72"/>
                    <a:pt x="0" y="168"/>
                  </a:cubicBezTo>
                  <a:lnTo>
                    <a:pt x="0" y="418"/>
                  </a:lnTo>
                  <a:cubicBezTo>
                    <a:pt x="0" y="513"/>
                    <a:pt x="72" y="584"/>
                    <a:pt x="167" y="584"/>
                  </a:cubicBezTo>
                  <a:lnTo>
                    <a:pt x="417" y="584"/>
                  </a:lnTo>
                  <a:cubicBezTo>
                    <a:pt x="500" y="584"/>
                    <a:pt x="584" y="513"/>
                    <a:pt x="584" y="418"/>
                  </a:cubicBezTo>
                  <a:lnTo>
                    <a:pt x="584" y="168"/>
                  </a:lnTo>
                  <a:cubicBezTo>
                    <a:pt x="584"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65"/>
            <p:cNvSpPr/>
            <p:nvPr/>
          </p:nvSpPr>
          <p:spPr>
            <a:xfrm>
              <a:off x="3705822" y="2982552"/>
              <a:ext cx="18501" cy="18533"/>
            </a:xfrm>
            <a:custGeom>
              <a:avLst/>
              <a:gdLst/>
              <a:ahLst/>
              <a:cxnLst/>
              <a:rect l="l" t="t" r="r" b="b"/>
              <a:pathLst>
                <a:path w="584" h="585" extrusionOk="0">
                  <a:moveTo>
                    <a:pt x="167" y="1"/>
                  </a:moveTo>
                  <a:cubicBezTo>
                    <a:pt x="72" y="1"/>
                    <a:pt x="1" y="72"/>
                    <a:pt x="1" y="168"/>
                  </a:cubicBezTo>
                  <a:lnTo>
                    <a:pt x="1" y="418"/>
                  </a:lnTo>
                  <a:cubicBezTo>
                    <a:pt x="1" y="513"/>
                    <a:pt x="72"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65"/>
            <p:cNvSpPr/>
            <p:nvPr/>
          </p:nvSpPr>
          <p:spPr>
            <a:xfrm>
              <a:off x="3732591" y="2982552"/>
              <a:ext cx="18533" cy="18533"/>
            </a:xfrm>
            <a:custGeom>
              <a:avLst/>
              <a:gdLst/>
              <a:ahLst/>
              <a:cxnLst/>
              <a:rect l="l" t="t" r="r" b="b"/>
              <a:pathLst>
                <a:path w="585" h="585" extrusionOk="0">
                  <a:moveTo>
                    <a:pt x="168" y="1"/>
                  </a:moveTo>
                  <a:cubicBezTo>
                    <a:pt x="72" y="1"/>
                    <a:pt x="1" y="72"/>
                    <a:pt x="1" y="168"/>
                  </a:cubicBezTo>
                  <a:lnTo>
                    <a:pt x="1" y="418"/>
                  </a:lnTo>
                  <a:cubicBezTo>
                    <a:pt x="1" y="513"/>
                    <a:pt x="72" y="584"/>
                    <a:pt x="168" y="584"/>
                  </a:cubicBezTo>
                  <a:lnTo>
                    <a:pt x="418" y="584"/>
                  </a:lnTo>
                  <a:cubicBezTo>
                    <a:pt x="513" y="584"/>
                    <a:pt x="584" y="513"/>
                    <a:pt x="584" y="418"/>
                  </a:cubicBezTo>
                  <a:lnTo>
                    <a:pt x="584" y="168"/>
                  </a:lnTo>
                  <a:cubicBezTo>
                    <a:pt x="584" y="72"/>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65"/>
            <p:cNvSpPr/>
            <p:nvPr/>
          </p:nvSpPr>
          <p:spPr>
            <a:xfrm>
              <a:off x="3759773" y="2982552"/>
              <a:ext cx="18121" cy="18533"/>
            </a:xfrm>
            <a:custGeom>
              <a:avLst/>
              <a:gdLst/>
              <a:ahLst/>
              <a:cxnLst/>
              <a:rect l="l" t="t" r="r" b="b"/>
              <a:pathLst>
                <a:path w="572" h="585" extrusionOk="0">
                  <a:moveTo>
                    <a:pt x="155" y="1"/>
                  </a:moveTo>
                  <a:cubicBezTo>
                    <a:pt x="72" y="1"/>
                    <a:pt x="0" y="72"/>
                    <a:pt x="0" y="168"/>
                  </a:cubicBezTo>
                  <a:lnTo>
                    <a:pt x="0" y="418"/>
                  </a:lnTo>
                  <a:cubicBezTo>
                    <a:pt x="0" y="513"/>
                    <a:pt x="72" y="584"/>
                    <a:pt x="155" y="584"/>
                  </a:cubicBezTo>
                  <a:lnTo>
                    <a:pt x="417" y="584"/>
                  </a:lnTo>
                  <a:cubicBezTo>
                    <a:pt x="500" y="584"/>
                    <a:pt x="572" y="513"/>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65"/>
            <p:cNvSpPr/>
            <p:nvPr/>
          </p:nvSpPr>
          <p:spPr>
            <a:xfrm>
              <a:off x="3625101" y="3116844"/>
              <a:ext cx="18501" cy="18501"/>
            </a:xfrm>
            <a:custGeom>
              <a:avLst/>
              <a:gdLst/>
              <a:ahLst/>
              <a:cxnLst/>
              <a:rect l="l" t="t" r="r" b="b"/>
              <a:pathLst>
                <a:path w="584" h="584" extrusionOk="0">
                  <a:moveTo>
                    <a:pt x="167" y="1"/>
                  </a:moveTo>
                  <a:cubicBezTo>
                    <a:pt x="84" y="1"/>
                    <a:pt x="1" y="84"/>
                    <a:pt x="1" y="167"/>
                  </a:cubicBezTo>
                  <a:lnTo>
                    <a:pt x="1" y="417"/>
                  </a:lnTo>
                  <a:cubicBezTo>
                    <a:pt x="1" y="513"/>
                    <a:pt x="84"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65"/>
            <p:cNvSpPr/>
            <p:nvPr/>
          </p:nvSpPr>
          <p:spPr>
            <a:xfrm>
              <a:off x="3651522" y="3116844"/>
              <a:ext cx="18881" cy="18501"/>
            </a:xfrm>
            <a:custGeom>
              <a:avLst/>
              <a:gdLst/>
              <a:ahLst/>
              <a:cxnLst/>
              <a:rect l="l" t="t" r="r" b="b"/>
              <a:pathLst>
                <a:path w="596" h="584" extrusionOk="0">
                  <a:moveTo>
                    <a:pt x="167" y="1"/>
                  </a:moveTo>
                  <a:cubicBezTo>
                    <a:pt x="83" y="1"/>
                    <a:pt x="0" y="84"/>
                    <a:pt x="0" y="167"/>
                  </a:cubicBezTo>
                  <a:lnTo>
                    <a:pt x="0" y="417"/>
                  </a:lnTo>
                  <a:cubicBezTo>
                    <a:pt x="0" y="513"/>
                    <a:pt x="83" y="584"/>
                    <a:pt x="167" y="584"/>
                  </a:cubicBezTo>
                  <a:lnTo>
                    <a:pt x="417" y="584"/>
                  </a:lnTo>
                  <a:cubicBezTo>
                    <a:pt x="512" y="584"/>
                    <a:pt x="583" y="513"/>
                    <a:pt x="583" y="417"/>
                  </a:cubicBezTo>
                  <a:lnTo>
                    <a:pt x="583" y="167"/>
                  </a:lnTo>
                  <a:cubicBezTo>
                    <a:pt x="595" y="84"/>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65"/>
            <p:cNvSpPr/>
            <p:nvPr/>
          </p:nvSpPr>
          <p:spPr>
            <a:xfrm>
              <a:off x="3679052" y="3116844"/>
              <a:ext cx="18501" cy="18501"/>
            </a:xfrm>
            <a:custGeom>
              <a:avLst/>
              <a:gdLst/>
              <a:ahLst/>
              <a:cxnLst/>
              <a:rect l="l" t="t" r="r" b="b"/>
              <a:pathLst>
                <a:path w="584" h="584" extrusionOk="0">
                  <a:moveTo>
                    <a:pt x="167" y="1"/>
                  </a:moveTo>
                  <a:cubicBezTo>
                    <a:pt x="72" y="1"/>
                    <a:pt x="0" y="84"/>
                    <a:pt x="0" y="167"/>
                  </a:cubicBezTo>
                  <a:lnTo>
                    <a:pt x="0" y="417"/>
                  </a:lnTo>
                  <a:cubicBezTo>
                    <a:pt x="0" y="513"/>
                    <a:pt x="72" y="584"/>
                    <a:pt x="167" y="584"/>
                  </a:cubicBezTo>
                  <a:lnTo>
                    <a:pt x="417" y="584"/>
                  </a:lnTo>
                  <a:cubicBezTo>
                    <a:pt x="500" y="584"/>
                    <a:pt x="584" y="513"/>
                    <a:pt x="584" y="417"/>
                  </a:cubicBezTo>
                  <a:lnTo>
                    <a:pt x="584" y="167"/>
                  </a:lnTo>
                  <a:cubicBezTo>
                    <a:pt x="584"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65"/>
            <p:cNvSpPr/>
            <p:nvPr/>
          </p:nvSpPr>
          <p:spPr>
            <a:xfrm>
              <a:off x="3705822" y="3116844"/>
              <a:ext cx="18501" cy="18501"/>
            </a:xfrm>
            <a:custGeom>
              <a:avLst/>
              <a:gdLst/>
              <a:ahLst/>
              <a:cxnLst/>
              <a:rect l="l" t="t" r="r" b="b"/>
              <a:pathLst>
                <a:path w="584" h="584" extrusionOk="0">
                  <a:moveTo>
                    <a:pt x="167" y="1"/>
                  </a:moveTo>
                  <a:cubicBezTo>
                    <a:pt x="72" y="1"/>
                    <a:pt x="1" y="84"/>
                    <a:pt x="1" y="167"/>
                  </a:cubicBezTo>
                  <a:lnTo>
                    <a:pt x="1" y="417"/>
                  </a:lnTo>
                  <a:cubicBezTo>
                    <a:pt x="1" y="513"/>
                    <a:pt x="72"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65"/>
            <p:cNvSpPr/>
            <p:nvPr/>
          </p:nvSpPr>
          <p:spPr>
            <a:xfrm>
              <a:off x="3732591" y="3116844"/>
              <a:ext cx="18533" cy="18501"/>
            </a:xfrm>
            <a:custGeom>
              <a:avLst/>
              <a:gdLst/>
              <a:ahLst/>
              <a:cxnLst/>
              <a:rect l="l" t="t" r="r" b="b"/>
              <a:pathLst>
                <a:path w="585" h="584" extrusionOk="0">
                  <a:moveTo>
                    <a:pt x="168" y="1"/>
                  </a:moveTo>
                  <a:cubicBezTo>
                    <a:pt x="72" y="1"/>
                    <a:pt x="1" y="84"/>
                    <a:pt x="1" y="167"/>
                  </a:cubicBezTo>
                  <a:lnTo>
                    <a:pt x="1" y="417"/>
                  </a:lnTo>
                  <a:cubicBezTo>
                    <a:pt x="1" y="513"/>
                    <a:pt x="72" y="584"/>
                    <a:pt x="168" y="584"/>
                  </a:cubicBezTo>
                  <a:lnTo>
                    <a:pt x="418" y="584"/>
                  </a:lnTo>
                  <a:cubicBezTo>
                    <a:pt x="513" y="584"/>
                    <a:pt x="584" y="513"/>
                    <a:pt x="584" y="417"/>
                  </a:cubicBezTo>
                  <a:lnTo>
                    <a:pt x="584" y="167"/>
                  </a:lnTo>
                  <a:cubicBezTo>
                    <a:pt x="584" y="84"/>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65"/>
            <p:cNvSpPr/>
            <p:nvPr/>
          </p:nvSpPr>
          <p:spPr>
            <a:xfrm>
              <a:off x="3759773" y="3116844"/>
              <a:ext cx="18121" cy="18501"/>
            </a:xfrm>
            <a:custGeom>
              <a:avLst/>
              <a:gdLst/>
              <a:ahLst/>
              <a:cxnLst/>
              <a:rect l="l" t="t" r="r" b="b"/>
              <a:pathLst>
                <a:path w="572" h="584" extrusionOk="0">
                  <a:moveTo>
                    <a:pt x="155" y="1"/>
                  </a:moveTo>
                  <a:cubicBezTo>
                    <a:pt x="72" y="1"/>
                    <a:pt x="0" y="84"/>
                    <a:pt x="0" y="167"/>
                  </a:cubicBezTo>
                  <a:lnTo>
                    <a:pt x="0" y="417"/>
                  </a:lnTo>
                  <a:cubicBezTo>
                    <a:pt x="0" y="513"/>
                    <a:pt x="72" y="584"/>
                    <a:pt x="155" y="584"/>
                  </a:cubicBezTo>
                  <a:lnTo>
                    <a:pt x="417" y="584"/>
                  </a:lnTo>
                  <a:cubicBezTo>
                    <a:pt x="500" y="584"/>
                    <a:pt x="572" y="513"/>
                    <a:pt x="572" y="417"/>
                  </a:cubicBezTo>
                  <a:lnTo>
                    <a:pt x="572" y="167"/>
                  </a:lnTo>
                  <a:cubicBezTo>
                    <a:pt x="572"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65"/>
            <p:cNvSpPr/>
            <p:nvPr/>
          </p:nvSpPr>
          <p:spPr>
            <a:xfrm>
              <a:off x="3625101" y="3009354"/>
              <a:ext cx="18501" cy="18501"/>
            </a:xfrm>
            <a:custGeom>
              <a:avLst/>
              <a:gdLst/>
              <a:ahLst/>
              <a:cxnLst/>
              <a:rect l="l" t="t" r="r" b="b"/>
              <a:pathLst>
                <a:path w="584" h="584" extrusionOk="0">
                  <a:moveTo>
                    <a:pt x="167" y="0"/>
                  </a:moveTo>
                  <a:cubicBezTo>
                    <a:pt x="84" y="0"/>
                    <a:pt x="1" y="84"/>
                    <a:pt x="1" y="167"/>
                  </a:cubicBezTo>
                  <a:lnTo>
                    <a:pt x="1" y="417"/>
                  </a:lnTo>
                  <a:cubicBezTo>
                    <a:pt x="1" y="512"/>
                    <a:pt x="84" y="584"/>
                    <a:pt x="167" y="584"/>
                  </a:cubicBezTo>
                  <a:lnTo>
                    <a:pt x="417" y="584"/>
                  </a:lnTo>
                  <a:cubicBezTo>
                    <a:pt x="513" y="584"/>
                    <a:pt x="584" y="512"/>
                    <a:pt x="584" y="417"/>
                  </a:cubicBezTo>
                  <a:lnTo>
                    <a:pt x="584" y="167"/>
                  </a:lnTo>
                  <a:cubicBezTo>
                    <a:pt x="584" y="84"/>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65"/>
            <p:cNvSpPr/>
            <p:nvPr/>
          </p:nvSpPr>
          <p:spPr>
            <a:xfrm>
              <a:off x="3625101" y="3036503"/>
              <a:ext cx="18501" cy="18153"/>
            </a:xfrm>
            <a:custGeom>
              <a:avLst/>
              <a:gdLst/>
              <a:ahLst/>
              <a:cxnLst/>
              <a:rect l="l" t="t" r="r" b="b"/>
              <a:pathLst>
                <a:path w="584" h="573" extrusionOk="0">
                  <a:moveTo>
                    <a:pt x="167" y="1"/>
                  </a:moveTo>
                  <a:cubicBezTo>
                    <a:pt x="84" y="1"/>
                    <a:pt x="1" y="72"/>
                    <a:pt x="1" y="155"/>
                  </a:cubicBezTo>
                  <a:lnTo>
                    <a:pt x="1" y="417"/>
                  </a:lnTo>
                  <a:cubicBezTo>
                    <a:pt x="1" y="501"/>
                    <a:pt x="84" y="572"/>
                    <a:pt x="167" y="572"/>
                  </a:cubicBezTo>
                  <a:lnTo>
                    <a:pt x="417" y="572"/>
                  </a:lnTo>
                  <a:cubicBezTo>
                    <a:pt x="513" y="572"/>
                    <a:pt x="584" y="501"/>
                    <a:pt x="584" y="417"/>
                  </a:cubicBezTo>
                  <a:lnTo>
                    <a:pt x="584" y="155"/>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65"/>
            <p:cNvSpPr/>
            <p:nvPr/>
          </p:nvSpPr>
          <p:spPr>
            <a:xfrm>
              <a:off x="3625101" y="3063273"/>
              <a:ext cx="18501" cy="18533"/>
            </a:xfrm>
            <a:custGeom>
              <a:avLst/>
              <a:gdLst/>
              <a:ahLst/>
              <a:cxnLst/>
              <a:rect l="l" t="t" r="r" b="b"/>
              <a:pathLst>
                <a:path w="584" h="585" extrusionOk="0">
                  <a:moveTo>
                    <a:pt x="167" y="1"/>
                  </a:moveTo>
                  <a:cubicBezTo>
                    <a:pt x="84" y="1"/>
                    <a:pt x="1" y="72"/>
                    <a:pt x="1" y="168"/>
                  </a:cubicBezTo>
                  <a:lnTo>
                    <a:pt x="1" y="418"/>
                  </a:lnTo>
                  <a:cubicBezTo>
                    <a:pt x="1" y="501"/>
                    <a:pt x="84" y="584"/>
                    <a:pt x="167" y="584"/>
                  </a:cubicBezTo>
                  <a:lnTo>
                    <a:pt x="417" y="584"/>
                  </a:lnTo>
                  <a:cubicBezTo>
                    <a:pt x="513" y="584"/>
                    <a:pt x="584" y="501"/>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65"/>
            <p:cNvSpPr/>
            <p:nvPr/>
          </p:nvSpPr>
          <p:spPr>
            <a:xfrm>
              <a:off x="3625101" y="3090074"/>
              <a:ext cx="18501" cy="18501"/>
            </a:xfrm>
            <a:custGeom>
              <a:avLst/>
              <a:gdLst/>
              <a:ahLst/>
              <a:cxnLst/>
              <a:rect l="l" t="t" r="r" b="b"/>
              <a:pathLst>
                <a:path w="584" h="584" extrusionOk="0">
                  <a:moveTo>
                    <a:pt x="167" y="0"/>
                  </a:moveTo>
                  <a:cubicBezTo>
                    <a:pt x="84" y="0"/>
                    <a:pt x="1" y="72"/>
                    <a:pt x="1" y="167"/>
                  </a:cubicBezTo>
                  <a:lnTo>
                    <a:pt x="1" y="417"/>
                  </a:lnTo>
                  <a:cubicBezTo>
                    <a:pt x="1" y="512"/>
                    <a:pt x="84" y="584"/>
                    <a:pt x="167" y="584"/>
                  </a:cubicBezTo>
                  <a:lnTo>
                    <a:pt x="417" y="584"/>
                  </a:lnTo>
                  <a:cubicBezTo>
                    <a:pt x="513" y="584"/>
                    <a:pt x="584" y="512"/>
                    <a:pt x="584" y="417"/>
                  </a:cubicBezTo>
                  <a:lnTo>
                    <a:pt x="584" y="167"/>
                  </a:lnTo>
                  <a:cubicBezTo>
                    <a:pt x="584" y="72"/>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65"/>
            <p:cNvSpPr/>
            <p:nvPr/>
          </p:nvSpPr>
          <p:spPr>
            <a:xfrm>
              <a:off x="3759773" y="3009354"/>
              <a:ext cx="18121" cy="18501"/>
            </a:xfrm>
            <a:custGeom>
              <a:avLst/>
              <a:gdLst/>
              <a:ahLst/>
              <a:cxnLst/>
              <a:rect l="l" t="t" r="r" b="b"/>
              <a:pathLst>
                <a:path w="572" h="584" extrusionOk="0">
                  <a:moveTo>
                    <a:pt x="155" y="0"/>
                  </a:moveTo>
                  <a:cubicBezTo>
                    <a:pt x="72" y="0"/>
                    <a:pt x="0" y="84"/>
                    <a:pt x="0" y="167"/>
                  </a:cubicBezTo>
                  <a:lnTo>
                    <a:pt x="0" y="417"/>
                  </a:lnTo>
                  <a:cubicBezTo>
                    <a:pt x="0" y="512"/>
                    <a:pt x="72" y="584"/>
                    <a:pt x="155" y="584"/>
                  </a:cubicBezTo>
                  <a:lnTo>
                    <a:pt x="417" y="584"/>
                  </a:lnTo>
                  <a:cubicBezTo>
                    <a:pt x="500" y="584"/>
                    <a:pt x="572" y="512"/>
                    <a:pt x="572" y="417"/>
                  </a:cubicBezTo>
                  <a:lnTo>
                    <a:pt x="572" y="167"/>
                  </a:lnTo>
                  <a:cubicBezTo>
                    <a:pt x="572" y="84"/>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65"/>
            <p:cNvSpPr/>
            <p:nvPr/>
          </p:nvSpPr>
          <p:spPr>
            <a:xfrm>
              <a:off x="3759773" y="3036503"/>
              <a:ext cx="18121" cy="18153"/>
            </a:xfrm>
            <a:custGeom>
              <a:avLst/>
              <a:gdLst/>
              <a:ahLst/>
              <a:cxnLst/>
              <a:rect l="l" t="t" r="r" b="b"/>
              <a:pathLst>
                <a:path w="572" h="573" extrusionOk="0">
                  <a:moveTo>
                    <a:pt x="155" y="1"/>
                  </a:moveTo>
                  <a:cubicBezTo>
                    <a:pt x="72" y="1"/>
                    <a:pt x="0" y="72"/>
                    <a:pt x="0" y="155"/>
                  </a:cubicBezTo>
                  <a:lnTo>
                    <a:pt x="0" y="417"/>
                  </a:lnTo>
                  <a:cubicBezTo>
                    <a:pt x="0" y="501"/>
                    <a:pt x="72" y="572"/>
                    <a:pt x="155" y="572"/>
                  </a:cubicBezTo>
                  <a:lnTo>
                    <a:pt x="417" y="572"/>
                  </a:lnTo>
                  <a:cubicBezTo>
                    <a:pt x="500" y="572"/>
                    <a:pt x="572" y="501"/>
                    <a:pt x="572" y="417"/>
                  </a:cubicBezTo>
                  <a:lnTo>
                    <a:pt x="572" y="155"/>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65"/>
            <p:cNvSpPr/>
            <p:nvPr/>
          </p:nvSpPr>
          <p:spPr>
            <a:xfrm>
              <a:off x="3759773" y="3063273"/>
              <a:ext cx="18121" cy="18533"/>
            </a:xfrm>
            <a:custGeom>
              <a:avLst/>
              <a:gdLst/>
              <a:ahLst/>
              <a:cxnLst/>
              <a:rect l="l" t="t" r="r" b="b"/>
              <a:pathLst>
                <a:path w="572" h="585" extrusionOk="0">
                  <a:moveTo>
                    <a:pt x="155" y="1"/>
                  </a:moveTo>
                  <a:cubicBezTo>
                    <a:pt x="72" y="1"/>
                    <a:pt x="0" y="72"/>
                    <a:pt x="0" y="168"/>
                  </a:cubicBezTo>
                  <a:lnTo>
                    <a:pt x="0" y="418"/>
                  </a:lnTo>
                  <a:cubicBezTo>
                    <a:pt x="0" y="501"/>
                    <a:pt x="72" y="584"/>
                    <a:pt x="155" y="584"/>
                  </a:cubicBezTo>
                  <a:lnTo>
                    <a:pt x="417" y="584"/>
                  </a:lnTo>
                  <a:cubicBezTo>
                    <a:pt x="500" y="584"/>
                    <a:pt x="572" y="501"/>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65"/>
            <p:cNvSpPr/>
            <p:nvPr/>
          </p:nvSpPr>
          <p:spPr>
            <a:xfrm>
              <a:off x="3759773" y="3090074"/>
              <a:ext cx="18121" cy="18501"/>
            </a:xfrm>
            <a:custGeom>
              <a:avLst/>
              <a:gdLst/>
              <a:ahLst/>
              <a:cxnLst/>
              <a:rect l="l" t="t" r="r" b="b"/>
              <a:pathLst>
                <a:path w="572" h="584" extrusionOk="0">
                  <a:moveTo>
                    <a:pt x="155" y="0"/>
                  </a:moveTo>
                  <a:cubicBezTo>
                    <a:pt x="72" y="0"/>
                    <a:pt x="0" y="72"/>
                    <a:pt x="0" y="167"/>
                  </a:cubicBezTo>
                  <a:lnTo>
                    <a:pt x="0" y="417"/>
                  </a:lnTo>
                  <a:cubicBezTo>
                    <a:pt x="0" y="512"/>
                    <a:pt x="72" y="584"/>
                    <a:pt x="155" y="584"/>
                  </a:cubicBezTo>
                  <a:lnTo>
                    <a:pt x="417" y="584"/>
                  </a:lnTo>
                  <a:cubicBezTo>
                    <a:pt x="500" y="584"/>
                    <a:pt x="572" y="512"/>
                    <a:pt x="572" y="417"/>
                  </a:cubicBezTo>
                  <a:lnTo>
                    <a:pt x="572" y="167"/>
                  </a:lnTo>
                  <a:cubicBezTo>
                    <a:pt x="572" y="72"/>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7" name="Google Shape;11287;p65"/>
          <p:cNvGrpSpPr/>
          <p:nvPr/>
        </p:nvGrpSpPr>
        <p:grpSpPr>
          <a:xfrm>
            <a:off x="2239671" y="2709103"/>
            <a:ext cx="218053" cy="348543"/>
            <a:chOff x="2239671" y="2884503"/>
            <a:chExt cx="218053" cy="348543"/>
          </a:xfrm>
        </p:grpSpPr>
        <p:sp>
          <p:nvSpPr>
            <p:cNvPr id="11288" name="Google Shape;11288;p65"/>
            <p:cNvSpPr/>
            <p:nvPr/>
          </p:nvSpPr>
          <p:spPr>
            <a:xfrm>
              <a:off x="2341903" y="2884503"/>
              <a:ext cx="115822" cy="268963"/>
            </a:xfrm>
            <a:custGeom>
              <a:avLst/>
              <a:gdLst/>
              <a:ahLst/>
              <a:cxnLst/>
              <a:rect l="l" t="t" r="r" b="b"/>
              <a:pathLst>
                <a:path w="3656" h="8490" extrusionOk="0">
                  <a:moveTo>
                    <a:pt x="3144" y="2143"/>
                  </a:moveTo>
                  <a:lnTo>
                    <a:pt x="3144" y="2655"/>
                  </a:lnTo>
                  <a:lnTo>
                    <a:pt x="489" y="2655"/>
                  </a:lnTo>
                  <a:lnTo>
                    <a:pt x="489" y="2143"/>
                  </a:lnTo>
                  <a:close/>
                  <a:moveTo>
                    <a:pt x="1679" y="4882"/>
                  </a:moveTo>
                  <a:cubicBezTo>
                    <a:pt x="1810" y="4882"/>
                    <a:pt x="1917" y="4989"/>
                    <a:pt x="1917" y="5120"/>
                  </a:cubicBezTo>
                  <a:lnTo>
                    <a:pt x="1917" y="5692"/>
                  </a:lnTo>
                  <a:lnTo>
                    <a:pt x="560" y="5692"/>
                  </a:lnTo>
                  <a:cubicBezTo>
                    <a:pt x="429" y="5692"/>
                    <a:pt x="322" y="5584"/>
                    <a:pt x="322" y="5453"/>
                  </a:cubicBezTo>
                  <a:lnTo>
                    <a:pt x="322" y="5120"/>
                  </a:lnTo>
                  <a:lnTo>
                    <a:pt x="298" y="5120"/>
                  </a:lnTo>
                  <a:cubicBezTo>
                    <a:pt x="298" y="4989"/>
                    <a:pt x="405" y="4882"/>
                    <a:pt x="536" y="4882"/>
                  </a:cubicBezTo>
                  <a:close/>
                  <a:moveTo>
                    <a:pt x="1667" y="6013"/>
                  </a:moveTo>
                  <a:lnTo>
                    <a:pt x="1667" y="6787"/>
                  </a:lnTo>
                  <a:lnTo>
                    <a:pt x="1656" y="6787"/>
                  </a:lnTo>
                  <a:cubicBezTo>
                    <a:pt x="1656" y="6942"/>
                    <a:pt x="1536" y="7037"/>
                    <a:pt x="1394" y="7037"/>
                  </a:cubicBezTo>
                  <a:cubicBezTo>
                    <a:pt x="1322" y="7037"/>
                    <a:pt x="1263" y="7013"/>
                    <a:pt x="1215" y="6965"/>
                  </a:cubicBezTo>
                  <a:cubicBezTo>
                    <a:pt x="1179" y="6918"/>
                    <a:pt x="1144" y="6846"/>
                    <a:pt x="1144" y="6787"/>
                  </a:cubicBezTo>
                  <a:lnTo>
                    <a:pt x="1144" y="6501"/>
                  </a:lnTo>
                  <a:lnTo>
                    <a:pt x="1144" y="6013"/>
                  </a:lnTo>
                  <a:close/>
                  <a:moveTo>
                    <a:pt x="3096" y="5870"/>
                  </a:moveTo>
                  <a:cubicBezTo>
                    <a:pt x="3215" y="5870"/>
                    <a:pt x="3322" y="5965"/>
                    <a:pt x="3322" y="6084"/>
                  </a:cubicBezTo>
                  <a:lnTo>
                    <a:pt x="3322" y="6823"/>
                  </a:lnTo>
                  <a:cubicBezTo>
                    <a:pt x="3322" y="6942"/>
                    <a:pt x="3215" y="7037"/>
                    <a:pt x="3096" y="7037"/>
                  </a:cubicBezTo>
                  <a:lnTo>
                    <a:pt x="3037" y="7037"/>
                  </a:lnTo>
                  <a:cubicBezTo>
                    <a:pt x="2918" y="7037"/>
                    <a:pt x="2810" y="6942"/>
                    <a:pt x="2810" y="6823"/>
                  </a:cubicBezTo>
                  <a:lnTo>
                    <a:pt x="2810" y="6084"/>
                  </a:lnTo>
                  <a:cubicBezTo>
                    <a:pt x="2810" y="5965"/>
                    <a:pt x="2918" y="5870"/>
                    <a:pt x="3037" y="5870"/>
                  </a:cubicBezTo>
                  <a:close/>
                  <a:moveTo>
                    <a:pt x="2251" y="5692"/>
                  </a:moveTo>
                  <a:cubicBezTo>
                    <a:pt x="2382" y="5692"/>
                    <a:pt x="2501" y="5787"/>
                    <a:pt x="2501" y="5942"/>
                  </a:cubicBezTo>
                  <a:lnTo>
                    <a:pt x="2501" y="6799"/>
                  </a:lnTo>
                  <a:cubicBezTo>
                    <a:pt x="2501" y="6942"/>
                    <a:pt x="2394" y="7061"/>
                    <a:pt x="2251" y="7061"/>
                  </a:cubicBezTo>
                  <a:lnTo>
                    <a:pt x="2215" y="7061"/>
                  </a:lnTo>
                  <a:cubicBezTo>
                    <a:pt x="2084" y="7037"/>
                    <a:pt x="1977" y="6942"/>
                    <a:pt x="1977" y="6787"/>
                  </a:cubicBezTo>
                  <a:lnTo>
                    <a:pt x="1977" y="6013"/>
                  </a:lnTo>
                  <a:lnTo>
                    <a:pt x="2084" y="6013"/>
                  </a:lnTo>
                  <a:cubicBezTo>
                    <a:pt x="2167" y="6013"/>
                    <a:pt x="2251" y="5942"/>
                    <a:pt x="2251" y="5846"/>
                  </a:cubicBezTo>
                  <a:lnTo>
                    <a:pt x="2251" y="5692"/>
                  </a:lnTo>
                  <a:close/>
                  <a:moveTo>
                    <a:pt x="310" y="5953"/>
                  </a:moveTo>
                  <a:cubicBezTo>
                    <a:pt x="370" y="6001"/>
                    <a:pt x="441" y="6013"/>
                    <a:pt x="536" y="6013"/>
                  </a:cubicBezTo>
                  <a:lnTo>
                    <a:pt x="822" y="6013"/>
                  </a:lnTo>
                  <a:lnTo>
                    <a:pt x="822" y="6489"/>
                  </a:lnTo>
                  <a:lnTo>
                    <a:pt x="822" y="6775"/>
                  </a:lnTo>
                  <a:lnTo>
                    <a:pt x="822" y="7894"/>
                  </a:lnTo>
                  <a:cubicBezTo>
                    <a:pt x="822" y="7966"/>
                    <a:pt x="786" y="8025"/>
                    <a:pt x="739" y="8073"/>
                  </a:cubicBezTo>
                  <a:cubicBezTo>
                    <a:pt x="691" y="8108"/>
                    <a:pt x="620" y="8144"/>
                    <a:pt x="560" y="8144"/>
                  </a:cubicBezTo>
                  <a:cubicBezTo>
                    <a:pt x="417" y="8144"/>
                    <a:pt x="310" y="8025"/>
                    <a:pt x="310" y="7894"/>
                  </a:cubicBezTo>
                  <a:lnTo>
                    <a:pt x="310" y="5953"/>
                  </a:lnTo>
                  <a:close/>
                  <a:moveTo>
                    <a:pt x="346" y="0"/>
                  </a:moveTo>
                  <a:cubicBezTo>
                    <a:pt x="251" y="0"/>
                    <a:pt x="179" y="72"/>
                    <a:pt x="179" y="167"/>
                  </a:cubicBezTo>
                  <a:lnTo>
                    <a:pt x="179" y="762"/>
                  </a:lnTo>
                  <a:cubicBezTo>
                    <a:pt x="179" y="846"/>
                    <a:pt x="251" y="929"/>
                    <a:pt x="346" y="929"/>
                  </a:cubicBezTo>
                  <a:cubicBezTo>
                    <a:pt x="429" y="929"/>
                    <a:pt x="501" y="846"/>
                    <a:pt x="501" y="762"/>
                  </a:cubicBezTo>
                  <a:lnTo>
                    <a:pt x="501" y="334"/>
                  </a:lnTo>
                  <a:lnTo>
                    <a:pt x="3156" y="334"/>
                  </a:lnTo>
                  <a:lnTo>
                    <a:pt x="3156" y="1834"/>
                  </a:lnTo>
                  <a:lnTo>
                    <a:pt x="501" y="1834"/>
                  </a:lnTo>
                  <a:lnTo>
                    <a:pt x="501" y="1405"/>
                  </a:lnTo>
                  <a:cubicBezTo>
                    <a:pt x="501" y="1310"/>
                    <a:pt x="429" y="1239"/>
                    <a:pt x="346" y="1239"/>
                  </a:cubicBezTo>
                  <a:cubicBezTo>
                    <a:pt x="251" y="1239"/>
                    <a:pt x="179" y="1310"/>
                    <a:pt x="179" y="1405"/>
                  </a:cubicBezTo>
                  <a:lnTo>
                    <a:pt x="179" y="2155"/>
                  </a:lnTo>
                  <a:lnTo>
                    <a:pt x="179" y="2834"/>
                  </a:lnTo>
                  <a:cubicBezTo>
                    <a:pt x="179" y="2917"/>
                    <a:pt x="251" y="2989"/>
                    <a:pt x="346" y="2989"/>
                  </a:cubicBezTo>
                  <a:lnTo>
                    <a:pt x="548" y="2989"/>
                  </a:lnTo>
                  <a:lnTo>
                    <a:pt x="548" y="3489"/>
                  </a:lnTo>
                  <a:cubicBezTo>
                    <a:pt x="239" y="3560"/>
                    <a:pt x="1" y="3810"/>
                    <a:pt x="1" y="4120"/>
                  </a:cubicBezTo>
                  <a:lnTo>
                    <a:pt x="1" y="7906"/>
                  </a:lnTo>
                  <a:cubicBezTo>
                    <a:pt x="1" y="8228"/>
                    <a:pt x="262" y="8489"/>
                    <a:pt x="584" y="8489"/>
                  </a:cubicBezTo>
                  <a:cubicBezTo>
                    <a:pt x="727" y="8489"/>
                    <a:pt x="882" y="8430"/>
                    <a:pt x="1001" y="8323"/>
                  </a:cubicBezTo>
                  <a:cubicBezTo>
                    <a:pt x="1096" y="8216"/>
                    <a:pt x="1155" y="8073"/>
                    <a:pt x="1155" y="7906"/>
                  </a:cubicBezTo>
                  <a:lnTo>
                    <a:pt x="1155" y="7311"/>
                  </a:lnTo>
                  <a:cubicBezTo>
                    <a:pt x="1239" y="7358"/>
                    <a:pt x="1322" y="7370"/>
                    <a:pt x="1417" y="7370"/>
                  </a:cubicBezTo>
                  <a:cubicBezTo>
                    <a:pt x="1572" y="7370"/>
                    <a:pt x="1727" y="7299"/>
                    <a:pt x="1834" y="7192"/>
                  </a:cubicBezTo>
                  <a:cubicBezTo>
                    <a:pt x="1929" y="7299"/>
                    <a:pt x="2084" y="7370"/>
                    <a:pt x="2251" y="7370"/>
                  </a:cubicBezTo>
                  <a:lnTo>
                    <a:pt x="2263" y="7370"/>
                  </a:lnTo>
                  <a:cubicBezTo>
                    <a:pt x="2429" y="7370"/>
                    <a:pt x="2560" y="7311"/>
                    <a:pt x="2668" y="7204"/>
                  </a:cubicBezTo>
                  <a:cubicBezTo>
                    <a:pt x="2763" y="7311"/>
                    <a:pt x="2906" y="7370"/>
                    <a:pt x="3049" y="7370"/>
                  </a:cubicBezTo>
                  <a:lnTo>
                    <a:pt x="3108" y="7370"/>
                  </a:lnTo>
                  <a:cubicBezTo>
                    <a:pt x="3406" y="7370"/>
                    <a:pt x="3656" y="7120"/>
                    <a:pt x="3656" y="6823"/>
                  </a:cubicBezTo>
                  <a:lnTo>
                    <a:pt x="3656" y="6489"/>
                  </a:lnTo>
                  <a:lnTo>
                    <a:pt x="3656" y="5132"/>
                  </a:lnTo>
                  <a:cubicBezTo>
                    <a:pt x="3656" y="5049"/>
                    <a:pt x="3584" y="4965"/>
                    <a:pt x="3501" y="4965"/>
                  </a:cubicBezTo>
                  <a:cubicBezTo>
                    <a:pt x="3406" y="4965"/>
                    <a:pt x="3334" y="5049"/>
                    <a:pt x="3334" y="5132"/>
                  </a:cubicBezTo>
                  <a:lnTo>
                    <a:pt x="3334" y="5584"/>
                  </a:lnTo>
                  <a:cubicBezTo>
                    <a:pt x="3263" y="5549"/>
                    <a:pt x="3180" y="5537"/>
                    <a:pt x="3108" y="5537"/>
                  </a:cubicBezTo>
                  <a:lnTo>
                    <a:pt x="3049" y="5537"/>
                  </a:lnTo>
                  <a:cubicBezTo>
                    <a:pt x="2929" y="5537"/>
                    <a:pt x="2822" y="5572"/>
                    <a:pt x="2739" y="5632"/>
                  </a:cubicBezTo>
                  <a:cubicBezTo>
                    <a:pt x="2632" y="5465"/>
                    <a:pt x="2453" y="5358"/>
                    <a:pt x="2251" y="5358"/>
                  </a:cubicBezTo>
                  <a:lnTo>
                    <a:pt x="2251" y="5120"/>
                  </a:lnTo>
                  <a:cubicBezTo>
                    <a:pt x="2251" y="4810"/>
                    <a:pt x="1989" y="4560"/>
                    <a:pt x="1679" y="4560"/>
                  </a:cubicBezTo>
                  <a:lnTo>
                    <a:pt x="536" y="4560"/>
                  </a:lnTo>
                  <a:cubicBezTo>
                    <a:pt x="441" y="4560"/>
                    <a:pt x="370" y="4572"/>
                    <a:pt x="298" y="4620"/>
                  </a:cubicBezTo>
                  <a:lnTo>
                    <a:pt x="298" y="4120"/>
                  </a:lnTo>
                  <a:cubicBezTo>
                    <a:pt x="298" y="3941"/>
                    <a:pt x="477" y="3787"/>
                    <a:pt x="679" y="3787"/>
                  </a:cubicBezTo>
                  <a:cubicBezTo>
                    <a:pt x="774" y="3787"/>
                    <a:pt x="846" y="3703"/>
                    <a:pt x="846" y="3620"/>
                  </a:cubicBezTo>
                  <a:lnTo>
                    <a:pt x="846" y="2977"/>
                  </a:lnTo>
                  <a:lnTo>
                    <a:pt x="2787" y="2977"/>
                  </a:lnTo>
                  <a:lnTo>
                    <a:pt x="2787" y="3620"/>
                  </a:lnTo>
                  <a:cubicBezTo>
                    <a:pt x="2787" y="3703"/>
                    <a:pt x="2858" y="3787"/>
                    <a:pt x="2941" y="3787"/>
                  </a:cubicBezTo>
                  <a:cubicBezTo>
                    <a:pt x="3168" y="3787"/>
                    <a:pt x="3334" y="3929"/>
                    <a:pt x="3334" y="4120"/>
                  </a:cubicBezTo>
                  <a:lnTo>
                    <a:pt x="3334" y="4513"/>
                  </a:lnTo>
                  <a:cubicBezTo>
                    <a:pt x="3334" y="4596"/>
                    <a:pt x="3406" y="4679"/>
                    <a:pt x="3501" y="4679"/>
                  </a:cubicBezTo>
                  <a:cubicBezTo>
                    <a:pt x="3584" y="4679"/>
                    <a:pt x="3656" y="4596"/>
                    <a:pt x="3656" y="4513"/>
                  </a:cubicBezTo>
                  <a:lnTo>
                    <a:pt x="3656" y="4120"/>
                  </a:lnTo>
                  <a:cubicBezTo>
                    <a:pt x="3656" y="3810"/>
                    <a:pt x="3418" y="3548"/>
                    <a:pt x="3108" y="3489"/>
                  </a:cubicBezTo>
                  <a:lnTo>
                    <a:pt x="3108" y="2989"/>
                  </a:lnTo>
                  <a:lnTo>
                    <a:pt x="3322" y="2989"/>
                  </a:lnTo>
                  <a:cubicBezTo>
                    <a:pt x="3406" y="2989"/>
                    <a:pt x="3477" y="2917"/>
                    <a:pt x="3477" y="2834"/>
                  </a:cubicBezTo>
                  <a:lnTo>
                    <a:pt x="3477" y="2143"/>
                  </a:lnTo>
                  <a:lnTo>
                    <a:pt x="3477" y="2001"/>
                  </a:lnTo>
                  <a:lnTo>
                    <a:pt x="3477" y="167"/>
                  </a:lnTo>
                  <a:cubicBezTo>
                    <a:pt x="3477" y="72"/>
                    <a:pt x="3406"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9" name="Google Shape;11289;p65"/>
            <p:cNvSpPr/>
            <p:nvPr/>
          </p:nvSpPr>
          <p:spPr>
            <a:xfrm>
              <a:off x="2275881" y="3157965"/>
              <a:ext cx="168284" cy="75082"/>
            </a:xfrm>
            <a:custGeom>
              <a:avLst/>
              <a:gdLst/>
              <a:ahLst/>
              <a:cxnLst/>
              <a:rect l="l" t="t" r="r" b="b"/>
              <a:pathLst>
                <a:path w="5312" h="2370" extrusionOk="0">
                  <a:moveTo>
                    <a:pt x="2668" y="322"/>
                  </a:moveTo>
                  <a:cubicBezTo>
                    <a:pt x="3085" y="322"/>
                    <a:pt x="3466" y="369"/>
                    <a:pt x="3775" y="429"/>
                  </a:cubicBezTo>
                  <a:cubicBezTo>
                    <a:pt x="4073" y="489"/>
                    <a:pt x="4192" y="560"/>
                    <a:pt x="4240" y="608"/>
                  </a:cubicBezTo>
                  <a:cubicBezTo>
                    <a:pt x="4192" y="655"/>
                    <a:pt x="4061" y="727"/>
                    <a:pt x="3775" y="786"/>
                  </a:cubicBezTo>
                  <a:cubicBezTo>
                    <a:pt x="3466" y="870"/>
                    <a:pt x="3085" y="893"/>
                    <a:pt x="2668" y="893"/>
                  </a:cubicBezTo>
                  <a:cubicBezTo>
                    <a:pt x="2251" y="893"/>
                    <a:pt x="1858" y="846"/>
                    <a:pt x="1549" y="786"/>
                  </a:cubicBezTo>
                  <a:cubicBezTo>
                    <a:pt x="1251" y="727"/>
                    <a:pt x="1132" y="655"/>
                    <a:pt x="1084" y="608"/>
                  </a:cubicBezTo>
                  <a:cubicBezTo>
                    <a:pt x="1132" y="584"/>
                    <a:pt x="1251" y="500"/>
                    <a:pt x="1549" y="429"/>
                  </a:cubicBezTo>
                  <a:cubicBezTo>
                    <a:pt x="1858" y="358"/>
                    <a:pt x="2251" y="322"/>
                    <a:pt x="2668" y="322"/>
                  </a:cubicBezTo>
                  <a:close/>
                  <a:moveTo>
                    <a:pt x="2668" y="0"/>
                  </a:moveTo>
                  <a:cubicBezTo>
                    <a:pt x="2466" y="0"/>
                    <a:pt x="846" y="12"/>
                    <a:pt x="763" y="572"/>
                  </a:cubicBezTo>
                  <a:lnTo>
                    <a:pt x="25" y="2143"/>
                  </a:lnTo>
                  <a:cubicBezTo>
                    <a:pt x="1" y="2191"/>
                    <a:pt x="13" y="2251"/>
                    <a:pt x="49" y="2298"/>
                  </a:cubicBezTo>
                  <a:cubicBezTo>
                    <a:pt x="72" y="2334"/>
                    <a:pt x="120" y="2370"/>
                    <a:pt x="180" y="2370"/>
                  </a:cubicBezTo>
                  <a:lnTo>
                    <a:pt x="2644" y="2370"/>
                  </a:lnTo>
                  <a:cubicBezTo>
                    <a:pt x="2739" y="2370"/>
                    <a:pt x="2811" y="2298"/>
                    <a:pt x="2811" y="2203"/>
                  </a:cubicBezTo>
                  <a:cubicBezTo>
                    <a:pt x="2811" y="2120"/>
                    <a:pt x="2739" y="2036"/>
                    <a:pt x="2644" y="2036"/>
                  </a:cubicBezTo>
                  <a:lnTo>
                    <a:pt x="430" y="2036"/>
                  </a:lnTo>
                  <a:lnTo>
                    <a:pt x="965" y="905"/>
                  </a:lnTo>
                  <a:cubicBezTo>
                    <a:pt x="1430" y="1203"/>
                    <a:pt x="2513" y="1227"/>
                    <a:pt x="2680" y="1227"/>
                  </a:cubicBezTo>
                  <a:cubicBezTo>
                    <a:pt x="2847" y="1227"/>
                    <a:pt x="3930" y="1203"/>
                    <a:pt x="4394" y="905"/>
                  </a:cubicBezTo>
                  <a:lnTo>
                    <a:pt x="4930" y="2036"/>
                  </a:lnTo>
                  <a:lnTo>
                    <a:pt x="3287" y="2036"/>
                  </a:lnTo>
                  <a:cubicBezTo>
                    <a:pt x="3204" y="2036"/>
                    <a:pt x="3120" y="2120"/>
                    <a:pt x="3120" y="2203"/>
                  </a:cubicBezTo>
                  <a:cubicBezTo>
                    <a:pt x="3120" y="2298"/>
                    <a:pt x="3204" y="2370"/>
                    <a:pt x="3287" y="2370"/>
                  </a:cubicBezTo>
                  <a:lnTo>
                    <a:pt x="5180" y="2370"/>
                  </a:lnTo>
                  <a:cubicBezTo>
                    <a:pt x="5240" y="2370"/>
                    <a:pt x="5287" y="2334"/>
                    <a:pt x="5311" y="2298"/>
                  </a:cubicBezTo>
                  <a:cubicBezTo>
                    <a:pt x="5311" y="2263"/>
                    <a:pt x="5311" y="2203"/>
                    <a:pt x="5299" y="2143"/>
                  </a:cubicBezTo>
                  <a:lnTo>
                    <a:pt x="4573" y="572"/>
                  </a:lnTo>
                  <a:cubicBezTo>
                    <a:pt x="4490" y="12"/>
                    <a:pt x="2858"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65"/>
            <p:cNvSpPr/>
            <p:nvPr/>
          </p:nvSpPr>
          <p:spPr>
            <a:xfrm>
              <a:off x="2320012" y="3098755"/>
              <a:ext cx="10613" cy="54711"/>
            </a:xfrm>
            <a:custGeom>
              <a:avLst/>
              <a:gdLst/>
              <a:ahLst/>
              <a:cxnLst/>
              <a:rect l="l" t="t" r="r" b="b"/>
              <a:pathLst>
                <a:path w="335" h="1727" extrusionOk="0">
                  <a:moveTo>
                    <a:pt x="168" y="0"/>
                  </a:moveTo>
                  <a:cubicBezTo>
                    <a:pt x="84" y="0"/>
                    <a:pt x="1" y="72"/>
                    <a:pt x="1" y="155"/>
                  </a:cubicBezTo>
                  <a:lnTo>
                    <a:pt x="1" y="1560"/>
                  </a:lnTo>
                  <a:cubicBezTo>
                    <a:pt x="1" y="1643"/>
                    <a:pt x="84" y="1726"/>
                    <a:pt x="168" y="1726"/>
                  </a:cubicBezTo>
                  <a:cubicBezTo>
                    <a:pt x="263" y="1726"/>
                    <a:pt x="334" y="1643"/>
                    <a:pt x="334" y="1560"/>
                  </a:cubicBezTo>
                  <a:lnTo>
                    <a:pt x="334" y="155"/>
                  </a:lnTo>
                  <a:cubicBezTo>
                    <a:pt x="322" y="72"/>
                    <a:pt x="239"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65"/>
            <p:cNvSpPr/>
            <p:nvPr/>
          </p:nvSpPr>
          <p:spPr>
            <a:xfrm>
              <a:off x="2267961" y="3116939"/>
              <a:ext cx="42293" cy="41437"/>
            </a:xfrm>
            <a:custGeom>
              <a:avLst/>
              <a:gdLst/>
              <a:ahLst/>
              <a:cxnLst/>
              <a:rect l="l" t="t" r="r" b="b"/>
              <a:pathLst>
                <a:path w="1335" h="1308" extrusionOk="0">
                  <a:moveTo>
                    <a:pt x="168" y="1"/>
                  </a:moveTo>
                  <a:cubicBezTo>
                    <a:pt x="129" y="1"/>
                    <a:pt x="90" y="15"/>
                    <a:pt x="60" y="45"/>
                  </a:cubicBezTo>
                  <a:cubicBezTo>
                    <a:pt x="1" y="105"/>
                    <a:pt x="1" y="212"/>
                    <a:pt x="60" y="271"/>
                  </a:cubicBezTo>
                  <a:lnTo>
                    <a:pt x="1049" y="1272"/>
                  </a:lnTo>
                  <a:cubicBezTo>
                    <a:pt x="1084" y="1295"/>
                    <a:pt x="1132" y="1307"/>
                    <a:pt x="1168" y="1307"/>
                  </a:cubicBezTo>
                  <a:cubicBezTo>
                    <a:pt x="1215" y="1307"/>
                    <a:pt x="1263" y="1295"/>
                    <a:pt x="1287" y="1272"/>
                  </a:cubicBezTo>
                  <a:cubicBezTo>
                    <a:pt x="1334" y="1212"/>
                    <a:pt x="1334" y="1105"/>
                    <a:pt x="1275" y="1045"/>
                  </a:cubicBezTo>
                  <a:lnTo>
                    <a:pt x="275" y="45"/>
                  </a:lnTo>
                  <a:cubicBezTo>
                    <a:pt x="245" y="15"/>
                    <a:pt x="206"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65"/>
            <p:cNvSpPr/>
            <p:nvPr/>
          </p:nvSpPr>
          <p:spPr>
            <a:xfrm>
              <a:off x="2239671" y="3166645"/>
              <a:ext cx="54743" cy="10201"/>
            </a:xfrm>
            <a:custGeom>
              <a:avLst/>
              <a:gdLst/>
              <a:ahLst/>
              <a:cxnLst/>
              <a:rect l="l" t="t" r="r" b="b"/>
              <a:pathLst>
                <a:path w="1728" h="322" extrusionOk="0">
                  <a:moveTo>
                    <a:pt x="156" y="0"/>
                  </a:moveTo>
                  <a:cubicBezTo>
                    <a:pt x="72" y="0"/>
                    <a:pt x="1" y="72"/>
                    <a:pt x="1" y="155"/>
                  </a:cubicBezTo>
                  <a:cubicBezTo>
                    <a:pt x="1" y="250"/>
                    <a:pt x="72" y="322"/>
                    <a:pt x="156" y="322"/>
                  </a:cubicBezTo>
                  <a:lnTo>
                    <a:pt x="1561" y="322"/>
                  </a:lnTo>
                  <a:cubicBezTo>
                    <a:pt x="1644" y="322"/>
                    <a:pt x="1727" y="250"/>
                    <a:pt x="1727" y="155"/>
                  </a:cubicBezTo>
                  <a:cubicBezTo>
                    <a:pt x="1727" y="72"/>
                    <a:pt x="1644" y="0"/>
                    <a:pt x="1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3" name="Google Shape;11293;p65"/>
          <p:cNvGrpSpPr/>
          <p:nvPr/>
        </p:nvGrpSpPr>
        <p:grpSpPr>
          <a:xfrm>
            <a:off x="2691555" y="2709103"/>
            <a:ext cx="215044" cy="348924"/>
            <a:chOff x="2691555" y="2884503"/>
            <a:chExt cx="215044" cy="348924"/>
          </a:xfrm>
        </p:grpSpPr>
        <p:sp>
          <p:nvSpPr>
            <p:cNvPr id="11294" name="Google Shape;11294;p65"/>
            <p:cNvSpPr/>
            <p:nvPr/>
          </p:nvSpPr>
          <p:spPr>
            <a:xfrm>
              <a:off x="2691555" y="2884503"/>
              <a:ext cx="215044" cy="348924"/>
            </a:xfrm>
            <a:custGeom>
              <a:avLst/>
              <a:gdLst/>
              <a:ahLst/>
              <a:cxnLst/>
              <a:rect l="l" t="t" r="r" b="b"/>
              <a:pathLst>
                <a:path w="6788" h="11014" extrusionOk="0">
                  <a:moveTo>
                    <a:pt x="632" y="4941"/>
                  </a:moveTo>
                  <a:lnTo>
                    <a:pt x="632" y="5394"/>
                  </a:lnTo>
                  <a:lnTo>
                    <a:pt x="441" y="5394"/>
                  </a:lnTo>
                  <a:lnTo>
                    <a:pt x="632" y="4941"/>
                  </a:lnTo>
                  <a:close/>
                  <a:moveTo>
                    <a:pt x="3703" y="0"/>
                  </a:moveTo>
                  <a:cubicBezTo>
                    <a:pt x="2013" y="0"/>
                    <a:pt x="632" y="1346"/>
                    <a:pt x="632" y="2989"/>
                  </a:cubicBezTo>
                  <a:lnTo>
                    <a:pt x="632" y="4179"/>
                  </a:lnTo>
                  <a:lnTo>
                    <a:pt x="36" y="5489"/>
                  </a:lnTo>
                  <a:cubicBezTo>
                    <a:pt x="1" y="5537"/>
                    <a:pt x="13" y="5596"/>
                    <a:pt x="48" y="5644"/>
                  </a:cubicBezTo>
                  <a:cubicBezTo>
                    <a:pt x="72" y="5692"/>
                    <a:pt x="120" y="5715"/>
                    <a:pt x="179" y="5715"/>
                  </a:cubicBezTo>
                  <a:lnTo>
                    <a:pt x="632" y="5715"/>
                  </a:lnTo>
                  <a:lnTo>
                    <a:pt x="632" y="6965"/>
                  </a:lnTo>
                  <a:cubicBezTo>
                    <a:pt x="632" y="7335"/>
                    <a:pt x="941" y="7656"/>
                    <a:pt x="1310" y="7656"/>
                  </a:cubicBezTo>
                  <a:lnTo>
                    <a:pt x="2156" y="7656"/>
                  </a:lnTo>
                  <a:lnTo>
                    <a:pt x="2156" y="8704"/>
                  </a:lnTo>
                  <a:lnTo>
                    <a:pt x="751" y="10775"/>
                  </a:lnTo>
                  <a:cubicBezTo>
                    <a:pt x="703" y="10835"/>
                    <a:pt x="703" y="10906"/>
                    <a:pt x="751" y="10954"/>
                  </a:cubicBezTo>
                  <a:cubicBezTo>
                    <a:pt x="775" y="11002"/>
                    <a:pt x="822" y="11014"/>
                    <a:pt x="882" y="11014"/>
                  </a:cubicBezTo>
                  <a:lnTo>
                    <a:pt x="929" y="11014"/>
                  </a:lnTo>
                  <a:lnTo>
                    <a:pt x="2394" y="10585"/>
                  </a:lnTo>
                  <a:cubicBezTo>
                    <a:pt x="2489" y="10549"/>
                    <a:pt x="2537" y="10466"/>
                    <a:pt x="2501" y="10394"/>
                  </a:cubicBezTo>
                  <a:cubicBezTo>
                    <a:pt x="2482" y="10328"/>
                    <a:pt x="2418" y="10277"/>
                    <a:pt x="2356" y="10277"/>
                  </a:cubicBezTo>
                  <a:cubicBezTo>
                    <a:pt x="2340" y="10277"/>
                    <a:pt x="2325" y="10280"/>
                    <a:pt x="2310" y="10287"/>
                  </a:cubicBezTo>
                  <a:lnTo>
                    <a:pt x="1263" y="10597"/>
                  </a:lnTo>
                  <a:lnTo>
                    <a:pt x="2441" y="8859"/>
                  </a:lnTo>
                  <a:cubicBezTo>
                    <a:pt x="2453" y="8823"/>
                    <a:pt x="2477" y="8799"/>
                    <a:pt x="2477" y="8763"/>
                  </a:cubicBezTo>
                  <a:lnTo>
                    <a:pt x="2477" y="7608"/>
                  </a:lnTo>
                  <a:lnTo>
                    <a:pt x="3453" y="7073"/>
                  </a:lnTo>
                  <a:cubicBezTo>
                    <a:pt x="3537" y="7025"/>
                    <a:pt x="3561" y="6942"/>
                    <a:pt x="3513" y="6846"/>
                  </a:cubicBezTo>
                  <a:cubicBezTo>
                    <a:pt x="3488" y="6797"/>
                    <a:pt x="3436" y="6765"/>
                    <a:pt x="3378" y="6765"/>
                  </a:cubicBezTo>
                  <a:cubicBezTo>
                    <a:pt x="3352" y="6765"/>
                    <a:pt x="3325" y="6772"/>
                    <a:pt x="3299" y="6787"/>
                  </a:cubicBezTo>
                  <a:lnTo>
                    <a:pt x="2263" y="7358"/>
                  </a:lnTo>
                  <a:lnTo>
                    <a:pt x="1298" y="7358"/>
                  </a:lnTo>
                  <a:cubicBezTo>
                    <a:pt x="1108" y="7358"/>
                    <a:pt x="941" y="7192"/>
                    <a:pt x="941" y="7001"/>
                  </a:cubicBezTo>
                  <a:lnTo>
                    <a:pt x="941" y="6549"/>
                  </a:lnTo>
                  <a:lnTo>
                    <a:pt x="1775" y="6549"/>
                  </a:lnTo>
                  <a:cubicBezTo>
                    <a:pt x="1870" y="6549"/>
                    <a:pt x="1941" y="6477"/>
                    <a:pt x="1941" y="6382"/>
                  </a:cubicBezTo>
                  <a:cubicBezTo>
                    <a:pt x="1941" y="6299"/>
                    <a:pt x="1870" y="6227"/>
                    <a:pt x="1775" y="6227"/>
                  </a:cubicBezTo>
                  <a:lnTo>
                    <a:pt x="941" y="6227"/>
                  </a:lnTo>
                  <a:lnTo>
                    <a:pt x="941" y="3025"/>
                  </a:lnTo>
                  <a:cubicBezTo>
                    <a:pt x="941" y="1548"/>
                    <a:pt x="2179" y="358"/>
                    <a:pt x="3715" y="358"/>
                  </a:cubicBezTo>
                  <a:cubicBezTo>
                    <a:pt x="5239" y="358"/>
                    <a:pt x="6478" y="1548"/>
                    <a:pt x="6478" y="3025"/>
                  </a:cubicBezTo>
                  <a:cubicBezTo>
                    <a:pt x="6478" y="4263"/>
                    <a:pt x="5811" y="5406"/>
                    <a:pt x="4727" y="6013"/>
                  </a:cubicBezTo>
                  <a:lnTo>
                    <a:pt x="3954" y="6442"/>
                  </a:lnTo>
                  <a:cubicBezTo>
                    <a:pt x="3870" y="6489"/>
                    <a:pt x="3846" y="6584"/>
                    <a:pt x="3894" y="6668"/>
                  </a:cubicBezTo>
                  <a:cubicBezTo>
                    <a:pt x="3918" y="6717"/>
                    <a:pt x="3971" y="6749"/>
                    <a:pt x="4029" y="6749"/>
                  </a:cubicBezTo>
                  <a:cubicBezTo>
                    <a:pt x="4055" y="6749"/>
                    <a:pt x="4082" y="6742"/>
                    <a:pt x="4108" y="6727"/>
                  </a:cubicBezTo>
                  <a:lnTo>
                    <a:pt x="4882" y="6299"/>
                  </a:lnTo>
                  <a:cubicBezTo>
                    <a:pt x="4918" y="6287"/>
                    <a:pt x="4930" y="6263"/>
                    <a:pt x="4966" y="6251"/>
                  </a:cubicBezTo>
                  <a:lnTo>
                    <a:pt x="4966" y="8525"/>
                  </a:lnTo>
                  <a:cubicBezTo>
                    <a:pt x="4966" y="8573"/>
                    <a:pt x="4977" y="8609"/>
                    <a:pt x="5001" y="8632"/>
                  </a:cubicBezTo>
                  <a:lnTo>
                    <a:pt x="5620" y="9323"/>
                  </a:lnTo>
                  <a:lnTo>
                    <a:pt x="2965" y="10109"/>
                  </a:lnTo>
                  <a:cubicBezTo>
                    <a:pt x="2882" y="10133"/>
                    <a:pt x="2834" y="10228"/>
                    <a:pt x="2858" y="10299"/>
                  </a:cubicBezTo>
                  <a:cubicBezTo>
                    <a:pt x="2882" y="10371"/>
                    <a:pt x="2953" y="10418"/>
                    <a:pt x="3013" y="10418"/>
                  </a:cubicBezTo>
                  <a:lnTo>
                    <a:pt x="3061" y="10418"/>
                  </a:lnTo>
                  <a:lnTo>
                    <a:pt x="5942" y="9573"/>
                  </a:lnTo>
                  <a:cubicBezTo>
                    <a:pt x="6001" y="9549"/>
                    <a:pt x="6037" y="9513"/>
                    <a:pt x="6049" y="9466"/>
                  </a:cubicBezTo>
                  <a:cubicBezTo>
                    <a:pt x="6061" y="9406"/>
                    <a:pt x="6049" y="9359"/>
                    <a:pt x="6013" y="9311"/>
                  </a:cubicBezTo>
                  <a:lnTo>
                    <a:pt x="5263" y="8442"/>
                  </a:lnTo>
                  <a:lnTo>
                    <a:pt x="5263" y="6013"/>
                  </a:lnTo>
                  <a:cubicBezTo>
                    <a:pt x="6216" y="5311"/>
                    <a:pt x="6787" y="4203"/>
                    <a:pt x="6787" y="2989"/>
                  </a:cubicBezTo>
                  <a:cubicBezTo>
                    <a:pt x="6787" y="1346"/>
                    <a:pt x="540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65"/>
            <p:cNvSpPr/>
            <p:nvPr/>
          </p:nvSpPr>
          <p:spPr>
            <a:xfrm>
              <a:off x="2754535" y="2907503"/>
              <a:ext cx="126783" cy="127164"/>
            </a:xfrm>
            <a:custGeom>
              <a:avLst/>
              <a:gdLst/>
              <a:ahLst/>
              <a:cxnLst/>
              <a:rect l="l" t="t" r="r" b="b"/>
              <a:pathLst>
                <a:path w="4002" h="4014" extrusionOk="0">
                  <a:moveTo>
                    <a:pt x="1989" y="1"/>
                  </a:moveTo>
                  <a:cubicBezTo>
                    <a:pt x="953" y="1"/>
                    <a:pt x="72" y="822"/>
                    <a:pt x="1" y="1870"/>
                  </a:cubicBezTo>
                  <a:cubicBezTo>
                    <a:pt x="1" y="1953"/>
                    <a:pt x="61" y="2025"/>
                    <a:pt x="144" y="2048"/>
                  </a:cubicBezTo>
                  <a:cubicBezTo>
                    <a:pt x="239" y="2048"/>
                    <a:pt x="311" y="1989"/>
                    <a:pt x="322" y="1894"/>
                  </a:cubicBezTo>
                  <a:cubicBezTo>
                    <a:pt x="382" y="1013"/>
                    <a:pt x="1108" y="346"/>
                    <a:pt x="1989" y="346"/>
                  </a:cubicBezTo>
                  <a:cubicBezTo>
                    <a:pt x="2918" y="346"/>
                    <a:pt x="3656" y="1096"/>
                    <a:pt x="3656" y="2013"/>
                  </a:cubicBezTo>
                  <a:cubicBezTo>
                    <a:pt x="3656" y="2941"/>
                    <a:pt x="2918" y="3680"/>
                    <a:pt x="1989" y="3680"/>
                  </a:cubicBezTo>
                  <a:cubicBezTo>
                    <a:pt x="1251" y="3680"/>
                    <a:pt x="596" y="3191"/>
                    <a:pt x="382" y="2477"/>
                  </a:cubicBezTo>
                  <a:cubicBezTo>
                    <a:pt x="363" y="2401"/>
                    <a:pt x="298" y="2363"/>
                    <a:pt x="236" y="2363"/>
                  </a:cubicBezTo>
                  <a:cubicBezTo>
                    <a:pt x="221" y="2363"/>
                    <a:pt x="206" y="2365"/>
                    <a:pt x="191" y="2370"/>
                  </a:cubicBezTo>
                  <a:cubicBezTo>
                    <a:pt x="96" y="2406"/>
                    <a:pt x="61" y="2489"/>
                    <a:pt x="84" y="2560"/>
                  </a:cubicBezTo>
                  <a:cubicBezTo>
                    <a:pt x="322" y="3418"/>
                    <a:pt x="1108" y="4013"/>
                    <a:pt x="2001" y="4013"/>
                  </a:cubicBezTo>
                  <a:cubicBezTo>
                    <a:pt x="3109" y="4013"/>
                    <a:pt x="4001" y="3120"/>
                    <a:pt x="4001" y="2013"/>
                  </a:cubicBezTo>
                  <a:cubicBezTo>
                    <a:pt x="3990" y="917"/>
                    <a:pt x="3097" y="1"/>
                    <a:pt x="1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65"/>
            <p:cNvSpPr/>
            <p:nvPr/>
          </p:nvSpPr>
          <p:spPr>
            <a:xfrm>
              <a:off x="2781336" y="2931263"/>
              <a:ext cx="74321" cy="74353"/>
            </a:xfrm>
            <a:custGeom>
              <a:avLst/>
              <a:gdLst/>
              <a:ahLst/>
              <a:cxnLst/>
              <a:rect l="l" t="t" r="r" b="b"/>
              <a:pathLst>
                <a:path w="2346" h="2347" extrusionOk="0">
                  <a:moveTo>
                    <a:pt x="1465" y="310"/>
                  </a:moveTo>
                  <a:cubicBezTo>
                    <a:pt x="1620" y="310"/>
                    <a:pt x="1751" y="370"/>
                    <a:pt x="1858" y="477"/>
                  </a:cubicBezTo>
                  <a:cubicBezTo>
                    <a:pt x="1965" y="584"/>
                    <a:pt x="2024" y="715"/>
                    <a:pt x="2024" y="858"/>
                  </a:cubicBezTo>
                  <a:cubicBezTo>
                    <a:pt x="2024" y="1013"/>
                    <a:pt x="1965" y="1144"/>
                    <a:pt x="1858" y="1251"/>
                  </a:cubicBezTo>
                  <a:cubicBezTo>
                    <a:pt x="1751" y="1358"/>
                    <a:pt x="1620" y="1418"/>
                    <a:pt x="1465" y="1418"/>
                  </a:cubicBezTo>
                  <a:cubicBezTo>
                    <a:pt x="1322" y="1418"/>
                    <a:pt x="1191" y="1358"/>
                    <a:pt x="1084" y="1251"/>
                  </a:cubicBezTo>
                  <a:cubicBezTo>
                    <a:pt x="869" y="1037"/>
                    <a:pt x="869" y="679"/>
                    <a:pt x="1084" y="477"/>
                  </a:cubicBezTo>
                  <a:cubicBezTo>
                    <a:pt x="1191" y="370"/>
                    <a:pt x="1322" y="310"/>
                    <a:pt x="1465" y="310"/>
                  </a:cubicBezTo>
                  <a:close/>
                  <a:moveTo>
                    <a:pt x="1489" y="1"/>
                  </a:moveTo>
                  <a:cubicBezTo>
                    <a:pt x="1262" y="1"/>
                    <a:pt x="1036" y="84"/>
                    <a:pt x="869" y="251"/>
                  </a:cubicBezTo>
                  <a:cubicBezTo>
                    <a:pt x="572" y="548"/>
                    <a:pt x="536" y="1025"/>
                    <a:pt x="774" y="1370"/>
                  </a:cubicBezTo>
                  <a:lnTo>
                    <a:pt x="60" y="2084"/>
                  </a:lnTo>
                  <a:cubicBezTo>
                    <a:pt x="0" y="2144"/>
                    <a:pt x="0" y="2239"/>
                    <a:pt x="60" y="2299"/>
                  </a:cubicBezTo>
                  <a:cubicBezTo>
                    <a:pt x="84" y="2334"/>
                    <a:pt x="131" y="2346"/>
                    <a:pt x="179" y="2346"/>
                  </a:cubicBezTo>
                  <a:cubicBezTo>
                    <a:pt x="215" y="2346"/>
                    <a:pt x="262" y="2334"/>
                    <a:pt x="298" y="2299"/>
                  </a:cubicBezTo>
                  <a:lnTo>
                    <a:pt x="1012" y="1584"/>
                  </a:lnTo>
                  <a:cubicBezTo>
                    <a:pt x="1155" y="1691"/>
                    <a:pt x="1322" y="1739"/>
                    <a:pt x="1501" y="1739"/>
                  </a:cubicBezTo>
                  <a:cubicBezTo>
                    <a:pt x="1739" y="1739"/>
                    <a:pt x="1941" y="1644"/>
                    <a:pt x="2108" y="1489"/>
                  </a:cubicBezTo>
                  <a:cubicBezTo>
                    <a:pt x="2263" y="1310"/>
                    <a:pt x="2346" y="1096"/>
                    <a:pt x="2346" y="858"/>
                  </a:cubicBezTo>
                  <a:cubicBezTo>
                    <a:pt x="2346" y="620"/>
                    <a:pt x="2263" y="417"/>
                    <a:pt x="2096" y="251"/>
                  </a:cubicBezTo>
                  <a:cubicBezTo>
                    <a:pt x="1929" y="84"/>
                    <a:pt x="1703"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7" name="Google Shape;11297;p65"/>
          <p:cNvGrpSpPr/>
          <p:nvPr/>
        </p:nvGrpSpPr>
        <p:grpSpPr>
          <a:xfrm>
            <a:off x="1770459" y="2709103"/>
            <a:ext cx="254644" cy="348828"/>
            <a:chOff x="1770459" y="2884503"/>
            <a:chExt cx="254644" cy="348828"/>
          </a:xfrm>
        </p:grpSpPr>
        <p:sp>
          <p:nvSpPr>
            <p:cNvPr id="11298" name="Google Shape;11298;p65"/>
            <p:cNvSpPr/>
            <p:nvPr/>
          </p:nvSpPr>
          <p:spPr>
            <a:xfrm>
              <a:off x="1832330" y="2884503"/>
              <a:ext cx="130902" cy="159572"/>
            </a:xfrm>
            <a:custGeom>
              <a:avLst/>
              <a:gdLst/>
              <a:ahLst/>
              <a:cxnLst/>
              <a:rect l="l" t="t" r="r" b="b"/>
              <a:pathLst>
                <a:path w="4132" h="5037" extrusionOk="0">
                  <a:moveTo>
                    <a:pt x="2060" y="0"/>
                  </a:moveTo>
                  <a:cubicBezTo>
                    <a:pt x="953" y="0"/>
                    <a:pt x="36" y="869"/>
                    <a:pt x="0" y="1977"/>
                  </a:cubicBezTo>
                  <a:cubicBezTo>
                    <a:pt x="0" y="2072"/>
                    <a:pt x="60" y="2143"/>
                    <a:pt x="143" y="2143"/>
                  </a:cubicBezTo>
                  <a:cubicBezTo>
                    <a:pt x="238" y="2143"/>
                    <a:pt x="310" y="2084"/>
                    <a:pt x="310" y="2001"/>
                  </a:cubicBezTo>
                  <a:cubicBezTo>
                    <a:pt x="357" y="1060"/>
                    <a:pt x="1131" y="322"/>
                    <a:pt x="2060" y="322"/>
                  </a:cubicBezTo>
                  <a:cubicBezTo>
                    <a:pt x="3036" y="322"/>
                    <a:pt x="3822" y="1120"/>
                    <a:pt x="3822" y="2084"/>
                  </a:cubicBezTo>
                  <a:cubicBezTo>
                    <a:pt x="3822" y="2846"/>
                    <a:pt x="3334" y="3513"/>
                    <a:pt x="2596" y="3751"/>
                  </a:cubicBezTo>
                  <a:cubicBezTo>
                    <a:pt x="2572" y="3763"/>
                    <a:pt x="2524" y="3787"/>
                    <a:pt x="2512" y="3822"/>
                  </a:cubicBezTo>
                  <a:lnTo>
                    <a:pt x="2060" y="4572"/>
                  </a:lnTo>
                  <a:lnTo>
                    <a:pt x="1619" y="3822"/>
                  </a:lnTo>
                  <a:cubicBezTo>
                    <a:pt x="1608" y="3798"/>
                    <a:pt x="1572" y="3763"/>
                    <a:pt x="1524" y="3751"/>
                  </a:cubicBezTo>
                  <a:cubicBezTo>
                    <a:pt x="977" y="3572"/>
                    <a:pt x="548" y="3144"/>
                    <a:pt x="381" y="2572"/>
                  </a:cubicBezTo>
                  <a:cubicBezTo>
                    <a:pt x="362" y="2503"/>
                    <a:pt x="293" y="2459"/>
                    <a:pt x="230" y="2459"/>
                  </a:cubicBezTo>
                  <a:cubicBezTo>
                    <a:pt x="216" y="2459"/>
                    <a:pt x="203" y="2461"/>
                    <a:pt x="191" y="2465"/>
                  </a:cubicBezTo>
                  <a:cubicBezTo>
                    <a:pt x="95" y="2501"/>
                    <a:pt x="60" y="2584"/>
                    <a:pt x="84" y="2667"/>
                  </a:cubicBezTo>
                  <a:cubicBezTo>
                    <a:pt x="274" y="3298"/>
                    <a:pt x="750" y="3810"/>
                    <a:pt x="1381" y="4037"/>
                  </a:cubicBezTo>
                  <a:lnTo>
                    <a:pt x="1929" y="4953"/>
                  </a:lnTo>
                  <a:cubicBezTo>
                    <a:pt x="1965" y="5001"/>
                    <a:pt x="2000" y="5037"/>
                    <a:pt x="2060" y="5037"/>
                  </a:cubicBezTo>
                  <a:cubicBezTo>
                    <a:pt x="2120" y="5037"/>
                    <a:pt x="2167" y="5001"/>
                    <a:pt x="2191" y="4953"/>
                  </a:cubicBezTo>
                  <a:lnTo>
                    <a:pt x="2751" y="4037"/>
                  </a:lnTo>
                  <a:cubicBezTo>
                    <a:pt x="3584" y="3739"/>
                    <a:pt x="4132" y="2965"/>
                    <a:pt x="4132" y="2084"/>
                  </a:cubicBezTo>
                  <a:cubicBezTo>
                    <a:pt x="4132" y="941"/>
                    <a:pt x="32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65"/>
            <p:cNvSpPr/>
            <p:nvPr/>
          </p:nvSpPr>
          <p:spPr>
            <a:xfrm>
              <a:off x="1861000" y="2912698"/>
              <a:ext cx="75842" cy="72167"/>
            </a:xfrm>
            <a:custGeom>
              <a:avLst/>
              <a:gdLst/>
              <a:ahLst/>
              <a:cxnLst/>
              <a:rect l="l" t="t" r="r" b="b"/>
              <a:pathLst>
                <a:path w="2394" h="2278" extrusionOk="0">
                  <a:moveTo>
                    <a:pt x="1441" y="313"/>
                  </a:moveTo>
                  <a:cubicBezTo>
                    <a:pt x="1572" y="313"/>
                    <a:pt x="1715" y="360"/>
                    <a:pt x="1810" y="468"/>
                  </a:cubicBezTo>
                  <a:cubicBezTo>
                    <a:pt x="2036" y="670"/>
                    <a:pt x="2036" y="1015"/>
                    <a:pt x="1834" y="1218"/>
                  </a:cubicBezTo>
                  <a:cubicBezTo>
                    <a:pt x="1726" y="1325"/>
                    <a:pt x="1587" y="1378"/>
                    <a:pt x="1448" y="1378"/>
                  </a:cubicBezTo>
                  <a:cubicBezTo>
                    <a:pt x="1310" y="1378"/>
                    <a:pt x="1173" y="1325"/>
                    <a:pt x="1072" y="1218"/>
                  </a:cubicBezTo>
                  <a:cubicBezTo>
                    <a:pt x="857" y="1015"/>
                    <a:pt x="857" y="670"/>
                    <a:pt x="1072" y="468"/>
                  </a:cubicBezTo>
                  <a:cubicBezTo>
                    <a:pt x="1167" y="360"/>
                    <a:pt x="1310" y="313"/>
                    <a:pt x="1441" y="313"/>
                  </a:cubicBezTo>
                  <a:close/>
                  <a:moveTo>
                    <a:pt x="1451" y="0"/>
                  </a:moveTo>
                  <a:cubicBezTo>
                    <a:pt x="1232" y="0"/>
                    <a:pt x="1012" y="81"/>
                    <a:pt x="845" y="241"/>
                  </a:cubicBezTo>
                  <a:cubicBezTo>
                    <a:pt x="548" y="539"/>
                    <a:pt x="524" y="992"/>
                    <a:pt x="738" y="1325"/>
                  </a:cubicBezTo>
                  <a:lnTo>
                    <a:pt x="60" y="2015"/>
                  </a:lnTo>
                  <a:cubicBezTo>
                    <a:pt x="0" y="2075"/>
                    <a:pt x="0" y="2182"/>
                    <a:pt x="60" y="2242"/>
                  </a:cubicBezTo>
                  <a:cubicBezTo>
                    <a:pt x="83" y="2265"/>
                    <a:pt x="131" y="2277"/>
                    <a:pt x="179" y="2277"/>
                  </a:cubicBezTo>
                  <a:cubicBezTo>
                    <a:pt x="226" y="2277"/>
                    <a:pt x="262" y="2265"/>
                    <a:pt x="298" y="2242"/>
                  </a:cubicBezTo>
                  <a:lnTo>
                    <a:pt x="976" y="1551"/>
                  </a:lnTo>
                  <a:cubicBezTo>
                    <a:pt x="1131" y="1658"/>
                    <a:pt x="1298" y="1706"/>
                    <a:pt x="1453" y="1706"/>
                  </a:cubicBezTo>
                  <a:cubicBezTo>
                    <a:pt x="1679" y="1706"/>
                    <a:pt x="1881" y="1611"/>
                    <a:pt x="2072" y="1444"/>
                  </a:cubicBezTo>
                  <a:cubicBezTo>
                    <a:pt x="2393" y="1122"/>
                    <a:pt x="2393" y="575"/>
                    <a:pt x="2048" y="241"/>
                  </a:cubicBezTo>
                  <a:cubicBezTo>
                    <a:pt x="1887" y="81"/>
                    <a:pt x="1670"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65"/>
            <p:cNvSpPr/>
            <p:nvPr/>
          </p:nvSpPr>
          <p:spPr>
            <a:xfrm>
              <a:off x="1818359" y="3060644"/>
              <a:ext cx="57753" cy="24172"/>
            </a:xfrm>
            <a:custGeom>
              <a:avLst/>
              <a:gdLst/>
              <a:ahLst/>
              <a:cxnLst/>
              <a:rect l="l" t="t" r="r" b="b"/>
              <a:pathLst>
                <a:path w="1823" h="763" extrusionOk="0">
                  <a:moveTo>
                    <a:pt x="181" y="0"/>
                  </a:moveTo>
                  <a:cubicBezTo>
                    <a:pt x="116" y="0"/>
                    <a:pt x="55" y="43"/>
                    <a:pt x="36" y="108"/>
                  </a:cubicBezTo>
                  <a:cubicBezTo>
                    <a:pt x="1" y="203"/>
                    <a:pt x="48" y="286"/>
                    <a:pt x="144" y="322"/>
                  </a:cubicBezTo>
                  <a:lnTo>
                    <a:pt x="1584" y="763"/>
                  </a:lnTo>
                  <a:lnTo>
                    <a:pt x="1632" y="763"/>
                  </a:lnTo>
                  <a:cubicBezTo>
                    <a:pt x="1703" y="763"/>
                    <a:pt x="1763" y="727"/>
                    <a:pt x="1775" y="643"/>
                  </a:cubicBezTo>
                  <a:cubicBezTo>
                    <a:pt x="1822" y="572"/>
                    <a:pt x="1775" y="465"/>
                    <a:pt x="1691" y="453"/>
                  </a:cubicBezTo>
                  <a:lnTo>
                    <a:pt x="239" y="12"/>
                  </a:ln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65"/>
            <p:cNvSpPr/>
            <p:nvPr/>
          </p:nvSpPr>
          <p:spPr>
            <a:xfrm>
              <a:off x="1818359" y="3078384"/>
              <a:ext cx="57753" cy="24552"/>
            </a:xfrm>
            <a:custGeom>
              <a:avLst/>
              <a:gdLst/>
              <a:ahLst/>
              <a:cxnLst/>
              <a:rect l="l" t="t" r="r" b="b"/>
              <a:pathLst>
                <a:path w="1823" h="775" extrusionOk="0">
                  <a:moveTo>
                    <a:pt x="182" y="0"/>
                  </a:moveTo>
                  <a:cubicBezTo>
                    <a:pt x="116" y="0"/>
                    <a:pt x="55" y="45"/>
                    <a:pt x="36" y="119"/>
                  </a:cubicBezTo>
                  <a:cubicBezTo>
                    <a:pt x="1" y="203"/>
                    <a:pt x="48" y="298"/>
                    <a:pt x="144" y="322"/>
                  </a:cubicBezTo>
                  <a:lnTo>
                    <a:pt x="1584" y="774"/>
                  </a:lnTo>
                  <a:lnTo>
                    <a:pt x="1632" y="774"/>
                  </a:lnTo>
                  <a:cubicBezTo>
                    <a:pt x="1703" y="774"/>
                    <a:pt x="1763" y="726"/>
                    <a:pt x="1775" y="655"/>
                  </a:cubicBezTo>
                  <a:cubicBezTo>
                    <a:pt x="1822" y="584"/>
                    <a:pt x="1775" y="488"/>
                    <a:pt x="1691" y="464"/>
                  </a:cubicBezTo>
                  <a:lnTo>
                    <a:pt x="239" y="12"/>
                  </a:lnTo>
                  <a:cubicBezTo>
                    <a:pt x="220" y="4"/>
                    <a:pt x="201"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2" name="Google Shape;11302;p65"/>
            <p:cNvSpPr/>
            <p:nvPr/>
          </p:nvSpPr>
          <p:spPr>
            <a:xfrm>
              <a:off x="1818359" y="3096474"/>
              <a:ext cx="57753" cy="24172"/>
            </a:xfrm>
            <a:custGeom>
              <a:avLst/>
              <a:gdLst/>
              <a:ahLst/>
              <a:cxnLst/>
              <a:rect l="l" t="t" r="r" b="b"/>
              <a:pathLst>
                <a:path w="1823" h="763" extrusionOk="0">
                  <a:moveTo>
                    <a:pt x="181" y="1"/>
                  </a:moveTo>
                  <a:cubicBezTo>
                    <a:pt x="116" y="1"/>
                    <a:pt x="55" y="44"/>
                    <a:pt x="36" y="108"/>
                  </a:cubicBezTo>
                  <a:cubicBezTo>
                    <a:pt x="1" y="203"/>
                    <a:pt x="48" y="286"/>
                    <a:pt x="144" y="322"/>
                  </a:cubicBezTo>
                  <a:lnTo>
                    <a:pt x="1584" y="763"/>
                  </a:lnTo>
                  <a:lnTo>
                    <a:pt x="1632" y="763"/>
                  </a:lnTo>
                  <a:cubicBezTo>
                    <a:pt x="1703" y="763"/>
                    <a:pt x="1763" y="727"/>
                    <a:pt x="1775" y="644"/>
                  </a:cubicBezTo>
                  <a:cubicBezTo>
                    <a:pt x="1822" y="572"/>
                    <a:pt x="1775" y="489"/>
                    <a:pt x="1691" y="453"/>
                  </a:cubicBezTo>
                  <a:lnTo>
                    <a:pt x="239" y="13"/>
                  </a:ln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65"/>
            <p:cNvSpPr/>
            <p:nvPr/>
          </p:nvSpPr>
          <p:spPr>
            <a:xfrm>
              <a:off x="2022410" y="3029914"/>
              <a:ext cx="760" cy="570"/>
            </a:xfrm>
            <a:custGeom>
              <a:avLst/>
              <a:gdLst/>
              <a:ahLst/>
              <a:cxnLst/>
              <a:rect l="l" t="t" r="r" b="b"/>
              <a:pathLst>
                <a:path w="24" h="18" extrusionOk="0">
                  <a:moveTo>
                    <a:pt x="3" y="0"/>
                  </a:moveTo>
                  <a:cubicBezTo>
                    <a:pt x="0" y="0"/>
                    <a:pt x="21" y="18"/>
                    <a:pt x="23" y="18"/>
                  </a:cubicBezTo>
                  <a:cubicBezTo>
                    <a:pt x="24" y="18"/>
                    <a:pt x="22" y="15"/>
                    <a:pt x="13" y="6"/>
                  </a:cubicBezTo>
                  <a:cubicBezTo>
                    <a:pt x="7" y="2"/>
                    <a:pt x="4" y="0"/>
                    <a:pt x="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65"/>
            <p:cNvSpPr/>
            <p:nvPr/>
          </p:nvSpPr>
          <p:spPr>
            <a:xfrm>
              <a:off x="1770459" y="3017337"/>
              <a:ext cx="254644" cy="215994"/>
            </a:xfrm>
            <a:custGeom>
              <a:avLst/>
              <a:gdLst/>
              <a:ahLst/>
              <a:cxnLst/>
              <a:rect l="l" t="t" r="r" b="b"/>
              <a:pathLst>
                <a:path w="8038" h="6818" extrusionOk="0">
                  <a:moveTo>
                    <a:pt x="7275" y="391"/>
                  </a:moveTo>
                  <a:lnTo>
                    <a:pt x="7275" y="3677"/>
                  </a:lnTo>
                  <a:lnTo>
                    <a:pt x="4180" y="4677"/>
                  </a:lnTo>
                  <a:lnTo>
                    <a:pt x="4180" y="2570"/>
                  </a:lnTo>
                  <a:lnTo>
                    <a:pt x="4180" y="1760"/>
                  </a:lnTo>
                  <a:lnTo>
                    <a:pt x="4180" y="1391"/>
                  </a:lnTo>
                  <a:lnTo>
                    <a:pt x="7275" y="391"/>
                  </a:lnTo>
                  <a:close/>
                  <a:moveTo>
                    <a:pt x="310" y="748"/>
                  </a:moveTo>
                  <a:lnTo>
                    <a:pt x="429" y="796"/>
                  </a:lnTo>
                  <a:lnTo>
                    <a:pt x="429" y="3820"/>
                  </a:lnTo>
                  <a:cubicBezTo>
                    <a:pt x="429" y="3892"/>
                    <a:pt x="477" y="3951"/>
                    <a:pt x="548" y="3963"/>
                  </a:cubicBezTo>
                  <a:lnTo>
                    <a:pt x="3858" y="5023"/>
                  </a:lnTo>
                  <a:lnTo>
                    <a:pt x="3858" y="5630"/>
                  </a:lnTo>
                  <a:lnTo>
                    <a:pt x="310" y="4499"/>
                  </a:lnTo>
                  <a:lnTo>
                    <a:pt x="310" y="1332"/>
                  </a:lnTo>
                  <a:lnTo>
                    <a:pt x="310" y="748"/>
                  </a:lnTo>
                  <a:close/>
                  <a:moveTo>
                    <a:pt x="7704" y="748"/>
                  </a:moveTo>
                  <a:lnTo>
                    <a:pt x="7704" y="1332"/>
                  </a:lnTo>
                  <a:lnTo>
                    <a:pt x="7704" y="4499"/>
                  </a:lnTo>
                  <a:lnTo>
                    <a:pt x="4168" y="5630"/>
                  </a:lnTo>
                  <a:lnTo>
                    <a:pt x="4168" y="5023"/>
                  </a:lnTo>
                  <a:lnTo>
                    <a:pt x="7466" y="3963"/>
                  </a:lnTo>
                  <a:cubicBezTo>
                    <a:pt x="7525" y="3951"/>
                    <a:pt x="7585" y="3880"/>
                    <a:pt x="7585" y="3820"/>
                  </a:cubicBezTo>
                  <a:lnTo>
                    <a:pt x="7585" y="796"/>
                  </a:lnTo>
                  <a:lnTo>
                    <a:pt x="7704" y="748"/>
                  </a:lnTo>
                  <a:close/>
                  <a:moveTo>
                    <a:pt x="310" y="4844"/>
                  </a:moveTo>
                  <a:lnTo>
                    <a:pt x="3858" y="5975"/>
                  </a:lnTo>
                  <a:lnTo>
                    <a:pt x="3858" y="6440"/>
                  </a:lnTo>
                  <a:lnTo>
                    <a:pt x="310" y="5309"/>
                  </a:lnTo>
                  <a:lnTo>
                    <a:pt x="310" y="4844"/>
                  </a:lnTo>
                  <a:close/>
                  <a:moveTo>
                    <a:pt x="595" y="0"/>
                  </a:moveTo>
                  <a:cubicBezTo>
                    <a:pt x="562" y="0"/>
                    <a:pt x="522" y="17"/>
                    <a:pt x="489" y="34"/>
                  </a:cubicBezTo>
                  <a:cubicBezTo>
                    <a:pt x="441" y="70"/>
                    <a:pt x="429" y="105"/>
                    <a:pt x="429" y="165"/>
                  </a:cubicBezTo>
                  <a:lnTo>
                    <a:pt x="429" y="439"/>
                  </a:lnTo>
                  <a:lnTo>
                    <a:pt x="203" y="367"/>
                  </a:lnTo>
                  <a:cubicBezTo>
                    <a:pt x="189" y="360"/>
                    <a:pt x="175" y="358"/>
                    <a:pt x="161" y="358"/>
                  </a:cubicBezTo>
                  <a:cubicBezTo>
                    <a:pt x="127" y="358"/>
                    <a:pt x="94" y="374"/>
                    <a:pt x="60" y="391"/>
                  </a:cubicBezTo>
                  <a:cubicBezTo>
                    <a:pt x="12" y="427"/>
                    <a:pt x="1" y="463"/>
                    <a:pt x="1" y="522"/>
                  </a:cubicBezTo>
                  <a:lnTo>
                    <a:pt x="1" y="1332"/>
                  </a:lnTo>
                  <a:lnTo>
                    <a:pt x="1" y="4618"/>
                  </a:lnTo>
                  <a:lnTo>
                    <a:pt x="1" y="5428"/>
                  </a:lnTo>
                  <a:cubicBezTo>
                    <a:pt x="1" y="5499"/>
                    <a:pt x="48" y="5559"/>
                    <a:pt x="120" y="5570"/>
                  </a:cubicBezTo>
                  <a:lnTo>
                    <a:pt x="3977" y="6809"/>
                  </a:lnTo>
                  <a:cubicBezTo>
                    <a:pt x="3989" y="6815"/>
                    <a:pt x="4001" y="6818"/>
                    <a:pt x="4016" y="6818"/>
                  </a:cubicBezTo>
                  <a:cubicBezTo>
                    <a:pt x="4031" y="6818"/>
                    <a:pt x="4049" y="6815"/>
                    <a:pt x="4073" y="6809"/>
                  </a:cubicBezTo>
                  <a:lnTo>
                    <a:pt x="6061" y="6166"/>
                  </a:lnTo>
                  <a:cubicBezTo>
                    <a:pt x="6144" y="6130"/>
                    <a:pt x="6192" y="6047"/>
                    <a:pt x="6156" y="5963"/>
                  </a:cubicBezTo>
                  <a:cubicBezTo>
                    <a:pt x="6138" y="5890"/>
                    <a:pt x="6076" y="5844"/>
                    <a:pt x="6011" y="5844"/>
                  </a:cubicBezTo>
                  <a:cubicBezTo>
                    <a:pt x="5992" y="5844"/>
                    <a:pt x="5972" y="5848"/>
                    <a:pt x="5954" y="5856"/>
                  </a:cubicBezTo>
                  <a:lnTo>
                    <a:pt x="4180" y="6440"/>
                  </a:lnTo>
                  <a:lnTo>
                    <a:pt x="4180" y="5975"/>
                  </a:lnTo>
                  <a:lnTo>
                    <a:pt x="7728" y="4844"/>
                  </a:lnTo>
                  <a:lnTo>
                    <a:pt x="7728" y="5309"/>
                  </a:lnTo>
                  <a:lnTo>
                    <a:pt x="6597" y="5666"/>
                  </a:lnTo>
                  <a:cubicBezTo>
                    <a:pt x="6501" y="5690"/>
                    <a:pt x="6454" y="5773"/>
                    <a:pt x="6489" y="5868"/>
                  </a:cubicBezTo>
                  <a:cubicBezTo>
                    <a:pt x="6501" y="5940"/>
                    <a:pt x="6573" y="5987"/>
                    <a:pt x="6632" y="5987"/>
                  </a:cubicBezTo>
                  <a:cubicBezTo>
                    <a:pt x="6656" y="5987"/>
                    <a:pt x="6668" y="5987"/>
                    <a:pt x="6680" y="5975"/>
                  </a:cubicBezTo>
                  <a:lnTo>
                    <a:pt x="7918" y="5570"/>
                  </a:lnTo>
                  <a:cubicBezTo>
                    <a:pt x="7978" y="5559"/>
                    <a:pt x="8037" y="5475"/>
                    <a:pt x="8037" y="5416"/>
                  </a:cubicBezTo>
                  <a:lnTo>
                    <a:pt x="8037" y="4618"/>
                  </a:lnTo>
                  <a:lnTo>
                    <a:pt x="8037" y="1332"/>
                  </a:lnTo>
                  <a:lnTo>
                    <a:pt x="8037" y="522"/>
                  </a:lnTo>
                  <a:cubicBezTo>
                    <a:pt x="8037" y="486"/>
                    <a:pt x="8002" y="439"/>
                    <a:pt x="7966" y="403"/>
                  </a:cubicBezTo>
                  <a:cubicBezTo>
                    <a:pt x="7931" y="386"/>
                    <a:pt x="7896" y="375"/>
                    <a:pt x="7857" y="375"/>
                  </a:cubicBezTo>
                  <a:cubicBezTo>
                    <a:pt x="7842" y="375"/>
                    <a:pt x="7827" y="376"/>
                    <a:pt x="7811" y="379"/>
                  </a:cubicBezTo>
                  <a:lnTo>
                    <a:pt x="7585" y="451"/>
                  </a:lnTo>
                  <a:lnTo>
                    <a:pt x="7585" y="189"/>
                  </a:lnTo>
                  <a:cubicBezTo>
                    <a:pt x="7585" y="141"/>
                    <a:pt x="7561" y="82"/>
                    <a:pt x="7525" y="46"/>
                  </a:cubicBezTo>
                  <a:cubicBezTo>
                    <a:pt x="7499" y="29"/>
                    <a:pt x="7467" y="17"/>
                    <a:pt x="7428" y="17"/>
                  </a:cubicBezTo>
                  <a:cubicBezTo>
                    <a:pt x="7413" y="17"/>
                    <a:pt x="7398" y="19"/>
                    <a:pt x="7382" y="22"/>
                  </a:cubicBezTo>
                  <a:lnTo>
                    <a:pt x="4013" y="1094"/>
                  </a:lnTo>
                  <a:lnTo>
                    <a:pt x="1965" y="439"/>
                  </a:lnTo>
                  <a:cubicBezTo>
                    <a:pt x="1944" y="431"/>
                    <a:pt x="1923" y="427"/>
                    <a:pt x="1903" y="427"/>
                  </a:cubicBezTo>
                  <a:cubicBezTo>
                    <a:pt x="1835" y="427"/>
                    <a:pt x="1778" y="472"/>
                    <a:pt x="1751" y="546"/>
                  </a:cubicBezTo>
                  <a:cubicBezTo>
                    <a:pt x="1727" y="629"/>
                    <a:pt x="1775" y="725"/>
                    <a:pt x="1858" y="748"/>
                  </a:cubicBezTo>
                  <a:lnTo>
                    <a:pt x="3834" y="1391"/>
                  </a:lnTo>
                  <a:lnTo>
                    <a:pt x="3834" y="1760"/>
                  </a:lnTo>
                  <a:lnTo>
                    <a:pt x="3834" y="2570"/>
                  </a:lnTo>
                  <a:lnTo>
                    <a:pt x="3834" y="4677"/>
                  </a:lnTo>
                  <a:lnTo>
                    <a:pt x="739" y="3677"/>
                  </a:lnTo>
                  <a:lnTo>
                    <a:pt x="739" y="391"/>
                  </a:lnTo>
                  <a:lnTo>
                    <a:pt x="1215" y="546"/>
                  </a:lnTo>
                  <a:cubicBezTo>
                    <a:pt x="1232" y="550"/>
                    <a:pt x="1248" y="552"/>
                    <a:pt x="1264" y="552"/>
                  </a:cubicBezTo>
                  <a:cubicBezTo>
                    <a:pt x="1338" y="552"/>
                    <a:pt x="1400" y="508"/>
                    <a:pt x="1429" y="439"/>
                  </a:cubicBezTo>
                  <a:cubicBezTo>
                    <a:pt x="1453" y="344"/>
                    <a:pt x="1406" y="260"/>
                    <a:pt x="1322" y="225"/>
                  </a:cubicBezTo>
                  <a:lnTo>
                    <a:pt x="632" y="10"/>
                  </a:lnTo>
                  <a:cubicBezTo>
                    <a:pt x="621" y="3"/>
                    <a:pt x="609"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65"/>
            <p:cNvSpPr/>
            <p:nvPr/>
          </p:nvSpPr>
          <p:spPr>
            <a:xfrm>
              <a:off x="1929271" y="3055987"/>
              <a:ext cx="38111" cy="47298"/>
            </a:xfrm>
            <a:custGeom>
              <a:avLst/>
              <a:gdLst/>
              <a:ahLst/>
              <a:cxnLst/>
              <a:rect l="l" t="t" r="r" b="b"/>
              <a:pathLst>
                <a:path w="1203" h="1493" extrusionOk="0">
                  <a:moveTo>
                    <a:pt x="881" y="374"/>
                  </a:moveTo>
                  <a:lnTo>
                    <a:pt x="881" y="945"/>
                  </a:lnTo>
                  <a:lnTo>
                    <a:pt x="345" y="1112"/>
                  </a:lnTo>
                  <a:lnTo>
                    <a:pt x="345" y="540"/>
                  </a:lnTo>
                  <a:lnTo>
                    <a:pt x="881" y="374"/>
                  </a:lnTo>
                  <a:close/>
                  <a:moveTo>
                    <a:pt x="1029" y="0"/>
                  </a:moveTo>
                  <a:cubicBezTo>
                    <a:pt x="1017" y="0"/>
                    <a:pt x="1003" y="2"/>
                    <a:pt x="988" y="5"/>
                  </a:cubicBezTo>
                  <a:lnTo>
                    <a:pt x="119" y="279"/>
                  </a:lnTo>
                  <a:cubicBezTo>
                    <a:pt x="60" y="290"/>
                    <a:pt x="0" y="362"/>
                    <a:pt x="0" y="421"/>
                  </a:cubicBezTo>
                  <a:lnTo>
                    <a:pt x="0" y="1326"/>
                  </a:lnTo>
                  <a:cubicBezTo>
                    <a:pt x="0" y="1374"/>
                    <a:pt x="24" y="1433"/>
                    <a:pt x="60" y="1469"/>
                  </a:cubicBezTo>
                  <a:cubicBezTo>
                    <a:pt x="83" y="1481"/>
                    <a:pt x="119" y="1493"/>
                    <a:pt x="155" y="1493"/>
                  </a:cubicBezTo>
                  <a:cubicBezTo>
                    <a:pt x="167" y="1493"/>
                    <a:pt x="179" y="1493"/>
                    <a:pt x="191" y="1481"/>
                  </a:cubicBezTo>
                  <a:lnTo>
                    <a:pt x="1060" y="1207"/>
                  </a:lnTo>
                  <a:cubicBezTo>
                    <a:pt x="1119" y="1195"/>
                    <a:pt x="1179" y="1124"/>
                    <a:pt x="1179" y="1064"/>
                  </a:cubicBezTo>
                  <a:lnTo>
                    <a:pt x="1179" y="159"/>
                  </a:lnTo>
                  <a:cubicBezTo>
                    <a:pt x="1203" y="112"/>
                    <a:pt x="1179" y="64"/>
                    <a:pt x="1131" y="40"/>
                  </a:cubicBezTo>
                  <a:cubicBezTo>
                    <a:pt x="1095" y="14"/>
                    <a:pt x="1066" y="0"/>
                    <a:pt x="1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6" name="Google Shape;11306;p65"/>
          <p:cNvGrpSpPr/>
          <p:nvPr/>
        </p:nvGrpSpPr>
        <p:grpSpPr>
          <a:xfrm>
            <a:off x="1317466" y="2709483"/>
            <a:ext cx="258382" cy="348543"/>
            <a:chOff x="1317466" y="2884883"/>
            <a:chExt cx="258382" cy="348543"/>
          </a:xfrm>
        </p:grpSpPr>
        <p:sp>
          <p:nvSpPr>
            <p:cNvPr id="11307" name="Google Shape;11307;p65"/>
            <p:cNvSpPr/>
            <p:nvPr/>
          </p:nvSpPr>
          <p:spPr>
            <a:xfrm>
              <a:off x="1317847" y="2916943"/>
              <a:ext cx="51702" cy="278404"/>
            </a:xfrm>
            <a:custGeom>
              <a:avLst/>
              <a:gdLst/>
              <a:ahLst/>
              <a:cxnLst/>
              <a:rect l="l" t="t" r="r" b="b"/>
              <a:pathLst>
                <a:path w="1632" h="8788" extrusionOk="0">
                  <a:moveTo>
                    <a:pt x="167" y="0"/>
                  </a:moveTo>
                  <a:cubicBezTo>
                    <a:pt x="72" y="0"/>
                    <a:pt x="0" y="84"/>
                    <a:pt x="0" y="167"/>
                  </a:cubicBezTo>
                  <a:lnTo>
                    <a:pt x="0" y="8620"/>
                  </a:lnTo>
                  <a:cubicBezTo>
                    <a:pt x="0" y="8716"/>
                    <a:pt x="72" y="8787"/>
                    <a:pt x="167" y="8787"/>
                  </a:cubicBezTo>
                  <a:cubicBezTo>
                    <a:pt x="250" y="8787"/>
                    <a:pt x="322" y="8716"/>
                    <a:pt x="322" y="8620"/>
                  </a:cubicBezTo>
                  <a:lnTo>
                    <a:pt x="322" y="334"/>
                  </a:lnTo>
                  <a:lnTo>
                    <a:pt x="1476" y="334"/>
                  </a:lnTo>
                  <a:cubicBezTo>
                    <a:pt x="1560" y="334"/>
                    <a:pt x="1631" y="250"/>
                    <a:pt x="1631" y="167"/>
                  </a:cubicBezTo>
                  <a:cubicBezTo>
                    <a:pt x="1631" y="72"/>
                    <a:pt x="1560" y="0"/>
                    <a:pt x="1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65"/>
            <p:cNvSpPr/>
            <p:nvPr/>
          </p:nvSpPr>
          <p:spPr>
            <a:xfrm>
              <a:off x="1394766" y="3181725"/>
              <a:ext cx="32852" cy="32852"/>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8" y="715"/>
                    <a:pt x="322" y="620"/>
                    <a:pt x="322" y="512"/>
                  </a:cubicBezTo>
                  <a:cubicBezTo>
                    <a:pt x="322" y="417"/>
                    <a:pt x="418" y="322"/>
                    <a:pt x="513" y="322"/>
                  </a:cubicBezTo>
                  <a:close/>
                  <a:moveTo>
                    <a:pt x="513" y="0"/>
                  </a:moveTo>
                  <a:cubicBezTo>
                    <a:pt x="239" y="0"/>
                    <a:pt x="1" y="239"/>
                    <a:pt x="1" y="512"/>
                  </a:cubicBezTo>
                  <a:cubicBezTo>
                    <a:pt x="1" y="798"/>
                    <a:pt x="239" y="1036"/>
                    <a:pt x="513" y="1036"/>
                  </a:cubicBezTo>
                  <a:cubicBezTo>
                    <a:pt x="799" y="1036"/>
                    <a:pt x="1037" y="798"/>
                    <a:pt x="1037" y="512"/>
                  </a:cubicBezTo>
                  <a:cubicBezTo>
                    <a:pt x="1037" y="215"/>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9" name="Google Shape;11309;p65"/>
            <p:cNvSpPr/>
            <p:nvPr/>
          </p:nvSpPr>
          <p:spPr>
            <a:xfrm>
              <a:off x="1317466" y="2884883"/>
              <a:ext cx="258382" cy="348543"/>
            </a:xfrm>
            <a:custGeom>
              <a:avLst/>
              <a:gdLst/>
              <a:ahLst/>
              <a:cxnLst/>
              <a:rect l="l" t="t" r="r" b="b"/>
              <a:pathLst>
                <a:path w="8156" h="11002" extrusionOk="0">
                  <a:moveTo>
                    <a:pt x="3870" y="2322"/>
                  </a:moveTo>
                  <a:cubicBezTo>
                    <a:pt x="3929" y="3072"/>
                    <a:pt x="4370" y="3703"/>
                    <a:pt x="5013" y="4048"/>
                  </a:cubicBezTo>
                  <a:lnTo>
                    <a:pt x="5013" y="8966"/>
                  </a:lnTo>
                  <a:lnTo>
                    <a:pt x="893" y="8966"/>
                  </a:lnTo>
                  <a:lnTo>
                    <a:pt x="893" y="2322"/>
                  </a:lnTo>
                  <a:close/>
                  <a:moveTo>
                    <a:pt x="6013" y="0"/>
                  </a:moveTo>
                  <a:cubicBezTo>
                    <a:pt x="5239" y="0"/>
                    <a:pt x="4560" y="405"/>
                    <a:pt x="4179" y="1024"/>
                  </a:cubicBezTo>
                  <a:lnTo>
                    <a:pt x="2108" y="1024"/>
                  </a:lnTo>
                  <a:cubicBezTo>
                    <a:pt x="2024" y="1024"/>
                    <a:pt x="1941" y="1108"/>
                    <a:pt x="1941" y="1191"/>
                  </a:cubicBezTo>
                  <a:cubicBezTo>
                    <a:pt x="1941" y="1286"/>
                    <a:pt x="2024" y="1358"/>
                    <a:pt x="2108" y="1358"/>
                  </a:cubicBezTo>
                  <a:lnTo>
                    <a:pt x="4013" y="1358"/>
                  </a:lnTo>
                  <a:cubicBezTo>
                    <a:pt x="3929" y="1560"/>
                    <a:pt x="3882" y="1786"/>
                    <a:pt x="3870" y="2024"/>
                  </a:cubicBezTo>
                  <a:lnTo>
                    <a:pt x="726" y="2024"/>
                  </a:lnTo>
                  <a:cubicBezTo>
                    <a:pt x="631" y="2024"/>
                    <a:pt x="560" y="2096"/>
                    <a:pt x="560" y="2191"/>
                  </a:cubicBezTo>
                  <a:lnTo>
                    <a:pt x="560" y="9132"/>
                  </a:lnTo>
                  <a:cubicBezTo>
                    <a:pt x="560" y="9216"/>
                    <a:pt x="631" y="9287"/>
                    <a:pt x="726" y="9287"/>
                  </a:cubicBezTo>
                  <a:lnTo>
                    <a:pt x="5156" y="9287"/>
                  </a:lnTo>
                  <a:cubicBezTo>
                    <a:pt x="5251" y="9287"/>
                    <a:pt x="5322" y="9216"/>
                    <a:pt x="5322" y="9132"/>
                  </a:cubicBezTo>
                  <a:lnTo>
                    <a:pt x="5322" y="4191"/>
                  </a:lnTo>
                  <a:cubicBezTo>
                    <a:pt x="5394" y="4215"/>
                    <a:pt x="5489" y="4227"/>
                    <a:pt x="5560" y="4251"/>
                  </a:cubicBezTo>
                  <a:lnTo>
                    <a:pt x="5560" y="10680"/>
                  </a:lnTo>
                  <a:lnTo>
                    <a:pt x="322" y="10680"/>
                  </a:lnTo>
                  <a:lnTo>
                    <a:pt x="322" y="10263"/>
                  </a:lnTo>
                  <a:cubicBezTo>
                    <a:pt x="322" y="10168"/>
                    <a:pt x="250" y="10097"/>
                    <a:pt x="155" y="10097"/>
                  </a:cubicBezTo>
                  <a:cubicBezTo>
                    <a:pt x="72" y="10097"/>
                    <a:pt x="0" y="10168"/>
                    <a:pt x="0" y="10263"/>
                  </a:cubicBezTo>
                  <a:lnTo>
                    <a:pt x="0" y="10835"/>
                  </a:lnTo>
                  <a:cubicBezTo>
                    <a:pt x="0" y="10930"/>
                    <a:pt x="72" y="11002"/>
                    <a:pt x="155" y="11002"/>
                  </a:cubicBezTo>
                  <a:lnTo>
                    <a:pt x="5727" y="11002"/>
                  </a:lnTo>
                  <a:cubicBezTo>
                    <a:pt x="5810" y="11002"/>
                    <a:pt x="5894" y="10930"/>
                    <a:pt x="5894" y="10835"/>
                  </a:cubicBezTo>
                  <a:lnTo>
                    <a:pt x="5894" y="4286"/>
                  </a:lnTo>
                  <a:lnTo>
                    <a:pt x="6013" y="4286"/>
                  </a:lnTo>
                  <a:cubicBezTo>
                    <a:pt x="6525" y="4286"/>
                    <a:pt x="7025" y="4108"/>
                    <a:pt x="7406" y="3775"/>
                  </a:cubicBezTo>
                  <a:cubicBezTo>
                    <a:pt x="7799" y="3441"/>
                    <a:pt x="8049" y="2977"/>
                    <a:pt x="8120" y="2477"/>
                  </a:cubicBezTo>
                  <a:cubicBezTo>
                    <a:pt x="8156" y="2381"/>
                    <a:pt x="8096" y="2310"/>
                    <a:pt x="8001" y="2298"/>
                  </a:cubicBezTo>
                  <a:cubicBezTo>
                    <a:pt x="7994" y="2297"/>
                    <a:pt x="7987" y="2297"/>
                    <a:pt x="7980" y="2297"/>
                  </a:cubicBezTo>
                  <a:cubicBezTo>
                    <a:pt x="7904" y="2297"/>
                    <a:pt x="7833" y="2353"/>
                    <a:pt x="7823" y="2429"/>
                  </a:cubicBezTo>
                  <a:cubicBezTo>
                    <a:pt x="7692" y="3322"/>
                    <a:pt x="6930" y="3977"/>
                    <a:pt x="6025" y="3977"/>
                  </a:cubicBezTo>
                  <a:cubicBezTo>
                    <a:pt x="5013" y="3977"/>
                    <a:pt x="4191" y="3155"/>
                    <a:pt x="4191" y="2143"/>
                  </a:cubicBezTo>
                  <a:cubicBezTo>
                    <a:pt x="4191" y="1131"/>
                    <a:pt x="5013" y="322"/>
                    <a:pt x="6025" y="322"/>
                  </a:cubicBezTo>
                  <a:cubicBezTo>
                    <a:pt x="6918" y="322"/>
                    <a:pt x="7680" y="953"/>
                    <a:pt x="7823" y="1846"/>
                  </a:cubicBezTo>
                  <a:cubicBezTo>
                    <a:pt x="7833" y="1933"/>
                    <a:pt x="7914" y="1990"/>
                    <a:pt x="7982" y="1990"/>
                  </a:cubicBezTo>
                  <a:cubicBezTo>
                    <a:pt x="7989" y="1990"/>
                    <a:pt x="7995" y="1990"/>
                    <a:pt x="8001" y="1989"/>
                  </a:cubicBezTo>
                  <a:cubicBezTo>
                    <a:pt x="8096" y="1965"/>
                    <a:pt x="8156" y="1881"/>
                    <a:pt x="8132" y="1798"/>
                  </a:cubicBezTo>
                  <a:cubicBezTo>
                    <a:pt x="8049" y="1310"/>
                    <a:pt x="7799" y="857"/>
                    <a:pt x="7406" y="524"/>
                  </a:cubicBezTo>
                  <a:cubicBezTo>
                    <a:pt x="7025" y="191"/>
                    <a:pt x="6513" y="0"/>
                    <a:pt x="6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0" name="Google Shape;11310;p65"/>
            <p:cNvSpPr/>
            <p:nvPr/>
          </p:nvSpPr>
          <p:spPr>
            <a:xfrm>
              <a:off x="1467186" y="2912033"/>
              <a:ext cx="82653" cy="82273"/>
            </a:xfrm>
            <a:custGeom>
              <a:avLst/>
              <a:gdLst/>
              <a:ahLst/>
              <a:cxnLst/>
              <a:rect l="l" t="t" r="r" b="b"/>
              <a:pathLst>
                <a:path w="2609" h="2597" extrusionOk="0">
                  <a:moveTo>
                    <a:pt x="334" y="1263"/>
                  </a:moveTo>
                  <a:lnTo>
                    <a:pt x="418" y="1298"/>
                  </a:lnTo>
                  <a:cubicBezTo>
                    <a:pt x="656" y="1394"/>
                    <a:pt x="715" y="1489"/>
                    <a:pt x="715" y="1524"/>
                  </a:cubicBezTo>
                  <a:cubicBezTo>
                    <a:pt x="715" y="1560"/>
                    <a:pt x="656" y="1644"/>
                    <a:pt x="453" y="1751"/>
                  </a:cubicBezTo>
                  <a:cubicBezTo>
                    <a:pt x="370" y="1620"/>
                    <a:pt x="334" y="1465"/>
                    <a:pt x="334" y="1310"/>
                  </a:cubicBezTo>
                  <a:lnTo>
                    <a:pt x="334" y="1286"/>
                  </a:lnTo>
                  <a:lnTo>
                    <a:pt x="334" y="1263"/>
                  </a:lnTo>
                  <a:close/>
                  <a:moveTo>
                    <a:pt x="1192" y="334"/>
                  </a:moveTo>
                  <a:lnTo>
                    <a:pt x="1192" y="334"/>
                  </a:lnTo>
                  <a:cubicBezTo>
                    <a:pt x="1180" y="358"/>
                    <a:pt x="1168" y="381"/>
                    <a:pt x="1144" y="393"/>
                  </a:cubicBezTo>
                  <a:cubicBezTo>
                    <a:pt x="1013" y="620"/>
                    <a:pt x="1084" y="786"/>
                    <a:pt x="1144" y="870"/>
                  </a:cubicBezTo>
                  <a:cubicBezTo>
                    <a:pt x="1299" y="1084"/>
                    <a:pt x="1501" y="1132"/>
                    <a:pt x="1656" y="1155"/>
                  </a:cubicBezTo>
                  <a:cubicBezTo>
                    <a:pt x="1835" y="1203"/>
                    <a:pt x="1846" y="1203"/>
                    <a:pt x="1858" y="1322"/>
                  </a:cubicBezTo>
                  <a:cubicBezTo>
                    <a:pt x="1858" y="1429"/>
                    <a:pt x="1680" y="1548"/>
                    <a:pt x="1501" y="1644"/>
                  </a:cubicBezTo>
                  <a:cubicBezTo>
                    <a:pt x="1299" y="1786"/>
                    <a:pt x="1049" y="1929"/>
                    <a:pt x="942" y="2179"/>
                  </a:cubicBezTo>
                  <a:cubicBezTo>
                    <a:pt x="846" y="2156"/>
                    <a:pt x="775" y="2108"/>
                    <a:pt x="703" y="2048"/>
                  </a:cubicBezTo>
                  <a:cubicBezTo>
                    <a:pt x="680" y="2036"/>
                    <a:pt x="668" y="2025"/>
                    <a:pt x="656" y="2025"/>
                  </a:cubicBezTo>
                  <a:cubicBezTo>
                    <a:pt x="918" y="1870"/>
                    <a:pt x="1037" y="1691"/>
                    <a:pt x="1037" y="1513"/>
                  </a:cubicBezTo>
                  <a:cubicBezTo>
                    <a:pt x="1037" y="1370"/>
                    <a:pt x="953" y="1155"/>
                    <a:pt x="537" y="989"/>
                  </a:cubicBezTo>
                  <a:cubicBezTo>
                    <a:pt x="489" y="977"/>
                    <a:pt x="430" y="953"/>
                    <a:pt x="406" y="917"/>
                  </a:cubicBezTo>
                  <a:cubicBezTo>
                    <a:pt x="537" y="596"/>
                    <a:pt x="846" y="381"/>
                    <a:pt x="1192" y="334"/>
                  </a:cubicBezTo>
                  <a:close/>
                  <a:moveTo>
                    <a:pt x="1632" y="370"/>
                  </a:moveTo>
                  <a:cubicBezTo>
                    <a:pt x="1858" y="441"/>
                    <a:pt x="2049" y="620"/>
                    <a:pt x="2180" y="834"/>
                  </a:cubicBezTo>
                  <a:cubicBezTo>
                    <a:pt x="2251" y="965"/>
                    <a:pt x="2275" y="1108"/>
                    <a:pt x="2275" y="1274"/>
                  </a:cubicBezTo>
                  <a:cubicBezTo>
                    <a:pt x="2251" y="1644"/>
                    <a:pt x="2049" y="1977"/>
                    <a:pt x="1727" y="2132"/>
                  </a:cubicBezTo>
                  <a:cubicBezTo>
                    <a:pt x="1596" y="2215"/>
                    <a:pt x="1442" y="2239"/>
                    <a:pt x="1299" y="2239"/>
                  </a:cubicBezTo>
                  <a:cubicBezTo>
                    <a:pt x="1370" y="2132"/>
                    <a:pt x="1501" y="2036"/>
                    <a:pt x="1704" y="1917"/>
                  </a:cubicBezTo>
                  <a:cubicBezTo>
                    <a:pt x="1942" y="1763"/>
                    <a:pt x="2216" y="1584"/>
                    <a:pt x="2204" y="1286"/>
                  </a:cubicBezTo>
                  <a:cubicBezTo>
                    <a:pt x="2192" y="905"/>
                    <a:pt x="1918" y="846"/>
                    <a:pt x="1739" y="798"/>
                  </a:cubicBezTo>
                  <a:cubicBezTo>
                    <a:pt x="1620" y="762"/>
                    <a:pt x="1501" y="751"/>
                    <a:pt x="1442" y="643"/>
                  </a:cubicBezTo>
                  <a:cubicBezTo>
                    <a:pt x="1418" y="608"/>
                    <a:pt x="1454" y="512"/>
                    <a:pt x="1632" y="370"/>
                  </a:cubicBezTo>
                  <a:close/>
                  <a:moveTo>
                    <a:pt x="1299" y="0"/>
                  </a:moveTo>
                  <a:cubicBezTo>
                    <a:pt x="727" y="0"/>
                    <a:pt x="227" y="358"/>
                    <a:pt x="60" y="905"/>
                  </a:cubicBezTo>
                  <a:cubicBezTo>
                    <a:pt x="13" y="1024"/>
                    <a:pt x="1" y="1155"/>
                    <a:pt x="1" y="1286"/>
                  </a:cubicBezTo>
                  <a:lnTo>
                    <a:pt x="1" y="1322"/>
                  </a:lnTo>
                  <a:cubicBezTo>
                    <a:pt x="1" y="1608"/>
                    <a:pt x="96" y="1858"/>
                    <a:pt x="275" y="2084"/>
                  </a:cubicBezTo>
                  <a:lnTo>
                    <a:pt x="275" y="2096"/>
                  </a:lnTo>
                  <a:cubicBezTo>
                    <a:pt x="346" y="2179"/>
                    <a:pt x="418" y="2263"/>
                    <a:pt x="513" y="2334"/>
                  </a:cubicBezTo>
                  <a:cubicBezTo>
                    <a:pt x="656" y="2453"/>
                    <a:pt x="846" y="2525"/>
                    <a:pt x="1049" y="2572"/>
                  </a:cubicBezTo>
                  <a:cubicBezTo>
                    <a:pt x="1120" y="2584"/>
                    <a:pt x="1203" y="2596"/>
                    <a:pt x="1299" y="2596"/>
                  </a:cubicBezTo>
                  <a:cubicBezTo>
                    <a:pt x="1501" y="2596"/>
                    <a:pt x="1704" y="2560"/>
                    <a:pt x="1894" y="2465"/>
                  </a:cubicBezTo>
                  <a:cubicBezTo>
                    <a:pt x="2323" y="2239"/>
                    <a:pt x="2608" y="1798"/>
                    <a:pt x="2608" y="1310"/>
                  </a:cubicBezTo>
                  <a:cubicBezTo>
                    <a:pt x="2597" y="1084"/>
                    <a:pt x="2537" y="870"/>
                    <a:pt x="2442" y="691"/>
                  </a:cubicBezTo>
                  <a:cubicBezTo>
                    <a:pt x="2275" y="370"/>
                    <a:pt x="1965" y="131"/>
                    <a:pt x="1620" y="36"/>
                  </a:cubicBezTo>
                  <a:cubicBezTo>
                    <a:pt x="1525" y="12"/>
                    <a:pt x="1406"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65"/>
            <p:cNvSpPr/>
            <p:nvPr/>
          </p:nvSpPr>
          <p:spPr>
            <a:xfrm>
              <a:off x="1403066" y="2929393"/>
              <a:ext cx="15872" cy="15872"/>
            </a:xfrm>
            <a:custGeom>
              <a:avLst/>
              <a:gdLst/>
              <a:ahLst/>
              <a:cxnLst/>
              <a:rect l="l" t="t" r="r" b="b"/>
              <a:pathLst>
                <a:path w="501" h="501" extrusionOk="0">
                  <a:moveTo>
                    <a:pt x="251" y="0"/>
                  </a:moveTo>
                  <a:cubicBezTo>
                    <a:pt x="108" y="0"/>
                    <a:pt x="1" y="119"/>
                    <a:pt x="1" y="250"/>
                  </a:cubicBezTo>
                  <a:cubicBezTo>
                    <a:pt x="1" y="381"/>
                    <a:pt x="120" y="500"/>
                    <a:pt x="251" y="500"/>
                  </a:cubicBezTo>
                  <a:cubicBezTo>
                    <a:pt x="382" y="500"/>
                    <a:pt x="501" y="381"/>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65"/>
            <p:cNvSpPr/>
            <p:nvPr/>
          </p:nvSpPr>
          <p:spPr>
            <a:xfrm>
              <a:off x="1361597" y="3023293"/>
              <a:ext cx="98461" cy="30983"/>
            </a:xfrm>
            <a:custGeom>
              <a:avLst/>
              <a:gdLst/>
              <a:ahLst/>
              <a:cxnLst/>
              <a:rect l="l" t="t" r="r" b="b"/>
              <a:pathLst>
                <a:path w="3108" h="978" extrusionOk="0">
                  <a:moveTo>
                    <a:pt x="2798" y="322"/>
                  </a:moveTo>
                  <a:lnTo>
                    <a:pt x="2798" y="656"/>
                  </a:lnTo>
                  <a:lnTo>
                    <a:pt x="322" y="656"/>
                  </a:lnTo>
                  <a:lnTo>
                    <a:pt x="322" y="322"/>
                  </a:lnTo>
                  <a:close/>
                  <a:moveTo>
                    <a:pt x="167" y="1"/>
                  </a:moveTo>
                  <a:cubicBezTo>
                    <a:pt x="72" y="1"/>
                    <a:pt x="0" y="72"/>
                    <a:pt x="0" y="156"/>
                  </a:cubicBezTo>
                  <a:lnTo>
                    <a:pt x="0" y="810"/>
                  </a:lnTo>
                  <a:cubicBezTo>
                    <a:pt x="0" y="906"/>
                    <a:pt x="72" y="977"/>
                    <a:pt x="167" y="977"/>
                  </a:cubicBezTo>
                  <a:lnTo>
                    <a:pt x="2953" y="977"/>
                  </a:lnTo>
                  <a:cubicBezTo>
                    <a:pt x="3036" y="977"/>
                    <a:pt x="3108" y="906"/>
                    <a:pt x="3108" y="810"/>
                  </a:cubicBezTo>
                  <a:lnTo>
                    <a:pt x="3108" y="156"/>
                  </a:lnTo>
                  <a:cubicBezTo>
                    <a:pt x="3108" y="72"/>
                    <a:pt x="3036"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65"/>
            <p:cNvSpPr/>
            <p:nvPr/>
          </p:nvSpPr>
          <p:spPr>
            <a:xfrm>
              <a:off x="1361597" y="3061024"/>
              <a:ext cx="98461" cy="30951"/>
            </a:xfrm>
            <a:custGeom>
              <a:avLst/>
              <a:gdLst/>
              <a:ahLst/>
              <a:cxnLst/>
              <a:rect l="l" t="t" r="r" b="b"/>
              <a:pathLst>
                <a:path w="3108" h="977" extrusionOk="0">
                  <a:moveTo>
                    <a:pt x="2798" y="322"/>
                  </a:moveTo>
                  <a:lnTo>
                    <a:pt x="2798" y="655"/>
                  </a:lnTo>
                  <a:lnTo>
                    <a:pt x="322" y="655"/>
                  </a:lnTo>
                  <a:lnTo>
                    <a:pt x="322" y="322"/>
                  </a:lnTo>
                  <a:close/>
                  <a:moveTo>
                    <a:pt x="167" y="0"/>
                  </a:moveTo>
                  <a:cubicBezTo>
                    <a:pt x="72" y="0"/>
                    <a:pt x="0" y="72"/>
                    <a:pt x="0" y="155"/>
                  </a:cubicBezTo>
                  <a:lnTo>
                    <a:pt x="0" y="810"/>
                  </a:lnTo>
                  <a:cubicBezTo>
                    <a:pt x="0" y="905"/>
                    <a:pt x="72" y="977"/>
                    <a:pt x="167" y="977"/>
                  </a:cubicBezTo>
                  <a:lnTo>
                    <a:pt x="2953" y="977"/>
                  </a:lnTo>
                  <a:cubicBezTo>
                    <a:pt x="3036" y="977"/>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65"/>
            <p:cNvSpPr/>
            <p:nvPr/>
          </p:nvSpPr>
          <p:spPr>
            <a:xfrm>
              <a:off x="1361597" y="3098755"/>
              <a:ext cx="98461" cy="30951"/>
            </a:xfrm>
            <a:custGeom>
              <a:avLst/>
              <a:gdLst/>
              <a:ahLst/>
              <a:cxnLst/>
              <a:rect l="l" t="t" r="r" b="b"/>
              <a:pathLst>
                <a:path w="3108" h="977" extrusionOk="0">
                  <a:moveTo>
                    <a:pt x="2798" y="333"/>
                  </a:moveTo>
                  <a:lnTo>
                    <a:pt x="2798" y="667"/>
                  </a:lnTo>
                  <a:lnTo>
                    <a:pt x="322" y="667"/>
                  </a:lnTo>
                  <a:lnTo>
                    <a:pt x="322" y="333"/>
                  </a:lnTo>
                  <a:close/>
                  <a:moveTo>
                    <a:pt x="167" y="0"/>
                  </a:moveTo>
                  <a:cubicBezTo>
                    <a:pt x="72" y="0"/>
                    <a:pt x="0" y="72"/>
                    <a:pt x="0" y="155"/>
                  </a:cubicBezTo>
                  <a:lnTo>
                    <a:pt x="0" y="810"/>
                  </a:lnTo>
                  <a:cubicBezTo>
                    <a:pt x="0" y="905"/>
                    <a:pt x="72" y="976"/>
                    <a:pt x="167" y="976"/>
                  </a:cubicBezTo>
                  <a:lnTo>
                    <a:pt x="2953" y="976"/>
                  </a:lnTo>
                  <a:cubicBezTo>
                    <a:pt x="3036" y="976"/>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5" name="Google Shape;11315;p65"/>
          <p:cNvGrpSpPr/>
          <p:nvPr/>
        </p:nvGrpSpPr>
        <p:grpSpPr>
          <a:xfrm>
            <a:off x="3121167" y="2709483"/>
            <a:ext cx="258414" cy="348543"/>
            <a:chOff x="3121167" y="2884883"/>
            <a:chExt cx="258414" cy="348543"/>
          </a:xfrm>
        </p:grpSpPr>
        <p:sp>
          <p:nvSpPr>
            <p:cNvPr id="11316" name="Google Shape;11316;p65"/>
            <p:cNvSpPr/>
            <p:nvPr/>
          </p:nvSpPr>
          <p:spPr>
            <a:xfrm>
              <a:off x="3196249" y="2932023"/>
              <a:ext cx="37351" cy="10581"/>
            </a:xfrm>
            <a:custGeom>
              <a:avLst/>
              <a:gdLst/>
              <a:ahLst/>
              <a:cxnLst/>
              <a:rect l="l" t="t" r="r" b="b"/>
              <a:pathLst>
                <a:path w="1179" h="334" extrusionOk="0">
                  <a:moveTo>
                    <a:pt x="167" y="1"/>
                  </a:moveTo>
                  <a:cubicBezTo>
                    <a:pt x="72" y="1"/>
                    <a:pt x="0" y="84"/>
                    <a:pt x="0" y="167"/>
                  </a:cubicBezTo>
                  <a:cubicBezTo>
                    <a:pt x="0" y="262"/>
                    <a:pt x="72" y="334"/>
                    <a:pt x="167" y="334"/>
                  </a:cubicBezTo>
                  <a:lnTo>
                    <a:pt x="1012" y="334"/>
                  </a:lnTo>
                  <a:cubicBezTo>
                    <a:pt x="1096" y="334"/>
                    <a:pt x="1179" y="262"/>
                    <a:pt x="1179" y="167"/>
                  </a:cubicBezTo>
                  <a:cubicBezTo>
                    <a:pt x="1179" y="84"/>
                    <a:pt x="1096"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65"/>
            <p:cNvSpPr/>
            <p:nvPr/>
          </p:nvSpPr>
          <p:spPr>
            <a:xfrm>
              <a:off x="3165297" y="3031593"/>
              <a:ext cx="98873" cy="31332"/>
            </a:xfrm>
            <a:custGeom>
              <a:avLst/>
              <a:gdLst/>
              <a:ahLst/>
              <a:cxnLst/>
              <a:rect l="l" t="t" r="r" b="b"/>
              <a:pathLst>
                <a:path w="3121" h="989" extrusionOk="0">
                  <a:moveTo>
                    <a:pt x="2787" y="334"/>
                  </a:moveTo>
                  <a:lnTo>
                    <a:pt x="2787" y="656"/>
                  </a:lnTo>
                  <a:lnTo>
                    <a:pt x="334" y="656"/>
                  </a:lnTo>
                  <a:lnTo>
                    <a:pt x="334" y="334"/>
                  </a:lnTo>
                  <a:close/>
                  <a:moveTo>
                    <a:pt x="168" y="1"/>
                  </a:moveTo>
                  <a:cubicBezTo>
                    <a:pt x="84" y="1"/>
                    <a:pt x="1" y="72"/>
                    <a:pt x="1" y="167"/>
                  </a:cubicBezTo>
                  <a:lnTo>
                    <a:pt x="1" y="822"/>
                  </a:lnTo>
                  <a:cubicBezTo>
                    <a:pt x="1" y="906"/>
                    <a:pt x="84" y="989"/>
                    <a:pt x="168" y="989"/>
                  </a:cubicBezTo>
                  <a:lnTo>
                    <a:pt x="2954" y="989"/>
                  </a:lnTo>
                  <a:cubicBezTo>
                    <a:pt x="3049" y="989"/>
                    <a:pt x="3120" y="906"/>
                    <a:pt x="3120" y="822"/>
                  </a:cubicBezTo>
                  <a:lnTo>
                    <a:pt x="3120" y="167"/>
                  </a:lnTo>
                  <a:cubicBezTo>
                    <a:pt x="3120" y="60"/>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65"/>
            <p:cNvSpPr/>
            <p:nvPr/>
          </p:nvSpPr>
          <p:spPr>
            <a:xfrm>
              <a:off x="3165297" y="3075343"/>
              <a:ext cx="98873" cy="10613"/>
            </a:xfrm>
            <a:custGeom>
              <a:avLst/>
              <a:gdLst/>
              <a:ahLst/>
              <a:cxnLst/>
              <a:rect l="l" t="t" r="r" b="b"/>
              <a:pathLst>
                <a:path w="3121" h="335" extrusionOk="0">
                  <a:moveTo>
                    <a:pt x="168" y="1"/>
                  </a:moveTo>
                  <a:cubicBezTo>
                    <a:pt x="84" y="1"/>
                    <a:pt x="1" y="84"/>
                    <a:pt x="1" y="168"/>
                  </a:cubicBezTo>
                  <a:cubicBezTo>
                    <a:pt x="1" y="263"/>
                    <a:pt x="84" y="334"/>
                    <a:pt x="168" y="334"/>
                  </a:cubicBezTo>
                  <a:lnTo>
                    <a:pt x="2954" y="334"/>
                  </a:lnTo>
                  <a:cubicBezTo>
                    <a:pt x="3049" y="334"/>
                    <a:pt x="3120" y="263"/>
                    <a:pt x="3120" y="168"/>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65"/>
            <p:cNvSpPr/>
            <p:nvPr/>
          </p:nvSpPr>
          <p:spPr>
            <a:xfrm>
              <a:off x="3165297" y="3099863"/>
              <a:ext cx="98873" cy="10613"/>
            </a:xfrm>
            <a:custGeom>
              <a:avLst/>
              <a:gdLst/>
              <a:ahLst/>
              <a:cxnLst/>
              <a:rect l="l" t="t" r="r" b="b"/>
              <a:pathLst>
                <a:path w="3121" h="335" extrusionOk="0">
                  <a:moveTo>
                    <a:pt x="168" y="1"/>
                  </a:moveTo>
                  <a:cubicBezTo>
                    <a:pt x="84" y="1"/>
                    <a:pt x="1" y="84"/>
                    <a:pt x="1" y="167"/>
                  </a:cubicBezTo>
                  <a:cubicBezTo>
                    <a:pt x="1" y="263"/>
                    <a:pt x="84" y="334"/>
                    <a:pt x="168" y="334"/>
                  </a:cubicBezTo>
                  <a:lnTo>
                    <a:pt x="2954" y="334"/>
                  </a:lnTo>
                  <a:cubicBezTo>
                    <a:pt x="3049" y="334"/>
                    <a:pt x="3120" y="263"/>
                    <a:pt x="3120" y="167"/>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65"/>
            <p:cNvSpPr/>
            <p:nvPr/>
          </p:nvSpPr>
          <p:spPr>
            <a:xfrm>
              <a:off x="3198498" y="3181725"/>
              <a:ext cx="33232" cy="32852"/>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7" y="715"/>
                    <a:pt x="334" y="620"/>
                    <a:pt x="334" y="512"/>
                  </a:cubicBezTo>
                  <a:cubicBezTo>
                    <a:pt x="334" y="417"/>
                    <a:pt x="417" y="322"/>
                    <a:pt x="525" y="322"/>
                  </a:cubicBezTo>
                  <a:close/>
                  <a:moveTo>
                    <a:pt x="525" y="0"/>
                  </a:moveTo>
                  <a:cubicBezTo>
                    <a:pt x="239" y="0"/>
                    <a:pt x="1" y="239"/>
                    <a:pt x="1" y="512"/>
                  </a:cubicBezTo>
                  <a:cubicBezTo>
                    <a:pt x="1" y="798"/>
                    <a:pt x="239" y="1036"/>
                    <a:pt x="525" y="1036"/>
                  </a:cubicBezTo>
                  <a:cubicBezTo>
                    <a:pt x="810" y="1036"/>
                    <a:pt x="1048" y="798"/>
                    <a:pt x="1048" y="512"/>
                  </a:cubicBezTo>
                  <a:cubicBezTo>
                    <a:pt x="1048" y="215"/>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1" name="Google Shape;11321;p65"/>
            <p:cNvSpPr/>
            <p:nvPr/>
          </p:nvSpPr>
          <p:spPr>
            <a:xfrm>
              <a:off x="3121167" y="2884883"/>
              <a:ext cx="258414" cy="348543"/>
            </a:xfrm>
            <a:custGeom>
              <a:avLst/>
              <a:gdLst/>
              <a:ahLst/>
              <a:cxnLst/>
              <a:rect l="l" t="t" r="r" b="b"/>
              <a:pathLst>
                <a:path w="8157" h="11002" extrusionOk="0">
                  <a:moveTo>
                    <a:pt x="6014" y="0"/>
                  </a:moveTo>
                  <a:cubicBezTo>
                    <a:pt x="5240" y="0"/>
                    <a:pt x="4573" y="405"/>
                    <a:pt x="4180" y="1024"/>
                  </a:cubicBezTo>
                  <a:lnTo>
                    <a:pt x="168" y="1024"/>
                  </a:lnTo>
                  <a:cubicBezTo>
                    <a:pt x="72" y="1024"/>
                    <a:pt x="1" y="1108"/>
                    <a:pt x="1" y="1191"/>
                  </a:cubicBezTo>
                  <a:lnTo>
                    <a:pt x="1" y="9549"/>
                  </a:lnTo>
                  <a:cubicBezTo>
                    <a:pt x="1" y="9632"/>
                    <a:pt x="72" y="9704"/>
                    <a:pt x="168" y="9704"/>
                  </a:cubicBezTo>
                  <a:cubicBezTo>
                    <a:pt x="251" y="9704"/>
                    <a:pt x="334" y="9632"/>
                    <a:pt x="334" y="9549"/>
                  </a:cubicBezTo>
                  <a:lnTo>
                    <a:pt x="334" y="1358"/>
                  </a:lnTo>
                  <a:lnTo>
                    <a:pt x="4025" y="1358"/>
                  </a:lnTo>
                  <a:cubicBezTo>
                    <a:pt x="3930" y="1560"/>
                    <a:pt x="3882" y="1786"/>
                    <a:pt x="3870" y="2024"/>
                  </a:cubicBezTo>
                  <a:lnTo>
                    <a:pt x="727" y="2024"/>
                  </a:lnTo>
                  <a:cubicBezTo>
                    <a:pt x="644" y="2024"/>
                    <a:pt x="572" y="2096"/>
                    <a:pt x="572" y="2191"/>
                  </a:cubicBezTo>
                  <a:lnTo>
                    <a:pt x="572" y="9132"/>
                  </a:lnTo>
                  <a:cubicBezTo>
                    <a:pt x="572" y="9216"/>
                    <a:pt x="644" y="9287"/>
                    <a:pt x="727" y="9287"/>
                  </a:cubicBezTo>
                  <a:lnTo>
                    <a:pt x="3978" y="9287"/>
                  </a:lnTo>
                  <a:cubicBezTo>
                    <a:pt x="4061" y="9287"/>
                    <a:pt x="4144" y="9216"/>
                    <a:pt x="4144" y="9132"/>
                  </a:cubicBezTo>
                  <a:cubicBezTo>
                    <a:pt x="4144" y="9037"/>
                    <a:pt x="4061" y="8966"/>
                    <a:pt x="3978" y="8966"/>
                  </a:cubicBezTo>
                  <a:lnTo>
                    <a:pt x="894" y="8966"/>
                  </a:lnTo>
                  <a:lnTo>
                    <a:pt x="894" y="2322"/>
                  </a:lnTo>
                  <a:lnTo>
                    <a:pt x="3870" y="2322"/>
                  </a:lnTo>
                  <a:cubicBezTo>
                    <a:pt x="3930" y="3072"/>
                    <a:pt x="4382" y="3703"/>
                    <a:pt x="5013" y="4048"/>
                  </a:cubicBezTo>
                  <a:lnTo>
                    <a:pt x="5013" y="8966"/>
                  </a:lnTo>
                  <a:lnTo>
                    <a:pt x="4620" y="8966"/>
                  </a:lnTo>
                  <a:cubicBezTo>
                    <a:pt x="4525" y="8966"/>
                    <a:pt x="4454" y="9037"/>
                    <a:pt x="4454" y="9132"/>
                  </a:cubicBezTo>
                  <a:cubicBezTo>
                    <a:pt x="4454" y="9216"/>
                    <a:pt x="4525" y="9287"/>
                    <a:pt x="4620" y="9287"/>
                  </a:cubicBezTo>
                  <a:lnTo>
                    <a:pt x="5180" y="9287"/>
                  </a:lnTo>
                  <a:cubicBezTo>
                    <a:pt x="5275" y="9287"/>
                    <a:pt x="5347" y="9216"/>
                    <a:pt x="5347" y="9132"/>
                  </a:cubicBezTo>
                  <a:lnTo>
                    <a:pt x="5347" y="4191"/>
                  </a:lnTo>
                  <a:cubicBezTo>
                    <a:pt x="5418" y="4215"/>
                    <a:pt x="5513" y="4227"/>
                    <a:pt x="5585" y="4251"/>
                  </a:cubicBezTo>
                  <a:lnTo>
                    <a:pt x="5585" y="10680"/>
                  </a:lnTo>
                  <a:lnTo>
                    <a:pt x="346" y="10680"/>
                  </a:lnTo>
                  <a:lnTo>
                    <a:pt x="346" y="10168"/>
                  </a:lnTo>
                  <a:cubicBezTo>
                    <a:pt x="346" y="10085"/>
                    <a:pt x="263" y="10001"/>
                    <a:pt x="179" y="10001"/>
                  </a:cubicBezTo>
                  <a:cubicBezTo>
                    <a:pt x="84" y="10001"/>
                    <a:pt x="13" y="10085"/>
                    <a:pt x="13" y="10168"/>
                  </a:cubicBezTo>
                  <a:lnTo>
                    <a:pt x="13" y="10835"/>
                  </a:lnTo>
                  <a:cubicBezTo>
                    <a:pt x="13" y="10930"/>
                    <a:pt x="84" y="11002"/>
                    <a:pt x="179" y="11002"/>
                  </a:cubicBezTo>
                  <a:lnTo>
                    <a:pt x="5752" y="11002"/>
                  </a:lnTo>
                  <a:cubicBezTo>
                    <a:pt x="5835" y="11002"/>
                    <a:pt x="5906" y="10930"/>
                    <a:pt x="5906" y="10835"/>
                  </a:cubicBezTo>
                  <a:lnTo>
                    <a:pt x="5906" y="4286"/>
                  </a:lnTo>
                  <a:lnTo>
                    <a:pt x="6025" y="4286"/>
                  </a:lnTo>
                  <a:cubicBezTo>
                    <a:pt x="6537" y="4286"/>
                    <a:pt x="7037" y="4108"/>
                    <a:pt x="7430" y="3775"/>
                  </a:cubicBezTo>
                  <a:cubicBezTo>
                    <a:pt x="7811" y="3441"/>
                    <a:pt x="8061" y="2977"/>
                    <a:pt x="8157" y="2489"/>
                  </a:cubicBezTo>
                  <a:cubicBezTo>
                    <a:pt x="8157" y="2417"/>
                    <a:pt x="8097" y="2322"/>
                    <a:pt x="8014" y="2310"/>
                  </a:cubicBezTo>
                  <a:cubicBezTo>
                    <a:pt x="8006" y="2309"/>
                    <a:pt x="7998" y="2309"/>
                    <a:pt x="7990" y="2309"/>
                  </a:cubicBezTo>
                  <a:cubicBezTo>
                    <a:pt x="7907" y="2309"/>
                    <a:pt x="7846" y="2365"/>
                    <a:pt x="7835" y="2441"/>
                  </a:cubicBezTo>
                  <a:cubicBezTo>
                    <a:pt x="7680" y="3322"/>
                    <a:pt x="6918" y="3977"/>
                    <a:pt x="6025" y="3977"/>
                  </a:cubicBezTo>
                  <a:cubicBezTo>
                    <a:pt x="5013" y="3977"/>
                    <a:pt x="4204" y="3155"/>
                    <a:pt x="4204" y="2143"/>
                  </a:cubicBezTo>
                  <a:cubicBezTo>
                    <a:pt x="4204" y="1131"/>
                    <a:pt x="5013" y="322"/>
                    <a:pt x="6025" y="322"/>
                  </a:cubicBezTo>
                  <a:cubicBezTo>
                    <a:pt x="6918" y="322"/>
                    <a:pt x="7692" y="988"/>
                    <a:pt x="7835" y="1870"/>
                  </a:cubicBezTo>
                  <a:cubicBezTo>
                    <a:pt x="7846" y="1946"/>
                    <a:pt x="7907" y="2002"/>
                    <a:pt x="7990" y="2002"/>
                  </a:cubicBezTo>
                  <a:cubicBezTo>
                    <a:pt x="7998" y="2002"/>
                    <a:pt x="8006" y="2002"/>
                    <a:pt x="8014" y="2000"/>
                  </a:cubicBezTo>
                  <a:cubicBezTo>
                    <a:pt x="8097" y="1989"/>
                    <a:pt x="8157" y="1905"/>
                    <a:pt x="8145" y="1822"/>
                  </a:cubicBezTo>
                  <a:cubicBezTo>
                    <a:pt x="8073" y="1310"/>
                    <a:pt x="7811" y="857"/>
                    <a:pt x="7430" y="524"/>
                  </a:cubicBezTo>
                  <a:cubicBezTo>
                    <a:pt x="7037" y="179"/>
                    <a:pt x="6537" y="0"/>
                    <a:pt x="60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65"/>
            <p:cNvSpPr/>
            <p:nvPr/>
          </p:nvSpPr>
          <p:spPr>
            <a:xfrm>
              <a:off x="3298448" y="2932403"/>
              <a:ext cx="28322" cy="54331"/>
            </a:xfrm>
            <a:custGeom>
              <a:avLst/>
              <a:gdLst/>
              <a:ahLst/>
              <a:cxnLst/>
              <a:rect l="l" t="t" r="r" b="b"/>
              <a:pathLst>
                <a:path w="894" h="1715" extrusionOk="0">
                  <a:moveTo>
                    <a:pt x="179" y="0"/>
                  </a:moveTo>
                  <a:cubicBezTo>
                    <a:pt x="96" y="0"/>
                    <a:pt x="13" y="84"/>
                    <a:pt x="13" y="167"/>
                  </a:cubicBezTo>
                  <a:cubicBezTo>
                    <a:pt x="13" y="262"/>
                    <a:pt x="96" y="334"/>
                    <a:pt x="179" y="334"/>
                  </a:cubicBezTo>
                  <a:lnTo>
                    <a:pt x="287" y="334"/>
                  </a:lnTo>
                  <a:lnTo>
                    <a:pt x="287" y="1393"/>
                  </a:lnTo>
                  <a:lnTo>
                    <a:pt x="167" y="1393"/>
                  </a:lnTo>
                  <a:cubicBezTo>
                    <a:pt x="72" y="1393"/>
                    <a:pt x="1" y="1465"/>
                    <a:pt x="1" y="1560"/>
                  </a:cubicBezTo>
                  <a:cubicBezTo>
                    <a:pt x="1" y="1643"/>
                    <a:pt x="72" y="1715"/>
                    <a:pt x="167" y="1715"/>
                  </a:cubicBezTo>
                  <a:lnTo>
                    <a:pt x="727" y="1715"/>
                  </a:lnTo>
                  <a:cubicBezTo>
                    <a:pt x="822" y="1715"/>
                    <a:pt x="894" y="1643"/>
                    <a:pt x="894" y="1560"/>
                  </a:cubicBezTo>
                  <a:cubicBezTo>
                    <a:pt x="894" y="1465"/>
                    <a:pt x="822" y="1393"/>
                    <a:pt x="727" y="1393"/>
                  </a:cubicBezTo>
                  <a:lnTo>
                    <a:pt x="608" y="1393"/>
                  </a:lnTo>
                  <a:lnTo>
                    <a:pt x="608" y="167"/>
                  </a:lnTo>
                  <a:cubicBezTo>
                    <a:pt x="608" y="84"/>
                    <a:pt x="53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65"/>
            <p:cNvSpPr/>
            <p:nvPr/>
          </p:nvSpPr>
          <p:spPr>
            <a:xfrm>
              <a:off x="3302218" y="2916183"/>
              <a:ext cx="15492" cy="15111"/>
            </a:xfrm>
            <a:custGeom>
              <a:avLst/>
              <a:gdLst/>
              <a:ahLst/>
              <a:cxnLst/>
              <a:rect l="l" t="t" r="r" b="b"/>
              <a:pathLst>
                <a:path w="489" h="477" extrusionOk="0">
                  <a:moveTo>
                    <a:pt x="239" y="0"/>
                  </a:moveTo>
                  <a:cubicBezTo>
                    <a:pt x="108" y="0"/>
                    <a:pt x="1" y="108"/>
                    <a:pt x="1" y="239"/>
                  </a:cubicBezTo>
                  <a:cubicBezTo>
                    <a:pt x="1" y="370"/>
                    <a:pt x="108" y="477"/>
                    <a:pt x="239" y="477"/>
                  </a:cubicBezTo>
                  <a:cubicBezTo>
                    <a:pt x="370" y="477"/>
                    <a:pt x="477" y="370"/>
                    <a:pt x="477" y="239"/>
                  </a:cubicBezTo>
                  <a:cubicBezTo>
                    <a:pt x="489"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4" name="Google Shape;11324;p65"/>
          <p:cNvGrpSpPr/>
          <p:nvPr/>
        </p:nvGrpSpPr>
        <p:grpSpPr>
          <a:xfrm>
            <a:off x="4899999" y="2706695"/>
            <a:ext cx="271244" cy="346801"/>
            <a:chOff x="4899999" y="2882095"/>
            <a:chExt cx="271244" cy="346801"/>
          </a:xfrm>
        </p:grpSpPr>
        <p:sp>
          <p:nvSpPr>
            <p:cNvPr id="11325" name="Google Shape;11325;p65"/>
            <p:cNvSpPr/>
            <p:nvPr/>
          </p:nvSpPr>
          <p:spPr>
            <a:xfrm>
              <a:off x="4899999" y="2882095"/>
              <a:ext cx="271244" cy="346801"/>
            </a:xfrm>
            <a:custGeom>
              <a:avLst/>
              <a:gdLst/>
              <a:ahLst/>
              <a:cxnLst/>
              <a:rect l="l" t="t" r="r" b="b"/>
              <a:pathLst>
                <a:path w="8562" h="10947" extrusionOk="0">
                  <a:moveTo>
                    <a:pt x="6609" y="1719"/>
                  </a:moveTo>
                  <a:cubicBezTo>
                    <a:pt x="6823" y="1803"/>
                    <a:pt x="6954" y="2041"/>
                    <a:pt x="6906" y="2279"/>
                  </a:cubicBezTo>
                  <a:lnTo>
                    <a:pt x="6716" y="3398"/>
                  </a:lnTo>
                  <a:lnTo>
                    <a:pt x="6502" y="3398"/>
                  </a:lnTo>
                  <a:cubicBezTo>
                    <a:pt x="6406" y="3398"/>
                    <a:pt x="6323" y="3327"/>
                    <a:pt x="6323" y="3220"/>
                  </a:cubicBezTo>
                  <a:lnTo>
                    <a:pt x="6323" y="1969"/>
                  </a:lnTo>
                  <a:cubicBezTo>
                    <a:pt x="6454" y="1910"/>
                    <a:pt x="6537" y="1815"/>
                    <a:pt x="6609" y="1719"/>
                  </a:cubicBezTo>
                  <a:close/>
                  <a:moveTo>
                    <a:pt x="2287" y="1684"/>
                  </a:moveTo>
                  <a:cubicBezTo>
                    <a:pt x="2287" y="1743"/>
                    <a:pt x="2263" y="1803"/>
                    <a:pt x="2263" y="1862"/>
                  </a:cubicBezTo>
                  <a:lnTo>
                    <a:pt x="2263" y="3231"/>
                  </a:lnTo>
                  <a:cubicBezTo>
                    <a:pt x="2263" y="3339"/>
                    <a:pt x="2191" y="3410"/>
                    <a:pt x="2084" y="3410"/>
                  </a:cubicBezTo>
                  <a:lnTo>
                    <a:pt x="1882" y="3410"/>
                  </a:lnTo>
                  <a:lnTo>
                    <a:pt x="1691" y="2291"/>
                  </a:lnTo>
                  <a:cubicBezTo>
                    <a:pt x="1656" y="2136"/>
                    <a:pt x="1703" y="1981"/>
                    <a:pt x="1810" y="1862"/>
                  </a:cubicBezTo>
                  <a:cubicBezTo>
                    <a:pt x="1906" y="1743"/>
                    <a:pt x="2037" y="1684"/>
                    <a:pt x="2203" y="1684"/>
                  </a:cubicBezTo>
                  <a:close/>
                  <a:moveTo>
                    <a:pt x="6454" y="386"/>
                  </a:moveTo>
                  <a:lnTo>
                    <a:pt x="6454" y="386"/>
                  </a:lnTo>
                  <a:cubicBezTo>
                    <a:pt x="6597" y="815"/>
                    <a:pt x="6573" y="1207"/>
                    <a:pt x="6394" y="1469"/>
                  </a:cubicBezTo>
                  <a:cubicBezTo>
                    <a:pt x="6228" y="1707"/>
                    <a:pt x="5954" y="1862"/>
                    <a:pt x="5680" y="1862"/>
                  </a:cubicBezTo>
                  <a:lnTo>
                    <a:pt x="3120" y="1862"/>
                  </a:lnTo>
                  <a:cubicBezTo>
                    <a:pt x="3025" y="1862"/>
                    <a:pt x="2953" y="1934"/>
                    <a:pt x="2953" y="2029"/>
                  </a:cubicBezTo>
                  <a:cubicBezTo>
                    <a:pt x="2953" y="2112"/>
                    <a:pt x="3025" y="2184"/>
                    <a:pt x="3120" y="2184"/>
                  </a:cubicBezTo>
                  <a:lnTo>
                    <a:pt x="5680" y="2184"/>
                  </a:lnTo>
                  <a:cubicBezTo>
                    <a:pt x="5799" y="2184"/>
                    <a:pt x="5918" y="2172"/>
                    <a:pt x="6037" y="2136"/>
                  </a:cubicBezTo>
                  <a:lnTo>
                    <a:pt x="6037" y="3220"/>
                  </a:lnTo>
                  <a:cubicBezTo>
                    <a:pt x="6037" y="3493"/>
                    <a:pt x="6252" y="3720"/>
                    <a:pt x="6537" y="3720"/>
                  </a:cubicBezTo>
                  <a:lnTo>
                    <a:pt x="6787" y="3720"/>
                  </a:lnTo>
                  <a:cubicBezTo>
                    <a:pt x="6871" y="3720"/>
                    <a:pt x="6942" y="3755"/>
                    <a:pt x="6990" y="3815"/>
                  </a:cubicBezTo>
                  <a:cubicBezTo>
                    <a:pt x="7025" y="3874"/>
                    <a:pt x="7061" y="3946"/>
                    <a:pt x="7061" y="4017"/>
                  </a:cubicBezTo>
                  <a:cubicBezTo>
                    <a:pt x="7049" y="4148"/>
                    <a:pt x="6930" y="4255"/>
                    <a:pt x="6763" y="4255"/>
                  </a:cubicBezTo>
                  <a:lnTo>
                    <a:pt x="6692" y="4255"/>
                  </a:lnTo>
                  <a:lnTo>
                    <a:pt x="6692" y="4244"/>
                  </a:lnTo>
                  <a:cubicBezTo>
                    <a:pt x="6692" y="4148"/>
                    <a:pt x="6609" y="4077"/>
                    <a:pt x="6525" y="4077"/>
                  </a:cubicBezTo>
                  <a:cubicBezTo>
                    <a:pt x="6430" y="4077"/>
                    <a:pt x="6359" y="4148"/>
                    <a:pt x="6359" y="4244"/>
                  </a:cubicBezTo>
                  <a:cubicBezTo>
                    <a:pt x="6359" y="5375"/>
                    <a:pt x="5442" y="6315"/>
                    <a:pt x="4287" y="6315"/>
                  </a:cubicBezTo>
                  <a:cubicBezTo>
                    <a:pt x="3180" y="6315"/>
                    <a:pt x="2239" y="5387"/>
                    <a:pt x="2239" y="4244"/>
                  </a:cubicBezTo>
                  <a:cubicBezTo>
                    <a:pt x="2239" y="4160"/>
                    <a:pt x="2168" y="4077"/>
                    <a:pt x="2072" y="4077"/>
                  </a:cubicBezTo>
                  <a:cubicBezTo>
                    <a:pt x="1989" y="4077"/>
                    <a:pt x="1906" y="4160"/>
                    <a:pt x="1906" y="4244"/>
                  </a:cubicBezTo>
                  <a:lnTo>
                    <a:pt x="1906" y="4255"/>
                  </a:lnTo>
                  <a:lnTo>
                    <a:pt x="1822" y="4255"/>
                  </a:lnTo>
                  <a:cubicBezTo>
                    <a:pt x="1751" y="4255"/>
                    <a:pt x="1668" y="4232"/>
                    <a:pt x="1632" y="4172"/>
                  </a:cubicBezTo>
                  <a:cubicBezTo>
                    <a:pt x="1584" y="4113"/>
                    <a:pt x="1549" y="4041"/>
                    <a:pt x="1549" y="3958"/>
                  </a:cubicBezTo>
                  <a:cubicBezTo>
                    <a:pt x="1572" y="3827"/>
                    <a:pt x="1691" y="3720"/>
                    <a:pt x="1846" y="3720"/>
                  </a:cubicBezTo>
                  <a:lnTo>
                    <a:pt x="2084" y="3720"/>
                  </a:lnTo>
                  <a:cubicBezTo>
                    <a:pt x="2370" y="3720"/>
                    <a:pt x="2596" y="3505"/>
                    <a:pt x="2596" y="3220"/>
                  </a:cubicBezTo>
                  <a:lnTo>
                    <a:pt x="2596" y="1850"/>
                  </a:lnTo>
                  <a:cubicBezTo>
                    <a:pt x="2596" y="1184"/>
                    <a:pt x="3132" y="648"/>
                    <a:pt x="3799" y="648"/>
                  </a:cubicBezTo>
                  <a:lnTo>
                    <a:pt x="5335" y="648"/>
                  </a:lnTo>
                  <a:cubicBezTo>
                    <a:pt x="5894" y="648"/>
                    <a:pt x="6252" y="493"/>
                    <a:pt x="6454" y="386"/>
                  </a:cubicBezTo>
                  <a:close/>
                  <a:moveTo>
                    <a:pt x="5347" y="6387"/>
                  </a:moveTo>
                  <a:lnTo>
                    <a:pt x="5347" y="6911"/>
                  </a:lnTo>
                  <a:lnTo>
                    <a:pt x="4299" y="7494"/>
                  </a:lnTo>
                  <a:lnTo>
                    <a:pt x="3263" y="6911"/>
                  </a:lnTo>
                  <a:lnTo>
                    <a:pt x="3263" y="6387"/>
                  </a:lnTo>
                  <a:cubicBezTo>
                    <a:pt x="3573" y="6541"/>
                    <a:pt x="3930" y="6625"/>
                    <a:pt x="4299" y="6625"/>
                  </a:cubicBezTo>
                  <a:cubicBezTo>
                    <a:pt x="4680" y="6625"/>
                    <a:pt x="5037" y="6541"/>
                    <a:pt x="5347" y="6387"/>
                  </a:cubicBezTo>
                  <a:close/>
                  <a:moveTo>
                    <a:pt x="2846" y="7041"/>
                  </a:moveTo>
                  <a:lnTo>
                    <a:pt x="4073" y="7708"/>
                  </a:lnTo>
                  <a:lnTo>
                    <a:pt x="3704" y="8149"/>
                  </a:lnTo>
                  <a:cubicBezTo>
                    <a:pt x="3680" y="8184"/>
                    <a:pt x="3632" y="8208"/>
                    <a:pt x="3596" y="8220"/>
                  </a:cubicBezTo>
                  <a:cubicBezTo>
                    <a:pt x="3549" y="8220"/>
                    <a:pt x="3489" y="8208"/>
                    <a:pt x="3454" y="8173"/>
                  </a:cubicBezTo>
                  <a:lnTo>
                    <a:pt x="2620" y="7458"/>
                  </a:lnTo>
                  <a:lnTo>
                    <a:pt x="2834" y="7041"/>
                  </a:lnTo>
                  <a:close/>
                  <a:moveTo>
                    <a:pt x="5787" y="7041"/>
                  </a:moveTo>
                  <a:lnTo>
                    <a:pt x="6001" y="7458"/>
                  </a:lnTo>
                  <a:lnTo>
                    <a:pt x="5156" y="8173"/>
                  </a:lnTo>
                  <a:cubicBezTo>
                    <a:pt x="5109" y="8208"/>
                    <a:pt x="5061" y="8220"/>
                    <a:pt x="5013" y="8220"/>
                  </a:cubicBezTo>
                  <a:cubicBezTo>
                    <a:pt x="4978" y="8220"/>
                    <a:pt x="4930" y="8184"/>
                    <a:pt x="4894" y="8149"/>
                  </a:cubicBezTo>
                  <a:lnTo>
                    <a:pt x="4561" y="7708"/>
                  </a:lnTo>
                  <a:lnTo>
                    <a:pt x="5775" y="7041"/>
                  </a:lnTo>
                  <a:close/>
                  <a:moveTo>
                    <a:pt x="6497" y="1"/>
                  </a:moveTo>
                  <a:cubicBezTo>
                    <a:pt x="6455" y="1"/>
                    <a:pt x="6419" y="16"/>
                    <a:pt x="6382" y="53"/>
                  </a:cubicBezTo>
                  <a:cubicBezTo>
                    <a:pt x="6382" y="53"/>
                    <a:pt x="6073" y="350"/>
                    <a:pt x="5299" y="350"/>
                  </a:cubicBezTo>
                  <a:lnTo>
                    <a:pt x="3763" y="350"/>
                  </a:lnTo>
                  <a:cubicBezTo>
                    <a:pt x="3096" y="350"/>
                    <a:pt x="2537" y="779"/>
                    <a:pt x="2322" y="1374"/>
                  </a:cubicBezTo>
                  <a:lnTo>
                    <a:pt x="2180" y="1374"/>
                  </a:lnTo>
                  <a:cubicBezTo>
                    <a:pt x="1918" y="1374"/>
                    <a:pt x="1703" y="1481"/>
                    <a:pt x="1537" y="1672"/>
                  </a:cubicBezTo>
                  <a:cubicBezTo>
                    <a:pt x="1370" y="1862"/>
                    <a:pt x="1310" y="2112"/>
                    <a:pt x="1346" y="2350"/>
                  </a:cubicBezTo>
                  <a:lnTo>
                    <a:pt x="1537" y="3505"/>
                  </a:lnTo>
                  <a:cubicBezTo>
                    <a:pt x="1358" y="3589"/>
                    <a:pt x="1239" y="3755"/>
                    <a:pt x="1203" y="3958"/>
                  </a:cubicBezTo>
                  <a:cubicBezTo>
                    <a:pt x="1191" y="4124"/>
                    <a:pt x="1251" y="4291"/>
                    <a:pt x="1358" y="4422"/>
                  </a:cubicBezTo>
                  <a:cubicBezTo>
                    <a:pt x="1465" y="4541"/>
                    <a:pt x="1620" y="4613"/>
                    <a:pt x="1787" y="4613"/>
                  </a:cubicBezTo>
                  <a:lnTo>
                    <a:pt x="1906" y="4613"/>
                  </a:lnTo>
                  <a:cubicBezTo>
                    <a:pt x="2001" y="5291"/>
                    <a:pt x="2382" y="5863"/>
                    <a:pt x="2906" y="6244"/>
                  </a:cubicBezTo>
                  <a:lnTo>
                    <a:pt x="2906" y="6780"/>
                  </a:lnTo>
                  <a:cubicBezTo>
                    <a:pt x="2876" y="6762"/>
                    <a:pt x="2843" y="6753"/>
                    <a:pt x="2808" y="6753"/>
                  </a:cubicBezTo>
                  <a:cubicBezTo>
                    <a:pt x="2772" y="6753"/>
                    <a:pt x="2733" y="6762"/>
                    <a:pt x="2692" y="6780"/>
                  </a:cubicBezTo>
                  <a:cubicBezTo>
                    <a:pt x="2608" y="6803"/>
                    <a:pt x="2537" y="6863"/>
                    <a:pt x="2501" y="6934"/>
                  </a:cubicBezTo>
                  <a:lnTo>
                    <a:pt x="2251" y="7434"/>
                  </a:lnTo>
                  <a:lnTo>
                    <a:pt x="846" y="7851"/>
                  </a:lnTo>
                  <a:cubicBezTo>
                    <a:pt x="346" y="7994"/>
                    <a:pt x="1" y="8458"/>
                    <a:pt x="1" y="8982"/>
                  </a:cubicBezTo>
                  <a:lnTo>
                    <a:pt x="1" y="10780"/>
                  </a:lnTo>
                  <a:cubicBezTo>
                    <a:pt x="1" y="10863"/>
                    <a:pt x="72" y="10947"/>
                    <a:pt x="167" y="10947"/>
                  </a:cubicBezTo>
                  <a:cubicBezTo>
                    <a:pt x="251" y="10947"/>
                    <a:pt x="334" y="10863"/>
                    <a:pt x="334" y="10780"/>
                  </a:cubicBezTo>
                  <a:lnTo>
                    <a:pt x="334" y="8982"/>
                  </a:lnTo>
                  <a:cubicBezTo>
                    <a:pt x="334" y="8589"/>
                    <a:pt x="584" y="8244"/>
                    <a:pt x="953" y="8149"/>
                  </a:cubicBezTo>
                  <a:lnTo>
                    <a:pt x="1549" y="7958"/>
                  </a:lnTo>
                  <a:lnTo>
                    <a:pt x="1549" y="10756"/>
                  </a:lnTo>
                  <a:cubicBezTo>
                    <a:pt x="1549" y="10851"/>
                    <a:pt x="1620" y="10923"/>
                    <a:pt x="1715" y="10923"/>
                  </a:cubicBezTo>
                  <a:cubicBezTo>
                    <a:pt x="1799" y="10923"/>
                    <a:pt x="1882" y="10851"/>
                    <a:pt x="1882" y="10756"/>
                  </a:cubicBezTo>
                  <a:lnTo>
                    <a:pt x="1882" y="7863"/>
                  </a:lnTo>
                  <a:lnTo>
                    <a:pt x="2239" y="7756"/>
                  </a:lnTo>
                  <a:lnTo>
                    <a:pt x="2239" y="10756"/>
                  </a:lnTo>
                  <a:cubicBezTo>
                    <a:pt x="2239" y="10851"/>
                    <a:pt x="2311" y="10923"/>
                    <a:pt x="2394" y="10923"/>
                  </a:cubicBezTo>
                  <a:cubicBezTo>
                    <a:pt x="2489" y="10923"/>
                    <a:pt x="2561" y="10851"/>
                    <a:pt x="2561" y="10756"/>
                  </a:cubicBezTo>
                  <a:lnTo>
                    <a:pt x="2561" y="7863"/>
                  </a:lnTo>
                  <a:lnTo>
                    <a:pt x="3227" y="8423"/>
                  </a:lnTo>
                  <a:cubicBezTo>
                    <a:pt x="3323" y="8494"/>
                    <a:pt x="3442" y="8542"/>
                    <a:pt x="3561" y="8542"/>
                  </a:cubicBezTo>
                  <a:lnTo>
                    <a:pt x="3608" y="8542"/>
                  </a:lnTo>
                  <a:cubicBezTo>
                    <a:pt x="3739" y="8530"/>
                    <a:pt x="3858" y="8470"/>
                    <a:pt x="3942" y="8351"/>
                  </a:cubicBezTo>
                  <a:lnTo>
                    <a:pt x="4287" y="7934"/>
                  </a:lnTo>
                  <a:lnTo>
                    <a:pt x="4632" y="8351"/>
                  </a:lnTo>
                  <a:cubicBezTo>
                    <a:pt x="4716" y="8458"/>
                    <a:pt x="4835" y="8530"/>
                    <a:pt x="4978" y="8542"/>
                  </a:cubicBezTo>
                  <a:lnTo>
                    <a:pt x="5013" y="8542"/>
                  </a:lnTo>
                  <a:cubicBezTo>
                    <a:pt x="5132" y="8542"/>
                    <a:pt x="5251" y="8494"/>
                    <a:pt x="5347" y="8423"/>
                  </a:cubicBezTo>
                  <a:lnTo>
                    <a:pt x="6180" y="7708"/>
                  </a:lnTo>
                  <a:lnTo>
                    <a:pt x="6680" y="7863"/>
                  </a:lnTo>
                  <a:lnTo>
                    <a:pt x="6680" y="10756"/>
                  </a:lnTo>
                  <a:cubicBezTo>
                    <a:pt x="6680" y="10851"/>
                    <a:pt x="6763" y="10923"/>
                    <a:pt x="6847" y="10923"/>
                  </a:cubicBezTo>
                  <a:cubicBezTo>
                    <a:pt x="6942" y="10923"/>
                    <a:pt x="7014" y="10851"/>
                    <a:pt x="7014" y="10756"/>
                  </a:cubicBezTo>
                  <a:lnTo>
                    <a:pt x="7014" y="7958"/>
                  </a:lnTo>
                  <a:lnTo>
                    <a:pt x="7609" y="8149"/>
                  </a:lnTo>
                  <a:cubicBezTo>
                    <a:pt x="7978" y="8244"/>
                    <a:pt x="8228" y="8589"/>
                    <a:pt x="8228" y="8982"/>
                  </a:cubicBezTo>
                  <a:lnTo>
                    <a:pt x="8228" y="10780"/>
                  </a:lnTo>
                  <a:cubicBezTo>
                    <a:pt x="8228" y="10863"/>
                    <a:pt x="8311" y="10947"/>
                    <a:pt x="8395" y="10947"/>
                  </a:cubicBezTo>
                  <a:cubicBezTo>
                    <a:pt x="8490" y="10947"/>
                    <a:pt x="8561" y="10863"/>
                    <a:pt x="8561" y="10780"/>
                  </a:cubicBezTo>
                  <a:lnTo>
                    <a:pt x="8561" y="8982"/>
                  </a:lnTo>
                  <a:cubicBezTo>
                    <a:pt x="8561" y="8423"/>
                    <a:pt x="8216" y="7970"/>
                    <a:pt x="7716" y="7815"/>
                  </a:cubicBezTo>
                  <a:lnTo>
                    <a:pt x="6311" y="7399"/>
                  </a:lnTo>
                  <a:lnTo>
                    <a:pt x="6061" y="6911"/>
                  </a:lnTo>
                  <a:cubicBezTo>
                    <a:pt x="6013" y="6839"/>
                    <a:pt x="5942" y="6756"/>
                    <a:pt x="5871" y="6744"/>
                  </a:cubicBezTo>
                  <a:cubicBezTo>
                    <a:pt x="5829" y="6738"/>
                    <a:pt x="5793" y="6735"/>
                    <a:pt x="5759" y="6735"/>
                  </a:cubicBezTo>
                  <a:cubicBezTo>
                    <a:pt x="5725" y="6735"/>
                    <a:pt x="5692" y="6738"/>
                    <a:pt x="5656" y="6744"/>
                  </a:cubicBezTo>
                  <a:lnTo>
                    <a:pt x="5656" y="6208"/>
                  </a:lnTo>
                  <a:cubicBezTo>
                    <a:pt x="6192" y="5839"/>
                    <a:pt x="6561" y="5256"/>
                    <a:pt x="6656" y="4589"/>
                  </a:cubicBezTo>
                  <a:lnTo>
                    <a:pt x="6740" y="4589"/>
                  </a:lnTo>
                  <a:cubicBezTo>
                    <a:pt x="7061" y="4589"/>
                    <a:pt x="7323" y="4351"/>
                    <a:pt x="7359" y="4065"/>
                  </a:cubicBezTo>
                  <a:cubicBezTo>
                    <a:pt x="7371" y="3898"/>
                    <a:pt x="7311" y="3743"/>
                    <a:pt x="7204" y="3601"/>
                  </a:cubicBezTo>
                  <a:cubicBezTo>
                    <a:pt x="7156" y="3541"/>
                    <a:pt x="7097" y="3505"/>
                    <a:pt x="7025" y="3470"/>
                  </a:cubicBezTo>
                  <a:lnTo>
                    <a:pt x="7216" y="2339"/>
                  </a:lnTo>
                  <a:cubicBezTo>
                    <a:pt x="7275" y="1969"/>
                    <a:pt x="7085" y="1600"/>
                    <a:pt x="6763" y="1446"/>
                  </a:cubicBezTo>
                  <a:cubicBezTo>
                    <a:pt x="6906" y="1065"/>
                    <a:pt x="6883" y="600"/>
                    <a:pt x="6656" y="88"/>
                  </a:cubicBezTo>
                  <a:cubicBezTo>
                    <a:pt x="6644" y="53"/>
                    <a:pt x="6597" y="5"/>
                    <a:pt x="6537" y="5"/>
                  </a:cubicBezTo>
                  <a:cubicBezTo>
                    <a:pt x="6523" y="2"/>
                    <a:pt x="6510" y="1"/>
                    <a:pt x="6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65"/>
            <p:cNvSpPr/>
            <p:nvPr/>
          </p:nvSpPr>
          <p:spPr>
            <a:xfrm>
              <a:off x="5090491" y="3141364"/>
              <a:ext cx="10581" cy="86391"/>
            </a:xfrm>
            <a:custGeom>
              <a:avLst/>
              <a:gdLst/>
              <a:ahLst/>
              <a:cxnLst/>
              <a:rect l="l" t="t" r="r" b="b"/>
              <a:pathLst>
                <a:path w="334" h="2727" extrusionOk="0">
                  <a:moveTo>
                    <a:pt x="167" y="0"/>
                  </a:moveTo>
                  <a:cubicBezTo>
                    <a:pt x="84" y="0"/>
                    <a:pt x="0" y="84"/>
                    <a:pt x="0" y="167"/>
                  </a:cubicBezTo>
                  <a:lnTo>
                    <a:pt x="0" y="2560"/>
                  </a:lnTo>
                  <a:cubicBezTo>
                    <a:pt x="0" y="2656"/>
                    <a:pt x="84" y="2727"/>
                    <a:pt x="167" y="2727"/>
                  </a:cubicBezTo>
                  <a:cubicBezTo>
                    <a:pt x="262" y="2727"/>
                    <a:pt x="334" y="2656"/>
                    <a:pt x="334" y="2560"/>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65"/>
            <p:cNvSpPr/>
            <p:nvPr/>
          </p:nvSpPr>
          <p:spPr>
            <a:xfrm>
              <a:off x="5031281" y="3152294"/>
              <a:ext cx="10201" cy="10613"/>
            </a:xfrm>
            <a:custGeom>
              <a:avLst/>
              <a:gdLst/>
              <a:ahLst/>
              <a:cxnLst/>
              <a:rect l="l" t="t" r="r" b="b"/>
              <a:pathLst>
                <a:path w="322" h="335" extrusionOk="0">
                  <a:moveTo>
                    <a:pt x="155" y="1"/>
                  </a:moveTo>
                  <a:cubicBezTo>
                    <a:pt x="72" y="1"/>
                    <a:pt x="0" y="72"/>
                    <a:pt x="0" y="167"/>
                  </a:cubicBezTo>
                  <a:cubicBezTo>
                    <a:pt x="0" y="251"/>
                    <a:pt x="72" y="334"/>
                    <a:pt x="155" y="334"/>
                  </a:cubicBezTo>
                  <a:cubicBezTo>
                    <a:pt x="250" y="334"/>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65"/>
            <p:cNvSpPr/>
            <p:nvPr/>
          </p:nvSpPr>
          <p:spPr>
            <a:xfrm>
              <a:off x="5031281" y="3217555"/>
              <a:ext cx="10201" cy="10201"/>
            </a:xfrm>
            <a:custGeom>
              <a:avLst/>
              <a:gdLst/>
              <a:ahLst/>
              <a:cxnLst/>
              <a:rect l="l" t="t" r="r" b="b"/>
              <a:pathLst>
                <a:path w="322" h="322" extrusionOk="0">
                  <a:moveTo>
                    <a:pt x="155" y="1"/>
                  </a:moveTo>
                  <a:cubicBezTo>
                    <a:pt x="72" y="1"/>
                    <a:pt x="0" y="72"/>
                    <a:pt x="0" y="155"/>
                  </a:cubicBezTo>
                  <a:cubicBezTo>
                    <a:pt x="0" y="251"/>
                    <a:pt x="72" y="322"/>
                    <a:pt x="155" y="322"/>
                  </a:cubicBezTo>
                  <a:cubicBezTo>
                    <a:pt x="250" y="322"/>
                    <a:pt x="322" y="251"/>
                    <a:pt x="322" y="155"/>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65"/>
            <p:cNvSpPr/>
            <p:nvPr/>
          </p:nvSpPr>
          <p:spPr>
            <a:xfrm>
              <a:off x="5031281" y="3184734"/>
              <a:ext cx="10201" cy="10613"/>
            </a:xfrm>
            <a:custGeom>
              <a:avLst/>
              <a:gdLst/>
              <a:ahLst/>
              <a:cxnLst/>
              <a:rect l="l" t="t" r="r" b="b"/>
              <a:pathLst>
                <a:path w="322" h="335" extrusionOk="0">
                  <a:moveTo>
                    <a:pt x="155" y="1"/>
                  </a:moveTo>
                  <a:cubicBezTo>
                    <a:pt x="72" y="1"/>
                    <a:pt x="0" y="84"/>
                    <a:pt x="0" y="167"/>
                  </a:cubicBezTo>
                  <a:cubicBezTo>
                    <a:pt x="0" y="263"/>
                    <a:pt x="72" y="334"/>
                    <a:pt x="155" y="334"/>
                  </a:cubicBezTo>
                  <a:cubicBezTo>
                    <a:pt x="250" y="334"/>
                    <a:pt x="322" y="263"/>
                    <a:pt x="322" y="167"/>
                  </a:cubicBez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65"/>
            <p:cNvSpPr/>
            <p:nvPr/>
          </p:nvSpPr>
          <p:spPr>
            <a:xfrm>
              <a:off x="4998841" y="2995763"/>
              <a:ext cx="10201" cy="15492"/>
            </a:xfrm>
            <a:custGeom>
              <a:avLst/>
              <a:gdLst/>
              <a:ahLst/>
              <a:cxnLst/>
              <a:rect l="l" t="t" r="r" b="b"/>
              <a:pathLst>
                <a:path w="322" h="489" extrusionOk="0">
                  <a:moveTo>
                    <a:pt x="155" y="1"/>
                  </a:moveTo>
                  <a:cubicBezTo>
                    <a:pt x="72" y="1"/>
                    <a:pt x="0" y="72"/>
                    <a:pt x="0" y="167"/>
                  </a:cubicBezTo>
                  <a:lnTo>
                    <a:pt x="0" y="334"/>
                  </a:lnTo>
                  <a:cubicBezTo>
                    <a:pt x="0" y="417"/>
                    <a:pt x="72" y="489"/>
                    <a:pt x="155" y="489"/>
                  </a:cubicBezTo>
                  <a:cubicBezTo>
                    <a:pt x="250" y="489"/>
                    <a:pt x="322" y="417"/>
                    <a:pt x="322" y="334"/>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65"/>
            <p:cNvSpPr/>
            <p:nvPr/>
          </p:nvSpPr>
          <p:spPr>
            <a:xfrm>
              <a:off x="5063721" y="2995763"/>
              <a:ext cx="10201" cy="15492"/>
            </a:xfrm>
            <a:custGeom>
              <a:avLst/>
              <a:gdLst/>
              <a:ahLst/>
              <a:cxnLst/>
              <a:rect l="l" t="t" r="r" b="b"/>
              <a:pathLst>
                <a:path w="322" h="489" extrusionOk="0">
                  <a:moveTo>
                    <a:pt x="167" y="1"/>
                  </a:moveTo>
                  <a:cubicBezTo>
                    <a:pt x="71" y="1"/>
                    <a:pt x="0" y="72"/>
                    <a:pt x="0" y="167"/>
                  </a:cubicBezTo>
                  <a:lnTo>
                    <a:pt x="0" y="334"/>
                  </a:lnTo>
                  <a:cubicBezTo>
                    <a:pt x="0" y="417"/>
                    <a:pt x="71" y="489"/>
                    <a:pt x="167" y="489"/>
                  </a:cubicBezTo>
                  <a:cubicBezTo>
                    <a:pt x="250" y="489"/>
                    <a:pt x="322" y="417"/>
                    <a:pt x="322" y="334"/>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65"/>
            <p:cNvSpPr/>
            <p:nvPr/>
          </p:nvSpPr>
          <p:spPr>
            <a:xfrm>
              <a:off x="4993550"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55" y="84"/>
                    <a:pt x="58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65"/>
            <p:cNvSpPr/>
            <p:nvPr/>
          </p:nvSpPr>
          <p:spPr>
            <a:xfrm>
              <a:off x="5058051"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67" y="84"/>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65"/>
            <p:cNvSpPr/>
            <p:nvPr/>
          </p:nvSpPr>
          <p:spPr>
            <a:xfrm>
              <a:off x="5007141" y="3025574"/>
              <a:ext cx="58481" cy="32092"/>
            </a:xfrm>
            <a:custGeom>
              <a:avLst/>
              <a:gdLst/>
              <a:ahLst/>
              <a:cxnLst/>
              <a:rect l="l" t="t" r="r" b="b"/>
              <a:pathLst>
                <a:path w="1846" h="1013" extrusionOk="0">
                  <a:moveTo>
                    <a:pt x="1500" y="322"/>
                  </a:moveTo>
                  <a:cubicBezTo>
                    <a:pt x="1429" y="536"/>
                    <a:pt x="1191" y="679"/>
                    <a:pt x="917" y="679"/>
                  </a:cubicBezTo>
                  <a:cubicBezTo>
                    <a:pt x="655" y="679"/>
                    <a:pt x="417" y="536"/>
                    <a:pt x="345" y="322"/>
                  </a:cubicBezTo>
                  <a:close/>
                  <a:moveTo>
                    <a:pt x="167" y="0"/>
                  </a:moveTo>
                  <a:cubicBezTo>
                    <a:pt x="72" y="0"/>
                    <a:pt x="0" y="72"/>
                    <a:pt x="0" y="167"/>
                  </a:cubicBezTo>
                  <a:cubicBezTo>
                    <a:pt x="0" y="619"/>
                    <a:pt x="417" y="1012"/>
                    <a:pt x="929" y="1012"/>
                  </a:cubicBezTo>
                  <a:cubicBezTo>
                    <a:pt x="1429" y="1012"/>
                    <a:pt x="1846" y="643"/>
                    <a:pt x="1846" y="167"/>
                  </a:cubicBezTo>
                  <a:cubicBezTo>
                    <a:pt x="1846" y="72"/>
                    <a:pt x="1786"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5" name="Google Shape;11335;p65"/>
          <p:cNvGrpSpPr/>
          <p:nvPr/>
        </p:nvGrpSpPr>
        <p:grpSpPr>
          <a:xfrm>
            <a:off x="7162775" y="2705713"/>
            <a:ext cx="259523" cy="346294"/>
            <a:chOff x="7162775" y="2881113"/>
            <a:chExt cx="259523" cy="346294"/>
          </a:xfrm>
        </p:grpSpPr>
        <p:sp>
          <p:nvSpPr>
            <p:cNvPr id="11336" name="Google Shape;11336;p65"/>
            <p:cNvSpPr/>
            <p:nvPr/>
          </p:nvSpPr>
          <p:spPr>
            <a:xfrm>
              <a:off x="7162775" y="2881113"/>
              <a:ext cx="259523" cy="346294"/>
            </a:xfrm>
            <a:custGeom>
              <a:avLst/>
              <a:gdLst/>
              <a:ahLst/>
              <a:cxnLst/>
              <a:rect l="l" t="t" r="r" b="b"/>
              <a:pathLst>
                <a:path w="8192" h="10931" extrusionOk="0">
                  <a:moveTo>
                    <a:pt x="4084" y="1536"/>
                  </a:moveTo>
                  <a:cubicBezTo>
                    <a:pt x="4382" y="1536"/>
                    <a:pt x="4703" y="1810"/>
                    <a:pt x="4989" y="2239"/>
                  </a:cubicBezTo>
                  <a:lnTo>
                    <a:pt x="3155" y="2239"/>
                  </a:lnTo>
                  <a:cubicBezTo>
                    <a:pt x="3453" y="1810"/>
                    <a:pt x="3787" y="1536"/>
                    <a:pt x="4084" y="1536"/>
                  </a:cubicBezTo>
                  <a:close/>
                  <a:moveTo>
                    <a:pt x="5191" y="2560"/>
                  </a:moveTo>
                  <a:cubicBezTo>
                    <a:pt x="5596" y="3310"/>
                    <a:pt x="5906" y="4334"/>
                    <a:pt x="5965" y="5322"/>
                  </a:cubicBezTo>
                  <a:cubicBezTo>
                    <a:pt x="5621" y="6068"/>
                    <a:pt x="4891" y="6515"/>
                    <a:pt x="4082" y="6515"/>
                  </a:cubicBezTo>
                  <a:cubicBezTo>
                    <a:pt x="4051" y="6515"/>
                    <a:pt x="4020" y="6514"/>
                    <a:pt x="3989" y="6513"/>
                  </a:cubicBezTo>
                  <a:cubicBezTo>
                    <a:pt x="3608" y="6489"/>
                    <a:pt x="3227" y="6358"/>
                    <a:pt x="2905" y="6120"/>
                  </a:cubicBezTo>
                  <a:cubicBezTo>
                    <a:pt x="2596" y="5894"/>
                    <a:pt x="2358" y="5596"/>
                    <a:pt x="2203" y="5239"/>
                  </a:cubicBezTo>
                  <a:cubicBezTo>
                    <a:pt x="2274" y="4286"/>
                    <a:pt x="2572" y="3274"/>
                    <a:pt x="2977" y="2560"/>
                  </a:cubicBezTo>
                  <a:close/>
                  <a:moveTo>
                    <a:pt x="2167" y="5870"/>
                  </a:moveTo>
                  <a:cubicBezTo>
                    <a:pt x="2322" y="6060"/>
                    <a:pt x="2501" y="6239"/>
                    <a:pt x="2691" y="6394"/>
                  </a:cubicBezTo>
                  <a:cubicBezTo>
                    <a:pt x="3060" y="6656"/>
                    <a:pt x="3501" y="6799"/>
                    <a:pt x="3953" y="6834"/>
                  </a:cubicBezTo>
                  <a:lnTo>
                    <a:pt x="4072" y="6834"/>
                  </a:lnTo>
                  <a:cubicBezTo>
                    <a:pt x="4525" y="6834"/>
                    <a:pt x="4965" y="6715"/>
                    <a:pt x="5346" y="6465"/>
                  </a:cubicBezTo>
                  <a:cubicBezTo>
                    <a:pt x="5584" y="6310"/>
                    <a:pt x="5787" y="6120"/>
                    <a:pt x="5953" y="5906"/>
                  </a:cubicBezTo>
                  <a:lnTo>
                    <a:pt x="5953" y="5906"/>
                  </a:lnTo>
                  <a:cubicBezTo>
                    <a:pt x="5918" y="6287"/>
                    <a:pt x="5739" y="6620"/>
                    <a:pt x="5430" y="6894"/>
                  </a:cubicBezTo>
                  <a:cubicBezTo>
                    <a:pt x="5358" y="6953"/>
                    <a:pt x="5358" y="7061"/>
                    <a:pt x="5418" y="7120"/>
                  </a:cubicBezTo>
                  <a:cubicBezTo>
                    <a:pt x="5441" y="7156"/>
                    <a:pt x="5489" y="7180"/>
                    <a:pt x="5537" y="7180"/>
                  </a:cubicBezTo>
                  <a:cubicBezTo>
                    <a:pt x="5561" y="7180"/>
                    <a:pt x="5608" y="7156"/>
                    <a:pt x="5644" y="7132"/>
                  </a:cubicBezTo>
                  <a:cubicBezTo>
                    <a:pt x="5763" y="7025"/>
                    <a:pt x="5858" y="6906"/>
                    <a:pt x="5953" y="6787"/>
                  </a:cubicBezTo>
                  <a:lnTo>
                    <a:pt x="5953" y="6787"/>
                  </a:lnTo>
                  <a:cubicBezTo>
                    <a:pt x="5894" y="7775"/>
                    <a:pt x="5072" y="8561"/>
                    <a:pt x="4060" y="8561"/>
                  </a:cubicBezTo>
                  <a:cubicBezTo>
                    <a:pt x="3084" y="8561"/>
                    <a:pt x="2263" y="7787"/>
                    <a:pt x="2191" y="6787"/>
                  </a:cubicBezTo>
                  <a:lnTo>
                    <a:pt x="2191" y="6787"/>
                  </a:lnTo>
                  <a:cubicBezTo>
                    <a:pt x="2572" y="7323"/>
                    <a:pt x="3275" y="7680"/>
                    <a:pt x="4084" y="7680"/>
                  </a:cubicBezTo>
                  <a:cubicBezTo>
                    <a:pt x="4394" y="7680"/>
                    <a:pt x="4703" y="7620"/>
                    <a:pt x="4989" y="7525"/>
                  </a:cubicBezTo>
                  <a:cubicBezTo>
                    <a:pt x="5072" y="7489"/>
                    <a:pt x="5108" y="7406"/>
                    <a:pt x="5072" y="7311"/>
                  </a:cubicBezTo>
                  <a:cubicBezTo>
                    <a:pt x="5055" y="7249"/>
                    <a:pt x="4998" y="7213"/>
                    <a:pt x="4936" y="7213"/>
                  </a:cubicBezTo>
                  <a:cubicBezTo>
                    <a:pt x="4914" y="7213"/>
                    <a:pt x="4892" y="7218"/>
                    <a:pt x="4870" y="7227"/>
                  </a:cubicBezTo>
                  <a:cubicBezTo>
                    <a:pt x="4608" y="7311"/>
                    <a:pt x="4346" y="7370"/>
                    <a:pt x="4060" y="7370"/>
                  </a:cubicBezTo>
                  <a:cubicBezTo>
                    <a:pt x="3036" y="7370"/>
                    <a:pt x="2203" y="6703"/>
                    <a:pt x="2167" y="5870"/>
                  </a:cubicBezTo>
                  <a:close/>
                  <a:moveTo>
                    <a:pt x="6787" y="7680"/>
                  </a:moveTo>
                  <a:cubicBezTo>
                    <a:pt x="6823" y="7739"/>
                    <a:pt x="6823" y="7823"/>
                    <a:pt x="6823" y="7894"/>
                  </a:cubicBezTo>
                  <a:cubicBezTo>
                    <a:pt x="6835" y="9013"/>
                    <a:pt x="5596" y="9930"/>
                    <a:pt x="4084" y="9930"/>
                  </a:cubicBezTo>
                  <a:cubicBezTo>
                    <a:pt x="3846" y="9930"/>
                    <a:pt x="3608" y="9906"/>
                    <a:pt x="3382" y="9870"/>
                  </a:cubicBezTo>
                  <a:cubicBezTo>
                    <a:pt x="4406" y="9811"/>
                    <a:pt x="5311" y="9442"/>
                    <a:pt x="5989" y="8799"/>
                  </a:cubicBezTo>
                  <a:cubicBezTo>
                    <a:pt x="6311" y="8489"/>
                    <a:pt x="6584" y="8096"/>
                    <a:pt x="6787" y="7680"/>
                  </a:cubicBezTo>
                  <a:close/>
                  <a:moveTo>
                    <a:pt x="4096" y="0"/>
                  </a:moveTo>
                  <a:cubicBezTo>
                    <a:pt x="2465" y="0"/>
                    <a:pt x="1120" y="1274"/>
                    <a:pt x="1024" y="2893"/>
                  </a:cubicBezTo>
                  <a:lnTo>
                    <a:pt x="881" y="5465"/>
                  </a:lnTo>
                  <a:cubicBezTo>
                    <a:pt x="834" y="6096"/>
                    <a:pt x="989" y="6703"/>
                    <a:pt x="1286" y="7239"/>
                  </a:cubicBezTo>
                  <a:cubicBezTo>
                    <a:pt x="1108" y="7418"/>
                    <a:pt x="1024" y="7620"/>
                    <a:pt x="1024" y="7870"/>
                  </a:cubicBezTo>
                  <a:lnTo>
                    <a:pt x="1024" y="7906"/>
                  </a:lnTo>
                  <a:lnTo>
                    <a:pt x="786" y="7989"/>
                  </a:lnTo>
                  <a:cubicBezTo>
                    <a:pt x="310" y="8156"/>
                    <a:pt x="0" y="8608"/>
                    <a:pt x="0" y="9108"/>
                  </a:cubicBezTo>
                  <a:lnTo>
                    <a:pt x="0" y="10763"/>
                  </a:lnTo>
                  <a:cubicBezTo>
                    <a:pt x="0" y="10859"/>
                    <a:pt x="72" y="10930"/>
                    <a:pt x="155" y="10930"/>
                  </a:cubicBezTo>
                  <a:cubicBezTo>
                    <a:pt x="238" y="10930"/>
                    <a:pt x="310" y="10859"/>
                    <a:pt x="310" y="10763"/>
                  </a:cubicBezTo>
                  <a:lnTo>
                    <a:pt x="310" y="9097"/>
                  </a:lnTo>
                  <a:cubicBezTo>
                    <a:pt x="310" y="8727"/>
                    <a:pt x="548" y="8394"/>
                    <a:pt x="893" y="8275"/>
                  </a:cubicBezTo>
                  <a:lnTo>
                    <a:pt x="1060" y="8215"/>
                  </a:lnTo>
                  <a:cubicBezTo>
                    <a:pt x="1108" y="8406"/>
                    <a:pt x="1167" y="8608"/>
                    <a:pt x="1262" y="8787"/>
                  </a:cubicBezTo>
                  <a:cubicBezTo>
                    <a:pt x="1298" y="8847"/>
                    <a:pt x="1358" y="8870"/>
                    <a:pt x="1405" y="8870"/>
                  </a:cubicBezTo>
                  <a:cubicBezTo>
                    <a:pt x="1429" y="8870"/>
                    <a:pt x="1465" y="8858"/>
                    <a:pt x="1489" y="8847"/>
                  </a:cubicBezTo>
                  <a:cubicBezTo>
                    <a:pt x="1548" y="8799"/>
                    <a:pt x="1560" y="8704"/>
                    <a:pt x="1536" y="8632"/>
                  </a:cubicBezTo>
                  <a:cubicBezTo>
                    <a:pt x="1405" y="8394"/>
                    <a:pt x="1346" y="8132"/>
                    <a:pt x="1346" y="7870"/>
                  </a:cubicBezTo>
                  <a:cubicBezTo>
                    <a:pt x="1346" y="7739"/>
                    <a:pt x="1381" y="7620"/>
                    <a:pt x="1465" y="7513"/>
                  </a:cubicBezTo>
                  <a:cubicBezTo>
                    <a:pt x="1548" y="7632"/>
                    <a:pt x="1643" y="7751"/>
                    <a:pt x="1739" y="7858"/>
                  </a:cubicBezTo>
                  <a:cubicBezTo>
                    <a:pt x="2360" y="8503"/>
                    <a:pt x="3177" y="8871"/>
                    <a:pt x="4066" y="8871"/>
                  </a:cubicBezTo>
                  <a:cubicBezTo>
                    <a:pt x="4080" y="8871"/>
                    <a:pt x="4094" y="8871"/>
                    <a:pt x="4108" y="8870"/>
                  </a:cubicBezTo>
                  <a:cubicBezTo>
                    <a:pt x="5311" y="8858"/>
                    <a:pt x="6299" y="7870"/>
                    <a:pt x="6299" y="6656"/>
                  </a:cubicBezTo>
                  <a:lnTo>
                    <a:pt x="6299" y="5632"/>
                  </a:lnTo>
                  <a:cubicBezTo>
                    <a:pt x="6299" y="4691"/>
                    <a:pt x="6061" y="3608"/>
                    <a:pt x="5644" y="2715"/>
                  </a:cubicBezTo>
                  <a:cubicBezTo>
                    <a:pt x="5430" y="2262"/>
                    <a:pt x="5191" y="1893"/>
                    <a:pt x="4953" y="1643"/>
                  </a:cubicBezTo>
                  <a:cubicBezTo>
                    <a:pt x="4679" y="1346"/>
                    <a:pt x="4382" y="1191"/>
                    <a:pt x="4096" y="1191"/>
                  </a:cubicBezTo>
                  <a:cubicBezTo>
                    <a:pt x="3810" y="1191"/>
                    <a:pt x="3513" y="1346"/>
                    <a:pt x="3227" y="1643"/>
                  </a:cubicBezTo>
                  <a:cubicBezTo>
                    <a:pt x="2989" y="1893"/>
                    <a:pt x="2751" y="2262"/>
                    <a:pt x="2548" y="2715"/>
                  </a:cubicBezTo>
                  <a:cubicBezTo>
                    <a:pt x="2132" y="3608"/>
                    <a:pt x="1893" y="4691"/>
                    <a:pt x="1893" y="5632"/>
                  </a:cubicBezTo>
                  <a:lnTo>
                    <a:pt x="1893" y="6656"/>
                  </a:lnTo>
                  <a:cubicBezTo>
                    <a:pt x="1893" y="7120"/>
                    <a:pt x="2036" y="7549"/>
                    <a:pt x="2274" y="7906"/>
                  </a:cubicBezTo>
                  <a:cubicBezTo>
                    <a:pt x="2179" y="7834"/>
                    <a:pt x="2084" y="7739"/>
                    <a:pt x="2001" y="7632"/>
                  </a:cubicBezTo>
                  <a:cubicBezTo>
                    <a:pt x="1441" y="7037"/>
                    <a:pt x="1167" y="6287"/>
                    <a:pt x="1203" y="5477"/>
                  </a:cubicBezTo>
                  <a:lnTo>
                    <a:pt x="1358" y="2905"/>
                  </a:lnTo>
                  <a:cubicBezTo>
                    <a:pt x="1441" y="1465"/>
                    <a:pt x="2655" y="310"/>
                    <a:pt x="4108" y="310"/>
                  </a:cubicBezTo>
                  <a:cubicBezTo>
                    <a:pt x="5549" y="310"/>
                    <a:pt x="6763" y="1441"/>
                    <a:pt x="6846" y="2893"/>
                  </a:cubicBezTo>
                  <a:lnTo>
                    <a:pt x="6954" y="4775"/>
                  </a:lnTo>
                  <a:cubicBezTo>
                    <a:pt x="7061" y="6406"/>
                    <a:pt x="6656" y="7692"/>
                    <a:pt x="5787" y="8537"/>
                  </a:cubicBezTo>
                  <a:cubicBezTo>
                    <a:pt x="5095" y="9187"/>
                    <a:pt x="4135" y="9532"/>
                    <a:pt x="3046" y="9532"/>
                  </a:cubicBezTo>
                  <a:cubicBezTo>
                    <a:pt x="2898" y="9532"/>
                    <a:pt x="2748" y="9526"/>
                    <a:pt x="2596" y="9513"/>
                  </a:cubicBezTo>
                  <a:cubicBezTo>
                    <a:pt x="2501" y="9501"/>
                    <a:pt x="2393" y="9466"/>
                    <a:pt x="2322" y="9430"/>
                  </a:cubicBezTo>
                  <a:cubicBezTo>
                    <a:pt x="2191" y="9335"/>
                    <a:pt x="2060" y="9228"/>
                    <a:pt x="1941" y="9132"/>
                  </a:cubicBezTo>
                  <a:cubicBezTo>
                    <a:pt x="1911" y="9102"/>
                    <a:pt x="1870" y="9088"/>
                    <a:pt x="1828" y="9088"/>
                  </a:cubicBezTo>
                  <a:cubicBezTo>
                    <a:pt x="1786" y="9088"/>
                    <a:pt x="1745" y="9102"/>
                    <a:pt x="1715" y="9132"/>
                  </a:cubicBezTo>
                  <a:cubicBezTo>
                    <a:pt x="1655" y="9180"/>
                    <a:pt x="1655" y="9287"/>
                    <a:pt x="1715" y="9347"/>
                  </a:cubicBezTo>
                  <a:cubicBezTo>
                    <a:pt x="2298" y="9906"/>
                    <a:pt x="3167" y="10228"/>
                    <a:pt x="4096" y="10228"/>
                  </a:cubicBezTo>
                  <a:cubicBezTo>
                    <a:pt x="4918" y="10228"/>
                    <a:pt x="5668" y="9990"/>
                    <a:pt x="6251" y="9537"/>
                  </a:cubicBezTo>
                  <a:cubicBezTo>
                    <a:pt x="6727" y="9180"/>
                    <a:pt x="7037" y="8704"/>
                    <a:pt x="7132" y="8204"/>
                  </a:cubicBezTo>
                  <a:lnTo>
                    <a:pt x="7299" y="8263"/>
                  </a:lnTo>
                  <a:cubicBezTo>
                    <a:pt x="7632" y="8382"/>
                    <a:pt x="7870" y="8704"/>
                    <a:pt x="7870" y="9085"/>
                  </a:cubicBezTo>
                  <a:lnTo>
                    <a:pt x="7870" y="10728"/>
                  </a:lnTo>
                  <a:cubicBezTo>
                    <a:pt x="7870" y="10823"/>
                    <a:pt x="7954" y="10894"/>
                    <a:pt x="8025" y="10894"/>
                  </a:cubicBezTo>
                  <a:cubicBezTo>
                    <a:pt x="8108" y="10894"/>
                    <a:pt x="8192" y="10823"/>
                    <a:pt x="8192" y="10728"/>
                  </a:cubicBezTo>
                  <a:lnTo>
                    <a:pt x="8192" y="9061"/>
                  </a:lnTo>
                  <a:cubicBezTo>
                    <a:pt x="8192" y="8620"/>
                    <a:pt x="7870" y="8156"/>
                    <a:pt x="7394" y="8001"/>
                  </a:cubicBezTo>
                  <a:lnTo>
                    <a:pt x="7156" y="7906"/>
                  </a:lnTo>
                  <a:lnTo>
                    <a:pt x="7156" y="7882"/>
                  </a:lnTo>
                  <a:cubicBezTo>
                    <a:pt x="7156" y="7656"/>
                    <a:pt x="7096" y="7477"/>
                    <a:pt x="6954" y="7311"/>
                  </a:cubicBezTo>
                  <a:cubicBezTo>
                    <a:pt x="7216" y="6584"/>
                    <a:pt x="7323" y="5739"/>
                    <a:pt x="7263" y="4786"/>
                  </a:cubicBezTo>
                  <a:lnTo>
                    <a:pt x="7156" y="2893"/>
                  </a:lnTo>
                  <a:cubicBezTo>
                    <a:pt x="7049" y="1274"/>
                    <a:pt x="5715" y="0"/>
                    <a:pt x="4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65"/>
            <p:cNvSpPr/>
            <p:nvPr/>
          </p:nvSpPr>
          <p:spPr>
            <a:xfrm>
              <a:off x="7270645" y="3044519"/>
              <a:ext cx="43402" cy="15396"/>
            </a:xfrm>
            <a:custGeom>
              <a:avLst/>
              <a:gdLst/>
              <a:ahLst/>
              <a:cxnLst/>
              <a:rect l="l" t="t" r="r" b="b"/>
              <a:pathLst>
                <a:path w="1370" h="486" extrusionOk="0">
                  <a:moveTo>
                    <a:pt x="173" y="1"/>
                  </a:moveTo>
                  <a:cubicBezTo>
                    <a:pt x="131" y="1"/>
                    <a:pt x="90" y="15"/>
                    <a:pt x="60" y="45"/>
                  </a:cubicBezTo>
                  <a:cubicBezTo>
                    <a:pt x="1" y="105"/>
                    <a:pt x="1" y="200"/>
                    <a:pt x="60" y="260"/>
                  </a:cubicBezTo>
                  <a:cubicBezTo>
                    <a:pt x="203" y="402"/>
                    <a:pt x="441" y="486"/>
                    <a:pt x="691" y="486"/>
                  </a:cubicBezTo>
                  <a:cubicBezTo>
                    <a:pt x="941" y="486"/>
                    <a:pt x="1179" y="414"/>
                    <a:pt x="1310" y="260"/>
                  </a:cubicBezTo>
                  <a:cubicBezTo>
                    <a:pt x="1370" y="200"/>
                    <a:pt x="1370" y="105"/>
                    <a:pt x="1310" y="45"/>
                  </a:cubicBezTo>
                  <a:cubicBezTo>
                    <a:pt x="1280" y="15"/>
                    <a:pt x="1242" y="1"/>
                    <a:pt x="1203" y="1"/>
                  </a:cubicBezTo>
                  <a:cubicBezTo>
                    <a:pt x="1164" y="1"/>
                    <a:pt x="1126" y="15"/>
                    <a:pt x="1096" y="45"/>
                  </a:cubicBezTo>
                  <a:cubicBezTo>
                    <a:pt x="1036" y="105"/>
                    <a:pt x="893" y="152"/>
                    <a:pt x="691" y="152"/>
                  </a:cubicBezTo>
                  <a:cubicBezTo>
                    <a:pt x="477" y="152"/>
                    <a:pt x="346" y="81"/>
                    <a:pt x="286" y="45"/>
                  </a:cubicBezTo>
                  <a:cubicBezTo>
                    <a:pt x="256"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65"/>
            <p:cNvSpPr/>
            <p:nvPr/>
          </p:nvSpPr>
          <p:spPr>
            <a:xfrm>
              <a:off x="7254805" y="3006344"/>
              <a:ext cx="10201" cy="15492"/>
            </a:xfrm>
            <a:custGeom>
              <a:avLst/>
              <a:gdLst/>
              <a:ahLst/>
              <a:cxnLst/>
              <a:rect l="l" t="t" r="r" b="b"/>
              <a:pathLst>
                <a:path w="322" h="489" extrusionOk="0">
                  <a:moveTo>
                    <a:pt x="167" y="0"/>
                  </a:moveTo>
                  <a:cubicBezTo>
                    <a:pt x="72" y="0"/>
                    <a:pt x="0" y="71"/>
                    <a:pt x="0" y="155"/>
                  </a:cubicBezTo>
                  <a:lnTo>
                    <a:pt x="0" y="322"/>
                  </a:lnTo>
                  <a:cubicBezTo>
                    <a:pt x="0" y="417"/>
                    <a:pt x="72" y="488"/>
                    <a:pt x="167" y="488"/>
                  </a:cubicBezTo>
                  <a:cubicBezTo>
                    <a:pt x="250" y="488"/>
                    <a:pt x="322" y="417"/>
                    <a:pt x="322" y="322"/>
                  </a:cubicBezTo>
                  <a:lnTo>
                    <a:pt x="322" y="155"/>
                  </a:ln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65"/>
            <p:cNvSpPr/>
            <p:nvPr/>
          </p:nvSpPr>
          <p:spPr>
            <a:xfrm>
              <a:off x="7319686" y="3006344"/>
              <a:ext cx="10581" cy="15492"/>
            </a:xfrm>
            <a:custGeom>
              <a:avLst/>
              <a:gdLst/>
              <a:ahLst/>
              <a:cxnLst/>
              <a:rect l="l" t="t" r="r" b="b"/>
              <a:pathLst>
                <a:path w="334" h="489" extrusionOk="0">
                  <a:moveTo>
                    <a:pt x="167" y="0"/>
                  </a:moveTo>
                  <a:cubicBezTo>
                    <a:pt x="84" y="0"/>
                    <a:pt x="0" y="71"/>
                    <a:pt x="0" y="155"/>
                  </a:cubicBezTo>
                  <a:lnTo>
                    <a:pt x="0" y="322"/>
                  </a:lnTo>
                  <a:cubicBezTo>
                    <a:pt x="0" y="417"/>
                    <a:pt x="84" y="488"/>
                    <a:pt x="167" y="488"/>
                  </a:cubicBezTo>
                  <a:cubicBezTo>
                    <a:pt x="262" y="488"/>
                    <a:pt x="334" y="417"/>
                    <a:pt x="334" y="322"/>
                  </a:cubicBezTo>
                  <a:lnTo>
                    <a:pt x="334" y="155"/>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65"/>
            <p:cNvSpPr/>
            <p:nvPr/>
          </p:nvSpPr>
          <p:spPr>
            <a:xfrm>
              <a:off x="7249135"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01" y="333"/>
                  </a:lnTo>
                  <a:cubicBezTo>
                    <a:pt x="596"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65"/>
            <p:cNvSpPr/>
            <p:nvPr/>
          </p:nvSpPr>
          <p:spPr>
            <a:xfrm>
              <a:off x="7314015" y="2990124"/>
              <a:ext cx="21542" cy="10581"/>
            </a:xfrm>
            <a:custGeom>
              <a:avLst/>
              <a:gdLst/>
              <a:ahLst/>
              <a:cxnLst/>
              <a:rect l="l" t="t" r="r" b="b"/>
              <a:pathLst>
                <a:path w="680" h="334" extrusionOk="0">
                  <a:moveTo>
                    <a:pt x="167" y="0"/>
                  </a:moveTo>
                  <a:cubicBezTo>
                    <a:pt x="84" y="0"/>
                    <a:pt x="1" y="72"/>
                    <a:pt x="1" y="167"/>
                  </a:cubicBezTo>
                  <a:cubicBezTo>
                    <a:pt x="1" y="250"/>
                    <a:pt x="84" y="333"/>
                    <a:pt x="167" y="333"/>
                  </a:cubicBezTo>
                  <a:lnTo>
                    <a:pt x="513" y="333"/>
                  </a:lnTo>
                  <a:cubicBezTo>
                    <a:pt x="596" y="333"/>
                    <a:pt x="667" y="250"/>
                    <a:pt x="667" y="167"/>
                  </a:cubicBezTo>
                  <a:cubicBezTo>
                    <a:pt x="679"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2" name="Google Shape;11342;p65"/>
          <p:cNvGrpSpPr/>
          <p:nvPr/>
        </p:nvGrpSpPr>
        <p:grpSpPr>
          <a:xfrm>
            <a:off x="6709751" y="2706442"/>
            <a:ext cx="261075" cy="347815"/>
            <a:chOff x="6709751" y="2881842"/>
            <a:chExt cx="261075" cy="347815"/>
          </a:xfrm>
        </p:grpSpPr>
        <p:sp>
          <p:nvSpPr>
            <p:cNvPr id="11343" name="Google Shape;11343;p65"/>
            <p:cNvSpPr/>
            <p:nvPr/>
          </p:nvSpPr>
          <p:spPr>
            <a:xfrm>
              <a:off x="6709751" y="2881842"/>
              <a:ext cx="261075" cy="347815"/>
            </a:xfrm>
            <a:custGeom>
              <a:avLst/>
              <a:gdLst/>
              <a:ahLst/>
              <a:cxnLst/>
              <a:rect l="l" t="t" r="r" b="b"/>
              <a:pathLst>
                <a:path w="8241" h="10979" extrusionOk="0">
                  <a:moveTo>
                    <a:pt x="1394" y="4680"/>
                  </a:moveTo>
                  <a:cubicBezTo>
                    <a:pt x="1477" y="4728"/>
                    <a:pt x="1573" y="4740"/>
                    <a:pt x="1668" y="4740"/>
                  </a:cubicBezTo>
                  <a:lnTo>
                    <a:pt x="1787" y="4740"/>
                  </a:lnTo>
                  <a:cubicBezTo>
                    <a:pt x="1858" y="5323"/>
                    <a:pt x="2156" y="5823"/>
                    <a:pt x="2561" y="6180"/>
                  </a:cubicBezTo>
                  <a:cubicBezTo>
                    <a:pt x="2468" y="6204"/>
                    <a:pt x="2384" y="6215"/>
                    <a:pt x="2308" y="6215"/>
                  </a:cubicBezTo>
                  <a:cubicBezTo>
                    <a:pt x="1897" y="6215"/>
                    <a:pt x="1727" y="5915"/>
                    <a:pt x="1727" y="5895"/>
                  </a:cubicBezTo>
                  <a:cubicBezTo>
                    <a:pt x="1692" y="5835"/>
                    <a:pt x="1632" y="5799"/>
                    <a:pt x="1573" y="5799"/>
                  </a:cubicBezTo>
                  <a:cubicBezTo>
                    <a:pt x="1546" y="5802"/>
                    <a:pt x="1520" y="5803"/>
                    <a:pt x="1495" y="5803"/>
                  </a:cubicBezTo>
                  <a:cubicBezTo>
                    <a:pt x="1123" y="5803"/>
                    <a:pt x="974" y="5562"/>
                    <a:pt x="918" y="5395"/>
                  </a:cubicBezTo>
                  <a:cubicBezTo>
                    <a:pt x="1144" y="5323"/>
                    <a:pt x="1394" y="5133"/>
                    <a:pt x="1394" y="4716"/>
                  </a:cubicBezTo>
                  <a:lnTo>
                    <a:pt x="1394" y="4680"/>
                  </a:lnTo>
                  <a:close/>
                  <a:moveTo>
                    <a:pt x="6871" y="4716"/>
                  </a:moveTo>
                  <a:lnTo>
                    <a:pt x="6871" y="4740"/>
                  </a:lnTo>
                  <a:cubicBezTo>
                    <a:pt x="6895" y="5144"/>
                    <a:pt x="7145" y="5335"/>
                    <a:pt x="7371" y="5418"/>
                  </a:cubicBezTo>
                  <a:cubicBezTo>
                    <a:pt x="7314" y="5566"/>
                    <a:pt x="7159" y="5813"/>
                    <a:pt x="6770" y="5813"/>
                  </a:cubicBezTo>
                  <a:cubicBezTo>
                    <a:pt x="6752" y="5813"/>
                    <a:pt x="6734" y="5812"/>
                    <a:pt x="6716" y="5811"/>
                  </a:cubicBezTo>
                  <a:cubicBezTo>
                    <a:pt x="6645" y="5811"/>
                    <a:pt x="6597" y="5847"/>
                    <a:pt x="6561" y="5906"/>
                  </a:cubicBezTo>
                  <a:cubicBezTo>
                    <a:pt x="6551" y="5917"/>
                    <a:pt x="6367" y="6237"/>
                    <a:pt x="5922" y="6237"/>
                  </a:cubicBezTo>
                  <a:cubicBezTo>
                    <a:pt x="5859" y="6237"/>
                    <a:pt x="5790" y="6231"/>
                    <a:pt x="5716" y="6216"/>
                  </a:cubicBezTo>
                  <a:cubicBezTo>
                    <a:pt x="6133" y="5847"/>
                    <a:pt x="6418" y="5335"/>
                    <a:pt x="6490" y="4775"/>
                  </a:cubicBezTo>
                  <a:lnTo>
                    <a:pt x="6609" y="4775"/>
                  </a:lnTo>
                  <a:cubicBezTo>
                    <a:pt x="6692" y="4775"/>
                    <a:pt x="6799" y="4740"/>
                    <a:pt x="6871" y="4716"/>
                  </a:cubicBezTo>
                  <a:close/>
                  <a:moveTo>
                    <a:pt x="4132" y="275"/>
                  </a:moveTo>
                  <a:cubicBezTo>
                    <a:pt x="4656" y="275"/>
                    <a:pt x="5002" y="382"/>
                    <a:pt x="5133" y="596"/>
                  </a:cubicBezTo>
                  <a:cubicBezTo>
                    <a:pt x="5204" y="715"/>
                    <a:pt x="5359" y="787"/>
                    <a:pt x="5502" y="811"/>
                  </a:cubicBezTo>
                  <a:cubicBezTo>
                    <a:pt x="6299" y="906"/>
                    <a:pt x="6871" y="1561"/>
                    <a:pt x="6871" y="2347"/>
                  </a:cubicBezTo>
                  <a:lnTo>
                    <a:pt x="6871" y="3632"/>
                  </a:lnTo>
                  <a:cubicBezTo>
                    <a:pt x="6799" y="3585"/>
                    <a:pt x="6692" y="3573"/>
                    <a:pt x="6609" y="3573"/>
                  </a:cubicBezTo>
                  <a:lnTo>
                    <a:pt x="6514" y="3573"/>
                  </a:lnTo>
                  <a:lnTo>
                    <a:pt x="6514" y="3394"/>
                  </a:lnTo>
                  <a:cubicBezTo>
                    <a:pt x="6514" y="2858"/>
                    <a:pt x="6240" y="2632"/>
                    <a:pt x="5942" y="2394"/>
                  </a:cubicBezTo>
                  <a:cubicBezTo>
                    <a:pt x="5823" y="2299"/>
                    <a:pt x="5704" y="2204"/>
                    <a:pt x="5585" y="2085"/>
                  </a:cubicBezTo>
                  <a:cubicBezTo>
                    <a:pt x="5555" y="2055"/>
                    <a:pt x="5514" y="2040"/>
                    <a:pt x="5472" y="2040"/>
                  </a:cubicBezTo>
                  <a:cubicBezTo>
                    <a:pt x="5430" y="2040"/>
                    <a:pt x="5388" y="2055"/>
                    <a:pt x="5359" y="2085"/>
                  </a:cubicBezTo>
                  <a:cubicBezTo>
                    <a:pt x="5299" y="2144"/>
                    <a:pt x="5299" y="2239"/>
                    <a:pt x="5359" y="2299"/>
                  </a:cubicBezTo>
                  <a:cubicBezTo>
                    <a:pt x="5490" y="2442"/>
                    <a:pt x="5621" y="2537"/>
                    <a:pt x="5740" y="2644"/>
                  </a:cubicBezTo>
                  <a:cubicBezTo>
                    <a:pt x="6025" y="2870"/>
                    <a:pt x="6204" y="3013"/>
                    <a:pt x="6204" y="3394"/>
                  </a:cubicBezTo>
                  <a:lnTo>
                    <a:pt x="6204" y="3728"/>
                  </a:lnTo>
                  <a:cubicBezTo>
                    <a:pt x="6204" y="3787"/>
                    <a:pt x="6240" y="3835"/>
                    <a:pt x="6276" y="3871"/>
                  </a:cubicBezTo>
                  <a:cubicBezTo>
                    <a:pt x="6323" y="3894"/>
                    <a:pt x="6323" y="3894"/>
                    <a:pt x="6490" y="3894"/>
                  </a:cubicBezTo>
                  <a:lnTo>
                    <a:pt x="6621" y="3894"/>
                  </a:lnTo>
                  <a:cubicBezTo>
                    <a:pt x="6776" y="3894"/>
                    <a:pt x="6895" y="4013"/>
                    <a:pt x="6895" y="4168"/>
                  </a:cubicBezTo>
                  <a:cubicBezTo>
                    <a:pt x="6895" y="4311"/>
                    <a:pt x="6776" y="4430"/>
                    <a:pt x="6621" y="4430"/>
                  </a:cubicBezTo>
                  <a:lnTo>
                    <a:pt x="6537" y="4430"/>
                  </a:lnTo>
                  <a:lnTo>
                    <a:pt x="6537" y="4418"/>
                  </a:lnTo>
                  <a:cubicBezTo>
                    <a:pt x="6537" y="4323"/>
                    <a:pt x="6454" y="4252"/>
                    <a:pt x="6371" y="4252"/>
                  </a:cubicBezTo>
                  <a:cubicBezTo>
                    <a:pt x="6276" y="4252"/>
                    <a:pt x="6204" y="4323"/>
                    <a:pt x="6204" y="4418"/>
                  </a:cubicBezTo>
                  <a:cubicBezTo>
                    <a:pt x="6204" y="5549"/>
                    <a:pt x="5287" y="6478"/>
                    <a:pt x="4132" y="6478"/>
                  </a:cubicBezTo>
                  <a:cubicBezTo>
                    <a:pt x="4118" y="6478"/>
                    <a:pt x="4104" y="6478"/>
                    <a:pt x="4090" y="6478"/>
                  </a:cubicBezTo>
                  <a:cubicBezTo>
                    <a:pt x="2979" y="6478"/>
                    <a:pt x="2085" y="5547"/>
                    <a:pt x="2085" y="4430"/>
                  </a:cubicBezTo>
                  <a:cubicBezTo>
                    <a:pt x="2085" y="4347"/>
                    <a:pt x="2013" y="4263"/>
                    <a:pt x="1918" y="4263"/>
                  </a:cubicBezTo>
                  <a:cubicBezTo>
                    <a:pt x="1834" y="4263"/>
                    <a:pt x="1751" y="4347"/>
                    <a:pt x="1751" y="4430"/>
                  </a:cubicBezTo>
                  <a:lnTo>
                    <a:pt x="1751" y="4442"/>
                  </a:lnTo>
                  <a:lnTo>
                    <a:pt x="1668" y="4442"/>
                  </a:lnTo>
                  <a:cubicBezTo>
                    <a:pt x="1513" y="4442"/>
                    <a:pt x="1394" y="4323"/>
                    <a:pt x="1394" y="4180"/>
                  </a:cubicBezTo>
                  <a:cubicBezTo>
                    <a:pt x="1394" y="4025"/>
                    <a:pt x="1513" y="3906"/>
                    <a:pt x="1668" y="3906"/>
                  </a:cubicBezTo>
                  <a:lnTo>
                    <a:pt x="1751" y="3906"/>
                  </a:lnTo>
                  <a:cubicBezTo>
                    <a:pt x="2037" y="3906"/>
                    <a:pt x="2263" y="3692"/>
                    <a:pt x="2263" y="3406"/>
                  </a:cubicBezTo>
                  <a:cubicBezTo>
                    <a:pt x="2263" y="3228"/>
                    <a:pt x="2346" y="3073"/>
                    <a:pt x="2501" y="2942"/>
                  </a:cubicBezTo>
                  <a:lnTo>
                    <a:pt x="2513" y="2954"/>
                  </a:lnTo>
                  <a:cubicBezTo>
                    <a:pt x="2549" y="2989"/>
                    <a:pt x="2585" y="3001"/>
                    <a:pt x="2632" y="3001"/>
                  </a:cubicBezTo>
                  <a:cubicBezTo>
                    <a:pt x="2680" y="3001"/>
                    <a:pt x="2704" y="2989"/>
                    <a:pt x="2739" y="2954"/>
                  </a:cubicBezTo>
                  <a:cubicBezTo>
                    <a:pt x="2799" y="2894"/>
                    <a:pt x="2811" y="2823"/>
                    <a:pt x="2763" y="2751"/>
                  </a:cubicBezTo>
                  <a:cubicBezTo>
                    <a:pt x="3085" y="2573"/>
                    <a:pt x="3513" y="2442"/>
                    <a:pt x="3930" y="2299"/>
                  </a:cubicBezTo>
                  <a:cubicBezTo>
                    <a:pt x="4644" y="2061"/>
                    <a:pt x="5323" y="1846"/>
                    <a:pt x="5502" y="1394"/>
                  </a:cubicBezTo>
                  <a:cubicBezTo>
                    <a:pt x="5537" y="1311"/>
                    <a:pt x="5502" y="1215"/>
                    <a:pt x="5418" y="1192"/>
                  </a:cubicBezTo>
                  <a:cubicBezTo>
                    <a:pt x="5393" y="1182"/>
                    <a:pt x="5369" y="1178"/>
                    <a:pt x="5347" y="1178"/>
                  </a:cubicBezTo>
                  <a:cubicBezTo>
                    <a:pt x="5283" y="1178"/>
                    <a:pt x="5230" y="1213"/>
                    <a:pt x="5204" y="1275"/>
                  </a:cubicBezTo>
                  <a:cubicBezTo>
                    <a:pt x="5085" y="1585"/>
                    <a:pt x="4454" y="1799"/>
                    <a:pt x="3823" y="1989"/>
                  </a:cubicBezTo>
                  <a:cubicBezTo>
                    <a:pt x="3382" y="2144"/>
                    <a:pt x="2906" y="2287"/>
                    <a:pt x="2549" y="2513"/>
                  </a:cubicBezTo>
                  <a:lnTo>
                    <a:pt x="2085" y="2025"/>
                  </a:lnTo>
                  <a:cubicBezTo>
                    <a:pt x="2049" y="1990"/>
                    <a:pt x="1997" y="1967"/>
                    <a:pt x="1947" y="1967"/>
                  </a:cubicBezTo>
                  <a:cubicBezTo>
                    <a:pt x="1914" y="1967"/>
                    <a:pt x="1882" y="1977"/>
                    <a:pt x="1858" y="2001"/>
                  </a:cubicBezTo>
                  <a:cubicBezTo>
                    <a:pt x="1799" y="2061"/>
                    <a:pt x="1787" y="2168"/>
                    <a:pt x="1846" y="2227"/>
                  </a:cubicBezTo>
                  <a:lnTo>
                    <a:pt x="2275" y="2692"/>
                  </a:lnTo>
                  <a:cubicBezTo>
                    <a:pt x="2073" y="2870"/>
                    <a:pt x="1930" y="3097"/>
                    <a:pt x="1930" y="3394"/>
                  </a:cubicBezTo>
                  <a:cubicBezTo>
                    <a:pt x="1930" y="3490"/>
                    <a:pt x="1858" y="3573"/>
                    <a:pt x="1751" y="3573"/>
                  </a:cubicBezTo>
                  <a:lnTo>
                    <a:pt x="1668" y="3573"/>
                  </a:lnTo>
                  <a:cubicBezTo>
                    <a:pt x="1573" y="3573"/>
                    <a:pt x="1477" y="3597"/>
                    <a:pt x="1394" y="3632"/>
                  </a:cubicBezTo>
                  <a:lnTo>
                    <a:pt x="1394" y="2692"/>
                  </a:lnTo>
                  <a:cubicBezTo>
                    <a:pt x="1394" y="1787"/>
                    <a:pt x="1906" y="1204"/>
                    <a:pt x="2335" y="894"/>
                  </a:cubicBezTo>
                  <a:cubicBezTo>
                    <a:pt x="2858" y="501"/>
                    <a:pt x="3525" y="275"/>
                    <a:pt x="4132" y="275"/>
                  </a:cubicBezTo>
                  <a:close/>
                  <a:moveTo>
                    <a:pt x="5013" y="6680"/>
                  </a:moveTo>
                  <a:lnTo>
                    <a:pt x="5013" y="7526"/>
                  </a:lnTo>
                  <a:cubicBezTo>
                    <a:pt x="5013" y="7633"/>
                    <a:pt x="5002" y="7716"/>
                    <a:pt x="4966" y="7811"/>
                  </a:cubicBezTo>
                  <a:cubicBezTo>
                    <a:pt x="4942" y="7895"/>
                    <a:pt x="4990" y="7990"/>
                    <a:pt x="5073" y="8014"/>
                  </a:cubicBezTo>
                  <a:cubicBezTo>
                    <a:pt x="5085" y="8014"/>
                    <a:pt x="5109" y="8038"/>
                    <a:pt x="5133" y="8038"/>
                  </a:cubicBezTo>
                  <a:cubicBezTo>
                    <a:pt x="5192" y="8038"/>
                    <a:pt x="5263" y="7990"/>
                    <a:pt x="5287" y="7931"/>
                  </a:cubicBezTo>
                  <a:cubicBezTo>
                    <a:pt x="5323" y="7800"/>
                    <a:pt x="5359" y="7681"/>
                    <a:pt x="5359" y="7526"/>
                  </a:cubicBezTo>
                  <a:lnTo>
                    <a:pt x="5359" y="7240"/>
                  </a:lnTo>
                  <a:lnTo>
                    <a:pt x="5787" y="7395"/>
                  </a:lnTo>
                  <a:cubicBezTo>
                    <a:pt x="5859" y="7419"/>
                    <a:pt x="5906" y="7478"/>
                    <a:pt x="5906" y="7561"/>
                  </a:cubicBezTo>
                  <a:cubicBezTo>
                    <a:pt x="5918" y="8133"/>
                    <a:pt x="5787" y="8633"/>
                    <a:pt x="5656" y="8931"/>
                  </a:cubicBezTo>
                  <a:cubicBezTo>
                    <a:pt x="5567" y="9130"/>
                    <a:pt x="5376" y="9255"/>
                    <a:pt x="5170" y="9255"/>
                  </a:cubicBezTo>
                  <a:cubicBezTo>
                    <a:pt x="5130" y="9255"/>
                    <a:pt x="5090" y="9250"/>
                    <a:pt x="5049" y="9240"/>
                  </a:cubicBezTo>
                  <a:lnTo>
                    <a:pt x="4180" y="9026"/>
                  </a:lnTo>
                  <a:lnTo>
                    <a:pt x="4109" y="9026"/>
                  </a:lnTo>
                  <a:lnTo>
                    <a:pt x="3239" y="9240"/>
                  </a:lnTo>
                  <a:cubicBezTo>
                    <a:pt x="3197" y="9250"/>
                    <a:pt x="3154" y="9255"/>
                    <a:pt x="3112" y="9255"/>
                  </a:cubicBezTo>
                  <a:cubicBezTo>
                    <a:pt x="2908" y="9255"/>
                    <a:pt x="2721" y="9138"/>
                    <a:pt x="2632" y="8931"/>
                  </a:cubicBezTo>
                  <a:cubicBezTo>
                    <a:pt x="2513" y="8633"/>
                    <a:pt x="2370" y="8133"/>
                    <a:pt x="2406" y="7538"/>
                  </a:cubicBezTo>
                  <a:cubicBezTo>
                    <a:pt x="2406" y="7466"/>
                    <a:pt x="2466" y="7407"/>
                    <a:pt x="2525" y="7383"/>
                  </a:cubicBezTo>
                  <a:lnTo>
                    <a:pt x="2966" y="7228"/>
                  </a:lnTo>
                  <a:lnTo>
                    <a:pt x="2966" y="7514"/>
                  </a:lnTo>
                  <a:cubicBezTo>
                    <a:pt x="2966" y="8169"/>
                    <a:pt x="3501" y="8704"/>
                    <a:pt x="4156" y="8704"/>
                  </a:cubicBezTo>
                  <a:cubicBezTo>
                    <a:pt x="4394" y="8704"/>
                    <a:pt x="4609" y="8633"/>
                    <a:pt x="4811" y="8514"/>
                  </a:cubicBezTo>
                  <a:cubicBezTo>
                    <a:pt x="4882" y="8466"/>
                    <a:pt x="4894" y="8359"/>
                    <a:pt x="4847" y="8288"/>
                  </a:cubicBezTo>
                  <a:cubicBezTo>
                    <a:pt x="4824" y="8242"/>
                    <a:pt x="4771" y="8215"/>
                    <a:pt x="4717" y="8215"/>
                  </a:cubicBezTo>
                  <a:cubicBezTo>
                    <a:pt x="4688" y="8215"/>
                    <a:pt x="4658" y="8223"/>
                    <a:pt x="4632" y="8240"/>
                  </a:cubicBezTo>
                  <a:cubicBezTo>
                    <a:pt x="4478" y="8335"/>
                    <a:pt x="4311" y="8395"/>
                    <a:pt x="4156" y="8395"/>
                  </a:cubicBezTo>
                  <a:cubicBezTo>
                    <a:pt x="3680" y="8395"/>
                    <a:pt x="3287" y="8002"/>
                    <a:pt x="3287" y="7526"/>
                  </a:cubicBezTo>
                  <a:lnTo>
                    <a:pt x="3287" y="6680"/>
                  </a:lnTo>
                  <a:cubicBezTo>
                    <a:pt x="3561" y="6788"/>
                    <a:pt x="3859" y="6847"/>
                    <a:pt x="4156" y="6847"/>
                  </a:cubicBezTo>
                  <a:cubicBezTo>
                    <a:pt x="4454" y="6847"/>
                    <a:pt x="4752" y="6788"/>
                    <a:pt x="5013" y="6680"/>
                  </a:cubicBezTo>
                  <a:close/>
                  <a:moveTo>
                    <a:pt x="4109" y="1"/>
                  </a:moveTo>
                  <a:cubicBezTo>
                    <a:pt x="3418" y="1"/>
                    <a:pt x="2680" y="251"/>
                    <a:pt x="2108" y="668"/>
                  </a:cubicBezTo>
                  <a:cubicBezTo>
                    <a:pt x="1620" y="1025"/>
                    <a:pt x="1037" y="1680"/>
                    <a:pt x="1037" y="2716"/>
                  </a:cubicBezTo>
                  <a:lnTo>
                    <a:pt x="1037" y="4728"/>
                  </a:lnTo>
                  <a:cubicBezTo>
                    <a:pt x="1037" y="5097"/>
                    <a:pt x="739" y="5133"/>
                    <a:pt x="680" y="5133"/>
                  </a:cubicBezTo>
                  <a:cubicBezTo>
                    <a:pt x="644" y="5133"/>
                    <a:pt x="596" y="5144"/>
                    <a:pt x="561" y="5192"/>
                  </a:cubicBezTo>
                  <a:cubicBezTo>
                    <a:pt x="537" y="5216"/>
                    <a:pt x="525" y="5264"/>
                    <a:pt x="525" y="5311"/>
                  </a:cubicBezTo>
                  <a:cubicBezTo>
                    <a:pt x="525" y="5323"/>
                    <a:pt x="608" y="6133"/>
                    <a:pt x="1442" y="6145"/>
                  </a:cubicBezTo>
                  <a:cubicBezTo>
                    <a:pt x="1501" y="6216"/>
                    <a:pt x="1596" y="6323"/>
                    <a:pt x="1739" y="6407"/>
                  </a:cubicBezTo>
                  <a:cubicBezTo>
                    <a:pt x="1874" y="6489"/>
                    <a:pt x="2069" y="6571"/>
                    <a:pt x="2325" y="6571"/>
                  </a:cubicBezTo>
                  <a:cubicBezTo>
                    <a:pt x="2477" y="6571"/>
                    <a:pt x="2651" y="6542"/>
                    <a:pt x="2847" y="6466"/>
                  </a:cubicBezTo>
                  <a:cubicBezTo>
                    <a:pt x="2870" y="6478"/>
                    <a:pt x="2882" y="6502"/>
                    <a:pt x="2918" y="6514"/>
                  </a:cubicBezTo>
                  <a:lnTo>
                    <a:pt x="2918" y="6895"/>
                  </a:lnTo>
                  <a:lnTo>
                    <a:pt x="2382" y="7073"/>
                  </a:lnTo>
                  <a:cubicBezTo>
                    <a:pt x="2192" y="7157"/>
                    <a:pt x="2049" y="7323"/>
                    <a:pt x="2037" y="7526"/>
                  </a:cubicBezTo>
                  <a:lnTo>
                    <a:pt x="2037" y="7561"/>
                  </a:lnTo>
                  <a:lnTo>
                    <a:pt x="787" y="8002"/>
                  </a:lnTo>
                  <a:cubicBezTo>
                    <a:pt x="310" y="8169"/>
                    <a:pt x="1" y="8609"/>
                    <a:pt x="1" y="9121"/>
                  </a:cubicBezTo>
                  <a:lnTo>
                    <a:pt x="1" y="10788"/>
                  </a:lnTo>
                  <a:cubicBezTo>
                    <a:pt x="1" y="10871"/>
                    <a:pt x="72" y="10955"/>
                    <a:pt x="168" y="10955"/>
                  </a:cubicBezTo>
                  <a:cubicBezTo>
                    <a:pt x="251" y="10955"/>
                    <a:pt x="322" y="10871"/>
                    <a:pt x="322" y="10788"/>
                  </a:cubicBezTo>
                  <a:lnTo>
                    <a:pt x="322" y="9121"/>
                  </a:lnTo>
                  <a:cubicBezTo>
                    <a:pt x="322" y="9014"/>
                    <a:pt x="346" y="8895"/>
                    <a:pt x="382" y="8812"/>
                  </a:cubicBezTo>
                  <a:lnTo>
                    <a:pt x="1203" y="9502"/>
                  </a:lnTo>
                  <a:cubicBezTo>
                    <a:pt x="1323" y="9609"/>
                    <a:pt x="1382" y="9740"/>
                    <a:pt x="1382" y="9907"/>
                  </a:cubicBezTo>
                  <a:lnTo>
                    <a:pt x="1382" y="10788"/>
                  </a:lnTo>
                  <a:cubicBezTo>
                    <a:pt x="1382" y="10871"/>
                    <a:pt x="1453" y="10955"/>
                    <a:pt x="1549" y="10955"/>
                  </a:cubicBezTo>
                  <a:cubicBezTo>
                    <a:pt x="1632" y="10955"/>
                    <a:pt x="1715" y="10871"/>
                    <a:pt x="1715" y="10788"/>
                  </a:cubicBezTo>
                  <a:lnTo>
                    <a:pt x="1715" y="9907"/>
                  </a:lnTo>
                  <a:cubicBezTo>
                    <a:pt x="1715" y="9657"/>
                    <a:pt x="1608" y="9431"/>
                    <a:pt x="1418" y="9264"/>
                  </a:cubicBezTo>
                  <a:lnTo>
                    <a:pt x="561" y="8538"/>
                  </a:lnTo>
                  <a:cubicBezTo>
                    <a:pt x="656" y="8431"/>
                    <a:pt x="775" y="8359"/>
                    <a:pt x="906" y="8312"/>
                  </a:cubicBezTo>
                  <a:lnTo>
                    <a:pt x="2037" y="7919"/>
                  </a:lnTo>
                  <a:cubicBezTo>
                    <a:pt x="2049" y="8419"/>
                    <a:pt x="2180" y="8824"/>
                    <a:pt x="2287" y="9085"/>
                  </a:cubicBezTo>
                  <a:cubicBezTo>
                    <a:pt x="2426" y="9414"/>
                    <a:pt x="2740" y="9609"/>
                    <a:pt x="3075" y="9609"/>
                  </a:cubicBezTo>
                  <a:cubicBezTo>
                    <a:pt x="3141" y="9609"/>
                    <a:pt x="3208" y="9601"/>
                    <a:pt x="3275" y="9586"/>
                  </a:cubicBezTo>
                  <a:lnTo>
                    <a:pt x="4085" y="9371"/>
                  </a:lnTo>
                  <a:lnTo>
                    <a:pt x="4906" y="9586"/>
                  </a:lnTo>
                  <a:cubicBezTo>
                    <a:pt x="4978" y="9597"/>
                    <a:pt x="5049" y="9609"/>
                    <a:pt x="5121" y="9609"/>
                  </a:cubicBezTo>
                  <a:cubicBezTo>
                    <a:pt x="5442" y="9609"/>
                    <a:pt x="5752" y="9419"/>
                    <a:pt x="5895" y="9085"/>
                  </a:cubicBezTo>
                  <a:cubicBezTo>
                    <a:pt x="6002" y="8824"/>
                    <a:pt x="6133" y="8419"/>
                    <a:pt x="6145" y="7931"/>
                  </a:cubicBezTo>
                  <a:lnTo>
                    <a:pt x="7276" y="8335"/>
                  </a:lnTo>
                  <a:cubicBezTo>
                    <a:pt x="7407" y="8371"/>
                    <a:pt x="7526" y="8466"/>
                    <a:pt x="7621" y="8550"/>
                  </a:cubicBezTo>
                  <a:lnTo>
                    <a:pt x="6764" y="9288"/>
                  </a:lnTo>
                  <a:cubicBezTo>
                    <a:pt x="6573" y="9443"/>
                    <a:pt x="6466" y="9669"/>
                    <a:pt x="6466" y="9919"/>
                  </a:cubicBezTo>
                  <a:lnTo>
                    <a:pt x="6466" y="10800"/>
                  </a:lnTo>
                  <a:cubicBezTo>
                    <a:pt x="6466" y="10895"/>
                    <a:pt x="6549" y="10967"/>
                    <a:pt x="6633" y="10967"/>
                  </a:cubicBezTo>
                  <a:cubicBezTo>
                    <a:pt x="6728" y="10967"/>
                    <a:pt x="6799" y="10895"/>
                    <a:pt x="6799" y="10800"/>
                  </a:cubicBezTo>
                  <a:lnTo>
                    <a:pt x="6799" y="9919"/>
                  </a:lnTo>
                  <a:cubicBezTo>
                    <a:pt x="6799" y="9776"/>
                    <a:pt x="6859" y="9621"/>
                    <a:pt x="6978" y="9526"/>
                  </a:cubicBezTo>
                  <a:lnTo>
                    <a:pt x="7776" y="8835"/>
                  </a:lnTo>
                  <a:cubicBezTo>
                    <a:pt x="7823" y="8943"/>
                    <a:pt x="7835" y="9050"/>
                    <a:pt x="7835" y="9145"/>
                  </a:cubicBezTo>
                  <a:lnTo>
                    <a:pt x="7835" y="10812"/>
                  </a:lnTo>
                  <a:cubicBezTo>
                    <a:pt x="7835" y="10907"/>
                    <a:pt x="7919" y="10979"/>
                    <a:pt x="8002" y="10979"/>
                  </a:cubicBezTo>
                  <a:cubicBezTo>
                    <a:pt x="8097" y="10979"/>
                    <a:pt x="8169" y="10907"/>
                    <a:pt x="8169" y="10812"/>
                  </a:cubicBezTo>
                  <a:lnTo>
                    <a:pt x="8169" y="9145"/>
                  </a:lnTo>
                  <a:cubicBezTo>
                    <a:pt x="8240" y="8597"/>
                    <a:pt x="7919" y="8133"/>
                    <a:pt x="7442" y="7978"/>
                  </a:cubicBezTo>
                  <a:lnTo>
                    <a:pt x="6204" y="7538"/>
                  </a:lnTo>
                  <a:lnTo>
                    <a:pt x="6204" y="7514"/>
                  </a:lnTo>
                  <a:cubicBezTo>
                    <a:pt x="6192" y="7300"/>
                    <a:pt x="6061" y="7121"/>
                    <a:pt x="5859" y="7061"/>
                  </a:cubicBezTo>
                  <a:lnTo>
                    <a:pt x="5323" y="6883"/>
                  </a:lnTo>
                  <a:lnTo>
                    <a:pt x="5323" y="6502"/>
                  </a:lnTo>
                  <a:cubicBezTo>
                    <a:pt x="5359" y="6478"/>
                    <a:pt x="5371" y="6466"/>
                    <a:pt x="5406" y="6454"/>
                  </a:cubicBezTo>
                  <a:cubicBezTo>
                    <a:pt x="5597" y="6526"/>
                    <a:pt x="5775" y="6561"/>
                    <a:pt x="5918" y="6561"/>
                  </a:cubicBezTo>
                  <a:cubicBezTo>
                    <a:pt x="6180" y="6561"/>
                    <a:pt x="6371" y="6490"/>
                    <a:pt x="6490" y="6407"/>
                  </a:cubicBezTo>
                  <a:cubicBezTo>
                    <a:pt x="6633" y="6323"/>
                    <a:pt x="6728" y="6216"/>
                    <a:pt x="6787" y="6145"/>
                  </a:cubicBezTo>
                  <a:cubicBezTo>
                    <a:pt x="7621" y="6133"/>
                    <a:pt x="7704" y="5323"/>
                    <a:pt x="7704" y="5311"/>
                  </a:cubicBezTo>
                  <a:cubicBezTo>
                    <a:pt x="7704" y="5264"/>
                    <a:pt x="7692" y="5216"/>
                    <a:pt x="7669" y="5192"/>
                  </a:cubicBezTo>
                  <a:cubicBezTo>
                    <a:pt x="7633" y="5156"/>
                    <a:pt x="7585" y="5133"/>
                    <a:pt x="7549" y="5133"/>
                  </a:cubicBezTo>
                  <a:cubicBezTo>
                    <a:pt x="7549" y="5133"/>
                    <a:pt x="7454" y="5133"/>
                    <a:pt x="7371" y="5073"/>
                  </a:cubicBezTo>
                  <a:cubicBezTo>
                    <a:pt x="7252" y="5014"/>
                    <a:pt x="7192" y="4894"/>
                    <a:pt x="7192" y="4728"/>
                  </a:cubicBezTo>
                  <a:lnTo>
                    <a:pt x="7192" y="2382"/>
                  </a:lnTo>
                  <a:cubicBezTo>
                    <a:pt x="7192" y="1430"/>
                    <a:pt x="6478" y="620"/>
                    <a:pt x="5525" y="513"/>
                  </a:cubicBezTo>
                  <a:cubicBezTo>
                    <a:pt x="5466" y="513"/>
                    <a:pt x="5406" y="489"/>
                    <a:pt x="5371" y="442"/>
                  </a:cubicBezTo>
                  <a:cubicBezTo>
                    <a:pt x="5180" y="144"/>
                    <a:pt x="4752" y="1"/>
                    <a:pt x="4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65"/>
            <p:cNvSpPr/>
            <p:nvPr/>
          </p:nvSpPr>
          <p:spPr>
            <a:xfrm>
              <a:off x="6819522" y="3044519"/>
              <a:ext cx="43402" cy="15396"/>
            </a:xfrm>
            <a:custGeom>
              <a:avLst/>
              <a:gdLst/>
              <a:ahLst/>
              <a:cxnLst/>
              <a:rect l="l" t="t" r="r" b="b"/>
              <a:pathLst>
                <a:path w="1370" h="486" extrusionOk="0">
                  <a:moveTo>
                    <a:pt x="173" y="1"/>
                  </a:moveTo>
                  <a:cubicBezTo>
                    <a:pt x="132" y="1"/>
                    <a:pt x="90" y="15"/>
                    <a:pt x="60" y="45"/>
                  </a:cubicBezTo>
                  <a:cubicBezTo>
                    <a:pt x="1" y="105"/>
                    <a:pt x="1" y="200"/>
                    <a:pt x="60" y="260"/>
                  </a:cubicBezTo>
                  <a:cubicBezTo>
                    <a:pt x="191" y="402"/>
                    <a:pt x="429" y="486"/>
                    <a:pt x="691" y="486"/>
                  </a:cubicBezTo>
                  <a:cubicBezTo>
                    <a:pt x="941" y="486"/>
                    <a:pt x="1179" y="414"/>
                    <a:pt x="1310" y="260"/>
                  </a:cubicBezTo>
                  <a:cubicBezTo>
                    <a:pt x="1370" y="200"/>
                    <a:pt x="1370" y="105"/>
                    <a:pt x="1310" y="45"/>
                  </a:cubicBezTo>
                  <a:cubicBezTo>
                    <a:pt x="1281" y="15"/>
                    <a:pt x="1239" y="1"/>
                    <a:pt x="1197" y="1"/>
                  </a:cubicBezTo>
                  <a:cubicBezTo>
                    <a:pt x="1156" y="1"/>
                    <a:pt x="1114" y="15"/>
                    <a:pt x="1084" y="45"/>
                  </a:cubicBezTo>
                  <a:cubicBezTo>
                    <a:pt x="1025" y="105"/>
                    <a:pt x="894" y="152"/>
                    <a:pt x="691" y="152"/>
                  </a:cubicBezTo>
                  <a:cubicBezTo>
                    <a:pt x="477" y="152"/>
                    <a:pt x="346" y="81"/>
                    <a:pt x="286" y="45"/>
                  </a:cubicBezTo>
                  <a:cubicBezTo>
                    <a:pt x="257"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65"/>
            <p:cNvSpPr/>
            <p:nvPr/>
          </p:nvSpPr>
          <p:spPr>
            <a:xfrm>
              <a:off x="6803682" y="3006344"/>
              <a:ext cx="10233" cy="15492"/>
            </a:xfrm>
            <a:custGeom>
              <a:avLst/>
              <a:gdLst/>
              <a:ahLst/>
              <a:cxnLst/>
              <a:rect l="l" t="t" r="r" b="b"/>
              <a:pathLst>
                <a:path w="323" h="489" extrusionOk="0">
                  <a:moveTo>
                    <a:pt x="155" y="0"/>
                  </a:moveTo>
                  <a:cubicBezTo>
                    <a:pt x="72" y="0"/>
                    <a:pt x="1" y="71"/>
                    <a:pt x="1" y="155"/>
                  </a:cubicBezTo>
                  <a:lnTo>
                    <a:pt x="1" y="322"/>
                  </a:lnTo>
                  <a:cubicBezTo>
                    <a:pt x="1" y="417"/>
                    <a:pt x="72" y="488"/>
                    <a:pt x="155" y="488"/>
                  </a:cubicBezTo>
                  <a:cubicBezTo>
                    <a:pt x="251" y="488"/>
                    <a:pt x="322" y="417"/>
                    <a:pt x="322" y="322"/>
                  </a:cubicBezTo>
                  <a:lnTo>
                    <a:pt x="322" y="155"/>
                  </a:lnTo>
                  <a:cubicBezTo>
                    <a:pt x="310" y="71"/>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6" name="Google Shape;11346;p65"/>
            <p:cNvSpPr/>
            <p:nvPr/>
          </p:nvSpPr>
          <p:spPr>
            <a:xfrm>
              <a:off x="6868183" y="3006344"/>
              <a:ext cx="10201" cy="15492"/>
            </a:xfrm>
            <a:custGeom>
              <a:avLst/>
              <a:gdLst/>
              <a:ahLst/>
              <a:cxnLst/>
              <a:rect l="l" t="t" r="r" b="b"/>
              <a:pathLst>
                <a:path w="322" h="489" extrusionOk="0">
                  <a:moveTo>
                    <a:pt x="167" y="0"/>
                  </a:moveTo>
                  <a:cubicBezTo>
                    <a:pt x="72" y="0"/>
                    <a:pt x="1" y="71"/>
                    <a:pt x="1" y="155"/>
                  </a:cubicBezTo>
                  <a:lnTo>
                    <a:pt x="1" y="322"/>
                  </a:lnTo>
                  <a:cubicBezTo>
                    <a:pt x="1" y="417"/>
                    <a:pt x="72" y="488"/>
                    <a:pt x="167" y="488"/>
                  </a:cubicBezTo>
                  <a:cubicBezTo>
                    <a:pt x="251" y="488"/>
                    <a:pt x="322" y="417"/>
                    <a:pt x="322" y="322"/>
                  </a:cubicBezTo>
                  <a:lnTo>
                    <a:pt x="322" y="155"/>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65"/>
            <p:cNvSpPr/>
            <p:nvPr/>
          </p:nvSpPr>
          <p:spPr>
            <a:xfrm>
              <a:off x="6798011" y="2990124"/>
              <a:ext cx="21162" cy="10581"/>
            </a:xfrm>
            <a:custGeom>
              <a:avLst/>
              <a:gdLst/>
              <a:ahLst/>
              <a:cxnLst/>
              <a:rect l="l" t="t" r="r" b="b"/>
              <a:pathLst>
                <a:path w="668" h="334" extrusionOk="0">
                  <a:moveTo>
                    <a:pt x="156" y="0"/>
                  </a:moveTo>
                  <a:cubicBezTo>
                    <a:pt x="72" y="0"/>
                    <a:pt x="1" y="72"/>
                    <a:pt x="1" y="167"/>
                  </a:cubicBezTo>
                  <a:cubicBezTo>
                    <a:pt x="1" y="250"/>
                    <a:pt x="72" y="333"/>
                    <a:pt x="156" y="333"/>
                  </a:cubicBezTo>
                  <a:lnTo>
                    <a:pt x="501" y="333"/>
                  </a:lnTo>
                  <a:cubicBezTo>
                    <a:pt x="584"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65"/>
            <p:cNvSpPr/>
            <p:nvPr/>
          </p:nvSpPr>
          <p:spPr>
            <a:xfrm>
              <a:off x="6862892"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13" y="333"/>
                  </a:lnTo>
                  <a:cubicBezTo>
                    <a:pt x="596" y="333"/>
                    <a:pt x="668" y="250"/>
                    <a:pt x="668" y="167"/>
                  </a:cubicBezTo>
                  <a:cubicBezTo>
                    <a:pt x="668"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9" name="Google Shape;11349;p65"/>
          <p:cNvGrpSpPr/>
          <p:nvPr/>
        </p:nvGrpSpPr>
        <p:grpSpPr>
          <a:xfrm>
            <a:off x="5807156" y="2705713"/>
            <a:ext cx="261043" cy="348163"/>
            <a:chOff x="5807156" y="2881113"/>
            <a:chExt cx="261043" cy="348163"/>
          </a:xfrm>
        </p:grpSpPr>
        <p:sp>
          <p:nvSpPr>
            <p:cNvPr id="11350" name="Google Shape;11350;p65"/>
            <p:cNvSpPr/>
            <p:nvPr/>
          </p:nvSpPr>
          <p:spPr>
            <a:xfrm>
              <a:off x="5807156" y="2881113"/>
              <a:ext cx="261043" cy="348163"/>
            </a:xfrm>
            <a:custGeom>
              <a:avLst/>
              <a:gdLst/>
              <a:ahLst/>
              <a:cxnLst/>
              <a:rect l="l" t="t" r="r" b="b"/>
              <a:pathLst>
                <a:path w="8240" h="10990" extrusionOk="0">
                  <a:moveTo>
                    <a:pt x="4477" y="334"/>
                  </a:moveTo>
                  <a:cubicBezTo>
                    <a:pt x="4763" y="334"/>
                    <a:pt x="5001" y="572"/>
                    <a:pt x="5001" y="857"/>
                  </a:cubicBezTo>
                  <a:cubicBezTo>
                    <a:pt x="5001" y="917"/>
                    <a:pt x="4989" y="976"/>
                    <a:pt x="4977" y="1036"/>
                  </a:cubicBezTo>
                  <a:lnTo>
                    <a:pt x="3310" y="1036"/>
                  </a:lnTo>
                  <a:cubicBezTo>
                    <a:pt x="3274" y="976"/>
                    <a:pt x="3274" y="917"/>
                    <a:pt x="3274" y="857"/>
                  </a:cubicBezTo>
                  <a:cubicBezTo>
                    <a:pt x="3274" y="572"/>
                    <a:pt x="3501" y="334"/>
                    <a:pt x="3798" y="334"/>
                  </a:cubicBezTo>
                  <a:close/>
                  <a:moveTo>
                    <a:pt x="5168" y="1369"/>
                  </a:moveTo>
                  <a:cubicBezTo>
                    <a:pt x="6215" y="1369"/>
                    <a:pt x="7061" y="2215"/>
                    <a:pt x="7061" y="3262"/>
                  </a:cubicBezTo>
                  <a:cubicBezTo>
                    <a:pt x="7061" y="3524"/>
                    <a:pt x="7001" y="3786"/>
                    <a:pt x="6894" y="4024"/>
                  </a:cubicBezTo>
                  <a:cubicBezTo>
                    <a:pt x="6811" y="3977"/>
                    <a:pt x="6715" y="3953"/>
                    <a:pt x="6608" y="3953"/>
                  </a:cubicBezTo>
                  <a:lnTo>
                    <a:pt x="6346" y="3953"/>
                  </a:lnTo>
                  <a:lnTo>
                    <a:pt x="6346" y="3596"/>
                  </a:lnTo>
                  <a:cubicBezTo>
                    <a:pt x="6346" y="2941"/>
                    <a:pt x="5811" y="2405"/>
                    <a:pt x="5156" y="2405"/>
                  </a:cubicBezTo>
                  <a:cubicBezTo>
                    <a:pt x="5060" y="2405"/>
                    <a:pt x="4989" y="2477"/>
                    <a:pt x="4989" y="2560"/>
                  </a:cubicBezTo>
                  <a:cubicBezTo>
                    <a:pt x="4989" y="2655"/>
                    <a:pt x="5060" y="2727"/>
                    <a:pt x="5156" y="2727"/>
                  </a:cubicBezTo>
                  <a:cubicBezTo>
                    <a:pt x="5632" y="2727"/>
                    <a:pt x="6013" y="3120"/>
                    <a:pt x="6013" y="3596"/>
                  </a:cubicBezTo>
                  <a:lnTo>
                    <a:pt x="6013" y="3953"/>
                  </a:lnTo>
                  <a:lnTo>
                    <a:pt x="5822" y="3953"/>
                  </a:lnTo>
                  <a:cubicBezTo>
                    <a:pt x="5680" y="3739"/>
                    <a:pt x="5418" y="3608"/>
                    <a:pt x="5144" y="3608"/>
                  </a:cubicBezTo>
                  <a:cubicBezTo>
                    <a:pt x="4798" y="3608"/>
                    <a:pt x="4501" y="3810"/>
                    <a:pt x="4370" y="4108"/>
                  </a:cubicBezTo>
                  <a:lnTo>
                    <a:pt x="3858" y="4108"/>
                  </a:lnTo>
                  <a:cubicBezTo>
                    <a:pt x="3727" y="3810"/>
                    <a:pt x="3429" y="3608"/>
                    <a:pt x="3084" y="3608"/>
                  </a:cubicBezTo>
                  <a:cubicBezTo>
                    <a:pt x="2798" y="3608"/>
                    <a:pt x="2560" y="3739"/>
                    <a:pt x="2405" y="3953"/>
                  </a:cubicBezTo>
                  <a:lnTo>
                    <a:pt x="2203" y="3953"/>
                  </a:lnTo>
                  <a:lnTo>
                    <a:pt x="2203" y="3596"/>
                  </a:lnTo>
                  <a:cubicBezTo>
                    <a:pt x="2203" y="3108"/>
                    <a:pt x="2596" y="2727"/>
                    <a:pt x="3072" y="2727"/>
                  </a:cubicBezTo>
                  <a:lnTo>
                    <a:pt x="4441" y="2727"/>
                  </a:lnTo>
                  <a:cubicBezTo>
                    <a:pt x="4525" y="2727"/>
                    <a:pt x="4608" y="2655"/>
                    <a:pt x="4608" y="2560"/>
                  </a:cubicBezTo>
                  <a:cubicBezTo>
                    <a:pt x="4608" y="2477"/>
                    <a:pt x="4525" y="2405"/>
                    <a:pt x="4441" y="2405"/>
                  </a:cubicBezTo>
                  <a:lnTo>
                    <a:pt x="3072" y="2405"/>
                  </a:lnTo>
                  <a:cubicBezTo>
                    <a:pt x="2417" y="2405"/>
                    <a:pt x="1881" y="2941"/>
                    <a:pt x="1881" y="3596"/>
                  </a:cubicBezTo>
                  <a:lnTo>
                    <a:pt x="1881" y="3953"/>
                  </a:lnTo>
                  <a:lnTo>
                    <a:pt x="1608" y="3953"/>
                  </a:lnTo>
                  <a:cubicBezTo>
                    <a:pt x="1512" y="3953"/>
                    <a:pt x="1417" y="3977"/>
                    <a:pt x="1334" y="4024"/>
                  </a:cubicBezTo>
                  <a:cubicBezTo>
                    <a:pt x="1286" y="3786"/>
                    <a:pt x="1227" y="3513"/>
                    <a:pt x="1227" y="3262"/>
                  </a:cubicBezTo>
                  <a:cubicBezTo>
                    <a:pt x="1227" y="2215"/>
                    <a:pt x="2072" y="1369"/>
                    <a:pt x="3120" y="1369"/>
                  </a:cubicBezTo>
                  <a:close/>
                  <a:moveTo>
                    <a:pt x="3120" y="3929"/>
                  </a:moveTo>
                  <a:cubicBezTo>
                    <a:pt x="3394" y="3929"/>
                    <a:pt x="3632" y="4155"/>
                    <a:pt x="3632" y="4453"/>
                  </a:cubicBezTo>
                  <a:cubicBezTo>
                    <a:pt x="3632" y="4739"/>
                    <a:pt x="3394" y="4977"/>
                    <a:pt x="3120" y="4977"/>
                  </a:cubicBezTo>
                  <a:cubicBezTo>
                    <a:pt x="2834" y="4977"/>
                    <a:pt x="2596" y="4739"/>
                    <a:pt x="2596" y="4453"/>
                  </a:cubicBezTo>
                  <a:cubicBezTo>
                    <a:pt x="2596" y="4167"/>
                    <a:pt x="2834" y="3929"/>
                    <a:pt x="3120" y="3929"/>
                  </a:cubicBezTo>
                  <a:close/>
                  <a:moveTo>
                    <a:pt x="5168" y="3929"/>
                  </a:moveTo>
                  <a:cubicBezTo>
                    <a:pt x="5453" y="3929"/>
                    <a:pt x="5691" y="4155"/>
                    <a:pt x="5691" y="4453"/>
                  </a:cubicBezTo>
                  <a:cubicBezTo>
                    <a:pt x="5691" y="4739"/>
                    <a:pt x="5453" y="4977"/>
                    <a:pt x="5168" y="4977"/>
                  </a:cubicBezTo>
                  <a:cubicBezTo>
                    <a:pt x="4882" y="4977"/>
                    <a:pt x="4644" y="4739"/>
                    <a:pt x="4644" y="4453"/>
                  </a:cubicBezTo>
                  <a:cubicBezTo>
                    <a:pt x="4644" y="4167"/>
                    <a:pt x="4882" y="3929"/>
                    <a:pt x="5168" y="3929"/>
                  </a:cubicBezTo>
                  <a:close/>
                  <a:moveTo>
                    <a:pt x="6632" y="4275"/>
                  </a:moveTo>
                  <a:cubicBezTo>
                    <a:pt x="6775" y="4275"/>
                    <a:pt x="6894" y="4394"/>
                    <a:pt x="6894" y="4548"/>
                  </a:cubicBezTo>
                  <a:cubicBezTo>
                    <a:pt x="6894" y="4691"/>
                    <a:pt x="6775" y="4810"/>
                    <a:pt x="6632" y="4810"/>
                  </a:cubicBezTo>
                  <a:lnTo>
                    <a:pt x="6537" y="4810"/>
                  </a:lnTo>
                  <a:lnTo>
                    <a:pt x="6537" y="4798"/>
                  </a:lnTo>
                  <a:cubicBezTo>
                    <a:pt x="6537" y="4703"/>
                    <a:pt x="6465" y="4632"/>
                    <a:pt x="6370" y="4632"/>
                  </a:cubicBezTo>
                  <a:cubicBezTo>
                    <a:pt x="6287" y="4632"/>
                    <a:pt x="6215" y="4703"/>
                    <a:pt x="6215" y="4798"/>
                  </a:cubicBezTo>
                  <a:cubicBezTo>
                    <a:pt x="6215" y="5929"/>
                    <a:pt x="5287" y="6870"/>
                    <a:pt x="4144" y="6870"/>
                  </a:cubicBezTo>
                  <a:cubicBezTo>
                    <a:pt x="3001" y="6870"/>
                    <a:pt x="2072" y="5929"/>
                    <a:pt x="2072" y="4798"/>
                  </a:cubicBezTo>
                  <a:cubicBezTo>
                    <a:pt x="2072" y="4703"/>
                    <a:pt x="2001" y="4632"/>
                    <a:pt x="1905" y="4632"/>
                  </a:cubicBezTo>
                  <a:cubicBezTo>
                    <a:pt x="1822" y="4632"/>
                    <a:pt x="1750" y="4703"/>
                    <a:pt x="1750" y="4798"/>
                  </a:cubicBezTo>
                  <a:lnTo>
                    <a:pt x="1750" y="4810"/>
                  </a:lnTo>
                  <a:lnTo>
                    <a:pt x="1655" y="4810"/>
                  </a:lnTo>
                  <a:cubicBezTo>
                    <a:pt x="1512" y="4810"/>
                    <a:pt x="1393" y="4691"/>
                    <a:pt x="1393" y="4548"/>
                  </a:cubicBezTo>
                  <a:cubicBezTo>
                    <a:pt x="1393" y="4394"/>
                    <a:pt x="1512" y="4275"/>
                    <a:pt x="1655" y="4275"/>
                  </a:cubicBezTo>
                  <a:lnTo>
                    <a:pt x="2286" y="4275"/>
                  </a:lnTo>
                  <a:cubicBezTo>
                    <a:pt x="2262" y="4334"/>
                    <a:pt x="2262" y="4394"/>
                    <a:pt x="2262" y="4453"/>
                  </a:cubicBezTo>
                  <a:cubicBezTo>
                    <a:pt x="2262" y="4917"/>
                    <a:pt x="2643" y="5298"/>
                    <a:pt x="3120" y="5298"/>
                  </a:cubicBezTo>
                  <a:cubicBezTo>
                    <a:pt x="3572" y="5298"/>
                    <a:pt x="3965" y="4929"/>
                    <a:pt x="3965" y="4453"/>
                  </a:cubicBezTo>
                  <a:lnTo>
                    <a:pt x="3965" y="4441"/>
                  </a:lnTo>
                  <a:lnTo>
                    <a:pt x="4322" y="4441"/>
                  </a:lnTo>
                  <a:lnTo>
                    <a:pt x="4322" y="4453"/>
                  </a:lnTo>
                  <a:cubicBezTo>
                    <a:pt x="4322" y="4917"/>
                    <a:pt x="4691" y="5298"/>
                    <a:pt x="5168" y="5298"/>
                  </a:cubicBezTo>
                  <a:cubicBezTo>
                    <a:pt x="5632" y="5298"/>
                    <a:pt x="6013" y="4929"/>
                    <a:pt x="6013" y="4453"/>
                  </a:cubicBezTo>
                  <a:cubicBezTo>
                    <a:pt x="6013" y="4394"/>
                    <a:pt x="6013" y="4334"/>
                    <a:pt x="6001" y="4275"/>
                  </a:cubicBezTo>
                  <a:close/>
                  <a:moveTo>
                    <a:pt x="5025" y="7013"/>
                  </a:moveTo>
                  <a:lnTo>
                    <a:pt x="5025" y="7882"/>
                  </a:lnTo>
                  <a:cubicBezTo>
                    <a:pt x="5025" y="7977"/>
                    <a:pt x="5001" y="8073"/>
                    <a:pt x="4977" y="8156"/>
                  </a:cubicBezTo>
                  <a:cubicBezTo>
                    <a:pt x="4941" y="8251"/>
                    <a:pt x="4989" y="8335"/>
                    <a:pt x="5084" y="8370"/>
                  </a:cubicBezTo>
                  <a:cubicBezTo>
                    <a:pt x="5096" y="8370"/>
                    <a:pt x="5108" y="8382"/>
                    <a:pt x="5144" y="8382"/>
                  </a:cubicBezTo>
                  <a:cubicBezTo>
                    <a:pt x="5203" y="8382"/>
                    <a:pt x="5275" y="8335"/>
                    <a:pt x="5287" y="8275"/>
                  </a:cubicBezTo>
                  <a:cubicBezTo>
                    <a:pt x="5334" y="8144"/>
                    <a:pt x="5358" y="8025"/>
                    <a:pt x="5358" y="7870"/>
                  </a:cubicBezTo>
                  <a:lnTo>
                    <a:pt x="5358" y="7596"/>
                  </a:lnTo>
                  <a:lnTo>
                    <a:pt x="5799" y="7739"/>
                  </a:lnTo>
                  <a:cubicBezTo>
                    <a:pt x="5870" y="7775"/>
                    <a:pt x="5918" y="7834"/>
                    <a:pt x="5918" y="7906"/>
                  </a:cubicBezTo>
                  <a:cubicBezTo>
                    <a:pt x="5918" y="8513"/>
                    <a:pt x="5775" y="9013"/>
                    <a:pt x="5656" y="9311"/>
                  </a:cubicBezTo>
                  <a:cubicBezTo>
                    <a:pt x="5566" y="9510"/>
                    <a:pt x="5376" y="9635"/>
                    <a:pt x="5169" y="9635"/>
                  </a:cubicBezTo>
                  <a:cubicBezTo>
                    <a:pt x="5130" y="9635"/>
                    <a:pt x="5089" y="9630"/>
                    <a:pt x="5049" y="9620"/>
                  </a:cubicBezTo>
                  <a:lnTo>
                    <a:pt x="4191" y="9406"/>
                  </a:lnTo>
                  <a:lnTo>
                    <a:pt x="4108" y="9406"/>
                  </a:lnTo>
                  <a:lnTo>
                    <a:pt x="3251" y="9620"/>
                  </a:lnTo>
                  <a:cubicBezTo>
                    <a:pt x="3208" y="9631"/>
                    <a:pt x="3165" y="9636"/>
                    <a:pt x="3123" y="9636"/>
                  </a:cubicBezTo>
                  <a:cubicBezTo>
                    <a:pt x="2916" y="9636"/>
                    <a:pt x="2722" y="9518"/>
                    <a:pt x="2643" y="9311"/>
                  </a:cubicBezTo>
                  <a:cubicBezTo>
                    <a:pt x="2524" y="9013"/>
                    <a:pt x="2370" y="8513"/>
                    <a:pt x="2417" y="7918"/>
                  </a:cubicBezTo>
                  <a:cubicBezTo>
                    <a:pt x="2417" y="7846"/>
                    <a:pt x="2477" y="7787"/>
                    <a:pt x="2536" y="7763"/>
                  </a:cubicBezTo>
                  <a:lnTo>
                    <a:pt x="2965" y="7608"/>
                  </a:lnTo>
                  <a:lnTo>
                    <a:pt x="2965" y="7894"/>
                  </a:lnTo>
                  <a:cubicBezTo>
                    <a:pt x="2965" y="8549"/>
                    <a:pt x="3501" y="9085"/>
                    <a:pt x="4156" y="9085"/>
                  </a:cubicBezTo>
                  <a:cubicBezTo>
                    <a:pt x="4394" y="9085"/>
                    <a:pt x="4620" y="9013"/>
                    <a:pt x="4810" y="8894"/>
                  </a:cubicBezTo>
                  <a:cubicBezTo>
                    <a:pt x="4882" y="8847"/>
                    <a:pt x="4906" y="8739"/>
                    <a:pt x="4858" y="8668"/>
                  </a:cubicBezTo>
                  <a:cubicBezTo>
                    <a:pt x="4827" y="8622"/>
                    <a:pt x="4772" y="8596"/>
                    <a:pt x="4717" y="8596"/>
                  </a:cubicBezTo>
                  <a:cubicBezTo>
                    <a:pt x="4687" y="8596"/>
                    <a:pt x="4657" y="8603"/>
                    <a:pt x="4632" y="8620"/>
                  </a:cubicBezTo>
                  <a:cubicBezTo>
                    <a:pt x="4489" y="8716"/>
                    <a:pt x="4322" y="8775"/>
                    <a:pt x="4156" y="8775"/>
                  </a:cubicBezTo>
                  <a:cubicBezTo>
                    <a:pt x="3679" y="8775"/>
                    <a:pt x="3298" y="8382"/>
                    <a:pt x="3298" y="7906"/>
                  </a:cubicBezTo>
                  <a:lnTo>
                    <a:pt x="3298" y="7013"/>
                  </a:lnTo>
                  <a:cubicBezTo>
                    <a:pt x="3560" y="7120"/>
                    <a:pt x="3858" y="7180"/>
                    <a:pt x="4156" y="7180"/>
                  </a:cubicBezTo>
                  <a:cubicBezTo>
                    <a:pt x="4465" y="7180"/>
                    <a:pt x="4751" y="7120"/>
                    <a:pt x="5025" y="7013"/>
                  </a:cubicBezTo>
                  <a:close/>
                  <a:moveTo>
                    <a:pt x="3786" y="0"/>
                  </a:moveTo>
                  <a:cubicBezTo>
                    <a:pt x="3322" y="0"/>
                    <a:pt x="2941" y="381"/>
                    <a:pt x="2941" y="857"/>
                  </a:cubicBezTo>
                  <a:cubicBezTo>
                    <a:pt x="2941" y="917"/>
                    <a:pt x="2953" y="976"/>
                    <a:pt x="2953" y="1048"/>
                  </a:cubicBezTo>
                  <a:cubicBezTo>
                    <a:pt x="1786" y="1119"/>
                    <a:pt x="881" y="2072"/>
                    <a:pt x="881" y="3251"/>
                  </a:cubicBezTo>
                  <a:cubicBezTo>
                    <a:pt x="881" y="3596"/>
                    <a:pt x="965" y="3953"/>
                    <a:pt x="1119" y="4263"/>
                  </a:cubicBezTo>
                  <a:cubicBezTo>
                    <a:pt x="1072" y="4346"/>
                    <a:pt x="1048" y="4441"/>
                    <a:pt x="1048" y="4548"/>
                  </a:cubicBezTo>
                  <a:cubicBezTo>
                    <a:pt x="1048" y="4870"/>
                    <a:pt x="1310" y="5120"/>
                    <a:pt x="1620" y="5120"/>
                  </a:cubicBezTo>
                  <a:lnTo>
                    <a:pt x="1739" y="5120"/>
                  </a:lnTo>
                  <a:cubicBezTo>
                    <a:pt x="1846" y="5870"/>
                    <a:pt x="2298" y="6489"/>
                    <a:pt x="2917" y="6870"/>
                  </a:cubicBezTo>
                  <a:lnTo>
                    <a:pt x="2917" y="7263"/>
                  </a:lnTo>
                  <a:lnTo>
                    <a:pt x="2382" y="7442"/>
                  </a:lnTo>
                  <a:cubicBezTo>
                    <a:pt x="2191" y="7525"/>
                    <a:pt x="2060" y="7680"/>
                    <a:pt x="2048" y="7894"/>
                  </a:cubicBezTo>
                  <a:lnTo>
                    <a:pt x="2048" y="7918"/>
                  </a:lnTo>
                  <a:lnTo>
                    <a:pt x="786" y="8370"/>
                  </a:lnTo>
                  <a:cubicBezTo>
                    <a:pt x="310" y="8537"/>
                    <a:pt x="0" y="8977"/>
                    <a:pt x="0" y="9489"/>
                  </a:cubicBezTo>
                  <a:lnTo>
                    <a:pt x="0" y="10799"/>
                  </a:lnTo>
                  <a:cubicBezTo>
                    <a:pt x="0" y="10882"/>
                    <a:pt x="72" y="10954"/>
                    <a:pt x="167" y="10954"/>
                  </a:cubicBezTo>
                  <a:cubicBezTo>
                    <a:pt x="250" y="10954"/>
                    <a:pt x="334" y="10882"/>
                    <a:pt x="334" y="10799"/>
                  </a:cubicBezTo>
                  <a:lnTo>
                    <a:pt x="334" y="9489"/>
                  </a:lnTo>
                  <a:cubicBezTo>
                    <a:pt x="334" y="9382"/>
                    <a:pt x="346" y="9263"/>
                    <a:pt x="393" y="9168"/>
                  </a:cubicBezTo>
                  <a:lnTo>
                    <a:pt x="1203" y="9870"/>
                  </a:lnTo>
                  <a:cubicBezTo>
                    <a:pt x="1322" y="9978"/>
                    <a:pt x="1381" y="10109"/>
                    <a:pt x="1381" y="10275"/>
                  </a:cubicBezTo>
                  <a:lnTo>
                    <a:pt x="1381" y="10799"/>
                  </a:lnTo>
                  <a:cubicBezTo>
                    <a:pt x="1381" y="10882"/>
                    <a:pt x="1465" y="10954"/>
                    <a:pt x="1548" y="10954"/>
                  </a:cubicBezTo>
                  <a:cubicBezTo>
                    <a:pt x="1643" y="10954"/>
                    <a:pt x="1715" y="10882"/>
                    <a:pt x="1715" y="10799"/>
                  </a:cubicBezTo>
                  <a:lnTo>
                    <a:pt x="1715" y="10275"/>
                  </a:lnTo>
                  <a:cubicBezTo>
                    <a:pt x="1715" y="10025"/>
                    <a:pt x="1608" y="9799"/>
                    <a:pt x="1417" y="9632"/>
                  </a:cubicBezTo>
                  <a:lnTo>
                    <a:pt x="572" y="8906"/>
                  </a:lnTo>
                  <a:cubicBezTo>
                    <a:pt x="655" y="8799"/>
                    <a:pt x="774" y="8727"/>
                    <a:pt x="905" y="8680"/>
                  </a:cubicBezTo>
                  <a:lnTo>
                    <a:pt x="2036" y="8275"/>
                  </a:lnTo>
                  <a:cubicBezTo>
                    <a:pt x="2060" y="8787"/>
                    <a:pt x="2191" y="9192"/>
                    <a:pt x="2298" y="9454"/>
                  </a:cubicBezTo>
                  <a:cubicBezTo>
                    <a:pt x="2425" y="9776"/>
                    <a:pt x="2729" y="9970"/>
                    <a:pt x="3057" y="9970"/>
                  </a:cubicBezTo>
                  <a:cubicBezTo>
                    <a:pt x="3129" y="9970"/>
                    <a:pt x="3202" y="9961"/>
                    <a:pt x="3274" y="9942"/>
                  </a:cubicBezTo>
                  <a:lnTo>
                    <a:pt x="4096" y="9739"/>
                  </a:lnTo>
                  <a:lnTo>
                    <a:pt x="4918" y="9942"/>
                  </a:lnTo>
                  <a:cubicBezTo>
                    <a:pt x="4989" y="9966"/>
                    <a:pt x="5049" y="9978"/>
                    <a:pt x="5120" y="9978"/>
                  </a:cubicBezTo>
                  <a:cubicBezTo>
                    <a:pt x="5453" y="9978"/>
                    <a:pt x="5763" y="9787"/>
                    <a:pt x="5894" y="9454"/>
                  </a:cubicBezTo>
                  <a:cubicBezTo>
                    <a:pt x="6001" y="9192"/>
                    <a:pt x="6132" y="8787"/>
                    <a:pt x="6144" y="8299"/>
                  </a:cubicBezTo>
                  <a:lnTo>
                    <a:pt x="7275" y="8692"/>
                  </a:lnTo>
                  <a:cubicBezTo>
                    <a:pt x="7418" y="8739"/>
                    <a:pt x="7537" y="8835"/>
                    <a:pt x="7620" y="8918"/>
                  </a:cubicBezTo>
                  <a:lnTo>
                    <a:pt x="6775" y="9644"/>
                  </a:lnTo>
                  <a:cubicBezTo>
                    <a:pt x="6584" y="9811"/>
                    <a:pt x="6477" y="10037"/>
                    <a:pt x="6477" y="10287"/>
                  </a:cubicBezTo>
                  <a:lnTo>
                    <a:pt x="6477" y="10811"/>
                  </a:lnTo>
                  <a:cubicBezTo>
                    <a:pt x="6477" y="10894"/>
                    <a:pt x="6549" y="10978"/>
                    <a:pt x="6644" y="10978"/>
                  </a:cubicBezTo>
                  <a:cubicBezTo>
                    <a:pt x="6727" y="10978"/>
                    <a:pt x="6799" y="10894"/>
                    <a:pt x="6799" y="10811"/>
                  </a:cubicBezTo>
                  <a:lnTo>
                    <a:pt x="6799" y="10287"/>
                  </a:lnTo>
                  <a:cubicBezTo>
                    <a:pt x="6799" y="10144"/>
                    <a:pt x="6858" y="9990"/>
                    <a:pt x="6977" y="9882"/>
                  </a:cubicBezTo>
                  <a:lnTo>
                    <a:pt x="7787" y="9204"/>
                  </a:lnTo>
                  <a:cubicBezTo>
                    <a:pt x="7835" y="9311"/>
                    <a:pt x="7846" y="9406"/>
                    <a:pt x="7846" y="9513"/>
                  </a:cubicBezTo>
                  <a:lnTo>
                    <a:pt x="7846" y="10823"/>
                  </a:lnTo>
                  <a:cubicBezTo>
                    <a:pt x="7846" y="10918"/>
                    <a:pt x="7918" y="10990"/>
                    <a:pt x="8013" y="10990"/>
                  </a:cubicBezTo>
                  <a:cubicBezTo>
                    <a:pt x="8097" y="10990"/>
                    <a:pt x="8168" y="10918"/>
                    <a:pt x="8168" y="10823"/>
                  </a:cubicBezTo>
                  <a:lnTo>
                    <a:pt x="8168" y="9513"/>
                  </a:lnTo>
                  <a:cubicBezTo>
                    <a:pt x="8239" y="8977"/>
                    <a:pt x="7918" y="8513"/>
                    <a:pt x="7442" y="8358"/>
                  </a:cubicBezTo>
                  <a:lnTo>
                    <a:pt x="6215" y="7918"/>
                  </a:lnTo>
                  <a:lnTo>
                    <a:pt x="6215" y="7894"/>
                  </a:lnTo>
                  <a:cubicBezTo>
                    <a:pt x="6192" y="7680"/>
                    <a:pt x="6061" y="7501"/>
                    <a:pt x="5870" y="7442"/>
                  </a:cubicBezTo>
                  <a:lnTo>
                    <a:pt x="5334" y="7263"/>
                  </a:lnTo>
                  <a:lnTo>
                    <a:pt x="5334" y="6870"/>
                  </a:lnTo>
                  <a:cubicBezTo>
                    <a:pt x="5953" y="6513"/>
                    <a:pt x="6406" y="5870"/>
                    <a:pt x="6513" y="5120"/>
                  </a:cubicBezTo>
                  <a:lnTo>
                    <a:pt x="6632" y="5120"/>
                  </a:lnTo>
                  <a:cubicBezTo>
                    <a:pt x="6954" y="5120"/>
                    <a:pt x="7204" y="4858"/>
                    <a:pt x="7204" y="4548"/>
                  </a:cubicBezTo>
                  <a:cubicBezTo>
                    <a:pt x="7204" y="4441"/>
                    <a:pt x="7180" y="4346"/>
                    <a:pt x="7132" y="4263"/>
                  </a:cubicBezTo>
                  <a:cubicBezTo>
                    <a:pt x="7299" y="3953"/>
                    <a:pt x="7370" y="3608"/>
                    <a:pt x="7370" y="3251"/>
                  </a:cubicBezTo>
                  <a:cubicBezTo>
                    <a:pt x="7370" y="2072"/>
                    <a:pt x="6453" y="1107"/>
                    <a:pt x="5299" y="1048"/>
                  </a:cubicBezTo>
                  <a:cubicBezTo>
                    <a:pt x="5322" y="988"/>
                    <a:pt x="5322" y="929"/>
                    <a:pt x="5322" y="857"/>
                  </a:cubicBezTo>
                  <a:cubicBezTo>
                    <a:pt x="5322" y="393"/>
                    <a:pt x="4941"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1" name="Google Shape;11351;p65"/>
            <p:cNvSpPr/>
            <p:nvPr/>
          </p:nvSpPr>
          <p:spPr>
            <a:xfrm>
              <a:off x="5916547" y="3055828"/>
              <a:ext cx="43402" cy="15396"/>
            </a:xfrm>
            <a:custGeom>
              <a:avLst/>
              <a:gdLst/>
              <a:ahLst/>
              <a:cxnLst/>
              <a:rect l="l" t="t" r="r" b="b"/>
              <a:pathLst>
                <a:path w="1370" h="486" extrusionOk="0">
                  <a:moveTo>
                    <a:pt x="173" y="1"/>
                  </a:moveTo>
                  <a:cubicBezTo>
                    <a:pt x="131" y="1"/>
                    <a:pt x="89" y="16"/>
                    <a:pt x="60" y="45"/>
                  </a:cubicBezTo>
                  <a:cubicBezTo>
                    <a:pt x="0" y="105"/>
                    <a:pt x="0" y="200"/>
                    <a:pt x="60" y="260"/>
                  </a:cubicBezTo>
                  <a:cubicBezTo>
                    <a:pt x="191" y="403"/>
                    <a:pt x="429" y="486"/>
                    <a:pt x="691" y="486"/>
                  </a:cubicBezTo>
                  <a:cubicBezTo>
                    <a:pt x="941" y="486"/>
                    <a:pt x="1179" y="414"/>
                    <a:pt x="1310" y="260"/>
                  </a:cubicBezTo>
                  <a:cubicBezTo>
                    <a:pt x="1369" y="200"/>
                    <a:pt x="1369" y="105"/>
                    <a:pt x="1310" y="45"/>
                  </a:cubicBezTo>
                  <a:cubicBezTo>
                    <a:pt x="1280" y="16"/>
                    <a:pt x="1241" y="1"/>
                    <a:pt x="1201" y="1"/>
                  </a:cubicBezTo>
                  <a:cubicBezTo>
                    <a:pt x="1161" y="1"/>
                    <a:pt x="1119" y="16"/>
                    <a:pt x="1084" y="45"/>
                  </a:cubicBezTo>
                  <a:cubicBezTo>
                    <a:pt x="1024" y="105"/>
                    <a:pt x="893" y="164"/>
                    <a:pt x="691" y="164"/>
                  </a:cubicBezTo>
                  <a:cubicBezTo>
                    <a:pt x="476" y="164"/>
                    <a:pt x="345" y="81"/>
                    <a:pt x="286" y="45"/>
                  </a:cubicBezTo>
                  <a:cubicBezTo>
                    <a:pt x="256" y="16"/>
                    <a:pt x="214"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65"/>
            <p:cNvSpPr/>
            <p:nvPr/>
          </p:nvSpPr>
          <p:spPr>
            <a:xfrm>
              <a:off x="5900707" y="3012363"/>
              <a:ext cx="10201" cy="15492"/>
            </a:xfrm>
            <a:custGeom>
              <a:avLst/>
              <a:gdLst/>
              <a:ahLst/>
              <a:cxnLst/>
              <a:rect l="l" t="t" r="r" b="b"/>
              <a:pathLst>
                <a:path w="322" h="489" extrusionOk="0">
                  <a:moveTo>
                    <a:pt x="167" y="1"/>
                  </a:moveTo>
                  <a:cubicBezTo>
                    <a:pt x="71" y="1"/>
                    <a:pt x="0" y="72"/>
                    <a:pt x="0" y="167"/>
                  </a:cubicBezTo>
                  <a:lnTo>
                    <a:pt x="0" y="322"/>
                  </a:lnTo>
                  <a:cubicBezTo>
                    <a:pt x="0" y="417"/>
                    <a:pt x="71" y="489"/>
                    <a:pt x="167" y="489"/>
                  </a:cubicBezTo>
                  <a:cubicBezTo>
                    <a:pt x="250" y="489"/>
                    <a:pt x="321" y="417"/>
                    <a:pt x="321" y="322"/>
                  </a:cubicBezTo>
                  <a:lnTo>
                    <a:pt x="321" y="167"/>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65"/>
            <p:cNvSpPr/>
            <p:nvPr/>
          </p:nvSpPr>
          <p:spPr>
            <a:xfrm>
              <a:off x="5965556" y="3012363"/>
              <a:ext cx="10613" cy="15492"/>
            </a:xfrm>
            <a:custGeom>
              <a:avLst/>
              <a:gdLst/>
              <a:ahLst/>
              <a:cxnLst/>
              <a:rect l="l" t="t" r="r" b="b"/>
              <a:pathLst>
                <a:path w="335" h="489" extrusionOk="0">
                  <a:moveTo>
                    <a:pt x="168" y="1"/>
                  </a:moveTo>
                  <a:cubicBezTo>
                    <a:pt x="84" y="1"/>
                    <a:pt x="1" y="72"/>
                    <a:pt x="1" y="167"/>
                  </a:cubicBezTo>
                  <a:lnTo>
                    <a:pt x="1" y="322"/>
                  </a:lnTo>
                  <a:cubicBezTo>
                    <a:pt x="1" y="417"/>
                    <a:pt x="84" y="489"/>
                    <a:pt x="168" y="489"/>
                  </a:cubicBezTo>
                  <a:cubicBezTo>
                    <a:pt x="251" y="489"/>
                    <a:pt x="334" y="417"/>
                    <a:pt x="334" y="322"/>
                  </a:cubicBezTo>
                  <a:lnTo>
                    <a:pt x="334" y="167"/>
                  </a:lnTo>
                  <a:cubicBezTo>
                    <a:pt x="334" y="60"/>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65"/>
            <p:cNvSpPr/>
            <p:nvPr/>
          </p:nvSpPr>
          <p:spPr>
            <a:xfrm>
              <a:off x="5933116" y="3206625"/>
              <a:ext cx="10613" cy="1020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5" name="Google Shape;11355;p65"/>
          <p:cNvGrpSpPr/>
          <p:nvPr/>
        </p:nvGrpSpPr>
        <p:grpSpPr>
          <a:xfrm>
            <a:off x="5355653" y="2706093"/>
            <a:ext cx="262184" cy="346643"/>
            <a:chOff x="5355653" y="2881493"/>
            <a:chExt cx="262184" cy="346643"/>
          </a:xfrm>
        </p:grpSpPr>
        <p:sp>
          <p:nvSpPr>
            <p:cNvPr id="11356" name="Google Shape;11356;p65"/>
            <p:cNvSpPr/>
            <p:nvPr/>
          </p:nvSpPr>
          <p:spPr>
            <a:xfrm>
              <a:off x="5465044" y="3060359"/>
              <a:ext cx="43402" cy="15777"/>
            </a:xfrm>
            <a:custGeom>
              <a:avLst/>
              <a:gdLst/>
              <a:ahLst/>
              <a:cxnLst/>
              <a:rect l="l" t="t" r="r" b="b"/>
              <a:pathLst>
                <a:path w="1370" h="498" extrusionOk="0">
                  <a:moveTo>
                    <a:pt x="167" y="1"/>
                  </a:moveTo>
                  <a:cubicBezTo>
                    <a:pt x="128" y="1"/>
                    <a:pt x="90" y="15"/>
                    <a:pt x="60" y="45"/>
                  </a:cubicBezTo>
                  <a:cubicBezTo>
                    <a:pt x="0" y="105"/>
                    <a:pt x="0" y="212"/>
                    <a:pt x="60" y="271"/>
                  </a:cubicBezTo>
                  <a:cubicBezTo>
                    <a:pt x="191" y="402"/>
                    <a:pt x="429" y="498"/>
                    <a:pt x="679" y="498"/>
                  </a:cubicBezTo>
                  <a:cubicBezTo>
                    <a:pt x="941" y="498"/>
                    <a:pt x="1167" y="414"/>
                    <a:pt x="1310" y="271"/>
                  </a:cubicBezTo>
                  <a:cubicBezTo>
                    <a:pt x="1370" y="212"/>
                    <a:pt x="1370" y="117"/>
                    <a:pt x="1310" y="45"/>
                  </a:cubicBezTo>
                  <a:cubicBezTo>
                    <a:pt x="1280" y="15"/>
                    <a:pt x="1239" y="1"/>
                    <a:pt x="1197" y="1"/>
                  </a:cubicBezTo>
                  <a:cubicBezTo>
                    <a:pt x="1155" y="1"/>
                    <a:pt x="1114" y="15"/>
                    <a:pt x="1084" y="45"/>
                  </a:cubicBezTo>
                  <a:cubicBezTo>
                    <a:pt x="1024" y="105"/>
                    <a:pt x="893" y="164"/>
                    <a:pt x="679" y="164"/>
                  </a:cubicBezTo>
                  <a:cubicBezTo>
                    <a:pt x="477" y="164"/>
                    <a:pt x="346" y="93"/>
                    <a:pt x="274" y="45"/>
                  </a:cubicBezTo>
                  <a:cubicBezTo>
                    <a:pt x="244" y="15"/>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65"/>
            <p:cNvSpPr/>
            <p:nvPr/>
          </p:nvSpPr>
          <p:spPr>
            <a:xfrm>
              <a:off x="5448823" y="3022564"/>
              <a:ext cx="10581" cy="15872"/>
            </a:xfrm>
            <a:custGeom>
              <a:avLst/>
              <a:gdLst/>
              <a:ahLst/>
              <a:cxnLst/>
              <a:rect l="l" t="t" r="r" b="b"/>
              <a:pathLst>
                <a:path w="334" h="501" extrusionOk="0">
                  <a:moveTo>
                    <a:pt x="167" y="0"/>
                  </a:moveTo>
                  <a:cubicBezTo>
                    <a:pt x="84" y="0"/>
                    <a:pt x="0" y="83"/>
                    <a:pt x="0" y="167"/>
                  </a:cubicBezTo>
                  <a:lnTo>
                    <a:pt x="0" y="333"/>
                  </a:lnTo>
                  <a:cubicBezTo>
                    <a:pt x="0" y="417"/>
                    <a:pt x="84" y="500"/>
                    <a:pt x="167" y="500"/>
                  </a:cubicBezTo>
                  <a:cubicBezTo>
                    <a:pt x="262" y="500"/>
                    <a:pt x="334" y="417"/>
                    <a:pt x="334" y="333"/>
                  </a:cubicBezTo>
                  <a:lnTo>
                    <a:pt x="334" y="167"/>
                  </a:lnTo>
                  <a:cubicBezTo>
                    <a:pt x="334"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65"/>
            <p:cNvSpPr/>
            <p:nvPr/>
          </p:nvSpPr>
          <p:spPr>
            <a:xfrm>
              <a:off x="5514084" y="3022564"/>
              <a:ext cx="10201" cy="15872"/>
            </a:xfrm>
            <a:custGeom>
              <a:avLst/>
              <a:gdLst/>
              <a:ahLst/>
              <a:cxnLst/>
              <a:rect l="l" t="t" r="r" b="b"/>
              <a:pathLst>
                <a:path w="322" h="501" extrusionOk="0">
                  <a:moveTo>
                    <a:pt x="167" y="0"/>
                  </a:moveTo>
                  <a:cubicBezTo>
                    <a:pt x="72" y="0"/>
                    <a:pt x="0" y="83"/>
                    <a:pt x="0" y="167"/>
                  </a:cubicBezTo>
                  <a:lnTo>
                    <a:pt x="0" y="333"/>
                  </a:lnTo>
                  <a:cubicBezTo>
                    <a:pt x="0" y="417"/>
                    <a:pt x="72" y="500"/>
                    <a:pt x="167" y="500"/>
                  </a:cubicBezTo>
                  <a:cubicBezTo>
                    <a:pt x="250" y="500"/>
                    <a:pt x="322" y="417"/>
                    <a:pt x="322" y="333"/>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65"/>
            <p:cNvSpPr/>
            <p:nvPr/>
          </p:nvSpPr>
          <p:spPr>
            <a:xfrm>
              <a:off x="5355653" y="2881493"/>
              <a:ext cx="262184" cy="346643"/>
            </a:xfrm>
            <a:custGeom>
              <a:avLst/>
              <a:gdLst/>
              <a:ahLst/>
              <a:cxnLst/>
              <a:rect l="l" t="t" r="r" b="b"/>
              <a:pathLst>
                <a:path w="8276" h="10942" extrusionOk="0">
                  <a:moveTo>
                    <a:pt x="4656" y="322"/>
                  </a:moveTo>
                  <a:cubicBezTo>
                    <a:pt x="4942" y="322"/>
                    <a:pt x="5180" y="560"/>
                    <a:pt x="5180" y="845"/>
                  </a:cubicBezTo>
                  <a:cubicBezTo>
                    <a:pt x="5180" y="988"/>
                    <a:pt x="5120" y="1119"/>
                    <a:pt x="5013" y="1215"/>
                  </a:cubicBezTo>
                  <a:cubicBezTo>
                    <a:pt x="4894" y="1203"/>
                    <a:pt x="4775" y="1179"/>
                    <a:pt x="4656" y="1179"/>
                  </a:cubicBezTo>
                  <a:lnTo>
                    <a:pt x="3632" y="1179"/>
                  </a:lnTo>
                  <a:cubicBezTo>
                    <a:pt x="3513" y="1179"/>
                    <a:pt x="3394" y="1203"/>
                    <a:pt x="3275" y="1215"/>
                  </a:cubicBezTo>
                  <a:cubicBezTo>
                    <a:pt x="3168" y="1107"/>
                    <a:pt x="3108" y="976"/>
                    <a:pt x="3108" y="845"/>
                  </a:cubicBezTo>
                  <a:cubicBezTo>
                    <a:pt x="3096" y="560"/>
                    <a:pt x="3334" y="322"/>
                    <a:pt x="3632" y="322"/>
                  </a:cubicBezTo>
                  <a:close/>
                  <a:moveTo>
                    <a:pt x="4632" y="1512"/>
                  </a:moveTo>
                  <a:cubicBezTo>
                    <a:pt x="5858" y="1512"/>
                    <a:pt x="6858" y="2512"/>
                    <a:pt x="6858" y="3739"/>
                  </a:cubicBezTo>
                  <a:lnTo>
                    <a:pt x="6858" y="4155"/>
                  </a:lnTo>
                  <a:cubicBezTo>
                    <a:pt x="6787" y="4120"/>
                    <a:pt x="6680" y="4096"/>
                    <a:pt x="6597" y="4096"/>
                  </a:cubicBezTo>
                  <a:lnTo>
                    <a:pt x="6489" y="4096"/>
                  </a:lnTo>
                  <a:lnTo>
                    <a:pt x="6489" y="4084"/>
                  </a:lnTo>
                  <a:lnTo>
                    <a:pt x="6489" y="3917"/>
                  </a:lnTo>
                  <a:cubicBezTo>
                    <a:pt x="6489" y="3834"/>
                    <a:pt x="6418" y="3762"/>
                    <a:pt x="6323" y="3762"/>
                  </a:cubicBezTo>
                  <a:lnTo>
                    <a:pt x="5418" y="3762"/>
                  </a:lnTo>
                  <a:lnTo>
                    <a:pt x="5287" y="3191"/>
                  </a:lnTo>
                  <a:cubicBezTo>
                    <a:pt x="5263" y="3131"/>
                    <a:pt x="5227" y="3084"/>
                    <a:pt x="5168" y="3072"/>
                  </a:cubicBezTo>
                  <a:cubicBezTo>
                    <a:pt x="5154" y="3069"/>
                    <a:pt x="5140" y="3068"/>
                    <a:pt x="5126" y="3068"/>
                  </a:cubicBezTo>
                  <a:cubicBezTo>
                    <a:pt x="5081" y="3068"/>
                    <a:pt x="5040" y="3083"/>
                    <a:pt x="5013" y="3120"/>
                  </a:cubicBezTo>
                  <a:lnTo>
                    <a:pt x="4370" y="3762"/>
                  </a:lnTo>
                  <a:lnTo>
                    <a:pt x="2906" y="3762"/>
                  </a:lnTo>
                  <a:cubicBezTo>
                    <a:pt x="2810" y="3762"/>
                    <a:pt x="2739" y="3834"/>
                    <a:pt x="2739" y="3917"/>
                  </a:cubicBezTo>
                  <a:cubicBezTo>
                    <a:pt x="2739" y="4012"/>
                    <a:pt x="2810" y="4084"/>
                    <a:pt x="2906" y="4084"/>
                  </a:cubicBezTo>
                  <a:lnTo>
                    <a:pt x="4430" y="4084"/>
                  </a:lnTo>
                  <a:cubicBezTo>
                    <a:pt x="4477" y="4084"/>
                    <a:pt x="4525" y="4072"/>
                    <a:pt x="4549" y="4036"/>
                  </a:cubicBezTo>
                  <a:lnTo>
                    <a:pt x="5049" y="3548"/>
                  </a:lnTo>
                  <a:lnTo>
                    <a:pt x="5144" y="3965"/>
                  </a:lnTo>
                  <a:cubicBezTo>
                    <a:pt x="5168" y="4036"/>
                    <a:pt x="5227" y="4084"/>
                    <a:pt x="5299" y="4084"/>
                  </a:cubicBezTo>
                  <a:lnTo>
                    <a:pt x="6156" y="4084"/>
                  </a:lnTo>
                  <a:lnTo>
                    <a:pt x="6156" y="4096"/>
                  </a:lnTo>
                  <a:cubicBezTo>
                    <a:pt x="6156" y="4191"/>
                    <a:pt x="6192" y="4274"/>
                    <a:pt x="6263" y="4334"/>
                  </a:cubicBezTo>
                  <a:cubicBezTo>
                    <a:pt x="6323" y="4393"/>
                    <a:pt x="6418" y="4441"/>
                    <a:pt x="6501" y="4441"/>
                  </a:cubicBezTo>
                  <a:lnTo>
                    <a:pt x="6597" y="4441"/>
                  </a:lnTo>
                  <a:cubicBezTo>
                    <a:pt x="6739" y="4441"/>
                    <a:pt x="6858" y="4560"/>
                    <a:pt x="6858" y="4715"/>
                  </a:cubicBezTo>
                  <a:cubicBezTo>
                    <a:pt x="6858" y="4858"/>
                    <a:pt x="6739" y="4977"/>
                    <a:pt x="6597" y="4977"/>
                  </a:cubicBezTo>
                  <a:lnTo>
                    <a:pt x="6501" y="4977"/>
                  </a:lnTo>
                  <a:lnTo>
                    <a:pt x="6501" y="4965"/>
                  </a:lnTo>
                  <a:cubicBezTo>
                    <a:pt x="6501" y="4870"/>
                    <a:pt x="6430" y="4798"/>
                    <a:pt x="6335" y="4798"/>
                  </a:cubicBezTo>
                  <a:cubicBezTo>
                    <a:pt x="6251" y="4798"/>
                    <a:pt x="6180" y="4870"/>
                    <a:pt x="6180" y="4965"/>
                  </a:cubicBezTo>
                  <a:cubicBezTo>
                    <a:pt x="6180" y="6096"/>
                    <a:pt x="5251" y="7037"/>
                    <a:pt x="4108" y="7037"/>
                  </a:cubicBezTo>
                  <a:cubicBezTo>
                    <a:pt x="2965" y="7037"/>
                    <a:pt x="2072" y="6096"/>
                    <a:pt x="2072" y="4953"/>
                  </a:cubicBezTo>
                  <a:cubicBezTo>
                    <a:pt x="2072" y="4858"/>
                    <a:pt x="1989" y="4786"/>
                    <a:pt x="1905" y="4786"/>
                  </a:cubicBezTo>
                  <a:cubicBezTo>
                    <a:pt x="1810" y="4786"/>
                    <a:pt x="1739" y="4858"/>
                    <a:pt x="1739" y="4953"/>
                  </a:cubicBezTo>
                  <a:lnTo>
                    <a:pt x="1739" y="4965"/>
                  </a:lnTo>
                  <a:lnTo>
                    <a:pt x="1655" y="4965"/>
                  </a:lnTo>
                  <a:cubicBezTo>
                    <a:pt x="1501" y="4965"/>
                    <a:pt x="1382" y="4846"/>
                    <a:pt x="1382" y="4691"/>
                  </a:cubicBezTo>
                  <a:cubicBezTo>
                    <a:pt x="1382" y="4548"/>
                    <a:pt x="1501" y="4429"/>
                    <a:pt x="1655" y="4429"/>
                  </a:cubicBezTo>
                  <a:lnTo>
                    <a:pt x="1739" y="4429"/>
                  </a:lnTo>
                  <a:cubicBezTo>
                    <a:pt x="1917" y="4429"/>
                    <a:pt x="2072" y="4274"/>
                    <a:pt x="2072" y="4096"/>
                  </a:cubicBezTo>
                  <a:lnTo>
                    <a:pt x="2072" y="4084"/>
                  </a:lnTo>
                  <a:lnTo>
                    <a:pt x="2251" y="4084"/>
                  </a:lnTo>
                  <a:cubicBezTo>
                    <a:pt x="2334" y="4084"/>
                    <a:pt x="2406" y="4012"/>
                    <a:pt x="2406" y="3917"/>
                  </a:cubicBezTo>
                  <a:cubicBezTo>
                    <a:pt x="2406" y="3834"/>
                    <a:pt x="2334" y="3762"/>
                    <a:pt x="2251" y="3762"/>
                  </a:cubicBezTo>
                  <a:lnTo>
                    <a:pt x="1905" y="3762"/>
                  </a:lnTo>
                  <a:cubicBezTo>
                    <a:pt x="1810" y="3762"/>
                    <a:pt x="1739" y="3834"/>
                    <a:pt x="1739" y="3917"/>
                  </a:cubicBezTo>
                  <a:lnTo>
                    <a:pt x="1739" y="4084"/>
                  </a:lnTo>
                  <a:cubicBezTo>
                    <a:pt x="1739" y="4084"/>
                    <a:pt x="1739" y="4096"/>
                    <a:pt x="1727" y="4096"/>
                  </a:cubicBezTo>
                  <a:lnTo>
                    <a:pt x="1632" y="4096"/>
                  </a:lnTo>
                  <a:cubicBezTo>
                    <a:pt x="1548" y="4096"/>
                    <a:pt x="1441" y="4132"/>
                    <a:pt x="1370" y="4155"/>
                  </a:cubicBezTo>
                  <a:lnTo>
                    <a:pt x="1370" y="3739"/>
                  </a:lnTo>
                  <a:cubicBezTo>
                    <a:pt x="1370" y="2512"/>
                    <a:pt x="2370" y="1512"/>
                    <a:pt x="3596" y="1512"/>
                  </a:cubicBezTo>
                  <a:close/>
                  <a:moveTo>
                    <a:pt x="2965" y="7513"/>
                  </a:moveTo>
                  <a:cubicBezTo>
                    <a:pt x="2941" y="7656"/>
                    <a:pt x="2858" y="7775"/>
                    <a:pt x="2715" y="7834"/>
                  </a:cubicBezTo>
                  <a:lnTo>
                    <a:pt x="2679" y="7846"/>
                  </a:lnTo>
                  <a:cubicBezTo>
                    <a:pt x="2667" y="7834"/>
                    <a:pt x="2644" y="7834"/>
                    <a:pt x="2632" y="7822"/>
                  </a:cubicBezTo>
                  <a:cubicBezTo>
                    <a:pt x="2581" y="7786"/>
                    <a:pt x="2521" y="7772"/>
                    <a:pt x="2460" y="7772"/>
                  </a:cubicBezTo>
                  <a:cubicBezTo>
                    <a:pt x="2422" y="7772"/>
                    <a:pt x="2383" y="7778"/>
                    <a:pt x="2346" y="7787"/>
                  </a:cubicBezTo>
                  <a:lnTo>
                    <a:pt x="1858" y="7977"/>
                  </a:lnTo>
                  <a:cubicBezTo>
                    <a:pt x="1751" y="8025"/>
                    <a:pt x="1667" y="8120"/>
                    <a:pt x="1620" y="8227"/>
                  </a:cubicBezTo>
                  <a:lnTo>
                    <a:pt x="1394" y="8299"/>
                  </a:lnTo>
                  <a:lnTo>
                    <a:pt x="1394" y="8025"/>
                  </a:lnTo>
                  <a:cubicBezTo>
                    <a:pt x="1394" y="7751"/>
                    <a:pt x="1632" y="7513"/>
                    <a:pt x="1917" y="7513"/>
                  </a:cubicBezTo>
                  <a:close/>
                  <a:moveTo>
                    <a:pt x="6370" y="7513"/>
                  </a:moveTo>
                  <a:cubicBezTo>
                    <a:pt x="6656" y="7513"/>
                    <a:pt x="6894" y="7751"/>
                    <a:pt x="6894" y="8025"/>
                  </a:cubicBezTo>
                  <a:lnTo>
                    <a:pt x="6894" y="8299"/>
                  </a:lnTo>
                  <a:lnTo>
                    <a:pt x="6882" y="8299"/>
                  </a:lnTo>
                  <a:lnTo>
                    <a:pt x="6668" y="8227"/>
                  </a:lnTo>
                  <a:cubicBezTo>
                    <a:pt x="6620" y="8120"/>
                    <a:pt x="6525" y="8025"/>
                    <a:pt x="6430" y="7989"/>
                  </a:cubicBezTo>
                  <a:lnTo>
                    <a:pt x="5942" y="7787"/>
                  </a:lnTo>
                  <a:cubicBezTo>
                    <a:pt x="5905" y="7778"/>
                    <a:pt x="5866" y="7772"/>
                    <a:pt x="5828" y="7772"/>
                  </a:cubicBezTo>
                  <a:cubicBezTo>
                    <a:pt x="5767" y="7772"/>
                    <a:pt x="5707" y="7786"/>
                    <a:pt x="5656" y="7822"/>
                  </a:cubicBezTo>
                  <a:cubicBezTo>
                    <a:pt x="5644" y="7834"/>
                    <a:pt x="5620" y="7834"/>
                    <a:pt x="5608" y="7846"/>
                  </a:cubicBezTo>
                  <a:lnTo>
                    <a:pt x="5561" y="7834"/>
                  </a:lnTo>
                  <a:cubicBezTo>
                    <a:pt x="5430" y="7787"/>
                    <a:pt x="5323" y="7656"/>
                    <a:pt x="5323" y="7513"/>
                  </a:cubicBezTo>
                  <a:close/>
                  <a:moveTo>
                    <a:pt x="2441" y="8084"/>
                  </a:moveTo>
                  <a:lnTo>
                    <a:pt x="2441" y="9073"/>
                  </a:lnTo>
                  <a:lnTo>
                    <a:pt x="1905" y="9073"/>
                  </a:lnTo>
                  <a:lnTo>
                    <a:pt x="1905" y="8382"/>
                  </a:lnTo>
                  <a:cubicBezTo>
                    <a:pt x="1905" y="8346"/>
                    <a:pt x="1929" y="8299"/>
                    <a:pt x="1977" y="8275"/>
                  </a:cubicBezTo>
                  <a:lnTo>
                    <a:pt x="2441" y="8084"/>
                  </a:lnTo>
                  <a:close/>
                  <a:moveTo>
                    <a:pt x="5835" y="8108"/>
                  </a:moveTo>
                  <a:lnTo>
                    <a:pt x="6287" y="8299"/>
                  </a:lnTo>
                  <a:cubicBezTo>
                    <a:pt x="6335" y="8311"/>
                    <a:pt x="6370" y="8358"/>
                    <a:pt x="6370" y="8406"/>
                  </a:cubicBezTo>
                  <a:lnTo>
                    <a:pt x="6370" y="9073"/>
                  </a:lnTo>
                  <a:lnTo>
                    <a:pt x="5835" y="9073"/>
                  </a:lnTo>
                  <a:lnTo>
                    <a:pt x="5835" y="8108"/>
                  </a:lnTo>
                  <a:close/>
                  <a:moveTo>
                    <a:pt x="4989" y="7168"/>
                  </a:moveTo>
                  <a:lnTo>
                    <a:pt x="4989" y="7489"/>
                  </a:lnTo>
                  <a:cubicBezTo>
                    <a:pt x="4989" y="7775"/>
                    <a:pt x="5168" y="8025"/>
                    <a:pt x="5430" y="8132"/>
                  </a:cubicBezTo>
                  <a:lnTo>
                    <a:pt x="5489" y="8168"/>
                  </a:lnTo>
                  <a:lnTo>
                    <a:pt x="5489" y="8406"/>
                  </a:lnTo>
                  <a:lnTo>
                    <a:pt x="5525" y="8406"/>
                  </a:lnTo>
                  <a:cubicBezTo>
                    <a:pt x="5251" y="8918"/>
                    <a:pt x="4727" y="9251"/>
                    <a:pt x="4132" y="9251"/>
                  </a:cubicBezTo>
                  <a:cubicBezTo>
                    <a:pt x="3560" y="9251"/>
                    <a:pt x="3025" y="8918"/>
                    <a:pt x="2751" y="8406"/>
                  </a:cubicBezTo>
                  <a:lnTo>
                    <a:pt x="2751" y="8168"/>
                  </a:lnTo>
                  <a:lnTo>
                    <a:pt x="2810" y="8132"/>
                  </a:lnTo>
                  <a:cubicBezTo>
                    <a:pt x="3084" y="8037"/>
                    <a:pt x="3263" y="7775"/>
                    <a:pt x="3263" y="7489"/>
                  </a:cubicBezTo>
                  <a:lnTo>
                    <a:pt x="3263" y="7168"/>
                  </a:lnTo>
                  <a:cubicBezTo>
                    <a:pt x="3525" y="7275"/>
                    <a:pt x="3822" y="7334"/>
                    <a:pt x="4120" y="7334"/>
                  </a:cubicBezTo>
                  <a:cubicBezTo>
                    <a:pt x="4418" y="7334"/>
                    <a:pt x="4715" y="7275"/>
                    <a:pt x="4989" y="7168"/>
                  </a:cubicBezTo>
                  <a:close/>
                  <a:moveTo>
                    <a:pt x="3596" y="0"/>
                  </a:moveTo>
                  <a:cubicBezTo>
                    <a:pt x="3144" y="0"/>
                    <a:pt x="2751" y="381"/>
                    <a:pt x="2751" y="857"/>
                  </a:cubicBezTo>
                  <a:cubicBezTo>
                    <a:pt x="2751" y="1012"/>
                    <a:pt x="2798" y="1167"/>
                    <a:pt x="2882" y="1298"/>
                  </a:cubicBezTo>
                  <a:cubicBezTo>
                    <a:pt x="1810" y="1607"/>
                    <a:pt x="1036" y="2596"/>
                    <a:pt x="1036" y="3751"/>
                  </a:cubicBezTo>
                  <a:lnTo>
                    <a:pt x="1036" y="4691"/>
                  </a:lnTo>
                  <a:cubicBezTo>
                    <a:pt x="1036" y="5025"/>
                    <a:pt x="1310" y="5275"/>
                    <a:pt x="1620" y="5275"/>
                  </a:cubicBezTo>
                  <a:lnTo>
                    <a:pt x="1739" y="5275"/>
                  </a:lnTo>
                  <a:cubicBezTo>
                    <a:pt x="1846" y="6013"/>
                    <a:pt x="2286" y="6644"/>
                    <a:pt x="2918" y="7013"/>
                  </a:cubicBezTo>
                  <a:lnTo>
                    <a:pt x="2918" y="7180"/>
                  </a:lnTo>
                  <a:lnTo>
                    <a:pt x="1870" y="7180"/>
                  </a:lnTo>
                  <a:cubicBezTo>
                    <a:pt x="1417" y="7180"/>
                    <a:pt x="1024" y="7549"/>
                    <a:pt x="1024" y="8025"/>
                  </a:cubicBezTo>
                  <a:lnTo>
                    <a:pt x="1024" y="8418"/>
                  </a:lnTo>
                  <a:lnTo>
                    <a:pt x="786" y="8501"/>
                  </a:lnTo>
                  <a:cubicBezTo>
                    <a:pt x="310" y="8668"/>
                    <a:pt x="0" y="9120"/>
                    <a:pt x="0" y="9620"/>
                  </a:cubicBezTo>
                  <a:lnTo>
                    <a:pt x="0" y="10763"/>
                  </a:lnTo>
                  <a:cubicBezTo>
                    <a:pt x="0" y="10859"/>
                    <a:pt x="72" y="10930"/>
                    <a:pt x="167" y="10930"/>
                  </a:cubicBezTo>
                  <a:cubicBezTo>
                    <a:pt x="251" y="10930"/>
                    <a:pt x="322" y="10859"/>
                    <a:pt x="322" y="10763"/>
                  </a:cubicBezTo>
                  <a:lnTo>
                    <a:pt x="322" y="9620"/>
                  </a:lnTo>
                  <a:cubicBezTo>
                    <a:pt x="322" y="9251"/>
                    <a:pt x="560" y="8918"/>
                    <a:pt x="905" y="8799"/>
                  </a:cubicBezTo>
                  <a:lnTo>
                    <a:pt x="1560" y="8584"/>
                  </a:lnTo>
                  <a:lnTo>
                    <a:pt x="1560" y="10787"/>
                  </a:lnTo>
                  <a:cubicBezTo>
                    <a:pt x="1560" y="10870"/>
                    <a:pt x="1632" y="10942"/>
                    <a:pt x="1727" y="10942"/>
                  </a:cubicBezTo>
                  <a:cubicBezTo>
                    <a:pt x="1810" y="10942"/>
                    <a:pt x="1894" y="10870"/>
                    <a:pt x="1894" y="10787"/>
                  </a:cubicBezTo>
                  <a:lnTo>
                    <a:pt x="1894" y="9382"/>
                  </a:lnTo>
                  <a:lnTo>
                    <a:pt x="2417" y="9382"/>
                  </a:lnTo>
                  <a:lnTo>
                    <a:pt x="2417" y="10763"/>
                  </a:lnTo>
                  <a:cubicBezTo>
                    <a:pt x="2417" y="10859"/>
                    <a:pt x="2501" y="10930"/>
                    <a:pt x="2584" y="10930"/>
                  </a:cubicBezTo>
                  <a:cubicBezTo>
                    <a:pt x="2679" y="10930"/>
                    <a:pt x="2751" y="10859"/>
                    <a:pt x="2751" y="10763"/>
                  </a:cubicBezTo>
                  <a:lnTo>
                    <a:pt x="2751" y="8954"/>
                  </a:lnTo>
                  <a:cubicBezTo>
                    <a:pt x="2858" y="9073"/>
                    <a:pt x="2989" y="9168"/>
                    <a:pt x="3120" y="9263"/>
                  </a:cubicBezTo>
                  <a:cubicBezTo>
                    <a:pt x="3418" y="9454"/>
                    <a:pt x="3775" y="9561"/>
                    <a:pt x="4132" y="9561"/>
                  </a:cubicBezTo>
                  <a:cubicBezTo>
                    <a:pt x="4489" y="9561"/>
                    <a:pt x="4834" y="9454"/>
                    <a:pt x="5144" y="9263"/>
                  </a:cubicBezTo>
                  <a:cubicBezTo>
                    <a:pt x="5275" y="9168"/>
                    <a:pt x="5418" y="9073"/>
                    <a:pt x="5513" y="8954"/>
                  </a:cubicBezTo>
                  <a:lnTo>
                    <a:pt x="5513" y="9573"/>
                  </a:lnTo>
                  <a:cubicBezTo>
                    <a:pt x="5513" y="9668"/>
                    <a:pt x="5596" y="9739"/>
                    <a:pt x="5680" y="9739"/>
                  </a:cubicBezTo>
                  <a:cubicBezTo>
                    <a:pt x="5775" y="9739"/>
                    <a:pt x="5846" y="9668"/>
                    <a:pt x="5846" y="9573"/>
                  </a:cubicBezTo>
                  <a:lnTo>
                    <a:pt x="5846" y="9382"/>
                  </a:lnTo>
                  <a:lnTo>
                    <a:pt x="6382" y="9382"/>
                  </a:lnTo>
                  <a:lnTo>
                    <a:pt x="6382" y="10763"/>
                  </a:lnTo>
                  <a:cubicBezTo>
                    <a:pt x="6382" y="10859"/>
                    <a:pt x="6454" y="10930"/>
                    <a:pt x="6549" y="10930"/>
                  </a:cubicBezTo>
                  <a:cubicBezTo>
                    <a:pt x="6632" y="10930"/>
                    <a:pt x="6704" y="10859"/>
                    <a:pt x="6704" y="10763"/>
                  </a:cubicBezTo>
                  <a:lnTo>
                    <a:pt x="6704" y="8561"/>
                  </a:lnTo>
                  <a:lnTo>
                    <a:pt x="7359" y="8787"/>
                  </a:lnTo>
                  <a:cubicBezTo>
                    <a:pt x="7704" y="8906"/>
                    <a:pt x="7942" y="9239"/>
                    <a:pt x="7942" y="9608"/>
                  </a:cubicBezTo>
                  <a:lnTo>
                    <a:pt x="7942" y="10751"/>
                  </a:lnTo>
                  <a:cubicBezTo>
                    <a:pt x="7942" y="10847"/>
                    <a:pt x="8013" y="10918"/>
                    <a:pt x="8109" y="10918"/>
                  </a:cubicBezTo>
                  <a:cubicBezTo>
                    <a:pt x="8192" y="10918"/>
                    <a:pt x="8275" y="10847"/>
                    <a:pt x="8275" y="10751"/>
                  </a:cubicBezTo>
                  <a:lnTo>
                    <a:pt x="8275" y="9608"/>
                  </a:lnTo>
                  <a:cubicBezTo>
                    <a:pt x="8240" y="9120"/>
                    <a:pt x="7918" y="8668"/>
                    <a:pt x="7442" y="8501"/>
                  </a:cubicBezTo>
                  <a:lnTo>
                    <a:pt x="7204" y="8418"/>
                  </a:lnTo>
                  <a:lnTo>
                    <a:pt x="7204" y="8025"/>
                  </a:lnTo>
                  <a:cubicBezTo>
                    <a:pt x="7204" y="7572"/>
                    <a:pt x="6835" y="7180"/>
                    <a:pt x="6358" y="7180"/>
                  </a:cubicBezTo>
                  <a:lnTo>
                    <a:pt x="5311" y="7180"/>
                  </a:lnTo>
                  <a:lnTo>
                    <a:pt x="5311" y="7013"/>
                  </a:lnTo>
                  <a:cubicBezTo>
                    <a:pt x="5942" y="6656"/>
                    <a:pt x="6382" y="6013"/>
                    <a:pt x="6489" y="5275"/>
                  </a:cubicBezTo>
                  <a:lnTo>
                    <a:pt x="6608" y="5275"/>
                  </a:lnTo>
                  <a:cubicBezTo>
                    <a:pt x="6930" y="5275"/>
                    <a:pt x="7192" y="5001"/>
                    <a:pt x="7192" y="4691"/>
                  </a:cubicBezTo>
                  <a:lnTo>
                    <a:pt x="7192" y="3751"/>
                  </a:lnTo>
                  <a:cubicBezTo>
                    <a:pt x="7192" y="2596"/>
                    <a:pt x="6418" y="1607"/>
                    <a:pt x="5346" y="1298"/>
                  </a:cubicBezTo>
                  <a:cubicBezTo>
                    <a:pt x="5430" y="1167"/>
                    <a:pt x="5477" y="1000"/>
                    <a:pt x="5477" y="857"/>
                  </a:cubicBezTo>
                  <a:cubicBezTo>
                    <a:pt x="5477" y="393"/>
                    <a:pt x="5108" y="0"/>
                    <a:pt x="4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65"/>
            <p:cNvSpPr/>
            <p:nvPr/>
          </p:nvSpPr>
          <p:spPr>
            <a:xfrm>
              <a:off x="5529924" y="3201335"/>
              <a:ext cx="10581" cy="26421"/>
            </a:xfrm>
            <a:custGeom>
              <a:avLst/>
              <a:gdLst/>
              <a:ahLst/>
              <a:cxnLst/>
              <a:rect l="l" t="t" r="r" b="b"/>
              <a:pathLst>
                <a:path w="334" h="834" extrusionOk="0">
                  <a:moveTo>
                    <a:pt x="167" y="1"/>
                  </a:moveTo>
                  <a:cubicBezTo>
                    <a:pt x="84" y="1"/>
                    <a:pt x="0" y="72"/>
                    <a:pt x="0" y="167"/>
                  </a:cubicBezTo>
                  <a:lnTo>
                    <a:pt x="0" y="667"/>
                  </a:lnTo>
                  <a:cubicBezTo>
                    <a:pt x="0" y="763"/>
                    <a:pt x="84" y="834"/>
                    <a:pt x="167" y="834"/>
                  </a:cubicBezTo>
                  <a:cubicBezTo>
                    <a:pt x="262" y="834"/>
                    <a:pt x="334" y="763"/>
                    <a:pt x="334" y="667"/>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1" name="Google Shape;11361;p65"/>
          <p:cNvGrpSpPr/>
          <p:nvPr/>
        </p:nvGrpSpPr>
        <p:grpSpPr>
          <a:xfrm>
            <a:off x="8055961" y="2706442"/>
            <a:ext cx="260283" cy="345914"/>
            <a:chOff x="8055961" y="2881842"/>
            <a:chExt cx="260283" cy="345914"/>
          </a:xfrm>
        </p:grpSpPr>
        <p:sp>
          <p:nvSpPr>
            <p:cNvPr id="11362" name="Google Shape;11362;p65"/>
            <p:cNvSpPr/>
            <p:nvPr/>
          </p:nvSpPr>
          <p:spPr>
            <a:xfrm>
              <a:off x="8055961" y="2881842"/>
              <a:ext cx="260283" cy="345914"/>
            </a:xfrm>
            <a:custGeom>
              <a:avLst/>
              <a:gdLst/>
              <a:ahLst/>
              <a:cxnLst/>
              <a:rect l="l" t="t" r="r" b="b"/>
              <a:pathLst>
                <a:path w="8216" h="10919" extrusionOk="0">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65"/>
            <p:cNvSpPr/>
            <p:nvPr/>
          </p:nvSpPr>
          <p:spPr>
            <a:xfrm>
              <a:off x="8164591" y="3033589"/>
              <a:ext cx="43402" cy="15396"/>
            </a:xfrm>
            <a:custGeom>
              <a:avLst/>
              <a:gdLst/>
              <a:ahLst/>
              <a:cxnLst/>
              <a:rect l="l" t="t" r="r" b="b"/>
              <a:pathLst>
                <a:path w="1370" h="486" extrusionOk="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65"/>
            <p:cNvSpPr/>
            <p:nvPr/>
          </p:nvSpPr>
          <p:spPr>
            <a:xfrm>
              <a:off x="8213632" y="2995383"/>
              <a:ext cx="10581" cy="15492"/>
            </a:xfrm>
            <a:custGeom>
              <a:avLst/>
              <a:gdLst/>
              <a:ahLst/>
              <a:cxnLst/>
              <a:rect l="l" t="t" r="r" b="b"/>
              <a:pathLst>
                <a:path w="334" h="489" extrusionOk="0">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65"/>
            <p:cNvSpPr/>
            <p:nvPr/>
          </p:nvSpPr>
          <p:spPr>
            <a:xfrm>
              <a:off x="8088401" y="3165758"/>
              <a:ext cx="21511" cy="61998"/>
            </a:xfrm>
            <a:custGeom>
              <a:avLst/>
              <a:gdLst/>
              <a:ahLst/>
              <a:cxnLst/>
              <a:rect l="l" t="t" r="r" b="b"/>
              <a:pathLst>
                <a:path w="679" h="1957" extrusionOk="0">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6" name="Google Shape;11366;p65"/>
          <p:cNvGrpSpPr/>
          <p:nvPr/>
        </p:nvGrpSpPr>
        <p:grpSpPr>
          <a:xfrm>
            <a:off x="7609368" y="2718512"/>
            <a:ext cx="264813" cy="353105"/>
            <a:chOff x="7609368" y="2893912"/>
            <a:chExt cx="264813" cy="353105"/>
          </a:xfrm>
        </p:grpSpPr>
        <p:sp>
          <p:nvSpPr>
            <p:cNvPr id="11367" name="Google Shape;11367;p65"/>
            <p:cNvSpPr/>
            <p:nvPr/>
          </p:nvSpPr>
          <p:spPr>
            <a:xfrm>
              <a:off x="7703267" y="3015753"/>
              <a:ext cx="10233" cy="15872"/>
            </a:xfrm>
            <a:custGeom>
              <a:avLst/>
              <a:gdLst/>
              <a:ahLst/>
              <a:cxnLst/>
              <a:rect l="l" t="t" r="r" b="b"/>
              <a:pathLst>
                <a:path w="323" h="501" extrusionOk="0">
                  <a:moveTo>
                    <a:pt x="156" y="1"/>
                  </a:moveTo>
                  <a:cubicBezTo>
                    <a:pt x="72" y="1"/>
                    <a:pt x="1" y="72"/>
                    <a:pt x="1" y="155"/>
                  </a:cubicBezTo>
                  <a:lnTo>
                    <a:pt x="1" y="334"/>
                  </a:lnTo>
                  <a:cubicBezTo>
                    <a:pt x="1" y="429"/>
                    <a:pt x="72" y="501"/>
                    <a:pt x="156" y="501"/>
                  </a:cubicBezTo>
                  <a:cubicBezTo>
                    <a:pt x="251" y="501"/>
                    <a:pt x="322" y="429"/>
                    <a:pt x="322" y="334"/>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65"/>
            <p:cNvSpPr/>
            <p:nvPr/>
          </p:nvSpPr>
          <p:spPr>
            <a:xfrm>
              <a:off x="7769288" y="3015753"/>
              <a:ext cx="10233" cy="15872"/>
            </a:xfrm>
            <a:custGeom>
              <a:avLst/>
              <a:gdLst/>
              <a:ahLst/>
              <a:cxnLst/>
              <a:rect l="l" t="t" r="r" b="b"/>
              <a:pathLst>
                <a:path w="323" h="501" extrusionOk="0">
                  <a:moveTo>
                    <a:pt x="155" y="1"/>
                  </a:moveTo>
                  <a:cubicBezTo>
                    <a:pt x="72" y="1"/>
                    <a:pt x="1" y="72"/>
                    <a:pt x="1" y="155"/>
                  </a:cubicBezTo>
                  <a:lnTo>
                    <a:pt x="1" y="334"/>
                  </a:lnTo>
                  <a:cubicBezTo>
                    <a:pt x="1" y="429"/>
                    <a:pt x="72" y="501"/>
                    <a:pt x="155" y="501"/>
                  </a:cubicBezTo>
                  <a:cubicBezTo>
                    <a:pt x="251" y="501"/>
                    <a:pt x="322" y="429"/>
                    <a:pt x="322" y="334"/>
                  </a:cubicBezTo>
                  <a:lnTo>
                    <a:pt x="322" y="155"/>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65"/>
            <p:cNvSpPr/>
            <p:nvPr/>
          </p:nvSpPr>
          <p:spPr>
            <a:xfrm>
              <a:off x="7697628" y="2997664"/>
              <a:ext cx="21542" cy="11722"/>
            </a:xfrm>
            <a:custGeom>
              <a:avLst/>
              <a:gdLst/>
              <a:ahLst/>
              <a:cxnLst/>
              <a:rect l="l" t="t" r="r" b="b"/>
              <a:pathLst>
                <a:path w="680" h="370" extrusionOk="0">
                  <a:moveTo>
                    <a:pt x="489" y="0"/>
                  </a:moveTo>
                  <a:lnTo>
                    <a:pt x="143" y="48"/>
                  </a:lnTo>
                  <a:cubicBezTo>
                    <a:pt x="60" y="60"/>
                    <a:pt x="0" y="131"/>
                    <a:pt x="0" y="226"/>
                  </a:cubicBezTo>
                  <a:cubicBezTo>
                    <a:pt x="12" y="310"/>
                    <a:pt x="72" y="369"/>
                    <a:pt x="155" y="369"/>
                  </a:cubicBezTo>
                  <a:lnTo>
                    <a:pt x="167" y="369"/>
                  </a:lnTo>
                  <a:lnTo>
                    <a:pt x="512" y="334"/>
                  </a:lnTo>
                  <a:cubicBezTo>
                    <a:pt x="620" y="322"/>
                    <a:pt x="679" y="238"/>
                    <a:pt x="667" y="155"/>
                  </a:cubicBezTo>
                  <a:cubicBezTo>
                    <a:pt x="655" y="60"/>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65"/>
            <p:cNvSpPr/>
            <p:nvPr/>
          </p:nvSpPr>
          <p:spPr>
            <a:xfrm>
              <a:off x="7763618" y="2997600"/>
              <a:ext cx="21542" cy="11785"/>
            </a:xfrm>
            <a:custGeom>
              <a:avLst/>
              <a:gdLst/>
              <a:ahLst/>
              <a:cxnLst/>
              <a:rect l="l" t="t" r="r" b="b"/>
              <a:pathLst>
                <a:path w="680" h="372" extrusionOk="0">
                  <a:moveTo>
                    <a:pt x="171" y="1"/>
                  </a:moveTo>
                  <a:cubicBezTo>
                    <a:pt x="86" y="1"/>
                    <a:pt x="24" y="69"/>
                    <a:pt x="13" y="157"/>
                  </a:cubicBezTo>
                  <a:cubicBezTo>
                    <a:pt x="1" y="240"/>
                    <a:pt x="72" y="312"/>
                    <a:pt x="156" y="336"/>
                  </a:cubicBezTo>
                  <a:lnTo>
                    <a:pt x="501" y="371"/>
                  </a:lnTo>
                  <a:lnTo>
                    <a:pt x="513" y="371"/>
                  </a:lnTo>
                  <a:cubicBezTo>
                    <a:pt x="584" y="371"/>
                    <a:pt x="668" y="312"/>
                    <a:pt x="680" y="228"/>
                  </a:cubicBezTo>
                  <a:cubicBezTo>
                    <a:pt x="680" y="133"/>
                    <a:pt x="620" y="62"/>
                    <a:pt x="537" y="50"/>
                  </a:cubicBezTo>
                  <a:lnTo>
                    <a:pt x="191" y="2"/>
                  </a:lnTo>
                  <a:cubicBezTo>
                    <a:pt x="184" y="1"/>
                    <a:pt x="178"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65"/>
            <p:cNvSpPr/>
            <p:nvPr/>
          </p:nvSpPr>
          <p:spPr>
            <a:xfrm>
              <a:off x="7609368" y="2893912"/>
              <a:ext cx="264813" cy="353105"/>
            </a:xfrm>
            <a:custGeom>
              <a:avLst/>
              <a:gdLst/>
              <a:ahLst/>
              <a:cxnLst/>
              <a:rect l="l" t="t" r="r" b="b"/>
              <a:pathLst>
                <a:path w="8359" h="11146" extrusionOk="0">
                  <a:moveTo>
                    <a:pt x="4168" y="370"/>
                  </a:moveTo>
                  <a:cubicBezTo>
                    <a:pt x="5715" y="370"/>
                    <a:pt x="6965" y="1620"/>
                    <a:pt x="6965" y="3168"/>
                  </a:cubicBezTo>
                  <a:cubicBezTo>
                    <a:pt x="6965" y="3370"/>
                    <a:pt x="6954" y="3561"/>
                    <a:pt x="6906" y="3751"/>
                  </a:cubicBezTo>
                  <a:cubicBezTo>
                    <a:pt x="6846" y="3728"/>
                    <a:pt x="6775" y="3704"/>
                    <a:pt x="6692" y="3704"/>
                  </a:cubicBezTo>
                  <a:lnTo>
                    <a:pt x="6596" y="3704"/>
                  </a:lnTo>
                  <a:lnTo>
                    <a:pt x="6596" y="3323"/>
                  </a:lnTo>
                  <a:lnTo>
                    <a:pt x="6608" y="3323"/>
                  </a:lnTo>
                  <a:cubicBezTo>
                    <a:pt x="6692" y="3323"/>
                    <a:pt x="6763" y="3251"/>
                    <a:pt x="6763" y="3156"/>
                  </a:cubicBezTo>
                  <a:cubicBezTo>
                    <a:pt x="6763" y="3073"/>
                    <a:pt x="6692" y="2989"/>
                    <a:pt x="6608" y="2989"/>
                  </a:cubicBezTo>
                  <a:cubicBezTo>
                    <a:pt x="5239" y="2989"/>
                    <a:pt x="4251" y="2549"/>
                    <a:pt x="3667" y="2180"/>
                  </a:cubicBezTo>
                  <a:cubicBezTo>
                    <a:pt x="3036" y="1775"/>
                    <a:pt x="2715" y="1358"/>
                    <a:pt x="2703" y="1358"/>
                  </a:cubicBezTo>
                  <a:cubicBezTo>
                    <a:pt x="2667" y="1315"/>
                    <a:pt x="2617" y="1289"/>
                    <a:pt x="2568" y="1289"/>
                  </a:cubicBezTo>
                  <a:cubicBezTo>
                    <a:pt x="2536" y="1289"/>
                    <a:pt x="2505" y="1299"/>
                    <a:pt x="2477" y="1323"/>
                  </a:cubicBezTo>
                  <a:cubicBezTo>
                    <a:pt x="2405" y="1382"/>
                    <a:pt x="2393" y="1489"/>
                    <a:pt x="2453" y="1549"/>
                  </a:cubicBezTo>
                  <a:cubicBezTo>
                    <a:pt x="2465" y="1561"/>
                    <a:pt x="2798" y="2001"/>
                    <a:pt x="3477" y="2430"/>
                  </a:cubicBezTo>
                  <a:cubicBezTo>
                    <a:pt x="4060" y="2799"/>
                    <a:pt x="5001" y="3216"/>
                    <a:pt x="6263" y="3287"/>
                  </a:cubicBezTo>
                  <a:lnTo>
                    <a:pt x="6263" y="3847"/>
                  </a:lnTo>
                  <a:cubicBezTo>
                    <a:pt x="6263" y="3906"/>
                    <a:pt x="6299" y="3942"/>
                    <a:pt x="6334" y="3978"/>
                  </a:cubicBezTo>
                  <a:cubicBezTo>
                    <a:pt x="6382" y="4001"/>
                    <a:pt x="6382" y="4001"/>
                    <a:pt x="6549" y="4001"/>
                  </a:cubicBezTo>
                  <a:lnTo>
                    <a:pt x="6680" y="4001"/>
                  </a:lnTo>
                  <a:cubicBezTo>
                    <a:pt x="6835" y="4001"/>
                    <a:pt x="6954" y="4121"/>
                    <a:pt x="6954" y="4275"/>
                  </a:cubicBezTo>
                  <a:cubicBezTo>
                    <a:pt x="6954" y="4418"/>
                    <a:pt x="6835" y="4537"/>
                    <a:pt x="6680" y="4537"/>
                  </a:cubicBezTo>
                  <a:lnTo>
                    <a:pt x="6573" y="4537"/>
                  </a:lnTo>
                  <a:lnTo>
                    <a:pt x="6573" y="4525"/>
                  </a:lnTo>
                  <a:cubicBezTo>
                    <a:pt x="6573" y="4430"/>
                    <a:pt x="6501" y="4359"/>
                    <a:pt x="6418" y="4359"/>
                  </a:cubicBezTo>
                  <a:cubicBezTo>
                    <a:pt x="6323" y="4359"/>
                    <a:pt x="6251" y="4430"/>
                    <a:pt x="6251" y="4525"/>
                  </a:cubicBezTo>
                  <a:cubicBezTo>
                    <a:pt x="6263" y="5692"/>
                    <a:pt x="5322" y="6645"/>
                    <a:pt x="4168" y="6645"/>
                  </a:cubicBezTo>
                  <a:cubicBezTo>
                    <a:pt x="3001" y="6645"/>
                    <a:pt x="2072" y="5704"/>
                    <a:pt x="2072" y="4537"/>
                  </a:cubicBezTo>
                  <a:cubicBezTo>
                    <a:pt x="2072" y="4454"/>
                    <a:pt x="1989" y="4382"/>
                    <a:pt x="1905" y="4382"/>
                  </a:cubicBezTo>
                  <a:cubicBezTo>
                    <a:pt x="1810" y="4382"/>
                    <a:pt x="1739" y="4454"/>
                    <a:pt x="1739" y="4537"/>
                  </a:cubicBezTo>
                  <a:lnTo>
                    <a:pt x="1739" y="4561"/>
                  </a:lnTo>
                  <a:lnTo>
                    <a:pt x="1631" y="4561"/>
                  </a:lnTo>
                  <a:cubicBezTo>
                    <a:pt x="1489" y="4561"/>
                    <a:pt x="1370" y="4442"/>
                    <a:pt x="1370" y="4287"/>
                  </a:cubicBezTo>
                  <a:cubicBezTo>
                    <a:pt x="1370" y="4144"/>
                    <a:pt x="1489" y="4025"/>
                    <a:pt x="1631" y="4025"/>
                  </a:cubicBezTo>
                  <a:lnTo>
                    <a:pt x="1774" y="4025"/>
                  </a:lnTo>
                  <a:cubicBezTo>
                    <a:pt x="1953" y="4025"/>
                    <a:pt x="1953" y="4025"/>
                    <a:pt x="1977" y="4001"/>
                  </a:cubicBezTo>
                  <a:cubicBezTo>
                    <a:pt x="2036" y="3978"/>
                    <a:pt x="2072" y="3918"/>
                    <a:pt x="2072" y="3859"/>
                  </a:cubicBezTo>
                  <a:lnTo>
                    <a:pt x="2072" y="3680"/>
                  </a:lnTo>
                  <a:cubicBezTo>
                    <a:pt x="2072" y="3156"/>
                    <a:pt x="2227" y="2716"/>
                    <a:pt x="2548" y="2335"/>
                  </a:cubicBezTo>
                  <a:cubicBezTo>
                    <a:pt x="2608" y="2263"/>
                    <a:pt x="2584" y="2156"/>
                    <a:pt x="2524" y="2120"/>
                  </a:cubicBezTo>
                  <a:cubicBezTo>
                    <a:pt x="2492" y="2093"/>
                    <a:pt x="2453" y="2081"/>
                    <a:pt x="2416" y="2081"/>
                  </a:cubicBezTo>
                  <a:cubicBezTo>
                    <a:pt x="2371" y="2081"/>
                    <a:pt x="2330" y="2099"/>
                    <a:pt x="2310" y="2132"/>
                  </a:cubicBezTo>
                  <a:cubicBezTo>
                    <a:pt x="1929" y="2561"/>
                    <a:pt x="1739" y="3085"/>
                    <a:pt x="1739" y="3692"/>
                  </a:cubicBezTo>
                  <a:lnTo>
                    <a:pt x="1739" y="3704"/>
                  </a:lnTo>
                  <a:lnTo>
                    <a:pt x="1631" y="3704"/>
                  </a:lnTo>
                  <a:cubicBezTo>
                    <a:pt x="1560" y="3704"/>
                    <a:pt x="1489" y="3728"/>
                    <a:pt x="1429" y="3751"/>
                  </a:cubicBezTo>
                  <a:cubicBezTo>
                    <a:pt x="1381" y="3561"/>
                    <a:pt x="1370" y="3370"/>
                    <a:pt x="1370" y="3168"/>
                  </a:cubicBezTo>
                  <a:cubicBezTo>
                    <a:pt x="1370" y="1620"/>
                    <a:pt x="2620" y="370"/>
                    <a:pt x="4168" y="370"/>
                  </a:cubicBezTo>
                  <a:close/>
                  <a:moveTo>
                    <a:pt x="2132" y="5823"/>
                  </a:moveTo>
                  <a:lnTo>
                    <a:pt x="2132" y="5823"/>
                  </a:lnTo>
                  <a:cubicBezTo>
                    <a:pt x="2334" y="6157"/>
                    <a:pt x="2632" y="6442"/>
                    <a:pt x="2977" y="6645"/>
                  </a:cubicBezTo>
                  <a:lnTo>
                    <a:pt x="2977" y="6799"/>
                  </a:lnTo>
                  <a:lnTo>
                    <a:pt x="2370" y="6799"/>
                  </a:lnTo>
                  <a:cubicBezTo>
                    <a:pt x="2346" y="6680"/>
                    <a:pt x="2322" y="6561"/>
                    <a:pt x="2286" y="6442"/>
                  </a:cubicBezTo>
                  <a:lnTo>
                    <a:pt x="2132" y="5823"/>
                  </a:lnTo>
                  <a:close/>
                  <a:moveTo>
                    <a:pt x="6239" y="5823"/>
                  </a:moveTo>
                  <a:lnTo>
                    <a:pt x="6061" y="6442"/>
                  </a:lnTo>
                  <a:cubicBezTo>
                    <a:pt x="6025" y="6561"/>
                    <a:pt x="6001" y="6680"/>
                    <a:pt x="5977" y="6799"/>
                  </a:cubicBezTo>
                  <a:lnTo>
                    <a:pt x="5382" y="6799"/>
                  </a:lnTo>
                  <a:lnTo>
                    <a:pt x="5382" y="6645"/>
                  </a:lnTo>
                  <a:cubicBezTo>
                    <a:pt x="5727" y="6442"/>
                    <a:pt x="6025" y="6157"/>
                    <a:pt x="6239" y="5823"/>
                  </a:cubicBezTo>
                  <a:close/>
                  <a:moveTo>
                    <a:pt x="2965" y="7133"/>
                  </a:moveTo>
                  <a:lnTo>
                    <a:pt x="2965" y="7502"/>
                  </a:lnTo>
                  <a:lnTo>
                    <a:pt x="2405" y="7502"/>
                  </a:lnTo>
                  <a:lnTo>
                    <a:pt x="2405" y="7478"/>
                  </a:lnTo>
                  <a:cubicBezTo>
                    <a:pt x="2405" y="7359"/>
                    <a:pt x="2405" y="7252"/>
                    <a:pt x="2393" y="7133"/>
                  </a:cubicBezTo>
                  <a:close/>
                  <a:moveTo>
                    <a:pt x="5930" y="7133"/>
                  </a:moveTo>
                  <a:cubicBezTo>
                    <a:pt x="5918" y="7252"/>
                    <a:pt x="5918" y="7359"/>
                    <a:pt x="5918" y="7478"/>
                  </a:cubicBezTo>
                  <a:lnTo>
                    <a:pt x="5918" y="7502"/>
                  </a:lnTo>
                  <a:lnTo>
                    <a:pt x="5370" y="7502"/>
                  </a:lnTo>
                  <a:lnTo>
                    <a:pt x="5370" y="7133"/>
                  </a:lnTo>
                  <a:close/>
                  <a:moveTo>
                    <a:pt x="4168" y="1"/>
                  </a:moveTo>
                  <a:cubicBezTo>
                    <a:pt x="2441" y="1"/>
                    <a:pt x="1036" y="1406"/>
                    <a:pt x="1036" y="3132"/>
                  </a:cubicBezTo>
                  <a:cubicBezTo>
                    <a:pt x="1036" y="3394"/>
                    <a:pt x="1072" y="3668"/>
                    <a:pt x="1143" y="3930"/>
                  </a:cubicBezTo>
                  <a:cubicBezTo>
                    <a:pt x="1084" y="4025"/>
                    <a:pt x="1036" y="4144"/>
                    <a:pt x="1036" y="4275"/>
                  </a:cubicBezTo>
                  <a:cubicBezTo>
                    <a:pt x="1036" y="4561"/>
                    <a:pt x="1250" y="4799"/>
                    <a:pt x="1512" y="4859"/>
                  </a:cubicBezTo>
                  <a:lnTo>
                    <a:pt x="1965" y="6538"/>
                  </a:lnTo>
                  <a:cubicBezTo>
                    <a:pt x="2048" y="6847"/>
                    <a:pt x="2084" y="7157"/>
                    <a:pt x="2084" y="7478"/>
                  </a:cubicBezTo>
                  <a:cubicBezTo>
                    <a:pt x="2084" y="7597"/>
                    <a:pt x="2084" y="7728"/>
                    <a:pt x="2072" y="7847"/>
                  </a:cubicBezTo>
                  <a:lnTo>
                    <a:pt x="2048" y="8050"/>
                  </a:lnTo>
                  <a:lnTo>
                    <a:pt x="798" y="8490"/>
                  </a:lnTo>
                  <a:cubicBezTo>
                    <a:pt x="322" y="8645"/>
                    <a:pt x="0" y="9109"/>
                    <a:pt x="0" y="9633"/>
                  </a:cubicBezTo>
                  <a:lnTo>
                    <a:pt x="0" y="10990"/>
                  </a:lnTo>
                  <a:cubicBezTo>
                    <a:pt x="0" y="11074"/>
                    <a:pt x="72" y="11145"/>
                    <a:pt x="167" y="11145"/>
                  </a:cubicBezTo>
                  <a:cubicBezTo>
                    <a:pt x="250" y="11145"/>
                    <a:pt x="322" y="11074"/>
                    <a:pt x="322" y="10990"/>
                  </a:cubicBezTo>
                  <a:lnTo>
                    <a:pt x="322" y="9633"/>
                  </a:lnTo>
                  <a:cubicBezTo>
                    <a:pt x="322" y="9264"/>
                    <a:pt x="560" y="8919"/>
                    <a:pt x="917" y="8800"/>
                  </a:cubicBezTo>
                  <a:lnTo>
                    <a:pt x="2024" y="8407"/>
                  </a:lnTo>
                  <a:lnTo>
                    <a:pt x="1751" y="10967"/>
                  </a:lnTo>
                  <a:cubicBezTo>
                    <a:pt x="1739" y="11062"/>
                    <a:pt x="1810" y="11133"/>
                    <a:pt x="1905" y="11145"/>
                  </a:cubicBezTo>
                  <a:lnTo>
                    <a:pt x="1917" y="11145"/>
                  </a:lnTo>
                  <a:cubicBezTo>
                    <a:pt x="2012" y="11145"/>
                    <a:pt x="2072" y="11086"/>
                    <a:pt x="2084" y="11002"/>
                  </a:cubicBezTo>
                  <a:lnTo>
                    <a:pt x="2405" y="7895"/>
                  </a:lnTo>
                  <a:lnTo>
                    <a:pt x="2405" y="7847"/>
                  </a:lnTo>
                  <a:lnTo>
                    <a:pt x="2977" y="7847"/>
                  </a:lnTo>
                  <a:lnTo>
                    <a:pt x="2977" y="10990"/>
                  </a:lnTo>
                  <a:cubicBezTo>
                    <a:pt x="2977" y="11074"/>
                    <a:pt x="3048" y="11145"/>
                    <a:pt x="3144" y="11145"/>
                  </a:cubicBezTo>
                  <a:cubicBezTo>
                    <a:pt x="3227" y="11145"/>
                    <a:pt x="3298" y="11074"/>
                    <a:pt x="3298" y="10990"/>
                  </a:cubicBezTo>
                  <a:lnTo>
                    <a:pt x="3298" y="9514"/>
                  </a:lnTo>
                  <a:cubicBezTo>
                    <a:pt x="3572" y="9681"/>
                    <a:pt x="3870" y="9752"/>
                    <a:pt x="4179" y="9752"/>
                  </a:cubicBezTo>
                  <a:cubicBezTo>
                    <a:pt x="4489" y="9752"/>
                    <a:pt x="4787" y="9657"/>
                    <a:pt x="5060" y="9514"/>
                  </a:cubicBezTo>
                  <a:lnTo>
                    <a:pt x="5060" y="10990"/>
                  </a:lnTo>
                  <a:cubicBezTo>
                    <a:pt x="5060" y="11074"/>
                    <a:pt x="5132" y="11145"/>
                    <a:pt x="5227" y="11145"/>
                  </a:cubicBezTo>
                  <a:cubicBezTo>
                    <a:pt x="5311" y="11145"/>
                    <a:pt x="5382" y="11074"/>
                    <a:pt x="5382" y="10990"/>
                  </a:cubicBezTo>
                  <a:lnTo>
                    <a:pt x="5382" y="8728"/>
                  </a:lnTo>
                  <a:cubicBezTo>
                    <a:pt x="5382" y="8633"/>
                    <a:pt x="5311" y="8562"/>
                    <a:pt x="5227" y="8562"/>
                  </a:cubicBezTo>
                  <a:cubicBezTo>
                    <a:pt x="5132" y="8562"/>
                    <a:pt x="5060" y="8633"/>
                    <a:pt x="5060" y="8728"/>
                  </a:cubicBezTo>
                  <a:lnTo>
                    <a:pt x="5060" y="9109"/>
                  </a:lnTo>
                  <a:cubicBezTo>
                    <a:pt x="4810" y="9324"/>
                    <a:pt x="4489" y="9419"/>
                    <a:pt x="4179" y="9419"/>
                  </a:cubicBezTo>
                  <a:cubicBezTo>
                    <a:pt x="3846" y="9419"/>
                    <a:pt x="3548" y="9324"/>
                    <a:pt x="3298" y="9109"/>
                  </a:cubicBezTo>
                  <a:lnTo>
                    <a:pt x="3298" y="6799"/>
                  </a:lnTo>
                  <a:cubicBezTo>
                    <a:pt x="3572" y="6907"/>
                    <a:pt x="3870" y="6966"/>
                    <a:pt x="4179" y="6966"/>
                  </a:cubicBezTo>
                  <a:cubicBezTo>
                    <a:pt x="4489" y="6966"/>
                    <a:pt x="4787" y="6907"/>
                    <a:pt x="5060" y="6799"/>
                  </a:cubicBezTo>
                  <a:lnTo>
                    <a:pt x="5060" y="8026"/>
                  </a:lnTo>
                  <a:cubicBezTo>
                    <a:pt x="5060" y="8109"/>
                    <a:pt x="5132" y="8192"/>
                    <a:pt x="5227" y="8192"/>
                  </a:cubicBezTo>
                  <a:cubicBezTo>
                    <a:pt x="5311" y="8192"/>
                    <a:pt x="5382" y="8109"/>
                    <a:pt x="5382" y="8026"/>
                  </a:cubicBezTo>
                  <a:lnTo>
                    <a:pt x="5382" y="7847"/>
                  </a:lnTo>
                  <a:lnTo>
                    <a:pt x="5953" y="7847"/>
                  </a:lnTo>
                  <a:lnTo>
                    <a:pt x="5953" y="7895"/>
                  </a:lnTo>
                  <a:lnTo>
                    <a:pt x="6275" y="11002"/>
                  </a:lnTo>
                  <a:cubicBezTo>
                    <a:pt x="6287" y="11086"/>
                    <a:pt x="6346" y="11145"/>
                    <a:pt x="6442" y="11145"/>
                  </a:cubicBezTo>
                  <a:lnTo>
                    <a:pt x="6454" y="11145"/>
                  </a:lnTo>
                  <a:cubicBezTo>
                    <a:pt x="6549" y="11133"/>
                    <a:pt x="6608" y="11062"/>
                    <a:pt x="6608" y="10967"/>
                  </a:cubicBezTo>
                  <a:lnTo>
                    <a:pt x="6334" y="8407"/>
                  </a:lnTo>
                  <a:lnTo>
                    <a:pt x="7442" y="8800"/>
                  </a:lnTo>
                  <a:cubicBezTo>
                    <a:pt x="7799" y="8919"/>
                    <a:pt x="8037" y="9264"/>
                    <a:pt x="8037" y="9633"/>
                  </a:cubicBezTo>
                  <a:lnTo>
                    <a:pt x="8037" y="10990"/>
                  </a:lnTo>
                  <a:cubicBezTo>
                    <a:pt x="8037" y="11074"/>
                    <a:pt x="8108" y="11145"/>
                    <a:pt x="8192" y="11145"/>
                  </a:cubicBezTo>
                  <a:cubicBezTo>
                    <a:pt x="8287" y="11145"/>
                    <a:pt x="8359" y="11074"/>
                    <a:pt x="8359" y="10990"/>
                  </a:cubicBezTo>
                  <a:lnTo>
                    <a:pt x="8359" y="9633"/>
                  </a:lnTo>
                  <a:cubicBezTo>
                    <a:pt x="8335" y="9121"/>
                    <a:pt x="8001" y="8669"/>
                    <a:pt x="7525" y="8490"/>
                  </a:cubicBezTo>
                  <a:lnTo>
                    <a:pt x="6275" y="8050"/>
                  </a:lnTo>
                  <a:lnTo>
                    <a:pt x="6263" y="7847"/>
                  </a:lnTo>
                  <a:cubicBezTo>
                    <a:pt x="6251" y="7728"/>
                    <a:pt x="6251" y="7597"/>
                    <a:pt x="6251" y="7478"/>
                  </a:cubicBezTo>
                  <a:cubicBezTo>
                    <a:pt x="6251" y="7157"/>
                    <a:pt x="6299" y="6847"/>
                    <a:pt x="6370" y="6538"/>
                  </a:cubicBezTo>
                  <a:lnTo>
                    <a:pt x="6811" y="4859"/>
                  </a:lnTo>
                  <a:cubicBezTo>
                    <a:pt x="7085" y="4799"/>
                    <a:pt x="7287" y="4561"/>
                    <a:pt x="7287" y="4275"/>
                  </a:cubicBezTo>
                  <a:cubicBezTo>
                    <a:pt x="7287" y="4156"/>
                    <a:pt x="7251" y="4037"/>
                    <a:pt x="7192" y="3930"/>
                  </a:cubicBezTo>
                  <a:cubicBezTo>
                    <a:pt x="7263" y="3680"/>
                    <a:pt x="7287" y="3406"/>
                    <a:pt x="7287" y="3132"/>
                  </a:cubicBezTo>
                  <a:cubicBezTo>
                    <a:pt x="7287" y="1406"/>
                    <a:pt x="5894" y="1"/>
                    <a:pt x="4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65"/>
            <p:cNvSpPr/>
            <p:nvPr/>
          </p:nvSpPr>
          <p:spPr>
            <a:xfrm>
              <a:off x="7711219" y="3046324"/>
              <a:ext cx="60350" cy="32472"/>
            </a:xfrm>
            <a:custGeom>
              <a:avLst/>
              <a:gdLst/>
              <a:ahLst/>
              <a:cxnLst/>
              <a:rect l="l" t="t" r="r" b="b"/>
              <a:pathLst>
                <a:path w="1905" h="1025" extrusionOk="0">
                  <a:moveTo>
                    <a:pt x="1536" y="322"/>
                  </a:moveTo>
                  <a:cubicBezTo>
                    <a:pt x="1453" y="536"/>
                    <a:pt x="1238" y="703"/>
                    <a:pt x="953" y="703"/>
                  </a:cubicBezTo>
                  <a:cubicBezTo>
                    <a:pt x="667" y="703"/>
                    <a:pt x="441" y="548"/>
                    <a:pt x="357" y="322"/>
                  </a:cubicBezTo>
                  <a:close/>
                  <a:moveTo>
                    <a:pt x="167" y="0"/>
                  </a:moveTo>
                  <a:cubicBezTo>
                    <a:pt x="71" y="0"/>
                    <a:pt x="0" y="72"/>
                    <a:pt x="0" y="167"/>
                  </a:cubicBezTo>
                  <a:cubicBezTo>
                    <a:pt x="0" y="643"/>
                    <a:pt x="429" y="1024"/>
                    <a:pt x="953" y="1024"/>
                  </a:cubicBezTo>
                  <a:cubicBezTo>
                    <a:pt x="1476" y="1024"/>
                    <a:pt x="1905" y="643"/>
                    <a:pt x="1905" y="167"/>
                  </a:cubicBezTo>
                  <a:cubicBezTo>
                    <a:pt x="1905" y="72"/>
                    <a:pt x="1834"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3" name="Google Shape;11373;p65"/>
          <p:cNvGrpSpPr/>
          <p:nvPr/>
        </p:nvGrpSpPr>
        <p:grpSpPr>
          <a:xfrm>
            <a:off x="6248458" y="2694372"/>
            <a:ext cx="270864" cy="360645"/>
            <a:chOff x="6248458" y="2869772"/>
            <a:chExt cx="270864" cy="360645"/>
          </a:xfrm>
        </p:grpSpPr>
        <p:sp>
          <p:nvSpPr>
            <p:cNvPr id="11374" name="Google Shape;11374;p65"/>
            <p:cNvSpPr/>
            <p:nvPr/>
          </p:nvSpPr>
          <p:spPr>
            <a:xfrm>
              <a:off x="6345399" y="2995003"/>
              <a:ext cx="10201" cy="15872"/>
            </a:xfrm>
            <a:custGeom>
              <a:avLst/>
              <a:gdLst/>
              <a:ahLst/>
              <a:cxnLst/>
              <a:rect l="l" t="t" r="r" b="b"/>
              <a:pathLst>
                <a:path w="322" h="501" extrusionOk="0">
                  <a:moveTo>
                    <a:pt x="155" y="1"/>
                  </a:moveTo>
                  <a:cubicBezTo>
                    <a:pt x="72" y="1"/>
                    <a:pt x="0" y="72"/>
                    <a:pt x="0" y="156"/>
                  </a:cubicBezTo>
                  <a:lnTo>
                    <a:pt x="0" y="334"/>
                  </a:lnTo>
                  <a:cubicBezTo>
                    <a:pt x="0" y="429"/>
                    <a:pt x="72" y="501"/>
                    <a:pt x="155" y="501"/>
                  </a:cubicBezTo>
                  <a:cubicBezTo>
                    <a:pt x="251" y="501"/>
                    <a:pt x="322" y="429"/>
                    <a:pt x="322" y="334"/>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65"/>
            <p:cNvSpPr/>
            <p:nvPr/>
          </p:nvSpPr>
          <p:spPr>
            <a:xfrm>
              <a:off x="6412529" y="2995003"/>
              <a:ext cx="10993" cy="15872"/>
            </a:xfrm>
            <a:custGeom>
              <a:avLst/>
              <a:gdLst/>
              <a:ahLst/>
              <a:cxnLst/>
              <a:rect l="l" t="t" r="r" b="b"/>
              <a:pathLst>
                <a:path w="347" h="501" extrusionOk="0">
                  <a:moveTo>
                    <a:pt x="167" y="1"/>
                  </a:moveTo>
                  <a:cubicBezTo>
                    <a:pt x="84" y="1"/>
                    <a:pt x="1" y="72"/>
                    <a:pt x="1" y="156"/>
                  </a:cubicBezTo>
                  <a:lnTo>
                    <a:pt x="1" y="334"/>
                  </a:lnTo>
                  <a:cubicBezTo>
                    <a:pt x="1" y="429"/>
                    <a:pt x="84" y="501"/>
                    <a:pt x="167" y="501"/>
                  </a:cubicBezTo>
                  <a:cubicBezTo>
                    <a:pt x="251" y="501"/>
                    <a:pt x="334" y="429"/>
                    <a:pt x="334" y="334"/>
                  </a:cubicBezTo>
                  <a:lnTo>
                    <a:pt x="334" y="156"/>
                  </a:lnTo>
                  <a:cubicBezTo>
                    <a:pt x="346" y="72"/>
                    <a:pt x="275"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65"/>
            <p:cNvSpPr/>
            <p:nvPr/>
          </p:nvSpPr>
          <p:spPr>
            <a:xfrm>
              <a:off x="6248458" y="2869772"/>
              <a:ext cx="270864" cy="360645"/>
            </a:xfrm>
            <a:custGeom>
              <a:avLst/>
              <a:gdLst/>
              <a:ahLst/>
              <a:cxnLst/>
              <a:rect l="l" t="t" r="r" b="b"/>
              <a:pathLst>
                <a:path w="8550" h="11384" extrusionOk="0">
                  <a:moveTo>
                    <a:pt x="4275" y="513"/>
                  </a:moveTo>
                  <a:cubicBezTo>
                    <a:pt x="5585" y="513"/>
                    <a:pt x="6668" y="1537"/>
                    <a:pt x="6775" y="2823"/>
                  </a:cubicBezTo>
                  <a:cubicBezTo>
                    <a:pt x="6073" y="2608"/>
                    <a:pt x="5204" y="2489"/>
                    <a:pt x="4275" y="2489"/>
                  </a:cubicBezTo>
                  <a:cubicBezTo>
                    <a:pt x="3358" y="2489"/>
                    <a:pt x="2477" y="2608"/>
                    <a:pt x="1775" y="2823"/>
                  </a:cubicBezTo>
                  <a:cubicBezTo>
                    <a:pt x="1882" y="1537"/>
                    <a:pt x="2965" y="513"/>
                    <a:pt x="4275" y="513"/>
                  </a:cubicBezTo>
                  <a:close/>
                  <a:moveTo>
                    <a:pt x="2156" y="3073"/>
                  </a:moveTo>
                  <a:lnTo>
                    <a:pt x="2156" y="3382"/>
                  </a:lnTo>
                  <a:cubicBezTo>
                    <a:pt x="2156" y="3490"/>
                    <a:pt x="2120" y="3573"/>
                    <a:pt x="2060" y="3632"/>
                  </a:cubicBezTo>
                  <a:cubicBezTo>
                    <a:pt x="1977" y="3716"/>
                    <a:pt x="1894" y="3740"/>
                    <a:pt x="1798" y="3740"/>
                  </a:cubicBezTo>
                  <a:lnTo>
                    <a:pt x="1787" y="3740"/>
                  </a:lnTo>
                  <a:lnTo>
                    <a:pt x="1787" y="3168"/>
                  </a:lnTo>
                  <a:lnTo>
                    <a:pt x="1775" y="3168"/>
                  </a:lnTo>
                  <a:cubicBezTo>
                    <a:pt x="1894" y="3132"/>
                    <a:pt x="2025" y="3097"/>
                    <a:pt x="2156" y="3073"/>
                  </a:cubicBezTo>
                  <a:close/>
                  <a:moveTo>
                    <a:pt x="4263" y="2835"/>
                  </a:moveTo>
                  <a:cubicBezTo>
                    <a:pt x="5204" y="2835"/>
                    <a:pt x="6073" y="2954"/>
                    <a:pt x="6763" y="3180"/>
                  </a:cubicBezTo>
                  <a:lnTo>
                    <a:pt x="6763" y="4430"/>
                  </a:lnTo>
                  <a:cubicBezTo>
                    <a:pt x="6692" y="4371"/>
                    <a:pt x="6597" y="4287"/>
                    <a:pt x="6489" y="4204"/>
                  </a:cubicBezTo>
                  <a:cubicBezTo>
                    <a:pt x="6459" y="4178"/>
                    <a:pt x="6421" y="4166"/>
                    <a:pt x="6384" y="4166"/>
                  </a:cubicBezTo>
                  <a:cubicBezTo>
                    <a:pt x="6334" y="4166"/>
                    <a:pt x="6285" y="4187"/>
                    <a:pt x="6251" y="4228"/>
                  </a:cubicBezTo>
                  <a:cubicBezTo>
                    <a:pt x="6192" y="4311"/>
                    <a:pt x="6216" y="4406"/>
                    <a:pt x="6287" y="4466"/>
                  </a:cubicBezTo>
                  <a:cubicBezTo>
                    <a:pt x="6335" y="4502"/>
                    <a:pt x="6370" y="4525"/>
                    <a:pt x="6406" y="4561"/>
                  </a:cubicBezTo>
                  <a:lnTo>
                    <a:pt x="6406" y="4621"/>
                  </a:lnTo>
                  <a:cubicBezTo>
                    <a:pt x="6406" y="5811"/>
                    <a:pt x="5442" y="6764"/>
                    <a:pt x="4251" y="6764"/>
                  </a:cubicBezTo>
                  <a:cubicBezTo>
                    <a:pt x="3060" y="6764"/>
                    <a:pt x="2084" y="5799"/>
                    <a:pt x="2084" y="4609"/>
                  </a:cubicBezTo>
                  <a:cubicBezTo>
                    <a:pt x="2084" y="4513"/>
                    <a:pt x="2013" y="4442"/>
                    <a:pt x="1929" y="4442"/>
                  </a:cubicBezTo>
                  <a:cubicBezTo>
                    <a:pt x="1834" y="4442"/>
                    <a:pt x="1763" y="4513"/>
                    <a:pt x="1763" y="4609"/>
                  </a:cubicBezTo>
                  <a:lnTo>
                    <a:pt x="1763" y="4621"/>
                  </a:lnTo>
                  <a:lnTo>
                    <a:pt x="1656" y="4621"/>
                  </a:lnTo>
                  <a:cubicBezTo>
                    <a:pt x="1584" y="4621"/>
                    <a:pt x="1513" y="4585"/>
                    <a:pt x="1453" y="4525"/>
                  </a:cubicBezTo>
                  <a:cubicBezTo>
                    <a:pt x="1429" y="4490"/>
                    <a:pt x="1417" y="4406"/>
                    <a:pt x="1417" y="4335"/>
                  </a:cubicBezTo>
                  <a:cubicBezTo>
                    <a:pt x="1429" y="4204"/>
                    <a:pt x="1572" y="4085"/>
                    <a:pt x="1715" y="4085"/>
                  </a:cubicBezTo>
                  <a:lnTo>
                    <a:pt x="1775" y="4085"/>
                  </a:lnTo>
                  <a:cubicBezTo>
                    <a:pt x="1965" y="4085"/>
                    <a:pt x="2132" y="4013"/>
                    <a:pt x="2263" y="3871"/>
                  </a:cubicBezTo>
                  <a:cubicBezTo>
                    <a:pt x="2406" y="3740"/>
                    <a:pt x="2477" y="3561"/>
                    <a:pt x="2477" y="3382"/>
                  </a:cubicBezTo>
                  <a:lnTo>
                    <a:pt x="2477" y="3001"/>
                  </a:lnTo>
                  <a:cubicBezTo>
                    <a:pt x="2787" y="2942"/>
                    <a:pt x="3120" y="2894"/>
                    <a:pt x="3453" y="2858"/>
                  </a:cubicBezTo>
                  <a:cubicBezTo>
                    <a:pt x="4251" y="3156"/>
                    <a:pt x="5001" y="3549"/>
                    <a:pt x="5739" y="4049"/>
                  </a:cubicBezTo>
                  <a:cubicBezTo>
                    <a:pt x="5763" y="4073"/>
                    <a:pt x="5799" y="4085"/>
                    <a:pt x="5823" y="4085"/>
                  </a:cubicBezTo>
                  <a:cubicBezTo>
                    <a:pt x="5882" y="4085"/>
                    <a:pt x="5930" y="4049"/>
                    <a:pt x="5954" y="4013"/>
                  </a:cubicBezTo>
                  <a:cubicBezTo>
                    <a:pt x="6013" y="3930"/>
                    <a:pt x="5989" y="3835"/>
                    <a:pt x="5918" y="3775"/>
                  </a:cubicBezTo>
                  <a:cubicBezTo>
                    <a:pt x="5382" y="3394"/>
                    <a:pt x="4823" y="3085"/>
                    <a:pt x="4251" y="2835"/>
                  </a:cubicBezTo>
                  <a:close/>
                  <a:moveTo>
                    <a:pt x="1822" y="4990"/>
                  </a:moveTo>
                  <a:cubicBezTo>
                    <a:pt x="1929" y="5764"/>
                    <a:pt x="2406" y="6418"/>
                    <a:pt x="3037" y="6811"/>
                  </a:cubicBezTo>
                  <a:lnTo>
                    <a:pt x="3037" y="7538"/>
                  </a:lnTo>
                  <a:cubicBezTo>
                    <a:pt x="3037" y="7776"/>
                    <a:pt x="2894" y="7966"/>
                    <a:pt x="2679" y="8062"/>
                  </a:cubicBezTo>
                  <a:lnTo>
                    <a:pt x="1656" y="8383"/>
                  </a:lnTo>
                  <a:lnTo>
                    <a:pt x="1310" y="8157"/>
                  </a:lnTo>
                  <a:lnTo>
                    <a:pt x="1906" y="7419"/>
                  </a:lnTo>
                  <a:cubicBezTo>
                    <a:pt x="1941" y="7371"/>
                    <a:pt x="1953" y="7323"/>
                    <a:pt x="1941" y="7288"/>
                  </a:cubicBezTo>
                  <a:cubicBezTo>
                    <a:pt x="1929" y="7240"/>
                    <a:pt x="1894" y="7192"/>
                    <a:pt x="1846" y="7169"/>
                  </a:cubicBezTo>
                  <a:lnTo>
                    <a:pt x="1286" y="6883"/>
                  </a:lnTo>
                  <a:cubicBezTo>
                    <a:pt x="1656" y="6073"/>
                    <a:pt x="1727" y="5323"/>
                    <a:pt x="1763" y="4990"/>
                  </a:cubicBezTo>
                  <a:close/>
                  <a:moveTo>
                    <a:pt x="6775" y="4847"/>
                  </a:moveTo>
                  <a:lnTo>
                    <a:pt x="6811" y="4871"/>
                  </a:lnTo>
                  <a:cubicBezTo>
                    <a:pt x="6823" y="5121"/>
                    <a:pt x="6882" y="5978"/>
                    <a:pt x="7287" y="6871"/>
                  </a:cubicBezTo>
                  <a:lnTo>
                    <a:pt x="6716" y="7145"/>
                  </a:lnTo>
                  <a:cubicBezTo>
                    <a:pt x="6668" y="7180"/>
                    <a:pt x="6644" y="7204"/>
                    <a:pt x="6632" y="7264"/>
                  </a:cubicBezTo>
                  <a:cubicBezTo>
                    <a:pt x="6609" y="7311"/>
                    <a:pt x="6632" y="7371"/>
                    <a:pt x="6656" y="7407"/>
                  </a:cubicBezTo>
                  <a:lnTo>
                    <a:pt x="7251" y="8145"/>
                  </a:lnTo>
                  <a:lnTo>
                    <a:pt x="6906" y="8383"/>
                  </a:lnTo>
                  <a:lnTo>
                    <a:pt x="5894" y="8026"/>
                  </a:lnTo>
                  <a:cubicBezTo>
                    <a:pt x="5680" y="7954"/>
                    <a:pt x="5537" y="7740"/>
                    <a:pt x="5537" y="7502"/>
                  </a:cubicBezTo>
                  <a:lnTo>
                    <a:pt x="5537" y="6776"/>
                  </a:lnTo>
                  <a:cubicBezTo>
                    <a:pt x="6228" y="6371"/>
                    <a:pt x="6704" y="5680"/>
                    <a:pt x="6775" y="4847"/>
                  </a:cubicBezTo>
                  <a:close/>
                  <a:moveTo>
                    <a:pt x="5192" y="6966"/>
                  </a:moveTo>
                  <a:lnTo>
                    <a:pt x="5192" y="7538"/>
                  </a:lnTo>
                  <a:cubicBezTo>
                    <a:pt x="5192" y="7859"/>
                    <a:pt x="5370" y="8157"/>
                    <a:pt x="5656" y="8312"/>
                  </a:cubicBezTo>
                  <a:cubicBezTo>
                    <a:pt x="5597" y="8478"/>
                    <a:pt x="5525" y="8621"/>
                    <a:pt x="5418" y="8752"/>
                  </a:cubicBezTo>
                  <a:cubicBezTo>
                    <a:pt x="5358" y="8835"/>
                    <a:pt x="5370" y="8931"/>
                    <a:pt x="5454" y="8990"/>
                  </a:cubicBezTo>
                  <a:cubicBezTo>
                    <a:pt x="5477" y="9026"/>
                    <a:pt x="5525" y="9026"/>
                    <a:pt x="5549" y="9026"/>
                  </a:cubicBezTo>
                  <a:cubicBezTo>
                    <a:pt x="5597" y="9026"/>
                    <a:pt x="5656" y="9014"/>
                    <a:pt x="5692" y="8966"/>
                  </a:cubicBezTo>
                  <a:cubicBezTo>
                    <a:pt x="5823" y="8800"/>
                    <a:pt x="5918" y="8621"/>
                    <a:pt x="5989" y="8431"/>
                  </a:cubicBezTo>
                  <a:lnTo>
                    <a:pt x="6347" y="8550"/>
                  </a:lnTo>
                  <a:cubicBezTo>
                    <a:pt x="6013" y="9395"/>
                    <a:pt x="5204" y="9990"/>
                    <a:pt x="4275" y="9990"/>
                  </a:cubicBezTo>
                  <a:cubicBezTo>
                    <a:pt x="3358" y="9990"/>
                    <a:pt x="2537" y="9395"/>
                    <a:pt x="2239" y="8538"/>
                  </a:cubicBezTo>
                  <a:lnTo>
                    <a:pt x="2596" y="8419"/>
                  </a:lnTo>
                  <a:cubicBezTo>
                    <a:pt x="2834" y="9133"/>
                    <a:pt x="3501" y="9621"/>
                    <a:pt x="4275" y="9621"/>
                  </a:cubicBezTo>
                  <a:cubicBezTo>
                    <a:pt x="4525" y="9621"/>
                    <a:pt x="4787" y="9562"/>
                    <a:pt x="5025" y="9455"/>
                  </a:cubicBezTo>
                  <a:cubicBezTo>
                    <a:pt x="5108" y="9407"/>
                    <a:pt x="5144" y="9324"/>
                    <a:pt x="5108" y="9228"/>
                  </a:cubicBezTo>
                  <a:cubicBezTo>
                    <a:pt x="5075" y="9170"/>
                    <a:pt x="5025" y="9136"/>
                    <a:pt x="4965" y="9136"/>
                  </a:cubicBezTo>
                  <a:cubicBezTo>
                    <a:pt x="4939" y="9136"/>
                    <a:pt x="4911" y="9142"/>
                    <a:pt x="4882" y="9157"/>
                  </a:cubicBezTo>
                  <a:cubicBezTo>
                    <a:pt x="4692" y="9252"/>
                    <a:pt x="4501" y="9288"/>
                    <a:pt x="4287" y="9288"/>
                  </a:cubicBezTo>
                  <a:cubicBezTo>
                    <a:pt x="3668" y="9288"/>
                    <a:pt x="3120" y="8895"/>
                    <a:pt x="2918" y="8312"/>
                  </a:cubicBezTo>
                  <a:cubicBezTo>
                    <a:pt x="3203" y="8157"/>
                    <a:pt x="3382" y="7859"/>
                    <a:pt x="3382" y="7538"/>
                  </a:cubicBezTo>
                  <a:lnTo>
                    <a:pt x="3382" y="6966"/>
                  </a:lnTo>
                  <a:cubicBezTo>
                    <a:pt x="3668" y="7073"/>
                    <a:pt x="3965" y="7133"/>
                    <a:pt x="4287" y="7133"/>
                  </a:cubicBezTo>
                  <a:cubicBezTo>
                    <a:pt x="4596" y="7133"/>
                    <a:pt x="4918" y="7073"/>
                    <a:pt x="5192" y="6966"/>
                  </a:cubicBezTo>
                  <a:close/>
                  <a:moveTo>
                    <a:pt x="4096" y="1"/>
                  </a:moveTo>
                  <a:cubicBezTo>
                    <a:pt x="4013" y="1"/>
                    <a:pt x="3930" y="84"/>
                    <a:pt x="3930" y="168"/>
                  </a:cubicBezTo>
                  <a:lnTo>
                    <a:pt x="3930" y="203"/>
                  </a:lnTo>
                  <a:cubicBezTo>
                    <a:pt x="2549" y="358"/>
                    <a:pt x="1477" y="1525"/>
                    <a:pt x="1429" y="2942"/>
                  </a:cubicBezTo>
                  <a:cubicBezTo>
                    <a:pt x="1346" y="2966"/>
                    <a:pt x="1251" y="3013"/>
                    <a:pt x="1167" y="3037"/>
                  </a:cubicBezTo>
                  <a:cubicBezTo>
                    <a:pt x="1072" y="3085"/>
                    <a:pt x="1048" y="3180"/>
                    <a:pt x="1072" y="3263"/>
                  </a:cubicBezTo>
                  <a:cubicBezTo>
                    <a:pt x="1109" y="3336"/>
                    <a:pt x="1173" y="3367"/>
                    <a:pt x="1238" y="3367"/>
                  </a:cubicBezTo>
                  <a:cubicBezTo>
                    <a:pt x="1258" y="3367"/>
                    <a:pt x="1279" y="3364"/>
                    <a:pt x="1298" y="3359"/>
                  </a:cubicBezTo>
                  <a:cubicBezTo>
                    <a:pt x="1346" y="3335"/>
                    <a:pt x="1370" y="3323"/>
                    <a:pt x="1417" y="3299"/>
                  </a:cubicBezTo>
                  <a:lnTo>
                    <a:pt x="1417" y="3799"/>
                  </a:lnTo>
                  <a:cubicBezTo>
                    <a:pt x="1227" y="3894"/>
                    <a:pt x="1096" y="4073"/>
                    <a:pt x="1060" y="4287"/>
                  </a:cubicBezTo>
                  <a:cubicBezTo>
                    <a:pt x="1048" y="4466"/>
                    <a:pt x="1108" y="4633"/>
                    <a:pt x="1215" y="4763"/>
                  </a:cubicBezTo>
                  <a:cubicBezTo>
                    <a:pt x="1275" y="4823"/>
                    <a:pt x="1334" y="4871"/>
                    <a:pt x="1406" y="4918"/>
                  </a:cubicBezTo>
                  <a:cubicBezTo>
                    <a:pt x="1394" y="5216"/>
                    <a:pt x="1298" y="6049"/>
                    <a:pt x="894" y="6871"/>
                  </a:cubicBezTo>
                  <a:cubicBezTo>
                    <a:pt x="858" y="6954"/>
                    <a:pt x="882" y="7049"/>
                    <a:pt x="965" y="7085"/>
                  </a:cubicBezTo>
                  <a:lnTo>
                    <a:pt x="1501" y="7359"/>
                  </a:lnTo>
                  <a:lnTo>
                    <a:pt x="929" y="8085"/>
                  </a:lnTo>
                  <a:cubicBezTo>
                    <a:pt x="894" y="8121"/>
                    <a:pt x="882" y="8181"/>
                    <a:pt x="894" y="8216"/>
                  </a:cubicBezTo>
                  <a:cubicBezTo>
                    <a:pt x="894" y="8264"/>
                    <a:pt x="929" y="8312"/>
                    <a:pt x="965" y="8335"/>
                  </a:cubicBezTo>
                  <a:lnTo>
                    <a:pt x="1251" y="8538"/>
                  </a:lnTo>
                  <a:lnTo>
                    <a:pt x="822" y="8681"/>
                  </a:lnTo>
                  <a:cubicBezTo>
                    <a:pt x="334" y="8859"/>
                    <a:pt x="1" y="9324"/>
                    <a:pt x="1" y="9836"/>
                  </a:cubicBezTo>
                  <a:lnTo>
                    <a:pt x="1" y="11229"/>
                  </a:lnTo>
                  <a:cubicBezTo>
                    <a:pt x="1" y="11312"/>
                    <a:pt x="72" y="11383"/>
                    <a:pt x="167" y="11383"/>
                  </a:cubicBezTo>
                  <a:cubicBezTo>
                    <a:pt x="251" y="11383"/>
                    <a:pt x="334" y="11312"/>
                    <a:pt x="334" y="11229"/>
                  </a:cubicBezTo>
                  <a:lnTo>
                    <a:pt x="334" y="9836"/>
                  </a:lnTo>
                  <a:cubicBezTo>
                    <a:pt x="334" y="9455"/>
                    <a:pt x="572" y="9109"/>
                    <a:pt x="929" y="8990"/>
                  </a:cubicBezTo>
                  <a:lnTo>
                    <a:pt x="1906" y="8645"/>
                  </a:lnTo>
                  <a:cubicBezTo>
                    <a:pt x="2251" y="9645"/>
                    <a:pt x="3191" y="10336"/>
                    <a:pt x="4263" y="10336"/>
                  </a:cubicBezTo>
                  <a:cubicBezTo>
                    <a:pt x="5335" y="10336"/>
                    <a:pt x="6263" y="9645"/>
                    <a:pt x="6609" y="8645"/>
                  </a:cubicBezTo>
                  <a:lnTo>
                    <a:pt x="7597" y="8990"/>
                  </a:lnTo>
                  <a:cubicBezTo>
                    <a:pt x="7954" y="9121"/>
                    <a:pt x="8192" y="9466"/>
                    <a:pt x="8192" y="9836"/>
                  </a:cubicBezTo>
                  <a:lnTo>
                    <a:pt x="8192" y="11229"/>
                  </a:lnTo>
                  <a:cubicBezTo>
                    <a:pt x="8192" y="11312"/>
                    <a:pt x="8264" y="11383"/>
                    <a:pt x="8347" y="11383"/>
                  </a:cubicBezTo>
                  <a:cubicBezTo>
                    <a:pt x="8442" y="11383"/>
                    <a:pt x="8514" y="11312"/>
                    <a:pt x="8514" y="11229"/>
                  </a:cubicBezTo>
                  <a:lnTo>
                    <a:pt x="8514" y="9836"/>
                  </a:lnTo>
                  <a:cubicBezTo>
                    <a:pt x="8549" y="9324"/>
                    <a:pt x="8216" y="8847"/>
                    <a:pt x="7728" y="8681"/>
                  </a:cubicBezTo>
                  <a:lnTo>
                    <a:pt x="7299" y="8538"/>
                  </a:lnTo>
                  <a:lnTo>
                    <a:pt x="7585" y="8335"/>
                  </a:lnTo>
                  <a:cubicBezTo>
                    <a:pt x="7621" y="8312"/>
                    <a:pt x="7644" y="8264"/>
                    <a:pt x="7656" y="8216"/>
                  </a:cubicBezTo>
                  <a:cubicBezTo>
                    <a:pt x="7668" y="8181"/>
                    <a:pt x="7656" y="8133"/>
                    <a:pt x="7621" y="8085"/>
                  </a:cubicBezTo>
                  <a:lnTo>
                    <a:pt x="7037" y="7359"/>
                  </a:lnTo>
                  <a:lnTo>
                    <a:pt x="7573" y="7085"/>
                  </a:lnTo>
                  <a:cubicBezTo>
                    <a:pt x="7668" y="7049"/>
                    <a:pt x="7692" y="6942"/>
                    <a:pt x="7656" y="6871"/>
                  </a:cubicBezTo>
                  <a:cubicBezTo>
                    <a:pt x="7144" y="5859"/>
                    <a:pt x="7132" y="4811"/>
                    <a:pt x="7132" y="4799"/>
                  </a:cubicBezTo>
                  <a:lnTo>
                    <a:pt x="7132" y="3299"/>
                  </a:lnTo>
                  <a:cubicBezTo>
                    <a:pt x="7180" y="3311"/>
                    <a:pt x="7204" y="3323"/>
                    <a:pt x="7251" y="3359"/>
                  </a:cubicBezTo>
                  <a:cubicBezTo>
                    <a:pt x="7275" y="3370"/>
                    <a:pt x="7299" y="3370"/>
                    <a:pt x="7323" y="3370"/>
                  </a:cubicBezTo>
                  <a:cubicBezTo>
                    <a:pt x="7382" y="3370"/>
                    <a:pt x="7442" y="3335"/>
                    <a:pt x="7478" y="3263"/>
                  </a:cubicBezTo>
                  <a:cubicBezTo>
                    <a:pt x="7513" y="3180"/>
                    <a:pt x="7478" y="3085"/>
                    <a:pt x="7382" y="3037"/>
                  </a:cubicBezTo>
                  <a:cubicBezTo>
                    <a:pt x="7299" y="3001"/>
                    <a:pt x="7216" y="2966"/>
                    <a:pt x="7121" y="2942"/>
                  </a:cubicBezTo>
                  <a:cubicBezTo>
                    <a:pt x="7073" y="1525"/>
                    <a:pt x="6001" y="358"/>
                    <a:pt x="4620" y="203"/>
                  </a:cubicBezTo>
                  <a:lnTo>
                    <a:pt x="4620" y="168"/>
                  </a:lnTo>
                  <a:cubicBezTo>
                    <a:pt x="4620" y="84"/>
                    <a:pt x="4537"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65"/>
            <p:cNvSpPr/>
            <p:nvPr/>
          </p:nvSpPr>
          <p:spPr>
            <a:xfrm>
              <a:off x="6339728" y="2977294"/>
              <a:ext cx="21542" cy="10581"/>
            </a:xfrm>
            <a:custGeom>
              <a:avLst/>
              <a:gdLst/>
              <a:ahLst/>
              <a:cxnLst/>
              <a:rect l="l" t="t" r="r" b="b"/>
              <a:pathLst>
                <a:path w="680" h="334" extrusionOk="0">
                  <a:moveTo>
                    <a:pt x="156" y="0"/>
                  </a:moveTo>
                  <a:cubicBezTo>
                    <a:pt x="72" y="0"/>
                    <a:pt x="1" y="72"/>
                    <a:pt x="1" y="167"/>
                  </a:cubicBezTo>
                  <a:cubicBezTo>
                    <a:pt x="1" y="262"/>
                    <a:pt x="72" y="334"/>
                    <a:pt x="156" y="334"/>
                  </a:cubicBezTo>
                  <a:lnTo>
                    <a:pt x="513" y="334"/>
                  </a:lnTo>
                  <a:cubicBezTo>
                    <a:pt x="608" y="334"/>
                    <a:pt x="680" y="262"/>
                    <a:pt x="680" y="167"/>
                  </a:cubicBez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65"/>
            <p:cNvSpPr/>
            <p:nvPr/>
          </p:nvSpPr>
          <p:spPr>
            <a:xfrm>
              <a:off x="6353319" y="3025194"/>
              <a:ext cx="61903" cy="32852"/>
            </a:xfrm>
            <a:custGeom>
              <a:avLst/>
              <a:gdLst/>
              <a:ahLst/>
              <a:cxnLst/>
              <a:rect l="l" t="t" r="r" b="b"/>
              <a:pathLst>
                <a:path w="1954" h="1037" extrusionOk="0">
                  <a:moveTo>
                    <a:pt x="1560" y="322"/>
                  </a:moveTo>
                  <a:cubicBezTo>
                    <a:pt x="1501" y="560"/>
                    <a:pt x="1251" y="715"/>
                    <a:pt x="965" y="715"/>
                  </a:cubicBezTo>
                  <a:cubicBezTo>
                    <a:pt x="679" y="715"/>
                    <a:pt x="441" y="548"/>
                    <a:pt x="358" y="322"/>
                  </a:cubicBezTo>
                  <a:close/>
                  <a:moveTo>
                    <a:pt x="167" y="0"/>
                  </a:moveTo>
                  <a:cubicBezTo>
                    <a:pt x="72" y="0"/>
                    <a:pt x="1" y="72"/>
                    <a:pt x="1" y="155"/>
                  </a:cubicBezTo>
                  <a:cubicBezTo>
                    <a:pt x="1" y="655"/>
                    <a:pt x="429" y="1036"/>
                    <a:pt x="965" y="1036"/>
                  </a:cubicBezTo>
                  <a:cubicBezTo>
                    <a:pt x="1501" y="1036"/>
                    <a:pt x="1929" y="631"/>
                    <a:pt x="1929" y="155"/>
                  </a:cubicBezTo>
                  <a:cubicBezTo>
                    <a:pt x="1953"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9" name="Google Shape;11379;p65"/>
          <p:cNvGrpSpPr/>
          <p:nvPr/>
        </p:nvGrpSpPr>
        <p:grpSpPr>
          <a:xfrm>
            <a:off x="3075928" y="2270398"/>
            <a:ext cx="363243" cy="300675"/>
            <a:chOff x="3075928" y="2445798"/>
            <a:chExt cx="363243" cy="300675"/>
          </a:xfrm>
        </p:grpSpPr>
        <p:sp>
          <p:nvSpPr>
            <p:cNvPr id="11380" name="Google Shape;11380;p65"/>
            <p:cNvSpPr/>
            <p:nvPr/>
          </p:nvSpPr>
          <p:spPr>
            <a:xfrm>
              <a:off x="3227168" y="2675542"/>
              <a:ext cx="37002" cy="10581"/>
            </a:xfrm>
            <a:custGeom>
              <a:avLst/>
              <a:gdLst/>
              <a:ahLst/>
              <a:cxnLst/>
              <a:rect l="l" t="t" r="r" b="b"/>
              <a:pathLst>
                <a:path w="1168" h="334" extrusionOk="0">
                  <a:moveTo>
                    <a:pt x="167" y="0"/>
                  </a:moveTo>
                  <a:cubicBezTo>
                    <a:pt x="84" y="0"/>
                    <a:pt x="1" y="72"/>
                    <a:pt x="1" y="167"/>
                  </a:cubicBezTo>
                  <a:cubicBezTo>
                    <a:pt x="1" y="262"/>
                    <a:pt x="84" y="334"/>
                    <a:pt x="167" y="334"/>
                  </a:cubicBezTo>
                  <a:lnTo>
                    <a:pt x="1001" y="334"/>
                  </a:lnTo>
                  <a:cubicBezTo>
                    <a:pt x="1096" y="334"/>
                    <a:pt x="1167" y="262"/>
                    <a:pt x="1167" y="167"/>
                  </a:cubicBezTo>
                  <a:cubicBezTo>
                    <a:pt x="1167" y="72"/>
                    <a:pt x="1096"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65"/>
            <p:cNvSpPr/>
            <p:nvPr/>
          </p:nvSpPr>
          <p:spPr>
            <a:xfrm>
              <a:off x="3075928" y="2445798"/>
              <a:ext cx="363243" cy="300675"/>
            </a:xfrm>
            <a:custGeom>
              <a:avLst/>
              <a:gdLst/>
              <a:ahLst/>
              <a:cxnLst/>
              <a:rect l="l" t="t" r="r" b="b"/>
              <a:pathLst>
                <a:path w="11466" h="9491" extrusionOk="0">
                  <a:moveTo>
                    <a:pt x="7299" y="2787"/>
                  </a:moveTo>
                  <a:cubicBezTo>
                    <a:pt x="7322" y="2895"/>
                    <a:pt x="7370" y="3002"/>
                    <a:pt x="7418" y="3085"/>
                  </a:cubicBezTo>
                  <a:lnTo>
                    <a:pt x="1548" y="3085"/>
                  </a:lnTo>
                  <a:lnTo>
                    <a:pt x="1548" y="2787"/>
                  </a:lnTo>
                  <a:close/>
                  <a:moveTo>
                    <a:pt x="8323" y="4121"/>
                  </a:moveTo>
                  <a:lnTo>
                    <a:pt x="8323" y="6026"/>
                  </a:lnTo>
                  <a:lnTo>
                    <a:pt x="6418" y="6026"/>
                  </a:lnTo>
                  <a:lnTo>
                    <a:pt x="6418" y="4121"/>
                  </a:lnTo>
                  <a:close/>
                  <a:moveTo>
                    <a:pt x="6370" y="8467"/>
                  </a:moveTo>
                  <a:lnTo>
                    <a:pt x="6477" y="8550"/>
                  </a:lnTo>
                  <a:lnTo>
                    <a:pt x="4227" y="8550"/>
                  </a:lnTo>
                  <a:lnTo>
                    <a:pt x="4334" y="8467"/>
                  </a:lnTo>
                  <a:close/>
                  <a:moveTo>
                    <a:pt x="9835" y="8050"/>
                  </a:moveTo>
                  <a:lnTo>
                    <a:pt x="10216" y="8550"/>
                  </a:lnTo>
                  <a:lnTo>
                    <a:pt x="7037" y="8550"/>
                  </a:lnTo>
                  <a:lnTo>
                    <a:pt x="6549" y="8169"/>
                  </a:lnTo>
                  <a:cubicBezTo>
                    <a:pt x="6525" y="8133"/>
                    <a:pt x="6489" y="8133"/>
                    <a:pt x="6441" y="8133"/>
                  </a:cubicBezTo>
                  <a:lnTo>
                    <a:pt x="4286" y="8133"/>
                  </a:lnTo>
                  <a:cubicBezTo>
                    <a:pt x="4239" y="8133"/>
                    <a:pt x="4215" y="8145"/>
                    <a:pt x="4179" y="8169"/>
                  </a:cubicBezTo>
                  <a:lnTo>
                    <a:pt x="3691" y="8550"/>
                  </a:lnTo>
                  <a:lnTo>
                    <a:pt x="524" y="8550"/>
                  </a:lnTo>
                  <a:lnTo>
                    <a:pt x="893" y="8050"/>
                  </a:lnTo>
                  <a:close/>
                  <a:moveTo>
                    <a:pt x="9578" y="0"/>
                  </a:moveTo>
                  <a:cubicBezTo>
                    <a:pt x="9500" y="0"/>
                    <a:pt x="9417" y="68"/>
                    <a:pt x="9406" y="156"/>
                  </a:cubicBezTo>
                  <a:cubicBezTo>
                    <a:pt x="9394" y="240"/>
                    <a:pt x="9466" y="335"/>
                    <a:pt x="9561" y="347"/>
                  </a:cubicBezTo>
                  <a:cubicBezTo>
                    <a:pt x="10454" y="466"/>
                    <a:pt x="11121" y="1228"/>
                    <a:pt x="11121" y="2133"/>
                  </a:cubicBezTo>
                  <a:cubicBezTo>
                    <a:pt x="11121" y="3133"/>
                    <a:pt x="10311" y="3930"/>
                    <a:pt x="9323" y="3930"/>
                  </a:cubicBezTo>
                  <a:cubicBezTo>
                    <a:pt x="8323" y="3930"/>
                    <a:pt x="7513" y="3133"/>
                    <a:pt x="7513" y="2133"/>
                  </a:cubicBezTo>
                  <a:cubicBezTo>
                    <a:pt x="7513" y="1287"/>
                    <a:pt x="8108" y="561"/>
                    <a:pt x="8930" y="382"/>
                  </a:cubicBezTo>
                  <a:cubicBezTo>
                    <a:pt x="9025" y="359"/>
                    <a:pt x="9085" y="275"/>
                    <a:pt x="9061" y="180"/>
                  </a:cubicBezTo>
                  <a:cubicBezTo>
                    <a:pt x="9050" y="104"/>
                    <a:pt x="8969" y="48"/>
                    <a:pt x="8892" y="48"/>
                  </a:cubicBezTo>
                  <a:cubicBezTo>
                    <a:pt x="8885" y="48"/>
                    <a:pt x="8877" y="48"/>
                    <a:pt x="8870" y="49"/>
                  </a:cubicBezTo>
                  <a:cubicBezTo>
                    <a:pt x="8394" y="156"/>
                    <a:pt x="7977" y="406"/>
                    <a:pt x="7668" y="775"/>
                  </a:cubicBezTo>
                  <a:cubicBezTo>
                    <a:pt x="7406" y="1097"/>
                    <a:pt x="7251" y="1466"/>
                    <a:pt x="7203" y="1859"/>
                  </a:cubicBezTo>
                  <a:lnTo>
                    <a:pt x="5513" y="1859"/>
                  </a:lnTo>
                  <a:cubicBezTo>
                    <a:pt x="5417" y="1859"/>
                    <a:pt x="5346" y="1930"/>
                    <a:pt x="5346" y="2014"/>
                  </a:cubicBezTo>
                  <a:cubicBezTo>
                    <a:pt x="5346" y="2109"/>
                    <a:pt x="5417" y="2180"/>
                    <a:pt x="5513" y="2180"/>
                  </a:cubicBezTo>
                  <a:lnTo>
                    <a:pt x="7191" y="2180"/>
                  </a:lnTo>
                  <a:cubicBezTo>
                    <a:pt x="7191" y="2275"/>
                    <a:pt x="7203" y="2359"/>
                    <a:pt x="7215" y="2454"/>
                  </a:cubicBezTo>
                  <a:lnTo>
                    <a:pt x="1381" y="2454"/>
                  </a:lnTo>
                  <a:cubicBezTo>
                    <a:pt x="1298" y="2454"/>
                    <a:pt x="1215" y="2526"/>
                    <a:pt x="1215" y="2609"/>
                  </a:cubicBezTo>
                  <a:lnTo>
                    <a:pt x="1215" y="3240"/>
                  </a:lnTo>
                  <a:lnTo>
                    <a:pt x="1215" y="6955"/>
                  </a:lnTo>
                  <a:cubicBezTo>
                    <a:pt x="1215" y="7050"/>
                    <a:pt x="1298" y="7121"/>
                    <a:pt x="1381" y="7121"/>
                  </a:cubicBezTo>
                  <a:lnTo>
                    <a:pt x="7275" y="7121"/>
                  </a:lnTo>
                  <a:cubicBezTo>
                    <a:pt x="7370" y="7121"/>
                    <a:pt x="7442" y="7050"/>
                    <a:pt x="7442" y="6955"/>
                  </a:cubicBezTo>
                  <a:cubicBezTo>
                    <a:pt x="7442" y="6871"/>
                    <a:pt x="7370" y="6800"/>
                    <a:pt x="7275" y="6800"/>
                  </a:cubicBezTo>
                  <a:lnTo>
                    <a:pt x="1560" y="6800"/>
                  </a:lnTo>
                  <a:lnTo>
                    <a:pt x="1560" y="3418"/>
                  </a:lnTo>
                  <a:lnTo>
                    <a:pt x="7656" y="3418"/>
                  </a:lnTo>
                  <a:cubicBezTo>
                    <a:pt x="7751" y="3549"/>
                    <a:pt x="7858" y="3669"/>
                    <a:pt x="7989" y="3776"/>
                  </a:cubicBezTo>
                  <a:lnTo>
                    <a:pt x="6263" y="3776"/>
                  </a:lnTo>
                  <a:cubicBezTo>
                    <a:pt x="6179" y="3776"/>
                    <a:pt x="6096" y="3847"/>
                    <a:pt x="6096" y="3942"/>
                  </a:cubicBezTo>
                  <a:lnTo>
                    <a:pt x="6096" y="6181"/>
                  </a:lnTo>
                  <a:cubicBezTo>
                    <a:pt x="6096" y="6276"/>
                    <a:pt x="6179" y="6347"/>
                    <a:pt x="6263" y="6347"/>
                  </a:cubicBezTo>
                  <a:lnTo>
                    <a:pt x="8513" y="6347"/>
                  </a:lnTo>
                  <a:cubicBezTo>
                    <a:pt x="8596" y="6347"/>
                    <a:pt x="8680" y="6276"/>
                    <a:pt x="8680" y="6181"/>
                  </a:cubicBezTo>
                  <a:lnTo>
                    <a:pt x="8680" y="4145"/>
                  </a:lnTo>
                  <a:cubicBezTo>
                    <a:pt x="8846" y="4192"/>
                    <a:pt x="9001" y="4240"/>
                    <a:pt x="9168" y="4252"/>
                  </a:cubicBezTo>
                  <a:lnTo>
                    <a:pt x="9168" y="6800"/>
                  </a:lnTo>
                  <a:lnTo>
                    <a:pt x="8096" y="6800"/>
                  </a:lnTo>
                  <a:cubicBezTo>
                    <a:pt x="8001" y="6800"/>
                    <a:pt x="7930" y="6871"/>
                    <a:pt x="7930" y="6955"/>
                  </a:cubicBezTo>
                  <a:cubicBezTo>
                    <a:pt x="7930" y="7050"/>
                    <a:pt x="8001" y="7121"/>
                    <a:pt x="8096" y="7121"/>
                  </a:cubicBezTo>
                  <a:lnTo>
                    <a:pt x="9335" y="7121"/>
                  </a:lnTo>
                  <a:cubicBezTo>
                    <a:pt x="9418" y="7121"/>
                    <a:pt x="9489" y="7050"/>
                    <a:pt x="9489" y="6955"/>
                  </a:cubicBezTo>
                  <a:lnTo>
                    <a:pt x="9489" y="4240"/>
                  </a:lnTo>
                  <a:cubicBezTo>
                    <a:pt x="9585" y="4240"/>
                    <a:pt x="9656" y="4216"/>
                    <a:pt x="9751" y="4204"/>
                  </a:cubicBezTo>
                  <a:lnTo>
                    <a:pt x="9751" y="7705"/>
                  </a:lnTo>
                  <a:lnTo>
                    <a:pt x="965" y="7705"/>
                  </a:lnTo>
                  <a:lnTo>
                    <a:pt x="965" y="2168"/>
                  </a:lnTo>
                  <a:lnTo>
                    <a:pt x="4846" y="2168"/>
                  </a:lnTo>
                  <a:cubicBezTo>
                    <a:pt x="4941" y="2168"/>
                    <a:pt x="5013" y="2097"/>
                    <a:pt x="5013" y="2002"/>
                  </a:cubicBezTo>
                  <a:cubicBezTo>
                    <a:pt x="5013" y="1918"/>
                    <a:pt x="4941" y="1835"/>
                    <a:pt x="4846" y="1835"/>
                  </a:cubicBezTo>
                  <a:lnTo>
                    <a:pt x="786" y="1835"/>
                  </a:lnTo>
                  <a:cubicBezTo>
                    <a:pt x="703" y="1835"/>
                    <a:pt x="619" y="1918"/>
                    <a:pt x="619" y="2002"/>
                  </a:cubicBezTo>
                  <a:lnTo>
                    <a:pt x="619" y="7812"/>
                  </a:lnTo>
                  <a:lnTo>
                    <a:pt x="24" y="8598"/>
                  </a:lnTo>
                  <a:cubicBezTo>
                    <a:pt x="12" y="8622"/>
                    <a:pt x="0" y="8657"/>
                    <a:pt x="0" y="8705"/>
                  </a:cubicBezTo>
                  <a:lnTo>
                    <a:pt x="0" y="9324"/>
                  </a:lnTo>
                  <a:cubicBezTo>
                    <a:pt x="0" y="9419"/>
                    <a:pt x="72" y="9491"/>
                    <a:pt x="167" y="9491"/>
                  </a:cubicBezTo>
                  <a:lnTo>
                    <a:pt x="7930" y="9491"/>
                  </a:lnTo>
                  <a:cubicBezTo>
                    <a:pt x="8025" y="9491"/>
                    <a:pt x="8096" y="9419"/>
                    <a:pt x="8096" y="9324"/>
                  </a:cubicBezTo>
                  <a:cubicBezTo>
                    <a:pt x="8096" y="9241"/>
                    <a:pt x="8025" y="9157"/>
                    <a:pt x="7930" y="9157"/>
                  </a:cubicBezTo>
                  <a:lnTo>
                    <a:pt x="322" y="9157"/>
                  </a:lnTo>
                  <a:lnTo>
                    <a:pt x="322" y="8883"/>
                  </a:lnTo>
                  <a:lnTo>
                    <a:pt x="10359" y="8883"/>
                  </a:lnTo>
                  <a:lnTo>
                    <a:pt x="10359" y="9157"/>
                  </a:lnTo>
                  <a:lnTo>
                    <a:pt x="8585" y="9157"/>
                  </a:lnTo>
                  <a:cubicBezTo>
                    <a:pt x="8501" y="9157"/>
                    <a:pt x="8418" y="9241"/>
                    <a:pt x="8418" y="9324"/>
                  </a:cubicBezTo>
                  <a:cubicBezTo>
                    <a:pt x="8418" y="9419"/>
                    <a:pt x="8501" y="9491"/>
                    <a:pt x="8585" y="9491"/>
                  </a:cubicBezTo>
                  <a:lnTo>
                    <a:pt x="10525" y="9491"/>
                  </a:lnTo>
                  <a:cubicBezTo>
                    <a:pt x="10609" y="9491"/>
                    <a:pt x="10680" y="9419"/>
                    <a:pt x="10680" y="9324"/>
                  </a:cubicBezTo>
                  <a:lnTo>
                    <a:pt x="10680" y="8705"/>
                  </a:lnTo>
                  <a:cubicBezTo>
                    <a:pt x="10680" y="8669"/>
                    <a:pt x="10668" y="8622"/>
                    <a:pt x="10656" y="8598"/>
                  </a:cubicBezTo>
                  <a:lnTo>
                    <a:pt x="10061" y="7812"/>
                  </a:lnTo>
                  <a:lnTo>
                    <a:pt x="10061" y="4097"/>
                  </a:lnTo>
                  <a:cubicBezTo>
                    <a:pt x="10894" y="3823"/>
                    <a:pt x="11466" y="3049"/>
                    <a:pt x="11466" y="2121"/>
                  </a:cubicBezTo>
                  <a:cubicBezTo>
                    <a:pt x="11466" y="1049"/>
                    <a:pt x="10656" y="144"/>
                    <a:pt x="9597" y="1"/>
                  </a:cubicBezTo>
                  <a:cubicBezTo>
                    <a:pt x="9590" y="1"/>
                    <a:pt x="9584" y="0"/>
                    <a:pt x="95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65"/>
            <p:cNvSpPr/>
            <p:nvPr/>
          </p:nvSpPr>
          <p:spPr>
            <a:xfrm>
              <a:off x="3141537" y="2565390"/>
              <a:ext cx="37763" cy="37382"/>
            </a:xfrm>
            <a:custGeom>
              <a:avLst/>
              <a:gdLst/>
              <a:ahLst/>
              <a:cxnLst/>
              <a:rect l="l" t="t" r="r" b="b"/>
              <a:pathLst>
                <a:path w="1192" h="1180" extrusionOk="0">
                  <a:moveTo>
                    <a:pt x="846" y="322"/>
                  </a:moveTo>
                  <a:lnTo>
                    <a:pt x="846" y="834"/>
                  </a:lnTo>
                  <a:lnTo>
                    <a:pt x="346" y="834"/>
                  </a:lnTo>
                  <a:lnTo>
                    <a:pt x="346" y="322"/>
                  </a:lnTo>
                  <a:close/>
                  <a:moveTo>
                    <a:pt x="156" y="1"/>
                  </a:moveTo>
                  <a:cubicBezTo>
                    <a:pt x="72" y="1"/>
                    <a:pt x="1" y="72"/>
                    <a:pt x="1" y="167"/>
                  </a:cubicBezTo>
                  <a:lnTo>
                    <a:pt x="1" y="1013"/>
                  </a:lnTo>
                  <a:cubicBezTo>
                    <a:pt x="1" y="1096"/>
                    <a:pt x="72" y="1179"/>
                    <a:pt x="156" y="1179"/>
                  </a:cubicBezTo>
                  <a:lnTo>
                    <a:pt x="1013" y="1179"/>
                  </a:lnTo>
                  <a:cubicBezTo>
                    <a:pt x="1096" y="1179"/>
                    <a:pt x="1180" y="1096"/>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65"/>
            <p:cNvSpPr/>
            <p:nvPr/>
          </p:nvSpPr>
          <p:spPr>
            <a:xfrm>
              <a:off x="3185287" y="2565390"/>
              <a:ext cx="73593" cy="10233"/>
            </a:xfrm>
            <a:custGeom>
              <a:avLst/>
              <a:gdLst/>
              <a:ahLst/>
              <a:cxnLst/>
              <a:rect l="l" t="t" r="r" b="b"/>
              <a:pathLst>
                <a:path w="2323" h="323" extrusionOk="0">
                  <a:moveTo>
                    <a:pt x="168" y="1"/>
                  </a:moveTo>
                  <a:cubicBezTo>
                    <a:pt x="72" y="1"/>
                    <a:pt x="1" y="72"/>
                    <a:pt x="1" y="167"/>
                  </a:cubicBezTo>
                  <a:cubicBezTo>
                    <a:pt x="1" y="251"/>
                    <a:pt x="72" y="322"/>
                    <a:pt x="168" y="322"/>
                  </a:cubicBezTo>
                  <a:lnTo>
                    <a:pt x="2144" y="322"/>
                  </a:lnTo>
                  <a:cubicBezTo>
                    <a:pt x="2239" y="322"/>
                    <a:pt x="2311" y="251"/>
                    <a:pt x="2311" y="167"/>
                  </a:cubicBezTo>
                  <a:cubicBezTo>
                    <a:pt x="2323"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65"/>
            <p:cNvSpPr/>
            <p:nvPr/>
          </p:nvSpPr>
          <p:spPr>
            <a:xfrm>
              <a:off x="3185287" y="2578601"/>
              <a:ext cx="73593" cy="10201"/>
            </a:xfrm>
            <a:custGeom>
              <a:avLst/>
              <a:gdLst/>
              <a:ahLst/>
              <a:cxnLst/>
              <a:rect l="l" t="t" r="r" b="b"/>
              <a:pathLst>
                <a:path w="2323"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23"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65"/>
            <p:cNvSpPr/>
            <p:nvPr/>
          </p:nvSpPr>
          <p:spPr>
            <a:xfrm>
              <a:off x="3185287" y="2591811"/>
              <a:ext cx="73212" cy="10201"/>
            </a:xfrm>
            <a:custGeom>
              <a:avLst/>
              <a:gdLst/>
              <a:ahLst/>
              <a:cxnLst/>
              <a:rect l="l" t="t" r="r" b="b"/>
              <a:pathLst>
                <a:path w="2311"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11"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65"/>
            <p:cNvSpPr/>
            <p:nvPr/>
          </p:nvSpPr>
          <p:spPr>
            <a:xfrm>
              <a:off x="3141537" y="2609520"/>
              <a:ext cx="37763" cy="37382"/>
            </a:xfrm>
            <a:custGeom>
              <a:avLst/>
              <a:gdLst/>
              <a:ahLst/>
              <a:cxnLst/>
              <a:rect l="l" t="t" r="r" b="b"/>
              <a:pathLst>
                <a:path w="1192" h="1180" extrusionOk="0">
                  <a:moveTo>
                    <a:pt x="846" y="346"/>
                  </a:moveTo>
                  <a:lnTo>
                    <a:pt x="846" y="858"/>
                  </a:lnTo>
                  <a:lnTo>
                    <a:pt x="346" y="858"/>
                  </a:lnTo>
                  <a:lnTo>
                    <a:pt x="346" y="346"/>
                  </a:lnTo>
                  <a:close/>
                  <a:moveTo>
                    <a:pt x="156" y="1"/>
                  </a:moveTo>
                  <a:cubicBezTo>
                    <a:pt x="72" y="1"/>
                    <a:pt x="1" y="72"/>
                    <a:pt x="1" y="167"/>
                  </a:cubicBezTo>
                  <a:lnTo>
                    <a:pt x="1" y="1013"/>
                  </a:lnTo>
                  <a:cubicBezTo>
                    <a:pt x="1" y="1108"/>
                    <a:pt x="72" y="1179"/>
                    <a:pt x="156" y="1179"/>
                  </a:cubicBezTo>
                  <a:lnTo>
                    <a:pt x="1013" y="1179"/>
                  </a:lnTo>
                  <a:cubicBezTo>
                    <a:pt x="1096" y="1179"/>
                    <a:pt x="1180" y="1108"/>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65"/>
            <p:cNvSpPr/>
            <p:nvPr/>
          </p:nvSpPr>
          <p:spPr>
            <a:xfrm>
              <a:off x="3185287" y="2609520"/>
              <a:ext cx="73212" cy="10613"/>
            </a:xfrm>
            <a:custGeom>
              <a:avLst/>
              <a:gdLst/>
              <a:ahLst/>
              <a:cxnLst/>
              <a:rect l="l" t="t" r="r" b="b"/>
              <a:pathLst>
                <a:path w="2311" h="335" extrusionOk="0">
                  <a:moveTo>
                    <a:pt x="168" y="1"/>
                  </a:moveTo>
                  <a:cubicBezTo>
                    <a:pt x="72" y="1"/>
                    <a:pt x="1" y="72"/>
                    <a:pt x="1" y="167"/>
                  </a:cubicBezTo>
                  <a:cubicBezTo>
                    <a:pt x="1" y="263"/>
                    <a:pt x="72" y="334"/>
                    <a:pt x="168" y="334"/>
                  </a:cubicBezTo>
                  <a:lnTo>
                    <a:pt x="2144" y="334"/>
                  </a:lnTo>
                  <a:cubicBezTo>
                    <a:pt x="2239" y="334"/>
                    <a:pt x="2311" y="263"/>
                    <a:pt x="2311" y="167"/>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65"/>
            <p:cNvSpPr/>
            <p:nvPr/>
          </p:nvSpPr>
          <p:spPr>
            <a:xfrm>
              <a:off x="3185287" y="2622731"/>
              <a:ext cx="73212" cy="10581"/>
            </a:xfrm>
            <a:custGeom>
              <a:avLst/>
              <a:gdLst/>
              <a:ahLst/>
              <a:cxnLst/>
              <a:rect l="l" t="t" r="r" b="b"/>
              <a:pathLst>
                <a:path w="2311" h="334" extrusionOk="0">
                  <a:moveTo>
                    <a:pt x="168" y="0"/>
                  </a:moveTo>
                  <a:cubicBezTo>
                    <a:pt x="72" y="0"/>
                    <a:pt x="1" y="84"/>
                    <a:pt x="1" y="167"/>
                  </a:cubicBezTo>
                  <a:cubicBezTo>
                    <a:pt x="1" y="262"/>
                    <a:pt x="72" y="334"/>
                    <a:pt x="168" y="334"/>
                  </a:cubicBezTo>
                  <a:lnTo>
                    <a:pt x="2144" y="334"/>
                  </a:lnTo>
                  <a:cubicBezTo>
                    <a:pt x="2239" y="334"/>
                    <a:pt x="2311" y="262"/>
                    <a:pt x="2311" y="167"/>
                  </a:cubicBezTo>
                  <a:cubicBezTo>
                    <a:pt x="2311" y="84"/>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65"/>
            <p:cNvSpPr/>
            <p:nvPr/>
          </p:nvSpPr>
          <p:spPr>
            <a:xfrm>
              <a:off x="3185287" y="2636670"/>
              <a:ext cx="73212" cy="10233"/>
            </a:xfrm>
            <a:custGeom>
              <a:avLst/>
              <a:gdLst/>
              <a:ahLst/>
              <a:cxnLst/>
              <a:rect l="l" t="t" r="r" b="b"/>
              <a:pathLst>
                <a:path w="2311" h="323" extrusionOk="0">
                  <a:moveTo>
                    <a:pt x="168" y="1"/>
                  </a:moveTo>
                  <a:cubicBezTo>
                    <a:pt x="72" y="1"/>
                    <a:pt x="1" y="72"/>
                    <a:pt x="1" y="156"/>
                  </a:cubicBezTo>
                  <a:cubicBezTo>
                    <a:pt x="1" y="251"/>
                    <a:pt x="72" y="322"/>
                    <a:pt x="168" y="322"/>
                  </a:cubicBezTo>
                  <a:lnTo>
                    <a:pt x="2144" y="322"/>
                  </a:lnTo>
                  <a:cubicBezTo>
                    <a:pt x="2239" y="322"/>
                    <a:pt x="2311" y="251"/>
                    <a:pt x="2311" y="156"/>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0" name="Google Shape;11390;p65"/>
            <p:cNvSpPr/>
            <p:nvPr/>
          </p:nvSpPr>
          <p:spPr>
            <a:xfrm>
              <a:off x="3330509" y="2471839"/>
              <a:ext cx="82653" cy="82653"/>
            </a:xfrm>
            <a:custGeom>
              <a:avLst/>
              <a:gdLst/>
              <a:ahLst/>
              <a:cxnLst/>
              <a:rect l="l" t="t" r="r" b="b"/>
              <a:pathLst>
                <a:path w="2609" h="2609" extrusionOk="0">
                  <a:moveTo>
                    <a:pt x="346" y="1287"/>
                  </a:moveTo>
                  <a:lnTo>
                    <a:pt x="429" y="1323"/>
                  </a:lnTo>
                  <a:cubicBezTo>
                    <a:pt x="668" y="1418"/>
                    <a:pt x="727" y="1501"/>
                    <a:pt x="727" y="1549"/>
                  </a:cubicBezTo>
                  <a:cubicBezTo>
                    <a:pt x="727" y="1573"/>
                    <a:pt x="668" y="1656"/>
                    <a:pt x="465" y="1775"/>
                  </a:cubicBezTo>
                  <a:cubicBezTo>
                    <a:pt x="394" y="1644"/>
                    <a:pt x="346" y="1489"/>
                    <a:pt x="346" y="1334"/>
                  </a:cubicBezTo>
                  <a:lnTo>
                    <a:pt x="346" y="1311"/>
                  </a:lnTo>
                  <a:lnTo>
                    <a:pt x="346" y="1287"/>
                  </a:lnTo>
                  <a:close/>
                  <a:moveTo>
                    <a:pt x="1203" y="346"/>
                  </a:moveTo>
                  <a:cubicBezTo>
                    <a:pt x="1191" y="358"/>
                    <a:pt x="1180" y="394"/>
                    <a:pt x="1168" y="406"/>
                  </a:cubicBezTo>
                  <a:cubicBezTo>
                    <a:pt x="1025" y="632"/>
                    <a:pt x="1108" y="799"/>
                    <a:pt x="1168" y="882"/>
                  </a:cubicBezTo>
                  <a:cubicBezTo>
                    <a:pt x="1311" y="1096"/>
                    <a:pt x="1525" y="1132"/>
                    <a:pt x="1668" y="1168"/>
                  </a:cubicBezTo>
                  <a:cubicBezTo>
                    <a:pt x="1846" y="1203"/>
                    <a:pt x="1858" y="1203"/>
                    <a:pt x="1882" y="1334"/>
                  </a:cubicBezTo>
                  <a:cubicBezTo>
                    <a:pt x="1882" y="1430"/>
                    <a:pt x="1703" y="1549"/>
                    <a:pt x="1525" y="1656"/>
                  </a:cubicBezTo>
                  <a:cubicBezTo>
                    <a:pt x="1299" y="1787"/>
                    <a:pt x="1049" y="1954"/>
                    <a:pt x="953" y="2192"/>
                  </a:cubicBezTo>
                  <a:cubicBezTo>
                    <a:pt x="870" y="2156"/>
                    <a:pt x="787" y="2120"/>
                    <a:pt x="715" y="2061"/>
                  </a:cubicBezTo>
                  <a:cubicBezTo>
                    <a:pt x="703" y="2037"/>
                    <a:pt x="691" y="2025"/>
                    <a:pt x="668" y="2025"/>
                  </a:cubicBezTo>
                  <a:cubicBezTo>
                    <a:pt x="941" y="1882"/>
                    <a:pt x="1060" y="1704"/>
                    <a:pt x="1060" y="1525"/>
                  </a:cubicBezTo>
                  <a:cubicBezTo>
                    <a:pt x="1060" y="1370"/>
                    <a:pt x="965" y="1168"/>
                    <a:pt x="549" y="1001"/>
                  </a:cubicBezTo>
                  <a:cubicBezTo>
                    <a:pt x="513" y="989"/>
                    <a:pt x="453" y="953"/>
                    <a:pt x="418" y="930"/>
                  </a:cubicBezTo>
                  <a:cubicBezTo>
                    <a:pt x="549" y="596"/>
                    <a:pt x="870" y="394"/>
                    <a:pt x="1203" y="346"/>
                  </a:cubicBezTo>
                  <a:close/>
                  <a:moveTo>
                    <a:pt x="1644" y="394"/>
                  </a:moveTo>
                  <a:cubicBezTo>
                    <a:pt x="1858" y="465"/>
                    <a:pt x="2049" y="644"/>
                    <a:pt x="2180" y="858"/>
                  </a:cubicBezTo>
                  <a:cubicBezTo>
                    <a:pt x="2251" y="989"/>
                    <a:pt x="2275" y="1132"/>
                    <a:pt x="2275" y="1299"/>
                  </a:cubicBezTo>
                  <a:cubicBezTo>
                    <a:pt x="2251" y="1668"/>
                    <a:pt x="2061" y="2001"/>
                    <a:pt x="1727" y="2168"/>
                  </a:cubicBezTo>
                  <a:cubicBezTo>
                    <a:pt x="1596" y="2239"/>
                    <a:pt x="1441" y="2263"/>
                    <a:pt x="1299" y="2263"/>
                  </a:cubicBezTo>
                  <a:cubicBezTo>
                    <a:pt x="1370" y="2168"/>
                    <a:pt x="1501" y="2061"/>
                    <a:pt x="1703" y="1942"/>
                  </a:cubicBezTo>
                  <a:cubicBezTo>
                    <a:pt x="1942" y="1787"/>
                    <a:pt x="2215" y="1608"/>
                    <a:pt x="2203" y="1311"/>
                  </a:cubicBezTo>
                  <a:cubicBezTo>
                    <a:pt x="2192" y="930"/>
                    <a:pt x="1918" y="870"/>
                    <a:pt x="1739" y="822"/>
                  </a:cubicBezTo>
                  <a:cubicBezTo>
                    <a:pt x="1620" y="799"/>
                    <a:pt x="1501" y="775"/>
                    <a:pt x="1441" y="680"/>
                  </a:cubicBezTo>
                  <a:cubicBezTo>
                    <a:pt x="1418" y="632"/>
                    <a:pt x="1465" y="537"/>
                    <a:pt x="1644" y="394"/>
                  </a:cubicBezTo>
                  <a:close/>
                  <a:moveTo>
                    <a:pt x="1299" y="1"/>
                  </a:moveTo>
                  <a:cubicBezTo>
                    <a:pt x="727" y="1"/>
                    <a:pt x="227" y="358"/>
                    <a:pt x="60" y="918"/>
                  </a:cubicBezTo>
                  <a:cubicBezTo>
                    <a:pt x="13" y="1037"/>
                    <a:pt x="1" y="1168"/>
                    <a:pt x="1" y="1299"/>
                  </a:cubicBezTo>
                  <a:lnTo>
                    <a:pt x="1" y="1334"/>
                  </a:lnTo>
                  <a:cubicBezTo>
                    <a:pt x="1" y="1608"/>
                    <a:pt x="96" y="1870"/>
                    <a:pt x="275" y="2085"/>
                  </a:cubicBezTo>
                  <a:lnTo>
                    <a:pt x="275" y="2108"/>
                  </a:lnTo>
                  <a:cubicBezTo>
                    <a:pt x="346" y="2192"/>
                    <a:pt x="418" y="2263"/>
                    <a:pt x="513" y="2346"/>
                  </a:cubicBezTo>
                  <a:cubicBezTo>
                    <a:pt x="656" y="2466"/>
                    <a:pt x="846" y="2537"/>
                    <a:pt x="1049" y="2585"/>
                  </a:cubicBezTo>
                  <a:cubicBezTo>
                    <a:pt x="1120" y="2596"/>
                    <a:pt x="1203" y="2608"/>
                    <a:pt x="1299" y="2608"/>
                  </a:cubicBezTo>
                  <a:cubicBezTo>
                    <a:pt x="1501" y="2608"/>
                    <a:pt x="1703" y="2561"/>
                    <a:pt x="1894" y="2477"/>
                  </a:cubicBezTo>
                  <a:cubicBezTo>
                    <a:pt x="2323" y="2251"/>
                    <a:pt x="2608" y="1811"/>
                    <a:pt x="2608" y="1311"/>
                  </a:cubicBezTo>
                  <a:cubicBezTo>
                    <a:pt x="2596" y="1096"/>
                    <a:pt x="2549" y="894"/>
                    <a:pt x="2442" y="703"/>
                  </a:cubicBezTo>
                  <a:cubicBezTo>
                    <a:pt x="2275" y="370"/>
                    <a:pt x="1965" y="144"/>
                    <a:pt x="1620" y="49"/>
                  </a:cubicBezTo>
                  <a:cubicBezTo>
                    <a:pt x="1525" y="13"/>
                    <a:pt x="1406" y="1"/>
                    <a:pt x="1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1" name="Google Shape;11391;p65"/>
          <p:cNvGrpSpPr/>
          <p:nvPr/>
        </p:nvGrpSpPr>
        <p:grpSpPr>
          <a:xfrm>
            <a:off x="2633105" y="2256459"/>
            <a:ext cx="363243" cy="328585"/>
            <a:chOff x="2633105" y="2431859"/>
            <a:chExt cx="363243" cy="328585"/>
          </a:xfrm>
        </p:grpSpPr>
        <p:sp>
          <p:nvSpPr>
            <p:cNvPr id="11392" name="Google Shape;11392;p65"/>
            <p:cNvSpPr/>
            <p:nvPr/>
          </p:nvSpPr>
          <p:spPr>
            <a:xfrm>
              <a:off x="2633105" y="2498260"/>
              <a:ext cx="250462" cy="262184"/>
            </a:xfrm>
            <a:custGeom>
              <a:avLst/>
              <a:gdLst/>
              <a:ahLst/>
              <a:cxnLst/>
              <a:rect l="l" t="t" r="r" b="b"/>
              <a:pathLst>
                <a:path w="7906" h="8276" extrusionOk="0">
                  <a:moveTo>
                    <a:pt x="5322" y="6644"/>
                  </a:moveTo>
                  <a:lnTo>
                    <a:pt x="5465" y="7263"/>
                  </a:lnTo>
                  <a:lnTo>
                    <a:pt x="4560" y="7263"/>
                  </a:lnTo>
                  <a:lnTo>
                    <a:pt x="4691" y="6644"/>
                  </a:lnTo>
                  <a:close/>
                  <a:moveTo>
                    <a:pt x="6465" y="7608"/>
                  </a:moveTo>
                  <a:lnTo>
                    <a:pt x="6465" y="7954"/>
                  </a:lnTo>
                  <a:lnTo>
                    <a:pt x="3548" y="7954"/>
                  </a:lnTo>
                  <a:lnTo>
                    <a:pt x="3548" y="7608"/>
                  </a:lnTo>
                  <a:close/>
                  <a:moveTo>
                    <a:pt x="167" y="0"/>
                  </a:moveTo>
                  <a:cubicBezTo>
                    <a:pt x="84" y="0"/>
                    <a:pt x="0" y="72"/>
                    <a:pt x="0" y="167"/>
                  </a:cubicBezTo>
                  <a:lnTo>
                    <a:pt x="0" y="6489"/>
                  </a:lnTo>
                  <a:cubicBezTo>
                    <a:pt x="0" y="6585"/>
                    <a:pt x="84" y="6656"/>
                    <a:pt x="167" y="6656"/>
                  </a:cubicBezTo>
                  <a:lnTo>
                    <a:pt x="4346" y="6656"/>
                  </a:lnTo>
                  <a:lnTo>
                    <a:pt x="4203" y="7287"/>
                  </a:lnTo>
                  <a:lnTo>
                    <a:pt x="3370" y="7287"/>
                  </a:lnTo>
                  <a:cubicBezTo>
                    <a:pt x="3274" y="7287"/>
                    <a:pt x="3203" y="7358"/>
                    <a:pt x="3203" y="7442"/>
                  </a:cubicBezTo>
                  <a:lnTo>
                    <a:pt x="3203" y="8120"/>
                  </a:lnTo>
                  <a:cubicBezTo>
                    <a:pt x="3203" y="8204"/>
                    <a:pt x="3274" y="8275"/>
                    <a:pt x="3370" y="8275"/>
                  </a:cubicBezTo>
                  <a:lnTo>
                    <a:pt x="6632" y="8275"/>
                  </a:lnTo>
                  <a:cubicBezTo>
                    <a:pt x="6715" y="8275"/>
                    <a:pt x="6787" y="8204"/>
                    <a:pt x="6787" y="8120"/>
                  </a:cubicBezTo>
                  <a:lnTo>
                    <a:pt x="6787" y="7442"/>
                  </a:lnTo>
                  <a:cubicBezTo>
                    <a:pt x="6787" y="7358"/>
                    <a:pt x="6715" y="7287"/>
                    <a:pt x="6632" y="7287"/>
                  </a:cubicBezTo>
                  <a:lnTo>
                    <a:pt x="5787" y="7287"/>
                  </a:lnTo>
                  <a:lnTo>
                    <a:pt x="5644" y="6656"/>
                  </a:lnTo>
                  <a:lnTo>
                    <a:pt x="7727" y="6656"/>
                  </a:lnTo>
                  <a:cubicBezTo>
                    <a:pt x="7823" y="6656"/>
                    <a:pt x="7894" y="6585"/>
                    <a:pt x="7894" y="6489"/>
                  </a:cubicBezTo>
                  <a:cubicBezTo>
                    <a:pt x="7906" y="6394"/>
                    <a:pt x="7834" y="6311"/>
                    <a:pt x="7739" y="6311"/>
                  </a:cubicBezTo>
                  <a:lnTo>
                    <a:pt x="345" y="6311"/>
                  </a:lnTo>
                  <a:lnTo>
                    <a:pt x="345" y="334"/>
                  </a:lnTo>
                  <a:lnTo>
                    <a:pt x="4763" y="334"/>
                  </a:lnTo>
                  <a:cubicBezTo>
                    <a:pt x="4858" y="334"/>
                    <a:pt x="4929" y="262"/>
                    <a:pt x="4929" y="167"/>
                  </a:cubicBezTo>
                  <a:cubicBezTo>
                    <a:pt x="4929" y="72"/>
                    <a:pt x="4858"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65"/>
            <p:cNvSpPr/>
            <p:nvPr/>
          </p:nvSpPr>
          <p:spPr>
            <a:xfrm>
              <a:off x="2772655" y="2680800"/>
              <a:ext cx="38491" cy="10613"/>
            </a:xfrm>
            <a:custGeom>
              <a:avLst/>
              <a:gdLst/>
              <a:ahLst/>
              <a:cxnLst/>
              <a:rect l="l" t="t" r="r" b="b"/>
              <a:pathLst>
                <a:path w="1215" h="335" extrusionOk="0">
                  <a:moveTo>
                    <a:pt x="167" y="1"/>
                  </a:moveTo>
                  <a:cubicBezTo>
                    <a:pt x="84" y="1"/>
                    <a:pt x="0" y="72"/>
                    <a:pt x="0" y="168"/>
                  </a:cubicBezTo>
                  <a:cubicBezTo>
                    <a:pt x="0" y="251"/>
                    <a:pt x="84" y="334"/>
                    <a:pt x="167" y="334"/>
                  </a:cubicBezTo>
                  <a:lnTo>
                    <a:pt x="1048" y="334"/>
                  </a:lnTo>
                  <a:cubicBezTo>
                    <a:pt x="1132" y="334"/>
                    <a:pt x="1215" y="251"/>
                    <a:pt x="1215" y="168"/>
                  </a:cubicBezTo>
                  <a:cubicBezTo>
                    <a:pt x="1215" y="72"/>
                    <a:pt x="1132"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65"/>
            <p:cNvSpPr/>
            <p:nvPr/>
          </p:nvSpPr>
          <p:spPr>
            <a:xfrm>
              <a:off x="272928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65"/>
            <p:cNvSpPr/>
            <p:nvPr/>
          </p:nvSpPr>
          <p:spPr>
            <a:xfrm>
              <a:off x="2774176" y="2583131"/>
              <a:ext cx="35482" cy="35862"/>
            </a:xfrm>
            <a:custGeom>
              <a:avLst/>
              <a:gdLst/>
              <a:ahLst/>
              <a:cxnLst/>
              <a:rect l="l" t="t" r="r" b="b"/>
              <a:pathLst>
                <a:path w="1120" h="1132" extrusionOk="0">
                  <a:moveTo>
                    <a:pt x="786" y="334"/>
                  </a:moveTo>
                  <a:lnTo>
                    <a:pt x="786" y="810"/>
                  </a:lnTo>
                  <a:lnTo>
                    <a:pt x="333" y="810"/>
                  </a:lnTo>
                  <a:lnTo>
                    <a:pt x="333" y="334"/>
                  </a:lnTo>
                  <a:close/>
                  <a:moveTo>
                    <a:pt x="167" y="0"/>
                  </a:moveTo>
                  <a:cubicBezTo>
                    <a:pt x="72" y="0"/>
                    <a:pt x="0" y="84"/>
                    <a:pt x="0" y="167"/>
                  </a:cubicBezTo>
                  <a:lnTo>
                    <a:pt x="0" y="977"/>
                  </a:lnTo>
                  <a:cubicBezTo>
                    <a:pt x="0" y="1060"/>
                    <a:pt x="72" y="1131"/>
                    <a:pt x="167" y="1131"/>
                  </a:cubicBezTo>
                  <a:lnTo>
                    <a:pt x="953" y="1131"/>
                  </a:lnTo>
                  <a:cubicBezTo>
                    <a:pt x="1048" y="1131"/>
                    <a:pt x="1119" y="1060"/>
                    <a:pt x="1119" y="977"/>
                  </a:cubicBezTo>
                  <a:lnTo>
                    <a:pt x="1119" y="167"/>
                  </a:lnTo>
                  <a:cubicBezTo>
                    <a:pt x="1119" y="84"/>
                    <a:pt x="1036"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65"/>
            <p:cNvSpPr/>
            <p:nvPr/>
          </p:nvSpPr>
          <p:spPr>
            <a:xfrm>
              <a:off x="281792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65"/>
            <p:cNvSpPr/>
            <p:nvPr/>
          </p:nvSpPr>
          <p:spPr>
            <a:xfrm>
              <a:off x="2653475" y="2431859"/>
              <a:ext cx="342873" cy="275394"/>
            </a:xfrm>
            <a:custGeom>
              <a:avLst/>
              <a:gdLst/>
              <a:ahLst/>
              <a:cxnLst/>
              <a:rect l="l" t="t" r="r" b="b"/>
              <a:pathLst>
                <a:path w="10823" h="8693" extrusionOk="0">
                  <a:moveTo>
                    <a:pt x="6429" y="3001"/>
                  </a:moveTo>
                  <a:cubicBezTo>
                    <a:pt x="6715" y="3870"/>
                    <a:pt x="7489" y="4513"/>
                    <a:pt x="8406" y="4585"/>
                  </a:cubicBezTo>
                  <a:lnTo>
                    <a:pt x="8406" y="7359"/>
                  </a:lnTo>
                  <a:lnTo>
                    <a:pt x="310" y="7359"/>
                  </a:lnTo>
                  <a:lnTo>
                    <a:pt x="310" y="3001"/>
                  </a:lnTo>
                  <a:close/>
                  <a:moveTo>
                    <a:pt x="8608" y="1"/>
                  </a:moveTo>
                  <a:cubicBezTo>
                    <a:pt x="7430" y="1"/>
                    <a:pt x="6477" y="906"/>
                    <a:pt x="6358" y="2073"/>
                  </a:cubicBezTo>
                  <a:lnTo>
                    <a:pt x="4798" y="2073"/>
                  </a:lnTo>
                  <a:cubicBezTo>
                    <a:pt x="4703" y="2073"/>
                    <a:pt x="4632" y="2144"/>
                    <a:pt x="4632" y="2239"/>
                  </a:cubicBezTo>
                  <a:cubicBezTo>
                    <a:pt x="4632" y="2323"/>
                    <a:pt x="4703" y="2394"/>
                    <a:pt x="4798" y="2394"/>
                  </a:cubicBezTo>
                  <a:lnTo>
                    <a:pt x="6334" y="2394"/>
                  </a:lnTo>
                  <a:cubicBezTo>
                    <a:pt x="6334" y="2489"/>
                    <a:pt x="6358" y="2561"/>
                    <a:pt x="6370" y="2656"/>
                  </a:cubicBezTo>
                  <a:lnTo>
                    <a:pt x="167" y="2656"/>
                  </a:lnTo>
                  <a:cubicBezTo>
                    <a:pt x="72" y="2656"/>
                    <a:pt x="0" y="2727"/>
                    <a:pt x="0" y="2811"/>
                  </a:cubicBezTo>
                  <a:lnTo>
                    <a:pt x="0" y="7502"/>
                  </a:lnTo>
                  <a:cubicBezTo>
                    <a:pt x="0" y="7597"/>
                    <a:pt x="72" y="7668"/>
                    <a:pt x="167" y="7668"/>
                  </a:cubicBezTo>
                  <a:lnTo>
                    <a:pt x="8608" y="7668"/>
                  </a:lnTo>
                  <a:cubicBezTo>
                    <a:pt x="8692" y="7668"/>
                    <a:pt x="8763" y="7597"/>
                    <a:pt x="8763" y="7502"/>
                  </a:cubicBezTo>
                  <a:lnTo>
                    <a:pt x="8763" y="4561"/>
                  </a:lnTo>
                  <a:cubicBezTo>
                    <a:pt x="8858" y="4561"/>
                    <a:pt x="8966" y="4537"/>
                    <a:pt x="9049" y="4513"/>
                  </a:cubicBezTo>
                  <a:lnTo>
                    <a:pt x="9049" y="8371"/>
                  </a:lnTo>
                  <a:lnTo>
                    <a:pt x="7787" y="8371"/>
                  </a:lnTo>
                  <a:cubicBezTo>
                    <a:pt x="7692" y="8371"/>
                    <a:pt x="7620" y="8442"/>
                    <a:pt x="7620" y="8526"/>
                  </a:cubicBezTo>
                  <a:cubicBezTo>
                    <a:pt x="7620" y="8621"/>
                    <a:pt x="7692" y="8692"/>
                    <a:pt x="7787" y="8692"/>
                  </a:cubicBezTo>
                  <a:lnTo>
                    <a:pt x="9216" y="8692"/>
                  </a:lnTo>
                  <a:cubicBezTo>
                    <a:pt x="9299" y="8692"/>
                    <a:pt x="9382" y="8621"/>
                    <a:pt x="9382" y="8526"/>
                  </a:cubicBezTo>
                  <a:lnTo>
                    <a:pt x="9382" y="4406"/>
                  </a:lnTo>
                  <a:cubicBezTo>
                    <a:pt x="9632" y="4323"/>
                    <a:pt x="9858" y="4180"/>
                    <a:pt x="10061" y="4001"/>
                  </a:cubicBezTo>
                  <a:cubicBezTo>
                    <a:pt x="10466" y="3644"/>
                    <a:pt x="10728" y="3168"/>
                    <a:pt x="10823" y="2632"/>
                  </a:cubicBezTo>
                  <a:cubicBezTo>
                    <a:pt x="10823" y="2596"/>
                    <a:pt x="10763" y="2501"/>
                    <a:pt x="10668" y="2489"/>
                  </a:cubicBezTo>
                  <a:cubicBezTo>
                    <a:pt x="10656" y="2486"/>
                    <a:pt x="10643" y="2484"/>
                    <a:pt x="10630" y="2484"/>
                  </a:cubicBezTo>
                  <a:cubicBezTo>
                    <a:pt x="10558" y="2484"/>
                    <a:pt x="10488" y="2539"/>
                    <a:pt x="10478" y="2620"/>
                  </a:cubicBezTo>
                  <a:cubicBezTo>
                    <a:pt x="10359" y="3358"/>
                    <a:pt x="9835" y="3942"/>
                    <a:pt x="9168" y="4156"/>
                  </a:cubicBezTo>
                  <a:lnTo>
                    <a:pt x="9144" y="4156"/>
                  </a:lnTo>
                  <a:cubicBezTo>
                    <a:pt x="8966" y="4216"/>
                    <a:pt x="8763" y="4239"/>
                    <a:pt x="8573" y="4239"/>
                  </a:cubicBezTo>
                  <a:cubicBezTo>
                    <a:pt x="7513" y="4239"/>
                    <a:pt x="6656" y="3358"/>
                    <a:pt x="6656" y="2287"/>
                  </a:cubicBezTo>
                  <a:cubicBezTo>
                    <a:pt x="6656" y="1215"/>
                    <a:pt x="7513" y="346"/>
                    <a:pt x="8573" y="346"/>
                  </a:cubicBezTo>
                  <a:cubicBezTo>
                    <a:pt x="9513" y="346"/>
                    <a:pt x="10335" y="1061"/>
                    <a:pt x="10478" y="1989"/>
                  </a:cubicBezTo>
                  <a:cubicBezTo>
                    <a:pt x="10490" y="2084"/>
                    <a:pt x="10585" y="2144"/>
                    <a:pt x="10668" y="2144"/>
                  </a:cubicBezTo>
                  <a:cubicBezTo>
                    <a:pt x="10763" y="2132"/>
                    <a:pt x="10823" y="2037"/>
                    <a:pt x="10823" y="1953"/>
                  </a:cubicBezTo>
                  <a:cubicBezTo>
                    <a:pt x="10751" y="1418"/>
                    <a:pt x="10478" y="918"/>
                    <a:pt x="10073" y="572"/>
                  </a:cubicBezTo>
                  <a:cubicBezTo>
                    <a:pt x="9656" y="215"/>
                    <a:pt x="9144" y="1"/>
                    <a:pt x="8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65"/>
            <p:cNvSpPr/>
            <p:nvPr/>
          </p:nvSpPr>
          <p:spPr>
            <a:xfrm>
              <a:off x="2881286" y="2460529"/>
              <a:ext cx="87532" cy="87912"/>
            </a:xfrm>
            <a:custGeom>
              <a:avLst/>
              <a:gdLst/>
              <a:ahLst/>
              <a:cxnLst/>
              <a:rect l="l" t="t" r="r" b="b"/>
              <a:pathLst>
                <a:path w="2763" h="2775" extrusionOk="0">
                  <a:moveTo>
                    <a:pt x="1414" y="703"/>
                  </a:moveTo>
                  <a:cubicBezTo>
                    <a:pt x="1786" y="703"/>
                    <a:pt x="2084" y="1020"/>
                    <a:pt x="2084" y="1406"/>
                  </a:cubicBezTo>
                  <a:cubicBezTo>
                    <a:pt x="2084" y="1787"/>
                    <a:pt x="1775" y="2108"/>
                    <a:pt x="1394" y="2108"/>
                  </a:cubicBezTo>
                  <a:cubicBezTo>
                    <a:pt x="1013" y="2108"/>
                    <a:pt x="715" y="1787"/>
                    <a:pt x="715" y="1406"/>
                  </a:cubicBezTo>
                  <a:cubicBezTo>
                    <a:pt x="715" y="1013"/>
                    <a:pt x="1024" y="703"/>
                    <a:pt x="1394" y="703"/>
                  </a:cubicBezTo>
                  <a:cubicBezTo>
                    <a:pt x="1400" y="703"/>
                    <a:pt x="1407" y="703"/>
                    <a:pt x="1414" y="703"/>
                  </a:cubicBezTo>
                  <a:close/>
                  <a:moveTo>
                    <a:pt x="1382" y="1"/>
                  </a:moveTo>
                  <a:cubicBezTo>
                    <a:pt x="1286" y="1"/>
                    <a:pt x="1215" y="72"/>
                    <a:pt x="1215" y="167"/>
                  </a:cubicBezTo>
                  <a:lnTo>
                    <a:pt x="1215" y="370"/>
                  </a:lnTo>
                  <a:cubicBezTo>
                    <a:pt x="1048" y="406"/>
                    <a:pt x="917" y="465"/>
                    <a:pt x="786" y="560"/>
                  </a:cubicBezTo>
                  <a:lnTo>
                    <a:pt x="632" y="406"/>
                  </a:lnTo>
                  <a:cubicBezTo>
                    <a:pt x="607" y="374"/>
                    <a:pt x="559" y="356"/>
                    <a:pt x="511" y="356"/>
                  </a:cubicBezTo>
                  <a:cubicBezTo>
                    <a:pt x="467" y="356"/>
                    <a:pt x="422" y="371"/>
                    <a:pt x="393" y="406"/>
                  </a:cubicBezTo>
                  <a:cubicBezTo>
                    <a:pt x="334" y="465"/>
                    <a:pt x="322" y="584"/>
                    <a:pt x="393" y="644"/>
                  </a:cubicBezTo>
                  <a:lnTo>
                    <a:pt x="548" y="798"/>
                  </a:lnTo>
                  <a:cubicBezTo>
                    <a:pt x="453" y="929"/>
                    <a:pt x="393" y="1072"/>
                    <a:pt x="370" y="1227"/>
                  </a:cubicBezTo>
                  <a:lnTo>
                    <a:pt x="155" y="1227"/>
                  </a:lnTo>
                  <a:cubicBezTo>
                    <a:pt x="72" y="1227"/>
                    <a:pt x="0" y="1299"/>
                    <a:pt x="0" y="1394"/>
                  </a:cubicBezTo>
                  <a:cubicBezTo>
                    <a:pt x="0" y="1477"/>
                    <a:pt x="72" y="1549"/>
                    <a:pt x="155" y="1549"/>
                  </a:cubicBezTo>
                  <a:lnTo>
                    <a:pt x="370" y="1549"/>
                  </a:lnTo>
                  <a:cubicBezTo>
                    <a:pt x="393" y="1715"/>
                    <a:pt x="453" y="1870"/>
                    <a:pt x="548" y="1989"/>
                  </a:cubicBezTo>
                  <a:lnTo>
                    <a:pt x="393" y="2132"/>
                  </a:lnTo>
                  <a:cubicBezTo>
                    <a:pt x="334" y="2191"/>
                    <a:pt x="334" y="2311"/>
                    <a:pt x="393" y="2370"/>
                  </a:cubicBezTo>
                  <a:cubicBezTo>
                    <a:pt x="429" y="2406"/>
                    <a:pt x="477" y="2418"/>
                    <a:pt x="512" y="2418"/>
                  </a:cubicBezTo>
                  <a:cubicBezTo>
                    <a:pt x="560" y="2418"/>
                    <a:pt x="608" y="2394"/>
                    <a:pt x="632" y="2370"/>
                  </a:cubicBezTo>
                  <a:lnTo>
                    <a:pt x="786" y="2227"/>
                  </a:lnTo>
                  <a:cubicBezTo>
                    <a:pt x="905" y="2311"/>
                    <a:pt x="1048" y="2370"/>
                    <a:pt x="1215" y="2406"/>
                  </a:cubicBezTo>
                  <a:lnTo>
                    <a:pt x="1215" y="2608"/>
                  </a:lnTo>
                  <a:cubicBezTo>
                    <a:pt x="1215" y="2703"/>
                    <a:pt x="1286" y="2775"/>
                    <a:pt x="1382" y="2775"/>
                  </a:cubicBezTo>
                  <a:cubicBezTo>
                    <a:pt x="1465" y="2775"/>
                    <a:pt x="1548" y="2703"/>
                    <a:pt x="1548" y="2608"/>
                  </a:cubicBezTo>
                  <a:lnTo>
                    <a:pt x="1548" y="2430"/>
                  </a:lnTo>
                  <a:cubicBezTo>
                    <a:pt x="1703" y="2394"/>
                    <a:pt x="1846" y="2346"/>
                    <a:pt x="1977" y="2251"/>
                  </a:cubicBezTo>
                  <a:lnTo>
                    <a:pt x="2120" y="2394"/>
                  </a:lnTo>
                  <a:cubicBezTo>
                    <a:pt x="2156" y="2430"/>
                    <a:pt x="2203" y="2442"/>
                    <a:pt x="2239" y="2442"/>
                  </a:cubicBezTo>
                  <a:cubicBezTo>
                    <a:pt x="2286" y="2442"/>
                    <a:pt x="2334" y="2430"/>
                    <a:pt x="2358" y="2394"/>
                  </a:cubicBezTo>
                  <a:cubicBezTo>
                    <a:pt x="2417" y="2346"/>
                    <a:pt x="2441" y="2215"/>
                    <a:pt x="2358" y="2156"/>
                  </a:cubicBezTo>
                  <a:lnTo>
                    <a:pt x="2215" y="2013"/>
                  </a:lnTo>
                  <a:cubicBezTo>
                    <a:pt x="2298" y="1882"/>
                    <a:pt x="2358" y="1727"/>
                    <a:pt x="2394" y="1584"/>
                  </a:cubicBezTo>
                  <a:lnTo>
                    <a:pt x="2596" y="1584"/>
                  </a:lnTo>
                  <a:cubicBezTo>
                    <a:pt x="2691" y="1584"/>
                    <a:pt x="2763" y="1501"/>
                    <a:pt x="2763" y="1418"/>
                  </a:cubicBezTo>
                  <a:cubicBezTo>
                    <a:pt x="2763" y="1299"/>
                    <a:pt x="2691" y="1227"/>
                    <a:pt x="2608" y="1227"/>
                  </a:cubicBezTo>
                  <a:lnTo>
                    <a:pt x="2394" y="1227"/>
                  </a:lnTo>
                  <a:cubicBezTo>
                    <a:pt x="2370" y="1060"/>
                    <a:pt x="2310" y="906"/>
                    <a:pt x="2215" y="798"/>
                  </a:cubicBezTo>
                  <a:lnTo>
                    <a:pt x="2370" y="644"/>
                  </a:lnTo>
                  <a:cubicBezTo>
                    <a:pt x="2417" y="584"/>
                    <a:pt x="2417" y="465"/>
                    <a:pt x="2370" y="406"/>
                  </a:cubicBezTo>
                  <a:cubicBezTo>
                    <a:pt x="2340" y="376"/>
                    <a:pt x="2292" y="361"/>
                    <a:pt x="2245" y="361"/>
                  </a:cubicBezTo>
                  <a:cubicBezTo>
                    <a:pt x="2197" y="361"/>
                    <a:pt x="2150" y="376"/>
                    <a:pt x="2120" y="406"/>
                  </a:cubicBezTo>
                  <a:lnTo>
                    <a:pt x="1977" y="560"/>
                  </a:lnTo>
                  <a:cubicBezTo>
                    <a:pt x="1858" y="465"/>
                    <a:pt x="1715" y="406"/>
                    <a:pt x="1548" y="370"/>
                  </a:cubicBezTo>
                  <a:lnTo>
                    <a:pt x="1548" y="167"/>
                  </a:ln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65"/>
            <p:cNvSpPr/>
            <p:nvPr/>
          </p:nvSpPr>
          <p:spPr>
            <a:xfrm>
              <a:off x="2908436" y="2488059"/>
              <a:ext cx="33612" cy="33993"/>
            </a:xfrm>
            <a:custGeom>
              <a:avLst/>
              <a:gdLst/>
              <a:ahLst/>
              <a:cxnLst/>
              <a:rect l="l" t="t" r="r" b="b"/>
              <a:pathLst>
                <a:path w="1061" h="1073" extrusionOk="0">
                  <a:moveTo>
                    <a:pt x="525" y="346"/>
                  </a:moveTo>
                  <a:cubicBezTo>
                    <a:pt x="632" y="346"/>
                    <a:pt x="715" y="430"/>
                    <a:pt x="715" y="537"/>
                  </a:cubicBezTo>
                  <a:cubicBezTo>
                    <a:pt x="715" y="632"/>
                    <a:pt x="632" y="727"/>
                    <a:pt x="525" y="727"/>
                  </a:cubicBezTo>
                  <a:cubicBezTo>
                    <a:pt x="417" y="727"/>
                    <a:pt x="334" y="632"/>
                    <a:pt x="334" y="537"/>
                  </a:cubicBezTo>
                  <a:cubicBezTo>
                    <a:pt x="334" y="430"/>
                    <a:pt x="417" y="346"/>
                    <a:pt x="525" y="346"/>
                  </a:cubicBezTo>
                  <a:close/>
                  <a:moveTo>
                    <a:pt x="525" y="1"/>
                  </a:moveTo>
                  <a:cubicBezTo>
                    <a:pt x="239" y="1"/>
                    <a:pt x="1" y="239"/>
                    <a:pt x="1" y="537"/>
                  </a:cubicBezTo>
                  <a:cubicBezTo>
                    <a:pt x="1" y="834"/>
                    <a:pt x="239" y="1072"/>
                    <a:pt x="525" y="1072"/>
                  </a:cubicBezTo>
                  <a:cubicBezTo>
                    <a:pt x="810" y="1072"/>
                    <a:pt x="1048" y="834"/>
                    <a:pt x="1048" y="537"/>
                  </a:cubicBezTo>
                  <a:cubicBezTo>
                    <a:pt x="1060" y="239"/>
                    <a:pt x="822"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0" name="Google Shape;11400;p65"/>
          <p:cNvGrpSpPr/>
          <p:nvPr/>
        </p:nvGrpSpPr>
        <p:grpSpPr>
          <a:xfrm>
            <a:off x="2189142" y="2245910"/>
            <a:ext cx="365904" cy="350064"/>
            <a:chOff x="2189142" y="2421310"/>
            <a:chExt cx="365904" cy="350064"/>
          </a:xfrm>
        </p:grpSpPr>
        <p:sp>
          <p:nvSpPr>
            <p:cNvPr id="11401" name="Google Shape;11401;p65"/>
            <p:cNvSpPr/>
            <p:nvPr/>
          </p:nvSpPr>
          <p:spPr>
            <a:xfrm>
              <a:off x="2400384" y="2421310"/>
              <a:ext cx="154662" cy="162613"/>
            </a:xfrm>
            <a:custGeom>
              <a:avLst/>
              <a:gdLst/>
              <a:ahLst/>
              <a:cxnLst/>
              <a:rect l="l" t="t" r="r" b="b"/>
              <a:pathLst>
                <a:path w="4882" h="5133" extrusionOk="0">
                  <a:moveTo>
                    <a:pt x="2482" y="0"/>
                  </a:moveTo>
                  <a:cubicBezTo>
                    <a:pt x="1731" y="0"/>
                    <a:pt x="996" y="363"/>
                    <a:pt x="548" y="1036"/>
                  </a:cubicBezTo>
                  <a:cubicBezTo>
                    <a:pt x="0" y="1870"/>
                    <a:pt x="24" y="2941"/>
                    <a:pt x="619" y="3727"/>
                  </a:cubicBezTo>
                  <a:lnTo>
                    <a:pt x="560" y="4953"/>
                  </a:lnTo>
                  <a:cubicBezTo>
                    <a:pt x="560" y="5013"/>
                    <a:pt x="595" y="5073"/>
                    <a:pt x="643" y="5096"/>
                  </a:cubicBezTo>
                  <a:cubicBezTo>
                    <a:pt x="667" y="5108"/>
                    <a:pt x="702" y="5132"/>
                    <a:pt x="726" y="5132"/>
                  </a:cubicBezTo>
                  <a:cubicBezTo>
                    <a:pt x="762" y="5132"/>
                    <a:pt x="774" y="5132"/>
                    <a:pt x="798" y="5108"/>
                  </a:cubicBezTo>
                  <a:lnTo>
                    <a:pt x="1905" y="4596"/>
                  </a:lnTo>
                  <a:cubicBezTo>
                    <a:pt x="2090" y="4640"/>
                    <a:pt x="2289" y="4665"/>
                    <a:pt x="2486" y="4665"/>
                  </a:cubicBezTo>
                  <a:cubicBezTo>
                    <a:pt x="2555" y="4665"/>
                    <a:pt x="2623" y="4662"/>
                    <a:pt x="2691" y="4656"/>
                  </a:cubicBezTo>
                  <a:cubicBezTo>
                    <a:pt x="2786" y="4632"/>
                    <a:pt x="2858" y="4561"/>
                    <a:pt x="2846" y="4477"/>
                  </a:cubicBezTo>
                  <a:cubicBezTo>
                    <a:pt x="2824" y="4389"/>
                    <a:pt x="2761" y="4321"/>
                    <a:pt x="2685" y="4321"/>
                  </a:cubicBezTo>
                  <a:cubicBezTo>
                    <a:pt x="2679" y="4321"/>
                    <a:pt x="2673" y="4322"/>
                    <a:pt x="2667" y="4322"/>
                  </a:cubicBezTo>
                  <a:cubicBezTo>
                    <a:pt x="2597" y="4332"/>
                    <a:pt x="2528" y="4336"/>
                    <a:pt x="2461" y="4336"/>
                  </a:cubicBezTo>
                  <a:cubicBezTo>
                    <a:pt x="2277" y="4336"/>
                    <a:pt x="2103" y="4303"/>
                    <a:pt x="1929" y="4251"/>
                  </a:cubicBezTo>
                  <a:cubicBezTo>
                    <a:pt x="1913" y="4240"/>
                    <a:pt x="1897" y="4234"/>
                    <a:pt x="1880" y="4234"/>
                  </a:cubicBezTo>
                  <a:cubicBezTo>
                    <a:pt x="1859" y="4234"/>
                    <a:pt x="1836" y="4243"/>
                    <a:pt x="1810" y="4263"/>
                  </a:cubicBezTo>
                  <a:lnTo>
                    <a:pt x="905" y="4680"/>
                  </a:lnTo>
                  <a:lnTo>
                    <a:pt x="953" y="3680"/>
                  </a:lnTo>
                  <a:cubicBezTo>
                    <a:pt x="953" y="3632"/>
                    <a:pt x="941" y="3608"/>
                    <a:pt x="917" y="3560"/>
                  </a:cubicBezTo>
                  <a:cubicBezTo>
                    <a:pt x="381" y="2882"/>
                    <a:pt x="345" y="1941"/>
                    <a:pt x="833" y="1215"/>
                  </a:cubicBezTo>
                  <a:cubicBezTo>
                    <a:pt x="1218" y="642"/>
                    <a:pt x="1855" y="327"/>
                    <a:pt x="2504" y="327"/>
                  </a:cubicBezTo>
                  <a:cubicBezTo>
                    <a:pt x="2880" y="327"/>
                    <a:pt x="3259" y="433"/>
                    <a:pt x="3596" y="655"/>
                  </a:cubicBezTo>
                  <a:cubicBezTo>
                    <a:pt x="4048" y="953"/>
                    <a:pt x="4346" y="1405"/>
                    <a:pt x="4453" y="1929"/>
                  </a:cubicBezTo>
                  <a:cubicBezTo>
                    <a:pt x="4548" y="2441"/>
                    <a:pt x="4453" y="2989"/>
                    <a:pt x="4155" y="3418"/>
                  </a:cubicBezTo>
                  <a:cubicBezTo>
                    <a:pt x="3941" y="3727"/>
                    <a:pt x="3643" y="3977"/>
                    <a:pt x="3286" y="4132"/>
                  </a:cubicBezTo>
                  <a:cubicBezTo>
                    <a:pt x="3203" y="4156"/>
                    <a:pt x="3167" y="4263"/>
                    <a:pt x="3203" y="4346"/>
                  </a:cubicBezTo>
                  <a:cubicBezTo>
                    <a:pt x="3221" y="4419"/>
                    <a:pt x="3288" y="4450"/>
                    <a:pt x="3356" y="4450"/>
                  </a:cubicBezTo>
                  <a:cubicBezTo>
                    <a:pt x="3376" y="4450"/>
                    <a:pt x="3397" y="4447"/>
                    <a:pt x="3417" y="4442"/>
                  </a:cubicBezTo>
                  <a:cubicBezTo>
                    <a:pt x="3834" y="4263"/>
                    <a:pt x="4179" y="3977"/>
                    <a:pt x="4429" y="3608"/>
                  </a:cubicBezTo>
                  <a:cubicBezTo>
                    <a:pt x="4763" y="3108"/>
                    <a:pt x="4882" y="2477"/>
                    <a:pt x="4763" y="1882"/>
                  </a:cubicBezTo>
                  <a:cubicBezTo>
                    <a:pt x="4643" y="1274"/>
                    <a:pt x="4286" y="751"/>
                    <a:pt x="3774" y="393"/>
                  </a:cubicBezTo>
                  <a:cubicBezTo>
                    <a:pt x="3376" y="128"/>
                    <a:pt x="2926"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65"/>
            <p:cNvSpPr/>
            <p:nvPr/>
          </p:nvSpPr>
          <p:spPr>
            <a:xfrm>
              <a:off x="2292862" y="2724899"/>
              <a:ext cx="168252" cy="46475"/>
            </a:xfrm>
            <a:custGeom>
              <a:avLst/>
              <a:gdLst/>
              <a:ahLst/>
              <a:cxnLst/>
              <a:rect l="l" t="t" r="r" b="b"/>
              <a:pathLst>
                <a:path w="5311" h="1467" extrusionOk="0">
                  <a:moveTo>
                    <a:pt x="5139" y="1"/>
                  </a:moveTo>
                  <a:cubicBezTo>
                    <a:pt x="5133" y="1"/>
                    <a:pt x="5127" y="1"/>
                    <a:pt x="5120" y="2"/>
                  </a:cubicBezTo>
                  <a:cubicBezTo>
                    <a:pt x="5025" y="26"/>
                    <a:pt x="4954" y="97"/>
                    <a:pt x="4966" y="193"/>
                  </a:cubicBezTo>
                  <a:cubicBezTo>
                    <a:pt x="4966" y="264"/>
                    <a:pt x="4989" y="323"/>
                    <a:pt x="4989" y="395"/>
                  </a:cubicBezTo>
                  <a:lnTo>
                    <a:pt x="4989" y="1145"/>
                  </a:lnTo>
                  <a:lnTo>
                    <a:pt x="167" y="1145"/>
                  </a:lnTo>
                  <a:cubicBezTo>
                    <a:pt x="72" y="1145"/>
                    <a:pt x="1" y="1216"/>
                    <a:pt x="1" y="1300"/>
                  </a:cubicBezTo>
                  <a:cubicBezTo>
                    <a:pt x="1" y="1395"/>
                    <a:pt x="72" y="1466"/>
                    <a:pt x="167" y="1466"/>
                  </a:cubicBezTo>
                  <a:lnTo>
                    <a:pt x="5144" y="1466"/>
                  </a:lnTo>
                  <a:cubicBezTo>
                    <a:pt x="5239" y="1466"/>
                    <a:pt x="5311" y="1395"/>
                    <a:pt x="5311" y="1300"/>
                  </a:cubicBezTo>
                  <a:lnTo>
                    <a:pt x="5311" y="395"/>
                  </a:lnTo>
                  <a:cubicBezTo>
                    <a:pt x="5311" y="323"/>
                    <a:pt x="5311" y="252"/>
                    <a:pt x="5299" y="157"/>
                  </a:cubicBezTo>
                  <a:cubicBezTo>
                    <a:pt x="5288" y="69"/>
                    <a:pt x="5216" y="1"/>
                    <a:pt x="5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65"/>
            <p:cNvSpPr/>
            <p:nvPr/>
          </p:nvSpPr>
          <p:spPr>
            <a:xfrm>
              <a:off x="2189142" y="2460149"/>
              <a:ext cx="266714" cy="310844"/>
            </a:xfrm>
            <a:custGeom>
              <a:avLst/>
              <a:gdLst/>
              <a:ahLst/>
              <a:cxnLst/>
              <a:rect l="l" t="t" r="r" b="b"/>
              <a:pathLst>
                <a:path w="8419" h="9812" extrusionOk="0">
                  <a:moveTo>
                    <a:pt x="3525" y="787"/>
                  </a:moveTo>
                  <a:lnTo>
                    <a:pt x="3525" y="787"/>
                  </a:lnTo>
                  <a:cubicBezTo>
                    <a:pt x="3322" y="1382"/>
                    <a:pt x="2977" y="1703"/>
                    <a:pt x="2751" y="1834"/>
                  </a:cubicBezTo>
                  <a:cubicBezTo>
                    <a:pt x="2787" y="1358"/>
                    <a:pt x="3096" y="941"/>
                    <a:pt x="3525" y="787"/>
                  </a:cubicBezTo>
                  <a:close/>
                  <a:moveTo>
                    <a:pt x="4692" y="715"/>
                  </a:moveTo>
                  <a:cubicBezTo>
                    <a:pt x="5323" y="715"/>
                    <a:pt x="5846" y="1239"/>
                    <a:pt x="5846" y="1870"/>
                  </a:cubicBezTo>
                  <a:lnTo>
                    <a:pt x="5846" y="2608"/>
                  </a:lnTo>
                  <a:cubicBezTo>
                    <a:pt x="5168" y="2561"/>
                    <a:pt x="4644" y="2215"/>
                    <a:pt x="4299" y="1596"/>
                  </a:cubicBezTo>
                  <a:cubicBezTo>
                    <a:pt x="4108" y="1251"/>
                    <a:pt x="4013" y="906"/>
                    <a:pt x="3977" y="715"/>
                  </a:cubicBezTo>
                  <a:close/>
                  <a:moveTo>
                    <a:pt x="2048" y="2454"/>
                  </a:moveTo>
                  <a:lnTo>
                    <a:pt x="2048" y="3525"/>
                  </a:lnTo>
                  <a:cubicBezTo>
                    <a:pt x="1858" y="3454"/>
                    <a:pt x="1715" y="3275"/>
                    <a:pt x="1715" y="3049"/>
                  </a:cubicBezTo>
                  <a:lnTo>
                    <a:pt x="1715" y="2930"/>
                  </a:lnTo>
                  <a:cubicBezTo>
                    <a:pt x="1715" y="2704"/>
                    <a:pt x="1846" y="2525"/>
                    <a:pt x="2048" y="2454"/>
                  </a:cubicBezTo>
                  <a:close/>
                  <a:moveTo>
                    <a:pt x="6549" y="2454"/>
                  </a:moveTo>
                  <a:cubicBezTo>
                    <a:pt x="6739" y="2537"/>
                    <a:pt x="6894" y="2715"/>
                    <a:pt x="6894" y="2930"/>
                  </a:cubicBezTo>
                  <a:lnTo>
                    <a:pt x="6894" y="3049"/>
                  </a:lnTo>
                  <a:cubicBezTo>
                    <a:pt x="6894" y="3275"/>
                    <a:pt x="6751" y="3454"/>
                    <a:pt x="6549" y="3525"/>
                  </a:cubicBezTo>
                  <a:lnTo>
                    <a:pt x="6549" y="2454"/>
                  </a:lnTo>
                  <a:close/>
                  <a:moveTo>
                    <a:pt x="3739" y="1168"/>
                  </a:moveTo>
                  <a:cubicBezTo>
                    <a:pt x="3799" y="1346"/>
                    <a:pt x="3870" y="1549"/>
                    <a:pt x="3989" y="1763"/>
                  </a:cubicBezTo>
                  <a:cubicBezTo>
                    <a:pt x="4394" y="2489"/>
                    <a:pt x="5025" y="2906"/>
                    <a:pt x="5835" y="2954"/>
                  </a:cubicBezTo>
                  <a:lnTo>
                    <a:pt x="5835" y="3251"/>
                  </a:lnTo>
                  <a:cubicBezTo>
                    <a:pt x="5846" y="3894"/>
                    <a:pt x="5501" y="4489"/>
                    <a:pt x="4942" y="4835"/>
                  </a:cubicBezTo>
                  <a:lnTo>
                    <a:pt x="4692" y="4990"/>
                  </a:lnTo>
                  <a:cubicBezTo>
                    <a:pt x="4573" y="5055"/>
                    <a:pt x="4439" y="5088"/>
                    <a:pt x="4305" y="5088"/>
                  </a:cubicBezTo>
                  <a:cubicBezTo>
                    <a:pt x="4171" y="5088"/>
                    <a:pt x="4037" y="5055"/>
                    <a:pt x="3918" y="4990"/>
                  </a:cubicBezTo>
                  <a:lnTo>
                    <a:pt x="3656" y="4835"/>
                  </a:lnTo>
                  <a:cubicBezTo>
                    <a:pt x="3096" y="4513"/>
                    <a:pt x="2751" y="3906"/>
                    <a:pt x="2751" y="3251"/>
                  </a:cubicBezTo>
                  <a:lnTo>
                    <a:pt x="2751" y="2215"/>
                  </a:lnTo>
                  <a:cubicBezTo>
                    <a:pt x="2965" y="2108"/>
                    <a:pt x="3418" y="1834"/>
                    <a:pt x="3739" y="1168"/>
                  </a:cubicBezTo>
                  <a:close/>
                  <a:moveTo>
                    <a:pt x="4942" y="5228"/>
                  </a:moveTo>
                  <a:lnTo>
                    <a:pt x="4942" y="5656"/>
                  </a:lnTo>
                  <a:cubicBezTo>
                    <a:pt x="4894" y="5656"/>
                    <a:pt x="4834" y="5668"/>
                    <a:pt x="4787" y="5668"/>
                  </a:cubicBezTo>
                  <a:cubicBezTo>
                    <a:pt x="4751" y="5549"/>
                    <a:pt x="4668" y="5454"/>
                    <a:pt x="4573" y="5382"/>
                  </a:cubicBezTo>
                  <a:cubicBezTo>
                    <a:pt x="4668" y="5359"/>
                    <a:pt x="4763" y="5335"/>
                    <a:pt x="4846" y="5275"/>
                  </a:cubicBezTo>
                  <a:lnTo>
                    <a:pt x="4942" y="5228"/>
                  </a:lnTo>
                  <a:close/>
                  <a:moveTo>
                    <a:pt x="4299" y="5656"/>
                  </a:moveTo>
                  <a:cubicBezTo>
                    <a:pt x="4406" y="5656"/>
                    <a:pt x="4477" y="5728"/>
                    <a:pt x="4477" y="5835"/>
                  </a:cubicBezTo>
                  <a:cubicBezTo>
                    <a:pt x="4477" y="5942"/>
                    <a:pt x="4406" y="6013"/>
                    <a:pt x="4299" y="6013"/>
                  </a:cubicBezTo>
                  <a:cubicBezTo>
                    <a:pt x="4215" y="6013"/>
                    <a:pt x="4120" y="5930"/>
                    <a:pt x="4120" y="5835"/>
                  </a:cubicBezTo>
                  <a:cubicBezTo>
                    <a:pt x="4120" y="5728"/>
                    <a:pt x="4192" y="5656"/>
                    <a:pt x="4299" y="5656"/>
                  </a:cubicBezTo>
                  <a:close/>
                  <a:moveTo>
                    <a:pt x="3656" y="5228"/>
                  </a:moveTo>
                  <a:lnTo>
                    <a:pt x="3751" y="5263"/>
                  </a:lnTo>
                  <a:cubicBezTo>
                    <a:pt x="3834" y="5323"/>
                    <a:pt x="3941" y="5359"/>
                    <a:pt x="4037" y="5382"/>
                  </a:cubicBezTo>
                  <a:cubicBezTo>
                    <a:pt x="3882" y="5478"/>
                    <a:pt x="3775" y="5644"/>
                    <a:pt x="3775" y="5835"/>
                  </a:cubicBezTo>
                  <a:cubicBezTo>
                    <a:pt x="3775" y="6121"/>
                    <a:pt x="4013" y="6359"/>
                    <a:pt x="4299" y="6359"/>
                  </a:cubicBezTo>
                  <a:cubicBezTo>
                    <a:pt x="4525" y="6359"/>
                    <a:pt x="4715" y="6204"/>
                    <a:pt x="4787" y="6013"/>
                  </a:cubicBezTo>
                  <a:cubicBezTo>
                    <a:pt x="4834" y="6013"/>
                    <a:pt x="4894" y="6013"/>
                    <a:pt x="4942" y="6002"/>
                  </a:cubicBezTo>
                  <a:lnTo>
                    <a:pt x="4942" y="6073"/>
                  </a:lnTo>
                  <a:lnTo>
                    <a:pt x="4299" y="6514"/>
                  </a:lnTo>
                  <a:lnTo>
                    <a:pt x="3656" y="6061"/>
                  </a:lnTo>
                  <a:lnTo>
                    <a:pt x="3656" y="5228"/>
                  </a:lnTo>
                  <a:close/>
                  <a:moveTo>
                    <a:pt x="3656" y="6466"/>
                  </a:moveTo>
                  <a:lnTo>
                    <a:pt x="4049" y="6740"/>
                  </a:lnTo>
                  <a:lnTo>
                    <a:pt x="3656" y="7204"/>
                  </a:lnTo>
                  <a:lnTo>
                    <a:pt x="3656" y="6549"/>
                  </a:lnTo>
                  <a:lnTo>
                    <a:pt x="3656" y="6466"/>
                  </a:lnTo>
                  <a:close/>
                  <a:moveTo>
                    <a:pt x="4942" y="6466"/>
                  </a:moveTo>
                  <a:lnTo>
                    <a:pt x="4942" y="6549"/>
                  </a:lnTo>
                  <a:lnTo>
                    <a:pt x="4942" y="7204"/>
                  </a:lnTo>
                  <a:lnTo>
                    <a:pt x="4549" y="6740"/>
                  </a:lnTo>
                  <a:lnTo>
                    <a:pt x="4942" y="6466"/>
                  </a:lnTo>
                  <a:close/>
                  <a:moveTo>
                    <a:pt x="3858" y="1"/>
                  </a:moveTo>
                  <a:cubicBezTo>
                    <a:pt x="2858" y="1"/>
                    <a:pt x="2048" y="799"/>
                    <a:pt x="2048" y="1799"/>
                  </a:cubicBezTo>
                  <a:lnTo>
                    <a:pt x="2048" y="2096"/>
                  </a:lnTo>
                  <a:cubicBezTo>
                    <a:pt x="1667" y="2168"/>
                    <a:pt x="1382" y="2513"/>
                    <a:pt x="1382" y="2918"/>
                  </a:cubicBezTo>
                  <a:lnTo>
                    <a:pt x="1382" y="3037"/>
                  </a:lnTo>
                  <a:cubicBezTo>
                    <a:pt x="1382" y="3501"/>
                    <a:pt x="1751" y="3870"/>
                    <a:pt x="2215" y="3870"/>
                  </a:cubicBezTo>
                  <a:cubicBezTo>
                    <a:pt x="2310" y="3870"/>
                    <a:pt x="2382" y="3799"/>
                    <a:pt x="2382" y="3704"/>
                  </a:cubicBezTo>
                  <a:lnTo>
                    <a:pt x="2382" y="2251"/>
                  </a:lnTo>
                  <a:lnTo>
                    <a:pt x="2382" y="1799"/>
                  </a:lnTo>
                  <a:cubicBezTo>
                    <a:pt x="2382" y="1001"/>
                    <a:pt x="3037" y="346"/>
                    <a:pt x="3834" y="346"/>
                  </a:cubicBezTo>
                  <a:lnTo>
                    <a:pt x="4727" y="346"/>
                  </a:lnTo>
                  <a:cubicBezTo>
                    <a:pt x="5537" y="346"/>
                    <a:pt x="6192" y="1001"/>
                    <a:pt x="6192" y="1799"/>
                  </a:cubicBezTo>
                  <a:lnTo>
                    <a:pt x="6192" y="2251"/>
                  </a:lnTo>
                  <a:lnTo>
                    <a:pt x="6192" y="4180"/>
                  </a:lnTo>
                  <a:cubicBezTo>
                    <a:pt x="6192" y="4811"/>
                    <a:pt x="5799" y="5335"/>
                    <a:pt x="5251" y="5549"/>
                  </a:cubicBezTo>
                  <a:lnTo>
                    <a:pt x="5251" y="5001"/>
                  </a:lnTo>
                  <a:cubicBezTo>
                    <a:pt x="5823" y="4597"/>
                    <a:pt x="6156" y="3930"/>
                    <a:pt x="6156" y="3227"/>
                  </a:cubicBezTo>
                  <a:lnTo>
                    <a:pt x="6156" y="1870"/>
                  </a:lnTo>
                  <a:cubicBezTo>
                    <a:pt x="6156" y="1037"/>
                    <a:pt x="5489" y="370"/>
                    <a:pt x="4656" y="370"/>
                  </a:cubicBezTo>
                  <a:lnTo>
                    <a:pt x="3894" y="370"/>
                  </a:lnTo>
                  <a:cubicBezTo>
                    <a:pt x="3834" y="370"/>
                    <a:pt x="3775" y="370"/>
                    <a:pt x="3715" y="382"/>
                  </a:cubicBezTo>
                  <a:cubicBezTo>
                    <a:pt x="2965" y="477"/>
                    <a:pt x="2394" y="1120"/>
                    <a:pt x="2394" y="1870"/>
                  </a:cubicBezTo>
                  <a:lnTo>
                    <a:pt x="2394" y="2084"/>
                  </a:lnTo>
                  <a:lnTo>
                    <a:pt x="2394" y="3227"/>
                  </a:lnTo>
                  <a:cubicBezTo>
                    <a:pt x="2394" y="3930"/>
                    <a:pt x="2739" y="4585"/>
                    <a:pt x="3299" y="5001"/>
                  </a:cubicBezTo>
                  <a:lnTo>
                    <a:pt x="3299" y="6013"/>
                  </a:lnTo>
                  <a:lnTo>
                    <a:pt x="1596" y="6561"/>
                  </a:lnTo>
                  <a:cubicBezTo>
                    <a:pt x="643" y="6859"/>
                    <a:pt x="1" y="7740"/>
                    <a:pt x="1" y="8740"/>
                  </a:cubicBezTo>
                  <a:lnTo>
                    <a:pt x="1" y="9645"/>
                  </a:lnTo>
                  <a:cubicBezTo>
                    <a:pt x="1" y="9740"/>
                    <a:pt x="72" y="9812"/>
                    <a:pt x="167" y="9812"/>
                  </a:cubicBezTo>
                  <a:lnTo>
                    <a:pt x="2739" y="9812"/>
                  </a:lnTo>
                  <a:cubicBezTo>
                    <a:pt x="2822" y="9812"/>
                    <a:pt x="2906" y="9740"/>
                    <a:pt x="2906" y="9645"/>
                  </a:cubicBezTo>
                  <a:cubicBezTo>
                    <a:pt x="2906" y="9550"/>
                    <a:pt x="2822" y="9478"/>
                    <a:pt x="2739" y="9478"/>
                  </a:cubicBezTo>
                  <a:lnTo>
                    <a:pt x="322" y="9478"/>
                  </a:lnTo>
                  <a:lnTo>
                    <a:pt x="322" y="8740"/>
                  </a:lnTo>
                  <a:cubicBezTo>
                    <a:pt x="322" y="7883"/>
                    <a:pt x="882" y="7133"/>
                    <a:pt x="1679" y="6871"/>
                  </a:cubicBezTo>
                  <a:lnTo>
                    <a:pt x="3287" y="6359"/>
                  </a:lnTo>
                  <a:lnTo>
                    <a:pt x="3287" y="6537"/>
                  </a:lnTo>
                  <a:lnTo>
                    <a:pt x="3287" y="7657"/>
                  </a:lnTo>
                  <a:cubicBezTo>
                    <a:pt x="3287" y="7728"/>
                    <a:pt x="3334" y="7788"/>
                    <a:pt x="3394" y="7811"/>
                  </a:cubicBezTo>
                  <a:cubicBezTo>
                    <a:pt x="3406" y="7811"/>
                    <a:pt x="3441" y="7835"/>
                    <a:pt x="3453" y="7835"/>
                  </a:cubicBezTo>
                  <a:cubicBezTo>
                    <a:pt x="3501" y="7835"/>
                    <a:pt x="3537" y="7811"/>
                    <a:pt x="3584" y="7776"/>
                  </a:cubicBezTo>
                  <a:lnTo>
                    <a:pt x="4275" y="6966"/>
                  </a:lnTo>
                  <a:lnTo>
                    <a:pt x="4954" y="7776"/>
                  </a:lnTo>
                  <a:cubicBezTo>
                    <a:pt x="4989" y="7811"/>
                    <a:pt x="5025" y="7835"/>
                    <a:pt x="5084" y="7835"/>
                  </a:cubicBezTo>
                  <a:cubicBezTo>
                    <a:pt x="5108" y="7835"/>
                    <a:pt x="5132" y="7835"/>
                    <a:pt x="5144" y="7811"/>
                  </a:cubicBezTo>
                  <a:cubicBezTo>
                    <a:pt x="5204" y="7788"/>
                    <a:pt x="5251" y="7728"/>
                    <a:pt x="5251" y="7657"/>
                  </a:cubicBezTo>
                  <a:lnTo>
                    <a:pt x="5251" y="6359"/>
                  </a:lnTo>
                  <a:lnTo>
                    <a:pt x="6859" y="6871"/>
                  </a:lnTo>
                  <a:cubicBezTo>
                    <a:pt x="7382" y="7037"/>
                    <a:pt x="7811" y="7430"/>
                    <a:pt x="8037" y="7918"/>
                  </a:cubicBezTo>
                  <a:cubicBezTo>
                    <a:pt x="8074" y="7991"/>
                    <a:pt x="8131" y="8022"/>
                    <a:pt x="8198" y="8022"/>
                  </a:cubicBezTo>
                  <a:cubicBezTo>
                    <a:pt x="8219" y="8022"/>
                    <a:pt x="8241" y="8019"/>
                    <a:pt x="8263" y="8014"/>
                  </a:cubicBezTo>
                  <a:cubicBezTo>
                    <a:pt x="8383" y="7990"/>
                    <a:pt x="8418" y="7895"/>
                    <a:pt x="8383" y="7799"/>
                  </a:cubicBezTo>
                  <a:cubicBezTo>
                    <a:pt x="8109" y="7216"/>
                    <a:pt x="7609" y="6775"/>
                    <a:pt x="6989" y="6561"/>
                  </a:cubicBezTo>
                  <a:lnTo>
                    <a:pt x="5287" y="6013"/>
                  </a:lnTo>
                  <a:lnTo>
                    <a:pt x="5287" y="5906"/>
                  </a:lnTo>
                  <a:cubicBezTo>
                    <a:pt x="6013" y="5680"/>
                    <a:pt x="6549" y="5001"/>
                    <a:pt x="6549" y="4180"/>
                  </a:cubicBezTo>
                  <a:lnTo>
                    <a:pt x="6549" y="3858"/>
                  </a:lnTo>
                  <a:cubicBezTo>
                    <a:pt x="6930" y="3775"/>
                    <a:pt x="7216" y="3442"/>
                    <a:pt x="7216" y="3037"/>
                  </a:cubicBezTo>
                  <a:lnTo>
                    <a:pt x="7216" y="2918"/>
                  </a:lnTo>
                  <a:cubicBezTo>
                    <a:pt x="7216" y="2513"/>
                    <a:pt x="6930" y="2168"/>
                    <a:pt x="6549" y="2096"/>
                  </a:cubicBezTo>
                  <a:lnTo>
                    <a:pt x="6549" y="1799"/>
                  </a:lnTo>
                  <a:cubicBezTo>
                    <a:pt x="6549" y="799"/>
                    <a:pt x="5739"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65"/>
            <p:cNvSpPr/>
            <p:nvPr/>
          </p:nvSpPr>
          <p:spPr>
            <a:xfrm>
              <a:off x="2320012" y="2699682"/>
              <a:ext cx="10993" cy="11341"/>
            </a:xfrm>
            <a:custGeom>
              <a:avLst/>
              <a:gdLst/>
              <a:ahLst/>
              <a:cxnLst/>
              <a:rect l="l" t="t" r="r" b="b"/>
              <a:pathLst>
                <a:path w="347" h="358" extrusionOk="0">
                  <a:moveTo>
                    <a:pt x="168" y="0"/>
                  </a:moveTo>
                  <a:cubicBezTo>
                    <a:pt x="84" y="0"/>
                    <a:pt x="1" y="72"/>
                    <a:pt x="1" y="167"/>
                  </a:cubicBezTo>
                  <a:lnTo>
                    <a:pt x="1" y="191"/>
                  </a:lnTo>
                  <a:cubicBezTo>
                    <a:pt x="1" y="286"/>
                    <a:pt x="84" y="357"/>
                    <a:pt x="168" y="357"/>
                  </a:cubicBezTo>
                  <a:cubicBezTo>
                    <a:pt x="263" y="357"/>
                    <a:pt x="334" y="286"/>
                    <a:pt x="334" y="191"/>
                  </a:cubicBezTo>
                  <a:lnTo>
                    <a:pt x="334" y="167"/>
                  </a:lnTo>
                  <a:cubicBezTo>
                    <a:pt x="346"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65"/>
            <p:cNvSpPr/>
            <p:nvPr/>
          </p:nvSpPr>
          <p:spPr>
            <a:xfrm>
              <a:off x="2320012" y="2718151"/>
              <a:ext cx="10993" cy="11341"/>
            </a:xfrm>
            <a:custGeom>
              <a:avLst/>
              <a:gdLst/>
              <a:ahLst/>
              <a:cxnLst/>
              <a:rect l="l" t="t" r="r" b="b"/>
              <a:pathLst>
                <a:path w="347" h="358" extrusionOk="0">
                  <a:moveTo>
                    <a:pt x="168" y="1"/>
                  </a:moveTo>
                  <a:cubicBezTo>
                    <a:pt x="84" y="1"/>
                    <a:pt x="1" y="72"/>
                    <a:pt x="1" y="167"/>
                  </a:cubicBezTo>
                  <a:lnTo>
                    <a:pt x="1" y="191"/>
                  </a:lnTo>
                  <a:cubicBezTo>
                    <a:pt x="1" y="286"/>
                    <a:pt x="84" y="358"/>
                    <a:pt x="168" y="358"/>
                  </a:cubicBezTo>
                  <a:cubicBezTo>
                    <a:pt x="263" y="358"/>
                    <a:pt x="334" y="286"/>
                    <a:pt x="334" y="191"/>
                  </a:cubicBezTo>
                  <a:lnTo>
                    <a:pt x="334" y="167"/>
                  </a:lnTo>
                  <a:cubicBezTo>
                    <a:pt x="346"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65"/>
            <p:cNvSpPr/>
            <p:nvPr/>
          </p:nvSpPr>
          <p:spPr>
            <a:xfrm>
              <a:off x="2364522" y="2716662"/>
              <a:ext cx="63804" cy="30571"/>
            </a:xfrm>
            <a:custGeom>
              <a:avLst/>
              <a:gdLst/>
              <a:ahLst/>
              <a:cxnLst/>
              <a:rect l="l" t="t" r="r" b="b"/>
              <a:pathLst>
                <a:path w="2014" h="965" extrusionOk="0">
                  <a:moveTo>
                    <a:pt x="1596" y="322"/>
                  </a:moveTo>
                  <a:cubicBezTo>
                    <a:pt x="1632" y="322"/>
                    <a:pt x="1668" y="357"/>
                    <a:pt x="1668" y="405"/>
                  </a:cubicBezTo>
                  <a:lnTo>
                    <a:pt x="1668" y="560"/>
                  </a:lnTo>
                  <a:cubicBezTo>
                    <a:pt x="1668" y="607"/>
                    <a:pt x="1632" y="643"/>
                    <a:pt x="1596" y="643"/>
                  </a:cubicBezTo>
                  <a:lnTo>
                    <a:pt x="382" y="643"/>
                  </a:lnTo>
                  <a:cubicBezTo>
                    <a:pt x="346" y="643"/>
                    <a:pt x="310" y="607"/>
                    <a:pt x="310" y="560"/>
                  </a:cubicBezTo>
                  <a:lnTo>
                    <a:pt x="310" y="405"/>
                  </a:lnTo>
                  <a:cubicBezTo>
                    <a:pt x="310" y="357"/>
                    <a:pt x="346" y="322"/>
                    <a:pt x="382" y="322"/>
                  </a:cubicBezTo>
                  <a:close/>
                  <a:moveTo>
                    <a:pt x="406" y="0"/>
                  </a:moveTo>
                  <a:cubicBezTo>
                    <a:pt x="180" y="0"/>
                    <a:pt x="1" y="179"/>
                    <a:pt x="1" y="405"/>
                  </a:cubicBezTo>
                  <a:lnTo>
                    <a:pt x="1" y="572"/>
                  </a:lnTo>
                  <a:cubicBezTo>
                    <a:pt x="1" y="786"/>
                    <a:pt x="180" y="964"/>
                    <a:pt x="406" y="964"/>
                  </a:cubicBezTo>
                  <a:lnTo>
                    <a:pt x="1608" y="964"/>
                  </a:lnTo>
                  <a:cubicBezTo>
                    <a:pt x="1834" y="964"/>
                    <a:pt x="2013" y="786"/>
                    <a:pt x="2013" y="572"/>
                  </a:cubicBezTo>
                  <a:lnTo>
                    <a:pt x="2013" y="405"/>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65"/>
            <p:cNvSpPr/>
            <p:nvPr/>
          </p:nvSpPr>
          <p:spPr>
            <a:xfrm>
              <a:off x="2437323" y="2454510"/>
              <a:ext cx="82273" cy="83002"/>
            </a:xfrm>
            <a:custGeom>
              <a:avLst/>
              <a:gdLst/>
              <a:ahLst/>
              <a:cxnLst/>
              <a:rect l="l" t="t" r="r" b="b"/>
              <a:pathLst>
                <a:path w="2597" h="2620" extrusionOk="0">
                  <a:moveTo>
                    <a:pt x="1299" y="655"/>
                  </a:moveTo>
                  <a:cubicBezTo>
                    <a:pt x="1656" y="655"/>
                    <a:pt x="1942" y="953"/>
                    <a:pt x="1942" y="1310"/>
                  </a:cubicBezTo>
                  <a:cubicBezTo>
                    <a:pt x="1930" y="1667"/>
                    <a:pt x="1644" y="1965"/>
                    <a:pt x="1299" y="1965"/>
                  </a:cubicBezTo>
                  <a:cubicBezTo>
                    <a:pt x="941" y="1965"/>
                    <a:pt x="668" y="1667"/>
                    <a:pt x="668" y="1310"/>
                  </a:cubicBezTo>
                  <a:cubicBezTo>
                    <a:pt x="668" y="953"/>
                    <a:pt x="941" y="655"/>
                    <a:pt x="1299" y="655"/>
                  </a:cubicBezTo>
                  <a:close/>
                  <a:moveTo>
                    <a:pt x="1299" y="0"/>
                  </a:moveTo>
                  <a:cubicBezTo>
                    <a:pt x="1215" y="0"/>
                    <a:pt x="1132" y="72"/>
                    <a:pt x="1132" y="167"/>
                  </a:cubicBezTo>
                  <a:lnTo>
                    <a:pt x="1132" y="346"/>
                  </a:lnTo>
                  <a:cubicBezTo>
                    <a:pt x="989" y="369"/>
                    <a:pt x="858" y="429"/>
                    <a:pt x="751" y="500"/>
                  </a:cubicBezTo>
                  <a:lnTo>
                    <a:pt x="620" y="369"/>
                  </a:lnTo>
                  <a:cubicBezTo>
                    <a:pt x="590" y="340"/>
                    <a:pt x="546" y="325"/>
                    <a:pt x="501" y="325"/>
                  </a:cubicBezTo>
                  <a:cubicBezTo>
                    <a:pt x="456" y="325"/>
                    <a:pt x="412" y="340"/>
                    <a:pt x="382" y="369"/>
                  </a:cubicBezTo>
                  <a:cubicBezTo>
                    <a:pt x="322" y="429"/>
                    <a:pt x="322" y="548"/>
                    <a:pt x="382" y="607"/>
                  </a:cubicBezTo>
                  <a:lnTo>
                    <a:pt x="513" y="750"/>
                  </a:lnTo>
                  <a:cubicBezTo>
                    <a:pt x="441" y="857"/>
                    <a:pt x="382" y="1000"/>
                    <a:pt x="346" y="1143"/>
                  </a:cubicBezTo>
                  <a:lnTo>
                    <a:pt x="168" y="1143"/>
                  </a:lnTo>
                  <a:cubicBezTo>
                    <a:pt x="84" y="1143"/>
                    <a:pt x="1" y="1227"/>
                    <a:pt x="1" y="1310"/>
                  </a:cubicBezTo>
                  <a:cubicBezTo>
                    <a:pt x="1" y="1405"/>
                    <a:pt x="84" y="1477"/>
                    <a:pt x="168" y="1477"/>
                  </a:cubicBezTo>
                  <a:lnTo>
                    <a:pt x="346" y="1477"/>
                  </a:lnTo>
                  <a:cubicBezTo>
                    <a:pt x="382" y="1619"/>
                    <a:pt x="441" y="1762"/>
                    <a:pt x="513" y="1881"/>
                  </a:cubicBezTo>
                  <a:lnTo>
                    <a:pt x="382" y="2012"/>
                  </a:lnTo>
                  <a:cubicBezTo>
                    <a:pt x="322" y="2072"/>
                    <a:pt x="322" y="2191"/>
                    <a:pt x="382" y="2251"/>
                  </a:cubicBezTo>
                  <a:cubicBezTo>
                    <a:pt x="406" y="2274"/>
                    <a:pt x="453" y="2298"/>
                    <a:pt x="501" y="2298"/>
                  </a:cubicBezTo>
                  <a:cubicBezTo>
                    <a:pt x="537" y="2298"/>
                    <a:pt x="584" y="2274"/>
                    <a:pt x="620" y="2251"/>
                  </a:cubicBezTo>
                  <a:lnTo>
                    <a:pt x="751" y="2120"/>
                  </a:lnTo>
                  <a:cubicBezTo>
                    <a:pt x="870" y="2191"/>
                    <a:pt x="1001" y="2251"/>
                    <a:pt x="1132" y="2274"/>
                  </a:cubicBezTo>
                  <a:lnTo>
                    <a:pt x="1132" y="2453"/>
                  </a:lnTo>
                  <a:cubicBezTo>
                    <a:pt x="1132" y="2548"/>
                    <a:pt x="1215" y="2620"/>
                    <a:pt x="1299" y="2620"/>
                  </a:cubicBezTo>
                  <a:cubicBezTo>
                    <a:pt x="1394" y="2620"/>
                    <a:pt x="1465" y="2548"/>
                    <a:pt x="1465" y="2453"/>
                  </a:cubicBezTo>
                  <a:lnTo>
                    <a:pt x="1465" y="2274"/>
                  </a:lnTo>
                  <a:cubicBezTo>
                    <a:pt x="1608" y="2251"/>
                    <a:pt x="1751" y="2191"/>
                    <a:pt x="1846" y="2120"/>
                  </a:cubicBezTo>
                  <a:lnTo>
                    <a:pt x="1989" y="2251"/>
                  </a:lnTo>
                  <a:cubicBezTo>
                    <a:pt x="2013" y="2274"/>
                    <a:pt x="2061" y="2298"/>
                    <a:pt x="2108" y="2298"/>
                  </a:cubicBezTo>
                  <a:cubicBezTo>
                    <a:pt x="2144" y="2298"/>
                    <a:pt x="2192" y="2274"/>
                    <a:pt x="2227" y="2251"/>
                  </a:cubicBezTo>
                  <a:cubicBezTo>
                    <a:pt x="2287" y="2191"/>
                    <a:pt x="2287" y="2072"/>
                    <a:pt x="2227" y="2012"/>
                  </a:cubicBezTo>
                  <a:lnTo>
                    <a:pt x="2084" y="1881"/>
                  </a:lnTo>
                  <a:cubicBezTo>
                    <a:pt x="2168" y="1762"/>
                    <a:pt x="2227" y="1619"/>
                    <a:pt x="2251" y="1477"/>
                  </a:cubicBezTo>
                  <a:lnTo>
                    <a:pt x="2430" y="1477"/>
                  </a:lnTo>
                  <a:cubicBezTo>
                    <a:pt x="2525" y="1477"/>
                    <a:pt x="2596" y="1405"/>
                    <a:pt x="2596" y="1310"/>
                  </a:cubicBezTo>
                  <a:cubicBezTo>
                    <a:pt x="2596" y="1227"/>
                    <a:pt x="2525" y="1143"/>
                    <a:pt x="2430" y="1143"/>
                  </a:cubicBezTo>
                  <a:lnTo>
                    <a:pt x="2251" y="1143"/>
                  </a:lnTo>
                  <a:cubicBezTo>
                    <a:pt x="2227" y="1000"/>
                    <a:pt x="2168" y="869"/>
                    <a:pt x="2096" y="750"/>
                  </a:cubicBezTo>
                  <a:lnTo>
                    <a:pt x="2227" y="607"/>
                  </a:lnTo>
                  <a:cubicBezTo>
                    <a:pt x="2287" y="548"/>
                    <a:pt x="2287" y="429"/>
                    <a:pt x="2227" y="369"/>
                  </a:cubicBezTo>
                  <a:cubicBezTo>
                    <a:pt x="2198" y="340"/>
                    <a:pt x="2153" y="325"/>
                    <a:pt x="2108" y="325"/>
                  </a:cubicBezTo>
                  <a:cubicBezTo>
                    <a:pt x="2064" y="325"/>
                    <a:pt x="2019" y="340"/>
                    <a:pt x="1989" y="369"/>
                  </a:cubicBezTo>
                  <a:lnTo>
                    <a:pt x="1846" y="500"/>
                  </a:lnTo>
                  <a:cubicBezTo>
                    <a:pt x="1727" y="429"/>
                    <a:pt x="1596" y="369"/>
                    <a:pt x="1465" y="346"/>
                  </a:cubicBezTo>
                  <a:lnTo>
                    <a:pt x="1465" y="167"/>
                  </a:lnTo>
                  <a:cubicBezTo>
                    <a:pt x="1465" y="72"/>
                    <a:pt x="1394"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65"/>
            <p:cNvSpPr/>
            <p:nvPr/>
          </p:nvSpPr>
          <p:spPr>
            <a:xfrm>
              <a:off x="2462603" y="2479759"/>
              <a:ext cx="32092" cy="32092"/>
            </a:xfrm>
            <a:custGeom>
              <a:avLst/>
              <a:gdLst/>
              <a:ahLst/>
              <a:cxnLst/>
              <a:rect l="l" t="t" r="r" b="b"/>
              <a:pathLst>
                <a:path w="1013" h="1013" extrusionOk="0">
                  <a:moveTo>
                    <a:pt x="501" y="358"/>
                  </a:moveTo>
                  <a:cubicBezTo>
                    <a:pt x="596" y="358"/>
                    <a:pt x="667" y="441"/>
                    <a:pt x="667" y="525"/>
                  </a:cubicBezTo>
                  <a:cubicBezTo>
                    <a:pt x="667" y="620"/>
                    <a:pt x="596" y="692"/>
                    <a:pt x="501" y="692"/>
                  </a:cubicBezTo>
                  <a:cubicBezTo>
                    <a:pt x="417" y="692"/>
                    <a:pt x="346" y="620"/>
                    <a:pt x="346" y="525"/>
                  </a:cubicBezTo>
                  <a:cubicBezTo>
                    <a:pt x="346" y="441"/>
                    <a:pt x="417" y="358"/>
                    <a:pt x="501" y="358"/>
                  </a:cubicBezTo>
                  <a:close/>
                  <a:moveTo>
                    <a:pt x="501" y="1"/>
                  </a:moveTo>
                  <a:cubicBezTo>
                    <a:pt x="227" y="1"/>
                    <a:pt x="1" y="227"/>
                    <a:pt x="1" y="513"/>
                  </a:cubicBezTo>
                  <a:cubicBezTo>
                    <a:pt x="1" y="799"/>
                    <a:pt x="227" y="1013"/>
                    <a:pt x="501" y="1013"/>
                  </a:cubicBezTo>
                  <a:cubicBezTo>
                    <a:pt x="786" y="1013"/>
                    <a:pt x="1013" y="799"/>
                    <a:pt x="1013" y="513"/>
                  </a:cubicBezTo>
                  <a:cubicBezTo>
                    <a:pt x="1001" y="251"/>
                    <a:pt x="77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65"/>
            <p:cNvSpPr/>
            <p:nvPr/>
          </p:nvSpPr>
          <p:spPr>
            <a:xfrm>
              <a:off x="2314373" y="2546921"/>
              <a:ext cx="21891" cy="36242"/>
            </a:xfrm>
            <a:custGeom>
              <a:avLst/>
              <a:gdLst/>
              <a:ahLst/>
              <a:cxnLst/>
              <a:rect l="l" t="t" r="r" b="b"/>
              <a:pathLst>
                <a:path w="691" h="1144" extrusionOk="0">
                  <a:moveTo>
                    <a:pt x="167" y="0"/>
                  </a:moveTo>
                  <a:cubicBezTo>
                    <a:pt x="72" y="0"/>
                    <a:pt x="0" y="72"/>
                    <a:pt x="0" y="167"/>
                  </a:cubicBezTo>
                  <a:lnTo>
                    <a:pt x="0" y="988"/>
                  </a:lnTo>
                  <a:cubicBezTo>
                    <a:pt x="0" y="1072"/>
                    <a:pt x="72" y="1143"/>
                    <a:pt x="167" y="1143"/>
                  </a:cubicBezTo>
                  <a:lnTo>
                    <a:pt x="524" y="1143"/>
                  </a:lnTo>
                  <a:cubicBezTo>
                    <a:pt x="620" y="1143"/>
                    <a:pt x="691" y="1072"/>
                    <a:pt x="691" y="988"/>
                  </a:cubicBezTo>
                  <a:cubicBezTo>
                    <a:pt x="691" y="893"/>
                    <a:pt x="620" y="822"/>
                    <a:pt x="524" y="822"/>
                  </a:cubicBezTo>
                  <a:lnTo>
                    <a:pt x="334" y="822"/>
                  </a:ln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10" name="Google Shape;11410;p65"/>
          <p:cNvSpPr/>
          <p:nvPr/>
        </p:nvSpPr>
        <p:spPr>
          <a:xfrm>
            <a:off x="3518751" y="2239859"/>
            <a:ext cx="364003" cy="361405"/>
          </a:xfrm>
          <a:custGeom>
            <a:avLst/>
            <a:gdLst/>
            <a:ahLst/>
            <a:cxnLst/>
            <a:rect l="l" t="t" r="r" b="b"/>
            <a:pathLst>
              <a:path w="11490" h="11408" extrusionOk="0">
                <a:moveTo>
                  <a:pt x="9311" y="394"/>
                </a:moveTo>
                <a:lnTo>
                  <a:pt x="11073" y="2144"/>
                </a:lnTo>
                <a:lnTo>
                  <a:pt x="10537" y="2680"/>
                </a:lnTo>
                <a:lnTo>
                  <a:pt x="10513" y="2668"/>
                </a:lnTo>
                <a:lnTo>
                  <a:pt x="8799" y="942"/>
                </a:lnTo>
                <a:lnTo>
                  <a:pt x="9311" y="394"/>
                </a:lnTo>
                <a:close/>
                <a:moveTo>
                  <a:pt x="2846" y="1299"/>
                </a:moveTo>
                <a:lnTo>
                  <a:pt x="3000" y="1465"/>
                </a:lnTo>
                <a:cubicBezTo>
                  <a:pt x="3228" y="1693"/>
                  <a:pt x="3531" y="1812"/>
                  <a:pt x="3838" y="1812"/>
                </a:cubicBezTo>
                <a:cubicBezTo>
                  <a:pt x="3852" y="1812"/>
                  <a:pt x="3867" y="1811"/>
                  <a:pt x="3881" y="1811"/>
                </a:cubicBezTo>
                <a:cubicBezTo>
                  <a:pt x="4524" y="1775"/>
                  <a:pt x="5334" y="1704"/>
                  <a:pt x="5763" y="1596"/>
                </a:cubicBezTo>
                <a:cubicBezTo>
                  <a:pt x="5775" y="1608"/>
                  <a:pt x="5798" y="1656"/>
                  <a:pt x="5834" y="1692"/>
                </a:cubicBezTo>
                <a:cubicBezTo>
                  <a:pt x="5858" y="1835"/>
                  <a:pt x="5798" y="1989"/>
                  <a:pt x="5667" y="2073"/>
                </a:cubicBezTo>
                <a:lnTo>
                  <a:pt x="4715" y="2466"/>
                </a:lnTo>
                <a:cubicBezTo>
                  <a:pt x="4655" y="2477"/>
                  <a:pt x="4632" y="2537"/>
                  <a:pt x="4608" y="2585"/>
                </a:cubicBezTo>
                <a:cubicBezTo>
                  <a:pt x="4596" y="2644"/>
                  <a:pt x="4608" y="2704"/>
                  <a:pt x="4655" y="2728"/>
                </a:cubicBezTo>
                <a:lnTo>
                  <a:pt x="5513" y="3597"/>
                </a:lnTo>
                <a:lnTo>
                  <a:pt x="5227" y="3894"/>
                </a:lnTo>
                <a:lnTo>
                  <a:pt x="4929" y="3597"/>
                </a:lnTo>
                <a:cubicBezTo>
                  <a:pt x="4899" y="3567"/>
                  <a:pt x="4852" y="3552"/>
                  <a:pt x="4806" y="3552"/>
                </a:cubicBezTo>
                <a:cubicBezTo>
                  <a:pt x="4760" y="3552"/>
                  <a:pt x="4715" y="3567"/>
                  <a:pt x="4691" y="3597"/>
                </a:cubicBezTo>
                <a:cubicBezTo>
                  <a:pt x="4632" y="3656"/>
                  <a:pt x="4632" y="3775"/>
                  <a:pt x="4691" y="3835"/>
                </a:cubicBezTo>
                <a:lnTo>
                  <a:pt x="4989" y="4132"/>
                </a:lnTo>
                <a:lnTo>
                  <a:pt x="4691" y="4430"/>
                </a:lnTo>
                <a:lnTo>
                  <a:pt x="4191" y="3930"/>
                </a:lnTo>
                <a:cubicBezTo>
                  <a:pt x="4161" y="3900"/>
                  <a:pt x="4117" y="3885"/>
                  <a:pt x="4072" y="3885"/>
                </a:cubicBezTo>
                <a:cubicBezTo>
                  <a:pt x="4027" y="3885"/>
                  <a:pt x="3983" y="3900"/>
                  <a:pt x="3953" y="3930"/>
                </a:cubicBezTo>
                <a:cubicBezTo>
                  <a:pt x="3893" y="3990"/>
                  <a:pt x="3893" y="4109"/>
                  <a:pt x="3953" y="4168"/>
                </a:cubicBezTo>
                <a:lnTo>
                  <a:pt x="4441" y="4668"/>
                </a:lnTo>
                <a:lnTo>
                  <a:pt x="4143" y="4966"/>
                </a:lnTo>
                <a:lnTo>
                  <a:pt x="3846" y="4668"/>
                </a:lnTo>
                <a:cubicBezTo>
                  <a:pt x="3822" y="4638"/>
                  <a:pt x="3777" y="4624"/>
                  <a:pt x="3731" y="4624"/>
                </a:cubicBezTo>
                <a:cubicBezTo>
                  <a:pt x="3685" y="4624"/>
                  <a:pt x="3637" y="4638"/>
                  <a:pt x="3608" y="4668"/>
                </a:cubicBezTo>
                <a:cubicBezTo>
                  <a:pt x="3548" y="4728"/>
                  <a:pt x="3548" y="4847"/>
                  <a:pt x="3608" y="4906"/>
                </a:cubicBezTo>
                <a:lnTo>
                  <a:pt x="3905" y="5204"/>
                </a:lnTo>
                <a:lnTo>
                  <a:pt x="3608" y="5502"/>
                </a:lnTo>
                <a:lnTo>
                  <a:pt x="1976" y="3859"/>
                </a:lnTo>
                <a:cubicBezTo>
                  <a:pt x="1929" y="3811"/>
                  <a:pt x="1881" y="3751"/>
                  <a:pt x="1857" y="3680"/>
                </a:cubicBezTo>
                <a:cubicBezTo>
                  <a:pt x="1822" y="3620"/>
                  <a:pt x="1810" y="3549"/>
                  <a:pt x="1810" y="3478"/>
                </a:cubicBezTo>
                <a:cubicBezTo>
                  <a:pt x="1798" y="3335"/>
                  <a:pt x="1750" y="3216"/>
                  <a:pt x="1667" y="3132"/>
                </a:cubicBezTo>
                <a:lnTo>
                  <a:pt x="1334" y="2799"/>
                </a:lnTo>
                <a:lnTo>
                  <a:pt x="2846" y="1299"/>
                </a:lnTo>
                <a:close/>
                <a:moveTo>
                  <a:pt x="7882" y="5954"/>
                </a:moveTo>
                <a:lnTo>
                  <a:pt x="9525" y="7597"/>
                </a:lnTo>
                <a:cubicBezTo>
                  <a:pt x="9620" y="7704"/>
                  <a:pt x="9680" y="7835"/>
                  <a:pt x="9680" y="7966"/>
                </a:cubicBezTo>
                <a:cubicBezTo>
                  <a:pt x="9680" y="8026"/>
                  <a:pt x="9704" y="8085"/>
                  <a:pt x="9727" y="8145"/>
                </a:cubicBezTo>
                <a:cubicBezTo>
                  <a:pt x="9763" y="8204"/>
                  <a:pt x="9787" y="8252"/>
                  <a:pt x="9835" y="8300"/>
                </a:cubicBezTo>
                <a:lnTo>
                  <a:pt x="10156" y="8621"/>
                </a:lnTo>
                <a:lnTo>
                  <a:pt x="8680" y="10145"/>
                </a:lnTo>
                <a:lnTo>
                  <a:pt x="8513" y="9978"/>
                </a:lnTo>
                <a:cubicBezTo>
                  <a:pt x="8286" y="9751"/>
                  <a:pt x="7993" y="9632"/>
                  <a:pt x="7677" y="9632"/>
                </a:cubicBezTo>
                <a:cubicBezTo>
                  <a:pt x="7662" y="9632"/>
                  <a:pt x="7647" y="9633"/>
                  <a:pt x="7632" y="9633"/>
                </a:cubicBezTo>
                <a:cubicBezTo>
                  <a:pt x="6989" y="9669"/>
                  <a:pt x="6179" y="9740"/>
                  <a:pt x="5763" y="9847"/>
                </a:cubicBezTo>
                <a:cubicBezTo>
                  <a:pt x="5739" y="9824"/>
                  <a:pt x="5715" y="9788"/>
                  <a:pt x="5679" y="9752"/>
                </a:cubicBezTo>
                <a:cubicBezTo>
                  <a:pt x="5656" y="9609"/>
                  <a:pt x="5715" y="9455"/>
                  <a:pt x="5846" y="9371"/>
                </a:cubicBezTo>
                <a:lnTo>
                  <a:pt x="6799" y="8978"/>
                </a:lnTo>
                <a:cubicBezTo>
                  <a:pt x="6858" y="8966"/>
                  <a:pt x="6894" y="8907"/>
                  <a:pt x="6906" y="8859"/>
                </a:cubicBezTo>
                <a:cubicBezTo>
                  <a:pt x="6918" y="8800"/>
                  <a:pt x="6906" y="8740"/>
                  <a:pt x="6858" y="8716"/>
                </a:cubicBezTo>
                <a:lnTo>
                  <a:pt x="6001" y="7847"/>
                </a:lnTo>
                <a:lnTo>
                  <a:pt x="6298" y="7550"/>
                </a:lnTo>
                <a:lnTo>
                  <a:pt x="6596" y="7847"/>
                </a:lnTo>
                <a:cubicBezTo>
                  <a:pt x="6620" y="7883"/>
                  <a:pt x="6668" y="7895"/>
                  <a:pt x="6715" y="7895"/>
                </a:cubicBezTo>
                <a:cubicBezTo>
                  <a:pt x="6751" y="7895"/>
                  <a:pt x="6799" y="7883"/>
                  <a:pt x="6834" y="7847"/>
                </a:cubicBezTo>
                <a:cubicBezTo>
                  <a:pt x="6894" y="7788"/>
                  <a:pt x="6894" y="7669"/>
                  <a:pt x="6834" y="7609"/>
                </a:cubicBezTo>
                <a:lnTo>
                  <a:pt x="6537" y="7311"/>
                </a:lnTo>
                <a:lnTo>
                  <a:pt x="6834" y="7014"/>
                </a:lnTo>
                <a:lnTo>
                  <a:pt x="7322" y="7502"/>
                </a:lnTo>
                <a:cubicBezTo>
                  <a:pt x="7346" y="7538"/>
                  <a:pt x="7394" y="7550"/>
                  <a:pt x="7441" y="7550"/>
                </a:cubicBezTo>
                <a:cubicBezTo>
                  <a:pt x="7477" y="7550"/>
                  <a:pt x="7525" y="7538"/>
                  <a:pt x="7561" y="7502"/>
                </a:cubicBezTo>
                <a:cubicBezTo>
                  <a:pt x="7620" y="7442"/>
                  <a:pt x="7620" y="7323"/>
                  <a:pt x="7561" y="7264"/>
                </a:cubicBezTo>
                <a:lnTo>
                  <a:pt x="7072" y="6776"/>
                </a:lnTo>
                <a:lnTo>
                  <a:pt x="7263" y="6585"/>
                </a:lnTo>
                <a:lnTo>
                  <a:pt x="7346" y="6490"/>
                </a:lnTo>
                <a:lnTo>
                  <a:pt x="7644" y="6788"/>
                </a:lnTo>
                <a:cubicBezTo>
                  <a:pt x="7680" y="6823"/>
                  <a:pt x="7715" y="6835"/>
                  <a:pt x="7763" y="6835"/>
                </a:cubicBezTo>
                <a:cubicBezTo>
                  <a:pt x="7811" y="6835"/>
                  <a:pt x="7858" y="6823"/>
                  <a:pt x="7882" y="6788"/>
                </a:cubicBezTo>
                <a:cubicBezTo>
                  <a:pt x="7942" y="6728"/>
                  <a:pt x="7942" y="6609"/>
                  <a:pt x="7882" y="6549"/>
                </a:cubicBezTo>
                <a:lnTo>
                  <a:pt x="7584" y="6252"/>
                </a:lnTo>
                <a:lnTo>
                  <a:pt x="7882" y="5954"/>
                </a:lnTo>
                <a:close/>
                <a:moveTo>
                  <a:pt x="964" y="8752"/>
                </a:moveTo>
                <a:lnTo>
                  <a:pt x="976" y="8776"/>
                </a:lnTo>
                <a:lnTo>
                  <a:pt x="2703" y="10502"/>
                </a:lnTo>
                <a:lnTo>
                  <a:pt x="2191" y="11050"/>
                </a:lnTo>
                <a:lnTo>
                  <a:pt x="429" y="9288"/>
                </a:lnTo>
                <a:lnTo>
                  <a:pt x="964" y="8752"/>
                </a:lnTo>
                <a:close/>
                <a:moveTo>
                  <a:pt x="10537" y="8752"/>
                </a:moveTo>
                <a:lnTo>
                  <a:pt x="11073" y="9288"/>
                </a:lnTo>
                <a:lnTo>
                  <a:pt x="9311" y="11050"/>
                </a:lnTo>
                <a:lnTo>
                  <a:pt x="8775" y="10514"/>
                </a:lnTo>
                <a:lnTo>
                  <a:pt x="8799" y="10490"/>
                </a:lnTo>
                <a:lnTo>
                  <a:pt x="10525" y="8764"/>
                </a:lnTo>
                <a:lnTo>
                  <a:pt x="10537" y="8752"/>
                </a:lnTo>
                <a:close/>
                <a:moveTo>
                  <a:pt x="2203" y="1"/>
                </a:moveTo>
                <a:cubicBezTo>
                  <a:pt x="2155" y="1"/>
                  <a:pt x="2107" y="13"/>
                  <a:pt x="2084" y="49"/>
                </a:cubicBezTo>
                <a:lnTo>
                  <a:pt x="1429" y="703"/>
                </a:lnTo>
                <a:cubicBezTo>
                  <a:pt x="1369" y="763"/>
                  <a:pt x="1369" y="882"/>
                  <a:pt x="1429" y="942"/>
                </a:cubicBezTo>
                <a:cubicBezTo>
                  <a:pt x="1459" y="971"/>
                  <a:pt x="1503" y="986"/>
                  <a:pt x="1548" y="986"/>
                </a:cubicBezTo>
                <a:cubicBezTo>
                  <a:pt x="1592" y="986"/>
                  <a:pt x="1637" y="971"/>
                  <a:pt x="1667" y="942"/>
                </a:cubicBezTo>
                <a:lnTo>
                  <a:pt x="2203" y="406"/>
                </a:lnTo>
                <a:lnTo>
                  <a:pt x="2738" y="942"/>
                </a:lnTo>
                <a:lnTo>
                  <a:pt x="2727" y="953"/>
                </a:lnTo>
                <a:lnTo>
                  <a:pt x="964" y="2668"/>
                </a:lnTo>
                <a:lnTo>
                  <a:pt x="953" y="2680"/>
                </a:lnTo>
                <a:lnTo>
                  <a:pt x="417" y="2144"/>
                </a:lnTo>
                <a:lnTo>
                  <a:pt x="1155" y="1406"/>
                </a:lnTo>
                <a:cubicBezTo>
                  <a:pt x="1214" y="1346"/>
                  <a:pt x="1214" y="1227"/>
                  <a:pt x="1155" y="1168"/>
                </a:cubicBezTo>
                <a:cubicBezTo>
                  <a:pt x="1125" y="1138"/>
                  <a:pt x="1081" y="1123"/>
                  <a:pt x="1036" y="1123"/>
                </a:cubicBezTo>
                <a:cubicBezTo>
                  <a:pt x="991" y="1123"/>
                  <a:pt x="947" y="1138"/>
                  <a:pt x="917" y="1168"/>
                </a:cubicBezTo>
                <a:lnTo>
                  <a:pt x="60" y="2025"/>
                </a:lnTo>
                <a:cubicBezTo>
                  <a:pt x="24" y="2061"/>
                  <a:pt x="12" y="2096"/>
                  <a:pt x="12" y="2144"/>
                </a:cubicBezTo>
                <a:cubicBezTo>
                  <a:pt x="12" y="2192"/>
                  <a:pt x="24" y="2239"/>
                  <a:pt x="60" y="2263"/>
                </a:cubicBezTo>
                <a:lnTo>
                  <a:pt x="833" y="3037"/>
                </a:lnTo>
                <a:cubicBezTo>
                  <a:pt x="857" y="3073"/>
                  <a:pt x="905" y="3085"/>
                  <a:pt x="953" y="3085"/>
                </a:cubicBezTo>
                <a:cubicBezTo>
                  <a:pt x="1000" y="3085"/>
                  <a:pt x="1036" y="3073"/>
                  <a:pt x="1072" y="3037"/>
                </a:cubicBezTo>
                <a:lnTo>
                  <a:pt x="1084" y="3025"/>
                </a:lnTo>
                <a:lnTo>
                  <a:pt x="1417" y="3347"/>
                </a:lnTo>
                <a:cubicBezTo>
                  <a:pt x="1441" y="3382"/>
                  <a:pt x="1476" y="3430"/>
                  <a:pt x="1476" y="3466"/>
                </a:cubicBezTo>
                <a:cubicBezTo>
                  <a:pt x="1488" y="3573"/>
                  <a:pt x="1500" y="3692"/>
                  <a:pt x="1548" y="3787"/>
                </a:cubicBezTo>
                <a:cubicBezTo>
                  <a:pt x="1595" y="3882"/>
                  <a:pt x="1655" y="3978"/>
                  <a:pt x="1738" y="4049"/>
                </a:cubicBezTo>
                <a:lnTo>
                  <a:pt x="3381" y="5692"/>
                </a:lnTo>
                <a:lnTo>
                  <a:pt x="2691" y="6371"/>
                </a:lnTo>
                <a:lnTo>
                  <a:pt x="2393" y="5645"/>
                </a:lnTo>
                <a:cubicBezTo>
                  <a:pt x="2393" y="5645"/>
                  <a:pt x="2393" y="5633"/>
                  <a:pt x="2381" y="5633"/>
                </a:cubicBezTo>
                <a:cubicBezTo>
                  <a:pt x="2248" y="5404"/>
                  <a:pt x="2016" y="5274"/>
                  <a:pt x="1775" y="5274"/>
                </a:cubicBezTo>
                <a:cubicBezTo>
                  <a:pt x="1715" y="5274"/>
                  <a:pt x="1655" y="5283"/>
                  <a:pt x="1595" y="5299"/>
                </a:cubicBezTo>
                <a:cubicBezTo>
                  <a:pt x="1572" y="5299"/>
                  <a:pt x="1560" y="5311"/>
                  <a:pt x="1548" y="5311"/>
                </a:cubicBezTo>
                <a:cubicBezTo>
                  <a:pt x="1393" y="5406"/>
                  <a:pt x="1214" y="5573"/>
                  <a:pt x="1274" y="5728"/>
                </a:cubicBezTo>
                <a:cubicBezTo>
                  <a:pt x="1369" y="6014"/>
                  <a:pt x="1441" y="6668"/>
                  <a:pt x="1488" y="7573"/>
                </a:cubicBezTo>
                <a:cubicBezTo>
                  <a:pt x="1500" y="7811"/>
                  <a:pt x="1417" y="8038"/>
                  <a:pt x="1250" y="8204"/>
                </a:cubicBezTo>
                <a:lnTo>
                  <a:pt x="1084" y="8371"/>
                </a:lnTo>
                <a:lnTo>
                  <a:pt x="1072" y="8347"/>
                </a:lnTo>
                <a:cubicBezTo>
                  <a:pt x="1042" y="8317"/>
                  <a:pt x="997" y="8303"/>
                  <a:pt x="953" y="8303"/>
                </a:cubicBezTo>
                <a:cubicBezTo>
                  <a:pt x="908" y="8303"/>
                  <a:pt x="863" y="8317"/>
                  <a:pt x="833" y="8347"/>
                </a:cubicBezTo>
                <a:lnTo>
                  <a:pt x="60" y="9121"/>
                </a:lnTo>
                <a:cubicBezTo>
                  <a:pt x="0" y="9181"/>
                  <a:pt x="0" y="9300"/>
                  <a:pt x="60" y="9359"/>
                </a:cubicBezTo>
                <a:lnTo>
                  <a:pt x="2048" y="11360"/>
                </a:lnTo>
                <a:cubicBezTo>
                  <a:pt x="2084" y="11383"/>
                  <a:pt x="2119" y="11407"/>
                  <a:pt x="2167" y="11407"/>
                </a:cubicBezTo>
                <a:cubicBezTo>
                  <a:pt x="2215" y="11407"/>
                  <a:pt x="2262" y="11383"/>
                  <a:pt x="2286" y="11360"/>
                </a:cubicBezTo>
                <a:lnTo>
                  <a:pt x="3060" y="10586"/>
                </a:lnTo>
                <a:cubicBezTo>
                  <a:pt x="3119" y="10526"/>
                  <a:pt x="3119" y="10407"/>
                  <a:pt x="3060" y="10348"/>
                </a:cubicBezTo>
                <a:lnTo>
                  <a:pt x="3048" y="10336"/>
                </a:lnTo>
                <a:lnTo>
                  <a:pt x="3370" y="10002"/>
                </a:lnTo>
                <a:cubicBezTo>
                  <a:pt x="3405" y="9978"/>
                  <a:pt x="3453" y="9943"/>
                  <a:pt x="3489" y="9943"/>
                </a:cubicBezTo>
                <a:cubicBezTo>
                  <a:pt x="3572" y="9943"/>
                  <a:pt x="3631" y="9931"/>
                  <a:pt x="3691" y="9919"/>
                </a:cubicBezTo>
                <a:cubicBezTo>
                  <a:pt x="3751" y="9895"/>
                  <a:pt x="3822" y="9871"/>
                  <a:pt x="3881" y="9836"/>
                </a:cubicBezTo>
                <a:cubicBezTo>
                  <a:pt x="3953" y="9800"/>
                  <a:pt x="3989" y="9693"/>
                  <a:pt x="3941" y="9621"/>
                </a:cubicBezTo>
                <a:cubicBezTo>
                  <a:pt x="3910" y="9566"/>
                  <a:pt x="3853" y="9537"/>
                  <a:pt x="3797" y="9537"/>
                </a:cubicBezTo>
                <a:cubicBezTo>
                  <a:pt x="3768" y="9537"/>
                  <a:pt x="3739" y="9545"/>
                  <a:pt x="3715" y="9562"/>
                </a:cubicBezTo>
                <a:cubicBezTo>
                  <a:pt x="3667" y="9574"/>
                  <a:pt x="3643" y="9597"/>
                  <a:pt x="3596" y="9597"/>
                </a:cubicBezTo>
                <a:cubicBezTo>
                  <a:pt x="3548" y="9621"/>
                  <a:pt x="3512" y="9621"/>
                  <a:pt x="3465" y="9633"/>
                </a:cubicBezTo>
                <a:cubicBezTo>
                  <a:pt x="3334" y="9645"/>
                  <a:pt x="3215" y="9693"/>
                  <a:pt x="3119" y="9776"/>
                </a:cubicBezTo>
                <a:lnTo>
                  <a:pt x="2798" y="10109"/>
                </a:lnTo>
                <a:lnTo>
                  <a:pt x="1286" y="8609"/>
                </a:lnTo>
                <a:lnTo>
                  <a:pt x="1453" y="8443"/>
                </a:lnTo>
                <a:cubicBezTo>
                  <a:pt x="1691" y="8204"/>
                  <a:pt x="1810" y="7895"/>
                  <a:pt x="1798" y="7561"/>
                </a:cubicBezTo>
                <a:cubicBezTo>
                  <a:pt x="1762" y="6919"/>
                  <a:pt x="1691" y="6109"/>
                  <a:pt x="1584" y="5692"/>
                </a:cubicBezTo>
                <a:cubicBezTo>
                  <a:pt x="1607" y="5668"/>
                  <a:pt x="1643" y="5645"/>
                  <a:pt x="1679" y="5609"/>
                </a:cubicBezTo>
                <a:cubicBezTo>
                  <a:pt x="1699" y="5605"/>
                  <a:pt x="1720" y="5604"/>
                  <a:pt x="1741" y="5604"/>
                </a:cubicBezTo>
                <a:cubicBezTo>
                  <a:pt x="1865" y="5604"/>
                  <a:pt x="1989" y="5663"/>
                  <a:pt x="2060" y="5776"/>
                </a:cubicBezTo>
                <a:lnTo>
                  <a:pt x="2453" y="6728"/>
                </a:lnTo>
                <a:cubicBezTo>
                  <a:pt x="2465" y="6788"/>
                  <a:pt x="2524" y="6823"/>
                  <a:pt x="2572" y="6835"/>
                </a:cubicBezTo>
                <a:cubicBezTo>
                  <a:pt x="2586" y="6838"/>
                  <a:pt x="2600" y="6839"/>
                  <a:pt x="2613" y="6839"/>
                </a:cubicBezTo>
                <a:cubicBezTo>
                  <a:pt x="2657" y="6839"/>
                  <a:pt x="2696" y="6824"/>
                  <a:pt x="2715" y="6788"/>
                </a:cubicBezTo>
                <a:lnTo>
                  <a:pt x="4441" y="5061"/>
                </a:lnTo>
                <a:lnTo>
                  <a:pt x="5298" y="4216"/>
                </a:lnTo>
                <a:lnTo>
                  <a:pt x="5382" y="4121"/>
                </a:lnTo>
                <a:cubicBezTo>
                  <a:pt x="5417" y="4085"/>
                  <a:pt x="5465" y="4067"/>
                  <a:pt x="5514" y="4067"/>
                </a:cubicBezTo>
                <a:cubicBezTo>
                  <a:pt x="5563" y="4067"/>
                  <a:pt x="5614" y="4085"/>
                  <a:pt x="5656" y="4121"/>
                </a:cubicBezTo>
                <a:lnTo>
                  <a:pt x="5679" y="4156"/>
                </a:lnTo>
                <a:cubicBezTo>
                  <a:pt x="5715" y="4180"/>
                  <a:pt x="5739" y="4240"/>
                  <a:pt x="5739" y="4287"/>
                </a:cubicBezTo>
                <a:cubicBezTo>
                  <a:pt x="5739" y="4335"/>
                  <a:pt x="5727" y="4382"/>
                  <a:pt x="5679" y="4418"/>
                </a:cubicBezTo>
                <a:lnTo>
                  <a:pt x="5060" y="5049"/>
                </a:lnTo>
                <a:lnTo>
                  <a:pt x="4739" y="5359"/>
                </a:lnTo>
                <a:lnTo>
                  <a:pt x="3584" y="6526"/>
                </a:lnTo>
                <a:cubicBezTo>
                  <a:pt x="3524" y="6585"/>
                  <a:pt x="3524" y="6704"/>
                  <a:pt x="3584" y="6764"/>
                </a:cubicBezTo>
                <a:cubicBezTo>
                  <a:pt x="3608" y="6788"/>
                  <a:pt x="3655" y="6799"/>
                  <a:pt x="3703" y="6799"/>
                </a:cubicBezTo>
                <a:cubicBezTo>
                  <a:pt x="3751" y="6799"/>
                  <a:pt x="3786" y="6788"/>
                  <a:pt x="3822" y="6764"/>
                </a:cubicBezTo>
                <a:lnTo>
                  <a:pt x="5834" y="4752"/>
                </a:lnTo>
                <a:cubicBezTo>
                  <a:pt x="5846" y="4740"/>
                  <a:pt x="5870" y="4716"/>
                  <a:pt x="5894" y="4704"/>
                </a:cubicBezTo>
                <a:cubicBezTo>
                  <a:pt x="5912" y="4696"/>
                  <a:pt x="5934" y="4692"/>
                  <a:pt x="5955" y="4692"/>
                </a:cubicBezTo>
                <a:cubicBezTo>
                  <a:pt x="6002" y="4692"/>
                  <a:pt x="6052" y="4711"/>
                  <a:pt x="6084" y="4752"/>
                </a:cubicBezTo>
                <a:lnTo>
                  <a:pt x="6132" y="4799"/>
                </a:lnTo>
                <a:cubicBezTo>
                  <a:pt x="6203" y="4871"/>
                  <a:pt x="6203" y="4978"/>
                  <a:pt x="6132" y="5049"/>
                </a:cubicBezTo>
                <a:lnTo>
                  <a:pt x="5132" y="6049"/>
                </a:lnTo>
                <a:lnTo>
                  <a:pt x="5072" y="6109"/>
                </a:lnTo>
                <a:lnTo>
                  <a:pt x="3941" y="7240"/>
                </a:lnTo>
                <a:cubicBezTo>
                  <a:pt x="3881" y="7300"/>
                  <a:pt x="3881" y="7419"/>
                  <a:pt x="3941" y="7478"/>
                </a:cubicBezTo>
                <a:cubicBezTo>
                  <a:pt x="3965" y="7502"/>
                  <a:pt x="4012" y="7514"/>
                  <a:pt x="4060" y="7514"/>
                </a:cubicBezTo>
                <a:cubicBezTo>
                  <a:pt x="4108" y="7514"/>
                  <a:pt x="4143" y="7502"/>
                  <a:pt x="4179" y="7478"/>
                </a:cubicBezTo>
                <a:lnTo>
                  <a:pt x="5310" y="6347"/>
                </a:lnTo>
                <a:lnTo>
                  <a:pt x="6310" y="5347"/>
                </a:lnTo>
                <a:cubicBezTo>
                  <a:pt x="6334" y="5311"/>
                  <a:pt x="6382" y="5299"/>
                  <a:pt x="6429" y="5299"/>
                </a:cubicBezTo>
                <a:cubicBezTo>
                  <a:pt x="6465" y="5299"/>
                  <a:pt x="6513" y="5311"/>
                  <a:pt x="6548" y="5347"/>
                </a:cubicBezTo>
                <a:lnTo>
                  <a:pt x="6584" y="5395"/>
                </a:lnTo>
                <a:cubicBezTo>
                  <a:pt x="6620" y="5418"/>
                  <a:pt x="6632" y="5466"/>
                  <a:pt x="6632" y="5514"/>
                </a:cubicBezTo>
                <a:cubicBezTo>
                  <a:pt x="6632" y="5549"/>
                  <a:pt x="6620" y="5597"/>
                  <a:pt x="6584" y="5633"/>
                </a:cubicBezTo>
                <a:lnTo>
                  <a:pt x="5596" y="6621"/>
                </a:lnTo>
                <a:lnTo>
                  <a:pt x="4655" y="7561"/>
                </a:lnTo>
                <a:cubicBezTo>
                  <a:pt x="4596" y="7621"/>
                  <a:pt x="4596" y="7740"/>
                  <a:pt x="4655" y="7800"/>
                </a:cubicBezTo>
                <a:cubicBezTo>
                  <a:pt x="4679" y="7835"/>
                  <a:pt x="4727" y="7847"/>
                  <a:pt x="4774" y="7847"/>
                </a:cubicBezTo>
                <a:cubicBezTo>
                  <a:pt x="4822" y="7847"/>
                  <a:pt x="4858" y="7835"/>
                  <a:pt x="4894" y="7800"/>
                </a:cubicBezTo>
                <a:lnTo>
                  <a:pt x="6691" y="6002"/>
                </a:lnTo>
                <a:cubicBezTo>
                  <a:pt x="6728" y="5965"/>
                  <a:pt x="6764" y="5950"/>
                  <a:pt x="6806" y="5950"/>
                </a:cubicBezTo>
                <a:cubicBezTo>
                  <a:pt x="6819" y="5950"/>
                  <a:pt x="6832" y="5951"/>
                  <a:pt x="6846" y="5954"/>
                </a:cubicBezTo>
                <a:cubicBezTo>
                  <a:pt x="6870" y="5954"/>
                  <a:pt x="6906" y="5966"/>
                  <a:pt x="6918" y="6002"/>
                </a:cubicBezTo>
                <a:lnTo>
                  <a:pt x="6977" y="6061"/>
                </a:lnTo>
                <a:cubicBezTo>
                  <a:pt x="7037" y="6121"/>
                  <a:pt x="7037" y="6228"/>
                  <a:pt x="6977" y="6287"/>
                </a:cubicBezTo>
                <a:lnTo>
                  <a:pt x="5608" y="7657"/>
                </a:lnTo>
                <a:lnTo>
                  <a:pt x="4179" y="9085"/>
                </a:lnTo>
                <a:cubicBezTo>
                  <a:pt x="4120" y="9145"/>
                  <a:pt x="4120" y="9264"/>
                  <a:pt x="4179" y="9324"/>
                </a:cubicBezTo>
                <a:cubicBezTo>
                  <a:pt x="4203" y="9347"/>
                  <a:pt x="4251" y="9359"/>
                  <a:pt x="4298" y="9359"/>
                </a:cubicBezTo>
                <a:cubicBezTo>
                  <a:pt x="4346" y="9359"/>
                  <a:pt x="4382" y="9347"/>
                  <a:pt x="4417" y="9324"/>
                </a:cubicBezTo>
                <a:lnTo>
                  <a:pt x="5727" y="8014"/>
                </a:lnTo>
                <a:lnTo>
                  <a:pt x="6406" y="8693"/>
                </a:lnTo>
                <a:lnTo>
                  <a:pt x="5679" y="8990"/>
                </a:lnTo>
                <a:cubicBezTo>
                  <a:pt x="5679" y="8990"/>
                  <a:pt x="5667" y="8990"/>
                  <a:pt x="5667" y="9002"/>
                </a:cubicBezTo>
                <a:cubicBezTo>
                  <a:pt x="5382" y="9169"/>
                  <a:pt x="5251" y="9502"/>
                  <a:pt x="5334" y="9800"/>
                </a:cubicBezTo>
                <a:cubicBezTo>
                  <a:pt x="5334" y="9812"/>
                  <a:pt x="5358" y="9824"/>
                  <a:pt x="5358" y="9836"/>
                </a:cubicBezTo>
                <a:cubicBezTo>
                  <a:pt x="5430" y="9969"/>
                  <a:pt x="5564" y="10121"/>
                  <a:pt x="5707" y="10121"/>
                </a:cubicBezTo>
                <a:cubicBezTo>
                  <a:pt x="5730" y="10121"/>
                  <a:pt x="5752" y="10117"/>
                  <a:pt x="5775" y="10109"/>
                </a:cubicBezTo>
                <a:cubicBezTo>
                  <a:pt x="6048" y="10014"/>
                  <a:pt x="6703" y="9943"/>
                  <a:pt x="7620" y="9895"/>
                </a:cubicBezTo>
                <a:cubicBezTo>
                  <a:pt x="7633" y="9894"/>
                  <a:pt x="7647" y="9894"/>
                  <a:pt x="7660" y="9894"/>
                </a:cubicBezTo>
                <a:cubicBezTo>
                  <a:pt x="7882" y="9894"/>
                  <a:pt x="8082" y="9987"/>
                  <a:pt x="8239" y="10133"/>
                </a:cubicBezTo>
                <a:lnTo>
                  <a:pt x="8406" y="10300"/>
                </a:lnTo>
                <a:lnTo>
                  <a:pt x="8394" y="10312"/>
                </a:lnTo>
                <a:cubicBezTo>
                  <a:pt x="8334" y="10371"/>
                  <a:pt x="8334" y="10490"/>
                  <a:pt x="8394" y="10550"/>
                </a:cubicBezTo>
                <a:lnTo>
                  <a:pt x="9168" y="11324"/>
                </a:lnTo>
                <a:cubicBezTo>
                  <a:pt x="9192" y="11360"/>
                  <a:pt x="9239" y="11371"/>
                  <a:pt x="9287" y="11371"/>
                </a:cubicBezTo>
                <a:cubicBezTo>
                  <a:pt x="9323" y="11371"/>
                  <a:pt x="9370" y="11360"/>
                  <a:pt x="9406" y="11324"/>
                </a:cubicBezTo>
                <a:lnTo>
                  <a:pt x="11394" y="9335"/>
                </a:lnTo>
                <a:cubicBezTo>
                  <a:pt x="11454" y="9276"/>
                  <a:pt x="11454" y="9157"/>
                  <a:pt x="11394" y="9097"/>
                </a:cubicBezTo>
                <a:lnTo>
                  <a:pt x="10656" y="8395"/>
                </a:lnTo>
                <a:cubicBezTo>
                  <a:pt x="10620" y="8371"/>
                  <a:pt x="10585" y="8359"/>
                  <a:pt x="10537" y="8359"/>
                </a:cubicBezTo>
                <a:cubicBezTo>
                  <a:pt x="10489" y="8359"/>
                  <a:pt x="10442" y="8371"/>
                  <a:pt x="10418" y="8395"/>
                </a:cubicBezTo>
                <a:lnTo>
                  <a:pt x="10406" y="8419"/>
                </a:lnTo>
                <a:lnTo>
                  <a:pt x="10073" y="8085"/>
                </a:lnTo>
                <a:cubicBezTo>
                  <a:pt x="10061" y="8073"/>
                  <a:pt x="10049" y="8050"/>
                  <a:pt x="10025" y="8026"/>
                </a:cubicBezTo>
                <a:cubicBezTo>
                  <a:pt x="10013" y="8014"/>
                  <a:pt x="10013" y="7978"/>
                  <a:pt x="10013" y="7954"/>
                </a:cubicBezTo>
                <a:cubicBezTo>
                  <a:pt x="10001" y="7728"/>
                  <a:pt x="9906" y="7526"/>
                  <a:pt x="9751" y="7359"/>
                </a:cubicBezTo>
                <a:lnTo>
                  <a:pt x="8108" y="5716"/>
                </a:lnTo>
                <a:lnTo>
                  <a:pt x="8799" y="5037"/>
                </a:lnTo>
                <a:lnTo>
                  <a:pt x="9096" y="5764"/>
                </a:lnTo>
                <a:cubicBezTo>
                  <a:pt x="9096" y="5764"/>
                  <a:pt x="9096" y="5776"/>
                  <a:pt x="9108" y="5776"/>
                </a:cubicBezTo>
                <a:cubicBezTo>
                  <a:pt x="9242" y="6004"/>
                  <a:pt x="9474" y="6134"/>
                  <a:pt x="9714" y="6134"/>
                </a:cubicBezTo>
                <a:cubicBezTo>
                  <a:pt x="9774" y="6134"/>
                  <a:pt x="9835" y="6126"/>
                  <a:pt x="9894" y="6109"/>
                </a:cubicBezTo>
                <a:cubicBezTo>
                  <a:pt x="9906" y="6109"/>
                  <a:pt x="9930" y="6097"/>
                  <a:pt x="9942" y="6097"/>
                </a:cubicBezTo>
                <a:cubicBezTo>
                  <a:pt x="10085" y="6002"/>
                  <a:pt x="10263" y="5835"/>
                  <a:pt x="10204" y="5680"/>
                </a:cubicBezTo>
                <a:cubicBezTo>
                  <a:pt x="10120" y="5406"/>
                  <a:pt x="10049" y="4740"/>
                  <a:pt x="10001" y="3835"/>
                </a:cubicBezTo>
                <a:cubicBezTo>
                  <a:pt x="9989" y="3632"/>
                  <a:pt x="10049" y="3442"/>
                  <a:pt x="10168" y="3299"/>
                </a:cubicBezTo>
                <a:cubicBezTo>
                  <a:pt x="10192" y="3263"/>
                  <a:pt x="10204" y="3239"/>
                  <a:pt x="10239" y="3204"/>
                </a:cubicBezTo>
                <a:lnTo>
                  <a:pt x="10406" y="3037"/>
                </a:lnTo>
                <a:lnTo>
                  <a:pt x="10418" y="3061"/>
                </a:lnTo>
                <a:cubicBezTo>
                  <a:pt x="10442" y="3085"/>
                  <a:pt x="10489" y="3097"/>
                  <a:pt x="10537" y="3097"/>
                </a:cubicBezTo>
                <a:cubicBezTo>
                  <a:pt x="10585" y="3097"/>
                  <a:pt x="10620" y="3085"/>
                  <a:pt x="10656" y="3061"/>
                </a:cubicBezTo>
                <a:lnTo>
                  <a:pt x="11430" y="2287"/>
                </a:lnTo>
                <a:cubicBezTo>
                  <a:pt x="11490" y="2227"/>
                  <a:pt x="11490" y="2096"/>
                  <a:pt x="11430" y="2037"/>
                </a:cubicBezTo>
                <a:lnTo>
                  <a:pt x="9430" y="49"/>
                </a:lnTo>
                <a:cubicBezTo>
                  <a:pt x="9406" y="13"/>
                  <a:pt x="9358" y="1"/>
                  <a:pt x="9311" y="1"/>
                </a:cubicBezTo>
                <a:cubicBezTo>
                  <a:pt x="9275" y="1"/>
                  <a:pt x="9227" y="25"/>
                  <a:pt x="9192" y="49"/>
                </a:cubicBezTo>
                <a:lnTo>
                  <a:pt x="8418" y="823"/>
                </a:lnTo>
                <a:cubicBezTo>
                  <a:pt x="8358" y="882"/>
                  <a:pt x="8358" y="1001"/>
                  <a:pt x="8418" y="1061"/>
                </a:cubicBezTo>
                <a:lnTo>
                  <a:pt x="8442" y="1073"/>
                </a:lnTo>
                <a:lnTo>
                  <a:pt x="8108" y="1406"/>
                </a:lnTo>
                <a:cubicBezTo>
                  <a:pt x="8096" y="1418"/>
                  <a:pt x="8084" y="1430"/>
                  <a:pt x="8049" y="1454"/>
                </a:cubicBezTo>
                <a:cubicBezTo>
                  <a:pt x="8037" y="1465"/>
                  <a:pt x="8001" y="1465"/>
                  <a:pt x="7977" y="1465"/>
                </a:cubicBezTo>
                <a:cubicBezTo>
                  <a:pt x="7751" y="1477"/>
                  <a:pt x="7549" y="1573"/>
                  <a:pt x="7382" y="1727"/>
                </a:cubicBezTo>
                <a:lnTo>
                  <a:pt x="7191" y="1930"/>
                </a:lnTo>
                <a:cubicBezTo>
                  <a:pt x="7132" y="1989"/>
                  <a:pt x="7132" y="2108"/>
                  <a:pt x="7191" y="2168"/>
                </a:cubicBezTo>
                <a:cubicBezTo>
                  <a:pt x="7215" y="2192"/>
                  <a:pt x="7263" y="2204"/>
                  <a:pt x="7310" y="2204"/>
                </a:cubicBezTo>
                <a:cubicBezTo>
                  <a:pt x="7346" y="2204"/>
                  <a:pt x="7394" y="2192"/>
                  <a:pt x="7418" y="2168"/>
                </a:cubicBezTo>
                <a:lnTo>
                  <a:pt x="7632" y="1954"/>
                </a:lnTo>
                <a:cubicBezTo>
                  <a:pt x="7739" y="1846"/>
                  <a:pt x="7870" y="1787"/>
                  <a:pt x="8001" y="1787"/>
                </a:cubicBezTo>
                <a:cubicBezTo>
                  <a:pt x="8061" y="1787"/>
                  <a:pt x="8132" y="1775"/>
                  <a:pt x="8180" y="1751"/>
                </a:cubicBezTo>
                <a:cubicBezTo>
                  <a:pt x="8239" y="1715"/>
                  <a:pt x="8287" y="1692"/>
                  <a:pt x="8346" y="1644"/>
                </a:cubicBezTo>
                <a:lnTo>
                  <a:pt x="8680" y="1311"/>
                </a:lnTo>
                <a:lnTo>
                  <a:pt x="10180" y="2823"/>
                </a:lnTo>
                <a:lnTo>
                  <a:pt x="10013" y="2978"/>
                </a:lnTo>
                <a:cubicBezTo>
                  <a:pt x="9966" y="3025"/>
                  <a:pt x="9942" y="3073"/>
                  <a:pt x="9894" y="3120"/>
                </a:cubicBezTo>
                <a:cubicBezTo>
                  <a:pt x="9727" y="3335"/>
                  <a:pt x="9656" y="3597"/>
                  <a:pt x="9668" y="3859"/>
                </a:cubicBezTo>
                <a:cubicBezTo>
                  <a:pt x="9704" y="4502"/>
                  <a:pt x="9775" y="5311"/>
                  <a:pt x="9882" y="5740"/>
                </a:cubicBezTo>
                <a:cubicBezTo>
                  <a:pt x="9870" y="5752"/>
                  <a:pt x="9823" y="5776"/>
                  <a:pt x="9787" y="5811"/>
                </a:cubicBezTo>
                <a:cubicBezTo>
                  <a:pt x="9766" y="5815"/>
                  <a:pt x="9745" y="5816"/>
                  <a:pt x="9725" y="5816"/>
                </a:cubicBezTo>
                <a:cubicBezTo>
                  <a:pt x="9601" y="5816"/>
                  <a:pt x="9477" y="5757"/>
                  <a:pt x="9406" y="5645"/>
                </a:cubicBezTo>
                <a:lnTo>
                  <a:pt x="9013" y="4692"/>
                </a:lnTo>
                <a:cubicBezTo>
                  <a:pt x="9001" y="4633"/>
                  <a:pt x="8942" y="4609"/>
                  <a:pt x="8894" y="4585"/>
                </a:cubicBezTo>
                <a:cubicBezTo>
                  <a:pt x="8880" y="4582"/>
                  <a:pt x="8866" y="4581"/>
                  <a:pt x="8852" y="4581"/>
                </a:cubicBezTo>
                <a:cubicBezTo>
                  <a:pt x="8808" y="4581"/>
                  <a:pt x="8769" y="4596"/>
                  <a:pt x="8751" y="4633"/>
                </a:cubicBezTo>
                <a:lnTo>
                  <a:pt x="7346" y="6026"/>
                </a:lnTo>
                <a:lnTo>
                  <a:pt x="7263" y="5895"/>
                </a:lnTo>
                <a:lnTo>
                  <a:pt x="7203" y="5835"/>
                </a:lnTo>
                <a:cubicBezTo>
                  <a:pt x="7156" y="5799"/>
                  <a:pt x="7108" y="5764"/>
                  <a:pt x="7072" y="5752"/>
                </a:cubicBezTo>
                <a:lnTo>
                  <a:pt x="7906" y="4918"/>
                </a:lnTo>
                <a:cubicBezTo>
                  <a:pt x="7965" y="4859"/>
                  <a:pt x="7965" y="4740"/>
                  <a:pt x="7906" y="4680"/>
                </a:cubicBezTo>
                <a:cubicBezTo>
                  <a:pt x="7876" y="4650"/>
                  <a:pt x="7831" y="4635"/>
                  <a:pt x="7787" y="4635"/>
                </a:cubicBezTo>
                <a:cubicBezTo>
                  <a:pt x="7742" y="4635"/>
                  <a:pt x="7697" y="4650"/>
                  <a:pt x="7668" y="4680"/>
                </a:cubicBezTo>
                <a:lnTo>
                  <a:pt x="6977" y="5359"/>
                </a:lnTo>
                <a:cubicBezTo>
                  <a:pt x="6953" y="5299"/>
                  <a:pt x="6918" y="5252"/>
                  <a:pt x="6870" y="5216"/>
                </a:cubicBezTo>
                <a:lnTo>
                  <a:pt x="6834" y="5168"/>
                </a:lnTo>
                <a:cubicBezTo>
                  <a:pt x="6787" y="5121"/>
                  <a:pt x="6739" y="5097"/>
                  <a:pt x="6679" y="5061"/>
                </a:cubicBezTo>
                <a:lnTo>
                  <a:pt x="7549" y="4204"/>
                </a:lnTo>
                <a:cubicBezTo>
                  <a:pt x="7608" y="4144"/>
                  <a:pt x="7608" y="4025"/>
                  <a:pt x="7549" y="3966"/>
                </a:cubicBezTo>
                <a:cubicBezTo>
                  <a:pt x="7519" y="3936"/>
                  <a:pt x="7474" y="3921"/>
                  <a:pt x="7430" y="3921"/>
                </a:cubicBezTo>
                <a:cubicBezTo>
                  <a:pt x="7385" y="3921"/>
                  <a:pt x="7340" y="3936"/>
                  <a:pt x="7310" y="3966"/>
                </a:cubicBezTo>
                <a:lnTo>
                  <a:pt x="6513" y="4752"/>
                </a:lnTo>
                <a:cubicBezTo>
                  <a:pt x="6489" y="4692"/>
                  <a:pt x="6453" y="4644"/>
                  <a:pt x="6418" y="4597"/>
                </a:cubicBezTo>
                <a:lnTo>
                  <a:pt x="6370" y="4561"/>
                </a:lnTo>
                <a:cubicBezTo>
                  <a:pt x="6322" y="4513"/>
                  <a:pt x="6275" y="4478"/>
                  <a:pt x="6215" y="4454"/>
                </a:cubicBezTo>
                <a:lnTo>
                  <a:pt x="6834" y="3847"/>
                </a:lnTo>
                <a:cubicBezTo>
                  <a:pt x="6894" y="3787"/>
                  <a:pt x="6894" y="3668"/>
                  <a:pt x="6834" y="3609"/>
                </a:cubicBezTo>
                <a:cubicBezTo>
                  <a:pt x="6804" y="3579"/>
                  <a:pt x="6760" y="3564"/>
                  <a:pt x="6715" y="3564"/>
                </a:cubicBezTo>
                <a:cubicBezTo>
                  <a:pt x="6671" y="3564"/>
                  <a:pt x="6626" y="3579"/>
                  <a:pt x="6596" y="3609"/>
                </a:cubicBezTo>
                <a:lnTo>
                  <a:pt x="6084" y="4109"/>
                </a:lnTo>
                <a:cubicBezTo>
                  <a:pt x="6060" y="4049"/>
                  <a:pt x="6025" y="3990"/>
                  <a:pt x="5977" y="3942"/>
                </a:cubicBezTo>
                <a:lnTo>
                  <a:pt x="5953" y="3918"/>
                </a:lnTo>
                <a:cubicBezTo>
                  <a:pt x="5906" y="3871"/>
                  <a:pt x="5846" y="3823"/>
                  <a:pt x="5786" y="3811"/>
                </a:cubicBezTo>
                <a:lnTo>
                  <a:pt x="6965" y="2632"/>
                </a:lnTo>
                <a:cubicBezTo>
                  <a:pt x="7025" y="2573"/>
                  <a:pt x="7025" y="2454"/>
                  <a:pt x="6965" y="2394"/>
                </a:cubicBezTo>
                <a:cubicBezTo>
                  <a:pt x="6935" y="2364"/>
                  <a:pt x="6891" y="2349"/>
                  <a:pt x="6846" y="2349"/>
                </a:cubicBezTo>
                <a:cubicBezTo>
                  <a:pt x="6801" y="2349"/>
                  <a:pt x="6757" y="2364"/>
                  <a:pt x="6727" y="2394"/>
                </a:cubicBezTo>
                <a:lnTo>
                  <a:pt x="5751" y="3370"/>
                </a:lnTo>
                <a:lnTo>
                  <a:pt x="5072" y="2680"/>
                </a:lnTo>
                <a:lnTo>
                  <a:pt x="5798" y="2382"/>
                </a:lnTo>
                <a:cubicBezTo>
                  <a:pt x="5798" y="2382"/>
                  <a:pt x="5810" y="2382"/>
                  <a:pt x="5810" y="2370"/>
                </a:cubicBezTo>
                <a:cubicBezTo>
                  <a:pt x="6096" y="2204"/>
                  <a:pt x="6227" y="1882"/>
                  <a:pt x="6144" y="1585"/>
                </a:cubicBezTo>
                <a:cubicBezTo>
                  <a:pt x="6144" y="1561"/>
                  <a:pt x="6132" y="1549"/>
                  <a:pt x="6132" y="1537"/>
                </a:cubicBezTo>
                <a:cubicBezTo>
                  <a:pt x="6049" y="1403"/>
                  <a:pt x="5914" y="1251"/>
                  <a:pt x="5778" y="1251"/>
                </a:cubicBezTo>
                <a:cubicBezTo>
                  <a:pt x="5757" y="1251"/>
                  <a:pt x="5736" y="1255"/>
                  <a:pt x="5715" y="1263"/>
                </a:cubicBezTo>
                <a:cubicBezTo>
                  <a:pt x="5429" y="1358"/>
                  <a:pt x="4774" y="1430"/>
                  <a:pt x="3870" y="1477"/>
                </a:cubicBezTo>
                <a:cubicBezTo>
                  <a:pt x="3855" y="1478"/>
                  <a:pt x="3840" y="1478"/>
                  <a:pt x="3825" y="1478"/>
                </a:cubicBezTo>
                <a:cubicBezTo>
                  <a:pt x="3603" y="1478"/>
                  <a:pt x="3395" y="1395"/>
                  <a:pt x="3239" y="1239"/>
                </a:cubicBezTo>
                <a:lnTo>
                  <a:pt x="3072" y="1073"/>
                </a:lnTo>
                <a:lnTo>
                  <a:pt x="3096" y="1061"/>
                </a:lnTo>
                <a:cubicBezTo>
                  <a:pt x="3155" y="1001"/>
                  <a:pt x="3155" y="882"/>
                  <a:pt x="3096" y="823"/>
                </a:cubicBezTo>
                <a:lnTo>
                  <a:pt x="2322" y="49"/>
                </a:lnTo>
                <a:cubicBezTo>
                  <a:pt x="2286" y="13"/>
                  <a:pt x="2238"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11" name="Google Shape;11411;p65"/>
          <p:cNvGrpSpPr/>
          <p:nvPr/>
        </p:nvGrpSpPr>
        <p:grpSpPr>
          <a:xfrm>
            <a:off x="3961923" y="2310917"/>
            <a:ext cx="364415" cy="220936"/>
            <a:chOff x="3961923" y="2486317"/>
            <a:chExt cx="364415" cy="220936"/>
          </a:xfrm>
        </p:grpSpPr>
        <p:sp>
          <p:nvSpPr>
            <p:cNvPr id="11412" name="Google Shape;11412;p65"/>
            <p:cNvSpPr/>
            <p:nvPr/>
          </p:nvSpPr>
          <p:spPr>
            <a:xfrm>
              <a:off x="4106764" y="2486507"/>
              <a:ext cx="219574" cy="220746"/>
            </a:xfrm>
            <a:custGeom>
              <a:avLst/>
              <a:gdLst/>
              <a:ahLst/>
              <a:cxnLst/>
              <a:rect l="l" t="t" r="r" b="b"/>
              <a:pathLst>
                <a:path w="6931" h="6968" extrusionOk="0">
                  <a:moveTo>
                    <a:pt x="4114" y="1"/>
                  </a:moveTo>
                  <a:cubicBezTo>
                    <a:pt x="4035" y="1"/>
                    <a:pt x="3953" y="69"/>
                    <a:pt x="3942" y="157"/>
                  </a:cubicBezTo>
                  <a:cubicBezTo>
                    <a:pt x="3930" y="240"/>
                    <a:pt x="4001" y="336"/>
                    <a:pt x="4085" y="348"/>
                  </a:cubicBezTo>
                  <a:cubicBezTo>
                    <a:pt x="4906" y="455"/>
                    <a:pt x="5633" y="895"/>
                    <a:pt x="6085" y="1574"/>
                  </a:cubicBezTo>
                  <a:cubicBezTo>
                    <a:pt x="6764" y="2610"/>
                    <a:pt x="6728" y="3943"/>
                    <a:pt x="5954" y="4908"/>
                  </a:cubicBezTo>
                  <a:cubicBezTo>
                    <a:pt x="5918" y="4943"/>
                    <a:pt x="5906" y="4991"/>
                    <a:pt x="5918" y="5027"/>
                  </a:cubicBezTo>
                  <a:lnTo>
                    <a:pt x="5990" y="6539"/>
                  </a:lnTo>
                  <a:lnTo>
                    <a:pt x="5990" y="6539"/>
                  </a:lnTo>
                  <a:lnTo>
                    <a:pt x="4644" y="5896"/>
                  </a:lnTo>
                  <a:cubicBezTo>
                    <a:pt x="4609" y="5884"/>
                    <a:pt x="4561" y="5884"/>
                    <a:pt x="4525" y="5884"/>
                  </a:cubicBezTo>
                  <a:cubicBezTo>
                    <a:pt x="4272" y="5957"/>
                    <a:pt x="4014" y="5992"/>
                    <a:pt x="3758" y="5992"/>
                  </a:cubicBezTo>
                  <a:cubicBezTo>
                    <a:pt x="2969" y="5992"/>
                    <a:pt x="2201" y="5659"/>
                    <a:pt x="1644" y="5074"/>
                  </a:cubicBezTo>
                  <a:cubicBezTo>
                    <a:pt x="1584" y="5015"/>
                    <a:pt x="1549" y="4955"/>
                    <a:pt x="1501" y="4896"/>
                  </a:cubicBezTo>
                  <a:cubicBezTo>
                    <a:pt x="1453" y="4836"/>
                    <a:pt x="1430" y="4789"/>
                    <a:pt x="1382" y="4729"/>
                  </a:cubicBezTo>
                  <a:lnTo>
                    <a:pt x="1382" y="4717"/>
                  </a:lnTo>
                  <a:cubicBezTo>
                    <a:pt x="1620" y="4300"/>
                    <a:pt x="1751" y="3836"/>
                    <a:pt x="1787" y="3384"/>
                  </a:cubicBezTo>
                  <a:cubicBezTo>
                    <a:pt x="1787" y="3288"/>
                    <a:pt x="1727" y="3205"/>
                    <a:pt x="1632" y="3205"/>
                  </a:cubicBezTo>
                  <a:cubicBezTo>
                    <a:pt x="1549" y="3205"/>
                    <a:pt x="1453" y="3265"/>
                    <a:pt x="1453" y="3348"/>
                  </a:cubicBezTo>
                  <a:cubicBezTo>
                    <a:pt x="1430" y="3836"/>
                    <a:pt x="1263" y="4312"/>
                    <a:pt x="977" y="4729"/>
                  </a:cubicBezTo>
                  <a:cubicBezTo>
                    <a:pt x="739" y="5074"/>
                    <a:pt x="441" y="5360"/>
                    <a:pt x="96" y="5586"/>
                  </a:cubicBezTo>
                  <a:cubicBezTo>
                    <a:pt x="25" y="5622"/>
                    <a:pt x="1" y="5729"/>
                    <a:pt x="37" y="5801"/>
                  </a:cubicBezTo>
                  <a:cubicBezTo>
                    <a:pt x="72" y="5848"/>
                    <a:pt x="132" y="5884"/>
                    <a:pt x="191" y="5884"/>
                  </a:cubicBezTo>
                  <a:cubicBezTo>
                    <a:pt x="215" y="5884"/>
                    <a:pt x="251" y="5860"/>
                    <a:pt x="275" y="5848"/>
                  </a:cubicBezTo>
                  <a:cubicBezTo>
                    <a:pt x="632" y="5622"/>
                    <a:pt x="953" y="5348"/>
                    <a:pt x="1192" y="5015"/>
                  </a:cubicBezTo>
                  <a:cubicBezTo>
                    <a:pt x="1203" y="5051"/>
                    <a:pt x="1215" y="5062"/>
                    <a:pt x="1251" y="5086"/>
                  </a:cubicBezTo>
                  <a:cubicBezTo>
                    <a:pt x="1311" y="5170"/>
                    <a:pt x="1370" y="5229"/>
                    <a:pt x="1406" y="5301"/>
                  </a:cubicBezTo>
                  <a:cubicBezTo>
                    <a:pt x="1811" y="5729"/>
                    <a:pt x="2323" y="6039"/>
                    <a:pt x="2894" y="6205"/>
                  </a:cubicBezTo>
                  <a:cubicBezTo>
                    <a:pt x="3179" y="6284"/>
                    <a:pt x="3465" y="6323"/>
                    <a:pt x="3749" y="6323"/>
                  </a:cubicBezTo>
                  <a:cubicBezTo>
                    <a:pt x="4021" y="6323"/>
                    <a:pt x="4293" y="6287"/>
                    <a:pt x="4561" y="6217"/>
                  </a:cubicBezTo>
                  <a:lnTo>
                    <a:pt x="6109" y="6956"/>
                  </a:lnTo>
                  <a:cubicBezTo>
                    <a:pt x="6145" y="6967"/>
                    <a:pt x="6156" y="6967"/>
                    <a:pt x="6192" y="6967"/>
                  </a:cubicBezTo>
                  <a:cubicBezTo>
                    <a:pt x="6216" y="6967"/>
                    <a:pt x="6252" y="6956"/>
                    <a:pt x="6275" y="6932"/>
                  </a:cubicBezTo>
                  <a:cubicBezTo>
                    <a:pt x="6323" y="6908"/>
                    <a:pt x="6347" y="6848"/>
                    <a:pt x="6347" y="6789"/>
                  </a:cubicBezTo>
                  <a:lnTo>
                    <a:pt x="6275" y="5074"/>
                  </a:lnTo>
                  <a:cubicBezTo>
                    <a:pt x="6668" y="4574"/>
                    <a:pt x="6883" y="3955"/>
                    <a:pt x="6918" y="3300"/>
                  </a:cubicBezTo>
                  <a:cubicBezTo>
                    <a:pt x="6930" y="2622"/>
                    <a:pt x="6752" y="1967"/>
                    <a:pt x="6371" y="1383"/>
                  </a:cubicBezTo>
                  <a:cubicBezTo>
                    <a:pt x="5859" y="633"/>
                    <a:pt x="5037" y="121"/>
                    <a:pt x="4132" y="2"/>
                  </a:cubicBezTo>
                  <a:cubicBezTo>
                    <a:pt x="4126" y="1"/>
                    <a:pt x="4120" y="1"/>
                    <a:pt x="4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65"/>
            <p:cNvSpPr/>
            <p:nvPr/>
          </p:nvSpPr>
          <p:spPr>
            <a:xfrm>
              <a:off x="3961923" y="2486317"/>
              <a:ext cx="259839" cy="220936"/>
            </a:xfrm>
            <a:custGeom>
              <a:avLst/>
              <a:gdLst/>
              <a:ahLst/>
              <a:cxnLst/>
              <a:rect l="l" t="t" r="r" b="b"/>
              <a:pathLst>
                <a:path w="8202" h="6974" extrusionOk="0">
                  <a:moveTo>
                    <a:pt x="3198" y="1"/>
                  </a:moveTo>
                  <a:cubicBezTo>
                    <a:pt x="2177" y="1"/>
                    <a:pt x="1174" y="493"/>
                    <a:pt x="560" y="1413"/>
                  </a:cubicBezTo>
                  <a:cubicBezTo>
                    <a:pt x="179" y="1973"/>
                    <a:pt x="1" y="2640"/>
                    <a:pt x="25" y="3318"/>
                  </a:cubicBezTo>
                  <a:cubicBezTo>
                    <a:pt x="60" y="3949"/>
                    <a:pt x="287" y="4556"/>
                    <a:pt x="668" y="5080"/>
                  </a:cubicBezTo>
                  <a:lnTo>
                    <a:pt x="596" y="6795"/>
                  </a:lnTo>
                  <a:cubicBezTo>
                    <a:pt x="596" y="6854"/>
                    <a:pt x="620" y="6914"/>
                    <a:pt x="668" y="6938"/>
                  </a:cubicBezTo>
                  <a:cubicBezTo>
                    <a:pt x="703" y="6962"/>
                    <a:pt x="727" y="6973"/>
                    <a:pt x="763" y="6973"/>
                  </a:cubicBezTo>
                  <a:cubicBezTo>
                    <a:pt x="787" y="6973"/>
                    <a:pt x="799" y="6973"/>
                    <a:pt x="834" y="6962"/>
                  </a:cubicBezTo>
                  <a:lnTo>
                    <a:pt x="2382" y="6235"/>
                  </a:lnTo>
                  <a:cubicBezTo>
                    <a:pt x="2647" y="6300"/>
                    <a:pt x="2916" y="6333"/>
                    <a:pt x="3186" y="6333"/>
                  </a:cubicBezTo>
                  <a:cubicBezTo>
                    <a:pt x="3512" y="6333"/>
                    <a:pt x="3837" y="6285"/>
                    <a:pt x="4156" y="6188"/>
                  </a:cubicBezTo>
                  <a:cubicBezTo>
                    <a:pt x="4240" y="6152"/>
                    <a:pt x="4287" y="6069"/>
                    <a:pt x="4251" y="5973"/>
                  </a:cubicBezTo>
                  <a:cubicBezTo>
                    <a:pt x="4233" y="5909"/>
                    <a:pt x="4172" y="5866"/>
                    <a:pt x="4107" y="5866"/>
                  </a:cubicBezTo>
                  <a:cubicBezTo>
                    <a:pt x="4088" y="5866"/>
                    <a:pt x="4068" y="5870"/>
                    <a:pt x="4049" y="5878"/>
                  </a:cubicBezTo>
                  <a:cubicBezTo>
                    <a:pt x="3772" y="5971"/>
                    <a:pt x="3484" y="6015"/>
                    <a:pt x="3198" y="6015"/>
                  </a:cubicBezTo>
                  <a:cubicBezTo>
                    <a:pt x="2931" y="6015"/>
                    <a:pt x="2664" y="5976"/>
                    <a:pt x="2406" y="5902"/>
                  </a:cubicBezTo>
                  <a:cubicBezTo>
                    <a:pt x="2391" y="5897"/>
                    <a:pt x="2376" y="5894"/>
                    <a:pt x="2361" y="5894"/>
                  </a:cubicBezTo>
                  <a:cubicBezTo>
                    <a:pt x="2339" y="5894"/>
                    <a:pt x="2315" y="5900"/>
                    <a:pt x="2287" y="5914"/>
                  </a:cubicBezTo>
                  <a:lnTo>
                    <a:pt x="941" y="6533"/>
                  </a:lnTo>
                  <a:lnTo>
                    <a:pt x="941" y="6533"/>
                  </a:lnTo>
                  <a:lnTo>
                    <a:pt x="1013" y="5021"/>
                  </a:lnTo>
                  <a:cubicBezTo>
                    <a:pt x="1013" y="4985"/>
                    <a:pt x="1001" y="4949"/>
                    <a:pt x="977" y="4902"/>
                  </a:cubicBezTo>
                  <a:cubicBezTo>
                    <a:pt x="203" y="3937"/>
                    <a:pt x="168" y="2604"/>
                    <a:pt x="846" y="1568"/>
                  </a:cubicBezTo>
                  <a:cubicBezTo>
                    <a:pt x="1393" y="759"/>
                    <a:pt x="2293" y="318"/>
                    <a:pt x="3208" y="318"/>
                  </a:cubicBezTo>
                  <a:cubicBezTo>
                    <a:pt x="3748" y="318"/>
                    <a:pt x="4294" y="472"/>
                    <a:pt x="4775" y="794"/>
                  </a:cubicBezTo>
                  <a:cubicBezTo>
                    <a:pt x="5430" y="1247"/>
                    <a:pt x="5883" y="1949"/>
                    <a:pt x="6002" y="2735"/>
                  </a:cubicBezTo>
                  <a:cubicBezTo>
                    <a:pt x="6013" y="2811"/>
                    <a:pt x="6083" y="2867"/>
                    <a:pt x="6168" y="2867"/>
                  </a:cubicBezTo>
                  <a:cubicBezTo>
                    <a:pt x="6176" y="2867"/>
                    <a:pt x="6184" y="2867"/>
                    <a:pt x="6192" y="2866"/>
                  </a:cubicBezTo>
                  <a:cubicBezTo>
                    <a:pt x="6275" y="2854"/>
                    <a:pt x="6335" y="2759"/>
                    <a:pt x="6323" y="2675"/>
                  </a:cubicBezTo>
                  <a:cubicBezTo>
                    <a:pt x="6264" y="2282"/>
                    <a:pt x="6133" y="1913"/>
                    <a:pt x="5954" y="1592"/>
                  </a:cubicBezTo>
                  <a:cubicBezTo>
                    <a:pt x="5990" y="1532"/>
                    <a:pt x="6025" y="1473"/>
                    <a:pt x="6073" y="1413"/>
                  </a:cubicBezTo>
                  <a:cubicBezTo>
                    <a:pt x="6133" y="1330"/>
                    <a:pt x="6192" y="1270"/>
                    <a:pt x="6252" y="1199"/>
                  </a:cubicBezTo>
                  <a:cubicBezTo>
                    <a:pt x="6395" y="1056"/>
                    <a:pt x="6561" y="901"/>
                    <a:pt x="6740" y="782"/>
                  </a:cubicBezTo>
                  <a:cubicBezTo>
                    <a:pt x="7121" y="520"/>
                    <a:pt x="7585" y="365"/>
                    <a:pt x="8050" y="318"/>
                  </a:cubicBezTo>
                  <a:cubicBezTo>
                    <a:pt x="8057" y="320"/>
                    <a:pt x="8065" y="322"/>
                    <a:pt x="8073" y="322"/>
                  </a:cubicBezTo>
                  <a:cubicBezTo>
                    <a:pt x="8137" y="322"/>
                    <a:pt x="8202" y="238"/>
                    <a:pt x="8180" y="163"/>
                  </a:cubicBezTo>
                  <a:cubicBezTo>
                    <a:pt x="8169" y="75"/>
                    <a:pt x="8107" y="7"/>
                    <a:pt x="8022" y="7"/>
                  </a:cubicBezTo>
                  <a:cubicBezTo>
                    <a:pt x="8016" y="7"/>
                    <a:pt x="8009" y="7"/>
                    <a:pt x="8002" y="8"/>
                  </a:cubicBezTo>
                  <a:cubicBezTo>
                    <a:pt x="7490" y="56"/>
                    <a:pt x="6978" y="234"/>
                    <a:pt x="6549" y="532"/>
                  </a:cubicBezTo>
                  <a:cubicBezTo>
                    <a:pt x="6359" y="663"/>
                    <a:pt x="6156" y="818"/>
                    <a:pt x="6002" y="996"/>
                  </a:cubicBezTo>
                  <a:cubicBezTo>
                    <a:pt x="5918" y="1068"/>
                    <a:pt x="5859" y="1139"/>
                    <a:pt x="5799" y="1211"/>
                  </a:cubicBezTo>
                  <a:cubicBezTo>
                    <a:pt x="5787" y="1247"/>
                    <a:pt x="5764" y="1258"/>
                    <a:pt x="5740" y="1294"/>
                  </a:cubicBezTo>
                  <a:cubicBezTo>
                    <a:pt x="5525" y="996"/>
                    <a:pt x="5252" y="735"/>
                    <a:pt x="4954" y="532"/>
                  </a:cubicBezTo>
                  <a:cubicBezTo>
                    <a:pt x="4414" y="174"/>
                    <a:pt x="3803" y="1"/>
                    <a:pt x="31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65"/>
            <p:cNvSpPr/>
            <p:nvPr/>
          </p:nvSpPr>
          <p:spPr>
            <a:xfrm>
              <a:off x="4015113" y="2540870"/>
              <a:ext cx="96212" cy="95832"/>
            </a:xfrm>
            <a:custGeom>
              <a:avLst/>
              <a:gdLst/>
              <a:ahLst/>
              <a:cxnLst/>
              <a:rect l="l" t="t" r="r" b="b"/>
              <a:pathLst>
                <a:path w="3037" h="3025" extrusionOk="0">
                  <a:moveTo>
                    <a:pt x="1418" y="346"/>
                  </a:moveTo>
                  <a:cubicBezTo>
                    <a:pt x="2013" y="346"/>
                    <a:pt x="2501" y="834"/>
                    <a:pt x="2501" y="1430"/>
                  </a:cubicBezTo>
                  <a:cubicBezTo>
                    <a:pt x="2501" y="1668"/>
                    <a:pt x="2430" y="1894"/>
                    <a:pt x="2299" y="2072"/>
                  </a:cubicBezTo>
                  <a:lnTo>
                    <a:pt x="1537" y="1310"/>
                  </a:lnTo>
                  <a:cubicBezTo>
                    <a:pt x="1507" y="1281"/>
                    <a:pt x="1462" y="1266"/>
                    <a:pt x="1418" y="1266"/>
                  </a:cubicBezTo>
                  <a:cubicBezTo>
                    <a:pt x="1373" y="1266"/>
                    <a:pt x="1328" y="1281"/>
                    <a:pt x="1298" y="1310"/>
                  </a:cubicBezTo>
                  <a:cubicBezTo>
                    <a:pt x="1239" y="1370"/>
                    <a:pt x="1239" y="1489"/>
                    <a:pt x="1298" y="1549"/>
                  </a:cubicBezTo>
                  <a:lnTo>
                    <a:pt x="2060" y="2311"/>
                  </a:lnTo>
                  <a:cubicBezTo>
                    <a:pt x="1870" y="2442"/>
                    <a:pt x="1656" y="2513"/>
                    <a:pt x="1418" y="2513"/>
                  </a:cubicBezTo>
                  <a:cubicBezTo>
                    <a:pt x="822" y="2513"/>
                    <a:pt x="334" y="2025"/>
                    <a:pt x="334" y="1430"/>
                  </a:cubicBezTo>
                  <a:cubicBezTo>
                    <a:pt x="334" y="834"/>
                    <a:pt x="822" y="346"/>
                    <a:pt x="1418" y="346"/>
                  </a:cubicBezTo>
                  <a:close/>
                  <a:moveTo>
                    <a:pt x="1429" y="1"/>
                  </a:moveTo>
                  <a:cubicBezTo>
                    <a:pt x="644" y="1"/>
                    <a:pt x="1" y="644"/>
                    <a:pt x="1" y="1430"/>
                  </a:cubicBezTo>
                  <a:cubicBezTo>
                    <a:pt x="1" y="2215"/>
                    <a:pt x="644" y="2858"/>
                    <a:pt x="1429" y="2858"/>
                  </a:cubicBezTo>
                  <a:cubicBezTo>
                    <a:pt x="1763" y="2858"/>
                    <a:pt x="2072" y="2739"/>
                    <a:pt x="2310" y="2549"/>
                  </a:cubicBezTo>
                  <a:lnTo>
                    <a:pt x="2739" y="2977"/>
                  </a:lnTo>
                  <a:cubicBezTo>
                    <a:pt x="2775" y="3001"/>
                    <a:pt x="2811" y="3025"/>
                    <a:pt x="2858" y="3025"/>
                  </a:cubicBezTo>
                  <a:cubicBezTo>
                    <a:pt x="2906" y="3025"/>
                    <a:pt x="2953" y="3001"/>
                    <a:pt x="2977" y="2977"/>
                  </a:cubicBezTo>
                  <a:cubicBezTo>
                    <a:pt x="3037" y="2918"/>
                    <a:pt x="3037" y="2811"/>
                    <a:pt x="2977" y="2739"/>
                  </a:cubicBezTo>
                  <a:lnTo>
                    <a:pt x="2549" y="2311"/>
                  </a:lnTo>
                  <a:cubicBezTo>
                    <a:pt x="2739" y="2072"/>
                    <a:pt x="2858" y="1751"/>
                    <a:pt x="2858" y="1430"/>
                  </a:cubicBezTo>
                  <a:cubicBezTo>
                    <a:pt x="2858" y="644"/>
                    <a:pt x="221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65"/>
            <p:cNvSpPr/>
            <p:nvPr/>
          </p:nvSpPr>
          <p:spPr>
            <a:xfrm>
              <a:off x="4186375" y="2539381"/>
              <a:ext cx="77331" cy="90541"/>
            </a:xfrm>
            <a:custGeom>
              <a:avLst/>
              <a:gdLst/>
              <a:ahLst/>
              <a:cxnLst/>
              <a:rect l="l" t="t" r="r" b="b"/>
              <a:pathLst>
                <a:path w="2441" h="2858" extrusionOk="0">
                  <a:moveTo>
                    <a:pt x="1203" y="607"/>
                  </a:moveTo>
                  <a:lnTo>
                    <a:pt x="1572" y="1524"/>
                  </a:lnTo>
                  <a:lnTo>
                    <a:pt x="834" y="1524"/>
                  </a:lnTo>
                  <a:lnTo>
                    <a:pt x="1203" y="607"/>
                  </a:lnTo>
                  <a:close/>
                  <a:moveTo>
                    <a:pt x="1215" y="0"/>
                  </a:moveTo>
                  <a:cubicBezTo>
                    <a:pt x="1155" y="0"/>
                    <a:pt x="1084" y="48"/>
                    <a:pt x="1072" y="107"/>
                  </a:cubicBezTo>
                  <a:lnTo>
                    <a:pt x="441" y="1619"/>
                  </a:lnTo>
                  <a:lnTo>
                    <a:pt x="24" y="2620"/>
                  </a:lnTo>
                  <a:cubicBezTo>
                    <a:pt x="0" y="2715"/>
                    <a:pt x="24" y="2798"/>
                    <a:pt x="119" y="2846"/>
                  </a:cubicBezTo>
                  <a:cubicBezTo>
                    <a:pt x="139" y="2851"/>
                    <a:pt x="159" y="2854"/>
                    <a:pt x="179" y="2854"/>
                  </a:cubicBezTo>
                  <a:cubicBezTo>
                    <a:pt x="245" y="2854"/>
                    <a:pt x="309" y="2823"/>
                    <a:pt x="345" y="2750"/>
                  </a:cubicBezTo>
                  <a:lnTo>
                    <a:pt x="714" y="1858"/>
                  </a:lnTo>
                  <a:lnTo>
                    <a:pt x="1750" y="1858"/>
                  </a:lnTo>
                  <a:lnTo>
                    <a:pt x="2131" y="2750"/>
                  </a:lnTo>
                  <a:cubicBezTo>
                    <a:pt x="2155" y="2810"/>
                    <a:pt x="2215" y="2858"/>
                    <a:pt x="2274" y="2858"/>
                  </a:cubicBezTo>
                  <a:cubicBezTo>
                    <a:pt x="2286" y="2858"/>
                    <a:pt x="2322" y="2858"/>
                    <a:pt x="2334" y="2846"/>
                  </a:cubicBezTo>
                  <a:cubicBezTo>
                    <a:pt x="2405" y="2798"/>
                    <a:pt x="2441" y="2715"/>
                    <a:pt x="2405" y="2620"/>
                  </a:cubicBezTo>
                  <a:lnTo>
                    <a:pt x="1988" y="1619"/>
                  </a:lnTo>
                  <a:lnTo>
                    <a:pt x="1369" y="107"/>
                  </a:lnTo>
                  <a:cubicBezTo>
                    <a:pt x="1334" y="48"/>
                    <a:pt x="127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16" name="Google Shape;11416;p65"/>
          <p:cNvSpPr/>
          <p:nvPr/>
        </p:nvSpPr>
        <p:spPr>
          <a:xfrm>
            <a:off x="1747839" y="2238750"/>
            <a:ext cx="361754" cy="362514"/>
          </a:xfrm>
          <a:custGeom>
            <a:avLst/>
            <a:gdLst/>
            <a:ahLst/>
            <a:cxnLst/>
            <a:rect l="l" t="t" r="r" b="b"/>
            <a:pathLst>
              <a:path w="11419" h="11443" extrusionOk="0">
                <a:moveTo>
                  <a:pt x="4644" y="3560"/>
                </a:moveTo>
                <a:lnTo>
                  <a:pt x="4727" y="3655"/>
                </a:lnTo>
                <a:lnTo>
                  <a:pt x="4132" y="4263"/>
                </a:lnTo>
                <a:cubicBezTo>
                  <a:pt x="3989" y="4084"/>
                  <a:pt x="3965" y="3834"/>
                  <a:pt x="4108" y="3655"/>
                </a:cubicBezTo>
                <a:lnTo>
                  <a:pt x="4120" y="3655"/>
                </a:lnTo>
                <a:cubicBezTo>
                  <a:pt x="4298" y="3655"/>
                  <a:pt x="4465" y="3620"/>
                  <a:pt x="4644" y="3560"/>
                </a:cubicBezTo>
                <a:close/>
                <a:moveTo>
                  <a:pt x="8751" y="5739"/>
                </a:moveTo>
                <a:lnTo>
                  <a:pt x="8918" y="5906"/>
                </a:lnTo>
                <a:cubicBezTo>
                  <a:pt x="8944" y="5932"/>
                  <a:pt x="8994" y="5951"/>
                  <a:pt x="9043" y="5951"/>
                </a:cubicBezTo>
                <a:cubicBezTo>
                  <a:pt x="9061" y="5951"/>
                  <a:pt x="9080" y="5948"/>
                  <a:pt x="9097" y="5941"/>
                </a:cubicBezTo>
                <a:cubicBezTo>
                  <a:pt x="9275" y="5894"/>
                  <a:pt x="9430" y="5858"/>
                  <a:pt x="9597" y="5846"/>
                </a:cubicBezTo>
                <a:lnTo>
                  <a:pt x="9704" y="5858"/>
                </a:lnTo>
                <a:cubicBezTo>
                  <a:pt x="10478" y="5918"/>
                  <a:pt x="11073" y="6561"/>
                  <a:pt x="11073" y="7335"/>
                </a:cubicBezTo>
                <a:cubicBezTo>
                  <a:pt x="11085" y="7454"/>
                  <a:pt x="11073" y="7585"/>
                  <a:pt x="11025" y="7716"/>
                </a:cubicBezTo>
                <a:lnTo>
                  <a:pt x="10121" y="6811"/>
                </a:lnTo>
                <a:cubicBezTo>
                  <a:pt x="10061" y="6739"/>
                  <a:pt x="9966" y="6692"/>
                  <a:pt x="9870" y="6644"/>
                </a:cubicBezTo>
                <a:cubicBezTo>
                  <a:pt x="9787" y="6620"/>
                  <a:pt x="9704" y="6608"/>
                  <a:pt x="9609" y="6608"/>
                </a:cubicBezTo>
                <a:cubicBezTo>
                  <a:pt x="9418" y="6608"/>
                  <a:pt x="9239" y="6680"/>
                  <a:pt x="9108" y="6811"/>
                </a:cubicBezTo>
                <a:cubicBezTo>
                  <a:pt x="8918" y="7001"/>
                  <a:pt x="8858" y="7299"/>
                  <a:pt x="8942" y="7573"/>
                </a:cubicBezTo>
                <a:cubicBezTo>
                  <a:pt x="8978" y="7680"/>
                  <a:pt x="9037" y="7763"/>
                  <a:pt x="9108" y="7823"/>
                </a:cubicBezTo>
                <a:lnTo>
                  <a:pt x="10013" y="8728"/>
                </a:lnTo>
                <a:cubicBezTo>
                  <a:pt x="9882" y="8775"/>
                  <a:pt x="9751" y="8787"/>
                  <a:pt x="9609" y="8787"/>
                </a:cubicBezTo>
                <a:cubicBezTo>
                  <a:pt x="8835" y="8787"/>
                  <a:pt x="8204" y="8180"/>
                  <a:pt x="8156" y="7418"/>
                </a:cubicBezTo>
                <a:lnTo>
                  <a:pt x="8144" y="7323"/>
                </a:lnTo>
                <a:cubicBezTo>
                  <a:pt x="8144" y="7156"/>
                  <a:pt x="8168" y="6977"/>
                  <a:pt x="8227" y="6811"/>
                </a:cubicBezTo>
                <a:cubicBezTo>
                  <a:pt x="8263" y="6751"/>
                  <a:pt x="8239" y="6680"/>
                  <a:pt x="8180" y="6632"/>
                </a:cubicBezTo>
                <a:lnTo>
                  <a:pt x="8025" y="6465"/>
                </a:lnTo>
                <a:lnTo>
                  <a:pt x="8751" y="5739"/>
                </a:lnTo>
                <a:close/>
                <a:moveTo>
                  <a:pt x="2393" y="6537"/>
                </a:moveTo>
                <a:lnTo>
                  <a:pt x="2751" y="6894"/>
                </a:lnTo>
                <a:lnTo>
                  <a:pt x="4632" y="8775"/>
                </a:lnTo>
                <a:lnTo>
                  <a:pt x="4894" y="9037"/>
                </a:lnTo>
                <a:lnTo>
                  <a:pt x="4358" y="9573"/>
                </a:lnTo>
                <a:lnTo>
                  <a:pt x="1858" y="7084"/>
                </a:lnTo>
                <a:lnTo>
                  <a:pt x="2393" y="6537"/>
                </a:lnTo>
                <a:close/>
                <a:moveTo>
                  <a:pt x="4155" y="0"/>
                </a:moveTo>
                <a:cubicBezTo>
                  <a:pt x="3882" y="0"/>
                  <a:pt x="3632" y="60"/>
                  <a:pt x="3382" y="179"/>
                </a:cubicBezTo>
                <a:cubicBezTo>
                  <a:pt x="3334" y="203"/>
                  <a:pt x="3286" y="250"/>
                  <a:pt x="3286" y="298"/>
                </a:cubicBezTo>
                <a:cubicBezTo>
                  <a:pt x="3274" y="357"/>
                  <a:pt x="3298" y="393"/>
                  <a:pt x="3334" y="441"/>
                </a:cubicBezTo>
                <a:lnTo>
                  <a:pt x="4417" y="1524"/>
                </a:lnTo>
                <a:cubicBezTo>
                  <a:pt x="4453" y="1560"/>
                  <a:pt x="4477" y="1608"/>
                  <a:pt x="4513" y="1667"/>
                </a:cubicBezTo>
                <a:cubicBezTo>
                  <a:pt x="4548" y="1810"/>
                  <a:pt x="4525" y="1965"/>
                  <a:pt x="4417" y="2060"/>
                </a:cubicBezTo>
                <a:cubicBezTo>
                  <a:pt x="4346" y="2143"/>
                  <a:pt x="4251" y="2167"/>
                  <a:pt x="4155" y="2167"/>
                </a:cubicBezTo>
                <a:cubicBezTo>
                  <a:pt x="4108" y="2167"/>
                  <a:pt x="4060" y="2155"/>
                  <a:pt x="4013" y="2143"/>
                </a:cubicBezTo>
                <a:cubicBezTo>
                  <a:pt x="3953" y="2108"/>
                  <a:pt x="3917" y="2096"/>
                  <a:pt x="3882" y="2048"/>
                </a:cubicBezTo>
                <a:lnTo>
                  <a:pt x="2798" y="965"/>
                </a:lnTo>
                <a:cubicBezTo>
                  <a:pt x="2762" y="928"/>
                  <a:pt x="2725" y="913"/>
                  <a:pt x="2684" y="913"/>
                </a:cubicBezTo>
                <a:cubicBezTo>
                  <a:pt x="2671" y="913"/>
                  <a:pt x="2657" y="914"/>
                  <a:pt x="2643" y="917"/>
                </a:cubicBezTo>
                <a:cubicBezTo>
                  <a:pt x="2584" y="929"/>
                  <a:pt x="2548" y="965"/>
                  <a:pt x="2524" y="1012"/>
                </a:cubicBezTo>
                <a:cubicBezTo>
                  <a:pt x="2405" y="1262"/>
                  <a:pt x="2346" y="1512"/>
                  <a:pt x="2346" y="1786"/>
                </a:cubicBezTo>
                <a:cubicBezTo>
                  <a:pt x="2346" y="2239"/>
                  <a:pt x="2524" y="2679"/>
                  <a:pt x="2846" y="3013"/>
                </a:cubicBezTo>
                <a:cubicBezTo>
                  <a:pt x="3096" y="3286"/>
                  <a:pt x="3417" y="3465"/>
                  <a:pt x="3798" y="3548"/>
                </a:cubicBezTo>
                <a:cubicBezTo>
                  <a:pt x="3655" y="3846"/>
                  <a:pt x="3715" y="4203"/>
                  <a:pt x="3941" y="4465"/>
                </a:cubicBezTo>
                <a:lnTo>
                  <a:pt x="3560" y="4846"/>
                </a:lnTo>
                <a:cubicBezTo>
                  <a:pt x="3405" y="5001"/>
                  <a:pt x="3334" y="5191"/>
                  <a:pt x="3334" y="5394"/>
                </a:cubicBezTo>
                <a:cubicBezTo>
                  <a:pt x="3334" y="5596"/>
                  <a:pt x="3405" y="5775"/>
                  <a:pt x="3524" y="5906"/>
                </a:cubicBezTo>
                <a:lnTo>
                  <a:pt x="2917" y="6513"/>
                </a:lnTo>
                <a:lnTo>
                  <a:pt x="2560" y="6156"/>
                </a:lnTo>
                <a:cubicBezTo>
                  <a:pt x="2530" y="6126"/>
                  <a:pt x="2486" y="6111"/>
                  <a:pt x="2441" y="6111"/>
                </a:cubicBezTo>
                <a:cubicBezTo>
                  <a:pt x="2396" y="6111"/>
                  <a:pt x="2352" y="6126"/>
                  <a:pt x="2322" y="6156"/>
                </a:cubicBezTo>
                <a:lnTo>
                  <a:pt x="1417" y="7061"/>
                </a:lnTo>
                <a:lnTo>
                  <a:pt x="60" y="8418"/>
                </a:lnTo>
                <a:cubicBezTo>
                  <a:pt x="0" y="8478"/>
                  <a:pt x="0" y="8597"/>
                  <a:pt x="60" y="8656"/>
                </a:cubicBezTo>
                <a:lnTo>
                  <a:pt x="1096" y="9704"/>
                </a:lnTo>
                <a:cubicBezTo>
                  <a:pt x="1125" y="9734"/>
                  <a:pt x="1170" y="9748"/>
                  <a:pt x="1215" y="9748"/>
                </a:cubicBezTo>
                <a:cubicBezTo>
                  <a:pt x="1259" y="9748"/>
                  <a:pt x="1304" y="9734"/>
                  <a:pt x="1334" y="9704"/>
                </a:cubicBezTo>
                <a:cubicBezTo>
                  <a:pt x="1393" y="9644"/>
                  <a:pt x="1393" y="9525"/>
                  <a:pt x="1334" y="9466"/>
                </a:cubicBezTo>
                <a:lnTo>
                  <a:pt x="417" y="8537"/>
                </a:lnTo>
                <a:lnTo>
                  <a:pt x="1667" y="7287"/>
                </a:lnTo>
                <a:lnTo>
                  <a:pt x="4167" y="9787"/>
                </a:lnTo>
                <a:lnTo>
                  <a:pt x="2917" y="11037"/>
                </a:lnTo>
                <a:lnTo>
                  <a:pt x="1810" y="9942"/>
                </a:lnTo>
                <a:cubicBezTo>
                  <a:pt x="1780" y="9912"/>
                  <a:pt x="1736" y="9897"/>
                  <a:pt x="1691" y="9897"/>
                </a:cubicBezTo>
                <a:cubicBezTo>
                  <a:pt x="1646" y="9897"/>
                  <a:pt x="1602" y="9912"/>
                  <a:pt x="1572" y="9942"/>
                </a:cubicBezTo>
                <a:cubicBezTo>
                  <a:pt x="1512" y="10002"/>
                  <a:pt x="1512" y="10121"/>
                  <a:pt x="1572" y="10180"/>
                </a:cubicBezTo>
                <a:lnTo>
                  <a:pt x="2798" y="11395"/>
                </a:lnTo>
                <a:cubicBezTo>
                  <a:pt x="2822" y="11430"/>
                  <a:pt x="2870" y="11442"/>
                  <a:pt x="2917" y="11442"/>
                </a:cubicBezTo>
                <a:cubicBezTo>
                  <a:pt x="2965" y="11442"/>
                  <a:pt x="3001" y="11430"/>
                  <a:pt x="3036" y="11395"/>
                </a:cubicBezTo>
                <a:lnTo>
                  <a:pt x="4394" y="10037"/>
                </a:lnTo>
                <a:lnTo>
                  <a:pt x="5298" y="9132"/>
                </a:lnTo>
                <a:cubicBezTo>
                  <a:pt x="5322" y="9109"/>
                  <a:pt x="5346" y="9061"/>
                  <a:pt x="5346" y="9013"/>
                </a:cubicBezTo>
                <a:cubicBezTo>
                  <a:pt x="5346" y="8966"/>
                  <a:pt x="5322" y="8930"/>
                  <a:pt x="5298" y="8894"/>
                </a:cubicBezTo>
                <a:lnTo>
                  <a:pt x="5025" y="8632"/>
                </a:lnTo>
                <a:lnTo>
                  <a:pt x="5644" y="8013"/>
                </a:lnTo>
                <a:cubicBezTo>
                  <a:pt x="5770" y="8094"/>
                  <a:pt x="5916" y="8135"/>
                  <a:pt x="6062" y="8135"/>
                </a:cubicBezTo>
                <a:cubicBezTo>
                  <a:pt x="6217" y="8135"/>
                  <a:pt x="6372" y="8088"/>
                  <a:pt x="6501" y="7989"/>
                </a:cubicBezTo>
                <a:cubicBezTo>
                  <a:pt x="6572" y="7930"/>
                  <a:pt x="6596" y="7823"/>
                  <a:pt x="6537" y="7751"/>
                </a:cubicBezTo>
                <a:cubicBezTo>
                  <a:pt x="6500" y="7708"/>
                  <a:pt x="6446" y="7682"/>
                  <a:pt x="6393" y="7682"/>
                </a:cubicBezTo>
                <a:cubicBezTo>
                  <a:pt x="6360" y="7682"/>
                  <a:pt x="6326" y="7692"/>
                  <a:pt x="6299" y="7716"/>
                </a:cubicBezTo>
                <a:cubicBezTo>
                  <a:pt x="6220" y="7778"/>
                  <a:pt x="6131" y="7806"/>
                  <a:pt x="6041" y="7806"/>
                </a:cubicBezTo>
                <a:cubicBezTo>
                  <a:pt x="5927" y="7806"/>
                  <a:pt x="5814" y="7760"/>
                  <a:pt x="5727" y="7680"/>
                </a:cubicBezTo>
                <a:cubicBezTo>
                  <a:pt x="5703" y="7644"/>
                  <a:pt x="5656" y="7632"/>
                  <a:pt x="5608" y="7632"/>
                </a:cubicBezTo>
                <a:cubicBezTo>
                  <a:pt x="5560" y="7632"/>
                  <a:pt x="5525" y="7644"/>
                  <a:pt x="5489" y="7680"/>
                </a:cubicBezTo>
                <a:lnTo>
                  <a:pt x="4763" y="8406"/>
                </a:lnTo>
                <a:lnTo>
                  <a:pt x="3108" y="6799"/>
                </a:lnTo>
                <a:lnTo>
                  <a:pt x="3834" y="6072"/>
                </a:lnTo>
                <a:cubicBezTo>
                  <a:pt x="3894" y="6013"/>
                  <a:pt x="3894" y="5894"/>
                  <a:pt x="3834" y="5834"/>
                </a:cubicBezTo>
                <a:lnTo>
                  <a:pt x="3751" y="5739"/>
                </a:lnTo>
                <a:cubicBezTo>
                  <a:pt x="3655" y="5644"/>
                  <a:pt x="3620" y="5549"/>
                  <a:pt x="3620" y="5430"/>
                </a:cubicBezTo>
                <a:cubicBezTo>
                  <a:pt x="3620" y="5310"/>
                  <a:pt x="3655" y="5203"/>
                  <a:pt x="3751" y="5108"/>
                </a:cubicBezTo>
                <a:lnTo>
                  <a:pt x="4251" y="4608"/>
                </a:lnTo>
                <a:lnTo>
                  <a:pt x="5096" y="3763"/>
                </a:lnTo>
                <a:lnTo>
                  <a:pt x="6013" y="2846"/>
                </a:lnTo>
                <a:cubicBezTo>
                  <a:pt x="6025" y="2834"/>
                  <a:pt x="6037" y="2822"/>
                  <a:pt x="6049" y="2822"/>
                </a:cubicBezTo>
                <a:cubicBezTo>
                  <a:pt x="6106" y="2780"/>
                  <a:pt x="6170" y="2761"/>
                  <a:pt x="6233" y="2761"/>
                </a:cubicBezTo>
                <a:cubicBezTo>
                  <a:pt x="6314" y="2761"/>
                  <a:pt x="6393" y="2792"/>
                  <a:pt x="6453" y="2846"/>
                </a:cubicBezTo>
                <a:lnTo>
                  <a:pt x="6477" y="2870"/>
                </a:lnTo>
                <a:cubicBezTo>
                  <a:pt x="6572" y="2965"/>
                  <a:pt x="6596" y="3132"/>
                  <a:pt x="6501" y="3263"/>
                </a:cubicBezTo>
                <a:cubicBezTo>
                  <a:pt x="6489" y="3286"/>
                  <a:pt x="6477" y="3298"/>
                  <a:pt x="6477" y="3310"/>
                </a:cubicBezTo>
                <a:lnTo>
                  <a:pt x="5477" y="4310"/>
                </a:lnTo>
                <a:cubicBezTo>
                  <a:pt x="5418" y="4370"/>
                  <a:pt x="5418" y="4489"/>
                  <a:pt x="5477" y="4548"/>
                </a:cubicBezTo>
                <a:cubicBezTo>
                  <a:pt x="5501" y="4584"/>
                  <a:pt x="5549" y="4596"/>
                  <a:pt x="5596" y="4596"/>
                </a:cubicBezTo>
                <a:cubicBezTo>
                  <a:pt x="5644" y="4596"/>
                  <a:pt x="5679" y="4572"/>
                  <a:pt x="5715" y="4548"/>
                </a:cubicBezTo>
                <a:lnTo>
                  <a:pt x="6715" y="3548"/>
                </a:lnTo>
                <a:cubicBezTo>
                  <a:pt x="6727" y="3536"/>
                  <a:pt x="6739" y="3525"/>
                  <a:pt x="6751" y="3525"/>
                </a:cubicBezTo>
                <a:cubicBezTo>
                  <a:pt x="6805" y="3481"/>
                  <a:pt x="6872" y="3460"/>
                  <a:pt x="6939" y="3460"/>
                </a:cubicBezTo>
                <a:cubicBezTo>
                  <a:pt x="7018" y="3460"/>
                  <a:pt x="7098" y="3490"/>
                  <a:pt x="7156" y="3548"/>
                </a:cubicBezTo>
                <a:lnTo>
                  <a:pt x="7168" y="3560"/>
                </a:lnTo>
                <a:cubicBezTo>
                  <a:pt x="7275" y="3667"/>
                  <a:pt x="7287" y="3834"/>
                  <a:pt x="7203" y="3965"/>
                </a:cubicBezTo>
                <a:cubicBezTo>
                  <a:pt x="7192" y="3989"/>
                  <a:pt x="7192" y="4001"/>
                  <a:pt x="7168" y="4013"/>
                </a:cubicBezTo>
                <a:lnTo>
                  <a:pt x="6180" y="5013"/>
                </a:lnTo>
                <a:cubicBezTo>
                  <a:pt x="6120" y="5072"/>
                  <a:pt x="6120" y="5191"/>
                  <a:pt x="6180" y="5251"/>
                </a:cubicBezTo>
                <a:cubicBezTo>
                  <a:pt x="6203" y="5275"/>
                  <a:pt x="6251" y="5299"/>
                  <a:pt x="6299" y="5299"/>
                </a:cubicBezTo>
                <a:cubicBezTo>
                  <a:pt x="6334" y="5299"/>
                  <a:pt x="6382" y="5275"/>
                  <a:pt x="6418" y="5251"/>
                </a:cubicBezTo>
                <a:lnTo>
                  <a:pt x="7406" y="4251"/>
                </a:lnTo>
                <a:cubicBezTo>
                  <a:pt x="7430" y="4239"/>
                  <a:pt x="7442" y="4215"/>
                  <a:pt x="7454" y="4215"/>
                </a:cubicBezTo>
                <a:cubicBezTo>
                  <a:pt x="7506" y="4179"/>
                  <a:pt x="7569" y="4160"/>
                  <a:pt x="7633" y="4160"/>
                </a:cubicBezTo>
                <a:cubicBezTo>
                  <a:pt x="7715" y="4160"/>
                  <a:pt x="7798" y="4191"/>
                  <a:pt x="7858" y="4251"/>
                </a:cubicBezTo>
                <a:lnTo>
                  <a:pt x="7870" y="4263"/>
                </a:lnTo>
                <a:cubicBezTo>
                  <a:pt x="7977" y="4370"/>
                  <a:pt x="7989" y="4537"/>
                  <a:pt x="7906" y="4668"/>
                </a:cubicBezTo>
                <a:cubicBezTo>
                  <a:pt x="7882" y="4679"/>
                  <a:pt x="7882" y="4703"/>
                  <a:pt x="7870" y="4715"/>
                </a:cubicBezTo>
                <a:lnTo>
                  <a:pt x="6870" y="5715"/>
                </a:lnTo>
                <a:cubicBezTo>
                  <a:pt x="6811" y="5775"/>
                  <a:pt x="6811" y="5894"/>
                  <a:pt x="6870" y="5953"/>
                </a:cubicBezTo>
                <a:cubicBezTo>
                  <a:pt x="6906" y="5977"/>
                  <a:pt x="6953" y="5989"/>
                  <a:pt x="6989" y="5989"/>
                </a:cubicBezTo>
                <a:cubicBezTo>
                  <a:pt x="7037" y="5989"/>
                  <a:pt x="7084" y="5977"/>
                  <a:pt x="7108" y="5953"/>
                </a:cubicBezTo>
                <a:lnTo>
                  <a:pt x="8108" y="4953"/>
                </a:lnTo>
                <a:cubicBezTo>
                  <a:pt x="8120" y="4941"/>
                  <a:pt x="8144" y="4918"/>
                  <a:pt x="8156" y="4918"/>
                </a:cubicBezTo>
                <a:cubicBezTo>
                  <a:pt x="8208" y="4881"/>
                  <a:pt x="8272" y="4863"/>
                  <a:pt x="8335" y="4863"/>
                </a:cubicBezTo>
                <a:cubicBezTo>
                  <a:pt x="8418" y="4863"/>
                  <a:pt x="8501" y="4893"/>
                  <a:pt x="8561" y="4953"/>
                </a:cubicBezTo>
                <a:lnTo>
                  <a:pt x="8573" y="4965"/>
                </a:lnTo>
                <a:cubicBezTo>
                  <a:pt x="8680" y="5072"/>
                  <a:pt x="8692" y="5239"/>
                  <a:pt x="8597" y="5370"/>
                </a:cubicBezTo>
                <a:cubicBezTo>
                  <a:pt x="8585" y="5382"/>
                  <a:pt x="8573" y="5394"/>
                  <a:pt x="8573" y="5418"/>
                </a:cubicBezTo>
                <a:lnTo>
                  <a:pt x="6715" y="7275"/>
                </a:lnTo>
                <a:cubicBezTo>
                  <a:pt x="6656" y="7335"/>
                  <a:pt x="6656" y="7454"/>
                  <a:pt x="6715" y="7513"/>
                </a:cubicBezTo>
                <a:cubicBezTo>
                  <a:pt x="6739" y="7537"/>
                  <a:pt x="6787" y="7561"/>
                  <a:pt x="6834" y="7561"/>
                </a:cubicBezTo>
                <a:cubicBezTo>
                  <a:pt x="6870" y="7561"/>
                  <a:pt x="6918" y="7537"/>
                  <a:pt x="6953" y="7513"/>
                </a:cubicBezTo>
                <a:lnTo>
                  <a:pt x="7787" y="6680"/>
                </a:lnTo>
                <a:lnTo>
                  <a:pt x="7870" y="6763"/>
                </a:lnTo>
                <a:cubicBezTo>
                  <a:pt x="7811" y="6942"/>
                  <a:pt x="7787" y="7120"/>
                  <a:pt x="7787" y="7287"/>
                </a:cubicBezTo>
                <a:lnTo>
                  <a:pt x="7787" y="7299"/>
                </a:lnTo>
                <a:lnTo>
                  <a:pt x="7799" y="7406"/>
                </a:lnTo>
                <a:cubicBezTo>
                  <a:pt x="7823" y="7870"/>
                  <a:pt x="8037" y="8287"/>
                  <a:pt x="8358" y="8597"/>
                </a:cubicBezTo>
                <a:cubicBezTo>
                  <a:pt x="8692" y="8906"/>
                  <a:pt x="9132" y="9085"/>
                  <a:pt x="9597" y="9085"/>
                </a:cubicBezTo>
                <a:cubicBezTo>
                  <a:pt x="9870" y="9085"/>
                  <a:pt x="10121" y="9025"/>
                  <a:pt x="10371" y="8906"/>
                </a:cubicBezTo>
                <a:cubicBezTo>
                  <a:pt x="10418" y="8882"/>
                  <a:pt x="10466" y="8835"/>
                  <a:pt x="10466" y="8787"/>
                </a:cubicBezTo>
                <a:cubicBezTo>
                  <a:pt x="10478" y="8728"/>
                  <a:pt x="10442" y="8692"/>
                  <a:pt x="10418" y="8644"/>
                </a:cubicBezTo>
                <a:lnTo>
                  <a:pt x="9335" y="7537"/>
                </a:lnTo>
                <a:cubicBezTo>
                  <a:pt x="9287" y="7501"/>
                  <a:pt x="9251" y="7454"/>
                  <a:pt x="9251" y="7406"/>
                </a:cubicBezTo>
                <a:cubicBezTo>
                  <a:pt x="9192" y="7263"/>
                  <a:pt x="9239" y="7108"/>
                  <a:pt x="9347" y="7001"/>
                </a:cubicBezTo>
                <a:cubicBezTo>
                  <a:pt x="9418" y="6930"/>
                  <a:pt x="9513" y="6882"/>
                  <a:pt x="9609" y="6882"/>
                </a:cubicBezTo>
                <a:cubicBezTo>
                  <a:pt x="9656" y="6882"/>
                  <a:pt x="9704" y="6906"/>
                  <a:pt x="9751" y="6918"/>
                </a:cubicBezTo>
                <a:cubicBezTo>
                  <a:pt x="9811" y="6942"/>
                  <a:pt x="9847" y="6965"/>
                  <a:pt x="9882" y="7001"/>
                </a:cubicBezTo>
                <a:lnTo>
                  <a:pt x="10966" y="8097"/>
                </a:lnTo>
                <a:cubicBezTo>
                  <a:pt x="11000" y="8122"/>
                  <a:pt x="11034" y="8142"/>
                  <a:pt x="11073" y="8142"/>
                </a:cubicBezTo>
                <a:cubicBezTo>
                  <a:pt x="11088" y="8142"/>
                  <a:pt x="11104" y="8139"/>
                  <a:pt x="11121" y="8132"/>
                </a:cubicBezTo>
                <a:cubicBezTo>
                  <a:pt x="11180" y="8120"/>
                  <a:pt x="11216" y="8097"/>
                  <a:pt x="11240" y="8049"/>
                </a:cubicBezTo>
                <a:cubicBezTo>
                  <a:pt x="11359" y="7799"/>
                  <a:pt x="11418" y="7537"/>
                  <a:pt x="11418" y="7275"/>
                </a:cubicBezTo>
                <a:cubicBezTo>
                  <a:pt x="11418" y="6858"/>
                  <a:pt x="11252" y="6430"/>
                  <a:pt x="10918" y="6084"/>
                </a:cubicBezTo>
                <a:cubicBezTo>
                  <a:pt x="10609" y="5751"/>
                  <a:pt x="10180" y="5549"/>
                  <a:pt x="9728" y="5513"/>
                </a:cubicBezTo>
                <a:lnTo>
                  <a:pt x="9632" y="5501"/>
                </a:lnTo>
                <a:lnTo>
                  <a:pt x="9609" y="5501"/>
                </a:lnTo>
                <a:cubicBezTo>
                  <a:pt x="9454" y="5501"/>
                  <a:pt x="9275" y="5537"/>
                  <a:pt x="9097" y="5596"/>
                </a:cubicBezTo>
                <a:lnTo>
                  <a:pt x="8954" y="5453"/>
                </a:lnTo>
                <a:cubicBezTo>
                  <a:pt x="9049" y="5215"/>
                  <a:pt x="9001" y="4953"/>
                  <a:pt x="8811" y="4763"/>
                </a:cubicBezTo>
                <a:lnTo>
                  <a:pt x="8799" y="4739"/>
                </a:lnTo>
                <a:cubicBezTo>
                  <a:pt x="8656" y="4608"/>
                  <a:pt x="8477" y="4548"/>
                  <a:pt x="8299" y="4548"/>
                </a:cubicBezTo>
                <a:cubicBezTo>
                  <a:pt x="8323" y="4370"/>
                  <a:pt x="8239" y="4191"/>
                  <a:pt x="8108" y="4060"/>
                </a:cubicBezTo>
                <a:lnTo>
                  <a:pt x="8096" y="4048"/>
                </a:lnTo>
                <a:cubicBezTo>
                  <a:pt x="7965" y="3906"/>
                  <a:pt x="7775" y="3846"/>
                  <a:pt x="7596" y="3846"/>
                </a:cubicBezTo>
                <a:cubicBezTo>
                  <a:pt x="7620" y="3667"/>
                  <a:pt x="7537" y="3489"/>
                  <a:pt x="7406" y="3358"/>
                </a:cubicBezTo>
                <a:lnTo>
                  <a:pt x="7394" y="3346"/>
                </a:lnTo>
                <a:cubicBezTo>
                  <a:pt x="7263" y="3215"/>
                  <a:pt x="7084" y="3155"/>
                  <a:pt x="6906" y="3155"/>
                </a:cubicBezTo>
                <a:cubicBezTo>
                  <a:pt x="6918" y="2977"/>
                  <a:pt x="6846" y="2798"/>
                  <a:pt x="6703" y="2655"/>
                </a:cubicBezTo>
                <a:lnTo>
                  <a:pt x="6692" y="2643"/>
                </a:lnTo>
                <a:cubicBezTo>
                  <a:pt x="6565" y="2516"/>
                  <a:pt x="6400" y="2453"/>
                  <a:pt x="6235" y="2453"/>
                </a:cubicBezTo>
                <a:cubicBezTo>
                  <a:pt x="6152" y="2453"/>
                  <a:pt x="6068" y="2469"/>
                  <a:pt x="5989" y="2501"/>
                </a:cubicBezTo>
                <a:lnTo>
                  <a:pt x="5858" y="2358"/>
                </a:lnTo>
                <a:cubicBezTo>
                  <a:pt x="5918" y="2179"/>
                  <a:pt x="5953" y="2001"/>
                  <a:pt x="5953" y="1846"/>
                </a:cubicBezTo>
                <a:lnTo>
                  <a:pt x="5953" y="1822"/>
                </a:lnTo>
                <a:lnTo>
                  <a:pt x="5930" y="1727"/>
                </a:lnTo>
                <a:cubicBezTo>
                  <a:pt x="5918" y="1465"/>
                  <a:pt x="5846" y="1215"/>
                  <a:pt x="5727" y="988"/>
                </a:cubicBezTo>
                <a:cubicBezTo>
                  <a:pt x="5693" y="937"/>
                  <a:pt x="5628" y="898"/>
                  <a:pt x="5567" y="898"/>
                </a:cubicBezTo>
                <a:cubicBezTo>
                  <a:pt x="5544" y="898"/>
                  <a:pt x="5521" y="904"/>
                  <a:pt x="5501" y="917"/>
                </a:cubicBezTo>
                <a:cubicBezTo>
                  <a:pt x="5429" y="965"/>
                  <a:pt x="5382" y="1072"/>
                  <a:pt x="5429" y="1143"/>
                </a:cubicBezTo>
                <a:cubicBezTo>
                  <a:pt x="5537" y="1334"/>
                  <a:pt x="5596" y="1524"/>
                  <a:pt x="5608" y="1739"/>
                </a:cubicBezTo>
                <a:lnTo>
                  <a:pt x="5620" y="1846"/>
                </a:lnTo>
                <a:cubicBezTo>
                  <a:pt x="5620" y="2001"/>
                  <a:pt x="5596" y="2167"/>
                  <a:pt x="5513" y="2346"/>
                </a:cubicBezTo>
                <a:cubicBezTo>
                  <a:pt x="5489" y="2405"/>
                  <a:pt x="5513" y="2477"/>
                  <a:pt x="5560" y="2524"/>
                </a:cubicBezTo>
                <a:lnTo>
                  <a:pt x="5727" y="2691"/>
                </a:lnTo>
                <a:lnTo>
                  <a:pt x="5001" y="3417"/>
                </a:lnTo>
                <a:lnTo>
                  <a:pt x="4834" y="3251"/>
                </a:lnTo>
                <a:cubicBezTo>
                  <a:pt x="4800" y="3225"/>
                  <a:pt x="4753" y="3205"/>
                  <a:pt x="4707" y="3205"/>
                </a:cubicBezTo>
                <a:cubicBezTo>
                  <a:pt x="4690" y="3205"/>
                  <a:pt x="4672" y="3208"/>
                  <a:pt x="4656" y="3215"/>
                </a:cubicBezTo>
                <a:cubicBezTo>
                  <a:pt x="4477" y="3274"/>
                  <a:pt x="4310" y="3298"/>
                  <a:pt x="4155" y="3298"/>
                </a:cubicBezTo>
                <a:lnTo>
                  <a:pt x="4048" y="3286"/>
                </a:lnTo>
                <a:cubicBezTo>
                  <a:pt x="3274" y="3227"/>
                  <a:pt x="2679" y="2584"/>
                  <a:pt x="2679" y="1822"/>
                </a:cubicBezTo>
                <a:cubicBezTo>
                  <a:pt x="2679" y="1691"/>
                  <a:pt x="2691" y="1560"/>
                  <a:pt x="2739" y="1429"/>
                </a:cubicBezTo>
                <a:lnTo>
                  <a:pt x="3644" y="2334"/>
                </a:lnTo>
                <a:cubicBezTo>
                  <a:pt x="3703" y="2405"/>
                  <a:pt x="3798" y="2453"/>
                  <a:pt x="3894" y="2501"/>
                </a:cubicBezTo>
                <a:cubicBezTo>
                  <a:pt x="3989" y="2524"/>
                  <a:pt x="4060" y="2536"/>
                  <a:pt x="4155" y="2536"/>
                </a:cubicBezTo>
                <a:cubicBezTo>
                  <a:pt x="4346" y="2536"/>
                  <a:pt x="4525" y="2465"/>
                  <a:pt x="4656" y="2334"/>
                </a:cubicBezTo>
                <a:cubicBezTo>
                  <a:pt x="4846" y="2143"/>
                  <a:pt x="4929" y="1846"/>
                  <a:pt x="4822" y="1572"/>
                </a:cubicBezTo>
                <a:lnTo>
                  <a:pt x="4822" y="1560"/>
                </a:lnTo>
                <a:cubicBezTo>
                  <a:pt x="4787" y="1489"/>
                  <a:pt x="4751" y="1393"/>
                  <a:pt x="4656" y="1310"/>
                </a:cubicBezTo>
                <a:lnTo>
                  <a:pt x="3751" y="393"/>
                </a:lnTo>
                <a:cubicBezTo>
                  <a:pt x="3882" y="357"/>
                  <a:pt x="4013" y="334"/>
                  <a:pt x="4144" y="334"/>
                </a:cubicBezTo>
                <a:cubicBezTo>
                  <a:pt x="4489" y="334"/>
                  <a:pt x="4798" y="441"/>
                  <a:pt x="5060" y="655"/>
                </a:cubicBezTo>
                <a:cubicBezTo>
                  <a:pt x="5088" y="678"/>
                  <a:pt x="5121" y="689"/>
                  <a:pt x="5155" y="689"/>
                </a:cubicBezTo>
                <a:cubicBezTo>
                  <a:pt x="5208" y="689"/>
                  <a:pt x="5262" y="663"/>
                  <a:pt x="5298" y="619"/>
                </a:cubicBezTo>
                <a:cubicBezTo>
                  <a:pt x="5358" y="548"/>
                  <a:pt x="5346" y="441"/>
                  <a:pt x="5263" y="381"/>
                </a:cubicBezTo>
                <a:cubicBezTo>
                  <a:pt x="4941" y="131"/>
                  <a:pt x="4548" y="0"/>
                  <a:pt x="4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17" name="Google Shape;11417;p65"/>
          <p:cNvGrpSpPr/>
          <p:nvPr/>
        </p:nvGrpSpPr>
        <p:grpSpPr>
          <a:xfrm>
            <a:off x="1303876" y="2243977"/>
            <a:ext cx="363275" cy="354626"/>
            <a:chOff x="1303876" y="2419377"/>
            <a:chExt cx="363275" cy="354626"/>
          </a:xfrm>
        </p:grpSpPr>
        <p:sp>
          <p:nvSpPr>
            <p:cNvPr id="11418" name="Google Shape;11418;p65"/>
            <p:cNvSpPr/>
            <p:nvPr/>
          </p:nvSpPr>
          <p:spPr>
            <a:xfrm>
              <a:off x="1303876" y="2507701"/>
              <a:ext cx="363275" cy="266302"/>
            </a:xfrm>
            <a:custGeom>
              <a:avLst/>
              <a:gdLst/>
              <a:ahLst/>
              <a:cxnLst/>
              <a:rect l="l" t="t" r="r" b="b"/>
              <a:pathLst>
                <a:path w="11467" h="8406" extrusionOk="0">
                  <a:moveTo>
                    <a:pt x="3251" y="1631"/>
                  </a:moveTo>
                  <a:lnTo>
                    <a:pt x="3680" y="2060"/>
                  </a:lnTo>
                  <a:lnTo>
                    <a:pt x="2060" y="3691"/>
                  </a:lnTo>
                  <a:lnTo>
                    <a:pt x="1620" y="3262"/>
                  </a:lnTo>
                  <a:lnTo>
                    <a:pt x="3251" y="1631"/>
                  </a:lnTo>
                  <a:close/>
                  <a:moveTo>
                    <a:pt x="8156" y="1929"/>
                  </a:moveTo>
                  <a:lnTo>
                    <a:pt x="9799" y="3560"/>
                  </a:lnTo>
                  <a:lnTo>
                    <a:pt x="9371" y="3989"/>
                  </a:lnTo>
                  <a:lnTo>
                    <a:pt x="7728" y="2357"/>
                  </a:lnTo>
                  <a:lnTo>
                    <a:pt x="8156" y="1929"/>
                  </a:lnTo>
                  <a:close/>
                  <a:moveTo>
                    <a:pt x="7609" y="2715"/>
                  </a:moveTo>
                  <a:lnTo>
                    <a:pt x="9014" y="4108"/>
                  </a:lnTo>
                  <a:lnTo>
                    <a:pt x="8692" y="4405"/>
                  </a:lnTo>
                  <a:cubicBezTo>
                    <a:pt x="8656" y="4453"/>
                    <a:pt x="8621" y="4501"/>
                    <a:pt x="8597" y="4560"/>
                  </a:cubicBezTo>
                  <a:cubicBezTo>
                    <a:pt x="8561" y="4620"/>
                    <a:pt x="8549" y="4679"/>
                    <a:pt x="8549" y="4739"/>
                  </a:cubicBezTo>
                  <a:cubicBezTo>
                    <a:pt x="8537" y="4870"/>
                    <a:pt x="8490" y="4989"/>
                    <a:pt x="8383" y="5072"/>
                  </a:cubicBezTo>
                  <a:lnTo>
                    <a:pt x="7847" y="5620"/>
                  </a:lnTo>
                  <a:lnTo>
                    <a:pt x="5930" y="3691"/>
                  </a:lnTo>
                  <a:lnTo>
                    <a:pt x="6609" y="3429"/>
                  </a:lnTo>
                  <a:cubicBezTo>
                    <a:pt x="6609" y="3429"/>
                    <a:pt x="6632" y="3429"/>
                    <a:pt x="6632" y="3417"/>
                  </a:cubicBezTo>
                  <a:cubicBezTo>
                    <a:pt x="6739" y="3358"/>
                    <a:pt x="6823" y="3262"/>
                    <a:pt x="6882" y="3155"/>
                  </a:cubicBezTo>
                  <a:cubicBezTo>
                    <a:pt x="7109" y="3119"/>
                    <a:pt x="7299" y="3012"/>
                    <a:pt x="7466" y="2858"/>
                  </a:cubicBezTo>
                  <a:lnTo>
                    <a:pt x="7609" y="2715"/>
                  </a:lnTo>
                  <a:close/>
                  <a:moveTo>
                    <a:pt x="3846" y="6084"/>
                  </a:moveTo>
                  <a:lnTo>
                    <a:pt x="4120" y="6358"/>
                  </a:lnTo>
                  <a:lnTo>
                    <a:pt x="3739" y="6727"/>
                  </a:lnTo>
                  <a:lnTo>
                    <a:pt x="3656" y="6822"/>
                  </a:lnTo>
                  <a:cubicBezTo>
                    <a:pt x="3620" y="6846"/>
                    <a:pt x="3584" y="6858"/>
                    <a:pt x="3537" y="6858"/>
                  </a:cubicBezTo>
                  <a:cubicBezTo>
                    <a:pt x="3489" y="6858"/>
                    <a:pt x="3441" y="6846"/>
                    <a:pt x="3418" y="6822"/>
                  </a:cubicBezTo>
                  <a:lnTo>
                    <a:pt x="3382" y="6787"/>
                  </a:lnTo>
                  <a:cubicBezTo>
                    <a:pt x="3322" y="6727"/>
                    <a:pt x="3322" y="6608"/>
                    <a:pt x="3382" y="6548"/>
                  </a:cubicBezTo>
                  <a:lnTo>
                    <a:pt x="3846" y="6084"/>
                  </a:lnTo>
                  <a:close/>
                  <a:moveTo>
                    <a:pt x="4334" y="6608"/>
                  </a:moveTo>
                  <a:lnTo>
                    <a:pt x="4608" y="6882"/>
                  </a:lnTo>
                  <a:lnTo>
                    <a:pt x="4311" y="7156"/>
                  </a:lnTo>
                  <a:lnTo>
                    <a:pt x="4227" y="7239"/>
                  </a:lnTo>
                  <a:cubicBezTo>
                    <a:pt x="4203" y="7263"/>
                    <a:pt x="4156" y="7275"/>
                    <a:pt x="4108" y="7275"/>
                  </a:cubicBezTo>
                  <a:cubicBezTo>
                    <a:pt x="4072" y="7275"/>
                    <a:pt x="4025" y="7263"/>
                    <a:pt x="3989" y="7239"/>
                  </a:cubicBezTo>
                  <a:lnTo>
                    <a:pt x="3965" y="7203"/>
                  </a:lnTo>
                  <a:cubicBezTo>
                    <a:pt x="3906" y="7144"/>
                    <a:pt x="3906" y="7037"/>
                    <a:pt x="3965" y="6977"/>
                  </a:cubicBezTo>
                  <a:lnTo>
                    <a:pt x="4334" y="6608"/>
                  </a:lnTo>
                  <a:close/>
                  <a:moveTo>
                    <a:pt x="4858" y="7096"/>
                  </a:moveTo>
                  <a:lnTo>
                    <a:pt x="5132" y="7370"/>
                  </a:lnTo>
                  <a:lnTo>
                    <a:pt x="4954" y="7537"/>
                  </a:lnTo>
                  <a:lnTo>
                    <a:pt x="4811" y="7668"/>
                  </a:lnTo>
                  <a:cubicBezTo>
                    <a:pt x="4781" y="7697"/>
                    <a:pt x="4742" y="7712"/>
                    <a:pt x="4704" y="7712"/>
                  </a:cubicBezTo>
                  <a:cubicBezTo>
                    <a:pt x="4665" y="7712"/>
                    <a:pt x="4626" y="7697"/>
                    <a:pt x="4596" y="7668"/>
                  </a:cubicBezTo>
                  <a:lnTo>
                    <a:pt x="4549" y="7620"/>
                  </a:lnTo>
                  <a:cubicBezTo>
                    <a:pt x="4513" y="7596"/>
                    <a:pt x="4501" y="7549"/>
                    <a:pt x="4501" y="7513"/>
                  </a:cubicBezTo>
                  <a:cubicBezTo>
                    <a:pt x="4501" y="7477"/>
                    <a:pt x="4513" y="7441"/>
                    <a:pt x="4549" y="7418"/>
                  </a:cubicBezTo>
                  <a:lnTo>
                    <a:pt x="4858" y="7096"/>
                  </a:lnTo>
                  <a:close/>
                  <a:moveTo>
                    <a:pt x="3811" y="2417"/>
                  </a:moveTo>
                  <a:lnTo>
                    <a:pt x="3965" y="2560"/>
                  </a:lnTo>
                  <a:cubicBezTo>
                    <a:pt x="4181" y="2776"/>
                    <a:pt x="4462" y="2894"/>
                    <a:pt x="4756" y="2894"/>
                  </a:cubicBezTo>
                  <a:cubicBezTo>
                    <a:pt x="4771" y="2894"/>
                    <a:pt x="4785" y="2894"/>
                    <a:pt x="4799" y="2893"/>
                  </a:cubicBezTo>
                  <a:cubicBezTo>
                    <a:pt x="5394" y="2858"/>
                    <a:pt x="6168" y="2798"/>
                    <a:pt x="6549" y="2703"/>
                  </a:cubicBezTo>
                  <a:cubicBezTo>
                    <a:pt x="6573" y="2715"/>
                    <a:pt x="6597" y="2738"/>
                    <a:pt x="6609" y="2774"/>
                  </a:cubicBezTo>
                  <a:cubicBezTo>
                    <a:pt x="6632" y="2834"/>
                    <a:pt x="6632" y="2893"/>
                    <a:pt x="6597" y="2953"/>
                  </a:cubicBezTo>
                  <a:cubicBezTo>
                    <a:pt x="6573" y="3024"/>
                    <a:pt x="6525" y="3084"/>
                    <a:pt x="6466" y="3119"/>
                  </a:cubicBezTo>
                  <a:lnTo>
                    <a:pt x="5561" y="3489"/>
                  </a:lnTo>
                  <a:cubicBezTo>
                    <a:pt x="5501" y="3500"/>
                    <a:pt x="5466" y="3560"/>
                    <a:pt x="5454" y="3608"/>
                  </a:cubicBezTo>
                  <a:cubicBezTo>
                    <a:pt x="5442" y="3667"/>
                    <a:pt x="5454" y="3727"/>
                    <a:pt x="5501" y="3750"/>
                  </a:cubicBezTo>
                  <a:lnTo>
                    <a:pt x="7716" y="5977"/>
                  </a:lnTo>
                  <a:lnTo>
                    <a:pt x="8013" y="6275"/>
                  </a:lnTo>
                  <a:cubicBezTo>
                    <a:pt x="8097" y="6346"/>
                    <a:pt x="8097" y="6453"/>
                    <a:pt x="8025" y="6513"/>
                  </a:cubicBezTo>
                  <a:lnTo>
                    <a:pt x="8002" y="6537"/>
                  </a:lnTo>
                  <a:cubicBezTo>
                    <a:pt x="7972" y="6566"/>
                    <a:pt x="7927" y="6581"/>
                    <a:pt x="7882" y="6581"/>
                  </a:cubicBezTo>
                  <a:cubicBezTo>
                    <a:pt x="7838" y="6581"/>
                    <a:pt x="7793" y="6566"/>
                    <a:pt x="7763" y="6537"/>
                  </a:cubicBezTo>
                  <a:lnTo>
                    <a:pt x="7668" y="6453"/>
                  </a:lnTo>
                  <a:lnTo>
                    <a:pt x="5775" y="4560"/>
                  </a:lnTo>
                  <a:cubicBezTo>
                    <a:pt x="5745" y="4530"/>
                    <a:pt x="5701" y="4515"/>
                    <a:pt x="5656" y="4515"/>
                  </a:cubicBezTo>
                  <a:cubicBezTo>
                    <a:pt x="5611" y="4515"/>
                    <a:pt x="5567" y="4530"/>
                    <a:pt x="5537" y="4560"/>
                  </a:cubicBezTo>
                  <a:cubicBezTo>
                    <a:pt x="5477" y="4620"/>
                    <a:pt x="5477" y="4739"/>
                    <a:pt x="5537" y="4798"/>
                  </a:cubicBezTo>
                  <a:lnTo>
                    <a:pt x="7430" y="6691"/>
                  </a:lnTo>
                  <a:cubicBezTo>
                    <a:pt x="7490" y="6751"/>
                    <a:pt x="7490" y="6846"/>
                    <a:pt x="7430" y="6906"/>
                  </a:cubicBezTo>
                  <a:lnTo>
                    <a:pt x="7406" y="6941"/>
                  </a:lnTo>
                  <a:cubicBezTo>
                    <a:pt x="7376" y="6971"/>
                    <a:pt x="7335" y="6986"/>
                    <a:pt x="7293" y="6986"/>
                  </a:cubicBezTo>
                  <a:cubicBezTo>
                    <a:pt x="7251" y="6986"/>
                    <a:pt x="7210" y="6971"/>
                    <a:pt x="7180" y="6941"/>
                  </a:cubicBezTo>
                  <a:lnTo>
                    <a:pt x="7120" y="6882"/>
                  </a:lnTo>
                  <a:lnTo>
                    <a:pt x="5120" y="4882"/>
                  </a:lnTo>
                  <a:cubicBezTo>
                    <a:pt x="5096" y="4852"/>
                    <a:pt x="5055" y="4837"/>
                    <a:pt x="5010" y="4837"/>
                  </a:cubicBezTo>
                  <a:cubicBezTo>
                    <a:pt x="4965" y="4837"/>
                    <a:pt x="4918" y="4852"/>
                    <a:pt x="4882" y="4882"/>
                  </a:cubicBezTo>
                  <a:cubicBezTo>
                    <a:pt x="4823" y="4941"/>
                    <a:pt x="4823" y="5060"/>
                    <a:pt x="4882" y="5120"/>
                  </a:cubicBezTo>
                  <a:lnTo>
                    <a:pt x="6882" y="7120"/>
                  </a:lnTo>
                  <a:cubicBezTo>
                    <a:pt x="6906" y="7144"/>
                    <a:pt x="6930" y="7191"/>
                    <a:pt x="6930" y="7227"/>
                  </a:cubicBezTo>
                  <a:cubicBezTo>
                    <a:pt x="6930" y="7251"/>
                    <a:pt x="6906" y="7299"/>
                    <a:pt x="6882" y="7322"/>
                  </a:cubicBezTo>
                  <a:lnTo>
                    <a:pt x="6835" y="7370"/>
                  </a:lnTo>
                  <a:cubicBezTo>
                    <a:pt x="6805" y="7400"/>
                    <a:pt x="6763" y="7415"/>
                    <a:pt x="6722" y="7415"/>
                  </a:cubicBezTo>
                  <a:cubicBezTo>
                    <a:pt x="6680" y="7415"/>
                    <a:pt x="6638" y="7400"/>
                    <a:pt x="6609" y="7370"/>
                  </a:cubicBezTo>
                  <a:lnTo>
                    <a:pt x="6478" y="7239"/>
                  </a:lnTo>
                  <a:lnTo>
                    <a:pt x="4799" y="5560"/>
                  </a:lnTo>
                  <a:cubicBezTo>
                    <a:pt x="4769" y="5530"/>
                    <a:pt x="4724" y="5516"/>
                    <a:pt x="4680" y="5516"/>
                  </a:cubicBezTo>
                  <a:cubicBezTo>
                    <a:pt x="4635" y="5516"/>
                    <a:pt x="4590" y="5530"/>
                    <a:pt x="4561" y="5560"/>
                  </a:cubicBezTo>
                  <a:cubicBezTo>
                    <a:pt x="4501" y="5620"/>
                    <a:pt x="4501" y="5739"/>
                    <a:pt x="4561" y="5798"/>
                  </a:cubicBezTo>
                  <a:lnTo>
                    <a:pt x="6239" y="7477"/>
                  </a:lnTo>
                  <a:cubicBezTo>
                    <a:pt x="6275" y="7501"/>
                    <a:pt x="6287" y="7537"/>
                    <a:pt x="6287" y="7584"/>
                  </a:cubicBezTo>
                  <a:cubicBezTo>
                    <a:pt x="6287" y="7620"/>
                    <a:pt x="6275" y="7656"/>
                    <a:pt x="6239" y="7680"/>
                  </a:cubicBezTo>
                  <a:lnTo>
                    <a:pt x="6180" y="7739"/>
                  </a:lnTo>
                  <a:cubicBezTo>
                    <a:pt x="6150" y="7769"/>
                    <a:pt x="6114" y="7784"/>
                    <a:pt x="6080" y="7784"/>
                  </a:cubicBezTo>
                  <a:cubicBezTo>
                    <a:pt x="6046" y="7784"/>
                    <a:pt x="6013" y="7769"/>
                    <a:pt x="5989" y="7739"/>
                  </a:cubicBezTo>
                  <a:lnTo>
                    <a:pt x="3037" y="4798"/>
                  </a:lnTo>
                  <a:cubicBezTo>
                    <a:pt x="2953" y="4703"/>
                    <a:pt x="2894" y="4584"/>
                    <a:pt x="2882" y="4453"/>
                  </a:cubicBezTo>
                  <a:cubicBezTo>
                    <a:pt x="2882" y="4393"/>
                    <a:pt x="2858" y="4334"/>
                    <a:pt x="2834" y="4274"/>
                  </a:cubicBezTo>
                  <a:cubicBezTo>
                    <a:pt x="2799" y="4215"/>
                    <a:pt x="2775" y="4167"/>
                    <a:pt x="2727" y="4131"/>
                  </a:cubicBezTo>
                  <a:lnTo>
                    <a:pt x="2418" y="3810"/>
                  </a:lnTo>
                  <a:lnTo>
                    <a:pt x="3811" y="2417"/>
                  </a:lnTo>
                  <a:close/>
                  <a:moveTo>
                    <a:pt x="5370" y="7572"/>
                  </a:moveTo>
                  <a:lnTo>
                    <a:pt x="5632" y="7846"/>
                  </a:lnTo>
                  <a:lnTo>
                    <a:pt x="5454" y="8025"/>
                  </a:lnTo>
                  <a:cubicBezTo>
                    <a:pt x="5430" y="8061"/>
                    <a:pt x="5394" y="8072"/>
                    <a:pt x="5346" y="8072"/>
                  </a:cubicBezTo>
                  <a:cubicBezTo>
                    <a:pt x="5311" y="8072"/>
                    <a:pt x="5275" y="8049"/>
                    <a:pt x="5251" y="8025"/>
                  </a:cubicBezTo>
                  <a:lnTo>
                    <a:pt x="5192" y="7965"/>
                  </a:lnTo>
                  <a:cubicBezTo>
                    <a:pt x="5156" y="7941"/>
                    <a:pt x="5144" y="7906"/>
                    <a:pt x="5144" y="7858"/>
                  </a:cubicBezTo>
                  <a:cubicBezTo>
                    <a:pt x="5144" y="7822"/>
                    <a:pt x="5156" y="7787"/>
                    <a:pt x="5192" y="7751"/>
                  </a:cubicBezTo>
                  <a:lnTo>
                    <a:pt x="5370" y="7572"/>
                  </a:lnTo>
                  <a:close/>
                  <a:moveTo>
                    <a:pt x="2251" y="0"/>
                  </a:moveTo>
                  <a:cubicBezTo>
                    <a:pt x="2203" y="0"/>
                    <a:pt x="2167" y="12"/>
                    <a:pt x="2132" y="48"/>
                  </a:cubicBezTo>
                  <a:lnTo>
                    <a:pt x="1394" y="786"/>
                  </a:lnTo>
                  <a:cubicBezTo>
                    <a:pt x="1334" y="845"/>
                    <a:pt x="1334" y="964"/>
                    <a:pt x="1394" y="1024"/>
                  </a:cubicBezTo>
                  <a:cubicBezTo>
                    <a:pt x="1423" y="1054"/>
                    <a:pt x="1468" y="1069"/>
                    <a:pt x="1513" y="1069"/>
                  </a:cubicBezTo>
                  <a:cubicBezTo>
                    <a:pt x="1557" y="1069"/>
                    <a:pt x="1602" y="1054"/>
                    <a:pt x="1632" y="1024"/>
                  </a:cubicBezTo>
                  <a:lnTo>
                    <a:pt x="2251" y="405"/>
                  </a:lnTo>
                  <a:lnTo>
                    <a:pt x="3156" y="1310"/>
                  </a:lnTo>
                  <a:lnTo>
                    <a:pt x="1334" y="3143"/>
                  </a:lnTo>
                  <a:lnTo>
                    <a:pt x="417" y="2238"/>
                  </a:lnTo>
                  <a:lnTo>
                    <a:pt x="1155" y="1500"/>
                  </a:lnTo>
                  <a:cubicBezTo>
                    <a:pt x="1215" y="1441"/>
                    <a:pt x="1215" y="1322"/>
                    <a:pt x="1155" y="1262"/>
                  </a:cubicBezTo>
                  <a:cubicBezTo>
                    <a:pt x="1126" y="1232"/>
                    <a:pt x="1081" y="1217"/>
                    <a:pt x="1036" y="1217"/>
                  </a:cubicBezTo>
                  <a:cubicBezTo>
                    <a:pt x="992" y="1217"/>
                    <a:pt x="947" y="1232"/>
                    <a:pt x="917" y="1262"/>
                  </a:cubicBezTo>
                  <a:lnTo>
                    <a:pt x="60" y="2119"/>
                  </a:lnTo>
                  <a:cubicBezTo>
                    <a:pt x="1" y="2179"/>
                    <a:pt x="1" y="2298"/>
                    <a:pt x="60" y="2357"/>
                  </a:cubicBezTo>
                  <a:lnTo>
                    <a:pt x="1191" y="3489"/>
                  </a:lnTo>
                  <a:cubicBezTo>
                    <a:pt x="1227" y="3512"/>
                    <a:pt x="1275" y="3524"/>
                    <a:pt x="1310" y="3524"/>
                  </a:cubicBezTo>
                  <a:cubicBezTo>
                    <a:pt x="1346" y="3524"/>
                    <a:pt x="1370" y="3512"/>
                    <a:pt x="1405" y="3500"/>
                  </a:cubicBezTo>
                  <a:lnTo>
                    <a:pt x="1953" y="4048"/>
                  </a:lnTo>
                  <a:cubicBezTo>
                    <a:pt x="1989" y="4084"/>
                    <a:pt x="2025" y="4096"/>
                    <a:pt x="2072" y="4096"/>
                  </a:cubicBezTo>
                  <a:cubicBezTo>
                    <a:pt x="2120" y="4096"/>
                    <a:pt x="2167" y="4084"/>
                    <a:pt x="2191" y="4048"/>
                  </a:cubicBezTo>
                  <a:lnTo>
                    <a:pt x="2501" y="4358"/>
                  </a:lnTo>
                  <a:cubicBezTo>
                    <a:pt x="2525" y="4382"/>
                    <a:pt x="2537" y="4393"/>
                    <a:pt x="2537" y="4405"/>
                  </a:cubicBezTo>
                  <a:cubicBezTo>
                    <a:pt x="2548" y="4417"/>
                    <a:pt x="2548" y="4453"/>
                    <a:pt x="2548" y="4465"/>
                  </a:cubicBezTo>
                  <a:cubicBezTo>
                    <a:pt x="2560" y="4679"/>
                    <a:pt x="2656" y="4882"/>
                    <a:pt x="2799" y="5036"/>
                  </a:cubicBezTo>
                  <a:lnTo>
                    <a:pt x="3632" y="5870"/>
                  </a:lnTo>
                  <a:lnTo>
                    <a:pt x="3180" y="6322"/>
                  </a:lnTo>
                  <a:cubicBezTo>
                    <a:pt x="2977" y="6525"/>
                    <a:pt x="2977" y="6846"/>
                    <a:pt x="3180" y="7037"/>
                  </a:cubicBezTo>
                  <a:lnTo>
                    <a:pt x="3203" y="7072"/>
                  </a:lnTo>
                  <a:cubicBezTo>
                    <a:pt x="3299" y="7156"/>
                    <a:pt x="3430" y="7215"/>
                    <a:pt x="3561" y="7215"/>
                  </a:cubicBezTo>
                  <a:lnTo>
                    <a:pt x="3632" y="7215"/>
                  </a:lnTo>
                  <a:cubicBezTo>
                    <a:pt x="3656" y="7310"/>
                    <a:pt x="3691" y="7382"/>
                    <a:pt x="3775" y="7453"/>
                  </a:cubicBezTo>
                  <a:lnTo>
                    <a:pt x="3799" y="7489"/>
                  </a:lnTo>
                  <a:cubicBezTo>
                    <a:pt x="3894" y="7572"/>
                    <a:pt x="4025" y="7632"/>
                    <a:pt x="4156" y="7632"/>
                  </a:cubicBezTo>
                  <a:lnTo>
                    <a:pt x="4203" y="7632"/>
                  </a:lnTo>
                  <a:cubicBezTo>
                    <a:pt x="4215" y="7727"/>
                    <a:pt x="4263" y="7811"/>
                    <a:pt x="4334" y="7870"/>
                  </a:cubicBezTo>
                  <a:lnTo>
                    <a:pt x="4382" y="7918"/>
                  </a:lnTo>
                  <a:cubicBezTo>
                    <a:pt x="4475" y="8011"/>
                    <a:pt x="4593" y="8062"/>
                    <a:pt x="4713" y="8062"/>
                  </a:cubicBezTo>
                  <a:cubicBezTo>
                    <a:pt x="4762" y="8062"/>
                    <a:pt x="4810" y="8054"/>
                    <a:pt x="4858" y="8037"/>
                  </a:cubicBezTo>
                  <a:cubicBezTo>
                    <a:pt x="4882" y="8096"/>
                    <a:pt x="4918" y="8156"/>
                    <a:pt x="4977" y="8215"/>
                  </a:cubicBezTo>
                  <a:lnTo>
                    <a:pt x="5037" y="8275"/>
                  </a:lnTo>
                  <a:cubicBezTo>
                    <a:pt x="5120" y="8370"/>
                    <a:pt x="5239" y="8406"/>
                    <a:pt x="5382" y="8406"/>
                  </a:cubicBezTo>
                  <a:cubicBezTo>
                    <a:pt x="5513" y="8406"/>
                    <a:pt x="5632" y="8370"/>
                    <a:pt x="5716" y="8275"/>
                  </a:cubicBezTo>
                  <a:lnTo>
                    <a:pt x="5918" y="8084"/>
                  </a:lnTo>
                  <a:cubicBezTo>
                    <a:pt x="5977" y="8108"/>
                    <a:pt x="6049" y="8132"/>
                    <a:pt x="6120" y="8132"/>
                  </a:cubicBezTo>
                  <a:cubicBezTo>
                    <a:pt x="6239" y="8132"/>
                    <a:pt x="6358" y="8084"/>
                    <a:pt x="6466" y="7989"/>
                  </a:cubicBezTo>
                  <a:lnTo>
                    <a:pt x="6525" y="7930"/>
                  </a:lnTo>
                  <a:cubicBezTo>
                    <a:pt x="6573" y="7894"/>
                    <a:pt x="6609" y="7834"/>
                    <a:pt x="6644" y="7751"/>
                  </a:cubicBezTo>
                  <a:cubicBezTo>
                    <a:pt x="6687" y="7763"/>
                    <a:pt x="6732" y="7769"/>
                    <a:pt x="6777" y="7769"/>
                  </a:cubicBezTo>
                  <a:cubicBezTo>
                    <a:pt x="6905" y="7769"/>
                    <a:pt x="7032" y="7720"/>
                    <a:pt x="7120" y="7632"/>
                  </a:cubicBezTo>
                  <a:lnTo>
                    <a:pt x="7168" y="7596"/>
                  </a:lnTo>
                  <a:cubicBezTo>
                    <a:pt x="7240" y="7513"/>
                    <a:pt x="7287" y="7441"/>
                    <a:pt x="7299" y="7358"/>
                  </a:cubicBezTo>
                  <a:cubicBezTo>
                    <a:pt x="7313" y="7359"/>
                    <a:pt x="7327" y="7360"/>
                    <a:pt x="7341" y="7360"/>
                  </a:cubicBezTo>
                  <a:cubicBezTo>
                    <a:pt x="7470" y="7360"/>
                    <a:pt x="7597" y="7311"/>
                    <a:pt x="7704" y="7203"/>
                  </a:cubicBezTo>
                  <a:lnTo>
                    <a:pt x="7728" y="7179"/>
                  </a:lnTo>
                  <a:cubicBezTo>
                    <a:pt x="7799" y="7096"/>
                    <a:pt x="7835" y="7025"/>
                    <a:pt x="7859" y="6941"/>
                  </a:cubicBezTo>
                  <a:cubicBezTo>
                    <a:pt x="7874" y="6943"/>
                    <a:pt x="7889" y="6943"/>
                    <a:pt x="7905" y="6943"/>
                  </a:cubicBezTo>
                  <a:cubicBezTo>
                    <a:pt x="8046" y="6943"/>
                    <a:pt x="8192" y="6894"/>
                    <a:pt x="8299" y="6787"/>
                  </a:cubicBezTo>
                  <a:lnTo>
                    <a:pt x="8323" y="6763"/>
                  </a:lnTo>
                  <a:cubicBezTo>
                    <a:pt x="8514" y="6560"/>
                    <a:pt x="8514" y="6239"/>
                    <a:pt x="8323" y="6048"/>
                  </a:cubicBezTo>
                  <a:lnTo>
                    <a:pt x="8144" y="5870"/>
                  </a:lnTo>
                  <a:lnTo>
                    <a:pt x="8680" y="5334"/>
                  </a:lnTo>
                  <a:cubicBezTo>
                    <a:pt x="8835" y="5179"/>
                    <a:pt x="8918" y="4989"/>
                    <a:pt x="8930" y="4763"/>
                  </a:cubicBezTo>
                  <a:cubicBezTo>
                    <a:pt x="8930" y="4751"/>
                    <a:pt x="8930" y="4715"/>
                    <a:pt x="8954" y="4703"/>
                  </a:cubicBezTo>
                  <a:cubicBezTo>
                    <a:pt x="8966" y="4691"/>
                    <a:pt x="8966" y="4679"/>
                    <a:pt x="8978" y="4655"/>
                  </a:cubicBezTo>
                  <a:lnTo>
                    <a:pt x="9287" y="4346"/>
                  </a:lnTo>
                  <a:cubicBezTo>
                    <a:pt x="9323" y="4382"/>
                    <a:pt x="9371" y="4393"/>
                    <a:pt x="9406" y="4393"/>
                  </a:cubicBezTo>
                  <a:cubicBezTo>
                    <a:pt x="9454" y="4393"/>
                    <a:pt x="9502" y="4382"/>
                    <a:pt x="9526" y="4346"/>
                  </a:cubicBezTo>
                  <a:lnTo>
                    <a:pt x="10085" y="3798"/>
                  </a:lnTo>
                  <a:cubicBezTo>
                    <a:pt x="10109" y="3810"/>
                    <a:pt x="10145" y="3822"/>
                    <a:pt x="10168" y="3822"/>
                  </a:cubicBezTo>
                  <a:cubicBezTo>
                    <a:pt x="10216" y="3822"/>
                    <a:pt x="10264" y="3810"/>
                    <a:pt x="10288" y="3786"/>
                  </a:cubicBezTo>
                  <a:lnTo>
                    <a:pt x="11419" y="2655"/>
                  </a:lnTo>
                  <a:cubicBezTo>
                    <a:pt x="11466" y="2560"/>
                    <a:pt x="11466" y="2465"/>
                    <a:pt x="11395" y="2393"/>
                  </a:cubicBezTo>
                  <a:lnTo>
                    <a:pt x="10490" y="1488"/>
                  </a:lnTo>
                  <a:cubicBezTo>
                    <a:pt x="10460" y="1459"/>
                    <a:pt x="10416" y="1444"/>
                    <a:pt x="10369" y="1444"/>
                  </a:cubicBezTo>
                  <a:cubicBezTo>
                    <a:pt x="10323" y="1444"/>
                    <a:pt x="10276" y="1459"/>
                    <a:pt x="10240" y="1488"/>
                  </a:cubicBezTo>
                  <a:cubicBezTo>
                    <a:pt x="10180" y="1548"/>
                    <a:pt x="10180" y="1667"/>
                    <a:pt x="10240" y="1726"/>
                  </a:cubicBezTo>
                  <a:lnTo>
                    <a:pt x="11038" y="2512"/>
                  </a:lnTo>
                  <a:lnTo>
                    <a:pt x="10121" y="3429"/>
                  </a:lnTo>
                  <a:lnTo>
                    <a:pt x="8299" y="1595"/>
                  </a:lnTo>
                  <a:lnTo>
                    <a:pt x="9204" y="691"/>
                  </a:lnTo>
                  <a:lnTo>
                    <a:pt x="9787" y="1262"/>
                  </a:lnTo>
                  <a:cubicBezTo>
                    <a:pt x="9817" y="1292"/>
                    <a:pt x="9862" y="1307"/>
                    <a:pt x="9907" y="1307"/>
                  </a:cubicBezTo>
                  <a:cubicBezTo>
                    <a:pt x="9951" y="1307"/>
                    <a:pt x="9996" y="1292"/>
                    <a:pt x="10026" y="1262"/>
                  </a:cubicBezTo>
                  <a:cubicBezTo>
                    <a:pt x="10085" y="1203"/>
                    <a:pt x="10085" y="1083"/>
                    <a:pt x="10026" y="1024"/>
                  </a:cubicBezTo>
                  <a:lnTo>
                    <a:pt x="9323" y="333"/>
                  </a:lnTo>
                  <a:cubicBezTo>
                    <a:pt x="9287" y="298"/>
                    <a:pt x="9252" y="286"/>
                    <a:pt x="9204" y="286"/>
                  </a:cubicBezTo>
                  <a:cubicBezTo>
                    <a:pt x="9156" y="286"/>
                    <a:pt x="9109" y="298"/>
                    <a:pt x="9085" y="333"/>
                  </a:cubicBezTo>
                  <a:lnTo>
                    <a:pt x="7954" y="1464"/>
                  </a:lnTo>
                  <a:cubicBezTo>
                    <a:pt x="7894" y="1524"/>
                    <a:pt x="7894" y="1607"/>
                    <a:pt x="7942" y="1667"/>
                  </a:cubicBezTo>
                  <a:lnTo>
                    <a:pt x="7382" y="2215"/>
                  </a:lnTo>
                  <a:cubicBezTo>
                    <a:pt x="7359" y="2250"/>
                    <a:pt x="7347" y="2298"/>
                    <a:pt x="7347" y="2334"/>
                  </a:cubicBezTo>
                  <a:cubicBezTo>
                    <a:pt x="7347" y="2381"/>
                    <a:pt x="7359" y="2429"/>
                    <a:pt x="7382" y="2453"/>
                  </a:cubicBezTo>
                  <a:lnTo>
                    <a:pt x="7240" y="2607"/>
                  </a:lnTo>
                  <a:cubicBezTo>
                    <a:pt x="7168" y="2679"/>
                    <a:pt x="7073" y="2738"/>
                    <a:pt x="6966" y="2786"/>
                  </a:cubicBezTo>
                  <a:cubicBezTo>
                    <a:pt x="6966" y="2738"/>
                    <a:pt x="6954" y="2691"/>
                    <a:pt x="6942" y="2655"/>
                  </a:cubicBezTo>
                  <a:cubicBezTo>
                    <a:pt x="6942" y="2631"/>
                    <a:pt x="6930" y="2619"/>
                    <a:pt x="6930" y="2607"/>
                  </a:cubicBezTo>
                  <a:cubicBezTo>
                    <a:pt x="6849" y="2476"/>
                    <a:pt x="6734" y="2344"/>
                    <a:pt x="6599" y="2344"/>
                  </a:cubicBezTo>
                  <a:cubicBezTo>
                    <a:pt x="6575" y="2344"/>
                    <a:pt x="6550" y="2349"/>
                    <a:pt x="6525" y="2357"/>
                  </a:cubicBezTo>
                  <a:cubicBezTo>
                    <a:pt x="6275" y="2441"/>
                    <a:pt x="5644" y="2500"/>
                    <a:pt x="4799" y="2548"/>
                  </a:cubicBezTo>
                  <a:cubicBezTo>
                    <a:pt x="4785" y="2549"/>
                    <a:pt x="4770" y="2549"/>
                    <a:pt x="4756" y="2549"/>
                  </a:cubicBezTo>
                  <a:cubicBezTo>
                    <a:pt x="4547" y="2549"/>
                    <a:pt x="4360" y="2467"/>
                    <a:pt x="4215" y="2322"/>
                  </a:cubicBezTo>
                  <a:lnTo>
                    <a:pt x="4072" y="2179"/>
                  </a:lnTo>
                  <a:cubicBezTo>
                    <a:pt x="4132" y="2119"/>
                    <a:pt x="4132" y="2000"/>
                    <a:pt x="4072" y="1941"/>
                  </a:cubicBezTo>
                  <a:lnTo>
                    <a:pt x="3513" y="1381"/>
                  </a:lnTo>
                  <a:cubicBezTo>
                    <a:pt x="3561" y="1322"/>
                    <a:pt x="3561" y="1238"/>
                    <a:pt x="3501" y="1179"/>
                  </a:cubicBezTo>
                  <a:lnTo>
                    <a:pt x="2370" y="48"/>
                  </a:lnTo>
                  <a:cubicBezTo>
                    <a:pt x="2346" y="12"/>
                    <a:pt x="2298" y="0"/>
                    <a:pt x="2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65"/>
            <p:cNvSpPr/>
            <p:nvPr/>
          </p:nvSpPr>
          <p:spPr>
            <a:xfrm>
              <a:off x="1399296" y="2419377"/>
              <a:ext cx="172054" cy="104924"/>
            </a:xfrm>
            <a:custGeom>
              <a:avLst/>
              <a:gdLst/>
              <a:ahLst/>
              <a:cxnLst/>
              <a:rect l="l" t="t" r="r" b="b"/>
              <a:pathLst>
                <a:path w="5431" h="3312" extrusionOk="0">
                  <a:moveTo>
                    <a:pt x="1561" y="323"/>
                  </a:moveTo>
                  <a:cubicBezTo>
                    <a:pt x="1787" y="323"/>
                    <a:pt x="2013" y="395"/>
                    <a:pt x="2215" y="514"/>
                  </a:cubicBezTo>
                  <a:cubicBezTo>
                    <a:pt x="2751" y="883"/>
                    <a:pt x="2894" y="1609"/>
                    <a:pt x="2537" y="2157"/>
                  </a:cubicBezTo>
                  <a:cubicBezTo>
                    <a:pt x="2313" y="2493"/>
                    <a:pt x="1942" y="2675"/>
                    <a:pt x="1558" y="2675"/>
                  </a:cubicBezTo>
                  <a:cubicBezTo>
                    <a:pt x="1452" y="2675"/>
                    <a:pt x="1345" y="2662"/>
                    <a:pt x="1239" y="2633"/>
                  </a:cubicBezTo>
                  <a:cubicBezTo>
                    <a:pt x="1218" y="2623"/>
                    <a:pt x="1201" y="2617"/>
                    <a:pt x="1185" y="2617"/>
                  </a:cubicBezTo>
                  <a:cubicBezTo>
                    <a:pt x="1165" y="2617"/>
                    <a:pt x="1146" y="2625"/>
                    <a:pt x="1120" y="2645"/>
                  </a:cubicBezTo>
                  <a:lnTo>
                    <a:pt x="656" y="2871"/>
                  </a:lnTo>
                  <a:lnTo>
                    <a:pt x="656" y="2871"/>
                  </a:lnTo>
                  <a:lnTo>
                    <a:pt x="679" y="2347"/>
                  </a:lnTo>
                  <a:cubicBezTo>
                    <a:pt x="679" y="2300"/>
                    <a:pt x="668" y="2276"/>
                    <a:pt x="656" y="2228"/>
                  </a:cubicBezTo>
                  <a:cubicBezTo>
                    <a:pt x="346" y="1824"/>
                    <a:pt x="310" y="1276"/>
                    <a:pt x="596" y="847"/>
                  </a:cubicBezTo>
                  <a:cubicBezTo>
                    <a:pt x="775" y="585"/>
                    <a:pt x="1025" y="407"/>
                    <a:pt x="1346" y="347"/>
                  </a:cubicBezTo>
                  <a:cubicBezTo>
                    <a:pt x="1418" y="335"/>
                    <a:pt x="1489" y="323"/>
                    <a:pt x="1561" y="323"/>
                  </a:cubicBezTo>
                  <a:close/>
                  <a:moveTo>
                    <a:pt x="3883" y="0"/>
                  </a:moveTo>
                  <a:cubicBezTo>
                    <a:pt x="3588" y="0"/>
                    <a:pt x="3291" y="87"/>
                    <a:pt x="3037" y="264"/>
                  </a:cubicBezTo>
                  <a:cubicBezTo>
                    <a:pt x="2942" y="323"/>
                    <a:pt x="2858" y="395"/>
                    <a:pt x="2787" y="478"/>
                  </a:cubicBezTo>
                  <a:lnTo>
                    <a:pt x="2739" y="526"/>
                  </a:lnTo>
                  <a:cubicBezTo>
                    <a:pt x="2644" y="419"/>
                    <a:pt x="2549" y="335"/>
                    <a:pt x="2442" y="264"/>
                  </a:cubicBezTo>
                  <a:cubicBezTo>
                    <a:pt x="2191" y="94"/>
                    <a:pt x="1906" y="11"/>
                    <a:pt x="1608" y="11"/>
                  </a:cubicBezTo>
                  <a:cubicBezTo>
                    <a:pt x="1510" y="11"/>
                    <a:pt x="1411" y="20"/>
                    <a:pt x="1311" y="38"/>
                  </a:cubicBezTo>
                  <a:cubicBezTo>
                    <a:pt x="906" y="109"/>
                    <a:pt x="584" y="347"/>
                    <a:pt x="358" y="681"/>
                  </a:cubicBezTo>
                  <a:cubicBezTo>
                    <a:pt x="1" y="1193"/>
                    <a:pt x="13" y="1883"/>
                    <a:pt x="382" y="2407"/>
                  </a:cubicBezTo>
                  <a:lnTo>
                    <a:pt x="358" y="3133"/>
                  </a:lnTo>
                  <a:cubicBezTo>
                    <a:pt x="358" y="3193"/>
                    <a:pt x="382" y="3252"/>
                    <a:pt x="429" y="3276"/>
                  </a:cubicBezTo>
                  <a:cubicBezTo>
                    <a:pt x="465" y="3300"/>
                    <a:pt x="489" y="3312"/>
                    <a:pt x="525" y="3312"/>
                  </a:cubicBezTo>
                  <a:cubicBezTo>
                    <a:pt x="549" y="3312"/>
                    <a:pt x="560" y="3312"/>
                    <a:pt x="596" y="3300"/>
                  </a:cubicBezTo>
                  <a:lnTo>
                    <a:pt x="1251" y="2979"/>
                  </a:lnTo>
                  <a:cubicBezTo>
                    <a:pt x="1369" y="3009"/>
                    <a:pt x="1489" y="3024"/>
                    <a:pt x="1608" y="3024"/>
                  </a:cubicBezTo>
                  <a:cubicBezTo>
                    <a:pt x="2040" y="3024"/>
                    <a:pt x="2459" y="2829"/>
                    <a:pt x="2739" y="2502"/>
                  </a:cubicBezTo>
                  <a:cubicBezTo>
                    <a:pt x="2751" y="2526"/>
                    <a:pt x="2751" y="2538"/>
                    <a:pt x="2763" y="2538"/>
                  </a:cubicBezTo>
                  <a:cubicBezTo>
                    <a:pt x="3049" y="2848"/>
                    <a:pt x="3466" y="3026"/>
                    <a:pt x="3882" y="3026"/>
                  </a:cubicBezTo>
                  <a:cubicBezTo>
                    <a:pt x="4001" y="3026"/>
                    <a:pt x="4120" y="3014"/>
                    <a:pt x="4228" y="2979"/>
                  </a:cubicBezTo>
                  <a:lnTo>
                    <a:pt x="4882" y="3300"/>
                  </a:lnTo>
                  <a:cubicBezTo>
                    <a:pt x="4906" y="3312"/>
                    <a:pt x="4930" y="3312"/>
                    <a:pt x="4954" y="3312"/>
                  </a:cubicBezTo>
                  <a:cubicBezTo>
                    <a:pt x="4990" y="3312"/>
                    <a:pt x="5013" y="3300"/>
                    <a:pt x="5049" y="3276"/>
                  </a:cubicBezTo>
                  <a:cubicBezTo>
                    <a:pt x="5085" y="3252"/>
                    <a:pt x="5121" y="3193"/>
                    <a:pt x="5121" y="3133"/>
                  </a:cubicBezTo>
                  <a:lnTo>
                    <a:pt x="5085" y="2407"/>
                  </a:lnTo>
                  <a:cubicBezTo>
                    <a:pt x="5359" y="1978"/>
                    <a:pt x="5430" y="1419"/>
                    <a:pt x="5251" y="943"/>
                  </a:cubicBezTo>
                  <a:cubicBezTo>
                    <a:pt x="5234" y="882"/>
                    <a:pt x="5173" y="840"/>
                    <a:pt x="5109" y="840"/>
                  </a:cubicBezTo>
                  <a:cubicBezTo>
                    <a:pt x="5085" y="840"/>
                    <a:pt x="5060" y="846"/>
                    <a:pt x="5037" y="859"/>
                  </a:cubicBezTo>
                  <a:cubicBezTo>
                    <a:pt x="4942" y="883"/>
                    <a:pt x="4894" y="990"/>
                    <a:pt x="4942" y="1074"/>
                  </a:cubicBezTo>
                  <a:cubicBezTo>
                    <a:pt x="5085" y="1466"/>
                    <a:pt x="5013" y="1895"/>
                    <a:pt x="4763" y="2228"/>
                  </a:cubicBezTo>
                  <a:cubicBezTo>
                    <a:pt x="4740" y="2252"/>
                    <a:pt x="4716" y="2300"/>
                    <a:pt x="4740" y="2347"/>
                  </a:cubicBezTo>
                  <a:lnTo>
                    <a:pt x="4763" y="2859"/>
                  </a:lnTo>
                  <a:lnTo>
                    <a:pt x="4299" y="2645"/>
                  </a:lnTo>
                  <a:cubicBezTo>
                    <a:pt x="4275" y="2621"/>
                    <a:pt x="4228" y="2621"/>
                    <a:pt x="4180" y="2621"/>
                  </a:cubicBezTo>
                  <a:cubicBezTo>
                    <a:pt x="4077" y="2651"/>
                    <a:pt x="3971" y="2665"/>
                    <a:pt x="3864" y="2665"/>
                  </a:cubicBezTo>
                  <a:cubicBezTo>
                    <a:pt x="3539" y="2665"/>
                    <a:pt x="3213" y="2533"/>
                    <a:pt x="2989" y="2300"/>
                  </a:cubicBezTo>
                  <a:cubicBezTo>
                    <a:pt x="2977" y="2288"/>
                    <a:pt x="2942" y="2252"/>
                    <a:pt x="2930" y="2228"/>
                  </a:cubicBezTo>
                  <a:cubicBezTo>
                    <a:pt x="2930" y="2205"/>
                    <a:pt x="2918" y="2205"/>
                    <a:pt x="2918" y="2193"/>
                  </a:cubicBezTo>
                  <a:cubicBezTo>
                    <a:pt x="3144" y="1752"/>
                    <a:pt x="3144" y="1240"/>
                    <a:pt x="2918" y="812"/>
                  </a:cubicBezTo>
                  <a:cubicBezTo>
                    <a:pt x="2918" y="800"/>
                    <a:pt x="2930" y="800"/>
                    <a:pt x="2930" y="776"/>
                  </a:cubicBezTo>
                  <a:cubicBezTo>
                    <a:pt x="2965" y="752"/>
                    <a:pt x="2977" y="716"/>
                    <a:pt x="3001" y="693"/>
                  </a:cubicBezTo>
                  <a:cubicBezTo>
                    <a:pt x="3061" y="633"/>
                    <a:pt x="3144" y="573"/>
                    <a:pt x="3216" y="526"/>
                  </a:cubicBezTo>
                  <a:cubicBezTo>
                    <a:pt x="3411" y="396"/>
                    <a:pt x="3639" y="332"/>
                    <a:pt x="3865" y="332"/>
                  </a:cubicBezTo>
                  <a:cubicBezTo>
                    <a:pt x="4134" y="332"/>
                    <a:pt x="4401" y="422"/>
                    <a:pt x="4609" y="597"/>
                  </a:cubicBezTo>
                  <a:cubicBezTo>
                    <a:pt x="4646" y="624"/>
                    <a:pt x="4686" y="636"/>
                    <a:pt x="4724" y="636"/>
                  </a:cubicBezTo>
                  <a:cubicBezTo>
                    <a:pt x="4770" y="636"/>
                    <a:pt x="4814" y="618"/>
                    <a:pt x="4847" y="585"/>
                  </a:cubicBezTo>
                  <a:cubicBezTo>
                    <a:pt x="4906" y="514"/>
                    <a:pt x="4894" y="407"/>
                    <a:pt x="4835" y="347"/>
                  </a:cubicBezTo>
                  <a:cubicBezTo>
                    <a:pt x="4566" y="117"/>
                    <a:pt x="4226" y="0"/>
                    <a:pt x="3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65"/>
            <p:cNvSpPr/>
            <p:nvPr/>
          </p:nvSpPr>
          <p:spPr>
            <a:xfrm>
              <a:off x="1428346" y="2463191"/>
              <a:ext cx="10581" cy="11341"/>
            </a:xfrm>
            <a:custGeom>
              <a:avLst/>
              <a:gdLst/>
              <a:ahLst/>
              <a:cxnLst/>
              <a:rect l="l" t="t" r="r" b="b"/>
              <a:pathLst>
                <a:path w="334" h="358" extrusionOk="0">
                  <a:moveTo>
                    <a:pt x="167" y="0"/>
                  </a:moveTo>
                  <a:cubicBezTo>
                    <a:pt x="84" y="0"/>
                    <a:pt x="1" y="72"/>
                    <a:pt x="1" y="155"/>
                  </a:cubicBezTo>
                  <a:lnTo>
                    <a:pt x="1" y="191"/>
                  </a:lnTo>
                  <a:cubicBezTo>
                    <a:pt x="1" y="274"/>
                    <a:pt x="84" y="357"/>
                    <a:pt x="167" y="357"/>
                  </a:cubicBezTo>
                  <a:cubicBezTo>
                    <a:pt x="263" y="357"/>
                    <a:pt x="334" y="274"/>
                    <a:pt x="334" y="191"/>
                  </a:cubicBezTo>
                  <a:lnTo>
                    <a:pt x="334" y="155"/>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65"/>
            <p:cNvSpPr/>
            <p:nvPr/>
          </p:nvSpPr>
          <p:spPr>
            <a:xfrm>
              <a:off x="1443426"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65"/>
            <p:cNvSpPr/>
            <p:nvPr/>
          </p:nvSpPr>
          <p:spPr>
            <a:xfrm>
              <a:off x="1458537" y="2463191"/>
              <a:ext cx="10581" cy="11341"/>
            </a:xfrm>
            <a:custGeom>
              <a:avLst/>
              <a:gdLst/>
              <a:ahLst/>
              <a:cxnLst/>
              <a:rect l="l" t="t" r="r" b="b"/>
              <a:pathLst>
                <a:path w="334" h="358" extrusionOk="0">
                  <a:moveTo>
                    <a:pt x="167" y="0"/>
                  </a:moveTo>
                  <a:cubicBezTo>
                    <a:pt x="83" y="0"/>
                    <a:pt x="0" y="72"/>
                    <a:pt x="0" y="155"/>
                  </a:cubicBezTo>
                  <a:lnTo>
                    <a:pt x="0" y="191"/>
                  </a:lnTo>
                  <a:cubicBezTo>
                    <a:pt x="0" y="274"/>
                    <a:pt x="83" y="357"/>
                    <a:pt x="167" y="357"/>
                  </a:cubicBezTo>
                  <a:cubicBezTo>
                    <a:pt x="262" y="357"/>
                    <a:pt x="333" y="274"/>
                    <a:pt x="333" y="191"/>
                  </a:cubicBezTo>
                  <a:lnTo>
                    <a:pt x="333" y="155"/>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3" name="Google Shape;11423;p65"/>
            <p:cNvSpPr/>
            <p:nvPr/>
          </p:nvSpPr>
          <p:spPr>
            <a:xfrm>
              <a:off x="150228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0" y="357"/>
                    <a:pt x="322" y="274"/>
                    <a:pt x="322" y="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4" name="Google Shape;11424;p65"/>
            <p:cNvSpPr/>
            <p:nvPr/>
          </p:nvSpPr>
          <p:spPr>
            <a:xfrm>
              <a:off x="151736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1" y="357"/>
                    <a:pt x="322" y="274"/>
                    <a:pt x="322" y="191"/>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65"/>
            <p:cNvSpPr/>
            <p:nvPr/>
          </p:nvSpPr>
          <p:spPr>
            <a:xfrm>
              <a:off x="1532067"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6" name="Google Shape;11426;p65"/>
          <p:cNvGrpSpPr/>
          <p:nvPr/>
        </p:nvGrpSpPr>
        <p:grpSpPr>
          <a:xfrm>
            <a:off x="861053" y="2239510"/>
            <a:ext cx="362134" cy="363623"/>
            <a:chOff x="861053" y="2414910"/>
            <a:chExt cx="362134" cy="363623"/>
          </a:xfrm>
        </p:grpSpPr>
        <p:sp>
          <p:nvSpPr>
            <p:cNvPr id="11427" name="Google Shape;11427;p65"/>
            <p:cNvSpPr/>
            <p:nvPr/>
          </p:nvSpPr>
          <p:spPr>
            <a:xfrm>
              <a:off x="965153" y="2609235"/>
              <a:ext cx="64912" cy="63677"/>
            </a:xfrm>
            <a:custGeom>
              <a:avLst/>
              <a:gdLst/>
              <a:ahLst/>
              <a:cxnLst/>
              <a:rect l="l" t="t" r="r" b="b"/>
              <a:pathLst>
                <a:path w="2049" h="2010" extrusionOk="0">
                  <a:moveTo>
                    <a:pt x="1382" y="1"/>
                  </a:moveTo>
                  <a:cubicBezTo>
                    <a:pt x="1337" y="1"/>
                    <a:pt x="1293" y="16"/>
                    <a:pt x="1263" y="45"/>
                  </a:cubicBezTo>
                  <a:lnTo>
                    <a:pt x="858" y="450"/>
                  </a:lnTo>
                  <a:cubicBezTo>
                    <a:pt x="798" y="510"/>
                    <a:pt x="798" y="629"/>
                    <a:pt x="858" y="688"/>
                  </a:cubicBezTo>
                  <a:cubicBezTo>
                    <a:pt x="888" y="718"/>
                    <a:pt x="932" y="733"/>
                    <a:pt x="977" y="733"/>
                  </a:cubicBezTo>
                  <a:cubicBezTo>
                    <a:pt x="1022" y="733"/>
                    <a:pt x="1066" y="718"/>
                    <a:pt x="1096" y="688"/>
                  </a:cubicBezTo>
                  <a:lnTo>
                    <a:pt x="1382" y="403"/>
                  </a:lnTo>
                  <a:lnTo>
                    <a:pt x="1620" y="641"/>
                  </a:lnTo>
                  <a:lnTo>
                    <a:pt x="656" y="1605"/>
                  </a:lnTo>
                  <a:lnTo>
                    <a:pt x="417" y="1367"/>
                  </a:lnTo>
                  <a:lnTo>
                    <a:pt x="620" y="1165"/>
                  </a:lnTo>
                  <a:cubicBezTo>
                    <a:pt x="679" y="1105"/>
                    <a:pt x="679" y="986"/>
                    <a:pt x="620" y="926"/>
                  </a:cubicBezTo>
                  <a:cubicBezTo>
                    <a:pt x="590" y="897"/>
                    <a:pt x="545" y="882"/>
                    <a:pt x="501" y="882"/>
                  </a:cubicBezTo>
                  <a:cubicBezTo>
                    <a:pt x="456" y="882"/>
                    <a:pt x="411" y="897"/>
                    <a:pt x="382" y="926"/>
                  </a:cubicBezTo>
                  <a:lnTo>
                    <a:pt x="60" y="1248"/>
                  </a:lnTo>
                  <a:cubicBezTo>
                    <a:pt x="1" y="1307"/>
                    <a:pt x="1" y="1427"/>
                    <a:pt x="60" y="1486"/>
                  </a:cubicBezTo>
                  <a:lnTo>
                    <a:pt x="537" y="1962"/>
                  </a:lnTo>
                  <a:cubicBezTo>
                    <a:pt x="560" y="1998"/>
                    <a:pt x="608" y="2010"/>
                    <a:pt x="656" y="2010"/>
                  </a:cubicBezTo>
                  <a:cubicBezTo>
                    <a:pt x="703" y="2010"/>
                    <a:pt x="739" y="1998"/>
                    <a:pt x="775" y="1962"/>
                  </a:cubicBezTo>
                  <a:lnTo>
                    <a:pt x="1977" y="760"/>
                  </a:lnTo>
                  <a:cubicBezTo>
                    <a:pt x="2049" y="676"/>
                    <a:pt x="2049" y="581"/>
                    <a:pt x="1977" y="522"/>
                  </a:cubicBezTo>
                  <a:lnTo>
                    <a:pt x="1501" y="45"/>
                  </a:lnTo>
                  <a:cubicBezTo>
                    <a:pt x="1471" y="16"/>
                    <a:pt x="1426"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65"/>
            <p:cNvSpPr/>
            <p:nvPr/>
          </p:nvSpPr>
          <p:spPr>
            <a:xfrm>
              <a:off x="861053" y="2479854"/>
              <a:ext cx="298394" cy="298679"/>
            </a:xfrm>
            <a:custGeom>
              <a:avLst/>
              <a:gdLst/>
              <a:ahLst/>
              <a:cxnLst/>
              <a:rect l="l" t="t" r="r" b="b"/>
              <a:pathLst>
                <a:path w="9419" h="9428" extrusionOk="0">
                  <a:moveTo>
                    <a:pt x="6938" y="1115"/>
                  </a:moveTo>
                  <a:cubicBezTo>
                    <a:pt x="7280" y="1115"/>
                    <a:pt x="7617" y="1256"/>
                    <a:pt x="7883" y="1510"/>
                  </a:cubicBezTo>
                  <a:cubicBezTo>
                    <a:pt x="8156" y="1772"/>
                    <a:pt x="8287" y="2165"/>
                    <a:pt x="8275" y="2534"/>
                  </a:cubicBezTo>
                  <a:lnTo>
                    <a:pt x="6859" y="1117"/>
                  </a:lnTo>
                  <a:cubicBezTo>
                    <a:pt x="6885" y="1115"/>
                    <a:pt x="6912" y="1115"/>
                    <a:pt x="6938" y="1115"/>
                  </a:cubicBezTo>
                  <a:close/>
                  <a:moveTo>
                    <a:pt x="4799" y="2903"/>
                  </a:moveTo>
                  <a:lnTo>
                    <a:pt x="4954" y="3058"/>
                  </a:lnTo>
                  <a:lnTo>
                    <a:pt x="6335" y="4439"/>
                  </a:lnTo>
                  <a:lnTo>
                    <a:pt x="6490" y="4582"/>
                  </a:lnTo>
                  <a:lnTo>
                    <a:pt x="6311" y="4760"/>
                  </a:lnTo>
                  <a:lnTo>
                    <a:pt x="4620" y="3082"/>
                  </a:lnTo>
                  <a:lnTo>
                    <a:pt x="4799" y="2903"/>
                  </a:lnTo>
                  <a:close/>
                  <a:moveTo>
                    <a:pt x="751" y="7856"/>
                  </a:moveTo>
                  <a:lnTo>
                    <a:pt x="1525" y="8630"/>
                  </a:lnTo>
                  <a:lnTo>
                    <a:pt x="1156" y="9011"/>
                  </a:lnTo>
                  <a:lnTo>
                    <a:pt x="382" y="8237"/>
                  </a:lnTo>
                  <a:lnTo>
                    <a:pt x="751" y="7856"/>
                  </a:lnTo>
                  <a:close/>
                  <a:moveTo>
                    <a:pt x="5668" y="1"/>
                  </a:moveTo>
                  <a:cubicBezTo>
                    <a:pt x="5623" y="1"/>
                    <a:pt x="5579" y="16"/>
                    <a:pt x="5549" y="46"/>
                  </a:cubicBezTo>
                  <a:lnTo>
                    <a:pt x="5073" y="522"/>
                  </a:lnTo>
                  <a:cubicBezTo>
                    <a:pt x="5013" y="581"/>
                    <a:pt x="5013" y="700"/>
                    <a:pt x="5073" y="760"/>
                  </a:cubicBezTo>
                  <a:cubicBezTo>
                    <a:pt x="5102" y="790"/>
                    <a:pt x="5147" y="805"/>
                    <a:pt x="5192" y="805"/>
                  </a:cubicBezTo>
                  <a:cubicBezTo>
                    <a:pt x="5236" y="805"/>
                    <a:pt x="5281" y="790"/>
                    <a:pt x="5311" y="760"/>
                  </a:cubicBezTo>
                  <a:lnTo>
                    <a:pt x="5668" y="403"/>
                  </a:lnTo>
                  <a:lnTo>
                    <a:pt x="9014" y="3760"/>
                  </a:lnTo>
                  <a:lnTo>
                    <a:pt x="8549" y="4213"/>
                  </a:lnTo>
                  <a:cubicBezTo>
                    <a:pt x="8287" y="4487"/>
                    <a:pt x="7942" y="4618"/>
                    <a:pt x="7573" y="4618"/>
                  </a:cubicBezTo>
                  <a:cubicBezTo>
                    <a:pt x="7204" y="4618"/>
                    <a:pt x="6859" y="4475"/>
                    <a:pt x="6585" y="4213"/>
                  </a:cubicBezTo>
                  <a:lnTo>
                    <a:pt x="5906" y="3534"/>
                  </a:lnTo>
                  <a:lnTo>
                    <a:pt x="5216" y="2844"/>
                  </a:lnTo>
                  <a:cubicBezTo>
                    <a:pt x="4799" y="2427"/>
                    <a:pt x="4704" y="1796"/>
                    <a:pt x="4954" y="1260"/>
                  </a:cubicBezTo>
                  <a:cubicBezTo>
                    <a:pt x="5001" y="1165"/>
                    <a:pt x="4954" y="1081"/>
                    <a:pt x="4882" y="1034"/>
                  </a:cubicBezTo>
                  <a:cubicBezTo>
                    <a:pt x="4856" y="1020"/>
                    <a:pt x="4830" y="1015"/>
                    <a:pt x="4806" y="1015"/>
                  </a:cubicBezTo>
                  <a:cubicBezTo>
                    <a:pt x="4743" y="1015"/>
                    <a:pt x="4690" y="1054"/>
                    <a:pt x="4656" y="1105"/>
                  </a:cubicBezTo>
                  <a:cubicBezTo>
                    <a:pt x="4418" y="1593"/>
                    <a:pt x="4430" y="2165"/>
                    <a:pt x="4668" y="2629"/>
                  </a:cubicBezTo>
                  <a:lnTo>
                    <a:pt x="4299" y="2998"/>
                  </a:lnTo>
                  <a:cubicBezTo>
                    <a:pt x="4263" y="3022"/>
                    <a:pt x="4251" y="3070"/>
                    <a:pt x="4251" y="3117"/>
                  </a:cubicBezTo>
                  <a:cubicBezTo>
                    <a:pt x="4251" y="3165"/>
                    <a:pt x="4263" y="3201"/>
                    <a:pt x="4299" y="3236"/>
                  </a:cubicBezTo>
                  <a:lnTo>
                    <a:pt x="4442" y="3379"/>
                  </a:lnTo>
                  <a:lnTo>
                    <a:pt x="489" y="7344"/>
                  </a:lnTo>
                  <a:cubicBezTo>
                    <a:pt x="453" y="7368"/>
                    <a:pt x="441" y="7416"/>
                    <a:pt x="441" y="7463"/>
                  </a:cubicBezTo>
                  <a:cubicBezTo>
                    <a:pt x="441" y="7511"/>
                    <a:pt x="453" y="7547"/>
                    <a:pt x="489" y="7582"/>
                  </a:cubicBezTo>
                  <a:lnTo>
                    <a:pt x="548" y="7642"/>
                  </a:lnTo>
                  <a:lnTo>
                    <a:pt x="60" y="8130"/>
                  </a:lnTo>
                  <a:cubicBezTo>
                    <a:pt x="1" y="8189"/>
                    <a:pt x="1" y="8309"/>
                    <a:pt x="60" y="8368"/>
                  </a:cubicBezTo>
                  <a:lnTo>
                    <a:pt x="1072" y="9380"/>
                  </a:lnTo>
                  <a:cubicBezTo>
                    <a:pt x="1096" y="9416"/>
                    <a:pt x="1144" y="9428"/>
                    <a:pt x="1191" y="9428"/>
                  </a:cubicBezTo>
                  <a:cubicBezTo>
                    <a:pt x="1227" y="9428"/>
                    <a:pt x="1275" y="9404"/>
                    <a:pt x="1310" y="9380"/>
                  </a:cubicBezTo>
                  <a:lnTo>
                    <a:pt x="1798" y="8892"/>
                  </a:lnTo>
                  <a:lnTo>
                    <a:pt x="1858" y="8951"/>
                  </a:lnTo>
                  <a:cubicBezTo>
                    <a:pt x="1882" y="8975"/>
                    <a:pt x="1929" y="8987"/>
                    <a:pt x="1977" y="8987"/>
                  </a:cubicBezTo>
                  <a:cubicBezTo>
                    <a:pt x="2025" y="8987"/>
                    <a:pt x="2060" y="8975"/>
                    <a:pt x="2096" y="8951"/>
                  </a:cubicBezTo>
                  <a:lnTo>
                    <a:pt x="3251" y="7785"/>
                  </a:lnTo>
                  <a:cubicBezTo>
                    <a:pt x="3311" y="7725"/>
                    <a:pt x="3311" y="7606"/>
                    <a:pt x="3251" y="7547"/>
                  </a:cubicBezTo>
                  <a:cubicBezTo>
                    <a:pt x="3221" y="7517"/>
                    <a:pt x="3177" y="7502"/>
                    <a:pt x="3132" y="7502"/>
                  </a:cubicBezTo>
                  <a:cubicBezTo>
                    <a:pt x="3087" y="7502"/>
                    <a:pt x="3043" y="7517"/>
                    <a:pt x="3013" y="7547"/>
                  </a:cubicBezTo>
                  <a:lnTo>
                    <a:pt x="1977" y="8594"/>
                  </a:lnTo>
                  <a:lnTo>
                    <a:pt x="1918" y="8535"/>
                  </a:lnTo>
                  <a:lnTo>
                    <a:pt x="905" y="7523"/>
                  </a:lnTo>
                  <a:lnTo>
                    <a:pt x="846" y="7463"/>
                  </a:lnTo>
                  <a:lnTo>
                    <a:pt x="4680" y="3617"/>
                  </a:lnTo>
                  <a:lnTo>
                    <a:pt x="5835" y="4772"/>
                  </a:lnTo>
                  <a:lnTo>
                    <a:pt x="3489" y="7106"/>
                  </a:lnTo>
                  <a:cubicBezTo>
                    <a:pt x="3430" y="7166"/>
                    <a:pt x="3430" y="7285"/>
                    <a:pt x="3489" y="7344"/>
                  </a:cubicBezTo>
                  <a:cubicBezTo>
                    <a:pt x="3525" y="7368"/>
                    <a:pt x="3572" y="7392"/>
                    <a:pt x="3608" y="7392"/>
                  </a:cubicBezTo>
                  <a:cubicBezTo>
                    <a:pt x="3656" y="7392"/>
                    <a:pt x="3703" y="7368"/>
                    <a:pt x="3727" y="7344"/>
                  </a:cubicBezTo>
                  <a:lnTo>
                    <a:pt x="6073" y="5010"/>
                  </a:lnTo>
                  <a:lnTo>
                    <a:pt x="6216" y="5153"/>
                  </a:lnTo>
                  <a:cubicBezTo>
                    <a:pt x="6251" y="5189"/>
                    <a:pt x="6287" y="5201"/>
                    <a:pt x="6335" y="5201"/>
                  </a:cubicBezTo>
                  <a:cubicBezTo>
                    <a:pt x="6382" y="5201"/>
                    <a:pt x="6430" y="5189"/>
                    <a:pt x="6454" y="5153"/>
                  </a:cubicBezTo>
                  <a:lnTo>
                    <a:pt x="6811" y="4796"/>
                  </a:lnTo>
                  <a:cubicBezTo>
                    <a:pt x="7049" y="4915"/>
                    <a:pt x="7323" y="4975"/>
                    <a:pt x="7585" y="4975"/>
                  </a:cubicBezTo>
                  <a:cubicBezTo>
                    <a:pt x="8049" y="4975"/>
                    <a:pt x="8478" y="4796"/>
                    <a:pt x="8811" y="4475"/>
                  </a:cubicBezTo>
                  <a:lnTo>
                    <a:pt x="9383" y="3891"/>
                  </a:lnTo>
                  <a:cubicBezTo>
                    <a:pt x="9418" y="3784"/>
                    <a:pt x="9418" y="3677"/>
                    <a:pt x="9359" y="3617"/>
                  </a:cubicBezTo>
                  <a:lnTo>
                    <a:pt x="8573" y="2832"/>
                  </a:lnTo>
                  <a:cubicBezTo>
                    <a:pt x="8704" y="2272"/>
                    <a:pt x="8537" y="1689"/>
                    <a:pt x="8121" y="1284"/>
                  </a:cubicBezTo>
                  <a:cubicBezTo>
                    <a:pt x="7809" y="972"/>
                    <a:pt x="7384" y="795"/>
                    <a:pt x="6956" y="795"/>
                  </a:cubicBezTo>
                  <a:cubicBezTo>
                    <a:pt x="6827" y="795"/>
                    <a:pt x="6699" y="810"/>
                    <a:pt x="6573" y="843"/>
                  </a:cubicBezTo>
                  <a:lnTo>
                    <a:pt x="5787" y="46"/>
                  </a:lnTo>
                  <a:cubicBezTo>
                    <a:pt x="5757" y="16"/>
                    <a:pt x="5713"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65"/>
            <p:cNvSpPr/>
            <p:nvPr/>
          </p:nvSpPr>
          <p:spPr>
            <a:xfrm>
              <a:off x="1128875" y="2455366"/>
              <a:ext cx="54711" cy="53856"/>
            </a:xfrm>
            <a:custGeom>
              <a:avLst/>
              <a:gdLst/>
              <a:ahLst/>
              <a:cxnLst/>
              <a:rect l="l" t="t" r="r" b="b"/>
              <a:pathLst>
                <a:path w="1727" h="1700" extrusionOk="0">
                  <a:moveTo>
                    <a:pt x="1548" y="0"/>
                  </a:moveTo>
                  <a:cubicBezTo>
                    <a:pt x="1503" y="0"/>
                    <a:pt x="1459" y="15"/>
                    <a:pt x="1429" y="45"/>
                  </a:cubicBezTo>
                  <a:lnTo>
                    <a:pt x="60" y="1414"/>
                  </a:lnTo>
                  <a:cubicBezTo>
                    <a:pt x="0" y="1473"/>
                    <a:pt x="0" y="1592"/>
                    <a:pt x="60" y="1652"/>
                  </a:cubicBezTo>
                  <a:cubicBezTo>
                    <a:pt x="83" y="1688"/>
                    <a:pt x="131" y="1700"/>
                    <a:pt x="179" y="1700"/>
                  </a:cubicBezTo>
                  <a:cubicBezTo>
                    <a:pt x="214" y="1700"/>
                    <a:pt x="262" y="1688"/>
                    <a:pt x="298" y="1652"/>
                  </a:cubicBezTo>
                  <a:lnTo>
                    <a:pt x="1667" y="283"/>
                  </a:lnTo>
                  <a:cubicBezTo>
                    <a:pt x="1726" y="223"/>
                    <a:pt x="1726" y="104"/>
                    <a:pt x="1667" y="45"/>
                  </a:cubicBezTo>
                  <a:cubicBezTo>
                    <a:pt x="1637" y="15"/>
                    <a:pt x="1592"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65"/>
            <p:cNvSpPr/>
            <p:nvPr/>
          </p:nvSpPr>
          <p:spPr>
            <a:xfrm>
              <a:off x="1099445" y="2414910"/>
              <a:ext cx="10581" cy="71692"/>
            </a:xfrm>
            <a:custGeom>
              <a:avLst/>
              <a:gdLst/>
              <a:ahLst/>
              <a:cxnLst/>
              <a:rect l="l" t="t" r="r" b="b"/>
              <a:pathLst>
                <a:path w="334" h="2263" extrusionOk="0">
                  <a:moveTo>
                    <a:pt x="167" y="0"/>
                  </a:moveTo>
                  <a:cubicBezTo>
                    <a:pt x="72" y="0"/>
                    <a:pt x="0" y="72"/>
                    <a:pt x="0" y="167"/>
                  </a:cubicBezTo>
                  <a:lnTo>
                    <a:pt x="0" y="2096"/>
                  </a:lnTo>
                  <a:cubicBezTo>
                    <a:pt x="0" y="2191"/>
                    <a:pt x="72" y="2262"/>
                    <a:pt x="167" y="2262"/>
                  </a:cubicBezTo>
                  <a:cubicBezTo>
                    <a:pt x="250" y="2262"/>
                    <a:pt x="334" y="2191"/>
                    <a:pt x="334" y="209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65"/>
            <p:cNvSpPr/>
            <p:nvPr/>
          </p:nvSpPr>
          <p:spPr>
            <a:xfrm>
              <a:off x="1151495" y="2528420"/>
              <a:ext cx="71692" cy="10613"/>
            </a:xfrm>
            <a:custGeom>
              <a:avLst/>
              <a:gdLst/>
              <a:ahLst/>
              <a:cxnLst/>
              <a:rect l="l" t="t" r="r" b="b"/>
              <a:pathLst>
                <a:path w="2263" h="335" extrusionOk="0">
                  <a:moveTo>
                    <a:pt x="155" y="1"/>
                  </a:moveTo>
                  <a:cubicBezTo>
                    <a:pt x="72" y="1"/>
                    <a:pt x="0" y="84"/>
                    <a:pt x="0" y="168"/>
                  </a:cubicBezTo>
                  <a:cubicBezTo>
                    <a:pt x="0" y="263"/>
                    <a:pt x="72" y="334"/>
                    <a:pt x="155" y="334"/>
                  </a:cubicBezTo>
                  <a:lnTo>
                    <a:pt x="2096" y="334"/>
                  </a:lnTo>
                  <a:cubicBezTo>
                    <a:pt x="2179" y="334"/>
                    <a:pt x="2263" y="263"/>
                    <a:pt x="2263" y="168"/>
                  </a:cubicBezTo>
                  <a:cubicBezTo>
                    <a:pt x="2263" y="84"/>
                    <a:pt x="2203" y="1"/>
                    <a:pt x="2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2" name="Google Shape;11432;p65"/>
          <p:cNvGrpSpPr/>
          <p:nvPr/>
        </p:nvGrpSpPr>
        <p:grpSpPr>
          <a:xfrm>
            <a:off x="7594288" y="2239859"/>
            <a:ext cx="279513" cy="355735"/>
            <a:chOff x="7594288" y="2415259"/>
            <a:chExt cx="279513" cy="355735"/>
          </a:xfrm>
        </p:grpSpPr>
        <p:sp>
          <p:nvSpPr>
            <p:cNvPr id="11433" name="Google Shape;11433;p65"/>
            <p:cNvSpPr/>
            <p:nvPr/>
          </p:nvSpPr>
          <p:spPr>
            <a:xfrm>
              <a:off x="7696108" y="2531841"/>
              <a:ext cx="10233" cy="16220"/>
            </a:xfrm>
            <a:custGeom>
              <a:avLst/>
              <a:gdLst/>
              <a:ahLst/>
              <a:cxnLst/>
              <a:rect l="l" t="t" r="r" b="b"/>
              <a:pathLst>
                <a:path w="323" h="512" extrusionOk="0">
                  <a:moveTo>
                    <a:pt x="167" y="0"/>
                  </a:moveTo>
                  <a:cubicBezTo>
                    <a:pt x="72" y="0"/>
                    <a:pt x="1" y="71"/>
                    <a:pt x="1" y="167"/>
                  </a:cubicBezTo>
                  <a:lnTo>
                    <a:pt x="1" y="345"/>
                  </a:lnTo>
                  <a:cubicBezTo>
                    <a:pt x="1" y="429"/>
                    <a:pt x="72" y="512"/>
                    <a:pt x="167" y="512"/>
                  </a:cubicBezTo>
                  <a:cubicBezTo>
                    <a:pt x="251" y="512"/>
                    <a:pt x="322" y="429"/>
                    <a:pt x="322" y="345"/>
                  </a:cubicBezTo>
                  <a:lnTo>
                    <a:pt x="322" y="167"/>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65"/>
            <p:cNvSpPr/>
            <p:nvPr/>
          </p:nvSpPr>
          <p:spPr>
            <a:xfrm>
              <a:off x="7762889" y="2531841"/>
              <a:ext cx="10581" cy="16220"/>
            </a:xfrm>
            <a:custGeom>
              <a:avLst/>
              <a:gdLst/>
              <a:ahLst/>
              <a:cxnLst/>
              <a:rect l="l" t="t" r="r" b="b"/>
              <a:pathLst>
                <a:path w="334" h="512" extrusionOk="0">
                  <a:moveTo>
                    <a:pt x="167" y="0"/>
                  </a:moveTo>
                  <a:cubicBezTo>
                    <a:pt x="84" y="0"/>
                    <a:pt x="0" y="71"/>
                    <a:pt x="0" y="167"/>
                  </a:cubicBezTo>
                  <a:lnTo>
                    <a:pt x="0" y="345"/>
                  </a:lnTo>
                  <a:cubicBezTo>
                    <a:pt x="0" y="429"/>
                    <a:pt x="84" y="512"/>
                    <a:pt x="167" y="512"/>
                  </a:cubicBezTo>
                  <a:cubicBezTo>
                    <a:pt x="262"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65"/>
            <p:cNvSpPr/>
            <p:nvPr/>
          </p:nvSpPr>
          <p:spPr>
            <a:xfrm>
              <a:off x="7711948" y="2571156"/>
              <a:ext cx="45302" cy="15777"/>
            </a:xfrm>
            <a:custGeom>
              <a:avLst/>
              <a:gdLst/>
              <a:ahLst/>
              <a:cxnLst/>
              <a:rect l="l" t="t" r="r" b="b"/>
              <a:pathLst>
                <a:path w="1430" h="498" extrusionOk="0">
                  <a:moveTo>
                    <a:pt x="188" y="0"/>
                  </a:moveTo>
                  <a:cubicBezTo>
                    <a:pt x="147" y="0"/>
                    <a:pt x="102" y="15"/>
                    <a:pt x="60" y="45"/>
                  </a:cubicBezTo>
                  <a:cubicBezTo>
                    <a:pt x="1" y="93"/>
                    <a:pt x="1" y="200"/>
                    <a:pt x="60" y="283"/>
                  </a:cubicBezTo>
                  <a:cubicBezTo>
                    <a:pt x="215" y="414"/>
                    <a:pt x="453" y="497"/>
                    <a:pt x="703" y="497"/>
                  </a:cubicBezTo>
                  <a:cubicBezTo>
                    <a:pt x="977" y="497"/>
                    <a:pt x="1215" y="414"/>
                    <a:pt x="1346" y="283"/>
                  </a:cubicBezTo>
                  <a:cubicBezTo>
                    <a:pt x="1430" y="223"/>
                    <a:pt x="1430" y="116"/>
                    <a:pt x="1370" y="45"/>
                  </a:cubicBezTo>
                  <a:cubicBezTo>
                    <a:pt x="1340" y="15"/>
                    <a:pt x="1302" y="0"/>
                    <a:pt x="1260" y="0"/>
                  </a:cubicBezTo>
                  <a:cubicBezTo>
                    <a:pt x="1218" y="0"/>
                    <a:pt x="1174" y="15"/>
                    <a:pt x="1132" y="45"/>
                  </a:cubicBezTo>
                  <a:cubicBezTo>
                    <a:pt x="1072" y="93"/>
                    <a:pt x="930" y="176"/>
                    <a:pt x="715" y="176"/>
                  </a:cubicBezTo>
                  <a:cubicBezTo>
                    <a:pt x="513" y="176"/>
                    <a:pt x="358" y="93"/>
                    <a:pt x="298" y="45"/>
                  </a:cubicBezTo>
                  <a:cubicBezTo>
                    <a:pt x="269"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65"/>
            <p:cNvSpPr/>
            <p:nvPr/>
          </p:nvSpPr>
          <p:spPr>
            <a:xfrm>
              <a:off x="7594288" y="2415259"/>
              <a:ext cx="279513" cy="355735"/>
            </a:xfrm>
            <a:custGeom>
              <a:avLst/>
              <a:gdLst/>
              <a:ahLst/>
              <a:cxnLst/>
              <a:rect l="l" t="t" r="r" b="b"/>
              <a:pathLst>
                <a:path w="8823" h="11229" extrusionOk="0">
                  <a:moveTo>
                    <a:pt x="6846" y="2323"/>
                  </a:moveTo>
                  <a:lnTo>
                    <a:pt x="6751" y="3501"/>
                  </a:lnTo>
                  <a:lnTo>
                    <a:pt x="6727" y="3501"/>
                  </a:lnTo>
                  <a:cubicBezTo>
                    <a:pt x="6620" y="3501"/>
                    <a:pt x="6537" y="3418"/>
                    <a:pt x="6537" y="3311"/>
                  </a:cubicBezTo>
                  <a:lnTo>
                    <a:pt x="6537" y="2406"/>
                  </a:lnTo>
                  <a:cubicBezTo>
                    <a:pt x="6632" y="2406"/>
                    <a:pt x="6739" y="2370"/>
                    <a:pt x="6846" y="2323"/>
                  </a:cubicBezTo>
                  <a:close/>
                  <a:moveTo>
                    <a:pt x="6358" y="346"/>
                  </a:moveTo>
                  <a:cubicBezTo>
                    <a:pt x="6846" y="346"/>
                    <a:pt x="7251" y="751"/>
                    <a:pt x="7251" y="1239"/>
                  </a:cubicBezTo>
                  <a:cubicBezTo>
                    <a:pt x="7251" y="1727"/>
                    <a:pt x="6846" y="2132"/>
                    <a:pt x="6358" y="2132"/>
                  </a:cubicBezTo>
                  <a:cubicBezTo>
                    <a:pt x="6037" y="2132"/>
                    <a:pt x="5739" y="1954"/>
                    <a:pt x="5584" y="1680"/>
                  </a:cubicBezTo>
                  <a:cubicBezTo>
                    <a:pt x="5551" y="1630"/>
                    <a:pt x="5490" y="1604"/>
                    <a:pt x="5432" y="1604"/>
                  </a:cubicBezTo>
                  <a:cubicBezTo>
                    <a:pt x="5406" y="1604"/>
                    <a:pt x="5380" y="1609"/>
                    <a:pt x="5358" y="1620"/>
                  </a:cubicBezTo>
                  <a:cubicBezTo>
                    <a:pt x="5286" y="1668"/>
                    <a:pt x="5251" y="1775"/>
                    <a:pt x="5298" y="1846"/>
                  </a:cubicBezTo>
                  <a:cubicBezTo>
                    <a:pt x="5310" y="1858"/>
                    <a:pt x="5310" y="1882"/>
                    <a:pt x="5322" y="1894"/>
                  </a:cubicBezTo>
                  <a:cubicBezTo>
                    <a:pt x="5263" y="1942"/>
                    <a:pt x="5191" y="1954"/>
                    <a:pt x="5120" y="1954"/>
                  </a:cubicBezTo>
                  <a:cubicBezTo>
                    <a:pt x="4917" y="1954"/>
                    <a:pt x="4763" y="1787"/>
                    <a:pt x="4763" y="1596"/>
                  </a:cubicBezTo>
                  <a:cubicBezTo>
                    <a:pt x="4763" y="1501"/>
                    <a:pt x="4679" y="1430"/>
                    <a:pt x="4596" y="1430"/>
                  </a:cubicBezTo>
                  <a:cubicBezTo>
                    <a:pt x="4513" y="1430"/>
                    <a:pt x="4429" y="1501"/>
                    <a:pt x="4429" y="1596"/>
                  </a:cubicBezTo>
                  <a:cubicBezTo>
                    <a:pt x="4429" y="1977"/>
                    <a:pt x="4739" y="2299"/>
                    <a:pt x="5132" y="2299"/>
                  </a:cubicBezTo>
                  <a:cubicBezTo>
                    <a:pt x="5286" y="2299"/>
                    <a:pt x="5429" y="2251"/>
                    <a:pt x="5548" y="2156"/>
                  </a:cubicBezTo>
                  <a:cubicBezTo>
                    <a:pt x="5727" y="2323"/>
                    <a:pt x="5965" y="2430"/>
                    <a:pt x="6215" y="2454"/>
                  </a:cubicBezTo>
                  <a:lnTo>
                    <a:pt x="6215" y="3347"/>
                  </a:lnTo>
                  <a:cubicBezTo>
                    <a:pt x="6215" y="3632"/>
                    <a:pt x="6453" y="3871"/>
                    <a:pt x="6739" y="3871"/>
                  </a:cubicBezTo>
                  <a:lnTo>
                    <a:pt x="7001" y="3871"/>
                  </a:lnTo>
                  <a:cubicBezTo>
                    <a:pt x="7084" y="3871"/>
                    <a:pt x="7156" y="3906"/>
                    <a:pt x="7215" y="3966"/>
                  </a:cubicBezTo>
                  <a:cubicBezTo>
                    <a:pt x="7275" y="4025"/>
                    <a:pt x="7287" y="4097"/>
                    <a:pt x="7287" y="4168"/>
                  </a:cubicBezTo>
                  <a:cubicBezTo>
                    <a:pt x="7275" y="4299"/>
                    <a:pt x="7144" y="4418"/>
                    <a:pt x="6989" y="4418"/>
                  </a:cubicBezTo>
                  <a:lnTo>
                    <a:pt x="6918" y="4418"/>
                  </a:lnTo>
                  <a:lnTo>
                    <a:pt x="6918" y="4406"/>
                  </a:lnTo>
                  <a:cubicBezTo>
                    <a:pt x="6918" y="4323"/>
                    <a:pt x="6846" y="4240"/>
                    <a:pt x="6751" y="4240"/>
                  </a:cubicBezTo>
                  <a:cubicBezTo>
                    <a:pt x="6668" y="4240"/>
                    <a:pt x="6596" y="4323"/>
                    <a:pt x="6596" y="4406"/>
                  </a:cubicBezTo>
                  <a:cubicBezTo>
                    <a:pt x="6596" y="5585"/>
                    <a:pt x="5644" y="6526"/>
                    <a:pt x="4465" y="6526"/>
                  </a:cubicBezTo>
                  <a:cubicBezTo>
                    <a:pt x="3274" y="6490"/>
                    <a:pt x="2322" y="5561"/>
                    <a:pt x="2322" y="4382"/>
                  </a:cubicBezTo>
                  <a:cubicBezTo>
                    <a:pt x="2322" y="4287"/>
                    <a:pt x="2250" y="4216"/>
                    <a:pt x="2155" y="4216"/>
                  </a:cubicBezTo>
                  <a:cubicBezTo>
                    <a:pt x="2072" y="4216"/>
                    <a:pt x="1988" y="4287"/>
                    <a:pt x="1988" y="4382"/>
                  </a:cubicBezTo>
                  <a:lnTo>
                    <a:pt x="1988" y="4394"/>
                  </a:lnTo>
                  <a:lnTo>
                    <a:pt x="1893" y="4394"/>
                  </a:lnTo>
                  <a:cubicBezTo>
                    <a:pt x="1810" y="4394"/>
                    <a:pt x="1738" y="4371"/>
                    <a:pt x="1679" y="4311"/>
                  </a:cubicBezTo>
                  <a:cubicBezTo>
                    <a:pt x="1619" y="4252"/>
                    <a:pt x="1607" y="4168"/>
                    <a:pt x="1607" y="4097"/>
                  </a:cubicBezTo>
                  <a:cubicBezTo>
                    <a:pt x="1619" y="3966"/>
                    <a:pt x="1750" y="3847"/>
                    <a:pt x="1905" y="3847"/>
                  </a:cubicBezTo>
                  <a:lnTo>
                    <a:pt x="2143" y="3847"/>
                  </a:lnTo>
                  <a:cubicBezTo>
                    <a:pt x="2429" y="3847"/>
                    <a:pt x="2667" y="3609"/>
                    <a:pt x="2667" y="3323"/>
                  </a:cubicBezTo>
                  <a:lnTo>
                    <a:pt x="2667" y="2549"/>
                  </a:lnTo>
                  <a:cubicBezTo>
                    <a:pt x="2667" y="2251"/>
                    <a:pt x="2905" y="2013"/>
                    <a:pt x="3203" y="2013"/>
                  </a:cubicBezTo>
                  <a:lnTo>
                    <a:pt x="3882" y="2013"/>
                  </a:lnTo>
                  <a:cubicBezTo>
                    <a:pt x="3965" y="2013"/>
                    <a:pt x="4048" y="1942"/>
                    <a:pt x="4048" y="1846"/>
                  </a:cubicBezTo>
                  <a:cubicBezTo>
                    <a:pt x="4048" y="1763"/>
                    <a:pt x="3965" y="1680"/>
                    <a:pt x="3882" y="1680"/>
                  </a:cubicBezTo>
                  <a:lnTo>
                    <a:pt x="3203" y="1680"/>
                  </a:lnTo>
                  <a:cubicBezTo>
                    <a:pt x="2727" y="1680"/>
                    <a:pt x="2334" y="2073"/>
                    <a:pt x="2334" y="2549"/>
                  </a:cubicBezTo>
                  <a:lnTo>
                    <a:pt x="2334" y="3323"/>
                  </a:lnTo>
                  <a:cubicBezTo>
                    <a:pt x="2334" y="3430"/>
                    <a:pt x="2250" y="3513"/>
                    <a:pt x="2143" y="3513"/>
                  </a:cubicBezTo>
                  <a:lnTo>
                    <a:pt x="2107" y="3513"/>
                  </a:lnTo>
                  <a:lnTo>
                    <a:pt x="1929" y="1704"/>
                  </a:lnTo>
                  <a:cubicBezTo>
                    <a:pt x="1905" y="1358"/>
                    <a:pt x="2012" y="1001"/>
                    <a:pt x="2238" y="751"/>
                  </a:cubicBezTo>
                  <a:cubicBezTo>
                    <a:pt x="2477" y="489"/>
                    <a:pt x="2810" y="346"/>
                    <a:pt x="3167" y="346"/>
                  </a:cubicBezTo>
                  <a:close/>
                  <a:moveTo>
                    <a:pt x="5525" y="6597"/>
                  </a:moveTo>
                  <a:lnTo>
                    <a:pt x="5525" y="7169"/>
                  </a:lnTo>
                  <a:cubicBezTo>
                    <a:pt x="5525" y="7466"/>
                    <a:pt x="5727" y="7740"/>
                    <a:pt x="6013" y="7835"/>
                  </a:cubicBezTo>
                  <a:lnTo>
                    <a:pt x="6310" y="7919"/>
                  </a:lnTo>
                  <a:cubicBezTo>
                    <a:pt x="6239" y="8204"/>
                    <a:pt x="6084" y="8454"/>
                    <a:pt x="5894" y="8681"/>
                  </a:cubicBezTo>
                  <a:cubicBezTo>
                    <a:pt x="5834" y="8752"/>
                    <a:pt x="5834" y="8859"/>
                    <a:pt x="5906" y="8919"/>
                  </a:cubicBezTo>
                  <a:cubicBezTo>
                    <a:pt x="5941" y="8954"/>
                    <a:pt x="5977" y="8966"/>
                    <a:pt x="6013" y="8966"/>
                  </a:cubicBezTo>
                  <a:cubicBezTo>
                    <a:pt x="6060" y="8966"/>
                    <a:pt x="6096" y="8954"/>
                    <a:pt x="6132" y="8907"/>
                  </a:cubicBezTo>
                  <a:cubicBezTo>
                    <a:pt x="6358" y="8657"/>
                    <a:pt x="6513" y="8359"/>
                    <a:pt x="6608" y="8026"/>
                  </a:cubicBezTo>
                  <a:lnTo>
                    <a:pt x="6965" y="8133"/>
                  </a:lnTo>
                  <a:cubicBezTo>
                    <a:pt x="6810" y="8621"/>
                    <a:pt x="6501" y="9097"/>
                    <a:pt x="6084" y="9443"/>
                  </a:cubicBezTo>
                  <a:cubicBezTo>
                    <a:pt x="5608" y="9824"/>
                    <a:pt x="5048" y="10026"/>
                    <a:pt x="4429" y="10026"/>
                  </a:cubicBezTo>
                  <a:cubicBezTo>
                    <a:pt x="3822" y="10026"/>
                    <a:pt x="3262" y="9812"/>
                    <a:pt x="2786" y="9443"/>
                  </a:cubicBezTo>
                  <a:cubicBezTo>
                    <a:pt x="2346" y="9097"/>
                    <a:pt x="2036" y="8633"/>
                    <a:pt x="1893" y="8121"/>
                  </a:cubicBezTo>
                  <a:lnTo>
                    <a:pt x="2250" y="8014"/>
                  </a:lnTo>
                  <a:cubicBezTo>
                    <a:pt x="2381" y="8454"/>
                    <a:pt x="2631" y="8847"/>
                    <a:pt x="2989" y="9145"/>
                  </a:cubicBezTo>
                  <a:cubicBezTo>
                    <a:pt x="3393" y="9466"/>
                    <a:pt x="3917" y="9669"/>
                    <a:pt x="4429" y="9669"/>
                  </a:cubicBezTo>
                  <a:cubicBezTo>
                    <a:pt x="4834" y="9669"/>
                    <a:pt x="5227" y="9562"/>
                    <a:pt x="5560" y="9371"/>
                  </a:cubicBezTo>
                  <a:cubicBezTo>
                    <a:pt x="5644" y="9324"/>
                    <a:pt x="5667" y="9216"/>
                    <a:pt x="5620" y="9145"/>
                  </a:cubicBezTo>
                  <a:cubicBezTo>
                    <a:pt x="5595" y="9096"/>
                    <a:pt x="5537" y="9064"/>
                    <a:pt x="5480" y="9064"/>
                  </a:cubicBezTo>
                  <a:cubicBezTo>
                    <a:pt x="5454" y="9064"/>
                    <a:pt x="5428" y="9070"/>
                    <a:pt x="5406" y="9085"/>
                  </a:cubicBezTo>
                  <a:cubicBezTo>
                    <a:pt x="5108" y="9252"/>
                    <a:pt x="4774" y="9335"/>
                    <a:pt x="4429" y="9335"/>
                  </a:cubicBezTo>
                  <a:cubicBezTo>
                    <a:pt x="3572" y="9335"/>
                    <a:pt x="2798" y="8752"/>
                    <a:pt x="2560" y="7919"/>
                  </a:cubicBezTo>
                  <a:lnTo>
                    <a:pt x="2881" y="7835"/>
                  </a:lnTo>
                  <a:cubicBezTo>
                    <a:pt x="3179" y="7740"/>
                    <a:pt x="3381" y="7478"/>
                    <a:pt x="3381" y="7169"/>
                  </a:cubicBezTo>
                  <a:lnTo>
                    <a:pt x="3381" y="6597"/>
                  </a:lnTo>
                  <a:cubicBezTo>
                    <a:pt x="3703" y="6764"/>
                    <a:pt x="4060" y="6835"/>
                    <a:pt x="4453" y="6835"/>
                  </a:cubicBezTo>
                  <a:cubicBezTo>
                    <a:pt x="4834" y="6835"/>
                    <a:pt x="5191" y="6752"/>
                    <a:pt x="5525" y="6597"/>
                  </a:cubicBezTo>
                  <a:close/>
                  <a:moveTo>
                    <a:pt x="3155" y="1"/>
                  </a:moveTo>
                  <a:cubicBezTo>
                    <a:pt x="2703" y="1"/>
                    <a:pt x="2286" y="191"/>
                    <a:pt x="1988" y="525"/>
                  </a:cubicBezTo>
                  <a:cubicBezTo>
                    <a:pt x="1691" y="846"/>
                    <a:pt x="1548" y="1299"/>
                    <a:pt x="1596" y="1727"/>
                  </a:cubicBezTo>
                  <a:lnTo>
                    <a:pt x="1774" y="3525"/>
                  </a:lnTo>
                  <a:cubicBezTo>
                    <a:pt x="1500" y="3573"/>
                    <a:pt x="1298" y="3799"/>
                    <a:pt x="1262" y="4073"/>
                  </a:cubicBezTo>
                  <a:cubicBezTo>
                    <a:pt x="1250" y="4228"/>
                    <a:pt x="1310" y="4406"/>
                    <a:pt x="1417" y="4525"/>
                  </a:cubicBezTo>
                  <a:cubicBezTo>
                    <a:pt x="1536" y="4644"/>
                    <a:pt x="1691" y="4716"/>
                    <a:pt x="1857" y="4716"/>
                  </a:cubicBezTo>
                  <a:lnTo>
                    <a:pt x="1977" y="4716"/>
                  </a:lnTo>
                  <a:cubicBezTo>
                    <a:pt x="2060" y="5406"/>
                    <a:pt x="2453" y="6014"/>
                    <a:pt x="3000" y="6395"/>
                  </a:cubicBezTo>
                  <a:lnTo>
                    <a:pt x="3000" y="7145"/>
                  </a:lnTo>
                  <a:cubicBezTo>
                    <a:pt x="3000" y="7311"/>
                    <a:pt x="2905" y="7442"/>
                    <a:pt x="2739" y="7490"/>
                  </a:cubicBezTo>
                  <a:lnTo>
                    <a:pt x="881" y="8038"/>
                  </a:lnTo>
                  <a:cubicBezTo>
                    <a:pt x="357" y="8192"/>
                    <a:pt x="0" y="8681"/>
                    <a:pt x="0" y="9216"/>
                  </a:cubicBezTo>
                  <a:lnTo>
                    <a:pt x="0" y="11062"/>
                  </a:lnTo>
                  <a:cubicBezTo>
                    <a:pt x="0" y="11157"/>
                    <a:pt x="72" y="11229"/>
                    <a:pt x="155" y="11229"/>
                  </a:cubicBezTo>
                  <a:cubicBezTo>
                    <a:pt x="250" y="11229"/>
                    <a:pt x="322" y="11157"/>
                    <a:pt x="322" y="11062"/>
                  </a:cubicBezTo>
                  <a:lnTo>
                    <a:pt x="322" y="9216"/>
                  </a:lnTo>
                  <a:cubicBezTo>
                    <a:pt x="322" y="8835"/>
                    <a:pt x="595" y="8478"/>
                    <a:pt x="964" y="8371"/>
                  </a:cubicBezTo>
                  <a:lnTo>
                    <a:pt x="1500" y="8204"/>
                  </a:lnTo>
                  <a:cubicBezTo>
                    <a:pt x="1667" y="8788"/>
                    <a:pt x="2024" y="9324"/>
                    <a:pt x="2500" y="9693"/>
                  </a:cubicBezTo>
                  <a:cubicBezTo>
                    <a:pt x="3012" y="10109"/>
                    <a:pt x="3691" y="10348"/>
                    <a:pt x="4358" y="10348"/>
                  </a:cubicBezTo>
                  <a:cubicBezTo>
                    <a:pt x="5025" y="10348"/>
                    <a:pt x="5691" y="10109"/>
                    <a:pt x="6215" y="9693"/>
                  </a:cubicBezTo>
                  <a:cubicBezTo>
                    <a:pt x="6691" y="9300"/>
                    <a:pt x="7049" y="8788"/>
                    <a:pt x="7215" y="8192"/>
                  </a:cubicBezTo>
                  <a:lnTo>
                    <a:pt x="7775" y="8347"/>
                  </a:lnTo>
                  <a:cubicBezTo>
                    <a:pt x="8156" y="8454"/>
                    <a:pt x="8418" y="8812"/>
                    <a:pt x="8418" y="9205"/>
                  </a:cubicBezTo>
                  <a:lnTo>
                    <a:pt x="8418" y="11050"/>
                  </a:lnTo>
                  <a:cubicBezTo>
                    <a:pt x="8418" y="11133"/>
                    <a:pt x="8489" y="11217"/>
                    <a:pt x="8584" y="11217"/>
                  </a:cubicBezTo>
                  <a:cubicBezTo>
                    <a:pt x="8668" y="11217"/>
                    <a:pt x="8751" y="11133"/>
                    <a:pt x="8751" y="11050"/>
                  </a:cubicBezTo>
                  <a:lnTo>
                    <a:pt x="8751" y="9216"/>
                  </a:lnTo>
                  <a:cubicBezTo>
                    <a:pt x="8823" y="8681"/>
                    <a:pt x="8465" y="8192"/>
                    <a:pt x="7942" y="8038"/>
                  </a:cubicBezTo>
                  <a:lnTo>
                    <a:pt x="6084" y="7490"/>
                  </a:lnTo>
                  <a:cubicBezTo>
                    <a:pt x="5941" y="7442"/>
                    <a:pt x="5822" y="7300"/>
                    <a:pt x="5822" y="7145"/>
                  </a:cubicBezTo>
                  <a:lnTo>
                    <a:pt x="5822" y="6395"/>
                  </a:lnTo>
                  <a:cubicBezTo>
                    <a:pt x="6370" y="6002"/>
                    <a:pt x="6751" y="5406"/>
                    <a:pt x="6846" y="4716"/>
                  </a:cubicBezTo>
                  <a:lnTo>
                    <a:pt x="6953" y="4716"/>
                  </a:lnTo>
                  <a:cubicBezTo>
                    <a:pt x="7275" y="4716"/>
                    <a:pt x="7549" y="4478"/>
                    <a:pt x="7572" y="4180"/>
                  </a:cubicBezTo>
                  <a:cubicBezTo>
                    <a:pt x="7584" y="4025"/>
                    <a:pt x="7525" y="3847"/>
                    <a:pt x="7430" y="3728"/>
                  </a:cubicBezTo>
                  <a:cubicBezTo>
                    <a:pt x="7334" y="3620"/>
                    <a:pt x="7203" y="3549"/>
                    <a:pt x="7072" y="3525"/>
                  </a:cubicBezTo>
                  <a:lnTo>
                    <a:pt x="7168" y="2120"/>
                  </a:lnTo>
                  <a:cubicBezTo>
                    <a:pt x="7406" y="1894"/>
                    <a:pt x="7561" y="1585"/>
                    <a:pt x="7561" y="1227"/>
                  </a:cubicBezTo>
                  <a:cubicBezTo>
                    <a:pt x="7561" y="549"/>
                    <a:pt x="7013" y="1"/>
                    <a:pt x="6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65"/>
            <p:cNvSpPr/>
            <p:nvPr/>
          </p:nvSpPr>
          <p:spPr>
            <a:xfrm>
              <a:off x="7690469" y="2515241"/>
              <a:ext cx="21511" cy="10581"/>
            </a:xfrm>
            <a:custGeom>
              <a:avLst/>
              <a:gdLst/>
              <a:ahLst/>
              <a:cxnLst/>
              <a:rect l="l" t="t" r="r" b="b"/>
              <a:pathLst>
                <a:path w="679" h="334" extrusionOk="0">
                  <a:moveTo>
                    <a:pt x="167" y="0"/>
                  </a:moveTo>
                  <a:cubicBezTo>
                    <a:pt x="72" y="0"/>
                    <a:pt x="0" y="72"/>
                    <a:pt x="0" y="167"/>
                  </a:cubicBezTo>
                  <a:cubicBezTo>
                    <a:pt x="0" y="262"/>
                    <a:pt x="72" y="334"/>
                    <a:pt x="167" y="334"/>
                  </a:cubicBezTo>
                  <a:lnTo>
                    <a:pt x="524" y="334"/>
                  </a:lnTo>
                  <a:cubicBezTo>
                    <a:pt x="607" y="334"/>
                    <a:pt x="679" y="262"/>
                    <a:pt x="679" y="167"/>
                  </a:cubicBezTo>
                  <a:cubicBezTo>
                    <a:pt x="679"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65"/>
            <p:cNvSpPr/>
            <p:nvPr/>
          </p:nvSpPr>
          <p:spPr>
            <a:xfrm>
              <a:off x="7757218" y="2515241"/>
              <a:ext cx="21923" cy="10581"/>
            </a:xfrm>
            <a:custGeom>
              <a:avLst/>
              <a:gdLst/>
              <a:ahLst/>
              <a:cxnLst/>
              <a:rect l="l" t="t" r="r" b="b"/>
              <a:pathLst>
                <a:path w="692" h="334" extrusionOk="0">
                  <a:moveTo>
                    <a:pt x="167" y="0"/>
                  </a:moveTo>
                  <a:cubicBezTo>
                    <a:pt x="84" y="0"/>
                    <a:pt x="1" y="72"/>
                    <a:pt x="1" y="167"/>
                  </a:cubicBezTo>
                  <a:cubicBezTo>
                    <a:pt x="1" y="262"/>
                    <a:pt x="84" y="334"/>
                    <a:pt x="167" y="334"/>
                  </a:cubicBezTo>
                  <a:lnTo>
                    <a:pt x="524" y="334"/>
                  </a:lnTo>
                  <a:cubicBezTo>
                    <a:pt x="620" y="334"/>
                    <a:pt x="691" y="262"/>
                    <a:pt x="691" y="167"/>
                  </a:cubicBezTo>
                  <a:cubicBezTo>
                    <a:pt x="691" y="72"/>
                    <a:pt x="62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9" name="Google Shape;11439;p65"/>
          <p:cNvGrpSpPr/>
          <p:nvPr/>
        </p:nvGrpSpPr>
        <p:grpSpPr>
          <a:xfrm>
            <a:off x="7145794" y="2240239"/>
            <a:ext cx="278784" cy="355735"/>
            <a:chOff x="7145794" y="2415639"/>
            <a:chExt cx="278784" cy="355735"/>
          </a:xfrm>
        </p:grpSpPr>
        <p:sp>
          <p:nvSpPr>
            <p:cNvPr id="11440" name="Google Shape;11440;p65"/>
            <p:cNvSpPr/>
            <p:nvPr/>
          </p:nvSpPr>
          <p:spPr>
            <a:xfrm>
              <a:off x="7247265" y="2520880"/>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65"/>
            <p:cNvSpPr/>
            <p:nvPr/>
          </p:nvSpPr>
          <p:spPr>
            <a:xfrm>
              <a:off x="7313635" y="2520880"/>
              <a:ext cx="10613" cy="16252"/>
            </a:xfrm>
            <a:custGeom>
              <a:avLst/>
              <a:gdLst/>
              <a:ahLst/>
              <a:cxnLst/>
              <a:rect l="l" t="t" r="r" b="b"/>
              <a:pathLst>
                <a:path w="335" h="513" extrusionOk="0">
                  <a:moveTo>
                    <a:pt x="168" y="1"/>
                  </a:moveTo>
                  <a:cubicBezTo>
                    <a:pt x="72" y="1"/>
                    <a:pt x="1" y="84"/>
                    <a:pt x="1" y="167"/>
                  </a:cubicBezTo>
                  <a:lnTo>
                    <a:pt x="1" y="346"/>
                  </a:lnTo>
                  <a:cubicBezTo>
                    <a:pt x="1" y="441"/>
                    <a:pt x="72" y="513"/>
                    <a:pt x="168" y="513"/>
                  </a:cubicBezTo>
                  <a:cubicBezTo>
                    <a:pt x="251" y="513"/>
                    <a:pt x="334" y="441"/>
                    <a:pt x="334" y="346"/>
                  </a:cubicBezTo>
                  <a:lnTo>
                    <a:pt x="334" y="167"/>
                  </a:lnTo>
                  <a:cubicBezTo>
                    <a:pt x="334" y="84"/>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65"/>
            <p:cNvSpPr/>
            <p:nvPr/>
          </p:nvSpPr>
          <p:spPr>
            <a:xfrm>
              <a:off x="7145794" y="2415639"/>
              <a:ext cx="278784" cy="355735"/>
            </a:xfrm>
            <a:custGeom>
              <a:avLst/>
              <a:gdLst/>
              <a:ahLst/>
              <a:cxnLst/>
              <a:rect l="l" t="t" r="r" b="b"/>
              <a:pathLst>
                <a:path w="8800" h="11229" extrusionOk="0">
                  <a:moveTo>
                    <a:pt x="4763" y="310"/>
                  </a:moveTo>
                  <a:cubicBezTo>
                    <a:pt x="5525" y="310"/>
                    <a:pt x="6192" y="751"/>
                    <a:pt x="6501" y="1382"/>
                  </a:cubicBezTo>
                  <a:lnTo>
                    <a:pt x="6180" y="1382"/>
                  </a:lnTo>
                  <a:cubicBezTo>
                    <a:pt x="6085" y="1382"/>
                    <a:pt x="6013" y="1453"/>
                    <a:pt x="6013" y="1537"/>
                  </a:cubicBezTo>
                  <a:cubicBezTo>
                    <a:pt x="6013" y="1632"/>
                    <a:pt x="6085" y="1703"/>
                    <a:pt x="6180" y="1703"/>
                  </a:cubicBezTo>
                  <a:lnTo>
                    <a:pt x="6644" y="1703"/>
                  </a:lnTo>
                  <a:cubicBezTo>
                    <a:pt x="6668" y="1823"/>
                    <a:pt x="6704" y="1954"/>
                    <a:pt x="6716" y="2073"/>
                  </a:cubicBezTo>
                  <a:lnTo>
                    <a:pt x="2132" y="2073"/>
                  </a:lnTo>
                  <a:cubicBezTo>
                    <a:pt x="2203" y="1096"/>
                    <a:pt x="3037" y="310"/>
                    <a:pt x="4061" y="310"/>
                  </a:cubicBezTo>
                  <a:close/>
                  <a:moveTo>
                    <a:pt x="6501" y="2418"/>
                  </a:moveTo>
                  <a:lnTo>
                    <a:pt x="6501" y="2787"/>
                  </a:lnTo>
                  <a:lnTo>
                    <a:pt x="6311" y="2787"/>
                  </a:lnTo>
                  <a:cubicBezTo>
                    <a:pt x="6228" y="2787"/>
                    <a:pt x="6144" y="2870"/>
                    <a:pt x="6144" y="2954"/>
                  </a:cubicBezTo>
                  <a:cubicBezTo>
                    <a:pt x="6144" y="3049"/>
                    <a:pt x="6228" y="3120"/>
                    <a:pt x="6311" y="3120"/>
                  </a:cubicBezTo>
                  <a:lnTo>
                    <a:pt x="6501" y="3120"/>
                  </a:lnTo>
                  <a:lnTo>
                    <a:pt x="6501" y="3311"/>
                  </a:lnTo>
                  <a:cubicBezTo>
                    <a:pt x="6501" y="3406"/>
                    <a:pt x="6573" y="3478"/>
                    <a:pt x="6668" y="3478"/>
                  </a:cubicBezTo>
                  <a:lnTo>
                    <a:pt x="6930" y="3478"/>
                  </a:lnTo>
                  <a:cubicBezTo>
                    <a:pt x="7013" y="3478"/>
                    <a:pt x="7085" y="3501"/>
                    <a:pt x="7144" y="3561"/>
                  </a:cubicBezTo>
                  <a:cubicBezTo>
                    <a:pt x="7204" y="3620"/>
                    <a:pt x="7216" y="3704"/>
                    <a:pt x="7216" y="3775"/>
                  </a:cubicBezTo>
                  <a:cubicBezTo>
                    <a:pt x="7204" y="3906"/>
                    <a:pt x="7073" y="4025"/>
                    <a:pt x="6918" y="4025"/>
                  </a:cubicBezTo>
                  <a:lnTo>
                    <a:pt x="6847" y="4025"/>
                  </a:lnTo>
                  <a:lnTo>
                    <a:pt x="6847" y="4013"/>
                  </a:lnTo>
                  <a:cubicBezTo>
                    <a:pt x="6847" y="3918"/>
                    <a:pt x="6775" y="3847"/>
                    <a:pt x="6680" y="3847"/>
                  </a:cubicBezTo>
                  <a:cubicBezTo>
                    <a:pt x="6597" y="3847"/>
                    <a:pt x="6525" y="3918"/>
                    <a:pt x="6525" y="4013"/>
                  </a:cubicBezTo>
                  <a:cubicBezTo>
                    <a:pt x="6537" y="5192"/>
                    <a:pt x="5585" y="6145"/>
                    <a:pt x="4406" y="6145"/>
                  </a:cubicBezTo>
                  <a:cubicBezTo>
                    <a:pt x="3227" y="6145"/>
                    <a:pt x="2275" y="5192"/>
                    <a:pt x="2275" y="4013"/>
                  </a:cubicBezTo>
                  <a:cubicBezTo>
                    <a:pt x="2275" y="3918"/>
                    <a:pt x="2203" y="3847"/>
                    <a:pt x="2120" y="3847"/>
                  </a:cubicBezTo>
                  <a:cubicBezTo>
                    <a:pt x="2025" y="3847"/>
                    <a:pt x="1953" y="3918"/>
                    <a:pt x="1953" y="4013"/>
                  </a:cubicBezTo>
                  <a:lnTo>
                    <a:pt x="1953" y="4025"/>
                  </a:lnTo>
                  <a:lnTo>
                    <a:pt x="1846" y="4025"/>
                  </a:lnTo>
                  <a:cubicBezTo>
                    <a:pt x="1775" y="4025"/>
                    <a:pt x="1703" y="4001"/>
                    <a:pt x="1644" y="3942"/>
                  </a:cubicBezTo>
                  <a:cubicBezTo>
                    <a:pt x="1584" y="3882"/>
                    <a:pt x="1560" y="3799"/>
                    <a:pt x="1560" y="3728"/>
                  </a:cubicBezTo>
                  <a:cubicBezTo>
                    <a:pt x="1584" y="3597"/>
                    <a:pt x="1715" y="3478"/>
                    <a:pt x="1858" y="3478"/>
                  </a:cubicBezTo>
                  <a:lnTo>
                    <a:pt x="2096" y="3478"/>
                  </a:lnTo>
                  <a:cubicBezTo>
                    <a:pt x="2144" y="3478"/>
                    <a:pt x="2191" y="3466"/>
                    <a:pt x="2215" y="3430"/>
                  </a:cubicBezTo>
                  <a:cubicBezTo>
                    <a:pt x="2251" y="3406"/>
                    <a:pt x="2263" y="3358"/>
                    <a:pt x="2263" y="3311"/>
                  </a:cubicBezTo>
                  <a:lnTo>
                    <a:pt x="2263" y="3120"/>
                  </a:lnTo>
                  <a:lnTo>
                    <a:pt x="5608" y="3120"/>
                  </a:lnTo>
                  <a:cubicBezTo>
                    <a:pt x="5704" y="3120"/>
                    <a:pt x="5775" y="3049"/>
                    <a:pt x="5775" y="2954"/>
                  </a:cubicBezTo>
                  <a:cubicBezTo>
                    <a:pt x="5775" y="2870"/>
                    <a:pt x="5704" y="2787"/>
                    <a:pt x="5608" y="2787"/>
                  </a:cubicBezTo>
                  <a:lnTo>
                    <a:pt x="2263" y="2787"/>
                  </a:lnTo>
                  <a:lnTo>
                    <a:pt x="2263" y="2418"/>
                  </a:lnTo>
                  <a:close/>
                  <a:moveTo>
                    <a:pt x="4049" y="1"/>
                  </a:moveTo>
                  <a:cubicBezTo>
                    <a:pt x="2846" y="1"/>
                    <a:pt x="1858" y="941"/>
                    <a:pt x="1786" y="2120"/>
                  </a:cubicBezTo>
                  <a:lnTo>
                    <a:pt x="536" y="2120"/>
                  </a:lnTo>
                  <a:cubicBezTo>
                    <a:pt x="453" y="2120"/>
                    <a:pt x="370" y="2192"/>
                    <a:pt x="370" y="2287"/>
                  </a:cubicBezTo>
                  <a:cubicBezTo>
                    <a:pt x="370" y="2370"/>
                    <a:pt x="453" y="2454"/>
                    <a:pt x="536" y="2454"/>
                  </a:cubicBezTo>
                  <a:lnTo>
                    <a:pt x="1965" y="2454"/>
                  </a:lnTo>
                  <a:lnTo>
                    <a:pt x="1965" y="3180"/>
                  </a:lnTo>
                  <a:lnTo>
                    <a:pt x="1894" y="3180"/>
                  </a:lnTo>
                  <a:cubicBezTo>
                    <a:pt x="1560" y="3180"/>
                    <a:pt x="1298" y="3418"/>
                    <a:pt x="1263" y="3716"/>
                  </a:cubicBezTo>
                  <a:cubicBezTo>
                    <a:pt x="1251" y="3882"/>
                    <a:pt x="1310" y="4061"/>
                    <a:pt x="1417" y="4180"/>
                  </a:cubicBezTo>
                  <a:cubicBezTo>
                    <a:pt x="1536" y="4299"/>
                    <a:pt x="1703" y="4370"/>
                    <a:pt x="1858" y="4370"/>
                  </a:cubicBezTo>
                  <a:lnTo>
                    <a:pt x="1977" y="4370"/>
                  </a:lnTo>
                  <a:cubicBezTo>
                    <a:pt x="2072" y="5049"/>
                    <a:pt x="2453" y="5668"/>
                    <a:pt x="3001" y="6037"/>
                  </a:cubicBezTo>
                  <a:lnTo>
                    <a:pt x="3001" y="6799"/>
                  </a:lnTo>
                  <a:cubicBezTo>
                    <a:pt x="3001" y="6954"/>
                    <a:pt x="2906" y="7097"/>
                    <a:pt x="2739" y="7133"/>
                  </a:cubicBezTo>
                  <a:lnTo>
                    <a:pt x="882" y="7692"/>
                  </a:lnTo>
                  <a:cubicBezTo>
                    <a:pt x="358" y="7835"/>
                    <a:pt x="1" y="8323"/>
                    <a:pt x="1" y="8859"/>
                  </a:cubicBezTo>
                  <a:lnTo>
                    <a:pt x="1" y="11062"/>
                  </a:lnTo>
                  <a:cubicBezTo>
                    <a:pt x="1" y="11157"/>
                    <a:pt x="72" y="11228"/>
                    <a:pt x="167" y="11228"/>
                  </a:cubicBezTo>
                  <a:cubicBezTo>
                    <a:pt x="251" y="11228"/>
                    <a:pt x="322" y="11157"/>
                    <a:pt x="322" y="11062"/>
                  </a:cubicBezTo>
                  <a:lnTo>
                    <a:pt x="322" y="8859"/>
                  </a:lnTo>
                  <a:cubicBezTo>
                    <a:pt x="322" y="8478"/>
                    <a:pt x="596" y="8121"/>
                    <a:pt x="965" y="8014"/>
                  </a:cubicBezTo>
                  <a:lnTo>
                    <a:pt x="1501" y="7847"/>
                  </a:lnTo>
                  <a:lnTo>
                    <a:pt x="1501" y="7883"/>
                  </a:lnTo>
                  <a:cubicBezTo>
                    <a:pt x="1513" y="7954"/>
                    <a:pt x="1596" y="8002"/>
                    <a:pt x="1667" y="8002"/>
                  </a:cubicBezTo>
                  <a:lnTo>
                    <a:pt x="1715" y="8002"/>
                  </a:lnTo>
                  <a:cubicBezTo>
                    <a:pt x="1798" y="7966"/>
                    <a:pt x="1846" y="7883"/>
                    <a:pt x="1810" y="7788"/>
                  </a:cubicBezTo>
                  <a:lnTo>
                    <a:pt x="1810" y="7776"/>
                  </a:lnTo>
                  <a:lnTo>
                    <a:pt x="2346" y="7609"/>
                  </a:lnTo>
                  <a:cubicBezTo>
                    <a:pt x="2608" y="8502"/>
                    <a:pt x="3441" y="9133"/>
                    <a:pt x="4370" y="9133"/>
                  </a:cubicBezTo>
                  <a:cubicBezTo>
                    <a:pt x="4715" y="9133"/>
                    <a:pt x="5025" y="9062"/>
                    <a:pt x="5323" y="8907"/>
                  </a:cubicBezTo>
                  <a:cubicBezTo>
                    <a:pt x="5406" y="8859"/>
                    <a:pt x="5442" y="8776"/>
                    <a:pt x="5406" y="8681"/>
                  </a:cubicBezTo>
                  <a:cubicBezTo>
                    <a:pt x="5373" y="8623"/>
                    <a:pt x="5317" y="8588"/>
                    <a:pt x="5258" y="8588"/>
                  </a:cubicBezTo>
                  <a:cubicBezTo>
                    <a:pt x="5232" y="8588"/>
                    <a:pt x="5205" y="8595"/>
                    <a:pt x="5180" y="8609"/>
                  </a:cubicBezTo>
                  <a:cubicBezTo>
                    <a:pt x="4930" y="8740"/>
                    <a:pt x="4656" y="8800"/>
                    <a:pt x="4370" y="8800"/>
                  </a:cubicBezTo>
                  <a:cubicBezTo>
                    <a:pt x="3584" y="8800"/>
                    <a:pt x="2882" y="8264"/>
                    <a:pt x="2679" y="7526"/>
                  </a:cubicBezTo>
                  <a:lnTo>
                    <a:pt x="2810" y="7478"/>
                  </a:lnTo>
                  <a:cubicBezTo>
                    <a:pt x="3108" y="7383"/>
                    <a:pt x="3299" y="7121"/>
                    <a:pt x="3299" y="6811"/>
                  </a:cubicBezTo>
                  <a:lnTo>
                    <a:pt x="3299" y="6228"/>
                  </a:lnTo>
                  <a:cubicBezTo>
                    <a:pt x="3632" y="6395"/>
                    <a:pt x="3989" y="6466"/>
                    <a:pt x="4370" y="6466"/>
                  </a:cubicBezTo>
                  <a:cubicBezTo>
                    <a:pt x="4763" y="6466"/>
                    <a:pt x="5120" y="6383"/>
                    <a:pt x="5442" y="6228"/>
                  </a:cubicBezTo>
                  <a:lnTo>
                    <a:pt x="5442" y="6787"/>
                  </a:lnTo>
                  <a:cubicBezTo>
                    <a:pt x="5442" y="7085"/>
                    <a:pt x="5656" y="7371"/>
                    <a:pt x="5942" y="7466"/>
                  </a:cubicBezTo>
                  <a:lnTo>
                    <a:pt x="6073" y="7502"/>
                  </a:lnTo>
                  <a:cubicBezTo>
                    <a:pt x="6001" y="7764"/>
                    <a:pt x="5882" y="7978"/>
                    <a:pt x="5704" y="8180"/>
                  </a:cubicBezTo>
                  <a:cubicBezTo>
                    <a:pt x="5644" y="8252"/>
                    <a:pt x="5644" y="8359"/>
                    <a:pt x="5716" y="8419"/>
                  </a:cubicBezTo>
                  <a:cubicBezTo>
                    <a:pt x="5739" y="8442"/>
                    <a:pt x="5787" y="8454"/>
                    <a:pt x="5823" y="8454"/>
                  </a:cubicBezTo>
                  <a:cubicBezTo>
                    <a:pt x="5858" y="8454"/>
                    <a:pt x="5906" y="8442"/>
                    <a:pt x="5942" y="8395"/>
                  </a:cubicBezTo>
                  <a:cubicBezTo>
                    <a:pt x="6144" y="8157"/>
                    <a:pt x="6299" y="7895"/>
                    <a:pt x="6370" y="7597"/>
                  </a:cubicBezTo>
                  <a:lnTo>
                    <a:pt x="6894" y="7740"/>
                  </a:lnTo>
                  <a:cubicBezTo>
                    <a:pt x="6870" y="7799"/>
                    <a:pt x="6847" y="7883"/>
                    <a:pt x="6835" y="7942"/>
                  </a:cubicBezTo>
                  <a:cubicBezTo>
                    <a:pt x="6799" y="8026"/>
                    <a:pt x="6847" y="8121"/>
                    <a:pt x="6930" y="8145"/>
                  </a:cubicBezTo>
                  <a:cubicBezTo>
                    <a:pt x="6954" y="8145"/>
                    <a:pt x="6978" y="8157"/>
                    <a:pt x="6990" y="8157"/>
                  </a:cubicBezTo>
                  <a:cubicBezTo>
                    <a:pt x="7049" y="8157"/>
                    <a:pt x="7132" y="8121"/>
                    <a:pt x="7144" y="8061"/>
                  </a:cubicBezTo>
                  <a:cubicBezTo>
                    <a:pt x="7168" y="7978"/>
                    <a:pt x="7192" y="7907"/>
                    <a:pt x="7216" y="7835"/>
                  </a:cubicBezTo>
                  <a:lnTo>
                    <a:pt x="7787" y="8002"/>
                  </a:lnTo>
                  <a:cubicBezTo>
                    <a:pt x="8156" y="8097"/>
                    <a:pt x="8418" y="8454"/>
                    <a:pt x="8418" y="8847"/>
                  </a:cubicBezTo>
                  <a:lnTo>
                    <a:pt x="8418" y="11050"/>
                  </a:lnTo>
                  <a:cubicBezTo>
                    <a:pt x="8418" y="11133"/>
                    <a:pt x="8502" y="11217"/>
                    <a:pt x="8585" y="11217"/>
                  </a:cubicBezTo>
                  <a:cubicBezTo>
                    <a:pt x="8680" y="11217"/>
                    <a:pt x="8752" y="11133"/>
                    <a:pt x="8752" y="11050"/>
                  </a:cubicBezTo>
                  <a:lnTo>
                    <a:pt x="8752" y="8847"/>
                  </a:lnTo>
                  <a:cubicBezTo>
                    <a:pt x="8799" y="8311"/>
                    <a:pt x="8442" y="7835"/>
                    <a:pt x="7918" y="7680"/>
                  </a:cubicBezTo>
                  <a:lnTo>
                    <a:pt x="6061" y="7133"/>
                  </a:lnTo>
                  <a:cubicBezTo>
                    <a:pt x="5906" y="7085"/>
                    <a:pt x="5787" y="6942"/>
                    <a:pt x="5787" y="6787"/>
                  </a:cubicBezTo>
                  <a:lnTo>
                    <a:pt x="5787" y="6037"/>
                  </a:lnTo>
                  <a:cubicBezTo>
                    <a:pt x="6347" y="5644"/>
                    <a:pt x="6728" y="5049"/>
                    <a:pt x="6823" y="4370"/>
                  </a:cubicBezTo>
                  <a:lnTo>
                    <a:pt x="6918" y="4370"/>
                  </a:lnTo>
                  <a:cubicBezTo>
                    <a:pt x="7251" y="4370"/>
                    <a:pt x="7513" y="4132"/>
                    <a:pt x="7549" y="3835"/>
                  </a:cubicBezTo>
                  <a:cubicBezTo>
                    <a:pt x="7561" y="3668"/>
                    <a:pt x="7501" y="3489"/>
                    <a:pt x="7394" y="3370"/>
                  </a:cubicBezTo>
                  <a:cubicBezTo>
                    <a:pt x="7275" y="3251"/>
                    <a:pt x="7120" y="3180"/>
                    <a:pt x="6954" y="3180"/>
                  </a:cubicBezTo>
                  <a:lnTo>
                    <a:pt x="6847" y="3180"/>
                  </a:lnTo>
                  <a:lnTo>
                    <a:pt x="6847" y="2442"/>
                  </a:lnTo>
                  <a:lnTo>
                    <a:pt x="6859" y="2442"/>
                  </a:lnTo>
                  <a:cubicBezTo>
                    <a:pt x="6954" y="2442"/>
                    <a:pt x="7025" y="2370"/>
                    <a:pt x="7025" y="2287"/>
                  </a:cubicBezTo>
                  <a:cubicBezTo>
                    <a:pt x="7025" y="1037"/>
                    <a:pt x="6001"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65"/>
            <p:cNvSpPr/>
            <p:nvPr/>
          </p:nvSpPr>
          <p:spPr>
            <a:xfrm>
              <a:off x="7254045" y="2717834"/>
              <a:ext cx="23031" cy="12799"/>
            </a:xfrm>
            <a:custGeom>
              <a:avLst/>
              <a:gdLst/>
              <a:ahLst/>
              <a:cxnLst/>
              <a:rect l="l" t="t" r="r" b="b"/>
              <a:pathLst>
                <a:path w="727" h="404" extrusionOk="0">
                  <a:moveTo>
                    <a:pt x="195" y="0"/>
                  </a:moveTo>
                  <a:cubicBezTo>
                    <a:pt x="124" y="0"/>
                    <a:pt x="65" y="54"/>
                    <a:pt x="36" y="130"/>
                  </a:cubicBezTo>
                  <a:cubicBezTo>
                    <a:pt x="1" y="213"/>
                    <a:pt x="72" y="308"/>
                    <a:pt x="155" y="332"/>
                  </a:cubicBezTo>
                  <a:cubicBezTo>
                    <a:pt x="274" y="368"/>
                    <a:pt x="394" y="392"/>
                    <a:pt x="513" y="404"/>
                  </a:cubicBezTo>
                  <a:lnTo>
                    <a:pt x="548" y="404"/>
                  </a:lnTo>
                  <a:cubicBezTo>
                    <a:pt x="620" y="404"/>
                    <a:pt x="691" y="344"/>
                    <a:pt x="703" y="273"/>
                  </a:cubicBezTo>
                  <a:cubicBezTo>
                    <a:pt x="727" y="189"/>
                    <a:pt x="667" y="94"/>
                    <a:pt x="572" y="82"/>
                  </a:cubicBezTo>
                  <a:cubicBezTo>
                    <a:pt x="465" y="70"/>
                    <a:pt x="346" y="35"/>
                    <a:pt x="251" y="11"/>
                  </a:cubicBezTo>
                  <a:cubicBezTo>
                    <a:pt x="232" y="4"/>
                    <a:pt x="213"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4" name="Google Shape;11444;p65"/>
            <p:cNvSpPr/>
            <p:nvPr/>
          </p:nvSpPr>
          <p:spPr>
            <a:xfrm>
              <a:off x="7287626" y="2719703"/>
              <a:ext cx="22271" cy="12070"/>
            </a:xfrm>
            <a:custGeom>
              <a:avLst/>
              <a:gdLst/>
              <a:ahLst/>
              <a:cxnLst/>
              <a:rect l="l" t="t" r="r" b="b"/>
              <a:pathLst>
                <a:path w="703" h="381" extrusionOk="0">
                  <a:moveTo>
                    <a:pt x="551" y="1"/>
                  </a:moveTo>
                  <a:cubicBezTo>
                    <a:pt x="534" y="1"/>
                    <a:pt x="517" y="4"/>
                    <a:pt x="500" y="11"/>
                  </a:cubicBezTo>
                  <a:cubicBezTo>
                    <a:pt x="393" y="35"/>
                    <a:pt x="274" y="59"/>
                    <a:pt x="167" y="59"/>
                  </a:cubicBezTo>
                  <a:cubicBezTo>
                    <a:pt x="84" y="71"/>
                    <a:pt x="0" y="142"/>
                    <a:pt x="24" y="237"/>
                  </a:cubicBezTo>
                  <a:cubicBezTo>
                    <a:pt x="36" y="321"/>
                    <a:pt x="96" y="380"/>
                    <a:pt x="179" y="380"/>
                  </a:cubicBezTo>
                  <a:lnTo>
                    <a:pt x="203" y="380"/>
                  </a:lnTo>
                  <a:cubicBezTo>
                    <a:pt x="310" y="368"/>
                    <a:pt x="453" y="357"/>
                    <a:pt x="572" y="321"/>
                  </a:cubicBezTo>
                  <a:cubicBezTo>
                    <a:pt x="643" y="297"/>
                    <a:pt x="703" y="214"/>
                    <a:pt x="691" y="130"/>
                  </a:cubicBezTo>
                  <a:cubicBezTo>
                    <a:pt x="681" y="54"/>
                    <a:pt x="618" y="1"/>
                    <a:pt x="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5" name="Google Shape;11445;p65"/>
            <p:cNvSpPr/>
            <p:nvPr/>
          </p:nvSpPr>
          <p:spPr>
            <a:xfrm>
              <a:off x="7224614" y="2703357"/>
              <a:ext cx="21162" cy="17107"/>
            </a:xfrm>
            <a:custGeom>
              <a:avLst/>
              <a:gdLst/>
              <a:ahLst/>
              <a:cxnLst/>
              <a:rect l="l" t="t" r="r" b="b"/>
              <a:pathLst>
                <a:path w="668" h="540" extrusionOk="0">
                  <a:moveTo>
                    <a:pt x="193" y="1"/>
                  </a:moveTo>
                  <a:cubicBezTo>
                    <a:pt x="143" y="1"/>
                    <a:pt x="94" y="22"/>
                    <a:pt x="60" y="63"/>
                  </a:cubicBezTo>
                  <a:cubicBezTo>
                    <a:pt x="1" y="134"/>
                    <a:pt x="13" y="241"/>
                    <a:pt x="84" y="301"/>
                  </a:cubicBezTo>
                  <a:cubicBezTo>
                    <a:pt x="191" y="372"/>
                    <a:pt x="299" y="456"/>
                    <a:pt x="406" y="515"/>
                  </a:cubicBezTo>
                  <a:cubicBezTo>
                    <a:pt x="430" y="527"/>
                    <a:pt x="465" y="539"/>
                    <a:pt x="489" y="539"/>
                  </a:cubicBezTo>
                  <a:cubicBezTo>
                    <a:pt x="549" y="539"/>
                    <a:pt x="596" y="515"/>
                    <a:pt x="644" y="468"/>
                  </a:cubicBezTo>
                  <a:cubicBezTo>
                    <a:pt x="668" y="361"/>
                    <a:pt x="644" y="253"/>
                    <a:pt x="561" y="218"/>
                  </a:cubicBezTo>
                  <a:cubicBezTo>
                    <a:pt x="477" y="158"/>
                    <a:pt x="370" y="99"/>
                    <a:pt x="299" y="39"/>
                  </a:cubicBezTo>
                  <a:cubicBezTo>
                    <a:pt x="268" y="13"/>
                    <a:pt x="230"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65"/>
            <p:cNvSpPr/>
            <p:nvPr/>
          </p:nvSpPr>
          <p:spPr>
            <a:xfrm>
              <a:off x="7319306" y="2706335"/>
              <a:ext cx="21162" cy="15998"/>
            </a:xfrm>
            <a:custGeom>
              <a:avLst/>
              <a:gdLst/>
              <a:ahLst/>
              <a:cxnLst/>
              <a:rect l="l" t="t" r="r" b="b"/>
              <a:pathLst>
                <a:path w="668" h="505" extrusionOk="0">
                  <a:moveTo>
                    <a:pt x="498" y="1"/>
                  </a:moveTo>
                  <a:cubicBezTo>
                    <a:pt x="466" y="1"/>
                    <a:pt x="433" y="10"/>
                    <a:pt x="405" y="28"/>
                  </a:cubicBezTo>
                  <a:cubicBezTo>
                    <a:pt x="310" y="88"/>
                    <a:pt x="215" y="147"/>
                    <a:pt x="119" y="195"/>
                  </a:cubicBezTo>
                  <a:cubicBezTo>
                    <a:pt x="48" y="243"/>
                    <a:pt x="0" y="326"/>
                    <a:pt x="48" y="421"/>
                  </a:cubicBezTo>
                  <a:cubicBezTo>
                    <a:pt x="72" y="481"/>
                    <a:pt x="131" y="505"/>
                    <a:pt x="191" y="505"/>
                  </a:cubicBezTo>
                  <a:cubicBezTo>
                    <a:pt x="227" y="505"/>
                    <a:pt x="239" y="505"/>
                    <a:pt x="274" y="493"/>
                  </a:cubicBezTo>
                  <a:cubicBezTo>
                    <a:pt x="370" y="433"/>
                    <a:pt x="489" y="374"/>
                    <a:pt x="596" y="302"/>
                  </a:cubicBezTo>
                  <a:cubicBezTo>
                    <a:pt x="655" y="255"/>
                    <a:pt x="667" y="147"/>
                    <a:pt x="631" y="76"/>
                  </a:cubicBezTo>
                  <a:cubicBezTo>
                    <a:pt x="602" y="25"/>
                    <a:pt x="550"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65"/>
            <p:cNvSpPr/>
            <p:nvPr/>
          </p:nvSpPr>
          <p:spPr>
            <a:xfrm>
              <a:off x="7202375" y="2678234"/>
              <a:ext cx="18501" cy="19578"/>
            </a:xfrm>
            <a:custGeom>
              <a:avLst/>
              <a:gdLst/>
              <a:ahLst/>
              <a:cxnLst/>
              <a:rect l="l" t="t" r="r" b="b"/>
              <a:pathLst>
                <a:path w="584" h="618" extrusionOk="0">
                  <a:moveTo>
                    <a:pt x="183" y="1"/>
                  </a:moveTo>
                  <a:cubicBezTo>
                    <a:pt x="156" y="1"/>
                    <a:pt x="130" y="7"/>
                    <a:pt x="108" y="22"/>
                  </a:cubicBezTo>
                  <a:cubicBezTo>
                    <a:pt x="36" y="70"/>
                    <a:pt x="0" y="177"/>
                    <a:pt x="48" y="249"/>
                  </a:cubicBezTo>
                  <a:cubicBezTo>
                    <a:pt x="108" y="356"/>
                    <a:pt x="179" y="451"/>
                    <a:pt x="251" y="558"/>
                  </a:cubicBezTo>
                  <a:cubicBezTo>
                    <a:pt x="286" y="606"/>
                    <a:pt x="334" y="618"/>
                    <a:pt x="393" y="618"/>
                  </a:cubicBezTo>
                  <a:cubicBezTo>
                    <a:pt x="417" y="618"/>
                    <a:pt x="465" y="606"/>
                    <a:pt x="489" y="594"/>
                  </a:cubicBezTo>
                  <a:cubicBezTo>
                    <a:pt x="572" y="534"/>
                    <a:pt x="584" y="427"/>
                    <a:pt x="524" y="356"/>
                  </a:cubicBezTo>
                  <a:cubicBezTo>
                    <a:pt x="453" y="261"/>
                    <a:pt x="393" y="177"/>
                    <a:pt x="334" y="82"/>
                  </a:cubicBezTo>
                  <a:cubicBezTo>
                    <a:pt x="301"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65"/>
            <p:cNvSpPr/>
            <p:nvPr/>
          </p:nvSpPr>
          <p:spPr>
            <a:xfrm>
              <a:off x="7345695" y="2683335"/>
              <a:ext cx="18913" cy="19388"/>
            </a:xfrm>
            <a:custGeom>
              <a:avLst/>
              <a:gdLst/>
              <a:ahLst/>
              <a:cxnLst/>
              <a:rect l="l" t="t" r="r" b="b"/>
              <a:pathLst>
                <a:path w="597" h="612" extrusionOk="0">
                  <a:moveTo>
                    <a:pt x="397" y="0"/>
                  </a:moveTo>
                  <a:cubicBezTo>
                    <a:pt x="346" y="0"/>
                    <a:pt x="297" y="25"/>
                    <a:pt x="275" y="76"/>
                  </a:cubicBezTo>
                  <a:cubicBezTo>
                    <a:pt x="215" y="159"/>
                    <a:pt x="132" y="254"/>
                    <a:pt x="60" y="326"/>
                  </a:cubicBezTo>
                  <a:cubicBezTo>
                    <a:pt x="1" y="397"/>
                    <a:pt x="1" y="504"/>
                    <a:pt x="72" y="564"/>
                  </a:cubicBezTo>
                  <a:cubicBezTo>
                    <a:pt x="108" y="588"/>
                    <a:pt x="156" y="612"/>
                    <a:pt x="179" y="612"/>
                  </a:cubicBezTo>
                  <a:cubicBezTo>
                    <a:pt x="227" y="612"/>
                    <a:pt x="263" y="588"/>
                    <a:pt x="299" y="552"/>
                  </a:cubicBezTo>
                  <a:cubicBezTo>
                    <a:pt x="382" y="457"/>
                    <a:pt x="465" y="350"/>
                    <a:pt x="525" y="254"/>
                  </a:cubicBezTo>
                  <a:cubicBezTo>
                    <a:pt x="596" y="171"/>
                    <a:pt x="572" y="76"/>
                    <a:pt x="489" y="28"/>
                  </a:cubicBezTo>
                  <a:cubicBezTo>
                    <a:pt x="461" y="10"/>
                    <a:pt x="429" y="0"/>
                    <a:pt x="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65"/>
            <p:cNvSpPr/>
            <p:nvPr/>
          </p:nvSpPr>
          <p:spPr>
            <a:xfrm>
              <a:off x="7280086" y="2559751"/>
              <a:ext cx="21891" cy="10201"/>
            </a:xfrm>
            <a:custGeom>
              <a:avLst/>
              <a:gdLst/>
              <a:ahLst/>
              <a:cxnLst/>
              <a:rect l="l" t="t" r="r" b="b"/>
              <a:pathLst>
                <a:path w="691" h="322" extrusionOk="0">
                  <a:moveTo>
                    <a:pt x="167" y="0"/>
                  </a:moveTo>
                  <a:cubicBezTo>
                    <a:pt x="84" y="0"/>
                    <a:pt x="0" y="72"/>
                    <a:pt x="0" y="167"/>
                  </a:cubicBezTo>
                  <a:cubicBezTo>
                    <a:pt x="0" y="250"/>
                    <a:pt x="84" y="322"/>
                    <a:pt x="167" y="322"/>
                  </a:cubicBezTo>
                  <a:lnTo>
                    <a:pt x="524" y="322"/>
                  </a:lnTo>
                  <a:cubicBezTo>
                    <a:pt x="619" y="322"/>
                    <a:pt x="691" y="250"/>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0" name="Google Shape;11450;p65"/>
          <p:cNvGrpSpPr/>
          <p:nvPr/>
        </p:nvGrpSpPr>
        <p:grpSpPr>
          <a:xfrm>
            <a:off x="6698441" y="2239130"/>
            <a:ext cx="277644" cy="357984"/>
            <a:chOff x="6698441" y="2414530"/>
            <a:chExt cx="277644" cy="357984"/>
          </a:xfrm>
        </p:grpSpPr>
        <p:sp>
          <p:nvSpPr>
            <p:cNvPr id="11451" name="Google Shape;11451;p65"/>
            <p:cNvSpPr/>
            <p:nvPr/>
          </p:nvSpPr>
          <p:spPr>
            <a:xfrm>
              <a:off x="6764462" y="2710611"/>
              <a:ext cx="10201" cy="60382"/>
            </a:xfrm>
            <a:custGeom>
              <a:avLst/>
              <a:gdLst/>
              <a:ahLst/>
              <a:cxnLst/>
              <a:rect l="l" t="t" r="r" b="b"/>
              <a:pathLst>
                <a:path w="322" h="1906" extrusionOk="0">
                  <a:moveTo>
                    <a:pt x="167" y="1"/>
                  </a:moveTo>
                  <a:cubicBezTo>
                    <a:pt x="72" y="1"/>
                    <a:pt x="0" y="72"/>
                    <a:pt x="0" y="167"/>
                  </a:cubicBezTo>
                  <a:lnTo>
                    <a:pt x="0" y="1739"/>
                  </a:lnTo>
                  <a:cubicBezTo>
                    <a:pt x="0" y="1834"/>
                    <a:pt x="72"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65"/>
            <p:cNvSpPr/>
            <p:nvPr/>
          </p:nvSpPr>
          <p:spPr>
            <a:xfrm>
              <a:off x="6898374" y="2710611"/>
              <a:ext cx="10201" cy="60382"/>
            </a:xfrm>
            <a:custGeom>
              <a:avLst/>
              <a:gdLst/>
              <a:ahLst/>
              <a:cxnLst/>
              <a:rect l="l" t="t" r="r" b="b"/>
              <a:pathLst>
                <a:path w="322" h="1906" extrusionOk="0">
                  <a:moveTo>
                    <a:pt x="167" y="1"/>
                  </a:moveTo>
                  <a:cubicBezTo>
                    <a:pt x="71" y="1"/>
                    <a:pt x="0" y="72"/>
                    <a:pt x="0" y="167"/>
                  </a:cubicBezTo>
                  <a:lnTo>
                    <a:pt x="0" y="1739"/>
                  </a:lnTo>
                  <a:cubicBezTo>
                    <a:pt x="0" y="1834"/>
                    <a:pt x="71"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65"/>
            <p:cNvSpPr/>
            <p:nvPr/>
          </p:nvSpPr>
          <p:spPr>
            <a:xfrm>
              <a:off x="6698441" y="2414530"/>
              <a:ext cx="277644" cy="357984"/>
            </a:xfrm>
            <a:custGeom>
              <a:avLst/>
              <a:gdLst/>
              <a:ahLst/>
              <a:cxnLst/>
              <a:rect l="l" t="t" r="r" b="b"/>
              <a:pathLst>
                <a:path w="8764" h="11300" extrusionOk="0">
                  <a:moveTo>
                    <a:pt x="3835" y="3334"/>
                  </a:moveTo>
                  <a:lnTo>
                    <a:pt x="3835" y="3691"/>
                  </a:lnTo>
                  <a:cubicBezTo>
                    <a:pt x="3835" y="3798"/>
                    <a:pt x="3751" y="3882"/>
                    <a:pt x="3644" y="3882"/>
                  </a:cubicBezTo>
                  <a:lnTo>
                    <a:pt x="3120" y="3882"/>
                  </a:lnTo>
                  <a:cubicBezTo>
                    <a:pt x="3025" y="3882"/>
                    <a:pt x="2930" y="3786"/>
                    <a:pt x="2930" y="3691"/>
                  </a:cubicBezTo>
                  <a:lnTo>
                    <a:pt x="2930" y="3334"/>
                  </a:lnTo>
                  <a:lnTo>
                    <a:pt x="3215" y="3334"/>
                  </a:lnTo>
                  <a:lnTo>
                    <a:pt x="3215" y="3346"/>
                  </a:lnTo>
                  <a:lnTo>
                    <a:pt x="3215" y="3524"/>
                  </a:lnTo>
                  <a:cubicBezTo>
                    <a:pt x="3227" y="3620"/>
                    <a:pt x="3299" y="3691"/>
                    <a:pt x="3394" y="3691"/>
                  </a:cubicBezTo>
                  <a:cubicBezTo>
                    <a:pt x="3477" y="3691"/>
                    <a:pt x="3561" y="3620"/>
                    <a:pt x="3561" y="3524"/>
                  </a:cubicBezTo>
                  <a:lnTo>
                    <a:pt x="3561" y="3346"/>
                  </a:lnTo>
                  <a:lnTo>
                    <a:pt x="3561" y="3334"/>
                  </a:lnTo>
                  <a:close/>
                  <a:moveTo>
                    <a:pt x="5775" y="3334"/>
                  </a:moveTo>
                  <a:lnTo>
                    <a:pt x="5775" y="3691"/>
                  </a:lnTo>
                  <a:cubicBezTo>
                    <a:pt x="5775" y="3798"/>
                    <a:pt x="5680" y="3882"/>
                    <a:pt x="5585" y="3882"/>
                  </a:cubicBezTo>
                  <a:lnTo>
                    <a:pt x="5061" y="3882"/>
                  </a:lnTo>
                  <a:cubicBezTo>
                    <a:pt x="4954" y="3882"/>
                    <a:pt x="4870" y="3786"/>
                    <a:pt x="4870" y="3691"/>
                  </a:cubicBezTo>
                  <a:lnTo>
                    <a:pt x="4870" y="3334"/>
                  </a:lnTo>
                  <a:lnTo>
                    <a:pt x="5144" y="3334"/>
                  </a:lnTo>
                  <a:lnTo>
                    <a:pt x="5144" y="3346"/>
                  </a:lnTo>
                  <a:lnTo>
                    <a:pt x="5144" y="3524"/>
                  </a:lnTo>
                  <a:cubicBezTo>
                    <a:pt x="5168" y="3620"/>
                    <a:pt x="5239" y="3691"/>
                    <a:pt x="5323" y="3691"/>
                  </a:cubicBezTo>
                  <a:cubicBezTo>
                    <a:pt x="5418" y="3691"/>
                    <a:pt x="5490" y="3620"/>
                    <a:pt x="5490" y="3524"/>
                  </a:cubicBezTo>
                  <a:lnTo>
                    <a:pt x="5490" y="3346"/>
                  </a:lnTo>
                  <a:lnTo>
                    <a:pt x="5490" y="3334"/>
                  </a:lnTo>
                  <a:close/>
                  <a:moveTo>
                    <a:pt x="1858" y="1512"/>
                  </a:moveTo>
                  <a:lnTo>
                    <a:pt x="1858" y="1512"/>
                  </a:lnTo>
                  <a:cubicBezTo>
                    <a:pt x="1644" y="1905"/>
                    <a:pt x="1549" y="2346"/>
                    <a:pt x="1549" y="2810"/>
                  </a:cubicBezTo>
                  <a:lnTo>
                    <a:pt x="1549" y="3239"/>
                  </a:lnTo>
                  <a:cubicBezTo>
                    <a:pt x="1358" y="3334"/>
                    <a:pt x="1215" y="3513"/>
                    <a:pt x="1203" y="3715"/>
                  </a:cubicBezTo>
                  <a:cubicBezTo>
                    <a:pt x="1191" y="3882"/>
                    <a:pt x="1251" y="4060"/>
                    <a:pt x="1358" y="4179"/>
                  </a:cubicBezTo>
                  <a:cubicBezTo>
                    <a:pt x="1477" y="4298"/>
                    <a:pt x="1632" y="4370"/>
                    <a:pt x="1799" y="4370"/>
                  </a:cubicBezTo>
                  <a:lnTo>
                    <a:pt x="1918" y="4370"/>
                  </a:lnTo>
                  <a:cubicBezTo>
                    <a:pt x="1965" y="4691"/>
                    <a:pt x="2072" y="4965"/>
                    <a:pt x="2215" y="5239"/>
                  </a:cubicBezTo>
                  <a:cubicBezTo>
                    <a:pt x="1918" y="5191"/>
                    <a:pt x="1668" y="5108"/>
                    <a:pt x="1501" y="5025"/>
                  </a:cubicBezTo>
                  <a:cubicBezTo>
                    <a:pt x="1382" y="4965"/>
                    <a:pt x="1299" y="4929"/>
                    <a:pt x="1215" y="4882"/>
                  </a:cubicBezTo>
                  <a:cubicBezTo>
                    <a:pt x="1275" y="4751"/>
                    <a:pt x="1358" y="4548"/>
                    <a:pt x="1358" y="4405"/>
                  </a:cubicBezTo>
                  <a:cubicBezTo>
                    <a:pt x="1358" y="4370"/>
                    <a:pt x="1334" y="4334"/>
                    <a:pt x="1322" y="4298"/>
                  </a:cubicBezTo>
                  <a:lnTo>
                    <a:pt x="834" y="3655"/>
                  </a:lnTo>
                  <a:cubicBezTo>
                    <a:pt x="858" y="3501"/>
                    <a:pt x="977" y="3036"/>
                    <a:pt x="1179" y="2560"/>
                  </a:cubicBezTo>
                  <a:cubicBezTo>
                    <a:pt x="1394" y="2048"/>
                    <a:pt x="1632" y="1727"/>
                    <a:pt x="1858" y="1512"/>
                  </a:cubicBezTo>
                  <a:close/>
                  <a:moveTo>
                    <a:pt x="4347" y="334"/>
                  </a:moveTo>
                  <a:cubicBezTo>
                    <a:pt x="5644" y="334"/>
                    <a:pt x="6728" y="1346"/>
                    <a:pt x="6811" y="2643"/>
                  </a:cubicBezTo>
                  <a:cubicBezTo>
                    <a:pt x="6811" y="2732"/>
                    <a:pt x="6893" y="2799"/>
                    <a:pt x="6971" y="2799"/>
                  </a:cubicBezTo>
                  <a:cubicBezTo>
                    <a:pt x="6977" y="2799"/>
                    <a:pt x="6984" y="2799"/>
                    <a:pt x="6990" y="2798"/>
                  </a:cubicBezTo>
                  <a:cubicBezTo>
                    <a:pt x="7085" y="2798"/>
                    <a:pt x="7156" y="2703"/>
                    <a:pt x="7144" y="2620"/>
                  </a:cubicBezTo>
                  <a:cubicBezTo>
                    <a:pt x="7109" y="2215"/>
                    <a:pt x="7002" y="1846"/>
                    <a:pt x="6835" y="1500"/>
                  </a:cubicBezTo>
                  <a:lnTo>
                    <a:pt x="6835" y="1500"/>
                  </a:lnTo>
                  <a:cubicBezTo>
                    <a:pt x="7144" y="1786"/>
                    <a:pt x="7371" y="2179"/>
                    <a:pt x="7514" y="2536"/>
                  </a:cubicBezTo>
                  <a:cubicBezTo>
                    <a:pt x="7728" y="3012"/>
                    <a:pt x="7823" y="3477"/>
                    <a:pt x="7859" y="3643"/>
                  </a:cubicBezTo>
                  <a:lnTo>
                    <a:pt x="7371" y="4286"/>
                  </a:lnTo>
                  <a:cubicBezTo>
                    <a:pt x="7347" y="4310"/>
                    <a:pt x="7335" y="4346"/>
                    <a:pt x="7335" y="4382"/>
                  </a:cubicBezTo>
                  <a:cubicBezTo>
                    <a:pt x="7335" y="4525"/>
                    <a:pt x="7406" y="4727"/>
                    <a:pt x="7466" y="4858"/>
                  </a:cubicBezTo>
                  <a:cubicBezTo>
                    <a:pt x="7406" y="4906"/>
                    <a:pt x="7311" y="4953"/>
                    <a:pt x="7192" y="5013"/>
                  </a:cubicBezTo>
                  <a:cubicBezTo>
                    <a:pt x="7025" y="5084"/>
                    <a:pt x="6775" y="5191"/>
                    <a:pt x="6454" y="5251"/>
                  </a:cubicBezTo>
                  <a:cubicBezTo>
                    <a:pt x="6609" y="4989"/>
                    <a:pt x="6704" y="4691"/>
                    <a:pt x="6752" y="4394"/>
                  </a:cubicBezTo>
                  <a:lnTo>
                    <a:pt x="6859" y="4394"/>
                  </a:lnTo>
                  <a:cubicBezTo>
                    <a:pt x="7192" y="4394"/>
                    <a:pt x="7454" y="4144"/>
                    <a:pt x="7490" y="3846"/>
                  </a:cubicBezTo>
                  <a:cubicBezTo>
                    <a:pt x="7502" y="3691"/>
                    <a:pt x="7442" y="3513"/>
                    <a:pt x="7335" y="3393"/>
                  </a:cubicBezTo>
                  <a:cubicBezTo>
                    <a:pt x="7216" y="3274"/>
                    <a:pt x="7049" y="3203"/>
                    <a:pt x="6894" y="3203"/>
                  </a:cubicBezTo>
                  <a:lnTo>
                    <a:pt x="6085" y="3203"/>
                  </a:lnTo>
                  <a:lnTo>
                    <a:pt x="6085" y="3179"/>
                  </a:lnTo>
                  <a:cubicBezTo>
                    <a:pt x="6085" y="3096"/>
                    <a:pt x="6013" y="3012"/>
                    <a:pt x="5918" y="3012"/>
                  </a:cubicBezTo>
                  <a:lnTo>
                    <a:pt x="4692" y="3012"/>
                  </a:lnTo>
                  <a:cubicBezTo>
                    <a:pt x="4597" y="3012"/>
                    <a:pt x="4525" y="3096"/>
                    <a:pt x="4525" y="3179"/>
                  </a:cubicBezTo>
                  <a:lnTo>
                    <a:pt x="4525" y="3227"/>
                  </a:lnTo>
                  <a:cubicBezTo>
                    <a:pt x="4466" y="3191"/>
                    <a:pt x="4406" y="3191"/>
                    <a:pt x="4335" y="3191"/>
                  </a:cubicBezTo>
                  <a:cubicBezTo>
                    <a:pt x="4251" y="3191"/>
                    <a:pt x="4192" y="3215"/>
                    <a:pt x="4132" y="3227"/>
                  </a:cubicBezTo>
                  <a:lnTo>
                    <a:pt x="4132" y="3179"/>
                  </a:lnTo>
                  <a:cubicBezTo>
                    <a:pt x="4132" y="3096"/>
                    <a:pt x="4061" y="3012"/>
                    <a:pt x="3977" y="3012"/>
                  </a:cubicBezTo>
                  <a:lnTo>
                    <a:pt x="2739" y="3012"/>
                  </a:lnTo>
                  <a:cubicBezTo>
                    <a:pt x="2644" y="3012"/>
                    <a:pt x="2572" y="3096"/>
                    <a:pt x="2572" y="3179"/>
                  </a:cubicBezTo>
                  <a:lnTo>
                    <a:pt x="2572" y="3203"/>
                  </a:lnTo>
                  <a:lnTo>
                    <a:pt x="1846" y="3203"/>
                  </a:lnTo>
                  <a:lnTo>
                    <a:pt x="1846" y="2810"/>
                  </a:lnTo>
                  <a:lnTo>
                    <a:pt x="1870" y="2810"/>
                  </a:lnTo>
                  <a:cubicBezTo>
                    <a:pt x="1870" y="1441"/>
                    <a:pt x="2989" y="334"/>
                    <a:pt x="4347" y="334"/>
                  </a:cubicBezTo>
                  <a:close/>
                  <a:moveTo>
                    <a:pt x="6906" y="3513"/>
                  </a:moveTo>
                  <a:cubicBezTo>
                    <a:pt x="6978" y="3513"/>
                    <a:pt x="7049" y="3536"/>
                    <a:pt x="7109" y="3596"/>
                  </a:cubicBezTo>
                  <a:cubicBezTo>
                    <a:pt x="7168" y="3655"/>
                    <a:pt x="7192" y="3739"/>
                    <a:pt x="7192" y="3810"/>
                  </a:cubicBezTo>
                  <a:cubicBezTo>
                    <a:pt x="7168" y="3941"/>
                    <a:pt x="7037" y="4060"/>
                    <a:pt x="6894" y="4060"/>
                  </a:cubicBezTo>
                  <a:lnTo>
                    <a:pt x="6811" y="4060"/>
                  </a:lnTo>
                  <a:lnTo>
                    <a:pt x="6811" y="4048"/>
                  </a:lnTo>
                  <a:cubicBezTo>
                    <a:pt x="6811" y="3953"/>
                    <a:pt x="6740" y="3882"/>
                    <a:pt x="6656" y="3882"/>
                  </a:cubicBezTo>
                  <a:cubicBezTo>
                    <a:pt x="6561" y="3882"/>
                    <a:pt x="6490" y="3953"/>
                    <a:pt x="6490" y="4048"/>
                  </a:cubicBezTo>
                  <a:cubicBezTo>
                    <a:pt x="6490" y="4536"/>
                    <a:pt x="6323" y="5001"/>
                    <a:pt x="6025" y="5370"/>
                  </a:cubicBezTo>
                  <a:cubicBezTo>
                    <a:pt x="5763" y="5679"/>
                    <a:pt x="5430" y="5918"/>
                    <a:pt x="5049" y="6060"/>
                  </a:cubicBezTo>
                  <a:lnTo>
                    <a:pt x="5049" y="5644"/>
                  </a:lnTo>
                  <a:cubicBezTo>
                    <a:pt x="5049" y="5548"/>
                    <a:pt x="4966" y="5477"/>
                    <a:pt x="4882" y="5477"/>
                  </a:cubicBezTo>
                  <a:lnTo>
                    <a:pt x="3823" y="5477"/>
                  </a:lnTo>
                  <a:cubicBezTo>
                    <a:pt x="3739" y="5477"/>
                    <a:pt x="3656" y="5548"/>
                    <a:pt x="3656" y="5644"/>
                  </a:cubicBezTo>
                  <a:lnTo>
                    <a:pt x="3656" y="6060"/>
                  </a:lnTo>
                  <a:cubicBezTo>
                    <a:pt x="3287" y="5918"/>
                    <a:pt x="2942" y="5679"/>
                    <a:pt x="2692" y="5370"/>
                  </a:cubicBezTo>
                  <a:cubicBezTo>
                    <a:pt x="2394" y="4989"/>
                    <a:pt x="2227" y="4536"/>
                    <a:pt x="2227" y="4048"/>
                  </a:cubicBezTo>
                  <a:cubicBezTo>
                    <a:pt x="2227" y="3953"/>
                    <a:pt x="2156" y="3882"/>
                    <a:pt x="2072" y="3882"/>
                  </a:cubicBezTo>
                  <a:cubicBezTo>
                    <a:pt x="1977" y="3882"/>
                    <a:pt x="1906" y="3953"/>
                    <a:pt x="1906" y="4048"/>
                  </a:cubicBezTo>
                  <a:lnTo>
                    <a:pt x="1906" y="4060"/>
                  </a:lnTo>
                  <a:lnTo>
                    <a:pt x="1799" y="4060"/>
                  </a:lnTo>
                  <a:cubicBezTo>
                    <a:pt x="1727" y="4060"/>
                    <a:pt x="1656" y="4036"/>
                    <a:pt x="1596" y="3977"/>
                  </a:cubicBezTo>
                  <a:cubicBezTo>
                    <a:pt x="1537" y="3917"/>
                    <a:pt x="1513" y="3834"/>
                    <a:pt x="1513" y="3763"/>
                  </a:cubicBezTo>
                  <a:cubicBezTo>
                    <a:pt x="1537" y="3632"/>
                    <a:pt x="1668" y="3513"/>
                    <a:pt x="1810" y="3513"/>
                  </a:cubicBezTo>
                  <a:lnTo>
                    <a:pt x="2584" y="3513"/>
                  </a:lnTo>
                  <a:lnTo>
                    <a:pt x="2584" y="3703"/>
                  </a:lnTo>
                  <a:cubicBezTo>
                    <a:pt x="2584" y="3989"/>
                    <a:pt x="2823" y="4227"/>
                    <a:pt x="3108" y="4227"/>
                  </a:cubicBezTo>
                  <a:lnTo>
                    <a:pt x="3632" y="4227"/>
                  </a:lnTo>
                  <a:cubicBezTo>
                    <a:pt x="3918" y="4227"/>
                    <a:pt x="4156" y="3989"/>
                    <a:pt x="4156" y="3703"/>
                  </a:cubicBezTo>
                  <a:cubicBezTo>
                    <a:pt x="4156" y="3596"/>
                    <a:pt x="4239" y="3513"/>
                    <a:pt x="4347" y="3513"/>
                  </a:cubicBezTo>
                  <a:cubicBezTo>
                    <a:pt x="4454" y="3513"/>
                    <a:pt x="4537" y="3596"/>
                    <a:pt x="4537" y="3703"/>
                  </a:cubicBezTo>
                  <a:cubicBezTo>
                    <a:pt x="4537" y="3989"/>
                    <a:pt x="4775" y="4227"/>
                    <a:pt x="5061" y="4227"/>
                  </a:cubicBezTo>
                  <a:lnTo>
                    <a:pt x="5585" y="4227"/>
                  </a:lnTo>
                  <a:cubicBezTo>
                    <a:pt x="5859" y="4227"/>
                    <a:pt x="6097" y="3989"/>
                    <a:pt x="6097" y="3703"/>
                  </a:cubicBezTo>
                  <a:lnTo>
                    <a:pt x="6097" y="3513"/>
                  </a:lnTo>
                  <a:close/>
                  <a:moveTo>
                    <a:pt x="4716" y="5799"/>
                  </a:moveTo>
                  <a:lnTo>
                    <a:pt x="4716" y="6156"/>
                  </a:lnTo>
                  <a:cubicBezTo>
                    <a:pt x="4716" y="6346"/>
                    <a:pt x="4549" y="6513"/>
                    <a:pt x="4358" y="6513"/>
                  </a:cubicBezTo>
                  <a:cubicBezTo>
                    <a:pt x="4156" y="6513"/>
                    <a:pt x="3989" y="6370"/>
                    <a:pt x="3989" y="6156"/>
                  </a:cubicBezTo>
                  <a:lnTo>
                    <a:pt x="3989" y="5799"/>
                  </a:lnTo>
                  <a:close/>
                  <a:moveTo>
                    <a:pt x="5418" y="6263"/>
                  </a:moveTo>
                  <a:lnTo>
                    <a:pt x="5418" y="6822"/>
                  </a:lnTo>
                  <a:lnTo>
                    <a:pt x="5418" y="6942"/>
                  </a:lnTo>
                  <a:lnTo>
                    <a:pt x="4347" y="7561"/>
                  </a:lnTo>
                  <a:lnTo>
                    <a:pt x="3275" y="6942"/>
                  </a:lnTo>
                  <a:lnTo>
                    <a:pt x="3275" y="6822"/>
                  </a:lnTo>
                  <a:lnTo>
                    <a:pt x="3275" y="6263"/>
                  </a:lnTo>
                  <a:cubicBezTo>
                    <a:pt x="3406" y="6322"/>
                    <a:pt x="3561" y="6382"/>
                    <a:pt x="3692" y="6430"/>
                  </a:cubicBezTo>
                  <a:cubicBezTo>
                    <a:pt x="3811" y="6668"/>
                    <a:pt x="4061" y="6858"/>
                    <a:pt x="4358" y="6858"/>
                  </a:cubicBezTo>
                  <a:cubicBezTo>
                    <a:pt x="4656" y="6858"/>
                    <a:pt x="4894" y="6680"/>
                    <a:pt x="5001" y="6430"/>
                  </a:cubicBezTo>
                  <a:cubicBezTo>
                    <a:pt x="5144" y="6382"/>
                    <a:pt x="5287" y="6334"/>
                    <a:pt x="5418" y="6263"/>
                  </a:cubicBezTo>
                  <a:close/>
                  <a:moveTo>
                    <a:pt x="3204" y="7251"/>
                  </a:moveTo>
                  <a:lnTo>
                    <a:pt x="4096" y="7751"/>
                  </a:lnTo>
                  <a:lnTo>
                    <a:pt x="3632" y="8227"/>
                  </a:lnTo>
                  <a:cubicBezTo>
                    <a:pt x="3585" y="8275"/>
                    <a:pt x="3537" y="8287"/>
                    <a:pt x="3501" y="8287"/>
                  </a:cubicBezTo>
                  <a:cubicBezTo>
                    <a:pt x="3430" y="8287"/>
                    <a:pt x="3394" y="8263"/>
                    <a:pt x="3358" y="8215"/>
                  </a:cubicBezTo>
                  <a:lnTo>
                    <a:pt x="2882" y="7644"/>
                  </a:lnTo>
                  <a:lnTo>
                    <a:pt x="2989" y="7549"/>
                  </a:lnTo>
                  <a:cubicBezTo>
                    <a:pt x="3073" y="7453"/>
                    <a:pt x="3132" y="7370"/>
                    <a:pt x="3204" y="7251"/>
                  </a:cubicBezTo>
                  <a:close/>
                  <a:moveTo>
                    <a:pt x="5513" y="7275"/>
                  </a:moveTo>
                  <a:cubicBezTo>
                    <a:pt x="5561" y="7382"/>
                    <a:pt x="5632" y="7477"/>
                    <a:pt x="5728" y="7573"/>
                  </a:cubicBezTo>
                  <a:lnTo>
                    <a:pt x="5835" y="7668"/>
                  </a:lnTo>
                  <a:lnTo>
                    <a:pt x="5359" y="8227"/>
                  </a:lnTo>
                  <a:cubicBezTo>
                    <a:pt x="5323" y="8275"/>
                    <a:pt x="5263" y="8287"/>
                    <a:pt x="5216" y="8299"/>
                  </a:cubicBezTo>
                  <a:cubicBezTo>
                    <a:pt x="5156" y="8299"/>
                    <a:pt x="5120" y="8287"/>
                    <a:pt x="5085" y="8239"/>
                  </a:cubicBezTo>
                  <a:lnTo>
                    <a:pt x="4620" y="7775"/>
                  </a:lnTo>
                  <a:lnTo>
                    <a:pt x="5513" y="7275"/>
                  </a:lnTo>
                  <a:close/>
                  <a:moveTo>
                    <a:pt x="4358" y="7965"/>
                  </a:moveTo>
                  <a:lnTo>
                    <a:pt x="4704" y="8299"/>
                  </a:lnTo>
                  <a:lnTo>
                    <a:pt x="4632" y="8513"/>
                  </a:lnTo>
                  <a:cubicBezTo>
                    <a:pt x="4608" y="8561"/>
                    <a:pt x="4585" y="8585"/>
                    <a:pt x="4537" y="8620"/>
                  </a:cubicBezTo>
                  <a:lnTo>
                    <a:pt x="4525" y="8620"/>
                  </a:lnTo>
                  <a:cubicBezTo>
                    <a:pt x="4489" y="8632"/>
                    <a:pt x="4477" y="8632"/>
                    <a:pt x="4454" y="8632"/>
                  </a:cubicBezTo>
                  <a:lnTo>
                    <a:pt x="4251" y="8632"/>
                  </a:lnTo>
                  <a:cubicBezTo>
                    <a:pt x="4180" y="8632"/>
                    <a:pt x="4108" y="8585"/>
                    <a:pt x="4073" y="8501"/>
                  </a:cubicBezTo>
                  <a:lnTo>
                    <a:pt x="4013" y="8299"/>
                  </a:lnTo>
                  <a:lnTo>
                    <a:pt x="4358" y="7965"/>
                  </a:lnTo>
                  <a:close/>
                  <a:moveTo>
                    <a:pt x="4370" y="0"/>
                  </a:moveTo>
                  <a:cubicBezTo>
                    <a:pt x="3573" y="0"/>
                    <a:pt x="2823" y="345"/>
                    <a:pt x="2322" y="893"/>
                  </a:cubicBezTo>
                  <a:cubicBezTo>
                    <a:pt x="953" y="1250"/>
                    <a:pt x="537" y="3560"/>
                    <a:pt x="525" y="3643"/>
                  </a:cubicBezTo>
                  <a:cubicBezTo>
                    <a:pt x="501" y="3691"/>
                    <a:pt x="525" y="3739"/>
                    <a:pt x="548" y="3774"/>
                  </a:cubicBezTo>
                  <a:lnTo>
                    <a:pt x="1037" y="4429"/>
                  </a:lnTo>
                  <a:cubicBezTo>
                    <a:pt x="1025" y="4536"/>
                    <a:pt x="941" y="4727"/>
                    <a:pt x="894" y="4834"/>
                  </a:cubicBezTo>
                  <a:cubicBezTo>
                    <a:pt x="858" y="4906"/>
                    <a:pt x="882" y="4989"/>
                    <a:pt x="941" y="5048"/>
                  </a:cubicBezTo>
                  <a:cubicBezTo>
                    <a:pt x="965" y="5060"/>
                    <a:pt x="1549" y="5525"/>
                    <a:pt x="2513" y="5620"/>
                  </a:cubicBezTo>
                  <a:cubicBezTo>
                    <a:pt x="2644" y="5787"/>
                    <a:pt x="2811" y="5941"/>
                    <a:pt x="2989" y="6060"/>
                  </a:cubicBezTo>
                  <a:lnTo>
                    <a:pt x="2989" y="6358"/>
                  </a:lnTo>
                  <a:cubicBezTo>
                    <a:pt x="2703" y="6453"/>
                    <a:pt x="1977" y="6751"/>
                    <a:pt x="1537" y="7489"/>
                  </a:cubicBezTo>
                  <a:lnTo>
                    <a:pt x="882" y="7680"/>
                  </a:lnTo>
                  <a:cubicBezTo>
                    <a:pt x="358" y="7823"/>
                    <a:pt x="1" y="8311"/>
                    <a:pt x="1" y="8858"/>
                  </a:cubicBezTo>
                  <a:lnTo>
                    <a:pt x="1" y="11085"/>
                  </a:lnTo>
                  <a:cubicBezTo>
                    <a:pt x="1" y="11180"/>
                    <a:pt x="72" y="11252"/>
                    <a:pt x="156" y="11252"/>
                  </a:cubicBezTo>
                  <a:cubicBezTo>
                    <a:pt x="251" y="11252"/>
                    <a:pt x="322" y="11180"/>
                    <a:pt x="322" y="11085"/>
                  </a:cubicBezTo>
                  <a:lnTo>
                    <a:pt x="322" y="8858"/>
                  </a:lnTo>
                  <a:cubicBezTo>
                    <a:pt x="322" y="8466"/>
                    <a:pt x="596" y="8108"/>
                    <a:pt x="965" y="8001"/>
                  </a:cubicBezTo>
                  <a:lnTo>
                    <a:pt x="1334" y="7894"/>
                  </a:lnTo>
                  <a:lnTo>
                    <a:pt x="1334" y="7894"/>
                  </a:lnTo>
                  <a:cubicBezTo>
                    <a:pt x="1322" y="7942"/>
                    <a:pt x="1310" y="7977"/>
                    <a:pt x="1287" y="8013"/>
                  </a:cubicBezTo>
                  <a:cubicBezTo>
                    <a:pt x="1251" y="8168"/>
                    <a:pt x="1263" y="8346"/>
                    <a:pt x="1346" y="8477"/>
                  </a:cubicBezTo>
                  <a:lnTo>
                    <a:pt x="1549" y="8763"/>
                  </a:lnTo>
                  <a:lnTo>
                    <a:pt x="1072" y="9239"/>
                  </a:lnTo>
                  <a:cubicBezTo>
                    <a:pt x="953" y="9358"/>
                    <a:pt x="894" y="9537"/>
                    <a:pt x="929" y="9716"/>
                  </a:cubicBezTo>
                  <a:lnTo>
                    <a:pt x="1251" y="11144"/>
                  </a:lnTo>
                  <a:cubicBezTo>
                    <a:pt x="1263" y="11216"/>
                    <a:pt x="1334" y="11275"/>
                    <a:pt x="1406" y="11275"/>
                  </a:cubicBezTo>
                  <a:lnTo>
                    <a:pt x="1441" y="11275"/>
                  </a:lnTo>
                  <a:cubicBezTo>
                    <a:pt x="1525" y="11263"/>
                    <a:pt x="1584" y="11168"/>
                    <a:pt x="1560" y="11085"/>
                  </a:cubicBezTo>
                  <a:lnTo>
                    <a:pt x="1251" y="9656"/>
                  </a:lnTo>
                  <a:cubicBezTo>
                    <a:pt x="1227" y="9597"/>
                    <a:pt x="1251" y="9525"/>
                    <a:pt x="1287" y="9478"/>
                  </a:cubicBezTo>
                  <a:lnTo>
                    <a:pt x="1858" y="8906"/>
                  </a:lnTo>
                  <a:cubicBezTo>
                    <a:pt x="1918" y="8858"/>
                    <a:pt x="1918" y="8763"/>
                    <a:pt x="1870" y="8704"/>
                  </a:cubicBezTo>
                  <a:lnTo>
                    <a:pt x="1608" y="8311"/>
                  </a:lnTo>
                  <a:cubicBezTo>
                    <a:pt x="1572" y="8275"/>
                    <a:pt x="1560" y="8215"/>
                    <a:pt x="1584" y="8156"/>
                  </a:cubicBezTo>
                  <a:cubicBezTo>
                    <a:pt x="1870" y="7287"/>
                    <a:pt x="2620" y="6882"/>
                    <a:pt x="2977" y="6751"/>
                  </a:cubicBezTo>
                  <a:lnTo>
                    <a:pt x="2977" y="6858"/>
                  </a:lnTo>
                  <a:cubicBezTo>
                    <a:pt x="2977" y="7049"/>
                    <a:pt x="2894" y="7227"/>
                    <a:pt x="2763" y="7370"/>
                  </a:cubicBezTo>
                  <a:lnTo>
                    <a:pt x="2561" y="7573"/>
                  </a:lnTo>
                  <a:cubicBezTo>
                    <a:pt x="2263" y="7870"/>
                    <a:pt x="2096" y="8263"/>
                    <a:pt x="2096" y="8692"/>
                  </a:cubicBezTo>
                  <a:lnTo>
                    <a:pt x="2096" y="8835"/>
                  </a:lnTo>
                  <a:cubicBezTo>
                    <a:pt x="2096" y="8930"/>
                    <a:pt x="2168" y="9001"/>
                    <a:pt x="2263" y="9001"/>
                  </a:cubicBezTo>
                  <a:cubicBezTo>
                    <a:pt x="2346" y="9001"/>
                    <a:pt x="2418" y="8930"/>
                    <a:pt x="2418" y="8835"/>
                  </a:cubicBezTo>
                  <a:lnTo>
                    <a:pt x="2418" y="8692"/>
                  </a:lnTo>
                  <a:cubicBezTo>
                    <a:pt x="2418" y="8418"/>
                    <a:pt x="2513" y="8156"/>
                    <a:pt x="2680" y="7942"/>
                  </a:cubicBezTo>
                  <a:lnTo>
                    <a:pt x="3120" y="8477"/>
                  </a:lnTo>
                  <a:cubicBezTo>
                    <a:pt x="3215" y="8585"/>
                    <a:pt x="3346" y="8656"/>
                    <a:pt x="3489" y="8656"/>
                  </a:cubicBezTo>
                  <a:lnTo>
                    <a:pt x="3525" y="8656"/>
                  </a:lnTo>
                  <a:cubicBezTo>
                    <a:pt x="3608" y="8656"/>
                    <a:pt x="3704" y="8632"/>
                    <a:pt x="3775" y="8596"/>
                  </a:cubicBezTo>
                  <a:lnTo>
                    <a:pt x="3787" y="8656"/>
                  </a:lnTo>
                  <a:cubicBezTo>
                    <a:pt x="3823" y="8751"/>
                    <a:pt x="3882" y="8823"/>
                    <a:pt x="3942" y="8882"/>
                  </a:cubicBezTo>
                  <a:lnTo>
                    <a:pt x="3692" y="11121"/>
                  </a:lnTo>
                  <a:cubicBezTo>
                    <a:pt x="3668" y="11204"/>
                    <a:pt x="3751" y="11299"/>
                    <a:pt x="3835" y="11299"/>
                  </a:cubicBezTo>
                  <a:lnTo>
                    <a:pt x="3846" y="11299"/>
                  </a:lnTo>
                  <a:cubicBezTo>
                    <a:pt x="3942" y="11299"/>
                    <a:pt x="4001" y="11240"/>
                    <a:pt x="4013" y="11144"/>
                  </a:cubicBezTo>
                  <a:lnTo>
                    <a:pt x="4251" y="9001"/>
                  </a:lnTo>
                  <a:lnTo>
                    <a:pt x="4501" y="9001"/>
                  </a:lnTo>
                  <a:lnTo>
                    <a:pt x="4739" y="11144"/>
                  </a:lnTo>
                  <a:cubicBezTo>
                    <a:pt x="4763" y="11240"/>
                    <a:pt x="4823" y="11299"/>
                    <a:pt x="4906" y="11299"/>
                  </a:cubicBezTo>
                  <a:lnTo>
                    <a:pt x="4918" y="11299"/>
                  </a:lnTo>
                  <a:cubicBezTo>
                    <a:pt x="5013" y="11275"/>
                    <a:pt x="5073" y="11204"/>
                    <a:pt x="5073" y="11121"/>
                  </a:cubicBezTo>
                  <a:lnTo>
                    <a:pt x="4823" y="8882"/>
                  </a:lnTo>
                  <a:cubicBezTo>
                    <a:pt x="4894" y="8823"/>
                    <a:pt x="4942" y="8751"/>
                    <a:pt x="4966" y="8656"/>
                  </a:cubicBezTo>
                  <a:lnTo>
                    <a:pt x="4978" y="8596"/>
                  </a:lnTo>
                  <a:cubicBezTo>
                    <a:pt x="5061" y="8644"/>
                    <a:pt x="5144" y="8656"/>
                    <a:pt x="5239" y="8656"/>
                  </a:cubicBezTo>
                  <a:lnTo>
                    <a:pt x="5263" y="8656"/>
                  </a:lnTo>
                  <a:cubicBezTo>
                    <a:pt x="5418" y="8656"/>
                    <a:pt x="5549" y="8585"/>
                    <a:pt x="5632" y="8477"/>
                  </a:cubicBezTo>
                  <a:lnTo>
                    <a:pt x="6085" y="7942"/>
                  </a:lnTo>
                  <a:cubicBezTo>
                    <a:pt x="6252" y="8156"/>
                    <a:pt x="6335" y="8418"/>
                    <a:pt x="6335" y="8692"/>
                  </a:cubicBezTo>
                  <a:lnTo>
                    <a:pt x="6335" y="8835"/>
                  </a:lnTo>
                  <a:cubicBezTo>
                    <a:pt x="6335" y="8930"/>
                    <a:pt x="6406" y="9001"/>
                    <a:pt x="6502" y="9001"/>
                  </a:cubicBezTo>
                  <a:cubicBezTo>
                    <a:pt x="6585" y="9001"/>
                    <a:pt x="6668" y="8930"/>
                    <a:pt x="6668" y="8835"/>
                  </a:cubicBezTo>
                  <a:lnTo>
                    <a:pt x="6668" y="8692"/>
                  </a:lnTo>
                  <a:cubicBezTo>
                    <a:pt x="6668" y="8275"/>
                    <a:pt x="6502" y="7870"/>
                    <a:pt x="6204" y="7573"/>
                  </a:cubicBezTo>
                  <a:lnTo>
                    <a:pt x="5990" y="7370"/>
                  </a:lnTo>
                  <a:cubicBezTo>
                    <a:pt x="5859" y="7227"/>
                    <a:pt x="5787" y="7049"/>
                    <a:pt x="5787" y="6858"/>
                  </a:cubicBezTo>
                  <a:lnTo>
                    <a:pt x="5787" y="6715"/>
                  </a:lnTo>
                  <a:cubicBezTo>
                    <a:pt x="6144" y="6858"/>
                    <a:pt x="6883" y="7251"/>
                    <a:pt x="7168" y="8108"/>
                  </a:cubicBezTo>
                  <a:cubicBezTo>
                    <a:pt x="7180" y="8168"/>
                    <a:pt x="7180" y="8227"/>
                    <a:pt x="7156" y="8275"/>
                  </a:cubicBezTo>
                  <a:lnTo>
                    <a:pt x="6883" y="8656"/>
                  </a:lnTo>
                  <a:cubicBezTo>
                    <a:pt x="6847" y="8716"/>
                    <a:pt x="6859" y="8811"/>
                    <a:pt x="6906" y="8870"/>
                  </a:cubicBezTo>
                  <a:lnTo>
                    <a:pt x="7466" y="9430"/>
                  </a:lnTo>
                  <a:cubicBezTo>
                    <a:pt x="7514" y="9478"/>
                    <a:pt x="7525" y="9537"/>
                    <a:pt x="7514" y="9609"/>
                  </a:cubicBezTo>
                  <a:lnTo>
                    <a:pt x="7204" y="11037"/>
                  </a:lnTo>
                  <a:cubicBezTo>
                    <a:pt x="7180" y="11132"/>
                    <a:pt x="7228" y="11216"/>
                    <a:pt x="7323" y="11240"/>
                  </a:cubicBezTo>
                  <a:lnTo>
                    <a:pt x="7347" y="11240"/>
                  </a:lnTo>
                  <a:cubicBezTo>
                    <a:pt x="7418" y="11240"/>
                    <a:pt x="7502" y="11180"/>
                    <a:pt x="7514" y="11097"/>
                  </a:cubicBezTo>
                  <a:lnTo>
                    <a:pt x="7823" y="9668"/>
                  </a:lnTo>
                  <a:cubicBezTo>
                    <a:pt x="7871" y="9489"/>
                    <a:pt x="7811" y="9311"/>
                    <a:pt x="7692" y="9192"/>
                  </a:cubicBezTo>
                  <a:lnTo>
                    <a:pt x="7216" y="8716"/>
                  </a:lnTo>
                  <a:lnTo>
                    <a:pt x="7406" y="8430"/>
                  </a:lnTo>
                  <a:cubicBezTo>
                    <a:pt x="7502" y="8299"/>
                    <a:pt x="7514" y="8132"/>
                    <a:pt x="7466" y="7977"/>
                  </a:cubicBezTo>
                  <a:cubicBezTo>
                    <a:pt x="7454" y="7930"/>
                    <a:pt x="7442" y="7894"/>
                    <a:pt x="7418" y="7858"/>
                  </a:cubicBezTo>
                  <a:lnTo>
                    <a:pt x="7418" y="7858"/>
                  </a:lnTo>
                  <a:lnTo>
                    <a:pt x="7799" y="7965"/>
                  </a:lnTo>
                  <a:cubicBezTo>
                    <a:pt x="8168" y="8061"/>
                    <a:pt x="8430" y="8418"/>
                    <a:pt x="8430" y="8811"/>
                  </a:cubicBezTo>
                  <a:lnTo>
                    <a:pt x="8430" y="11037"/>
                  </a:lnTo>
                  <a:cubicBezTo>
                    <a:pt x="8430" y="11132"/>
                    <a:pt x="8514" y="11204"/>
                    <a:pt x="8597" y="11204"/>
                  </a:cubicBezTo>
                  <a:cubicBezTo>
                    <a:pt x="8692" y="11204"/>
                    <a:pt x="8764" y="11132"/>
                    <a:pt x="8764" y="11037"/>
                  </a:cubicBezTo>
                  <a:lnTo>
                    <a:pt x="8764" y="8811"/>
                  </a:lnTo>
                  <a:cubicBezTo>
                    <a:pt x="8740" y="8311"/>
                    <a:pt x="8383" y="7846"/>
                    <a:pt x="7871" y="7680"/>
                  </a:cubicBezTo>
                  <a:lnTo>
                    <a:pt x="7216" y="7489"/>
                  </a:lnTo>
                  <a:cubicBezTo>
                    <a:pt x="6775" y="6751"/>
                    <a:pt x="6061" y="6453"/>
                    <a:pt x="5763" y="6358"/>
                  </a:cubicBezTo>
                  <a:lnTo>
                    <a:pt x="5763" y="6060"/>
                  </a:lnTo>
                  <a:cubicBezTo>
                    <a:pt x="5942" y="5941"/>
                    <a:pt x="6097" y="5787"/>
                    <a:pt x="6240" y="5620"/>
                  </a:cubicBezTo>
                  <a:cubicBezTo>
                    <a:pt x="7204" y="5525"/>
                    <a:pt x="7787" y="5072"/>
                    <a:pt x="7811" y="5048"/>
                  </a:cubicBezTo>
                  <a:cubicBezTo>
                    <a:pt x="7871" y="5001"/>
                    <a:pt x="7883" y="4906"/>
                    <a:pt x="7859" y="4834"/>
                  </a:cubicBezTo>
                  <a:cubicBezTo>
                    <a:pt x="7799" y="4727"/>
                    <a:pt x="7716" y="4536"/>
                    <a:pt x="7704" y="4429"/>
                  </a:cubicBezTo>
                  <a:lnTo>
                    <a:pt x="8192" y="3774"/>
                  </a:lnTo>
                  <a:cubicBezTo>
                    <a:pt x="8228" y="3751"/>
                    <a:pt x="8240" y="3691"/>
                    <a:pt x="8228" y="3643"/>
                  </a:cubicBezTo>
                  <a:cubicBezTo>
                    <a:pt x="8216" y="3536"/>
                    <a:pt x="7799" y="1250"/>
                    <a:pt x="6430" y="893"/>
                  </a:cubicBezTo>
                  <a:cubicBezTo>
                    <a:pt x="5906" y="345"/>
                    <a:pt x="5180" y="0"/>
                    <a:pt x="4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65"/>
            <p:cNvSpPr/>
            <p:nvPr/>
          </p:nvSpPr>
          <p:spPr>
            <a:xfrm>
              <a:off x="6813503" y="2560195"/>
              <a:ext cx="45271" cy="16157"/>
            </a:xfrm>
            <a:custGeom>
              <a:avLst/>
              <a:gdLst/>
              <a:ahLst/>
              <a:cxnLst/>
              <a:rect l="l" t="t" r="r" b="b"/>
              <a:pathLst>
                <a:path w="1429" h="510" extrusionOk="0">
                  <a:moveTo>
                    <a:pt x="183" y="1"/>
                  </a:moveTo>
                  <a:cubicBezTo>
                    <a:pt x="140" y="1"/>
                    <a:pt x="95" y="16"/>
                    <a:pt x="60" y="46"/>
                  </a:cubicBezTo>
                  <a:cubicBezTo>
                    <a:pt x="0" y="105"/>
                    <a:pt x="0" y="212"/>
                    <a:pt x="60" y="284"/>
                  </a:cubicBezTo>
                  <a:cubicBezTo>
                    <a:pt x="203" y="415"/>
                    <a:pt x="441" y="510"/>
                    <a:pt x="703" y="510"/>
                  </a:cubicBezTo>
                  <a:cubicBezTo>
                    <a:pt x="965" y="510"/>
                    <a:pt x="1203" y="415"/>
                    <a:pt x="1334" y="284"/>
                  </a:cubicBezTo>
                  <a:cubicBezTo>
                    <a:pt x="1429" y="212"/>
                    <a:pt x="1429" y="105"/>
                    <a:pt x="1369" y="46"/>
                  </a:cubicBezTo>
                  <a:cubicBezTo>
                    <a:pt x="1340" y="16"/>
                    <a:pt x="1298" y="1"/>
                    <a:pt x="1255" y="1"/>
                  </a:cubicBezTo>
                  <a:cubicBezTo>
                    <a:pt x="1212" y="1"/>
                    <a:pt x="1167" y="16"/>
                    <a:pt x="1131" y="46"/>
                  </a:cubicBezTo>
                  <a:cubicBezTo>
                    <a:pt x="1072" y="105"/>
                    <a:pt x="917" y="177"/>
                    <a:pt x="715" y="177"/>
                  </a:cubicBezTo>
                  <a:cubicBezTo>
                    <a:pt x="500" y="177"/>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65"/>
            <p:cNvSpPr/>
            <p:nvPr/>
          </p:nvSpPr>
          <p:spPr>
            <a:xfrm>
              <a:off x="6792372" y="2493350"/>
              <a:ext cx="26801" cy="10233"/>
            </a:xfrm>
            <a:custGeom>
              <a:avLst/>
              <a:gdLst/>
              <a:ahLst/>
              <a:cxnLst/>
              <a:rect l="l" t="t" r="r" b="b"/>
              <a:pathLst>
                <a:path w="846" h="323" extrusionOk="0">
                  <a:moveTo>
                    <a:pt x="155" y="1"/>
                  </a:moveTo>
                  <a:cubicBezTo>
                    <a:pt x="72" y="1"/>
                    <a:pt x="0" y="72"/>
                    <a:pt x="0" y="155"/>
                  </a:cubicBezTo>
                  <a:cubicBezTo>
                    <a:pt x="0" y="251"/>
                    <a:pt x="72" y="322"/>
                    <a:pt x="155" y="322"/>
                  </a:cubicBezTo>
                  <a:lnTo>
                    <a:pt x="679" y="322"/>
                  </a:lnTo>
                  <a:cubicBezTo>
                    <a:pt x="762" y="322"/>
                    <a:pt x="846" y="251"/>
                    <a:pt x="846" y="155"/>
                  </a:cubicBezTo>
                  <a:cubicBezTo>
                    <a:pt x="846" y="72"/>
                    <a:pt x="786"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65"/>
            <p:cNvSpPr/>
            <p:nvPr/>
          </p:nvSpPr>
          <p:spPr>
            <a:xfrm>
              <a:off x="6853483" y="2493350"/>
              <a:ext cx="26801" cy="10233"/>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86"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7" name="Google Shape;11457;p65"/>
          <p:cNvGrpSpPr/>
          <p:nvPr/>
        </p:nvGrpSpPr>
        <p:grpSpPr>
          <a:xfrm>
            <a:off x="4897750" y="2240239"/>
            <a:ext cx="279513" cy="357255"/>
            <a:chOff x="4897750" y="2415639"/>
            <a:chExt cx="279513" cy="357255"/>
          </a:xfrm>
        </p:grpSpPr>
        <p:sp>
          <p:nvSpPr>
            <p:cNvPr id="11458" name="Google Shape;11458;p65"/>
            <p:cNvSpPr/>
            <p:nvPr/>
          </p:nvSpPr>
          <p:spPr>
            <a:xfrm>
              <a:off x="4964119" y="2715522"/>
              <a:ext cx="10613" cy="55472"/>
            </a:xfrm>
            <a:custGeom>
              <a:avLst/>
              <a:gdLst/>
              <a:ahLst/>
              <a:cxnLst/>
              <a:rect l="l" t="t" r="r" b="b"/>
              <a:pathLst>
                <a:path w="335" h="1751" extrusionOk="0">
                  <a:moveTo>
                    <a:pt x="167" y="0"/>
                  </a:moveTo>
                  <a:cubicBezTo>
                    <a:pt x="84" y="0"/>
                    <a:pt x="1" y="84"/>
                    <a:pt x="1" y="167"/>
                  </a:cubicBezTo>
                  <a:lnTo>
                    <a:pt x="1" y="1584"/>
                  </a:lnTo>
                  <a:cubicBezTo>
                    <a:pt x="1" y="1679"/>
                    <a:pt x="84" y="1751"/>
                    <a:pt x="167" y="1751"/>
                  </a:cubicBezTo>
                  <a:cubicBezTo>
                    <a:pt x="263" y="1751"/>
                    <a:pt x="334" y="1679"/>
                    <a:pt x="334" y="1584"/>
                  </a:cubicBezTo>
                  <a:lnTo>
                    <a:pt x="334" y="167"/>
                  </a:lnTo>
                  <a:cubicBezTo>
                    <a:pt x="334" y="84"/>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65"/>
            <p:cNvSpPr/>
            <p:nvPr/>
          </p:nvSpPr>
          <p:spPr>
            <a:xfrm>
              <a:off x="5098031" y="2715522"/>
              <a:ext cx="10581" cy="55472"/>
            </a:xfrm>
            <a:custGeom>
              <a:avLst/>
              <a:gdLst/>
              <a:ahLst/>
              <a:cxnLst/>
              <a:rect l="l" t="t" r="r" b="b"/>
              <a:pathLst>
                <a:path w="334" h="1751" extrusionOk="0">
                  <a:moveTo>
                    <a:pt x="167" y="0"/>
                  </a:moveTo>
                  <a:cubicBezTo>
                    <a:pt x="84" y="0"/>
                    <a:pt x="1" y="84"/>
                    <a:pt x="1" y="167"/>
                  </a:cubicBezTo>
                  <a:lnTo>
                    <a:pt x="1" y="1584"/>
                  </a:lnTo>
                  <a:cubicBezTo>
                    <a:pt x="1" y="1679"/>
                    <a:pt x="84" y="1751"/>
                    <a:pt x="167" y="1751"/>
                  </a:cubicBezTo>
                  <a:cubicBezTo>
                    <a:pt x="251" y="1751"/>
                    <a:pt x="334" y="1679"/>
                    <a:pt x="334" y="1584"/>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65"/>
            <p:cNvSpPr/>
            <p:nvPr/>
          </p:nvSpPr>
          <p:spPr>
            <a:xfrm>
              <a:off x="4897750" y="2415639"/>
              <a:ext cx="279513" cy="357255"/>
            </a:xfrm>
            <a:custGeom>
              <a:avLst/>
              <a:gdLst/>
              <a:ahLst/>
              <a:cxnLst/>
              <a:rect l="l" t="t" r="r" b="b"/>
              <a:pathLst>
                <a:path w="8823" h="11277" extrusionOk="0">
                  <a:moveTo>
                    <a:pt x="4787" y="299"/>
                  </a:moveTo>
                  <a:cubicBezTo>
                    <a:pt x="5418" y="299"/>
                    <a:pt x="6013" y="584"/>
                    <a:pt x="6430" y="1061"/>
                  </a:cubicBezTo>
                  <a:cubicBezTo>
                    <a:pt x="6834" y="1549"/>
                    <a:pt x="6989" y="2180"/>
                    <a:pt x="6894" y="2799"/>
                  </a:cubicBezTo>
                  <a:lnTo>
                    <a:pt x="6799" y="3311"/>
                  </a:lnTo>
                  <a:lnTo>
                    <a:pt x="6715" y="3311"/>
                  </a:lnTo>
                  <a:cubicBezTo>
                    <a:pt x="6656" y="3311"/>
                    <a:pt x="6608" y="3299"/>
                    <a:pt x="6573" y="3251"/>
                  </a:cubicBezTo>
                  <a:cubicBezTo>
                    <a:pt x="6549" y="3204"/>
                    <a:pt x="6513" y="3156"/>
                    <a:pt x="6537" y="3097"/>
                  </a:cubicBezTo>
                  <a:lnTo>
                    <a:pt x="6561" y="2882"/>
                  </a:lnTo>
                  <a:cubicBezTo>
                    <a:pt x="6596" y="2585"/>
                    <a:pt x="6501" y="2287"/>
                    <a:pt x="6311" y="2061"/>
                  </a:cubicBezTo>
                  <a:cubicBezTo>
                    <a:pt x="6120" y="1834"/>
                    <a:pt x="5834" y="1715"/>
                    <a:pt x="5537" y="1715"/>
                  </a:cubicBezTo>
                  <a:lnTo>
                    <a:pt x="5465" y="1715"/>
                  </a:lnTo>
                  <a:cubicBezTo>
                    <a:pt x="5370" y="1715"/>
                    <a:pt x="5299" y="1787"/>
                    <a:pt x="5299" y="1882"/>
                  </a:cubicBezTo>
                  <a:cubicBezTo>
                    <a:pt x="5299" y="1965"/>
                    <a:pt x="5370" y="2049"/>
                    <a:pt x="5465" y="2049"/>
                  </a:cubicBezTo>
                  <a:lnTo>
                    <a:pt x="5537" y="2049"/>
                  </a:lnTo>
                  <a:cubicBezTo>
                    <a:pt x="5751" y="2049"/>
                    <a:pt x="5942" y="2132"/>
                    <a:pt x="6072" y="2287"/>
                  </a:cubicBezTo>
                  <a:cubicBezTo>
                    <a:pt x="6203" y="2430"/>
                    <a:pt x="6263" y="2644"/>
                    <a:pt x="6251" y="2835"/>
                  </a:cubicBezTo>
                  <a:lnTo>
                    <a:pt x="6215" y="3061"/>
                  </a:lnTo>
                  <a:cubicBezTo>
                    <a:pt x="6203" y="3204"/>
                    <a:pt x="6251" y="3358"/>
                    <a:pt x="6358" y="3466"/>
                  </a:cubicBezTo>
                  <a:cubicBezTo>
                    <a:pt x="6453" y="3561"/>
                    <a:pt x="6596" y="3644"/>
                    <a:pt x="6739" y="3644"/>
                  </a:cubicBezTo>
                  <a:lnTo>
                    <a:pt x="6965" y="3644"/>
                  </a:lnTo>
                  <a:cubicBezTo>
                    <a:pt x="7037" y="3644"/>
                    <a:pt x="7108" y="3668"/>
                    <a:pt x="7168" y="3728"/>
                  </a:cubicBezTo>
                  <a:cubicBezTo>
                    <a:pt x="7239" y="3787"/>
                    <a:pt x="7251" y="3859"/>
                    <a:pt x="7251" y="3942"/>
                  </a:cubicBezTo>
                  <a:cubicBezTo>
                    <a:pt x="7239" y="4073"/>
                    <a:pt x="7096" y="4192"/>
                    <a:pt x="6954" y="4192"/>
                  </a:cubicBezTo>
                  <a:lnTo>
                    <a:pt x="6870" y="4192"/>
                  </a:lnTo>
                  <a:lnTo>
                    <a:pt x="6870" y="4180"/>
                  </a:lnTo>
                  <a:cubicBezTo>
                    <a:pt x="6870" y="4085"/>
                    <a:pt x="6799" y="4013"/>
                    <a:pt x="6715" y="4013"/>
                  </a:cubicBezTo>
                  <a:cubicBezTo>
                    <a:pt x="6620" y="4013"/>
                    <a:pt x="6549" y="4085"/>
                    <a:pt x="6549" y="4180"/>
                  </a:cubicBezTo>
                  <a:cubicBezTo>
                    <a:pt x="6549" y="5347"/>
                    <a:pt x="5596" y="6287"/>
                    <a:pt x="4418" y="6287"/>
                  </a:cubicBezTo>
                  <a:cubicBezTo>
                    <a:pt x="4395" y="6288"/>
                    <a:pt x="4373" y="6288"/>
                    <a:pt x="4351" y="6288"/>
                  </a:cubicBezTo>
                  <a:cubicBezTo>
                    <a:pt x="3169" y="6288"/>
                    <a:pt x="2251" y="5349"/>
                    <a:pt x="2251" y="4192"/>
                  </a:cubicBezTo>
                  <a:cubicBezTo>
                    <a:pt x="2251" y="4097"/>
                    <a:pt x="2179" y="4025"/>
                    <a:pt x="2084" y="4025"/>
                  </a:cubicBezTo>
                  <a:cubicBezTo>
                    <a:pt x="2001" y="4025"/>
                    <a:pt x="1917" y="4097"/>
                    <a:pt x="1917" y="4192"/>
                  </a:cubicBezTo>
                  <a:lnTo>
                    <a:pt x="1917" y="4204"/>
                  </a:lnTo>
                  <a:lnTo>
                    <a:pt x="1822" y="4204"/>
                  </a:lnTo>
                  <a:cubicBezTo>
                    <a:pt x="1739" y="4204"/>
                    <a:pt x="1667" y="4168"/>
                    <a:pt x="1608" y="4109"/>
                  </a:cubicBezTo>
                  <a:cubicBezTo>
                    <a:pt x="1548" y="4061"/>
                    <a:pt x="1536" y="3978"/>
                    <a:pt x="1536" y="3906"/>
                  </a:cubicBezTo>
                  <a:cubicBezTo>
                    <a:pt x="1548" y="3775"/>
                    <a:pt x="1679" y="3656"/>
                    <a:pt x="1834" y="3656"/>
                  </a:cubicBezTo>
                  <a:lnTo>
                    <a:pt x="2024" y="3656"/>
                  </a:lnTo>
                  <a:cubicBezTo>
                    <a:pt x="2179" y="3656"/>
                    <a:pt x="2310" y="3597"/>
                    <a:pt x="2405" y="3478"/>
                  </a:cubicBezTo>
                  <a:cubicBezTo>
                    <a:pt x="2513" y="3370"/>
                    <a:pt x="2560" y="3216"/>
                    <a:pt x="2548" y="3073"/>
                  </a:cubicBezTo>
                  <a:lnTo>
                    <a:pt x="2513" y="2846"/>
                  </a:lnTo>
                  <a:cubicBezTo>
                    <a:pt x="2489" y="2644"/>
                    <a:pt x="2560" y="2442"/>
                    <a:pt x="2691" y="2299"/>
                  </a:cubicBezTo>
                  <a:cubicBezTo>
                    <a:pt x="2834" y="2144"/>
                    <a:pt x="3024" y="2061"/>
                    <a:pt x="3227" y="2061"/>
                  </a:cubicBezTo>
                  <a:lnTo>
                    <a:pt x="4703" y="2061"/>
                  </a:lnTo>
                  <a:cubicBezTo>
                    <a:pt x="4787" y="2061"/>
                    <a:pt x="4870" y="1989"/>
                    <a:pt x="4870" y="1894"/>
                  </a:cubicBezTo>
                  <a:cubicBezTo>
                    <a:pt x="4870" y="1811"/>
                    <a:pt x="4787" y="1727"/>
                    <a:pt x="4703" y="1727"/>
                  </a:cubicBezTo>
                  <a:lnTo>
                    <a:pt x="3227" y="1727"/>
                  </a:lnTo>
                  <a:cubicBezTo>
                    <a:pt x="2929" y="1727"/>
                    <a:pt x="2643" y="1870"/>
                    <a:pt x="2453" y="2073"/>
                  </a:cubicBezTo>
                  <a:cubicBezTo>
                    <a:pt x="2262" y="2299"/>
                    <a:pt x="2155" y="2596"/>
                    <a:pt x="2203" y="2894"/>
                  </a:cubicBezTo>
                  <a:lnTo>
                    <a:pt x="2227" y="3120"/>
                  </a:lnTo>
                  <a:cubicBezTo>
                    <a:pt x="2227" y="3180"/>
                    <a:pt x="2215" y="3216"/>
                    <a:pt x="2191" y="3263"/>
                  </a:cubicBezTo>
                  <a:cubicBezTo>
                    <a:pt x="2155" y="3311"/>
                    <a:pt x="2096" y="3323"/>
                    <a:pt x="2048" y="3323"/>
                  </a:cubicBezTo>
                  <a:lnTo>
                    <a:pt x="1893" y="3323"/>
                  </a:lnTo>
                  <a:lnTo>
                    <a:pt x="1798" y="2763"/>
                  </a:lnTo>
                  <a:cubicBezTo>
                    <a:pt x="1691" y="2144"/>
                    <a:pt x="1881" y="1525"/>
                    <a:pt x="2274" y="1049"/>
                  </a:cubicBezTo>
                  <a:cubicBezTo>
                    <a:pt x="2679" y="572"/>
                    <a:pt x="3275" y="299"/>
                    <a:pt x="3882" y="299"/>
                  </a:cubicBezTo>
                  <a:close/>
                  <a:moveTo>
                    <a:pt x="5453" y="6395"/>
                  </a:moveTo>
                  <a:lnTo>
                    <a:pt x="5453" y="6954"/>
                  </a:lnTo>
                  <a:lnTo>
                    <a:pt x="5453" y="7073"/>
                  </a:lnTo>
                  <a:lnTo>
                    <a:pt x="4370" y="7692"/>
                  </a:lnTo>
                  <a:lnTo>
                    <a:pt x="3298" y="7073"/>
                  </a:lnTo>
                  <a:lnTo>
                    <a:pt x="3298" y="6954"/>
                  </a:lnTo>
                  <a:lnTo>
                    <a:pt x="3298" y="6395"/>
                  </a:lnTo>
                  <a:cubicBezTo>
                    <a:pt x="3632" y="6561"/>
                    <a:pt x="3989" y="6633"/>
                    <a:pt x="4370" y="6633"/>
                  </a:cubicBezTo>
                  <a:cubicBezTo>
                    <a:pt x="4763" y="6633"/>
                    <a:pt x="5120" y="6537"/>
                    <a:pt x="5453" y="6395"/>
                  </a:cubicBezTo>
                  <a:close/>
                  <a:moveTo>
                    <a:pt x="3215" y="7383"/>
                  </a:moveTo>
                  <a:lnTo>
                    <a:pt x="4108" y="7895"/>
                  </a:lnTo>
                  <a:lnTo>
                    <a:pt x="3644" y="8371"/>
                  </a:lnTo>
                  <a:cubicBezTo>
                    <a:pt x="3608" y="8419"/>
                    <a:pt x="3560" y="8431"/>
                    <a:pt x="3513" y="8431"/>
                  </a:cubicBezTo>
                  <a:cubicBezTo>
                    <a:pt x="3453" y="8431"/>
                    <a:pt x="3405" y="8395"/>
                    <a:pt x="3382" y="8359"/>
                  </a:cubicBezTo>
                  <a:lnTo>
                    <a:pt x="2905" y="7788"/>
                  </a:lnTo>
                  <a:lnTo>
                    <a:pt x="3001" y="7680"/>
                  </a:lnTo>
                  <a:cubicBezTo>
                    <a:pt x="3096" y="7597"/>
                    <a:pt x="3155" y="7502"/>
                    <a:pt x="3215" y="7383"/>
                  </a:cubicBezTo>
                  <a:close/>
                  <a:moveTo>
                    <a:pt x="5537" y="7407"/>
                  </a:moveTo>
                  <a:cubicBezTo>
                    <a:pt x="5584" y="7514"/>
                    <a:pt x="5656" y="7609"/>
                    <a:pt x="5751" y="7704"/>
                  </a:cubicBezTo>
                  <a:lnTo>
                    <a:pt x="5846" y="7788"/>
                  </a:lnTo>
                  <a:lnTo>
                    <a:pt x="5370" y="8359"/>
                  </a:lnTo>
                  <a:cubicBezTo>
                    <a:pt x="5346" y="8395"/>
                    <a:pt x="5287" y="8419"/>
                    <a:pt x="5239" y="8431"/>
                  </a:cubicBezTo>
                  <a:cubicBezTo>
                    <a:pt x="5180" y="8431"/>
                    <a:pt x="5132" y="8419"/>
                    <a:pt x="5108" y="8371"/>
                  </a:cubicBezTo>
                  <a:lnTo>
                    <a:pt x="4644" y="7907"/>
                  </a:lnTo>
                  <a:lnTo>
                    <a:pt x="5537" y="7407"/>
                  </a:lnTo>
                  <a:close/>
                  <a:moveTo>
                    <a:pt x="4394" y="8121"/>
                  </a:moveTo>
                  <a:lnTo>
                    <a:pt x="4727" y="8466"/>
                  </a:lnTo>
                  <a:lnTo>
                    <a:pt x="4656" y="8657"/>
                  </a:lnTo>
                  <a:cubicBezTo>
                    <a:pt x="4632" y="8728"/>
                    <a:pt x="4560" y="8788"/>
                    <a:pt x="4477" y="8788"/>
                  </a:cubicBezTo>
                  <a:lnTo>
                    <a:pt x="4287" y="8788"/>
                  </a:lnTo>
                  <a:cubicBezTo>
                    <a:pt x="4215" y="8788"/>
                    <a:pt x="4144" y="8740"/>
                    <a:pt x="4108" y="8657"/>
                  </a:cubicBezTo>
                  <a:lnTo>
                    <a:pt x="4048" y="8466"/>
                  </a:lnTo>
                  <a:lnTo>
                    <a:pt x="4394" y="8121"/>
                  </a:lnTo>
                  <a:close/>
                  <a:moveTo>
                    <a:pt x="3906" y="1"/>
                  </a:moveTo>
                  <a:cubicBezTo>
                    <a:pt x="3191" y="1"/>
                    <a:pt x="2501" y="322"/>
                    <a:pt x="2036" y="870"/>
                  </a:cubicBezTo>
                  <a:cubicBezTo>
                    <a:pt x="1584" y="1418"/>
                    <a:pt x="1370" y="2132"/>
                    <a:pt x="1489" y="2846"/>
                  </a:cubicBezTo>
                  <a:lnTo>
                    <a:pt x="1584" y="3430"/>
                  </a:lnTo>
                  <a:cubicBezTo>
                    <a:pt x="1393" y="3513"/>
                    <a:pt x="1262" y="3692"/>
                    <a:pt x="1250" y="3906"/>
                  </a:cubicBezTo>
                  <a:cubicBezTo>
                    <a:pt x="1239" y="4073"/>
                    <a:pt x="1298" y="4251"/>
                    <a:pt x="1393" y="4370"/>
                  </a:cubicBezTo>
                  <a:cubicBezTo>
                    <a:pt x="1512" y="4490"/>
                    <a:pt x="1679" y="4561"/>
                    <a:pt x="1846" y="4561"/>
                  </a:cubicBezTo>
                  <a:lnTo>
                    <a:pt x="1965" y="4561"/>
                  </a:lnTo>
                  <a:cubicBezTo>
                    <a:pt x="2048" y="5240"/>
                    <a:pt x="2441" y="5859"/>
                    <a:pt x="2989" y="6228"/>
                  </a:cubicBezTo>
                  <a:lnTo>
                    <a:pt x="2989" y="6526"/>
                  </a:lnTo>
                  <a:cubicBezTo>
                    <a:pt x="2703" y="6633"/>
                    <a:pt x="1977" y="6930"/>
                    <a:pt x="1536" y="7657"/>
                  </a:cubicBezTo>
                  <a:lnTo>
                    <a:pt x="881" y="7847"/>
                  </a:lnTo>
                  <a:cubicBezTo>
                    <a:pt x="357" y="8002"/>
                    <a:pt x="0" y="8490"/>
                    <a:pt x="0" y="9026"/>
                  </a:cubicBezTo>
                  <a:lnTo>
                    <a:pt x="0" y="11074"/>
                  </a:lnTo>
                  <a:cubicBezTo>
                    <a:pt x="0" y="11169"/>
                    <a:pt x="72" y="11240"/>
                    <a:pt x="167" y="11240"/>
                  </a:cubicBezTo>
                  <a:cubicBezTo>
                    <a:pt x="250" y="11240"/>
                    <a:pt x="334" y="11169"/>
                    <a:pt x="334" y="11074"/>
                  </a:cubicBezTo>
                  <a:lnTo>
                    <a:pt x="334" y="9026"/>
                  </a:lnTo>
                  <a:cubicBezTo>
                    <a:pt x="334" y="8633"/>
                    <a:pt x="596" y="8276"/>
                    <a:pt x="965" y="8180"/>
                  </a:cubicBezTo>
                  <a:lnTo>
                    <a:pt x="1346" y="8073"/>
                  </a:lnTo>
                  <a:lnTo>
                    <a:pt x="1346" y="8073"/>
                  </a:lnTo>
                  <a:cubicBezTo>
                    <a:pt x="1322" y="8121"/>
                    <a:pt x="1310" y="8145"/>
                    <a:pt x="1298" y="8192"/>
                  </a:cubicBezTo>
                  <a:cubicBezTo>
                    <a:pt x="1250" y="8335"/>
                    <a:pt x="1262" y="8514"/>
                    <a:pt x="1358" y="8657"/>
                  </a:cubicBezTo>
                  <a:lnTo>
                    <a:pt x="1548" y="8931"/>
                  </a:lnTo>
                  <a:lnTo>
                    <a:pt x="1084" y="9395"/>
                  </a:lnTo>
                  <a:cubicBezTo>
                    <a:pt x="953" y="9526"/>
                    <a:pt x="905" y="9704"/>
                    <a:pt x="953" y="9883"/>
                  </a:cubicBezTo>
                  <a:lnTo>
                    <a:pt x="1250" y="11133"/>
                  </a:lnTo>
                  <a:cubicBezTo>
                    <a:pt x="1262" y="11217"/>
                    <a:pt x="1346" y="11252"/>
                    <a:pt x="1417" y="11252"/>
                  </a:cubicBezTo>
                  <a:lnTo>
                    <a:pt x="1465" y="11252"/>
                  </a:lnTo>
                  <a:cubicBezTo>
                    <a:pt x="1548" y="11240"/>
                    <a:pt x="1608" y="11157"/>
                    <a:pt x="1584" y="11062"/>
                  </a:cubicBezTo>
                  <a:lnTo>
                    <a:pt x="1286" y="9812"/>
                  </a:lnTo>
                  <a:cubicBezTo>
                    <a:pt x="1262" y="9752"/>
                    <a:pt x="1286" y="9681"/>
                    <a:pt x="1322" y="9633"/>
                  </a:cubicBezTo>
                  <a:lnTo>
                    <a:pt x="1893" y="9073"/>
                  </a:lnTo>
                  <a:cubicBezTo>
                    <a:pt x="1953" y="9014"/>
                    <a:pt x="1953" y="8919"/>
                    <a:pt x="1905" y="8859"/>
                  </a:cubicBezTo>
                  <a:lnTo>
                    <a:pt x="1631" y="8478"/>
                  </a:lnTo>
                  <a:cubicBezTo>
                    <a:pt x="1608" y="8431"/>
                    <a:pt x="1596" y="8371"/>
                    <a:pt x="1620" y="8311"/>
                  </a:cubicBezTo>
                  <a:cubicBezTo>
                    <a:pt x="1905" y="7442"/>
                    <a:pt x="2655" y="7049"/>
                    <a:pt x="3001" y="6907"/>
                  </a:cubicBezTo>
                  <a:lnTo>
                    <a:pt x="3001" y="7014"/>
                  </a:lnTo>
                  <a:cubicBezTo>
                    <a:pt x="3001" y="7204"/>
                    <a:pt x="2929" y="7383"/>
                    <a:pt x="2798" y="7526"/>
                  </a:cubicBezTo>
                  <a:lnTo>
                    <a:pt x="2584" y="7728"/>
                  </a:lnTo>
                  <a:cubicBezTo>
                    <a:pt x="2286" y="8026"/>
                    <a:pt x="2132" y="8419"/>
                    <a:pt x="2132" y="8847"/>
                  </a:cubicBezTo>
                  <a:lnTo>
                    <a:pt x="2132" y="8990"/>
                  </a:lnTo>
                  <a:cubicBezTo>
                    <a:pt x="2132" y="9085"/>
                    <a:pt x="2203" y="9157"/>
                    <a:pt x="2286" y="9157"/>
                  </a:cubicBezTo>
                  <a:cubicBezTo>
                    <a:pt x="2382" y="9157"/>
                    <a:pt x="2453" y="9085"/>
                    <a:pt x="2453" y="8990"/>
                  </a:cubicBezTo>
                  <a:lnTo>
                    <a:pt x="2453" y="8847"/>
                  </a:lnTo>
                  <a:cubicBezTo>
                    <a:pt x="2453" y="8573"/>
                    <a:pt x="2548" y="8311"/>
                    <a:pt x="2703" y="8097"/>
                  </a:cubicBezTo>
                  <a:lnTo>
                    <a:pt x="3155" y="8633"/>
                  </a:lnTo>
                  <a:cubicBezTo>
                    <a:pt x="3239" y="8740"/>
                    <a:pt x="3382" y="8812"/>
                    <a:pt x="3525" y="8812"/>
                  </a:cubicBezTo>
                  <a:lnTo>
                    <a:pt x="3560" y="8812"/>
                  </a:lnTo>
                  <a:cubicBezTo>
                    <a:pt x="3644" y="8812"/>
                    <a:pt x="3739" y="8788"/>
                    <a:pt x="3810" y="8752"/>
                  </a:cubicBezTo>
                  <a:lnTo>
                    <a:pt x="3822" y="8812"/>
                  </a:lnTo>
                  <a:cubicBezTo>
                    <a:pt x="3858" y="8907"/>
                    <a:pt x="3894" y="8978"/>
                    <a:pt x="3977" y="9038"/>
                  </a:cubicBezTo>
                  <a:lnTo>
                    <a:pt x="3715" y="11097"/>
                  </a:lnTo>
                  <a:cubicBezTo>
                    <a:pt x="3703" y="11181"/>
                    <a:pt x="3775" y="11276"/>
                    <a:pt x="3870" y="11276"/>
                  </a:cubicBezTo>
                  <a:lnTo>
                    <a:pt x="3882" y="11276"/>
                  </a:lnTo>
                  <a:cubicBezTo>
                    <a:pt x="3977" y="11276"/>
                    <a:pt x="4037" y="11217"/>
                    <a:pt x="4048" y="11121"/>
                  </a:cubicBezTo>
                  <a:lnTo>
                    <a:pt x="4287" y="9157"/>
                  </a:lnTo>
                  <a:lnTo>
                    <a:pt x="4537" y="9157"/>
                  </a:lnTo>
                  <a:lnTo>
                    <a:pt x="4775" y="11121"/>
                  </a:lnTo>
                  <a:cubicBezTo>
                    <a:pt x="4787" y="11217"/>
                    <a:pt x="4846" y="11276"/>
                    <a:pt x="4941" y="11276"/>
                  </a:cubicBezTo>
                  <a:lnTo>
                    <a:pt x="4953" y="11276"/>
                  </a:lnTo>
                  <a:cubicBezTo>
                    <a:pt x="5049" y="11252"/>
                    <a:pt x="5108" y="11181"/>
                    <a:pt x="5108" y="11097"/>
                  </a:cubicBezTo>
                  <a:lnTo>
                    <a:pt x="4846" y="9038"/>
                  </a:lnTo>
                  <a:cubicBezTo>
                    <a:pt x="4906" y="8978"/>
                    <a:pt x="4965" y="8907"/>
                    <a:pt x="5001" y="8812"/>
                  </a:cubicBezTo>
                  <a:lnTo>
                    <a:pt x="5013" y="8752"/>
                  </a:lnTo>
                  <a:cubicBezTo>
                    <a:pt x="5084" y="8800"/>
                    <a:pt x="5180" y="8812"/>
                    <a:pt x="5263" y="8812"/>
                  </a:cubicBezTo>
                  <a:lnTo>
                    <a:pt x="5299" y="8812"/>
                  </a:lnTo>
                  <a:cubicBezTo>
                    <a:pt x="5441" y="8812"/>
                    <a:pt x="5584" y="8740"/>
                    <a:pt x="5668" y="8633"/>
                  </a:cubicBezTo>
                  <a:lnTo>
                    <a:pt x="6120" y="8097"/>
                  </a:lnTo>
                  <a:cubicBezTo>
                    <a:pt x="6275" y="8311"/>
                    <a:pt x="6370" y="8573"/>
                    <a:pt x="6370" y="8847"/>
                  </a:cubicBezTo>
                  <a:lnTo>
                    <a:pt x="6370" y="8990"/>
                  </a:lnTo>
                  <a:cubicBezTo>
                    <a:pt x="6370" y="9085"/>
                    <a:pt x="6442" y="9157"/>
                    <a:pt x="6537" y="9157"/>
                  </a:cubicBezTo>
                  <a:cubicBezTo>
                    <a:pt x="6620" y="9157"/>
                    <a:pt x="6692" y="9085"/>
                    <a:pt x="6692" y="8990"/>
                  </a:cubicBezTo>
                  <a:lnTo>
                    <a:pt x="6692" y="8847"/>
                  </a:lnTo>
                  <a:cubicBezTo>
                    <a:pt x="6692" y="8431"/>
                    <a:pt x="6537" y="8026"/>
                    <a:pt x="6239" y="7728"/>
                  </a:cubicBezTo>
                  <a:lnTo>
                    <a:pt x="6025" y="7526"/>
                  </a:lnTo>
                  <a:cubicBezTo>
                    <a:pt x="5894" y="7383"/>
                    <a:pt x="5822" y="7204"/>
                    <a:pt x="5822" y="7014"/>
                  </a:cubicBezTo>
                  <a:lnTo>
                    <a:pt x="5822" y="6907"/>
                  </a:lnTo>
                  <a:cubicBezTo>
                    <a:pt x="6180" y="7061"/>
                    <a:pt x="6918" y="7442"/>
                    <a:pt x="7204" y="8311"/>
                  </a:cubicBezTo>
                  <a:cubicBezTo>
                    <a:pt x="7215" y="8371"/>
                    <a:pt x="7215" y="8431"/>
                    <a:pt x="7192" y="8478"/>
                  </a:cubicBezTo>
                  <a:lnTo>
                    <a:pt x="6918" y="8859"/>
                  </a:lnTo>
                  <a:cubicBezTo>
                    <a:pt x="6870" y="8919"/>
                    <a:pt x="6894" y="9014"/>
                    <a:pt x="6930" y="9073"/>
                  </a:cubicBezTo>
                  <a:lnTo>
                    <a:pt x="7501" y="9633"/>
                  </a:lnTo>
                  <a:cubicBezTo>
                    <a:pt x="7549" y="9681"/>
                    <a:pt x="7561" y="9752"/>
                    <a:pt x="7549" y="9812"/>
                  </a:cubicBezTo>
                  <a:lnTo>
                    <a:pt x="7251" y="11062"/>
                  </a:lnTo>
                  <a:cubicBezTo>
                    <a:pt x="7227" y="11157"/>
                    <a:pt x="7275" y="11240"/>
                    <a:pt x="7370" y="11252"/>
                  </a:cubicBezTo>
                  <a:lnTo>
                    <a:pt x="7406" y="11252"/>
                  </a:lnTo>
                  <a:cubicBezTo>
                    <a:pt x="7489" y="11252"/>
                    <a:pt x="7549" y="11217"/>
                    <a:pt x="7573" y="11133"/>
                  </a:cubicBezTo>
                  <a:lnTo>
                    <a:pt x="7870" y="9883"/>
                  </a:lnTo>
                  <a:cubicBezTo>
                    <a:pt x="7918" y="9704"/>
                    <a:pt x="7858" y="9526"/>
                    <a:pt x="7739" y="9395"/>
                  </a:cubicBezTo>
                  <a:lnTo>
                    <a:pt x="7275" y="8931"/>
                  </a:lnTo>
                  <a:lnTo>
                    <a:pt x="7466" y="8657"/>
                  </a:lnTo>
                  <a:cubicBezTo>
                    <a:pt x="7561" y="8514"/>
                    <a:pt x="7573" y="8359"/>
                    <a:pt x="7525" y="8192"/>
                  </a:cubicBezTo>
                  <a:cubicBezTo>
                    <a:pt x="7513" y="8145"/>
                    <a:pt x="7501" y="8121"/>
                    <a:pt x="7489" y="8073"/>
                  </a:cubicBezTo>
                  <a:lnTo>
                    <a:pt x="7489" y="8073"/>
                  </a:lnTo>
                  <a:lnTo>
                    <a:pt x="7858" y="8180"/>
                  </a:lnTo>
                  <a:cubicBezTo>
                    <a:pt x="8228" y="8276"/>
                    <a:pt x="8501" y="8633"/>
                    <a:pt x="8501" y="9026"/>
                  </a:cubicBezTo>
                  <a:lnTo>
                    <a:pt x="8501" y="11074"/>
                  </a:lnTo>
                  <a:cubicBezTo>
                    <a:pt x="8501" y="11169"/>
                    <a:pt x="8573" y="11240"/>
                    <a:pt x="8656" y="11240"/>
                  </a:cubicBezTo>
                  <a:cubicBezTo>
                    <a:pt x="8751" y="11240"/>
                    <a:pt x="8823" y="11169"/>
                    <a:pt x="8823" y="11074"/>
                  </a:cubicBezTo>
                  <a:lnTo>
                    <a:pt x="8823" y="9026"/>
                  </a:lnTo>
                  <a:cubicBezTo>
                    <a:pt x="8763" y="8466"/>
                    <a:pt x="8406" y="7966"/>
                    <a:pt x="7894" y="7823"/>
                  </a:cubicBezTo>
                  <a:lnTo>
                    <a:pt x="7239" y="7633"/>
                  </a:lnTo>
                  <a:cubicBezTo>
                    <a:pt x="6787" y="6895"/>
                    <a:pt x="6072" y="6597"/>
                    <a:pt x="5775" y="6502"/>
                  </a:cubicBezTo>
                  <a:lnTo>
                    <a:pt x="5775" y="6204"/>
                  </a:lnTo>
                  <a:cubicBezTo>
                    <a:pt x="6323" y="5811"/>
                    <a:pt x="6715" y="5216"/>
                    <a:pt x="6799" y="4537"/>
                  </a:cubicBezTo>
                  <a:lnTo>
                    <a:pt x="6906" y="4537"/>
                  </a:lnTo>
                  <a:cubicBezTo>
                    <a:pt x="7239" y="4537"/>
                    <a:pt x="7501" y="4299"/>
                    <a:pt x="7537" y="4001"/>
                  </a:cubicBezTo>
                  <a:cubicBezTo>
                    <a:pt x="7549" y="3835"/>
                    <a:pt x="7489" y="3656"/>
                    <a:pt x="7382" y="3537"/>
                  </a:cubicBezTo>
                  <a:cubicBezTo>
                    <a:pt x="7311" y="3466"/>
                    <a:pt x="7215" y="3406"/>
                    <a:pt x="7132" y="3370"/>
                  </a:cubicBezTo>
                  <a:lnTo>
                    <a:pt x="7215" y="2894"/>
                  </a:lnTo>
                  <a:cubicBezTo>
                    <a:pt x="7358" y="2180"/>
                    <a:pt x="7156" y="1430"/>
                    <a:pt x="6704" y="882"/>
                  </a:cubicBezTo>
                  <a:cubicBezTo>
                    <a:pt x="6239" y="334"/>
                    <a:pt x="5537" y="1"/>
                    <a:pt x="4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65"/>
            <p:cNvSpPr/>
            <p:nvPr/>
          </p:nvSpPr>
          <p:spPr>
            <a:xfrm>
              <a:off x="4997700" y="2526551"/>
              <a:ext cx="10201" cy="16252"/>
            </a:xfrm>
            <a:custGeom>
              <a:avLst/>
              <a:gdLst/>
              <a:ahLst/>
              <a:cxnLst/>
              <a:rect l="l" t="t" r="r" b="b"/>
              <a:pathLst>
                <a:path w="322" h="513" extrusionOk="0">
                  <a:moveTo>
                    <a:pt x="167" y="0"/>
                  </a:moveTo>
                  <a:cubicBezTo>
                    <a:pt x="72" y="0"/>
                    <a:pt x="0" y="84"/>
                    <a:pt x="0" y="167"/>
                  </a:cubicBezTo>
                  <a:lnTo>
                    <a:pt x="0" y="346"/>
                  </a:lnTo>
                  <a:cubicBezTo>
                    <a:pt x="0" y="441"/>
                    <a:pt x="72" y="512"/>
                    <a:pt x="167" y="512"/>
                  </a:cubicBezTo>
                  <a:cubicBezTo>
                    <a:pt x="250" y="512"/>
                    <a:pt x="322" y="441"/>
                    <a:pt x="322" y="346"/>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65"/>
            <p:cNvSpPr/>
            <p:nvPr/>
          </p:nvSpPr>
          <p:spPr>
            <a:xfrm>
              <a:off x="5064830" y="2526551"/>
              <a:ext cx="10233" cy="16252"/>
            </a:xfrm>
            <a:custGeom>
              <a:avLst/>
              <a:gdLst/>
              <a:ahLst/>
              <a:cxnLst/>
              <a:rect l="l" t="t" r="r" b="b"/>
              <a:pathLst>
                <a:path w="323" h="513" extrusionOk="0">
                  <a:moveTo>
                    <a:pt x="156" y="0"/>
                  </a:moveTo>
                  <a:cubicBezTo>
                    <a:pt x="72" y="0"/>
                    <a:pt x="1" y="84"/>
                    <a:pt x="1" y="167"/>
                  </a:cubicBezTo>
                  <a:lnTo>
                    <a:pt x="1" y="346"/>
                  </a:lnTo>
                  <a:cubicBezTo>
                    <a:pt x="1" y="441"/>
                    <a:pt x="72" y="512"/>
                    <a:pt x="156" y="512"/>
                  </a:cubicBezTo>
                  <a:cubicBezTo>
                    <a:pt x="251" y="512"/>
                    <a:pt x="322" y="441"/>
                    <a:pt x="322" y="346"/>
                  </a:cubicBezTo>
                  <a:lnTo>
                    <a:pt x="322" y="167"/>
                  </a:lnTo>
                  <a:cubicBezTo>
                    <a:pt x="322" y="60"/>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65"/>
            <p:cNvSpPr/>
            <p:nvPr/>
          </p:nvSpPr>
          <p:spPr>
            <a:xfrm>
              <a:off x="5013160" y="2565865"/>
              <a:ext cx="46063" cy="16157"/>
            </a:xfrm>
            <a:custGeom>
              <a:avLst/>
              <a:gdLst/>
              <a:ahLst/>
              <a:cxnLst/>
              <a:rect l="l" t="t" r="r" b="b"/>
              <a:pathLst>
                <a:path w="1454" h="510" extrusionOk="0">
                  <a:moveTo>
                    <a:pt x="188" y="1"/>
                  </a:moveTo>
                  <a:cubicBezTo>
                    <a:pt x="146" y="1"/>
                    <a:pt x="102" y="15"/>
                    <a:pt x="60" y="45"/>
                  </a:cubicBezTo>
                  <a:cubicBezTo>
                    <a:pt x="1" y="105"/>
                    <a:pt x="1" y="212"/>
                    <a:pt x="60" y="283"/>
                  </a:cubicBezTo>
                  <a:cubicBezTo>
                    <a:pt x="215" y="414"/>
                    <a:pt x="453" y="510"/>
                    <a:pt x="703" y="510"/>
                  </a:cubicBezTo>
                  <a:cubicBezTo>
                    <a:pt x="977" y="510"/>
                    <a:pt x="1215" y="414"/>
                    <a:pt x="1346" y="283"/>
                  </a:cubicBezTo>
                  <a:cubicBezTo>
                    <a:pt x="1453" y="212"/>
                    <a:pt x="1453" y="105"/>
                    <a:pt x="1370" y="45"/>
                  </a:cubicBezTo>
                  <a:cubicBezTo>
                    <a:pt x="1340" y="15"/>
                    <a:pt x="1301" y="1"/>
                    <a:pt x="1260" y="1"/>
                  </a:cubicBezTo>
                  <a:cubicBezTo>
                    <a:pt x="1218" y="1"/>
                    <a:pt x="1173" y="15"/>
                    <a:pt x="1132" y="45"/>
                  </a:cubicBezTo>
                  <a:cubicBezTo>
                    <a:pt x="1072" y="105"/>
                    <a:pt x="929" y="176"/>
                    <a:pt x="715" y="176"/>
                  </a:cubicBezTo>
                  <a:cubicBezTo>
                    <a:pt x="513" y="176"/>
                    <a:pt x="358" y="105"/>
                    <a:pt x="298" y="45"/>
                  </a:cubicBezTo>
                  <a:cubicBezTo>
                    <a:pt x="268" y="15"/>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4" name="Google Shape;11464;p65"/>
            <p:cNvSpPr/>
            <p:nvPr/>
          </p:nvSpPr>
          <p:spPr>
            <a:xfrm>
              <a:off x="4992030" y="2509570"/>
              <a:ext cx="21923" cy="10581"/>
            </a:xfrm>
            <a:custGeom>
              <a:avLst/>
              <a:gdLst/>
              <a:ahLst/>
              <a:cxnLst/>
              <a:rect l="l" t="t" r="r" b="b"/>
              <a:pathLst>
                <a:path w="692" h="334" extrusionOk="0">
                  <a:moveTo>
                    <a:pt x="168" y="1"/>
                  </a:moveTo>
                  <a:cubicBezTo>
                    <a:pt x="72" y="1"/>
                    <a:pt x="1" y="84"/>
                    <a:pt x="1" y="167"/>
                  </a:cubicBezTo>
                  <a:cubicBezTo>
                    <a:pt x="1" y="262"/>
                    <a:pt x="72" y="334"/>
                    <a:pt x="168" y="334"/>
                  </a:cubicBezTo>
                  <a:lnTo>
                    <a:pt x="525" y="334"/>
                  </a:lnTo>
                  <a:cubicBezTo>
                    <a:pt x="608" y="334"/>
                    <a:pt x="691" y="262"/>
                    <a:pt x="691" y="167"/>
                  </a:cubicBezTo>
                  <a:cubicBezTo>
                    <a:pt x="691" y="84"/>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65"/>
            <p:cNvSpPr/>
            <p:nvPr/>
          </p:nvSpPr>
          <p:spPr>
            <a:xfrm>
              <a:off x="5059191" y="2509570"/>
              <a:ext cx="21511" cy="10581"/>
            </a:xfrm>
            <a:custGeom>
              <a:avLst/>
              <a:gdLst/>
              <a:ahLst/>
              <a:cxnLst/>
              <a:rect l="l" t="t" r="r" b="b"/>
              <a:pathLst>
                <a:path w="679" h="334" extrusionOk="0">
                  <a:moveTo>
                    <a:pt x="155" y="1"/>
                  </a:moveTo>
                  <a:cubicBezTo>
                    <a:pt x="72" y="1"/>
                    <a:pt x="0" y="84"/>
                    <a:pt x="0" y="167"/>
                  </a:cubicBezTo>
                  <a:cubicBezTo>
                    <a:pt x="0" y="262"/>
                    <a:pt x="72" y="334"/>
                    <a:pt x="155" y="334"/>
                  </a:cubicBezTo>
                  <a:lnTo>
                    <a:pt x="512" y="334"/>
                  </a:lnTo>
                  <a:cubicBezTo>
                    <a:pt x="607" y="334"/>
                    <a:pt x="679" y="262"/>
                    <a:pt x="679" y="167"/>
                  </a:cubicBezTo>
                  <a:cubicBezTo>
                    <a:pt x="679" y="84"/>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6" name="Google Shape;11466;p65"/>
          <p:cNvGrpSpPr/>
          <p:nvPr/>
        </p:nvGrpSpPr>
        <p:grpSpPr>
          <a:xfrm>
            <a:off x="5812066" y="2240619"/>
            <a:ext cx="264813" cy="353454"/>
            <a:chOff x="5812066" y="2416019"/>
            <a:chExt cx="264813" cy="353454"/>
          </a:xfrm>
        </p:grpSpPr>
        <p:sp>
          <p:nvSpPr>
            <p:cNvPr id="11467" name="Google Shape;11467;p65"/>
            <p:cNvSpPr/>
            <p:nvPr/>
          </p:nvSpPr>
          <p:spPr>
            <a:xfrm>
              <a:off x="5812066" y="2416019"/>
              <a:ext cx="264813" cy="353454"/>
            </a:xfrm>
            <a:custGeom>
              <a:avLst/>
              <a:gdLst/>
              <a:ahLst/>
              <a:cxnLst/>
              <a:rect l="l" t="t" r="r" b="b"/>
              <a:pathLst>
                <a:path w="8359" h="11157" extrusionOk="0">
                  <a:moveTo>
                    <a:pt x="1572" y="346"/>
                  </a:moveTo>
                  <a:cubicBezTo>
                    <a:pt x="1905" y="346"/>
                    <a:pt x="2215" y="501"/>
                    <a:pt x="2405" y="751"/>
                  </a:cubicBezTo>
                  <a:cubicBezTo>
                    <a:pt x="1846" y="1144"/>
                    <a:pt x="1405" y="1715"/>
                    <a:pt x="1203" y="2394"/>
                  </a:cubicBezTo>
                  <a:cubicBezTo>
                    <a:pt x="798" y="2239"/>
                    <a:pt x="524" y="1834"/>
                    <a:pt x="524" y="1406"/>
                  </a:cubicBezTo>
                  <a:cubicBezTo>
                    <a:pt x="524" y="822"/>
                    <a:pt x="1000" y="346"/>
                    <a:pt x="1572" y="346"/>
                  </a:cubicBezTo>
                  <a:close/>
                  <a:moveTo>
                    <a:pt x="6799" y="358"/>
                  </a:moveTo>
                  <a:cubicBezTo>
                    <a:pt x="7382" y="358"/>
                    <a:pt x="7858" y="834"/>
                    <a:pt x="7858" y="1406"/>
                  </a:cubicBezTo>
                  <a:cubicBezTo>
                    <a:pt x="7858" y="1858"/>
                    <a:pt x="7572" y="2239"/>
                    <a:pt x="7168" y="2394"/>
                  </a:cubicBezTo>
                  <a:cubicBezTo>
                    <a:pt x="6965" y="1727"/>
                    <a:pt x="6537" y="1144"/>
                    <a:pt x="5965" y="751"/>
                  </a:cubicBezTo>
                  <a:cubicBezTo>
                    <a:pt x="6167" y="501"/>
                    <a:pt x="6465" y="358"/>
                    <a:pt x="6799" y="358"/>
                  </a:cubicBezTo>
                  <a:close/>
                  <a:moveTo>
                    <a:pt x="4191" y="548"/>
                  </a:moveTo>
                  <a:cubicBezTo>
                    <a:pt x="5739" y="548"/>
                    <a:pt x="6989" y="1799"/>
                    <a:pt x="6989" y="3346"/>
                  </a:cubicBezTo>
                  <a:cubicBezTo>
                    <a:pt x="6989" y="3537"/>
                    <a:pt x="6977" y="3727"/>
                    <a:pt x="6929" y="3930"/>
                  </a:cubicBezTo>
                  <a:cubicBezTo>
                    <a:pt x="6870" y="3894"/>
                    <a:pt x="6799" y="3882"/>
                    <a:pt x="6727" y="3882"/>
                  </a:cubicBezTo>
                  <a:lnTo>
                    <a:pt x="6620" y="3882"/>
                  </a:lnTo>
                  <a:lnTo>
                    <a:pt x="6620" y="3489"/>
                  </a:lnTo>
                  <a:lnTo>
                    <a:pt x="6632" y="3489"/>
                  </a:lnTo>
                  <a:cubicBezTo>
                    <a:pt x="6727" y="3489"/>
                    <a:pt x="6799" y="3418"/>
                    <a:pt x="6799" y="3335"/>
                  </a:cubicBezTo>
                  <a:cubicBezTo>
                    <a:pt x="6799" y="3239"/>
                    <a:pt x="6727" y="3168"/>
                    <a:pt x="6632" y="3168"/>
                  </a:cubicBezTo>
                  <a:cubicBezTo>
                    <a:pt x="5263" y="3168"/>
                    <a:pt x="4286" y="2715"/>
                    <a:pt x="3703" y="2346"/>
                  </a:cubicBezTo>
                  <a:cubicBezTo>
                    <a:pt x="3060" y="1942"/>
                    <a:pt x="2750" y="1525"/>
                    <a:pt x="2738" y="1525"/>
                  </a:cubicBezTo>
                  <a:cubicBezTo>
                    <a:pt x="2705" y="1484"/>
                    <a:pt x="2656" y="1463"/>
                    <a:pt x="2608" y="1463"/>
                  </a:cubicBezTo>
                  <a:cubicBezTo>
                    <a:pt x="2573" y="1463"/>
                    <a:pt x="2538" y="1475"/>
                    <a:pt x="2512" y="1501"/>
                  </a:cubicBezTo>
                  <a:cubicBezTo>
                    <a:pt x="2441" y="1561"/>
                    <a:pt x="2417" y="1668"/>
                    <a:pt x="2477" y="1715"/>
                  </a:cubicBezTo>
                  <a:cubicBezTo>
                    <a:pt x="2500" y="1739"/>
                    <a:pt x="2834" y="2168"/>
                    <a:pt x="3512" y="2596"/>
                  </a:cubicBezTo>
                  <a:cubicBezTo>
                    <a:pt x="4084" y="2965"/>
                    <a:pt x="5024" y="3382"/>
                    <a:pt x="6287" y="3466"/>
                  </a:cubicBezTo>
                  <a:lnTo>
                    <a:pt x="6287" y="4013"/>
                  </a:lnTo>
                  <a:cubicBezTo>
                    <a:pt x="6287" y="4073"/>
                    <a:pt x="6322" y="4120"/>
                    <a:pt x="6370" y="4144"/>
                  </a:cubicBezTo>
                  <a:cubicBezTo>
                    <a:pt x="6406" y="4180"/>
                    <a:pt x="6406" y="4180"/>
                    <a:pt x="6572" y="4180"/>
                  </a:cubicBezTo>
                  <a:lnTo>
                    <a:pt x="6715" y="4180"/>
                  </a:lnTo>
                  <a:cubicBezTo>
                    <a:pt x="6858" y="4180"/>
                    <a:pt x="6977" y="4299"/>
                    <a:pt x="6977" y="4442"/>
                  </a:cubicBezTo>
                  <a:cubicBezTo>
                    <a:pt x="6977" y="4597"/>
                    <a:pt x="6858" y="4716"/>
                    <a:pt x="6715" y="4716"/>
                  </a:cubicBezTo>
                  <a:lnTo>
                    <a:pt x="6608" y="4716"/>
                  </a:lnTo>
                  <a:lnTo>
                    <a:pt x="6608" y="4692"/>
                  </a:lnTo>
                  <a:cubicBezTo>
                    <a:pt x="6608" y="4609"/>
                    <a:pt x="6537" y="4537"/>
                    <a:pt x="6441" y="4537"/>
                  </a:cubicBezTo>
                  <a:cubicBezTo>
                    <a:pt x="6358" y="4537"/>
                    <a:pt x="6275" y="4609"/>
                    <a:pt x="6275" y="4692"/>
                  </a:cubicBezTo>
                  <a:cubicBezTo>
                    <a:pt x="6275" y="5859"/>
                    <a:pt x="5346" y="6799"/>
                    <a:pt x="4179" y="6799"/>
                  </a:cubicBezTo>
                  <a:cubicBezTo>
                    <a:pt x="3024" y="6799"/>
                    <a:pt x="2096" y="5871"/>
                    <a:pt x="2096" y="4716"/>
                  </a:cubicBezTo>
                  <a:cubicBezTo>
                    <a:pt x="2096" y="4620"/>
                    <a:pt x="2024" y="4549"/>
                    <a:pt x="1929" y="4549"/>
                  </a:cubicBezTo>
                  <a:cubicBezTo>
                    <a:pt x="1846" y="4549"/>
                    <a:pt x="1774" y="4620"/>
                    <a:pt x="1774" y="4716"/>
                  </a:cubicBezTo>
                  <a:lnTo>
                    <a:pt x="1774" y="4728"/>
                  </a:lnTo>
                  <a:lnTo>
                    <a:pt x="1667" y="4728"/>
                  </a:lnTo>
                  <a:cubicBezTo>
                    <a:pt x="1512" y="4728"/>
                    <a:pt x="1393" y="4609"/>
                    <a:pt x="1393" y="4466"/>
                  </a:cubicBezTo>
                  <a:cubicBezTo>
                    <a:pt x="1393" y="4311"/>
                    <a:pt x="1512" y="4192"/>
                    <a:pt x="1667" y="4192"/>
                  </a:cubicBezTo>
                  <a:lnTo>
                    <a:pt x="1798" y="4192"/>
                  </a:lnTo>
                  <a:cubicBezTo>
                    <a:pt x="1976" y="4192"/>
                    <a:pt x="1976" y="4192"/>
                    <a:pt x="2012" y="4180"/>
                  </a:cubicBezTo>
                  <a:cubicBezTo>
                    <a:pt x="2072" y="4144"/>
                    <a:pt x="2096" y="4085"/>
                    <a:pt x="2096" y="4025"/>
                  </a:cubicBezTo>
                  <a:lnTo>
                    <a:pt x="2096" y="3847"/>
                  </a:lnTo>
                  <a:cubicBezTo>
                    <a:pt x="2096" y="3335"/>
                    <a:pt x="2262" y="2882"/>
                    <a:pt x="2572" y="2513"/>
                  </a:cubicBezTo>
                  <a:cubicBezTo>
                    <a:pt x="2631" y="2442"/>
                    <a:pt x="2619" y="2334"/>
                    <a:pt x="2560" y="2287"/>
                  </a:cubicBezTo>
                  <a:cubicBezTo>
                    <a:pt x="2528" y="2260"/>
                    <a:pt x="2488" y="2248"/>
                    <a:pt x="2450" y="2248"/>
                  </a:cubicBezTo>
                  <a:cubicBezTo>
                    <a:pt x="2404" y="2248"/>
                    <a:pt x="2360" y="2266"/>
                    <a:pt x="2334" y="2299"/>
                  </a:cubicBezTo>
                  <a:cubicBezTo>
                    <a:pt x="1965" y="2739"/>
                    <a:pt x="1774" y="3251"/>
                    <a:pt x="1774" y="3870"/>
                  </a:cubicBezTo>
                  <a:lnTo>
                    <a:pt x="1774" y="3882"/>
                  </a:lnTo>
                  <a:lnTo>
                    <a:pt x="1667" y="3882"/>
                  </a:lnTo>
                  <a:cubicBezTo>
                    <a:pt x="1595" y="3882"/>
                    <a:pt x="1512" y="3894"/>
                    <a:pt x="1453" y="3930"/>
                  </a:cubicBezTo>
                  <a:cubicBezTo>
                    <a:pt x="1417" y="3727"/>
                    <a:pt x="1393" y="3537"/>
                    <a:pt x="1393" y="3346"/>
                  </a:cubicBezTo>
                  <a:cubicBezTo>
                    <a:pt x="1393" y="1799"/>
                    <a:pt x="2643" y="548"/>
                    <a:pt x="4191" y="548"/>
                  </a:cubicBezTo>
                  <a:close/>
                  <a:moveTo>
                    <a:pt x="5084" y="6990"/>
                  </a:moveTo>
                  <a:lnTo>
                    <a:pt x="5084" y="7537"/>
                  </a:lnTo>
                  <a:cubicBezTo>
                    <a:pt x="5084" y="7895"/>
                    <a:pt x="5310" y="8228"/>
                    <a:pt x="5667" y="8347"/>
                  </a:cubicBezTo>
                  <a:lnTo>
                    <a:pt x="6001" y="8466"/>
                  </a:lnTo>
                  <a:lnTo>
                    <a:pt x="5620" y="8811"/>
                  </a:lnTo>
                  <a:cubicBezTo>
                    <a:pt x="5489" y="8942"/>
                    <a:pt x="5429" y="9109"/>
                    <a:pt x="5429" y="9300"/>
                  </a:cubicBezTo>
                  <a:lnTo>
                    <a:pt x="5429" y="9359"/>
                  </a:lnTo>
                  <a:cubicBezTo>
                    <a:pt x="5060" y="9514"/>
                    <a:pt x="4643" y="9621"/>
                    <a:pt x="4191" y="9621"/>
                  </a:cubicBezTo>
                  <a:cubicBezTo>
                    <a:pt x="3762" y="9621"/>
                    <a:pt x="3334" y="9538"/>
                    <a:pt x="2965" y="9359"/>
                  </a:cubicBezTo>
                  <a:lnTo>
                    <a:pt x="2965" y="9300"/>
                  </a:lnTo>
                  <a:cubicBezTo>
                    <a:pt x="2965" y="9121"/>
                    <a:pt x="2881" y="8942"/>
                    <a:pt x="2762" y="8811"/>
                  </a:cubicBezTo>
                  <a:lnTo>
                    <a:pt x="2429" y="8466"/>
                  </a:lnTo>
                  <a:lnTo>
                    <a:pt x="2750" y="8347"/>
                  </a:lnTo>
                  <a:cubicBezTo>
                    <a:pt x="3096" y="8228"/>
                    <a:pt x="3334" y="7895"/>
                    <a:pt x="3334" y="7537"/>
                  </a:cubicBezTo>
                  <a:lnTo>
                    <a:pt x="3334" y="6990"/>
                  </a:lnTo>
                  <a:cubicBezTo>
                    <a:pt x="3596" y="7097"/>
                    <a:pt x="3893" y="7156"/>
                    <a:pt x="4215" y="7156"/>
                  </a:cubicBezTo>
                  <a:cubicBezTo>
                    <a:pt x="4524" y="7156"/>
                    <a:pt x="4822" y="7097"/>
                    <a:pt x="5084" y="6990"/>
                  </a:cubicBezTo>
                  <a:close/>
                  <a:moveTo>
                    <a:pt x="1560" y="1"/>
                  </a:moveTo>
                  <a:cubicBezTo>
                    <a:pt x="798" y="1"/>
                    <a:pt x="179" y="620"/>
                    <a:pt x="179" y="1382"/>
                  </a:cubicBezTo>
                  <a:cubicBezTo>
                    <a:pt x="179" y="1977"/>
                    <a:pt x="548" y="2501"/>
                    <a:pt x="1119" y="2692"/>
                  </a:cubicBezTo>
                  <a:cubicBezTo>
                    <a:pt x="1072" y="2882"/>
                    <a:pt x="1060" y="3096"/>
                    <a:pt x="1060" y="3299"/>
                  </a:cubicBezTo>
                  <a:cubicBezTo>
                    <a:pt x="1060" y="3573"/>
                    <a:pt x="1084" y="3835"/>
                    <a:pt x="1155" y="4108"/>
                  </a:cubicBezTo>
                  <a:cubicBezTo>
                    <a:pt x="1095" y="4192"/>
                    <a:pt x="1060" y="4311"/>
                    <a:pt x="1060" y="4442"/>
                  </a:cubicBezTo>
                  <a:cubicBezTo>
                    <a:pt x="1060" y="4775"/>
                    <a:pt x="1322" y="5037"/>
                    <a:pt x="1655" y="5037"/>
                  </a:cubicBezTo>
                  <a:lnTo>
                    <a:pt x="1774" y="5037"/>
                  </a:lnTo>
                  <a:cubicBezTo>
                    <a:pt x="1869" y="5799"/>
                    <a:pt x="2334" y="6442"/>
                    <a:pt x="2965" y="6811"/>
                  </a:cubicBezTo>
                  <a:lnTo>
                    <a:pt x="2965" y="7526"/>
                  </a:lnTo>
                  <a:cubicBezTo>
                    <a:pt x="2965" y="7752"/>
                    <a:pt x="2810" y="7954"/>
                    <a:pt x="2596" y="8038"/>
                  </a:cubicBezTo>
                  <a:lnTo>
                    <a:pt x="798" y="8669"/>
                  </a:lnTo>
                  <a:cubicBezTo>
                    <a:pt x="322" y="8835"/>
                    <a:pt x="0" y="9300"/>
                    <a:pt x="0" y="9823"/>
                  </a:cubicBezTo>
                  <a:lnTo>
                    <a:pt x="0" y="10990"/>
                  </a:lnTo>
                  <a:cubicBezTo>
                    <a:pt x="0" y="11085"/>
                    <a:pt x="71" y="11157"/>
                    <a:pt x="155" y="11157"/>
                  </a:cubicBezTo>
                  <a:cubicBezTo>
                    <a:pt x="250" y="11157"/>
                    <a:pt x="322" y="11085"/>
                    <a:pt x="322" y="10990"/>
                  </a:cubicBezTo>
                  <a:lnTo>
                    <a:pt x="322" y="9823"/>
                  </a:lnTo>
                  <a:cubicBezTo>
                    <a:pt x="322" y="9442"/>
                    <a:pt x="560" y="9109"/>
                    <a:pt x="917" y="8990"/>
                  </a:cubicBezTo>
                  <a:lnTo>
                    <a:pt x="2048" y="8585"/>
                  </a:lnTo>
                  <a:lnTo>
                    <a:pt x="2512" y="9050"/>
                  </a:lnTo>
                  <a:cubicBezTo>
                    <a:pt x="2584" y="9121"/>
                    <a:pt x="2619" y="9204"/>
                    <a:pt x="2619" y="9300"/>
                  </a:cubicBezTo>
                  <a:lnTo>
                    <a:pt x="2619" y="10990"/>
                  </a:lnTo>
                  <a:cubicBezTo>
                    <a:pt x="2619" y="11085"/>
                    <a:pt x="2691" y="11157"/>
                    <a:pt x="2774" y="11157"/>
                  </a:cubicBezTo>
                  <a:cubicBezTo>
                    <a:pt x="2869" y="11157"/>
                    <a:pt x="2941" y="11085"/>
                    <a:pt x="2941" y="10990"/>
                  </a:cubicBezTo>
                  <a:lnTo>
                    <a:pt x="2941" y="9704"/>
                  </a:lnTo>
                  <a:cubicBezTo>
                    <a:pt x="3334" y="9847"/>
                    <a:pt x="3751" y="9943"/>
                    <a:pt x="4179" y="9943"/>
                  </a:cubicBezTo>
                  <a:cubicBezTo>
                    <a:pt x="4608" y="9943"/>
                    <a:pt x="5024" y="9859"/>
                    <a:pt x="5417" y="9704"/>
                  </a:cubicBezTo>
                  <a:lnTo>
                    <a:pt x="5417" y="9776"/>
                  </a:lnTo>
                  <a:cubicBezTo>
                    <a:pt x="5417" y="9859"/>
                    <a:pt x="5489" y="9943"/>
                    <a:pt x="5572" y="9943"/>
                  </a:cubicBezTo>
                  <a:cubicBezTo>
                    <a:pt x="5667" y="9943"/>
                    <a:pt x="5739" y="9859"/>
                    <a:pt x="5739" y="9776"/>
                  </a:cubicBezTo>
                  <a:lnTo>
                    <a:pt x="5739" y="9300"/>
                  </a:lnTo>
                  <a:cubicBezTo>
                    <a:pt x="5739" y="9204"/>
                    <a:pt x="5786" y="9109"/>
                    <a:pt x="5846" y="9038"/>
                  </a:cubicBezTo>
                  <a:lnTo>
                    <a:pt x="6310" y="8585"/>
                  </a:lnTo>
                  <a:lnTo>
                    <a:pt x="7441" y="8978"/>
                  </a:lnTo>
                  <a:cubicBezTo>
                    <a:pt x="7799" y="9097"/>
                    <a:pt x="8037" y="9442"/>
                    <a:pt x="8037" y="9812"/>
                  </a:cubicBezTo>
                  <a:lnTo>
                    <a:pt x="8037" y="10990"/>
                  </a:lnTo>
                  <a:cubicBezTo>
                    <a:pt x="8037" y="11085"/>
                    <a:pt x="8108" y="11157"/>
                    <a:pt x="8192" y="11157"/>
                  </a:cubicBezTo>
                  <a:cubicBezTo>
                    <a:pt x="8287" y="11157"/>
                    <a:pt x="8358" y="11085"/>
                    <a:pt x="8358" y="10990"/>
                  </a:cubicBezTo>
                  <a:lnTo>
                    <a:pt x="8358" y="9812"/>
                  </a:lnTo>
                  <a:cubicBezTo>
                    <a:pt x="8358" y="9300"/>
                    <a:pt x="8037" y="8835"/>
                    <a:pt x="7561" y="8669"/>
                  </a:cubicBezTo>
                  <a:lnTo>
                    <a:pt x="5763" y="8038"/>
                  </a:lnTo>
                  <a:cubicBezTo>
                    <a:pt x="5548" y="7954"/>
                    <a:pt x="5405" y="7752"/>
                    <a:pt x="5405" y="7526"/>
                  </a:cubicBezTo>
                  <a:lnTo>
                    <a:pt x="5405" y="6811"/>
                  </a:lnTo>
                  <a:cubicBezTo>
                    <a:pt x="6037" y="6442"/>
                    <a:pt x="6489" y="5799"/>
                    <a:pt x="6596" y="5037"/>
                  </a:cubicBezTo>
                  <a:lnTo>
                    <a:pt x="6715" y="5037"/>
                  </a:lnTo>
                  <a:cubicBezTo>
                    <a:pt x="7037" y="5037"/>
                    <a:pt x="7310" y="4775"/>
                    <a:pt x="7310" y="4442"/>
                  </a:cubicBezTo>
                  <a:cubicBezTo>
                    <a:pt x="7310" y="4323"/>
                    <a:pt x="7263" y="4204"/>
                    <a:pt x="7203" y="4108"/>
                  </a:cubicBezTo>
                  <a:cubicBezTo>
                    <a:pt x="7275" y="3847"/>
                    <a:pt x="7310" y="3585"/>
                    <a:pt x="7310" y="3299"/>
                  </a:cubicBezTo>
                  <a:cubicBezTo>
                    <a:pt x="7310" y="3096"/>
                    <a:pt x="7287" y="2882"/>
                    <a:pt x="7251" y="2692"/>
                  </a:cubicBezTo>
                  <a:cubicBezTo>
                    <a:pt x="7799" y="2501"/>
                    <a:pt x="8180" y="1977"/>
                    <a:pt x="8180" y="1382"/>
                  </a:cubicBezTo>
                  <a:cubicBezTo>
                    <a:pt x="8180" y="620"/>
                    <a:pt x="7561" y="1"/>
                    <a:pt x="6799" y="1"/>
                  </a:cubicBezTo>
                  <a:cubicBezTo>
                    <a:pt x="6358" y="1"/>
                    <a:pt x="5953" y="203"/>
                    <a:pt x="5679" y="560"/>
                  </a:cubicBezTo>
                  <a:cubicBezTo>
                    <a:pt x="5239" y="310"/>
                    <a:pt x="4727" y="179"/>
                    <a:pt x="4179" y="179"/>
                  </a:cubicBezTo>
                  <a:cubicBezTo>
                    <a:pt x="3631" y="179"/>
                    <a:pt x="3119" y="310"/>
                    <a:pt x="2679" y="560"/>
                  </a:cubicBezTo>
                  <a:cubicBezTo>
                    <a:pt x="2429" y="203"/>
                    <a:pt x="2012"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65"/>
            <p:cNvSpPr/>
            <p:nvPr/>
          </p:nvSpPr>
          <p:spPr>
            <a:xfrm>
              <a:off x="5923707" y="2588136"/>
              <a:ext cx="43402" cy="15396"/>
            </a:xfrm>
            <a:custGeom>
              <a:avLst/>
              <a:gdLst/>
              <a:ahLst/>
              <a:cxnLst/>
              <a:rect l="l" t="t" r="r" b="b"/>
              <a:pathLst>
                <a:path w="1370" h="486" extrusionOk="0">
                  <a:moveTo>
                    <a:pt x="173" y="0"/>
                  </a:moveTo>
                  <a:cubicBezTo>
                    <a:pt x="131" y="0"/>
                    <a:pt x="90" y="15"/>
                    <a:pt x="60" y="45"/>
                  </a:cubicBezTo>
                  <a:cubicBezTo>
                    <a:pt x="0" y="104"/>
                    <a:pt x="0" y="199"/>
                    <a:pt x="60" y="259"/>
                  </a:cubicBezTo>
                  <a:cubicBezTo>
                    <a:pt x="191" y="402"/>
                    <a:pt x="429" y="485"/>
                    <a:pt x="703" y="485"/>
                  </a:cubicBezTo>
                  <a:cubicBezTo>
                    <a:pt x="953" y="485"/>
                    <a:pt x="1191" y="402"/>
                    <a:pt x="1334" y="259"/>
                  </a:cubicBezTo>
                  <a:cubicBezTo>
                    <a:pt x="1370" y="199"/>
                    <a:pt x="1370" y="104"/>
                    <a:pt x="1310" y="45"/>
                  </a:cubicBezTo>
                  <a:cubicBezTo>
                    <a:pt x="1280" y="15"/>
                    <a:pt x="1239" y="0"/>
                    <a:pt x="1197" y="0"/>
                  </a:cubicBezTo>
                  <a:cubicBezTo>
                    <a:pt x="1155" y="0"/>
                    <a:pt x="1114" y="15"/>
                    <a:pt x="1084" y="45"/>
                  </a:cubicBezTo>
                  <a:cubicBezTo>
                    <a:pt x="1024" y="104"/>
                    <a:pt x="881" y="176"/>
                    <a:pt x="679" y="176"/>
                  </a:cubicBezTo>
                  <a:cubicBezTo>
                    <a:pt x="488" y="176"/>
                    <a:pt x="346" y="104"/>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65"/>
            <p:cNvSpPr/>
            <p:nvPr/>
          </p:nvSpPr>
          <p:spPr>
            <a:xfrm>
              <a:off x="5983677" y="2742291"/>
              <a:ext cx="10201" cy="26833"/>
            </a:xfrm>
            <a:custGeom>
              <a:avLst/>
              <a:gdLst/>
              <a:ahLst/>
              <a:cxnLst/>
              <a:rect l="l" t="t" r="r" b="b"/>
              <a:pathLst>
                <a:path w="322" h="847" extrusionOk="0">
                  <a:moveTo>
                    <a:pt x="155" y="1"/>
                  </a:moveTo>
                  <a:cubicBezTo>
                    <a:pt x="72" y="1"/>
                    <a:pt x="0" y="72"/>
                    <a:pt x="0" y="155"/>
                  </a:cubicBezTo>
                  <a:lnTo>
                    <a:pt x="0" y="679"/>
                  </a:lnTo>
                  <a:cubicBezTo>
                    <a:pt x="0" y="775"/>
                    <a:pt x="72" y="846"/>
                    <a:pt x="155" y="846"/>
                  </a:cubicBezTo>
                  <a:cubicBezTo>
                    <a:pt x="250" y="846"/>
                    <a:pt x="322" y="775"/>
                    <a:pt x="322" y="679"/>
                  </a:cubicBezTo>
                  <a:lnTo>
                    <a:pt x="322" y="155"/>
                  </a:lnTo>
                  <a:cubicBezTo>
                    <a:pt x="322" y="72"/>
                    <a:pt x="262"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65"/>
            <p:cNvSpPr/>
            <p:nvPr/>
          </p:nvSpPr>
          <p:spPr>
            <a:xfrm>
              <a:off x="5906726" y="2543531"/>
              <a:ext cx="10581" cy="16252"/>
            </a:xfrm>
            <a:custGeom>
              <a:avLst/>
              <a:gdLst/>
              <a:ahLst/>
              <a:cxnLst/>
              <a:rect l="l" t="t" r="r" b="b"/>
              <a:pathLst>
                <a:path w="334" h="513" extrusionOk="0">
                  <a:moveTo>
                    <a:pt x="167" y="0"/>
                  </a:moveTo>
                  <a:cubicBezTo>
                    <a:pt x="72" y="0"/>
                    <a:pt x="1" y="72"/>
                    <a:pt x="1" y="167"/>
                  </a:cubicBezTo>
                  <a:lnTo>
                    <a:pt x="1" y="345"/>
                  </a:lnTo>
                  <a:cubicBezTo>
                    <a:pt x="1" y="441"/>
                    <a:pt x="72" y="512"/>
                    <a:pt x="167" y="512"/>
                  </a:cubicBezTo>
                  <a:cubicBezTo>
                    <a:pt x="251" y="512"/>
                    <a:pt x="322" y="441"/>
                    <a:pt x="322" y="345"/>
                  </a:cubicBezTo>
                  <a:lnTo>
                    <a:pt x="322"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65"/>
            <p:cNvSpPr/>
            <p:nvPr/>
          </p:nvSpPr>
          <p:spPr>
            <a:xfrm>
              <a:off x="5972747" y="2543531"/>
              <a:ext cx="10581" cy="16252"/>
            </a:xfrm>
            <a:custGeom>
              <a:avLst/>
              <a:gdLst/>
              <a:ahLst/>
              <a:cxnLst/>
              <a:rect l="l" t="t" r="r" b="b"/>
              <a:pathLst>
                <a:path w="334" h="513" extrusionOk="0">
                  <a:moveTo>
                    <a:pt x="167" y="0"/>
                  </a:moveTo>
                  <a:cubicBezTo>
                    <a:pt x="72" y="0"/>
                    <a:pt x="0" y="72"/>
                    <a:pt x="0" y="167"/>
                  </a:cubicBezTo>
                  <a:lnTo>
                    <a:pt x="0" y="345"/>
                  </a:lnTo>
                  <a:cubicBezTo>
                    <a:pt x="0" y="441"/>
                    <a:pt x="72" y="512"/>
                    <a:pt x="167" y="512"/>
                  </a:cubicBezTo>
                  <a:cubicBezTo>
                    <a:pt x="250" y="512"/>
                    <a:pt x="322" y="441"/>
                    <a:pt x="322" y="345"/>
                  </a:cubicBezTo>
                  <a:lnTo>
                    <a:pt x="322"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65"/>
            <p:cNvSpPr/>
            <p:nvPr/>
          </p:nvSpPr>
          <p:spPr>
            <a:xfrm>
              <a:off x="5901055" y="2526931"/>
              <a:ext cx="16252" cy="10581"/>
            </a:xfrm>
            <a:custGeom>
              <a:avLst/>
              <a:gdLst/>
              <a:ahLst/>
              <a:cxnLst/>
              <a:rect l="l" t="t" r="r" b="b"/>
              <a:pathLst>
                <a:path w="513" h="334" extrusionOk="0">
                  <a:moveTo>
                    <a:pt x="168" y="0"/>
                  </a:moveTo>
                  <a:cubicBezTo>
                    <a:pt x="72" y="0"/>
                    <a:pt x="1" y="84"/>
                    <a:pt x="1" y="167"/>
                  </a:cubicBezTo>
                  <a:cubicBezTo>
                    <a:pt x="1" y="262"/>
                    <a:pt x="72" y="334"/>
                    <a:pt x="168" y="334"/>
                  </a:cubicBezTo>
                  <a:lnTo>
                    <a:pt x="346" y="334"/>
                  </a:lnTo>
                  <a:cubicBezTo>
                    <a:pt x="430" y="334"/>
                    <a:pt x="501" y="262"/>
                    <a:pt x="501" y="167"/>
                  </a:cubicBezTo>
                  <a:cubicBezTo>
                    <a:pt x="513" y="84"/>
                    <a:pt x="430"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65"/>
            <p:cNvSpPr/>
            <p:nvPr/>
          </p:nvSpPr>
          <p:spPr>
            <a:xfrm>
              <a:off x="5972367" y="2526899"/>
              <a:ext cx="16220" cy="10613"/>
            </a:xfrm>
            <a:custGeom>
              <a:avLst/>
              <a:gdLst/>
              <a:ahLst/>
              <a:cxnLst/>
              <a:rect l="l" t="t" r="r" b="b"/>
              <a:pathLst>
                <a:path w="512" h="335" extrusionOk="0">
                  <a:moveTo>
                    <a:pt x="364" y="0"/>
                  </a:moveTo>
                  <a:cubicBezTo>
                    <a:pt x="358" y="0"/>
                    <a:pt x="352" y="0"/>
                    <a:pt x="345" y="1"/>
                  </a:cubicBezTo>
                  <a:lnTo>
                    <a:pt x="167" y="1"/>
                  </a:lnTo>
                  <a:cubicBezTo>
                    <a:pt x="72" y="1"/>
                    <a:pt x="0" y="85"/>
                    <a:pt x="0" y="168"/>
                  </a:cubicBezTo>
                  <a:cubicBezTo>
                    <a:pt x="0" y="263"/>
                    <a:pt x="72" y="335"/>
                    <a:pt x="167" y="335"/>
                  </a:cubicBezTo>
                  <a:lnTo>
                    <a:pt x="345" y="335"/>
                  </a:lnTo>
                  <a:cubicBezTo>
                    <a:pt x="429" y="335"/>
                    <a:pt x="500" y="263"/>
                    <a:pt x="500" y="168"/>
                  </a:cubicBezTo>
                  <a:cubicBezTo>
                    <a:pt x="511" y="79"/>
                    <a:pt x="450" y="0"/>
                    <a:pt x="3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4" name="Google Shape;11474;p65"/>
          <p:cNvGrpSpPr/>
          <p:nvPr/>
        </p:nvGrpSpPr>
        <p:grpSpPr>
          <a:xfrm>
            <a:off x="8054820" y="2240999"/>
            <a:ext cx="264433" cy="353454"/>
            <a:chOff x="8054820" y="2416399"/>
            <a:chExt cx="264433" cy="353454"/>
          </a:xfrm>
        </p:grpSpPr>
        <p:sp>
          <p:nvSpPr>
            <p:cNvPr id="11475" name="Google Shape;11475;p65"/>
            <p:cNvSpPr/>
            <p:nvPr/>
          </p:nvSpPr>
          <p:spPr>
            <a:xfrm>
              <a:off x="8148371" y="2538621"/>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65"/>
            <p:cNvSpPr/>
            <p:nvPr/>
          </p:nvSpPr>
          <p:spPr>
            <a:xfrm>
              <a:off x="8214361" y="2538621"/>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65"/>
            <p:cNvSpPr/>
            <p:nvPr/>
          </p:nvSpPr>
          <p:spPr>
            <a:xfrm>
              <a:off x="8054820" y="2416399"/>
              <a:ext cx="264433" cy="353454"/>
            </a:xfrm>
            <a:custGeom>
              <a:avLst/>
              <a:gdLst/>
              <a:ahLst/>
              <a:cxnLst/>
              <a:rect l="l" t="t" r="r" b="b"/>
              <a:pathLst>
                <a:path w="8347" h="11157" extrusionOk="0">
                  <a:moveTo>
                    <a:pt x="1703" y="5025"/>
                  </a:moveTo>
                  <a:cubicBezTo>
                    <a:pt x="1787" y="5204"/>
                    <a:pt x="1882" y="5418"/>
                    <a:pt x="1882" y="5573"/>
                  </a:cubicBezTo>
                  <a:cubicBezTo>
                    <a:pt x="1882" y="5680"/>
                    <a:pt x="1787" y="5763"/>
                    <a:pt x="1703" y="5763"/>
                  </a:cubicBezTo>
                  <a:cubicBezTo>
                    <a:pt x="1608" y="5763"/>
                    <a:pt x="1525" y="5668"/>
                    <a:pt x="1525" y="5573"/>
                  </a:cubicBezTo>
                  <a:cubicBezTo>
                    <a:pt x="1525" y="5430"/>
                    <a:pt x="1608" y="5204"/>
                    <a:pt x="1703" y="5025"/>
                  </a:cubicBezTo>
                  <a:close/>
                  <a:moveTo>
                    <a:pt x="6585" y="5025"/>
                  </a:moveTo>
                  <a:cubicBezTo>
                    <a:pt x="6668" y="5204"/>
                    <a:pt x="6763" y="5418"/>
                    <a:pt x="6763" y="5573"/>
                  </a:cubicBezTo>
                  <a:cubicBezTo>
                    <a:pt x="6763" y="5680"/>
                    <a:pt x="6668" y="5763"/>
                    <a:pt x="6585" y="5763"/>
                  </a:cubicBezTo>
                  <a:cubicBezTo>
                    <a:pt x="6490" y="5763"/>
                    <a:pt x="6406" y="5668"/>
                    <a:pt x="6406" y="5573"/>
                  </a:cubicBezTo>
                  <a:cubicBezTo>
                    <a:pt x="6406" y="5430"/>
                    <a:pt x="6490" y="5204"/>
                    <a:pt x="6585" y="5025"/>
                  </a:cubicBezTo>
                  <a:close/>
                  <a:moveTo>
                    <a:pt x="4144" y="322"/>
                  </a:moveTo>
                  <a:cubicBezTo>
                    <a:pt x="6073" y="322"/>
                    <a:pt x="7633" y="1894"/>
                    <a:pt x="7633" y="3823"/>
                  </a:cubicBezTo>
                  <a:cubicBezTo>
                    <a:pt x="7633" y="5847"/>
                    <a:pt x="6478" y="7752"/>
                    <a:pt x="6299" y="8049"/>
                  </a:cubicBezTo>
                  <a:lnTo>
                    <a:pt x="5716" y="7847"/>
                  </a:lnTo>
                  <a:cubicBezTo>
                    <a:pt x="5513" y="7764"/>
                    <a:pt x="5358" y="7561"/>
                    <a:pt x="5358" y="7335"/>
                  </a:cubicBezTo>
                  <a:lnTo>
                    <a:pt x="5358" y="6621"/>
                  </a:lnTo>
                  <a:cubicBezTo>
                    <a:pt x="5692" y="6430"/>
                    <a:pt x="5966" y="6180"/>
                    <a:pt x="6180" y="5859"/>
                  </a:cubicBezTo>
                  <a:cubicBezTo>
                    <a:pt x="6263" y="6001"/>
                    <a:pt x="6418" y="6073"/>
                    <a:pt x="6597" y="6073"/>
                  </a:cubicBezTo>
                  <a:cubicBezTo>
                    <a:pt x="6882" y="6073"/>
                    <a:pt x="7097" y="5847"/>
                    <a:pt x="7097" y="5561"/>
                  </a:cubicBezTo>
                  <a:cubicBezTo>
                    <a:pt x="7097" y="5323"/>
                    <a:pt x="6966" y="5025"/>
                    <a:pt x="6859" y="4823"/>
                  </a:cubicBezTo>
                  <a:cubicBezTo>
                    <a:pt x="7097" y="4751"/>
                    <a:pt x="7275" y="4525"/>
                    <a:pt x="7275" y="4251"/>
                  </a:cubicBezTo>
                  <a:cubicBezTo>
                    <a:pt x="7275" y="3930"/>
                    <a:pt x="7013" y="3656"/>
                    <a:pt x="6680" y="3656"/>
                  </a:cubicBezTo>
                  <a:lnTo>
                    <a:pt x="6597" y="3656"/>
                  </a:lnTo>
                  <a:cubicBezTo>
                    <a:pt x="6597" y="3656"/>
                    <a:pt x="6585" y="3656"/>
                    <a:pt x="6585" y="3644"/>
                  </a:cubicBezTo>
                  <a:lnTo>
                    <a:pt x="6585" y="3120"/>
                  </a:lnTo>
                  <a:cubicBezTo>
                    <a:pt x="6585" y="2453"/>
                    <a:pt x="6049" y="1918"/>
                    <a:pt x="5370" y="1918"/>
                  </a:cubicBezTo>
                  <a:lnTo>
                    <a:pt x="5192" y="1918"/>
                  </a:lnTo>
                  <a:cubicBezTo>
                    <a:pt x="5108" y="1918"/>
                    <a:pt x="5037" y="1989"/>
                    <a:pt x="5037" y="2084"/>
                  </a:cubicBezTo>
                  <a:cubicBezTo>
                    <a:pt x="5037" y="2168"/>
                    <a:pt x="5108" y="2251"/>
                    <a:pt x="5192" y="2251"/>
                  </a:cubicBezTo>
                  <a:lnTo>
                    <a:pt x="5370" y="2251"/>
                  </a:lnTo>
                  <a:cubicBezTo>
                    <a:pt x="5870" y="2251"/>
                    <a:pt x="6251" y="2644"/>
                    <a:pt x="6251" y="3120"/>
                  </a:cubicBezTo>
                  <a:lnTo>
                    <a:pt x="6251" y="3644"/>
                  </a:lnTo>
                  <a:cubicBezTo>
                    <a:pt x="6251" y="3823"/>
                    <a:pt x="6406" y="3989"/>
                    <a:pt x="6597" y="3989"/>
                  </a:cubicBezTo>
                  <a:lnTo>
                    <a:pt x="6680" y="3989"/>
                  </a:lnTo>
                  <a:cubicBezTo>
                    <a:pt x="6835" y="3989"/>
                    <a:pt x="6954" y="4108"/>
                    <a:pt x="6954" y="4251"/>
                  </a:cubicBezTo>
                  <a:cubicBezTo>
                    <a:pt x="6954" y="4406"/>
                    <a:pt x="6835" y="4525"/>
                    <a:pt x="6680" y="4525"/>
                  </a:cubicBezTo>
                  <a:lnTo>
                    <a:pt x="6585" y="4525"/>
                  </a:lnTo>
                  <a:lnTo>
                    <a:pt x="6585" y="4501"/>
                  </a:lnTo>
                  <a:cubicBezTo>
                    <a:pt x="6585" y="4418"/>
                    <a:pt x="6501" y="4346"/>
                    <a:pt x="6418" y="4346"/>
                  </a:cubicBezTo>
                  <a:cubicBezTo>
                    <a:pt x="6323" y="4346"/>
                    <a:pt x="6251" y="4418"/>
                    <a:pt x="6251" y="4501"/>
                  </a:cubicBezTo>
                  <a:cubicBezTo>
                    <a:pt x="6251" y="5668"/>
                    <a:pt x="5311" y="6609"/>
                    <a:pt x="4156" y="6609"/>
                  </a:cubicBezTo>
                  <a:cubicBezTo>
                    <a:pt x="2989" y="6609"/>
                    <a:pt x="2060" y="5668"/>
                    <a:pt x="2060" y="4501"/>
                  </a:cubicBezTo>
                  <a:cubicBezTo>
                    <a:pt x="2060" y="4418"/>
                    <a:pt x="1977" y="4346"/>
                    <a:pt x="1894" y="4346"/>
                  </a:cubicBezTo>
                  <a:cubicBezTo>
                    <a:pt x="1798" y="4346"/>
                    <a:pt x="1727" y="4418"/>
                    <a:pt x="1727" y="4501"/>
                  </a:cubicBezTo>
                  <a:lnTo>
                    <a:pt x="1727" y="4525"/>
                  </a:lnTo>
                  <a:lnTo>
                    <a:pt x="1620" y="4525"/>
                  </a:lnTo>
                  <a:cubicBezTo>
                    <a:pt x="1477" y="4525"/>
                    <a:pt x="1358" y="4406"/>
                    <a:pt x="1358" y="4251"/>
                  </a:cubicBezTo>
                  <a:cubicBezTo>
                    <a:pt x="1358" y="4108"/>
                    <a:pt x="1477" y="3989"/>
                    <a:pt x="1620" y="3989"/>
                  </a:cubicBezTo>
                  <a:lnTo>
                    <a:pt x="1715" y="3989"/>
                  </a:lnTo>
                  <a:cubicBezTo>
                    <a:pt x="1894" y="3989"/>
                    <a:pt x="2060" y="3835"/>
                    <a:pt x="2060" y="3644"/>
                  </a:cubicBezTo>
                  <a:lnTo>
                    <a:pt x="2060" y="3120"/>
                  </a:lnTo>
                  <a:cubicBezTo>
                    <a:pt x="2060" y="2632"/>
                    <a:pt x="2453" y="2251"/>
                    <a:pt x="2930" y="2251"/>
                  </a:cubicBezTo>
                  <a:lnTo>
                    <a:pt x="4501" y="2251"/>
                  </a:lnTo>
                  <a:cubicBezTo>
                    <a:pt x="4585" y="2251"/>
                    <a:pt x="4656" y="2168"/>
                    <a:pt x="4656" y="2084"/>
                  </a:cubicBezTo>
                  <a:cubicBezTo>
                    <a:pt x="4656" y="1989"/>
                    <a:pt x="4585" y="1918"/>
                    <a:pt x="4501" y="1918"/>
                  </a:cubicBezTo>
                  <a:lnTo>
                    <a:pt x="2930" y="1918"/>
                  </a:lnTo>
                  <a:cubicBezTo>
                    <a:pt x="2632" y="1918"/>
                    <a:pt x="2394" y="1679"/>
                    <a:pt x="2394" y="1382"/>
                  </a:cubicBezTo>
                  <a:cubicBezTo>
                    <a:pt x="2394" y="798"/>
                    <a:pt x="3025" y="322"/>
                    <a:pt x="3799" y="322"/>
                  </a:cubicBezTo>
                  <a:close/>
                  <a:moveTo>
                    <a:pt x="2084" y="1310"/>
                  </a:moveTo>
                  <a:lnTo>
                    <a:pt x="2084" y="1406"/>
                  </a:lnTo>
                  <a:cubicBezTo>
                    <a:pt x="2084" y="1679"/>
                    <a:pt x="2203" y="1918"/>
                    <a:pt x="2394" y="2084"/>
                  </a:cubicBezTo>
                  <a:cubicBezTo>
                    <a:pt x="2013" y="2275"/>
                    <a:pt x="1727" y="2692"/>
                    <a:pt x="1727" y="3156"/>
                  </a:cubicBezTo>
                  <a:lnTo>
                    <a:pt x="1727" y="3680"/>
                  </a:lnTo>
                  <a:cubicBezTo>
                    <a:pt x="1727" y="3680"/>
                    <a:pt x="1727" y="3692"/>
                    <a:pt x="1715" y="3692"/>
                  </a:cubicBezTo>
                  <a:lnTo>
                    <a:pt x="1620" y="3692"/>
                  </a:lnTo>
                  <a:cubicBezTo>
                    <a:pt x="1298" y="3692"/>
                    <a:pt x="1025" y="3954"/>
                    <a:pt x="1025" y="4287"/>
                  </a:cubicBezTo>
                  <a:cubicBezTo>
                    <a:pt x="1025" y="4549"/>
                    <a:pt x="1203" y="4775"/>
                    <a:pt x="1441" y="4847"/>
                  </a:cubicBezTo>
                  <a:cubicBezTo>
                    <a:pt x="1346" y="5037"/>
                    <a:pt x="1203" y="5335"/>
                    <a:pt x="1203" y="5597"/>
                  </a:cubicBezTo>
                  <a:cubicBezTo>
                    <a:pt x="1203" y="5870"/>
                    <a:pt x="1429" y="6097"/>
                    <a:pt x="1715" y="6097"/>
                  </a:cubicBezTo>
                  <a:cubicBezTo>
                    <a:pt x="1894" y="6097"/>
                    <a:pt x="2037" y="6013"/>
                    <a:pt x="2132" y="5894"/>
                  </a:cubicBezTo>
                  <a:cubicBezTo>
                    <a:pt x="2334" y="6204"/>
                    <a:pt x="2620" y="6466"/>
                    <a:pt x="2953" y="6656"/>
                  </a:cubicBezTo>
                  <a:lnTo>
                    <a:pt x="2953" y="7347"/>
                  </a:lnTo>
                  <a:cubicBezTo>
                    <a:pt x="2953" y="7573"/>
                    <a:pt x="2799" y="7787"/>
                    <a:pt x="2584" y="7859"/>
                  </a:cubicBezTo>
                  <a:lnTo>
                    <a:pt x="1965" y="8085"/>
                  </a:lnTo>
                  <a:cubicBezTo>
                    <a:pt x="1715" y="7621"/>
                    <a:pt x="834" y="5847"/>
                    <a:pt x="834" y="3882"/>
                  </a:cubicBezTo>
                  <a:cubicBezTo>
                    <a:pt x="834" y="3275"/>
                    <a:pt x="989" y="2727"/>
                    <a:pt x="1263" y="2227"/>
                  </a:cubicBezTo>
                  <a:cubicBezTo>
                    <a:pt x="1477" y="1870"/>
                    <a:pt x="1739" y="1560"/>
                    <a:pt x="2084" y="1310"/>
                  </a:cubicBezTo>
                  <a:close/>
                  <a:moveTo>
                    <a:pt x="3811" y="1"/>
                  </a:moveTo>
                  <a:cubicBezTo>
                    <a:pt x="3346" y="1"/>
                    <a:pt x="2918" y="132"/>
                    <a:pt x="2608" y="382"/>
                  </a:cubicBezTo>
                  <a:cubicBezTo>
                    <a:pt x="2453" y="489"/>
                    <a:pt x="2358" y="620"/>
                    <a:pt x="2263" y="763"/>
                  </a:cubicBezTo>
                  <a:cubicBezTo>
                    <a:pt x="1715" y="1084"/>
                    <a:pt x="1286" y="1537"/>
                    <a:pt x="1001" y="2037"/>
                  </a:cubicBezTo>
                  <a:cubicBezTo>
                    <a:pt x="691" y="2572"/>
                    <a:pt x="524" y="3192"/>
                    <a:pt x="524" y="3858"/>
                  </a:cubicBezTo>
                  <a:cubicBezTo>
                    <a:pt x="524" y="5108"/>
                    <a:pt x="870" y="6251"/>
                    <a:pt x="1144" y="6990"/>
                  </a:cubicBezTo>
                  <a:cubicBezTo>
                    <a:pt x="1358" y="7525"/>
                    <a:pt x="1548" y="7942"/>
                    <a:pt x="1667" y="8156"/>
                  </a:cubicBezTo>
                  <a:lnTo>
                    <a:pt x="810" y="8454"/>
                  </a:lnTo>
                  <a:cubicBezTo>
                    <a:pt x="334" y="8621"/>
                    <a:pt x="1" y="9073"/>
                    <a:pt x="1" y="9597"/>
                  </a:cubicBezTo>
                  <a:lnTo>
                    <a:pt x="1" y="10954"/>
                  </a:lnTo>
                  <a:cubicBezTo>
                    <a:pt x="1" y="11038"/>
                    <a:pt x="72" y="11121"/>
                    <a:pt x="167" y="11121"/>
                  </a:cubicBezTo>
                  <a:cubicBezTo>
                    <a:pt x="251" y="11121"/>
                    <a:pt x="322" y="11038"/>
                    <a:pt x="322" y="10954"/>
                  </a:cubicBezTo>
                  <a:lnTo>
                    <a:pt x="322" y="9633"/>
                  </a:lnTo>
                  <a:cubicBezTo>
                    <a:pt x="322" y="9252"/>
                    <a:pt x="560" y="8918"/>
                    <a:pt x="917" y="8799"/>
                  </a:cubicBezTo>
                  <a:lnTo>
                    <a:pt x="1191" y="8704"/>
                  </a:lnTo>
                  <a:cubicBezTo>
                    <a:pt x="1810" y="9561"/>
                    <a:pt x="2941" y="10097"/>
                    <a:pt x="4180" y="10097"/>
                  </a:cubicBezTo>
                  <a:cubicBezTo>
                    <a:pt x="4727" y="10097"/>
                    <a:pt x="5287" y="10002"/>
                    <a:pt x="5775" y="9788"/>
                  </a:cubicBezTo>
                  <a:cubicBezTo>
                    <a:pt x="5858" y="9764"/>
                    <a:pt x="5894" y="9657"/>
                    <a:pt x="5858" y="9585"/>
                  </a:cubicBezTo>
                  <a:cubicBezTo>
                    <a:pt x="5840" y="9512"/>
                    <a:pt x="5773" y="9481"/>
                    <a:pt x="5711" y="9481"/>
                  </a:cubicBezTo>
                  <a:cubicBezTo>
                    <a:pt x="5692" y="9481"/>
                    <a:pt x="5673" y="9484"/>
                    <a:pt x="5656" y="9490"/>
                  </a:cubicBezTo>
                  <a:cubicBezTo>
                    <a:pt x="5204" y="9680"/>
                    <a:pt x="4704" y="9788"/>
                    <a:pt x="4180" y="9788"/>
                  </a:cubicBezTo>
                  <a:cubicBezTo>
                    <a:pt x="3096" y="9788"/>
                    <a:pt x="2084" y="9347"/>
                    <a:pt x="1513" y="8609"/>
                  </a:cubicBezTo>
                  <a:lnTo>
                    <a:pt x="2727" y="8180"/>
                  </a:lnTo>
                  <a:cubicBezTo>
                    <a:pt x="3061" y="8061"/>
                    <a:pt x="3299" y="7740"/>
                    <a:pt x="3299" y="7383"/>
                  </a:cubicBezTo>
                  <a:lnTo>
                    <a:pt x="3299" y="6823"/>
                  </a:lnTo>
                  <a:cubicBezTo>
                    <a:pt x="3572" y="6930"/>
                    <a:pt x="3870" y="6990"/>
                    <a:pt x="4180" y="6990"/>
                  </a:cubicBezTo>
                  <a:cubicBezTo>
                    <a:pt x="4489" y="6990"/>
                    <a:pt x="4787" y="6930"/>
                    <a:pt x="5061" y="6823"/>
                  </a:cubicBezTo>
                  <a:lnTo>
                    <a:pt x="5061" y="7383"/>
                  </a:lnTo>
                  <a:cubicBezTo>
                    <a:pt x="5061" y="7740"/>
                    <a:pt x="5287" y="8061"/>
                    <a:pt x="5644" y="8180"/>
                  </a:cubicBezTo>
                  <a:lnTo>
                    <a:pt x="6847" y="8609"/>
                  </a:lnTo>
                  <a:cubicBezTo>
                    <a:pt x="6680" y="8823"/>
                    <a:pt x="6478" y="9014"/>
                    <a:pt x="6239" y="9180"/>
                  </a:cubicBezTo>
                  <a:cubicBezTo>
                    <a:pt x="6156" y="9228"/>
                    <a:pt x="6144" y="9323"/>
                    <a:pt x="6192" y="9407"/>
                  </a:cubicBezTo>
                  <a:cubicBezTo>
                    <a:pt x="6216" y="9442"/>
                    <a:pt x="6275" y="9478"/>
                    <a:pt x="6323" y="9478"/>
                  </a:cubicBezTo>
                  <a:cubicBezTo>
                    <a:pt x="6359" y="9478"/>
                    <a:pt x="6382" y="9466"/>
                    <a:pt x="6418" y="9442"/>
                  </a:cubicBezTo>
                  <a:cubicBezTo>
                    <a:pt x="6716" y="9240"/>
                    <a:pt x="6966" y="9002"/>
                    <a:pt x="7156" y="8716"/>
                  </a:cubicBezTo>
                  <a:lnTo>
                    <a:pt x="7430" y="8811"/>
                  </a:lnTo>
                  <a:cubicBezTo>
                    <a:pt x="7787" y="8930"/>
                    <a:pt x="8025" y="9264"/>
                    <a:pt x="8025" y="9645"/>
                  </a:cubicBezTo>
                  <a:lnTo>
                    <a:pt x="8025" y="10990"/>
                  </a:lnTo>
                  <a:cubicBezTo>
                    <a:pt x="8025" y="11085"/>
                    <a:pt x="8097" y="11157"/>
                    <a:pt x="8180" y="11157"/>
                  </a:cubicBezTo>
                  <a:cubicBezTo>
                    <a:pt x="8275" y="11157"/>
                    <a:pt x="8347" y="11085"/>
                    <a:pt x="8347" y="10990"/>
                  </a:cubicBezTo>
                  <a:lnTo>
                    <a:pt x="8347" y="9633"/>
                  </a:lnTo>
                  <a:cubicBezTo>
                    <a:pt x="8323" y="9109"/>
                    <a:pt x="7990" y="8657"/>
                    <a:pt x="7513" y="8478"/>
                  </a:cubicBezTo>
                  <a:lnTo>
                    <a:pt x="6620" y="8168"/>
                  </a:lnTo>
                  <a:cubicBezTo>
                    <a:pt x="6740" y="7978"/>
                    <a:pt x="7013" y="7525"/>
                    <a:pt x="7263" y="6918"/>
                  </a:cubicBezTo>
                  <a:cubicBezTo>
                    <a:pt x="7847" y="5561"/>
                    <a:pt x="7978" y="4489"/>
                    <a:pt x="7978" y="3823"/>
                  </a:cubicBezTo>
                  <a:cubicBezTo>
                    <a:pt x="7978" y="1703"/>
                    <a:pt x="6263"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8" name="Google Shape;11478;p65"/>
            <p:cNvSpPr/>
            <p:nvPr/>
          </p:nvSpPr>
          <p:spPr>
            <a:xfrm>
              <a:off x="8164972" y="2582371"/>
              <a:ext cx="43782" cy="15492"/>
            </a:xfrm>
            <a:custGeom>
              <a:avLst/>
              <a:gdLst/>
              <a:ahLst/>
              <a:cxnLst/>
              <a:rect l="l" t="t" r="r" b="b"/>
              <a:pathLst>
                <a:path w="1382" h="489" extrusionOk="0">
                  <a:moveTo>
                    <a:pt x="179" y="0"/>
                  </a:moveTo>
                  <a:cubicBezTo>
                    <a:pt x="140" y="0"/>
                    <a:pt x="101" y="12"/>
                    <a:pt x="72" y="36"/>
                  </a:cubicBezTo>
                  <a:cubicBezTo>
                    <a:pt x="0" y="96"/>
                    <a:pt x="0" y="203"/>
                    <a:pt x="72" y="262"/>
                  </a:cubicBezTo>
                  <a:cubicBezTo>
                    <a:pt x="203" y="393"/>
                    <a:pt x="441" y="489"/>
                    <a:pt x="703" y="489"/>
                  </a:cubicBezTo>
                  <a:cubicBezTo>
                    <a:pt x="965" y="489"/>
                    <a:pt x="1191" y="393"/>
                    <a:pt x="1346" y="262"/>
                  </a:cubicBezTo>
                  <a:cubicBezTo>
                    <a:pt x="1381" y="203"/>
                    <a:pt x="1381" y="120"/>
                    <a:pt x="1322" y="36"/>
                  </a:cubicBezTo>
                  <a:cubicBezTo>
                    <a:pt x="1292" y="12"/>
                    <a:pt x="1250" y="0"/>
                    <a:pt x="1209" y="0"/>
                  </a:cubicBezTo>
                  <a:cubicBezTo>
                    <a:pt x="1167" y="0"/>
                    <a:pt x="1125" y="12"/>
                    <a:pt x="1096" y="36"/>
                  </a:cubicBezTo>
                  <a:cubicBezTo>
                    <a:pt x="1036" y="96"/>
                    <a:pt x="881" y="179"/>
                    <a:pt x="691" y="179"/>
                  </a:cubicBezTo>
                  <a:cubicBezTo>
                    <a:pt x="488" y="179"/>
                    <a:pt x="346" y="96"/>
                    <a:pt x="286" y="36"/>
                  </a:cubicBezTo>
                  <a:cubicBezTo>
                    <a:pt x="256" y="12"/>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65"/>
            <p:cNvSpPr/>
            <p:nvPr/>
          </p:nvSpPr>
          <p:spPr>
            <a:xfrm>
              <a:off x="8141592" y="2519137"/>
              <a:ext cx="18501" cy="13844"/>
            </a:xfrm>
            <a:custGeom>
              <a:avLst/>
              <a:gdLst/>
              <a:ahLst/>
              <a:cxnLst/>
              <a:rect l="l" t="t" r="r" b="b"/>
              <a:pathLst>
                <a:path w="584" h="437" extrusionOk="0">
                  <a:moveTo>
                    <a:pt x="404" y="1"/>
                  </a:moveTo>
                  <a:cubicBezTo>
                    <a:pt x="381" y="1"/>
                    <a:pt x="357" y="7"/>
                    <a:pt x="333" y="20"/>
                  </a:cubicBezTo>
                  <a:lnTo>
                    <a:pt x="119" y="115"/>
                  </a:lnTo>
                  <a:cubicBezTo>
                    <a:pt x="48" y="163"/>
                    <a:pt x="0" y="258"/>
                    <a:pt x="48" y="341"/>
                  </a:cubicBezTo>
                  <a:cubicBezTo>
                    <a:pt x="71" y="401"/>
                    <a:pt x="131" y="437"/>
                    <a:pt x="191" y="437"/>
                  </a:cubicBezTo>
                  <a:cubicBezTo>
                    <a:pt x="226" y="437"/>
                    <a:pt x="238" y="437"/>
                    <a:pt x="274" y="413"/>
                  </a:cubicBezTo>
                  <a:lnTo>
                    <a:pt x="476" y="318"/>
                  </a:lnTo>
                  <a:cubicBezTo>
                    <a:pt x="548" y="270"/>
                    <a:pt x="583" y="163"/>
                    <a:pt x="548" y="91"/>
                  </a:cubicBezTo>
                  <a:cubicBezTo>
                    <a:pt x="522" y="40"/>
                    <a:pt x="465" y="1"/>
                    <a:pt x="4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65"/>
            <p:cNvSpPr/>
            <p:nvPr/>
          </p:nvSpPr>
          <p:spPr>
            <a:xfrm>
              <a:off x="8211731" y="2518409"/>
              <a:ext cx="18881" cy="13812"/>
            </a:xfrm>
            <a:custGeom>
              <a:avLst/>
              <a:gdLst/>
              <a:ahLst/>
              <a:cxnLst/>
              <a:rect l="l" t="t" r="r" b="b"/>
              <a:pathLst>
                <a:path w="596" h="436" extrusionOk="0">
                  <a:moveTo>
                    <a:pt x="208" y="0"/>
                  </a:moveTo>
                  <a:cubicBezTo>
                    <a:pt x="148" y="0"/>
                    <a:pt x="83" y="39"/>
                    <a:pt x="48" y="91"/>
                  </a:cubicBezTo>
                  <a:cubicBezTo>
                    <a:pt x="1" y="174"/>
                    <a:pt x="48" y="269"/>
                    <a:pt x="120" y="317"/>
                  </a:cubicBezTo>
                  <a:lnTo>
                    <a:pt x="334" y="424"/>
                  </a:lnTo>
                  <a:cubicBezTo>
                    <a:pt x="358" y="436"/>
                    <a:pt x="382" y="436"/>
                    <a:pt x="405" y="436"/>
                  </a:cubicBezTo>
                  <a:cubicBezTo>
                    <a:pt x="465" y="436"/>
                    <a:pt x="524" y="412"/>
                    <a:pt x="560" y="353"/>
                  </a:cubicBezTo>
                  <a:cubicBezTo>
                    <a:pt x="596" y="257"/>
                    <a:pt x="572" y="174"/>
                    <a:pt x="477" y="126"/>
                  </a:cubicBezTo>
                  <a:lnTo>
                    <a:pt x="274" y="19"/>
                  </a:lnTo>
                  <a:cubicBezTo>
                    <a:pt x="255" y="6"/>
                    <a:pt x="232" y="0"/>
                    <a:pt x="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1" name="Google Shape;11481;p65"/>
          <p:cNvGrpSpPr/>
          <p:nvPr/>
        </p:nvGrpSpPr>
        <p:grpSpPr>
          <a:xfrm>
            <a:off x="5356413" y="2237990"/>
            <a:ext cx="271212" cy="361374"/>
            <a:chOff x="5356413" y="2413390"/>
            <a:chExt cx="271212" cy="361374"/>
          </a:xfrm>
        </p:grpSpPr>
        <p:sp>
          <p:nvSpPr>
            <p:cNvPr id="11482" name="Google Shape;11482;p65"/>
            <p:cNvSpPr/>
            <p:nvPr/>
          </p:nvSpPr>
          <p:spPr>
            <a:xfrm>
              <a:off x="5453734" y="2525790"/>
              <a:ext cx="10201" cy="15872"/>
            </a:xfrm>
            <a:custGeom>
              <a:avLst/>
              <a:gdLst/>
              <a:ahLst/>
              <a:cxnLst/>
              <a:rect l="l" t="t" r="r" b="b"/>
              <a:pathLst>
                <a:path w="322" h="501" extrusionOk="0">
                  <a:moveTo>
                    <a:pt x="167" y="1"/>
                  </a:moveTo>
                  <a:cubicBezTo>
                    <a:pt x="72" y="1"/>
                    <a:pt x="0" y="72"/>
                    <a:pt x="0" y="167"/>
                  </a:cubicBezTo>
                  <a:lnTo>
                    <a:pt x="0" y="346"/>
                  </a:lnTo>
                  <a:cubicBezTo>
                    <a:pt x="0" y="429"/>
                    <a:pt x="72" y="501"/>
                    <a:pt x="167" y="501"/>
                  </a:cubicBezTo>
                  <a:cubicBezTo>
                    <a:pt x="250" y="501"/>
                    <a:pt x="322" y="429"/>
                    <a:pt x="322" y="346"/>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65"/>
            <p:cNvSpPr/>
            <p:nvPr/>
          </p:nvSpPr>
          <p:spPr>
            <a:xfrm>
              <a:off x="5521624" y="2525790"/>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65"/>
            <p:cNvSpPr/>
            <p:nvPr/>
          </p:nvSpPr>
          <p:spPr>
            <a:xfrm>
              <a:off x="5356413" y="2413390"/>
              <a:ext cx="271212" cy="361374"/>
            </a:xfrm>
            <a:custGeom>
              <a:avLst/>
              <a:gdLst/>
              <a:ahLst/>
              <a:cxnLst/>
              <a:rect l="l" t="t" r="r" b="b"/>
              <a:pathLst>
                <a:path w="8561" h="11407" extrusionOk="0">
                  <a:moveTo>
                    <a:pt x="4215" y="298"/>
                  </a:moveTo>
                  <a:cubicBezTo>
                    <a:pt x="4394" y="298"/>
                    <a:pt x="4560" y="381"/>
                    <a:pt x="4679" y="512"/>
                  </a:cubicBezTo>
                  <a:cubicBezTo>
                    <a:pt x="4707" y="549"/>
                    <a:pt x="4762" y="564"/>
                    <a:pt x="4813" y="564"/>
                  </a:cubicBezTo>
                  <a:cubicBezTo>
                    <a:pt x="4829" y="564"/>
                    <a:pt x="4844" y="563"/>
                    <a:pt x="4858" y="560"/>
                  </a:cubicBezTo>
                  <a:cubicBezTo>
                    <a:pt x="4965" y="512"/>
                    <a:pt x="5072" y="501"/>
                    <a:pt x="5180" y="501"/>
                  </a:cubicBezTo>
                  <a:cubicBezTo>
                    <a:pt x="5644" y="501"/>
                    <a:pt x="6037" y="834"/>
                    <a:pt x="6072" y="1310"/>
                  </a:cubicBezTo>
                  <a:cubicBezTo>
                    <a:pt x="6072" y="1370"/>
                    <a:pt x="6120" y="1429"/>
                    <a:pt x="6180" y="1453"/>
                  </a:cubicBezTo>
                  <a:cubicBezTo>
                    <a:pt x="6453" y="1560"/>
                    <a:pt x="6608" y="1822"/>
                    <a:pt x="6608" y="2120"/>
                  </a:cubicBezTo>
                  <a:cubicBezTo>
                    <a:pt x="6608" y="2525"/>
                    <a:pt x="6287" y="2846"/>
                    <a:pt x="5882" y="2846"/>
                  </a:cubicBezTo>
                  <a:cubicBezTo>
                    <a:pt x="5632" y="2846"/>
                    <a:pt x="5406" y="2715"/>
                    <a:pt x="5275" y="2501"/>
                  </a:cubicBezTo>
                  <a:cubicBezTo>
                    <a:pt x="5239" y="2465"/>
                    <a:pt x="5180" y="2429"/>
                    <a:pt x="5120" y="2429"/>
                  </a:cubicBezTo>
                  <a:cubicBezTo>
                    <a:pt x="5096" y="2429"/>
                    <a:pt x="5084" y="2429"/>
                    <a:pt x="5049" y="2441"/>
                  </a:cubicBezTo>
                  <a:cubicBezTo>
                    <a:pt x="4977" y="2489"/>
                    <a:pt x="4882" y="2501"/>
                    <a:pt x="4810" y="2501"/>
                  </a:cubicBezTo>
                  <a:cubicBezTo>
                    <a:pt x="4513" y="2501"/>
                    <a:pt x="4263" y="2263"/>
                    <a:pt x="4263" y="1953"/>
                  </a:cubicBezTo>
                  <a:cubicBezTo>
                    <a:pt x="4263" y="1905"/>
                    <a:pt x="4263" y="1858"/>
                    <a:pt x="4275" y="1822"/>
                  </a:cubicBezTo>
                  <a:cubicBezTo>
                    <a:pt x="4287" y="1774"/>
                    <a:pt x="4275" y="1715"/>
                    <a:pt x="4251" y="1691"/>
                  </a:cubicBezTo>
                  <a:cubicBezTo>
                    <a:pt x="4215" y="1644"/>
                    <a:pt x="4167" y="1632"/>
                    <a:pt x="4132" y="1608"/>
                  </a:cubicBezTo>
                  <a:cubicBezTo>
                    <a:pt x="3798" y="1584"/>
                    <a:pt x="3548" y="1310"/>
                    <a:pt x="3548" y="989"/>
                  </a:cubicBezTo>
                  <a:cubicBezTo>
                    <a:pt x="3572" y="596"/>
                    <a:pt x="3858" y="298"/>
                    <a:pt x="4215" y="298"/>
                  </a:cubicBezTo>
                  <a:close/>
                  <a:moveTo>
                    <a:pt x="6763" y="2715"/>
                  </a:moveTo>
                  <a:cubicBezTo>
                    <a:pt x="6787" y="2858"/>
                    <a:pt x="6811" y="3013"/>
                    <a:pt x="6811" y="3179"/>
                  </a:cubicBezTo>
                  <a:lnTo>
                    <a:pt x="6811" y="3370"/>
                  </a:lnTo>
                  <a:lnTo>
                    <a:pt x="6608" y="3370"/>
                  </a:lnTo>
                  <a:cubicBezTo>
                    <a:pt x="6513" y="3370"/>
                    <a:pt x="6418" y="3275"/>
                    <a:pt x="6418" y="3179"/>
                  </a:cubicBezTo>
                  <a:lnTo>
                    <a:pt x="6418" y="3025"/>
                  </a:lnTo>
                  <a:cubicBezTo>
                    <a:pt x="6549" y="2953"/>
                    <a:pt x="6668" y="2834"/>
                    <a:pt x="6763" y="2715"/>
                  </a:cubicBezTo>
                  <a:close/>
                  <a:moveTo>
                    <a:pt x="1608" y="2215"/>
                  </a:moveTo>
                  <a:cubicBezTo>
                    <a:pt x="1512" y="2513"/>
                    <a:pt x="1465" y="2810"/>
                    <a:pt x="1465" y="3144"/>
                  </a:cubicBezTo>
                  <a:lnTo>
                    <a:pt x="1465" y="3382"/>
                  </a:lnTo>
                  <a:cubicBezTo>
                    <a:pt x="1250" y="3489"/>
                    <a:pt x="1108" y="3691"/>
                    <a:pt x="1108" y="3930"/>
                  </a:cubicBezTo>
                  <a:cubicBezTo>
                    <a:pt x="1108" y="4275"/>
                    <a:pt x="1370" y="4549"/>
                    <a:pt x="1715" y="4549"/>
                  </a:cubicBezTo>
                  <a:lnTo>
                    <a:pt x="1822" y="4549"/>
                  </a:lnTo>
                  <a:lnTo>
                    <a:pt x="1822" y="4561"/>
                  </a:lnTo>
                  <a:cubicBezTo>
                    <a:pt x="1822" y="5049"/>
                    <a:pt x="1953" y="5501"/>
                    <a:pt x="2203" y="5882"/>
                  </a:cubicBezTo>
                  <a:cubicBezTo>
                    <a:pt x="2092" y="5973"/>
                    <a:pt x="1972" y="6004"/>
                    <a:pt x="1844" y="6004"/>
                  </a:cubicBezTo>
                  <a:cubicBezTo>
                    <a:pt x="1821" y="6004"/>
                    <a:pt x="1798" y="6003"/>
                    <a:pt x="1774" y="6001"/>
                  </a:cubicBezTo>
                  <a:cubicBezTo>
                    <a:pt x="1334" y="5989"/>
                    <a:pt x="953" y="5632"/>
                    <a:pt x="917" y="5180"/>
                  </a:cubicBezTo>
                  <a:lnTo>
                    <a:pt x="917" y="4989"/>
                  </a:lnTo>
                  <a:cubicBezTo>
                    <a:pt x="929" y="4811"/>
                    <a:pt x="881" y="4644"/>
                    <a:pt x="762" y="4549"/>
                  </a:cubicBezTo>
                  <a:cubicBezTo>
                    <a:pt x="631" y="4406"/>
                    <a:pt x="536" y="4215"/>
                    <a:pt x="536" y="4025"/>
                  </a:cubicBezTo>
                  <a:cubicBezTo>
                    <a:pt x="536" y="3751"/>
                    <a:pt x="691" y="3513"/>
                    <a:pt x="917" y="3394"/>
                  </a:cubicBezTo>
                  <a:cubicBezTo>
                    <a:pt x="1072" y="3310"/>
                    <a:pt x="1155" y="3120"/>
                    <a:pt x="1096" y="2941"/>
                  </a:cubicBezTo>
                  <a:cubicBezTo>
                    <a:pt x="1060" y="2834"/>
                    <a:pt x="1060" y="2727"/>
                    <a:pt x="1096" y="2620"/>
                  </a:cubicBezTo>
                  <a:cubicBezTo>
                    <a:pt x="1131" y="2429"/>
                    <a:pt x="1298" y="2286"/>
                    <a:pt x="1489" y="2239"/>
                  </a:cubicBezTo>
                  <a:cubicBezTo>
                    <a:pt x="1536" y="2215"/>
                    <a:pt x="1572" y="2215"/>
                    <a:pt x="1608" y="2215"/>
                  </a:cubicBezTo>
                  <a:close/>
                  <a:moveTo>
                    <a:pt x="6977" y="2251"/>
                  </a:moveTo>
                  <a:cubicBezTo>
                    <a:pt x="7025" y="2251"/>
                    <a:pt x="7061" y="2251"/>
                    <a:pt x="7108" y="2263"/>
                  </a:cubicBezTo>
                  <a:cubicBezTo>
                    <a:pt x="7299" y="2310"/>
                    <a:pt x="7442" y="2453"/>
                    <a:pt x="7501" y="2656"/>
                  </a:cubicBezTo>
                  <a:cubicBezTo>
                    <a:pt x="7537" y="2763"/>
                    <a:pt x="7537" y="2858"/>
                    <a:pt x="7501" y="2965"/>
                  </a:cubicBezTo>
                  <a:cubicBezTo>
                    <a:pt x="7442" y="3144"/>
                    <a:pt x="7525" y="3334"/>
                    <a:pt x="7680" y="3429"/>
                  </a:cubicBezTo>
                  <a:cubicBezTo>
                    <a:pt x="7918" y="3560"/>
                    <a:pt x="8061" y="3799"/>
                    <a:pt x="8061" y="4049"/>
                  </a:cubicBezTo>
                  <a:cubicBezTo>
                    <a:pt x="8061" y="4251"/>
                    <a:pt x="7977" y="4441"/>
                    <a:pt x="7835" y="4572"/>
                  </a:cubicBezTo>
                  <a:cubicBezTo>
                    <a:pt x="7727" y="4680"/>
                    <a:pt x="7668" y="4846"/>
                    <a:pt x="7680" y="5025"/>
                  </a:cubicBezTo>
                  <a:cubicBezTo>
                    <a:pt x="7704" y="5084"/>
                    <a:pt x="7704" y="5156"/>
                    <a:pt x="7680" y="5215"/>
                  </a:cubicBezTo>
                  <a:cubicBezTo>
                    <a:pt x="7644" y="5644"/>
                    <a:pt x="7263" y="6001"/>
                    <a:pt x="6823" y="6037"/>
                  </a:cubicBezTo>
                  <a:cubicBezTo>
                    <a:pt x="6668" y="6037"/>
                    <a:pt x="6525" y="6001"/>
                    <a:pt x="6394" y="5942"/>
                  </a:cubicBezTo>
                  <a:cubicBezTo>
                    <a:pt x="6632" y="5561"/>
                    <a:pt x="6775" y="5108"/>
                    <a:pt x="6775" y="4620"/>
                  </a:cubicBezTo>
                  <a:lnTo>
                    <a:pt x="6775" y="4608"/>
                  </a:lnTo>
                  <a:lnTo>
                    <a:pt x="6882" y="4608"/>
                  </a:lnTo>
                  <a:cubicBezTo>
                    <a:pt x="7227" y="4608"/>
                    <a:pt x="7489" y="4334"/>
                    <a:pt x="7489" y="3989"/>
                  </a:cubicBezTo>
                  <a:cubicBezTo>
                    <a:pt x="7489" y="3739"/>
                    <a:pt x="7346" y="3537"/>
                    <a:pt x="7132" y="3441"/>
                  </a:cubicBezTo>
                  <a:lnTo>
                    <a:pt x="7132" y="3179"/>
                  </a:lnTo>
                  <a:cubicBezTo>
                    <a:pt x="7132" y="2858"/>
                    <a:pt x="7085" y="2548"/>
                    <a:pt x="6977" y="2251"/>
                  </a:cubicBezTo>
                  <a:close/>
                  <a:moveTo>
                    <a:pt x="3239" y="893"/>
                  </a:moveTo>
                  <a:lnTo>
                    <a:pt x="3239" y="941"/>
                  </a:lnTo>
                  <a:cubicBezTo>
                    <a:pt x="3239" y="1370"/>
                    <a:pt x="3536" y="1763"/>
                    <a:pt x="3953" y="1870"/>
                  </a:cubicBezTo>
                  <a:lnTo>
                    <a:pt x="3953" y="1905"/>
                  </a:lnTo>
                  <a:cubicBezTo>
                    <a:pt x="3953" y="2394"/>
                    <a:pt x="4334" y="2787"/>
                    <a:pt x="4822" y="2787"/>
                  </a:cubicBezTo>
                  <a:cubicBezTo>
                    <a:pt x="4918" y="2787"/>
                    <a:pt x="4989" y="2775"/>
                    <a:pt x="5084" y="2739"/>
                  </a:cubicBezTo>
                  <a:cubicBezTo>
                    <a:pt x="5275" y="3001"/>
                    <a:pt x="5572" y="3132"/>
                    <a:pt x="5894" y="3132"/>
                  </a:cubicBezTo>
                  <a:cubicBezTo>
                    <a:pt x="5953" y="3132"/>
                    <a:pt x="6037" y="3132"/>
                    <a:pt x="6096" y="3120"/>
                  </a:cubicBezTo>
                  <a:lnTo>
                    <a:pt x="6096" y="3144"/>
                  </a:lnTo>
                  <a:cubicBezTo>
                    <a:pt x="6096" y="3429"/>
                    <a:pt x="6334" y="3668"/>
                    <a:pt x="6608" y="3668"/>
                  </a:cubicBezTo>
                  <a:lnTo>
                    <a:pt x="6882" y="3668"/>
                  </a:lnTo>
                  <a:cubicBezTo>
                    <a:pt x="7025" y="3668"/>
                    <a:pt x="7168" y="3787"/>
                    <a:pt x="7168" y="3953"/>
                  </a:cubicBezTo>
                  <a:cubicBezTo>
                    <a:pt x="7168" y="4096"/>
                    <a:pt x="7049" y="4227"/>
                    <a:pt x="6882" y="4227"/>
                  </a:cubicBezTo>
                  <a:lnTo>
                    <a:pt x="6775" y="4227"/>
                  </a:lnTo>
                  <a:lnTo>
                    <a:pt x="6775" y="4215"/>
                  </a:lnTo>
                  <a:cubicBezTo>
                    <a:pt x="6775" y="4132"/>
                    <a:pt x="6704" y="4049"/>
                    <a:pt x="6608" y="4049"/>
                  </a:cubicBezTo>
                  <a:cubicBezTo>
                    <a:pt x="6525" y="4049"/>
                    <a:pt x="6453" y="4132"/>
                    <a:pt x="6453" y="4215"/>
                  </a:cubicBezTo>
                  <a:lnTo>
                    <a:pt x="6453" y="4572"/>
                  </a:lnTo>
                  <a:cubicBezTo>
                    <a:pt x="6453" y="5763"/>
                    <a:pt x="5477" y="6716"/>
                    <a:pt x="4310" y="6716"/>
                  </a:cubicBezTo>
                  <a:cubicBezTo>
                    <a:pt x="4289" y="6716"/>
                    <a:pt x="4268" y="6717"/>
                    <a:pt x="4247" y="6717"/>
                  </a:cubicBezTo>
                  <a:cubicBezTo>
                    <a:pt x="3086" y="6717"/>
                    <a:pt x="2167" y="5754"/>
                    <a:pt x="2167" y="4584"/>
                  </a:cubicBezTo>
                  <a:lnTo>
                    <a:pt x="2167" y="4227"/>
                  </a:lnTo>
                  <a:cubicBezTo>
                    <a:pt x="2167" y="4144"/>
                    <a:pt x="2084" y="4072"/>
                    <a:pt x="2001" y="4072"/>
                  </a:cubicBezTo>
                  <a:cubicBezTo>
                    <a:pt x="1905" y="4072"/>
                    <a:pt x="1834" y="4144"/>
                    <a:pt x="1834" y="4227"/>
                  </a:cubicBezTo>
                  <a:lnTo>
                    <a:pt x="1834" y="4251"/>
                  </a:lnTo>
                  <a:lnTo>
                    <a:pt x="1727" y="4251"/>
                  </a:lnTo>
                  <a:cubicBezTo>
                    <a:pt x="1584" y="4251"/>
                    <a:pt x="1453" y="4132"/>
                    <a:pt x="1453" y="3965"/>
                  </a:cubicBezTo>
                  <a:cubicBezTo>
                    <a:pt x="1453" y="3810"/>
                    <a:pt x="1572" y="3679"/>
                    <a:pt x="1727" y="3679"/>
                  </a:cubicBezTo>
                  <a:lnTo>
                    <a:pt x="2001" y="3679"/>
                  </a:lnTo>
                  <a:cubicBezTo>
                    <a:pt x="2286" y="3679"/>
                    <a:pt x="2524" y="3441"/>
                    <a:pt x="2524" y="3156"/>
                  </a:cubicBezTo>
                  <a:cubicBezTo>
                    <a:pt x="2524" y="2667"/>
                    <a:pt x="2715" y="2191"/>
                    <a:pt x="3084" y="1846"/>
                  </a:cubicBezTo>
                  <a:cubicBezTo>
                    <a:pt x="3155" y="1786"/>
                    <a:pt x="3155" y="1691"/>
                    <a:pt x="3084" y="1608"/>
                  </a:cubicBezTo>
                  <a:cubicBezTo>
                    <a:pt x="3054" y="1572"/>
                    <a:pt x="3013" y="1554"/>
                    <a:pt x="2969" y="1554"/>
                  </a:cubicBezTo>
                  <a:cubicBezTo>
                    <a:pt x="2926" y="1554"/>
                    <a:pt x="2882" y="1572"/>
                    <a:pt x="2846" y="1608"/>
                  </a:cubicBezTo>
                  <a:cubicBezTo>
                    <a:pt x="2417" y="2013"/>
                    <a:pt x="2179" y="2560"/>
                    <a:pt x="2179" y="3156"/>
                  </a:cubicBezTo>
                  <a:cubicBezTo>
                    <a:pt x="2179" y="3263"/>
                    <a:pt x="2084" y="3358"/>
                    <a:pt x="1989" y="3358"/>
                  </a:cubicBezTo>
                  <a:lnTo>
                    <a:pt x="1786" y="3358"/>
                  </a:lnTo>
                  <a:lnTo>
                    <a:pt x="1786" y="3179"/>
                  </a:lnTo>
                  <a:cubicBezTo>
                    <a:pt x="1786" y="2191"/>
                    <a:pt x="2358" y="1310"/>
                    <a:pt x="3239" y="893"/>
                  </a:cubicBezTo>
                  <a:close/>
                  <a:moveTo>
                    <a:pt x="5227" y="6894"/>
                  </a:moveTo>
                  <a:lnTo>
                    <a:pt x="5227" y="7251"/>
                  </a:lnTo>
                  <a:cubicBezTo>
                    <a:pt x="5227" y="7359"/>
                    <a:pt x="5215" y="7454"/>
                    <a:pt x="5168" y="7561"/>
                  </a:cubicBezTo>
                  <a:cubicBezTo>
                    <a:pt x="5144" y="7656"/>
                    <a:pt x="5180" y="7740"/>
                    <a:pt x="5275" y="7775"/>
                  </a:cubicBezTo>
                  <a:cubicBezTo>
                    <a:pt x="5287" y="7775"/>
                    <a:pt x="5322" y="7787"/>
                    <a:pt x="5334" y="7787"/>
                  </a:cubicBezTo>
                  <a:cubicBezTo>
                    <a:pt x="5406" y="7787"/>
                    <a:pt x="5465" y="7740"/>
                    <a:pt x="5501" y="7680"/>
                  </a:cubicBezTo>
                  <a:cubicBezTo>
                    <a:pt x="5537" y="7549"/>
                    <a:pt x="5572" y="7418"/>
                    <a:pt x="5572" y="7263"/>
                  </a:cubicBezTo>
                  <a:lnTo>
                    <a:pt x="5572" y="7192"/>
                  </a:lnTo>
                  <a:cubicBezTo>
                    <a:pt x="5930" y="7251"/>
                    <a:pt x="6299" y="7359"/>
                    <a:pt x="6644" y="7478"/>
                  </a:cubicBezTo>
                  <a:cubicBezTo>
                    <a:pt x="6644" y="7478"/>
                    <a:pt x="6656" y="7478"/>
                    <a:pt x="6656" y="7489"/>
                  </a:cubicBezTo>
                  <a:cubicBezTo>
                    <a:pt x="6561" y="8037"/>
                    <a:pt x="6299" y="8573"/>
                    <a:pt x="5882" y="8978"/>
                  </a:cubicBezTo>
                  <a:cubicBezTo>
                    <a:pt x="5453" y="9383"/>
                    <a:pt x="4906" y="9585"/>
                    <a:pt x="4310" y="9585"/>
                  </a:cubicBezTo>
                  <a:cubicBezTo>
                    <a:pt x="3727" y="9585"/>
                    <a:pt x="3155" y="9371"/>
                    <a:pt x="2727" y="8978"/>
                  </a:cubicBezTo>
                  <a:cubicBezTo>
                    <a:pt x="2298" y="8597"/>
                    <a:pt x="2048" y="8049"/>
                    <a:pt x="1989" y="7478"/>
                  </a:cubicBezTo>
                  <a:cubicBezTo>
                    <a:pt x="1989" y="7478"/>
                    <a:pt x="1989" y="7454"/>
                    <a:pt x="2001" y="7454"/>
                  </a:cubicBezTo>
                  <a:cubicBezTo>
                    <a:pt x="2346" y="7347"/>
                    <a:pt x="2715" y="7251"/>
                    <a:pt x="3072" y="7180"/>
                  </a:cubicBezTo>
                  <a:lnTo>
                    <a:pt x="3072" y="7251"/>
                  </a:lnTo>
                  <a:cubicBezTo>
                    <a:pt x="3072" y="7942"/>
                    <a:pt x="3620" y="8490"/>
                    <a:pt x="4310" y="8490"/>
                  </a:cubicBezTo>
                  <a:cubicBezTo>
                    <a:pt x="4525" y="8490"/>
                    <a:pt x="4739" y="8430"/>
                    <a:pt x="4929" y="8323"/>
                  </a:cubicBezTo>
                  <a:cubicBezTo>
                    <a:pt x="5001" y="8275"/>
                    <a:pt x="5037" y="8168"/>
                    <a:pt x="4989" y="8097"/>
                  </a:cubicBezTo>
                  <a:cubicBezTo>
                    <a:pt x="4956" y="8048"/>
                    <a:pt x="4901" y="8015"/>
                    <a:pt x="4843" y="8015"/>
                  </a:cubicBezTo>
                  <a:cubicBezTo>
                    <a:pt x="4816" y="8015"/>
                    <a:pt x="4789" y="8022"/>
                    <a:pt x="4763" y="8037"/>
                  </a:cubicBezTo>
                  <a:cubicBezTo>
                    <a:pt x="4632" y="8109"/>
                    <a:pt x="4465" y="8156"/>
                    <a:pt x="4322" y="8156"/>
                  </a:cubicBezTo>
                  <a:cubicBezTo>
                    <a:pt x="3834" y="8156"/>
                    <a:pt x="3417" y="7751"/>
                    <a:pt x="3417" y="7251"/>
                  </a:cubicBezTo>
                  <a:lnTo>
                    <a:pt x="3417" y="6894"/>
                  </a:lnTo>
                  <a:cubicBezTo>
                    <a:pt x="3691" y="7001"/>
                    <a:pt x="3989" y="7061"/>
                    <a:pt x="4322" y="7061"/>
                  </a:cubicBezTo>
                  <a:cubicBezTo>
                    <a:pt x="4644" y="7061"/>
                    <a:pt x="4941" y="7001"/>
                    <a:pt x="5227" y="6894"/>
                  </a:cubicBezTo>
                  <a:close/>
                  <a:moveTo>
                    <a:pt x="4203" y="0"/>
                  </a:moveTo>
                  <a:cubicBezTo>
                    <a:pt x="3834" y="0"/>
                    <a:pt x="3501" y="215"/>
                    <a:pt x="3334" y="524"/>
                  </a:cubicBezTo>
                  <a:cubicBezTo>
                    <a:pt x="2620" y="774"/>
                    <a:pt x="2060" y="1298"/>
                    <a:pt x="1727" y="1953"/>
                  </a:cubicBezTo>
                  <a:cubicBezTo>
                    <a:pt x="1687" y="1948"/>
                    <a:pt x="1646" y="1945"/>
                    <a:pt x="1602" y="1945"/>
                  </a:cubicBezTo>
                  <a:cubicBezTo>
                    <a:pt x="1541" y="1945"/>
                    <a:pt x="1475" y="1951"/>
                    <a:pt x="1405" y="1965"/>
                  </a:cubicBezTo>
                  <a:cubicBezTo>
                    <a:pt x="1096" y="2048"/>
                    <a:pt x="834" y="2286"/>
                    <a:pt x="762" y="2596"/>
                  </a:cubicBezTo>
                  <a:cubicBezTo>
                    <a:pt x="715" y="2763"/>
                    <a:pt x="715" y="2941"/>
                    <a:pt x="762" y="3084"/>
                  </a:cubicBezTo>
                  <a:cubicBezTo>
                    <a:pt x="774" y="3120"/>
                    <a:pt x="762" y="3144"/>
                    <a:pt x="738" y="3144"/>
                  </a:cubicBezTo>
                  <a:cubicBezTo>
                    <a:pt x="393" y="3322"/>
                    <a:pt x="179" y="3679"/>
                    <a:pt x="179" y="4072"/>
                  </a:cubicBezTo>
                  <a:cubicBezTo>
                    <a:pt x="179" y="4346"/>
                    <a:pt x="298" y="4620"/>
                    <a:pt x="512" y="4822"/>
                  </a:cubicBezTo>
                  <a:cubicBezTo>
                    <a:pt x="560" y="4870"/>
                    <a:pt x="560" y="4965"/>
                    <a:pt x="560" y="4989"/>
                  </a:cubicBezTo>
                  <a:cubicBezTo>
                    <a:pt x="536" y="5084"/>
                    <a:pt x="536" y="5168"/>
                    <a:pt x="560" y="5263"/>
                  </a:cubicBezTo>
                  <a:cubicBezTo>
                    <a:pt x="619" y="5858"/>
                    <a:pt x="1131" y="6346"/>
                    <a:pt x="1727" y="6370"/>
                  </a:cubicBezTo>
                  <a:lnTo>
                    <a:pt x="1774" y="6370"/>
                  </a:lnTo>
                  <a:cubicBezTo>
                    <a:pt x="1989" y="6370"/>
                    <a:pt x="2191" y="6311"/>
                    <a:pt x="2370" y="6227"/>
                  </a:cubicBezTo>
                  <a:cubicBezTo>
                    <a:pt x="2560" y="6454"/>
                    <a:pt x="2786" y="6632"/>
                    <a:pt x="3024" y="6775"/>
                  </a:cubicBezTo>
                  <a:lnTo>
                    <a:pt x="3024" y="6882"/>
                  </a:lnTo>
                  <a:cubicBezTo>
                    <a:pt x="2620" y="6954"/>
                    <a:pt x="2227" y="7049"/>
                    <a:pt x="1846" y="7180"/>
                  </a:cubicBezTo>
                  <a:cubicBezTo>
                    <a:pt x="1703" y="7228"/>
                    <a:pt x="1608" y="7359"/>
                    <a:pt x="1608" y="7501"/>
                  </a:cubicBezTo>
                  <a:lnTo>
                    <a:pt x="941" y="7740"/>
                  </a:lnTo>
                  <a:cubicBezTo>
                    <a:pt x="381" y="7942"/>
                    <a:pt x="0" y="8478"/>
                    <a:pt x="0" y="9085"/>
                  </a:cubicBezTo>
                  <a:lnTo>
                    <a:pt x="0" y="11240"/>
                  </a:lnTo>
                  <a:cubicBezTo>
                    <a:pt x="0" y="11335"/>
                    <a:pt x="84" y="11407"/>
                    <a:pt x="167" y="11407"/>
                  </a:cubicBezTo>
                  <a:cubicBezTo>
                    <a:pt x="262" y="11407"/>
                    <a:pt x="334" y="11335"/>
                    <a:pt x="334" y="11240"/>
                  </a:cubicBezTo>
                  <a:lnTo>
                    <a:pt x="334" y="9085"/>
                  </a:lnTo>
                  <a:cubicBezTo>
                    <a:pt x="334" y="8621"/>
                    <a:pt x="619" y="8216"/>
                    <a:pt x="1048" y="8073"/>
                  </a:cubicBezTo>
                  <a:lnTo>
                    <a:pt x="1655" y="7859"/>
                  </a:lnTo>
                  <a:cubicBezTo>
                    <a:pt x="1774" y="8394"/>
                    <a:pt x="2036" y="8894"/>
                    <a:pt x="2465" y="9275"/>
                  </a:cubicBezTo>
                  <a:cubicBezTo>
                    <a:pt x="2905" y="9692"/>
                    <a:pt x="3489" y="9930"/>
                    <a:pt x="4096" y="9978"/>
                  </a:cubicBezTo>
                  <a:lnTo>
                    <a:pt x="4096" y="11240"/>
                  </a:lnTo>
                  <a:cubicBezTo>
                    <a:pt x="4096" y="11335"/>
                    <a:pt x="4167" y="11407"/>
                    <a:pt x="4263" y="11407"/>
                  </a:cubicBezTo>
                  <a:cubicBezTo>
                    <a:pt x="4346" y="11407"/>
                    <a:pt x="4418" y="11335"/>
                    <a:pt x="4418" y="11240"/>
                  </a:cubicBezTo>
                  <a:lnTo>
                    <a:pt x="4418" y="9978"/>
                  </a:lnTo>
                  <a:cubicBezTo>
                    <a:pt x="5037" y="9930"/>
                    <a:pt x="5596" y="9692"/>
                    <a:pt x="6061" y="9275"/>
                  </a:cubicBezTo>
                  <a:cubicBezTo>
                    <a:pt x="6477" y="8906"/>
                    <a:pt x="6739" y="8418"/>
                    <a:pt x="6858" y="7859"/>
                  </a:cubicBezTo>
                  <a:lnTo>
                    <a:pt x="7477" y="8073"/>
                  </a:lnTo>
                  <a:cubicBezTo>
                    <a:pt x="7906" y="8216"/>
                    <a:pt x="8192" y="8632"/>
                    <a:pt x="8192" y="9085"/>
                  </a:cubicBezTo>
                  <a:lnTo>
                    <a:pt x="8192" y="11240"/>
                  </a:lnTo>
                  <a:cubicBezTo>
                    <a:pt x="8192" y="11335"/>
                    <a:pt x="8263" y="11407"/>
                    <a:pt x="8347" y="11407"/>
                  </a:cubicBezTo>
                  <a:cubicBezTo>
                    <a:pt x="8442" y="11407"/>
                    <a:pt x="8513" y="11335"/>
                    <a:pt x="8513" y="11240"/>
                  </a:cubicBezTo>
                  <a:lnTo>
                    <a:pt x="8513" y="9085"/>
                  </a:lnTo>
                  <a:cubicBezTo>
                    <a:pt x="8561" y="8442"/>
                    <a:pt x="8192" y="7906"/>
                    <a:pt x="7620" y="7716"/>
                  </a:cubicBezTo>
                  <a:lnTo>
                    <a:pt x="6954" y="7478"/>
                  </a:lnTo>
                  <a:cubicBezTo>
                    <a:pt x="6954" y="7323"/>
                    <a:pt x="6870" y="7192"/>
                    <a:pt x="6715" y="7144"/>
                  </a:cubicBezTo>
                  <a:cubicBezTo>
                    <a:pt x="6334" y="7013"/>
                    <a:pt x="5942" y="6906"/>
                    <a:pt x="5537" y="6847"/>
                  </a:cubicBezTo>
                  <a:lnTo>
                    <a:pt x="5537" y="6751"/>
                  </a:lnTo>
                  <a:cubicBezTo>
                    <a:pt x="5799" y="6597"/>
                    <a:pt x="6013" y="6418"/>
                    <a:pt x="6192" y="6192"/>
                  </a:cubicBezTo>
                  <a:cubicBezTo>
                    <a:pt x="6370" y="6299"/>
                    <a:pt x="6584" y="6346"/>
                    <a:pt x="6787" y="6346"/>
                  </a:cubicBezTo>
                  <a:lnTo>
                    <a:pt x="6834" y="6346"/>
                  </a:lnTo>
                  <a:cubicBezTo>
                    <a:pt x="7442" y="6311"/>
                    <a:pt x="7954" y="5835"/>
                    <a:pt x="8013" y="5227"/>
                  </a:cubicBezTo>
                  <a:cubicBezTo>
                    <a:pt x="8025" y="5132"/>
                    <a:pt x="8025" y="5049"/>
                    <a:pt x="8013" y="4965"/>
                  </a:cubicBezTo>
                  <a:cubicBezTo>
                    <a:pt x="8013" y="4930"/>
                    <a:pt x="8001" y="4846"/>
                    <a:pt x="8061" y="4799"/>
                  </a:cubicBezTo>
                  <a:cubicBezTo>
                    <a:pt x="8263" y="4608"/>
                    <a:pt x="8382" y="4322"/>
                    <a:pt x="8382" y="4037"/>
                  </a:cubicBezTo>
                  <a:cubicBezTo>
                    <a:pt x="8382" y="3644"/>
                    <a:pt x="8180" y="3287"/>
                    <a:pt x="7835" y="3108"/>
                  </a:cubicBezTo>
                  <a:cubicBezTo>
                    <a:pt x="7823" y="3096"/>
                    <a:pt x="7799" y="3072"/>
                    <a:pt x="7799" y="3048"/>
                  </a:cubicBezTo>
                  <a:cubicBezTo>
                    <a:pt x="7847" y="2894"/>
                    <a:pt x="7847" y="2727"/>
                    <a:pt x="7799" y="2560"/>
                  </a:cubicBezTo>
                  <a:cubicBezTo>
                    <a:pt x="7716" y="2251"/>
                    <a:pt x="7466" y="2013"/>
                    <a:pt x="7168" y="1941"/>
                  </a:cubicBezTo>
                  <a:cubicBezTo>
                    <a:pt x="7107" y="1924"/>
                    <a:pt x="7052" y="1913"/>
                    <a:pt x="6999" y="1913"/>
                  </a:cubicBezTo>
                  <a:cubicBezTo>
                    <a:pt x="6980" y="1913"/>
                    <a:pt x="6961" y="1914"/>
                    <a:pt x="6942" y="1917"/>
                  </a:cubicBezTo>
                  <a:cubicBezTo>
                    <a:pt x="6882" y="1608"/>
                    <a:pt x="6692" y="1322"/>
                    <a:pt x="6406" y="1179"/>
                  </a:cubicBezTo>
                  <a:cubicBezTo>
                    <a:pt x="6299" y="596"/>
                    <a:pt x="5799" y="167"/>
                    <a:pt x="5180" y="167"/>
                  </a:cubicBezTo>
                  <a:cubicBezTo>
                    <a:pt x="5060" y="167"/>
                    <a:pt x="4941" y="179"/>
                    <a:pt x="4822" y="227"/>
                  </a:cubicBezTo>
                  <a:cubicBezTo>
                    <a:pt x="4644" y="72"/>
                    <a:pt x="4441" y="0"/>
                    <a:pt x="4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65"/>
            <p:cNvSpPr/>
            <p:nvPr/>
          </p:nvSpPr>
          <p:spPr>
            <a:xfrm>
              <a:off x="5459373" y="2530701"/>
              <a:ext cx="66813" cy="72832"/>
            </a:xfrm>
            <a:custGeom>
              <a:avLst/>
              <a:gdLst/>
              <a:ahLst/>
              <a:cxnLst/>
              <a:rect l="l" t="t" r="r" b="b"/>
              <a:pathLst>
                <a:path w="2109" h="2299" extrusionOk="0">
                  <a:moveTo>
                    <a:pt x="1060" y="346"/>
                  </a:moveTo>
                  <a:cubicBezTo>
                    <a:pt x="1263" y="346"/>
                    <a:pt x="1429" y="512"/>
                    <a:pt x="1429" y="727"/>
                  </a:cubicBezTo>
                  <a:cubicBezTo>
                    <a:pt x="1429" y="929"/>
                    <a:pt x="1263" y="1096"/>
                    <a:pt x="1060" y="1096"/>
                  </a:cubicBezTo>
                  <a:cubicBezTo>
                    <a:pt x="846" y="1096"/>
                    <a:pt x="679" y="929"/>
                    <a:pt x="679" y="727"/>
                  </a:cubicBezTo>
                  <a:cubicBezTo>
                    <a:pt x="679" y="512"/>
                    <a:pt x="846" y="346"/>
                    <a:pt x="1060" y="346"/>
                  </a:cubicBezTo>
                  <a:close/>
                  <a:moveTo>
                    <a:pt x="1775" y="1417"/>
                  </a:moveTo>
                  <a:cubicBezTo>
                    <a:pt x="1679" y="1739"/>
                    <a:pt x="1394" y="1965"/>
                    <a:pt x="1060" y="1965"/>
                  </a:cubicBezTo>
                  <a:cubicBezTo>
                    <a:pt x="715" y="1965"/>
                    <a:pt x="429" y="1727"/>
                    <a:pt x="358" y="1417"/>
                  </a:cubicBezTo>
                  <a:close/>
                  <a:moveTo>
                    <a:pt x="1060" y="0"/>
                  </a:moveTo>
                  <a:cubicBezTo>
                    <a:pt x="667" y="0"/>
                    <a:pt x="358" y="322"/>
                    <a:pt x="358" y="703"/>
                  </a:cubicBezTo>
                  <a:cubicBezTo>
                    <a:pt x="358" y="834"/>
                    <a:pt x="406" y="977"/>
                    <a:pt x="465" y="1072"/>
                  </a:cubicBezTo>
                  <a:lnTo>
                    <a:pt x="167" y="1072"/>
                  </a:lnTo>
                  <a:cubicBezTo>
                    <a:pt x="72" y="1072"/>
                    <a:pt x="1" y="1155"/>
                    <a:pt x="1" y="1239"/>
                  </a:cubicBezTo>
                  <a:cubicBezTo>
                    <a:pt x="1" y="1822"/>
                    <a:pt x="477" y="2298"/>
                    <a:pt x="1060" y="2298"/>
                  </a:cubicBezTo>
                  <a:cubicBezTo>
                    <a:pt x="1632" y="2298"/>
                    <a:pt x="2108" y="1822"/>
                    <a:pt x="2108" y="1239"/>
                  </a:cubicBezTo>
                  <a:cubicBezTo>
                    <a:pt x="2108" y="1155"/>
                    <a:pt x="2037" y="1072"/>
                    <a:pt x="1953" y="1072"/>
                  </a:cubicBezTo>
                  <a:lnTo>
                    <a:pt x="1656" y="1072"/>
                  </a:lnTo>
                  <a:cubicBezTo>
                    <a:pt x="1715" y="977"/>
                    <a:pt x="1751" y="834"/>
                    <a:pt x="1751" y="703"/>
                  </a:cubicBezTo>
                  <a:cubicBezTo>
                    <a:pt x="1751" y="322"/>
                    <a:pt x="1441"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65"/>
            <p:cNvSpPr/>
            <p:nvPr/>
          </p:nvSpPr>
          <p:spPr>
            <a:xfrm>
              <a:off x="5446923" y="2502854"/>
              <a:ext cx="23792" cy="16188"/>
            </a:xfrm>
            <a:custGeom>
              <a:avLst/>
              <a:gdLst/>
              <a:ahLst/>
              <a:cxnLst/>
              <a:rect l="l" t="t" r="r" b="b"/>
              <a:pathLst>
                <a:path w="751" h="511" extrusionOk="0">
                  <a:moveTo>
                    <a:pt x="560" y="1"/>
                  </a:moveTo>
                  <a:cubicBezTo>
                    <a:pt x="534" y="1"/>
                    <a:pt x="506" y="7"/>
                    <a:pt x="477" y="22"/>
                  </a:cubicBezTo>
                  <a:lnTo>
                    <a:pt x="120" y="201"/>
                  </a:lnTo>
                  <a:cubicBezTo>
                    <a:pt x="37" y="248"/>
                    <a:pt x="1" y="355"/>
                    <a:pt x="48" y="427"/>
                  </a:cubicBezTo>
                  <a:cubicBezTo>
                    <a:pt x="84" y="486"/>
                    <a:pt x="132" y="510"/>
                    <a:pt x="203" y="510"/>
                  </a:cubicBezTo>
                  <a:cubicBezTo>
                    <a:pt x="227" y="510"/>
                    <a:pt x="239" y="510"/>
                    <a:pt x="275" y="498"/>
                  </a:cubicBezTo>
                  <a:lnTo>
                    <a:pt x="632" y="320"/>
                  </a:lnTo>
                  <a:cubicBezTo>
                    <a:pt x="715" y="272"/>
                    <a:pt x="751" y="165"/>
                    <a:pt x="703" y="93"/>
                  </a:cubicBezTo>
                  <a:cubicBezTo>
                    <a:pt x="670" y="36"/>
                    <a:pt x="620"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7" name="Google Shape;11487;p65"/>
          <p:cNvGrpSpPr/>
          <p:nvPr/>
        </p:nvGrpSpPr>
        <p:grpSpPr>
          <a:xfrm>
            <a:off x="6255238" y="2236849"/>
            <a:ext cx="271244" cy="360994"/>
            <a:chOff x="6255238" y="2412249"/>
            <a:chExt cx="271244" cy="360994"/>
          </a:xfrm>
        </p:grpSpPr>
        <p:sp>
          <p:nvSpPr>
            <p:cNvPr id="11488" name="Google Shape;11488;p65"/>
            <p:cNvSpPr/>
            <p:nvPr/>
          </p:nvSpPr>
          <p:spPr>
            <a:xfrm>
              <a:off x="6351799" y="2554080"/>
              <a:ext cx="10613" cy="15872"/>
            </a:xfrm>
            <a:custGeom>
              <a:avLst/>
              <a:gdLst/>
              <a:ahLst/>
              <a:cxnLst/>
              <a:rect l="l" t="t" r="r" b="b"/>
              <a:pathLst>
                <a:path w="335" h="501" extrusionOk="0">
                  <a:moveTo>
                    <a:pt x="168" y="0"/>
                  </a:moveTo>
                  <a:cubicBezTo>
                    <a:pt x="72" y="0"/>
                    <a:pt x="1" y="72"/>
                    <a:pt x="1" y="167"/>
                  </a:cubicBezTo>
                  <a:lnTo>
                    <a:pt x="1" y="346"/>
                  </a:lnTo>
                  <a:cubicBezTo>
                    <a:pt x="1" y="429"/>
                    <a:pt x="72" y="501"/>
                    <a:pt x="168" y="501"/>
                  </a:cubicBezTo>
                  <a:cubicBezTo>
                    <a:pt x="251" y="501"/>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65"/>
            <p:cNvSpPr/>
            <p:nvPr/>
          </p:nvSpPr>
          <p:spPr>
            <a:xfrm>
              <a:off x="6419720" y="2554080"/>
              <a:ext cx="10581" cy="15872"/>
            </a:xfrm>
            <a:custGeom>
              <a:avLst/>
              <a:gdLst/>
              <a:ahLst/>
              <a:cxnLst/>
              <a:rect l="l" t="t" r="r" b="b"/>
              <a:pathLst>
                <a:path w="334" h="501" extrusionOk="0">
                  <a:moveTo>
                    <a:pt x="167" y="0"/>
                  </a:moveTo>
                  <a:cubicBezTo>
                    <a:pt x="71" y="0"/>
                    <a:pt x="0" y="72"/>
                    <a:pt x="0" y="167"/>
                  </a:cubicBezTo>
                  <a:lnTo>
                    <a:pt x="0" y="346"/>
                  </a:lnTo>
                  <a:cubicBezTo>
                    <a:pt x="0" y="429"/>
                    <a:pt x="71" y="501"/>
                    <a:pt x="167" y="501"/>
                  </a:cubicBezTo>
                  <a:cubicBezTo>
                    <a:pt x="250" y="501"/>
                    <a:pt x="321" y="429"/>
                    <a:pt x="321" y="346"/>
                  </a:cubicBezTo>
                  <a:lnTo>
                    <a:pt x="321"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65"/>
            <p:cNvSpPr/>
            <p:nvPr/>
          </p:nvSpPr>
          <p:spPr>
            <a:xfrm>
              <a:off x="6368399" y="2593775"/>
              <a:ext cx="45302" cy="15777"/>
            </a:xfrm>
            <a:custGeom>
              <a:avLst/>
              <a:gdLst/>
              <a:ahLst/>
              <a:cxnLst/>
              <a:rect l="l" t="t" r="r" b="b"/>
              <a:pathLst>
                <a:path w="1430" h="498" extrusionOk="0">
                  <a:moveTo>
                    <a:pt x="179" y="1"/>
                  </a:moveTo>
                  <a:cubicBezTo>
                    <a:pt x="135" y="1"/>
                    <a:pt x="90" y="15"/>
                    <a:pt x="60" y="45"/>
                  </a:cubicBezTo>
                  <a:cubicBezTo>
                    <a:pt x="1" y="105"/>
                    <a:pt x="1" y="224"/>
                    <a:pt x="60" y="283"/>
                  </a:cubicBezTo>
                  <a:cubicBezTo>
                    <a:pt x="203" y="426"/>
                    <a:pt x="441" y="498"/>
                    <a:pt x="715" y="498"/>
                  </a:cubicBezTo>
                  <a:cubicBezTo>
                    <a:pt x="977" y="498"/>
                    <a:pt x="1215" y="414"/>
                    <a:pt x="1370" y="283"/>
                  </a:cubicBezTo>
                  <a:cubicBezTo>
                    <a:pt x="1430" y="200"/>
                    <a:pt x="1430" y="105"/>
                    <a:pt x="1370" y="45"/>
                  </a:cubicBezTo>
                  <a:cubicBezTo>
                    <a:pt x="1340" y="15"/>
                    <a:pt x="1299" y="1"/>
                    <a:pt x="1255" y="1"/>
                  </a:cubicBezTo>
                  <a:cubicBezTo>
                    <a:pt x="1212" y="1"/>
                    <a:pt x="1168" y="15"/>
                    <a:pt x="1132" y="45"/>
                  </a:cubicBezTo>
                  <a:cubicBezTo>
                    <a:pt x="1072" y="105"/>
                    <a:pt x="918" y="176"/>
                    <a:pt x="715" y="176"/>
                  </a:cubicBezTo>
                  <a:cubicBezTo>
                    <a:pt x="501" y="176"/>
                    <a:pt x="358" y="105"/>
                    <a:pt x="298" y="45"/>
                  </a:cubicBezTo>
                  <a:cubicBezTo>
                    <a:pt x="269" y="15"/>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65"/>
            <p:cNvSpPr/>
            <p:nvPr/>
          </p:nvSpPr>
          <p:spPr>
            <a:xfrm>
              <a:off x="6255238" y="2412249"/>
              <a:ext cx="271244" cy="360994"/>
            </a:xfrm>
            <a:custGeom>
              <a:avLst/>
              <a:gdLst/>
              <a:ahLst/>
              <a:cxnLst/>
              <a:rect l="l" t="t" r="r" b="b"/>
              <a:pathLst>
                <a:path w="8562" h="11395" extrusionOk="0">
                  <a:moveTo>
                    <a:pt x="4287" y="334"/>
                  </a:moveTo>
                  <a:cubicBezTo>
                    <a:pt x="5621" y="334"/>
                    <a:pt x="6442" y="751"/>
                    <a:pt x="6442" y="1072"/>
                  </a:cubicBezTo>
                  <a:lnTo>
                    <a:pt x="6442" y="1489"/>
                  </a:lnTo>
                  <a:cubicBezTo>
                    <a:pt x="5823" y="1215"/>
                    <a:pt x="5073" y="1084"/>
                    <a:pt x="4287" y="1084"/>
                  </a:cubicBezTo>
                  <a:cubicBezTo>
                    <a:pt x="3501" y="1084"/>
                    <a:pt x="2763" y="1227"/>
                    <a:pt x="2132" y="1489"/>
                  </a:cubicBezTo>
                  <a:lnTo>
                    <a:pt x="2132" y="1072"/>
                  </a:lnTo>
                  <a:cubicBezTo>
                    <a:pt x="2132" y="775"/>
                    <a:pt x="2942" y="334"/>
                    <a:pt x="4287" y="334"/>
                  </a:cubicBezTo>
                  <a:close/>
                  <a:moveTo>
                    <a:pt x="4299" y="1394"/>
                  </a:moveTo>
                  <a:cubicBezTo>
                    <a:pt x="5263" y="1394"/>
                    <a:pt x="6168" y="1632"/>
                    <a:pt x="6859" y="2049"/>
                  </a:cubicBezTo>
                  <a:cubicBezTo>
                    <a:pt x="7514" y="2453"/>
                    <a:pt x="7871" y="2989"/>
                    <a:pt x="7871" y="3549"/>
                  </a:cubicBezTo>
                  <a:cubicBezTo>
                    <a:pt x="7871" y="3882"/>
                    <a:pt x="7740" y="4204"/>
                    <a:pt x="7478" y="4501"/>
                  </a:cubicBezTo>
                  <a:lnTo>
                    <a:pt x="7478" y="3549"/>
                  </a:lnTo>
                  <a:cubicBezTo>
                    <a:pt x="7478" y="3084"/>
                    <a:pt x="7180" y="2656"/>
                    <a:pt x="6633" y="2334"/>
                  </a:cubicBezTo>
                  <a:cubicBezTo>
                    <a:pt x="6608" y="2318"/>
                    <a:pt x="6579" y="2310"/>
                    <a:pt x="6550" y="2310"/>
                  </a:cubicBezTo>
                  <a:cubicBezTo>
                    <a:pt x="6495" y="2310"/>
                    <a:pt x="6438" y="2339"/>
                    <a:pt x="6406" y="2394"/>
                  </a:cubicBezTo>
                  <a:cubicBezTo>
                    <a:pt x="6371" y="2465"/>
                    <a:pt x="6395" y="2572"/>
                    <a:pt x="6466" y="2608"/>
                  </a:cubicBezTo>
                  <a:cubicBezTo>
                    <a:pt x="6918" y="2882"/>
                    <a:pt x="7157" y="3204"/>
                    <a:pt x="7157" y="3537"/>
                  </a:cubicBezTo>
                  <a:lnTo>
                    <a:pt x="7157" y="6394"/>
                  </a:lnTo>
                  <a:cubicBezTo>
                    <a:pt x="7157" y="6990"/>
                    <a:pt x="7299" y="7490"/>
                    <a:pt x="7418" y="7823"/>
                  </a:cubicBezTo>
                  <a:cubicBezTo>
                    <a:pt x="7454" y="7906"/>
                    <a:pt x="7418" y="8002"/>
                    <a:pt x="7359" y="8049"/>
                  </a:cubicBezTo>
                  <a:cubicBezTo>
                    <a:pt x="7157" y="8216"/>
                    <a:pt x="6847" y="8407"/>
                    <a:pt x="6395" y="8573"/>
                  </a:cubicBezTo>
                  <a:lnTo>
                    <a:pt x="5894" y="8383"/>
                  </a:lnTo>
                  <a:cubicBezTo>
                    <a:pt x="5668" y="8311"/>
                    <a:pt x="5537" y="8109"/>
                    <a:pt x="5537" y="7871"/>
                  </a:cubicBezTo>
                  <a:lnTo>
                    <a:pt x="5537" y="7144"/>
                  </a:lnTo>
                  <a:cubicBezTo>
                    <a:pt x="6275" y="6704"/>
                    <a:pt x="6787" y="5906"/>
                    <a:pt x="6787" y="4978"/>
                  </a:cubicBezTo>
                  <a:lnTo>
                    <a:pt x="6787" y="4263"/>
                  </a:lnTo>
                  <a:cubicBezTo>
                    <a:pt x="6787" y="3775"/>
                    <a:pt x="6383" y="3394"/>
                    <a:pt x="5906" y="3394"/>
                  </a:cubicBezTo>
                  <a:lnTo>
                    <a:pt x="5621" y="3394"/>
                  </a:lnTo>
                  <a:lnTo>
                    <a:pt x="4775" y="2537"/>
                  </a:lnTo>
                  <a:cubicBezTo>
                    <a:pt x="4744" y="2514"/>
                    <a:pt x="4703" y="2495"/>
                    <a:pt x="4662" y="2495"/>
                  </a:cubicBezTo>
                  <a:cubicBezTo>
                    <a:pt x="4640" y="2495"/>
                    <a:pt x="4617" y="2501"/>
                    <a:pt x="4597" y="2513"/>
                  </a:cubicBezTo>
                  <a:cubicBezTo>
                    <a:pt x="4537" y="2537"/>
                    <a:pt x="4490" y="2596"/>
                    <a:pt x="4490" y="2656"/>
                  </a:cubicBezTo>
                  <a:lnTo>
                    <a:pt x="4490" y="3382"/>
                  </a:lnTo>
                  <a:lnTo>
                    <a:pt x="3585" y="3382"/>
                  </a:lnTo>
                  <a:cubicBezTo>
                    <a:pt x="3489" y="3382"/>
                    <a:pt x="3418" y="3465"/>
                    <a:pt x="3418" y="3549"/>
                  </a:cubicBezTo>
                  <a:cubicBezTo>
                    <a:pt x="3418" y="3644"/>
                    <a:pt x="3489" y="3715"/>
                    <a:pt x="3585" y="3715"/>
                  </a:cubicBezTo>
                  <a:lnTo>
                    <a:pt x="4656" y="3715"/>
                  </a:lnTo>
                  <a:cubicBezTo>
                    <a:pt x="4740" y="3715"/>
                    <a:pt x="4823" y="3644"/>
                    <a:pt x="4823" y="3549"/>
                  </a:cubicBezTo>
                  <a:lnTo>
                    <a:pt x="4823" y="3061"/>
                  </a:lnTo>
                  <a:lnTo>
                    <a:pt x="5430" y="3668"/>
                  </a:lnTo>
                  <a:cubicBezTo>
                    <a:pt x="5454" y="3704"/>
                    <a:pt x="5502" y="3715"/>
                    <a:pt x="5549" y="3715"/>
                  </a:cubicBezTo>
                  <a:lnTo>
                    <a:pt x="5906" y="3715"/>
                  </a:lnTo>
                  <a:cubicBezTo>
                    <a:pt x="6204" y="3715"/>
                    <a:pt x="6454" y="3954"/>
                    <a:pt x="6454" y="4263"/>
                  </a:cubicBezTo>
                  <a:lnTo>
                    <a:pt x="6454" y="4978"/>
                  </a:lnTo>
                  <a:cubicBezTo>
                    <a:pt x="6454" y="6168"/>
                    <a:pt x="5490" y="7144"/>
                    <a:pt x="4299" y="7144"/>
                  </a:cubicBezTo>
                  <a:cubicBezTo>
                    <a:pt x="3108" y="7144"/>
                    <a:pt x="2144" y="6168"/>
                    <a:pt x="2144" y="4978"/>
                  </a:cubicBezTo>
                  <a:lnTo>
                    <a:pt x="2144" y="4263"/>
                  </a:lnTo>
                  <a:cubicBezTo>
                    <a:pt x="2144" y="3966"/>
                    <a:pt x="2382" y="3715"/>
                    <a:pt x="2692" y="3715"/>
                  </a:cubicBezTo>
                  <a:lnTo>
                    <a:pt x="2870" y="3715"/>
                  </a:lnTo>
                  <a:cubicBezTo>
                    <a:pt x="2954" y="3715"/>
                    <a:pt x="3037" y="3644"/>
                    <a:pt x="3037" y="3549"/>
                  </a:cubicBezTo>
                  <a:cubicBezTo>
                    <a:pt x="3037" y="3465"/>
                    <a:pt x="2954" y="3382"/>
                    <a:pt x="2870" y="3382"/>
                  </a:cubicBezTo>
                  <a:lnTo>
                    <a:pt x="2692" y="3382"/>
                  </a:lnTo>
                  <a:cubicBezTo>
                    <a:pt x="2204" y="3382"/>
                    <a:pt x="1811" y="3787"/>
                    <a:pt x="1811" y="4263"/>
                  </a:cubicBezTo>
                  <a:lnTo>
                    <a:pt x="1811" y="4978"/>
                  </a:lnTo>
                  <a:cubicBezTo>
                    <a:pt x="1811" y="5906"/>
                    <a:pt x="2323" y="6704"/>
                    <a:pt x="3061" y="7133"/>
                  </a:cubicBezTo>
                  <a:lnTo>
                    <a:pt x="3061" y="7871"/>
                  </a:lnTo>
                  <a:cubicBezTo>
                    <a:pt x="3061" y="8109"/>
                    <a:pt x="2918" y="8299"/>
                    <a:pt x="2704" y="8383"/>
                  </a:cubicBezTo>
                  <a:lnTo>
                    <a:pt x="2204" y="8561"/>
                  </a:lnTo>
                  <a:cubicBezTo>
                    <a:pt x="1751" y="8407"/>
                    <a:pt x="1430" y="8204"/>
                    <a:pt x="1251" y="8061"/>
                  </a:cubicBezTo>
                  <a:cubicBezTo>
                    <a:pt x="1168" y="8014"/>
                    <a:pt x="1144" y="7930"/>
                    <a:pt x="1192" y="7835"/>
                  </a:cubicBezTo>
                  <a:cubicBezTo>
                    <a:pt x="1311" y="7514"/>
                    <a:pt x="1453" y="7002"/>
                    <a:pt x="1453" y="6406"/>
                  </a:cubicBezTo>
                  <a:lnTo>
                    <a:pt x="1453" y="3549"/>
                  </a:lnTo>
                  <a:cubicBezTo>
                    <a:pt x="1453" y="2775"/>
                    <a:pt x="2763" y="2108"/>
                    <a:pt x="4311" y="2108"/>
                  </a:cubicBezTo>
                  <a:cubicBezTo>
                    <a:pt x="4859" y="2108"/>
                    <a:pt x="5394" y="2180"/>
                    <a:pt x="5859" y="2346"/>
                  </a:cubicBezTo>
                  <a:cubicBezTo>
                    <a:pt x="5878" y="2351"/>
                    <a:pt x="5896" y="2353"/>
                    <a:pt x="5914" y="2353"/>
                  </a:cubicBezTo>
                  <a:cubicBezTo>
                    <a:pt x="5985" y="2353"/>
                    <a:pt x="6044" y="2315"/>
                    <a:pt x="6073" y="2239"/>
                  </a:cubicBezTo>
                  <a:cubicBezTo>
                    <a:pt x="6097" y="2156"/>
                    <a:pt x="6049" y="2061"/>
                    <a:pt x="5966" y="2037"/>
                  </a:cubicBezTo>
                  <a:cubicBezTo>
                    <a:pt x="5478" y="1870"/>
                    <a:pt x="4894" y="1775"/>
                    <a:pt x="4311" y="1775"/>
                  </a:cubicBezTo>
                  <a:cubicBezTo>
                    <a:pt x="3478" y="1775"/>
                    <a:pt x="2692" y="1953"/>
                    <a:pt x="2096" y="2275"/>
                  </a:cubicBezTo>
                  <a:cubicBezTo>
                    <a:pt x="1465" y="2596"/>
                    <a:pt x="1108" y="3061"/>
                    <a:pt x="1108" y="3549"/>
                  </a:cubicBezTo>
                  <a:lnTo>
                    <a:pt x="1108" y="4501"/>
                  </a:lnTo>
                  <a:cubicBezTo>
                    <a:pt x="858" y="4204"/>
                    <a:pt x="727" y="3882"/>
                    <a:pt x="727" y="3549"/>
                  </a:cubicBezTo>
                  <a:cubicBezTo>
                    <a:pt x="727" y="2989"/>
                    <a:pt x="1084" y="2465"/>
                    <a:pt x="1739" y="2049"/>
                  </a:cubicBezTo>
                  <a:cubicBezTo>
                    <a:pt x="2418" y="1632"/>
                    <a:pt x="3335" y="1394"/>
                    <a:pt x="4299" y="1394"/>
                  </a:cubicBezTo>
                  <a:close/>
                  <a:moveTo>
                    <a:pt x="5192" y="7323"/>
                  </a:moveTo>
                  <a:lnTo>
                    <a:pt x="5192" y="7883"/>
                  </a:lnTo>
                  <a:cubicBezTo>
                    <a:pt x="5192" y="8252"/>
                    <a:pt x="5430" y="8585"/>
                    <a:pt x="5775" y="8716"/>
                  </a:cubicBezTo>
                  <a:lnTo>
                    <a:pt x="6430" y="8942"/>
                  </a:lnTo>
                  <a:cubicBezTo>
                    <a:pt x="6264" y="9323"/>
                    <a:pt x="5978" y="9669"/>
                    <a:pt x="5621" y="9919"/>
                  </a:cubicBezTo>
                  <a:cubicBezTo>
                    <a:pt x="5240" y="10204"/>
                    <a:pt x="4763" y="10359"/>
                    <a:pt x="4287" y="10359"/>
                  </a:cubicBezTo>
                  <a:cubicBezTo>
                    <a:pt x="3347" y="10359"/>
                    <a:pt x="2501" y="9788"/>
                    <a:pt x="2144" y="8942"/>
                  </a:cubicBezTo>
                  <a:lnTo>
                    <a:pt x="2799" y="8716"/>
                  </a:lnTo>
                  <a:cubicBezTo>
                    <a:pt x="3156" y="8597"/>
                    <a:pt x="3382" y="8252"/>
                    <a:pt x="3382" y="7883"/>
                  </a:cubicBezTo>
                  <a:lnTo>
                    <a:pt x="3382" y="7323"/>
                  </a:lnTo>
                  <a:cubicBezTo>
                    <a:pt x="3656" y="7418"/>
                    <a:pt x="3954" y="7478"/>
                    <a:pt x="4287" y="7478"/>
                  </a:cubicBezTo>
                  <a:cubicBezTo>
                    <a:pt x="4597" y="7478"/>
                    <a:pt x="4906" y="7418"/>
                    <a:pt x="5192" y="7323"/>
                  </a:cubicBezTo>
                  <a:close/>
                  <a:moveTo>
                    <a:pt x="4263" y="1"/>
                  </a:moveTo>
                  <a:cubicBezTo>
                    <a:pt x="3061" y="1"/>
                    <a:pt x="1787" y="370"/>
                    <a:pt x="1787" y="1048"/>
                  </a:cubicBezTo>
                  <a:lnTo>
                    <a:pt x="1787" y="1632"/>
                  </a:lnTo>
                  <a:cubicBezTo>
                    <a:pt x="1692" y="1680"/>
                    <a:pt x="1620" y="1727"/>
                    <a:pt x="1525" y="1787"/>
                  </a:cubicBezTo>
                  <a:cubicBezTo>
                    <a:pt x="775" y="2263"/>
                    <a:pt x="358" y="2882"/>
                    <a:pt x="358" y="3573"/>
                  </a:cubicBezTo>
                  <a:cubicBezTo>
                    <a:pt x="358" y="4085"/>
                    <a:pt x="608" y="4573"/>
                    <a:pt x="1072" y="5001"/>
                  </a:cubicBezTo>
                  <a:lnTo>
                    <a:pt x="1072" y="6406"/>
                  </a:lnTo>
                  <a:cubicBezTo>
                    <a:pt x="1072" y="6978"/>
                    <a:pt x="918" y="7478"/>
                    <a:pt x="811" y="7716"/>
                  </a:cubicBezTo>
                  <a:cubicBezTo>
                    <a:pt x="727" y="7942"/>
                    <a:pt x="799" y="8192"/>
                    <a:pt x="989" y="8335"/>
                  </a:cubicBezTo>
                  <a:cubicBezTo>
                    <a:pt x="1144" y="8430"/>
                    <a:pt x="1370" y="8585"/>
                    <a:pt x="1680" y="8728"/>
                  </a:cubicBezTo>
                  <a:lnTo>
                    <a:pt x="811" y="9049"/>
                  </a:lnTo>
                  <a:cubicBezTo>
                    <a:pt x="322" y="9228"/>
                    <a:pt x="1" y="9681"/>
                    <a:pt x="1" y="10204"/>
                  </a:cubicBezTo>
                  <a:lnTo>
                    <a:pt x="1" y="11228"/>
                  </a:lnTo>
                  <a:cubicBezTo>
                    <a:pt x="1" y="11324"/>
                    <a:pt x="72" y="11395"/>
                    <a:pt x="156" y="11395"/>
                  </a:cubicBezTo>
                  <a:cubicBezTo>
                    <a:pt x="251" y="11395"/>
                    <a:pt x="322" y="11324"/>
                    <a:pt x="322" y="11228"/>
                  </a:cubicBezTo>
                  <a:lnTo>
                    <a:pt x="322" y="10204"/>
                  </a:lnTo>
                  <a:cubicBezTo>
                    <a:pt x="322" y="9823"/>
                    <a:pt x="560" y="9478"/>
                    <a:pt x="918" y="9359"/>
                  </a:cubicBezTo>
                  <a:lnTo>
                    <a:pt x="1799" y="9038"/>
                  </a:lnTo>
                  <a:cubicBezTo>
                    <a:pt x="2215" y="10026"/>
                    <a:pt x="3180" y="10681"/>
                    <a:pt x="4251" y="10681"/>
                  </a:cubicBezTo>
                  <a:cubicBezTo>
                    <a:pt x="4799" y="10681"/>
                    <a:pt x="5335" y="10514"/>
                    <a:pt x="5787" y="10192"/>
                  </a:cubicBezTo>
                  <a:cubicBezTo>
                    <a:pt x="6204" y="9895"/>
                    <a:pt x="6514" y="9502"/>
                    <a:pt x="6704" y="9038"/>
                  </a:cubicBezTo>
                  <a:lnTo>
                    <a:pt x="7585" y="9359"/>
                  </a:lnTo>
                  <a:cubicBezTo>
                    <a:pt x="7942" y="9490"/>
                    <a:pt x="8180" y="9835"/>
                    <a:pt x="8180" y="10204"/>
                  </a:cubicBezTo>
                  <a:lnTo>
                    <a:pt x="8180" y="11228"/>
                  </a:lnTo>
                  <a:cubicBezTo>
                    <a:pt x="8180" y="11324"/>
                    <a:pt x="8252" y="11395"/>
                    <a:pt x="8347" y="11395"/>
                  </a:cubicBezTo>
                  <a:cubicBezTo>
                    <a:pt x="8431" y="11395"/>
                    <a:pt x="8514" y="11324"/>
                    <a:pt x="8514" y="11228"/>
                  </a:cubicBezTo>
                  <a:lnTo>
                    <a:pt x="8514" y="10204"/>
                  </a:lnTo>
                  <a:cubicBezTo>
                    <a:pt x="8561" y="9681"/>
                    <a:pt x="8216" y="9204"/>
                    <a:pt x="7728" y="9049"/>
                  </a:cubicBezTo>
                  <a:lnTo>
                    <a:pt x="6859" y="8728"/>
                  </a:lnTo>
                  <a:cubicBezTo>
                    <a:pt x="7157" y="8585"/>
                    <a:pt x="7395" y="8454"/>
                    <a:pt x="7549" y="8335"/>
                  </a:cubicBezTo>
                  <a:cubicBezTo>
                    <a:pt x="7740" y="8192"/>
                    <a:pt x="7811" y="7942"/>
                    <a:pt x="7728" y="7716"/>
                  </a:cubicBezTo>
                  <a:cubicBezTo>
                    <a:pt x="7633" y="7466"/>
                    <a:pt x="7466" y="6978"/>
                    <a:pt x="7466" y="6406"/>
                  </a:cubicBezTo>
                  <a:lnTo>
                    <a:pt x="7466" y="5001"/>
                  </a:lnTo>
                  <a:cubicBezTo>
                    <a:pt x="7930" y="4585"/>
                    <a:pt x="8180" y="4085"/>
                    <a:pt x="8180" y="3573"/>
                  </a:cubicBezTo>
                  <a:cubicBezTo>
                    <a:pt x="8180" y="2882"/>
                    <a:pt x="7764" y="2263"/>
                    <a:pt x="7002" y="1787"/>
                  </a:cubicBezTo>
                  <a:cubicBezTo>
                    <a:pt x="6930" y="1739"/>
                    <a:pt x="6847" y="1680"/>
                    <a:pt x="6752" y="1632"/>
                  </a:cubicBezTo>
                  <a:lnTo>
                    <a:pt x="6752" y="1048"/>
                  </a:lnTo>
                  <a:cubicBezTo>
                    <a:pt x="6752" y="370"/>
                    <a:pt x="5478"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65"/>
            <p:cNvSpPr/>
            <p:nvPr/>
          </p:nvSpPr>
          <p:spPr>
            <a:xfrm>
              <a:off x="6345779" y="2535167"/>
              <a:ext cx="22651" cy="12545"/>
            </a:xfrm>
            <a:custGeom>
              <a:avLst/>
              <a:gdLst/>
              <a:ahLst/>
              <a:cxnLst/>
              <a:rect l="l" t="t" r="r" b="b"/>
              <a:pathLst>
                <a:path w="715" h="396" extrusionOk="0">
                  <a:moveTo>
                    <a:pt x="529" y="0"/>
                  </a:moveTo>
                  <a:cubicBezTo>
                    <a:pt x="520" y="0"/>
                    <a:pt x="510" y="1"/>
                    <a:pt x="500" y="2"/>
                  </a:cubicBezTo>
                  <a:lnTo>
                    <a:pt x="143" y="74"/>
                  </a:lnTo>
                  <a:cubicBezTo>
                    <a:pt x="60" y="86"/>
                    <a:pt x="0" y="181"/>
                    <a:pt x="12" y="264"/>
                  </a:cubicBezTo>
                  <a:cubicBezTo>
                    <a:pt x="24" y="336"/>
                    <a:pt x="96" y="395"/>
                    <a:pt x="179" y="395"/>
                  </a:cubicBezTo>
                  <a:lnTo>
                    <a:pt x="203" y="395"/>
                  </a:lnTo>
                  <a:lnTo>
                    <a:pt x="560" y="324"/>
                  </a:lnTo>
                  <a:cubicBezTo>
                    <a:pt x="667" y="312"/>
                    <a:pt x="715" y="228"/>
                    <a:pt x="703" y="133"/>
                  </a:cubicBezTo>
                  <a:cubicBezTo>
                    <a:pt x="681" y="48"/>
                    <a:pt x="612" y="0"/>
                    <a:pt x="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65"/>
            <p:cNvSpPr/>
            <p:nvPr/>
          </p:nvSpPr>
          <p:spPr>
            <a:xfrm>
              <a:off x="6413670" y="2535167"/>
              <a:ext cx="22651" cy="12545"/>
            </a:xfrm>
            <a:custGeom>
              <a:avLst/>
              <a:gdLst/>
              <a:ahLst/>
              <a:cxnLst/>
              <a:rect l="l" t="t" r="r" b="b"/>
              <a:pathLst>
                <a:path w="715" h="396" extrusionOk="0">
                  <a:moveTo>
                    <a:pt x="177" y="0"/>
                  </a:moveTo>
                  <a:cubicBezTo>
                    <a:pt x="101" y="0"/>
                    <a:pt x="23" y="48"/>
                    <a:pt x="12" y="133"/>
                  </a:cubicBezTo>
                  <a:cubicBezTo>
                    <a:pt x="1" y="228"/>
                    <a:pt x="60" y="312"/>
                    <a:pt x="143" y="324"/>
                  </a:cubicBezTo>
                  <a:lnTo>
                    <a:pt x="501" y="395"/>
                  </a:lnTo>
                  <a:lnTo>
                    <a:pt x="536" y="395"/>
                  </a:lnTo>
                  <a:cubicBezTo>
                    <a:pt x="608" y="395"/>
                    <a:pt x="679" y="336"/>
                    <a:pt x="703" y="264"/>
                  </a:cubicBezTo>
                  <a:cubicBezTo>
                    <a:pt x="715" y="193"/>
                    <a:pt x="655" y="109"/>
                    <a:pt x="560" y="74"/>
                  </a:cubicBezTo>
                  <a:lnTo>
                    <a:pt x="203" y="2"/>
                  </a:lnTo>
                  <a:cubicBezTo>
                    <a:pt x="194" y="1"/>
                    <a:pt x="186"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4" name="Google Shape;11494;p65"/>
          <p:cNvGrpSpPr/>
          <p:nvPr/>
        </p:nvGrpSpPr>
        <p:grpSpPr>
          <a:xfrm>
            <a:off x="2185372" y="1782399"/>
            <a:ext cx="366664" cy="366981"/>
            <a:chOff x="2185372" y="1957799"/>
            <a:chExt cx="366664" cy="366981"/>
          </a:xfrm>
        </p:grpSpPr>
        <p:sp>
          <p:nvSpPr>
            <p:cNvPr id="11495" name="Google Shape;11495;p65"/>
            <p:cNvSpPr/>
            <p:nvPr/>
          </p:nvSpPr>
          <p:spPr>
            <a:xfrm>
              <a:off x="2228742" y="2000853"/>
              <a:ext cx="75082" cy="74226"/>
            </a:xfrm>
            <a:custGeom>
              <a:avLst/>
              <a:gdLst/>
              <a:ahLst/>
              <a:cxnLst/>
              <a:rect l="l" t="t" r="r" b="b"/>
              <a:pathLst>
                <a:path w="2370" h="2343" extrusionOk="0">
                  <a:moveTo>
                    <a:pt x="179" y="0"/>
                  </a:moveTo>
                  <a:cubicBezTo>
                    <a:pt x="135" y="0"/>
                    <a:pt x="90" y="15"/>
                    <a:pt x="60" y="45"/>
                  </a:cubicBezTo>
                  <a:cubicBezTo>
                    <a:pt x="1" y="104"/>
                    <a:pt x="1" y="223"/>
                    <a:pt x="60" y="283"/>
                  </a:cubicBezTo>
                  <a:lnTo>
                    <a:pt x="2072" y="2295"/>
                  </a:lnTo>
                  <a:cubicBezTo>
                    <a:pt x="2096" y="2331"/>
                    <a:pt x="2144" y="2343"/>
                    <a:pt x="2191" y="2343"/>
                  </a:cubicBezTo>
                  <a:cubicBezTo>
                    <a:pt x="2227" y="2343"/>
                    <a:pt x="2275" y="2331"/>
                    <a:pt x="2310" y="2295"/>
                  </a:cubicBezTo>
                  <a:cubicBezTo>
                    <a:pt x="2370" y="2235"/>
                    <a:pt x="2370" y="2116"/>
                    <a:pt x="2310" y="2057"/>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6" name="Google Shape;11496;p65"/>
            <p:cNvSpPr/>
            <p:nvPr/>
          </p:nvSpPr>
          <p:spPr>
            <a:xfrm>
              <a:off x="2188001" y="2067159"/>
              <a:ext cx="98873" cy="35070"/>
            </a:xfrm>
            <a:custGeom>
              <a:avLst/>
              <a:gdLst/>
              <a:ahLst/>
              <a:cxnLst/>
              <a:rect l="l" t="t" r="r" b="b"/>
              <a:pathLst>
                <a:path w="3121" h="1107" extrusionOk="0">
                  <a:moveTo>
                    <a:pt x="188" y="1"/>
                  </a:moveTo>
                  <a:cubicBezTo>
                    <a:pt x="120" y="1"/>
                    <a:pt x="56" y="54"/>
                    <a:pt x="37" y="131"/>
                  </a:cubicBezTo>
                  <a:cubicBezTo>
                    <a:pt x="1" y="214"/>
                    <a:pt x="60" y="309"/>
                    <a:pt x="156" y="333"/>
                  </a:cubicBezTo>
                  <a:lnTo>
                    <a:pt x="2882" y="1107"/>
                  </a:lnTo>
                  <a:lnTo>
                    <a:pt x="2918" y="1107"/>
                  </a:lnTo>
                  <a:cubicBezTo>
                    <a:pt x="3001" y="1107"/>
                    <a:pt x="3073" y="1071"/>
                    <a:pt x="3085" y="988"/>
                  </a:cubicBezTo>
                  <a:cubicBezTo>
                    <a:pt x="3120" y="904"/>
                    <a:pt x="3061" y="809"/>
                    <a:pt x="2965" y="785"/>
                  </a:cubicBezTo>
                  <a:lnTo>
                    <a:pt x="239" y="11"/>
                  </a:lnTo>
                  <a:cubicBezTo>
                    <a:pt x="222" y="4"/>
                    <a:pt x="20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65"/>
            <p:cNvSpPr/>
            <p:nvPr/>
          </p:nvSpPr>
          <p:spPr>
            <a:xfrm>
              <a:off x="2185372" y="2119114"/>
              <a:ext cx="97733" cy="37066"/>
            </a:xfrm>
            <a:custGeom>
              <a:avLst/>
              <a:gdLst/>
              <a:ahLst/>
              <a:cxnLst/>
              <a:rect l="l" t="t" r="r" b="b"/>
              <a:pathLst>
                <a:path w="3085" h="1170" extrusionOk="0">
                  <a:moveTo>
                    <a:pt x="2872" y="1"/>
                  </a:moveTo>
                  <a:cubicBezTo>
                    <a:pt x="2863" y="1"/>
                    <a:pt x="2855" y="1"/>
                    <a:pt x="2846" y="3"/>
                  </a:cubicBezTo>
                  <a:lnTo>
                    <a:pt x="131" y="836"/>
                  </a:lnTo>
                  <a:cubicBezTo>
                    <a:pt x="48" y="872"/>
                    <a:pt x="0" y="955"/>
                    <a:pt x="12" y="1050"/>
                  </a:cubicBezTo>
                  <a:cubicBezTo>
                    <a:pt x="48" y="1122"/>
                    <a:pt x="108" y="1169"/>
                    <a:pt x="179" y="1169"/>
                  </a:cubicBezTo>
                  <a:cubicBezTo>
                    <a:pt x="191" y="1169"/>
                    <a:pt x="203" y="1169"/>
                    <a:pt x="227" y="1158"/>
                  </a:cubicBezTo>
                  <a:lnTo>
                    <a:pt x="2929" y="324"/>
                  </a:lnTo>
                  <a:cubicBezTo>
                    <a:pt x="3037" y="300"/>
                    <a:pt x="3084" y="217"/>
                    <a:pt x="3048" y="122"/>
                  </a:cubicBezTo>
                  <a:cubicBezTo>
                    <a:pt x="3027" y="47"/>
                    <a:pt x="2948" y="1"/>
                    <a:pt x="28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65"/>
            <p:cNvSpPr/>
            <p:nvPr/>
          </p:nvSpPr>
          <p:spPr>
            <a:xfrm>
              <a:off x="2294763" y="1960587"/>
              <a:ext cx="36242" cy="97131"/>
            </a:xfrm>
            <a:custGeom>
              <a:avLst/>
              <a:gdLst/>
              <a:ahLst/>
              <a:cxnLst/>
              <a:rect l="l" t="t" r="r" b="b"/>
              <a:pathLst>
                <a:path w="1144" h="3066" extrusionOk="0">
                  <a:moveTo>
                    <a:pt x="185" y="1"/>
                  </a:moveTo>
                  <a:cubicBezTo>
                    <a:pt x="172" y="1"/>
                    <a:pt x="158" y="2"/>
                    <a:pt x="143" y="6"/>
                  </a:cubicBezTo>
                  <a:cubicBezTo>
                    <a:pt x="60" y="42"/>
                    <a:pt x="0" y="125"/>
                    <a:pt x="24" y="220"/>
                  </a:cubicBezTo>
                  <a:lnTo>
                    <a:pt x="798" y="2947"/>
                  </a:lnTo>
                  <a:cubicBezTo>
                    <a:pt x="822" y="3018"/>
                    <a:pt x="893" y="3066"/>
                    <a:pt x="965" y="3066"/>
                  </a:cubicBezTo>
                  <a:lnTo>
                    <a:pt x="1012" y="3066"/>
                  </a:lnTo>
                  <a:cubicBezTo>
                    <a:pt x="1096" y="3030"/>
                    <a:pt x="1143" y="2947"/>
                    <a:pt x="1131" y="2852"/>
                  </a:cubicBezTo>
                  <a:lnTo>
                    <a:pt x="357" y="125"/>
                  </a:lnTo>
                  <a:cubicBezTo>
                    <a:pt x="327" y="54"/>
                    <a:pt x="262"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65"/>
            <p:cNvSpPr/>
            <p:nvPr/>
          </p:nvSpPr>
          <p:spPr>
            <a:xfrm>
              <a:off x="2346433" y="1957799"/>
              <a:ext cx="38491" cy="96909"/>
            </a:xfrm>
            <a:custGeom>
              <a:avLst/>
              <a:gdLst/>
              <a:ahLst/>
              <a:cxnLst/>
              <a:rect l="l" t="t" r="r" b="b"/>
              <a:pathLst>
                <a:path w="1215" h="3059" extrusionOk="0">
                  <a:moveTo>
                    <a:pt x="1021" y="0"/>
                  </a:moveTo>
                  <a:cubicBezTo>
                    <a:pt x="953" y="0"/>
                    <a:pt x="889" y="54"/>
                    <a:pt x="870" y="130"/>
                  </a:cubicBezTo>
                  <a:lnTo>
                    <a:pt x="36" y="2832"/>
                  </a:lnTo>
                  <a:cubicBezTo>
                    <a:pt x="0" y="2928"/>
                    <a:pt x="60" y="3011"/>
                    <a:pt x="155" y="3047"/>
                  </a:cubicBezTo>
                  <a:cubicBezTo>
                    <a:pt x="167" y="3047"/>
                    <a:pt x="179" y="3059"/>
                    <a:pt x="203" y="3059"/>
                  </a:cubicBezTo>
                  <a:cubicBezTo>
                    <a:pt x="274" y="3059"/>
                    <a:pt x="334" y="3011"/>
                    <a:pt x="358" y="2940"/>
                  </a:cubicBezTo>
                  <a:lnTo>
                    <a:pt x="1191" y="237"/>
                  </a:lnTo>
                  <a:cubicBezTo>
                    <a:pt x="1215" y="130"/>
                    <a:pt x="1167" y="23"/>
                    <a:pt x="1072" y="11"/>
                  </a:cubicBezTo>
                  <a:cubicBezTo>
                    <a:pt x="1055" y="4"/>
                    <a:pt x="1038" y="0"/>
                    <a:pt x="10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0" name="Google Shape;11500;p65"/>
            <p:cNvSpPr/>
            <p:nvPr/>
          </p:nvSpPr>
          <p:spPr>
            <a:xfrm>
              <a:off x="2290993" y="2100391"/>
              <a:ext cx="37731" cy="121778"/>
            </a:xfrm>
            <a:custGeom>
              <a:avLst/>
              <a:gdLst/>
              <a:ahLst/>
              <a:cxnLst/>
              <a:rect l="l" t="t" r="r" b="b"/>
              <a:pathLst>
                <a:path w="1191" h="3844" extrusionOk="0">
                  <a:moveTo>
                    <a:pt x="721" y="1"/>
                  </a:moveTo>
                  <a:cubicBezTo>
                    <a:pt x="670" y="1"/>
                    <a:pt x="616" y="30"/>
                    <a:pt x="572" y="82"/>
                  </a:cubicBezTo>
                  <a:cubicBezTo>
                    <a:pt x="191" y="629"/>
                    <a:pt x="0" y="1296"/>
                    <a:pt x="60" y="1987"/>
                  </a:cubicBezTo>
                  <a:cubicBezTo>
                    <a:pt x="119" y="2665"/>
                    <a:pt x="417" y="3308"/>
                    <a:pt x="893" y="3796"/>
                  </a:cubicBezTo>
                  <a:cubicBezTo>
                    <a:pt x="917" y="3832"/>
                    <a:pt x="965" y="3844"/>
                    <a:pt x="1012" y="3844"/>
                  </a:cubicBezTo>
                  <a:cubicBezTo>
                    <a:pt x="1060" y="3844"/>
                    <a:pt x="1096" y="3832"/>
                    <a:pt x="1131" y="3796"/>
                  </a:cubicBezTo>
                  <a:cubicBezTo>
                    <a:pt x="1191" y="3725"/>
                    <a:pt x="1191" y="3618"/>
                    <a:pt x="1131" y="3546"/>
                  </a:cubicBezTo>
                  <a:cubicBezTo>
                    <a:pt x="250" y="2665"/>
                    <a:pt x="131" y="1284"/>
                    <a:pt x="857" y="272"/>
                  </a:cubicBezTo>
                  <a:cubicBezTo>
                    <a:pt x="917" y="201"/>
                    <a:pt x="893" y="94"/>
                    <a:pt x="810" y="34"/>
                  </a:cubicBezTo>
                  <a:cubicBezTo>
                    <a:pt x="783" y="12"/>
                    <a:pt x="752" y="1"/>
                    <a:pt x="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65"/>
            <p:cNvSpPr/>
            <p:nvPr/>
          </p:nvSpPr>
          <p:spPr>
            <a:xfrm>
              <a:off x="2353592" y="2091362"/>
              <a:ext cx="68302" cy="20307"/>
            </a:xfrm>
            <a:custGeom>
              <a:avLst/>
              <a:gdLst/>
              <a:ahLst/>
              <a:cxnLst/>
              <a:rect l="l" t="t" r="r" b="b"/>
              <a:pathLst>
                <a:path w="2156" h="641" extrusionOk="0">
                  <a:moveTo>
                    <a:pt x="971" y="1"/>
                  </a:moveTo>
                  <a:cubicBezTo>
                    <a:pt x="708" y="1"/>
                    <a:pt x="417" y="59"/>
                    <a:pt x="120" y="224"/>
                  </a:cubicBezTo>
                  <a:cubicBezTo>
                    <a:pt x="24" y="271"/>
                    <a:pt x="1" y="379"/>
                    <a:pt x="60" y="462"/>
                  </a:cubicBezTo>
                  <a:cubicBezTo>
                    <a:pt x="90" y="522"/>
                    <a:pt x="144" y="554"/>
                    <a:pt x="201" y="554"/>
                  </a:cubicBezTo>
                  <a:cubicBezTo>
                    <a:pt x="234" y="554"/>
                    <a:pt x="268" y="543"/>
                    <a:pt x="298" y="521"/>
                  </a:cubicBezTo>
                  <a:cubicBezTo>
                    <a:pt x="537" y="391"/>
                    <a:pt x="771" y="345"/>
                    <a:pt x="982" y="345"/>
                  </a:cubicBezTo>
                  <a:cubicBezTo>
                    <a:pt x="1488" y="345"/>
                    <a:pt x="1869" y="608"/>
                    <a:pt x="1894" y="617"/>
                  </a:cubicBezTo>
                  <a:cubicBezTo>
                    <a:pt x="1918" y="629"/>
                    <a:pt x="1953" y="640"/>
                    <a:pt x="2001" y="640"/>
                  </a:cubicBezTo>
                  <a:cubicBezTo>
                    <a:pt x="2060" y="640"/>
                    <a:pt x="2096" y="617"/>
                    <a:pt x="2132" y="569"/>
                  </a:cubicBezTo>
                  <a:cubicBezTo>
                    <a:pt x="2156" y="498"/>
                    <a:pt x="2144" y="390"/>
                    <a:pt x="2072" y="331"/>
                  </a:cubicBezTo>
                  <a:cubicBezTo>
                    <a:pt x="2039" y="314"/>
                    <a:pt x="1581" y="1"/>
                    <a:pt x="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65"/>
            <p:cNvSpPr/>
            <p:nvPr/>
          </p:nvSpPr>
          <p:spPr>
            <a:xfrm>
              <a:off x="2321532" y="2064434"/>
              <a:ext cx="230504" cy="260346"/>
            </a:xfrm>
            <a:custGeom>
              <a:avLst/>
              <a:gdLst/>
              <a:ahLst/>
              <a:cxnLst/>
              <a:rect l="l" t="t" r="r" b="b"/>
              <a:pathLst>
                <a:path w="7276" h="8218" extrusionOk="0">
                  <a:moveTo>
                    <a:pt x="3322" y="3038"/>
                  </a:moveTo>
                  <a:cubicBezTo>
                    <a:pt x="3394" y="3038"/>
                    <a:pt x="3489" y="3074"/>
                    <a:pt x="3549" y="3134"/>
                  </a:cubicBezTo>
                  <a:cubicBezTo>
                    <a:pt x="3668" y="3241"/>
                    <a:pt x="3668" y="3431"/>
                    <a:pt x="3525" y="3562"/>
                  </a:cubicBezTo>
                  <a:cubicBezTo>
                    <a:pt x="3465" y="3622"/>
                    <a:pt x="3388" y="3651"/>
                    <a:pt x="3311" y="3651"/>
                  </a:cubicBezTo>
                  <a:cubicBezTo>
                    <a:pt x="3233" y="3651"/>
                    <a:pt x="3156" y="3622"/>
                    <a:pt x="3096" y="3562"/>
                  </a:cubicBezTo>
                  <a:cubicBezTo>
                    <a:pt x="2977" y="3443"/>
                    <a:pt x="2977" y="3253"/>
                    <a:pt x="3096" y="3134"/>
                  </a:cubicBezTo>
                  <a:cubicBezTo>
                    <a:pt x="3156" y="3074"/>
                    <a:pt x="3227" y="3038"/>
                    <a:pt x="3322" y="3038"/>
                  </a:cubicBezTo>
                  <a:close/>
                  <a:moveTo>
                    <a:pt x="2441" y="3919"/>
                  </a:moveTo>
                  <a:cubicBezTo>
                    <a:pt x="2537" y="3919"/>
                    <a:pt x="2608" y="3955"/>
                    <a:pt x="2668" y="4015"/>
                  </a:cubicBezTo>
                  <a:cubicBezTo>
                    <a:pt x="2727" y="4074"/>
                    <a:pt x="2751" y="4146"/>
                    <a:pt x="2751" y="4229"/>
                  </a:cubicBezTo>
                  <a:cubicBezTo>
                    <a:pt x="2739" y="4312"/>
                    <a:pt x="2715" y="4384"/>
                    <a:pt x="2656" y="4443"/>
                  </a:cubicBezTo>
                  <a:cubicBezTo>
                    <a:pt x="2596" y="4503"/>
                    <a:pt x="2516" y="4533"/>
                    <a:pt x="2435" y="4533"/>
                  </a:cubicBezTo>
                  <a:cubicBezTo>
                    <a:pt x="2355" y="4533"/>
                    <a:pt x="2275" y="4503"/>
                    <a:pt x="2215" y="4443"/>
                  </a:cubicBezTo>
                  <a:cubicBezTo>
                    <a:pt x="2096" y="4324"/>
                    <a:pt x="2096" y="4134"/>
                    <a:pt x="2215" y="4015"/>
                  </a:cubicBezTo>
                  <a:cubicBezTo>
                    <a:pt x="2275" y="3955"/>
                    <a:pt x="2358" y="3919"/>
                    <a:pt x="2441" y="3919"/>
                  </a:cubicBezTo>
                  <a:close/>
                  <a:moveTo>
                    <a:pt x="6109" y="5062"/>
                  </a:moveTo>
                  <a:lnTo>
                    <a:pt x="6620" y="5586"/>
                  </a:lnTo>
                  <a:lnTo>
                    <a:pt x="4775" y="7432"/>
                  </a:lnTo>
                  <a:lnTo>
                    <a:pt x="4656" y="7551"/>
                  </a:lnTo>
                  <a:lnTo>
                    <a:pt x="4144" y="7027"/>
                  </a:lnTo>
                  <a:lnTo>
                    <a:pt x="4215" y="6955"/>
                  </a:lnTo>
                  <a:lnTo>
                    <a:pt x="4680" y="6491"/>
                  </a:lnTo>
                  <a:lnTo>
                    <a:pt x="5573" y="5598"/>
                  </a:lnTo>
                  <a:lnTo>
                    <a:pt x="6025" y="5146"/>
                  </a:lnTo>
                  <a:lnTo>
                    <a:pt x="6109" y="5062"/>
                  </a:lnTo>
                  <a:close/>
                  <a:moveTo>
                    <a:pt x="6644" y="6062"/>
                  </a:moveTo>
                  <a:lnTo>
                    <a:pt x="6668" y="6098"/>
                  </a:lnTo>
                  <a:cubicBezTo>
                    <a:pt x="6859" y="6289"/>
                    <a:pt x="6978" y="6551"/>
                    <a:pt x="6978" y="6836"/>
                  </a:cubicBezTo>
                  <a:cubicBezTo>
                    <a:pt x="6978" y="7122"/>
                    <a:pt x="6859" y="7384"/>
                    <a:pt x="6668" y="7586"/>
                  </a:cubicBezTo>
                  <a:cubicBezTo>
                    <a:pt x="6478" y="7777"/>
                    <a:pt x="6204" y="7896"/>
                    <a:pt x="5930" y="7896"/>
                  </a:cubicBezTo>
                  <a:cubicBezTo>
                    <a:pt x="5644" y="7896"/>
                    <a:pt x="5370" y="7789"/>
                    <a:pt x="5180" y="7586"/>
                  </a:cubicBezTo>
                  <a:lnTo>
                    <a:pt x="5156" y="7551"/>
                  </a:lnTo>
                  <a:lnTo>
                    <a:pt x="6644" y="6062"/>
                  </a:lnTo>
                  <a:close/>
                  <a:moveTo>
                    <a:pt x="1942" y="1"/>
                  </a:moveTo>
                  <a:cubicBezTo>
                    <a:pt x="1249" y="1"/>
                    <a:pt x="584" y="249"/>
                    <a:pt x="72" y="693"/>
                  </a:cubicBezTo>
                  <a:cubicBezTo>
                    <a:pt x="1" y="752"/>
                    <a:pt x="1" y="859"/>
                    <a:pt x="60" y="931"/>
                  </a:cubicBezTo>
                  <a:cubicBezTo>
                    <a:pt x="91" y="968"/>
                    <a:pt x="135" y="986"/>
                    <a:pt x="181" y="986"/>
                  </a:cubicBezTo>
                  <a:cubicBezTo>
                    <a:pt x="222" y="986"/>
                    <a:pt x="264" y="971"/>
                    <a:pt x="298" y="943"/>
                  </a:cubicBezTo>
                  <a:cubicBezTo>
                    <a:pt x="775" y="540"/>
                    <a:pt x="1365" y="340"/>
                    <a:pt x="1953" y="340"/>
                  </a:cubicBezTo>
                  <a:cubicBezTo>
                    <a:pt x="2601" y="340"/>
                    <a:pt x="3247" y="582"/>
                    <a:pt x="3739" y="1062"/>
                  </a:cubicBezTo>
                  <a:cubicBezTo>
                    <a:pt x="4144" y="1467"/>
                    <a:pt x="4406" y="1967"/>
                    <a:pt x="4477" y="2538"/>
                  </a:cubicBezTo>
                  <a:cubicBezTo>
                    <a:pt x="4620" y="3491"/>
                    <a:pt x="5013" y="4336"/>
                    <a:pt x="5668" y="5003"/>
                  </a:cubicBezTo>
                  <a:lnTo>
                    <a:pt x="5454" y="5229"/>
                  </a:lnTo>
                  <a:lnTo>
                    <a:pt x="3882" y="3669"/>
                  </a:lnTo>
                  <a:cubicBezTo>
                    <a:pt x="4037" y="3419"/>
                    <a:pt x="3989" y="3098"/>
                    <a:pt x="3787" y="2884"/>
                  </a:cubicBezTo>
                  <a:cubicBezTo>
                    <a:pt x="3656" y="2753"/>
                    <a:pt x="3486" y="2687"/>
                    <a:pt x="3318" y="2687"/>
                  </a:cubicBezTo>
                  <a:cubicBezTo>
                    <a:pt x="3150" y="2687"/>
                    <a:pt x="2983" y="2753"/>
                    <a:pt x="2858" y="2884"/>
                  </a:cubicBezTo>
                  <a:cubicBezTo>
                    <a:pt x="2656" y="3086"/>
                    <a:pt x="2608" y="3419"/>
                    <a:pt x="2751" y="3669"/>
                  </a:cubicBezTo>
                  <a:cubicBezTo>
                    <a:pt x="2656" y="3610"/>
                    <a:pt x="2549" y="3574"/>
                    <a:pt x="2429" y="3574"/>
                  </a:cubicBezTo>
                  <a:cubicBezTo>
                    <a:pt x="2251" y="3574"/>
                    <a:pt x="2084" y="3657"/>
                    <a:pt x="1965" y="3776"/>
                  </a:cubicBezTo>
                  <a:cubicBezTo>
                    <a:pt x="1715" y="4027"/>
                    <a:pt x="1715" y="4443"/>
                    <a:pt x="1965" y="4693"/>
                  </a:cubicBezTo>
                  <a:cubicBezTo>
                    <a:pt x="2096" y="4824"/>
                    <a:pt x="2263" y="4884"/>
                    <a:pt x="2429" y="4884"/>
                  </a:cubicBezTo>
                  <a:cubicBezTo>
                    <a:pt x="2537" y="4884"/>
                    <a:pt x="2656" y="4860"/>
                    <a:pt x="2739" y="4800"/>
                  </a:cubicBezTo>
                  <a:cubicBezTo>
                    <a:pt x="2834" y="4884"/>
                    <a:pt x="2906" y="4967"/>
                    <a:pt x="2989" y="5039"/>
                  </a:cubicBezTo>
                  <a:cubicBezTo>
                    <a:pt x="3025" y="5062"/>
                    <a:pt x="3072" y="5086"/>
                    <a:pt x="3108" y="5086"/>
                  </a:cubicBezTo>
                  <a:cubicBezTo>
                    <a:pt x="3156" y="5086"/>
                    <a:pt x="3203" y="5062"/>
                    <a:pt x="3227" y="5027"/>
                  </a:cubicBezTo>
                  <a:cubicBezTo>
                    <a:pt x="3287" y="4943"/>
                    <a:pt x="3287" y="4848"/>
                    <a:pt x="3215" y="4789"/>
                  </a:cubicBezTo>
                  <a:cubicBezTo>
                    <a:pt x="3144" y="4705"/>
                    <a:pt x="3049" y="4634"/>
                    <a:pt x="2977" y="4562"/>
                  </a:cubicBezTo>
                  <a:cubicBezTo>
                    <a:pt x="3037" y="4455"/>
                    <a:pt x="3072" y="4348"/>
                    <a:pt x="3072" y="4229"/>
                  </a:cubicBezTo>
                  <a:cubicBezTo>
                    <a:pt x="3072" y="4110"/>
                    <a:pt x="3037" y="3991"/>
                    <a:pt x="2977" y="3907"/>
                  </a:cubicBezTo>
                  <a:lnTo>
                    <a:pt x="2977" y="3907"/>
                  </a:lnTo>
                  <a:cubicBezTo>
                    <a:pt x="3084" y="3967"/>
                    <a:pt x="3203" y="3991"/>
                    <a:pt x="3311" y="3991"/>
                  </a:cubicBezTo>
                  <a:cubicBezTo>
                    <a:pt x="3430" y="3991"/>
                    <a:pt x="3525" y="3967"/>
                    <a:pt x="3632" y="3907"/>
                  </a:cubicBezTo>
                  <a:lnTo>
                    <a:pt x="5192" y="5467"/>
                  </a:lnTo>
                  <a:lnTo>
                    <a:pt x="4537" y="6122"/>
                  </a:lnTo>
                  <a:lnTo>
                    <a:pt x="3751" y="5336"/>
                  </a:lnTo>
                  <a:cubicBezTo>
                    <a:pt x="3721" y="5300"/>
                    <a:pt x="3677" y="5283"/>
                    <a:pt x="3632" y="5283"/>
                  </a:cubicBezTo>
                  <a:cubicBezTo>
                    <a:pt x="3587" y="5283"/>
                    <a:pt x="3543" y="5300"/>
                    <a:pt x="3513" y="5336"/>
                  </a:cubicBezTo>
                  <a:cubicBezTo>
                    <a:pt x="3442" y="5396"/>
                    <a:pt x="3442" y="5515"/>
                    <a:pt x="3513" y="5574"/>
                  </a:cubicBezTo>
                  <a:lnTo>
                    <a:pt x="4299" y="6360"/>
                  </a:lnTo>
                  <a:lnTo>
                    <a:pt x="4084" y="6586"/>
                  </a:lnTo>
                  <a:cubicBezTo>
                    <a:pt x="3394" y="5932"/>
                    <a:pt x="2537" y="5515"/>
                    <a:pt x="1620" y="5396"/>
                  </a:cubicBezTo>
                  <a:cubicBezTo>
                    <a:pt x="1286" y="5348"/>
                    <a:pt x="941" y="5229"/>
                    <a:pt x="644" y="5050"/>
                  </a:cubicBezTo>
                  <a:cubicBezTo>
                    <a:pt x="621" y="5035"/>
                    <a:pt x="595" y="5029"/>
                    <a:pt x="568" y="5029"/>
                  </a:cubicBezTo>
                  <a:cubicBezTo>
                    <a:pt x="510" y="5029"/>
                    <a:pt x="446" y="5061"/>
                    <a:pt x="405" y="5110"/>
                  </a:cubicBezTo>
                  <a:cubicBezTo>
                    <a:pt x="358" y="5181"/>
                    <a:pt x="394" y="5289"/>
                    <a:pt x="465" y="5348"/>
                  </a:cubicBezTo>
                  <a:cubicBezTo>
                    <a:pt x="810" y="5562"/>
                    <a:pt x="1179" y="5681"/>
                    <a:pt x="1560" y="5741"/>
                  </a:cubicBezTo>
                  <a:cubicBezTo>
                    <a:pt x="2394" y="5836"/>
                    <a:pt x="3191" y="6229"/>
                    <a:pt x="3823" y="6824"/>
                  </a:cubicBezTo>
                  <a:lnTo>
                    <a:pt x="3751" y="6896"/>
                  </a:lnTo>
                  <a:cubicBezTo>
                    <a:pt x="3692" y="6955"/>
                    <a:pt x="3692" y="7075"/>
                    <a:pt x="3751" y="7134"/>
                  </a:cubicBezTo>
                  <a:lnTo>
                    <a:pt x="4525" y="7908"/>
                  </a:lnTo>
                  <a:cubicBezTo>
                    <a:pt x="4561" y="7944"/>
                    <a:pt x="4596" y="7956"/>
                    <a:pt x="4644" y="7956"/>
                  </a:cubicBezTo>
                  <a:cubicBezTo>
                    <a:pt x="4692" y="7956"/>
                    <a:pt x="4739" y="7944"/>
                    <a:pt x="4763" y="7908"/>
                  </a:cubicBezTo>
                  <a:lnTo>
                    <a:pt x="4882" y="7789"/>
                  </a:lnTo>
                  <a:lnTo>
                    <a:pt x="4918" y="7825"/>
                  </a:lnTo>
                  <a:cubicBezTo>
                    <a:pt x="5180" y="8087"/>
                    <a:pt x="5525" y="8217"/>
                    <a:pt x="5894" y="8217"/>
                  </a:cubicBezTo>
                  <a:cubicBezTo>
                    <a:pt x="6263" y="8217"/>
                    <a:pt x="6620" y="8075"/>
                    <a:pt x="6882" y="7825"/>
                  </a:cubicBezTo>
                  <a:cubicBezTo>
                    <a:pt x="7144" y="7551"/>
                    <a:pt x="7275" y="7205"/>
                    <a:pt x="7275" y="6836"/>
                  </a:cubicBezTo>
                  <a:cubicBezTo>
                    <a:pt x="7275" y="6467"/>
                    <a:pt x="7180" y="6122"/>
                    <a:pt x="6906" y="5860"/>
                  </a:cubicBezTo>
                  <a:lnTo>
                    <a:pt x="6882" y="5824"/>
                  </a:lnTo>
                  <a:lnTo>
                    <a:pt x="6990" y="5705"/>
                  </a:lnTo>
                  <a:cubicBezTo>
                    <a:pt x="7049" y="5646"/>
                    <a:pt x="7049" y="5527"/>
                    <a:pt x="6990" y="5467"/>
                  </a:cubicBezTo>
                  <a:lnTo>
                    <a:pt x="6216" y="4693"/>
                  </a:lnTo>
                  <a:cubicBezTo>
                    <a:pt x="6192" y="4669"/>
                    <a:pt x="6144" y="4646"/>
                    <a:pt x="6097" y="4646"/>
                  </a:cubicBezTo>
                  <a:cubicBezTo>
                    <a:pt x="6061" y="4646"/>
                    <a:pt x="6013" y="4669"/>
                    <a:pt x="5989" y="4693"/>
                  </a:cubicBezTo>
                  <a:lnTo>
                    <a:pt x="5906" y="4765"/>
                  </a:lnTo>
                  <a:cubicBezTo>
                    <a:pt x="5311" y="4157"/>
                    <a:pt x="4942" y="3372"/>
                    <a:pt x="4823" y="2491"/>
                  </a:cubicBezTo>
                  <a:cubicBezTo>
                    <a:pt x="4739" y="1848"/>
                    <a:pt x="4454" y="1276"/>
                    <a:pt x="3977" y="824"/>
                  </a:cubicBezTo>
                  <a:cubicBezTo>
                    <a:pt x="3453" y="324"/>
                    <a:pt x="2775" y="26"/>
                    <a:pt x="2037" y="2"/>
                  </a:cubicBezTo>
                  <a:cubicBezTo>
                    <a:pt x="2005" y="1"/>
                    <a:pt x="1973"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3" name="Google Shape;11503;p65"/>
          <p:cNvGrpSpPr/>
          <p:nvPr/>
        </p:nvGrpSpPr>
        <p:grpSpPr>
          <a:xfrm>
            <a:off x="1737258" y="1812971"/>
            <a:ext cx="370814" cy="307359"/>
            <a:chOff x="1737258" y="1988371"/>
            <a:chExt cx="370814" cy="307359"/>
          </a:xfrm>
        </p:grpSpPr>
        <p:sp>
          <p:nvSpPr>
            <p:cNvPr id="11504" name="Google Shape;11504;p65"/>
            <p:cNvSpPr/>
            <p:nvPr/>
          </p:nvSpPr>
          <p:spPr>
            <a:xfrm>
              <a:off x="1963200" y="1996607"/>
              <a:ext cx="144873" cy="144492"/>
            </a:xfrm>
            <a:custGeom>
              <a:avLst/>
              <a:gdLst/>
              <a:ahLst/>
              <a:cxnLst/>
              <a:rect l="l" t="t" r="r" b="b"/>
              <a:pathLst>
                <a:path w="4573" h="4561" extrusionOk="0">
                  <a:moveTo>
                    <a:pt x="167" y="0"/>
                  </a:moveTo>
                  <a:cubicBezTo>
                    <a:pt x="72" y="0"/>
                    <a:pt x="1" y="83"/>
                    <a:pt x="1" y="167"/>
                  </a:cubicBezTo>
                  <a:lnTo>
                    <a:pt x="1" y="4393"/>
                  </a:lnTo>
                  <a:cubicBezTo>
                    <a:pt x="1" y="4489"/>
                    <a:pt x="72" y="4560"/>
                    <a:pt x="167" y="4560"/>
                  </a:cubicBezTo>
                  <a:lnTo>
                    <a:pt x="4394" y="4560"/>
                  </a:lnTo>
                  <a:cubicBezTo>
                    <a:pt x="4477" y="4560"/>
                    <a:pt x="4561" y="4489"/>
                    <a:pt x="4561" y="4393"/>
                  </a:cubicBezTo>
                  <a:cubicBezTo>
                    <a:pt x="4573" y="3596"/>
                    <a:pt x="4346" y="2798"/>
                    <a:pt x="3930" y="2119"/>
                  </a:cubicBezTo>
                  <a:cubicBezTo>
                    <a:pt x="3897" y="2070"/>
                    <a:pt x="3842" y="2038"/>
                    <a:pt x="3780" y="2038"/>
                  </a:cubicBezTo>
                  <a:cubicBezTo>
                    <a:pt x="3751" y="2038"/>
                    <a:pt x="3721" y="2045"/>
                    <a:pt x="3692" y="2060"/>
                  </a:cubicBezTo>
                  <a:cubicBezTo>
                    <a:pt x="3620" y="2107"/>
                    <a:pt x="3584" y="2203"/>
                    <a:pt x="3632" y="2298"/>
                  </a:cubicBezTo>
                  <a:cubicBezTo>
                    <a:pt x="3989" y="2881"/>
                    <a:pt x="4204" y="3548"/>
                    <a:pt x="4227" y="4227"/>
                  </a:cubicBezTo>
                  <a:lnTo>
                    <a:pt x="346" y="4227"/>
                  </a:lnTo>
                  <a:lnTo>
                    <a:pt x="346" y="345"/>
                  </a:lnTo>
                  <a:cubicBezTo>
                    <a:pt x="1465" y="393"/>
                    <a:pt x="2513" y="893"/>
                    <a:pt x="3251" y="1762"/>
                  </a:cubicBezTo>
                  <a:cubicBezTo>
                    <a:pt x="3276" y="1800"/>
                    <a:pt x="3317" y="1817"/>
                    <a:pt x="3363" y="1817"/>
                  </a:cubicBezTo>
                  <a:cubicBezTo>
                    <a:pt x="3404" y="1817"/>
                    <a:pt x="3449" y="1803"/>
                    <a:pt x="3489" y="1774"/>
                  </a:cubicBezTo>
                  <a:cubicBezTo>
                    <a:pt x="3561" y="1715"/>
                    <a:pt x="3561" y="1607"/>
                    <a:pt x="3501" y="1536"/>
                  </a:cubicBezTo>
                  <a:cubicBezTo>
                    <a:pt x="2668" y="560"/>
                    <a:pt x="144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65"/>
            <p:cNvSpPr/>
            <p:nvPr/>
          </p:nvSpPr>
          <p:spPr>
            <a:xfrm>
              <a:off x="1737258" y="1988371"/>
              <a:ext cx="350064" cy="307359"/>
            </a:xfrm>
            <a:custGeom>
              <a:avLst/>
              <a:gdLst/>
              <a:ahLst/>
              <a:cxnLst/>
              <a:rect l="l" t="t" r="r" b="b"/>
              <a:pathLst>
                <a:path w="11050" h="9702" extrusionOk="0">
                  <a:moveTo>
                    <a:pt x="10693" y="5463"/>
                  </a:moveTo>
                  <a:cubicBezTo>
                    <a:pt x="10621" y="7320"/>
                    <a:pt x="9323" y="8868"/>
                    <a:pt x="7502" y="9249"/>
                  </a:cubicBezTo>
                  <a:lnTo>
                    <a:pt x="6847" y="5463"/>
                  </a:lnTo>
                  <a:close/>
                  <a:moveTo>
                    <a:pt x="6537" y="5666"/>
                  </a:moveTo>
                  <a:lnTo>
                    <a:pt x="7168" y="9297"/>
                  </a:lnTo>
                  <a:cubicBezTo>
                    <a:pt x="7002" y="9345"/>
                    <a:pt x="6823" y="9345"/>
                    <a:pt x="6656" y="9345"/>
                  </a:cubicBezTo>
                  <a:cubicBezTo>
                    <a:pt x="5752" y="9345"/>
                    <a:pt x="4859" y="9035"/>
                    <a:pt x="4144" y="8463"/>
                  </a:cubicBezTo>
                  <a:lnTo>
                    <a:pt x="4561" y="7975"/>
                  </a:lnTo>
                  <a:lnTo>
                    <a:pt x="6537" y="5666"/>
                  </a:lnTo>
                  <a:close/>
                  <a:moveTo>
                    <a:pt x="2413" y="1"/>
                  </a:moveTo>
                  <a:cubicBezTo>
                    <a:pt x="1956" y="1"/>
                    <a:pt x="1511" y="130"/>
                    <a:pt x="1120" y="379"/>
                  </a:cubicBezTo>
                  <a:cubicBezTo>
                    <a:pt x="394" y="879"/>
                    <a:pt x="1" y="1725"/>
                    <a:pt x="96" y="2582"/>
                  </a:cubicBezTo>
                  <a:cubicBezTo>
                    <a:pt x="107" y="2670"/>
                    <a:pt x="169" y="2738"/>
                    <a:pt x="264" y="2738"/>
                  </a:cubicBezTo>
                  <a:cubicBezTo>
                    <a:pt x="271" y="2738"/>
                    <a:pt x="279" y="2737"/>
                    <a:pt x="287" y="2737"/>
                  </a:cubicBezTo>
                  <a:cubicBezTo>
                    <a:pt x="382" y="2725"/>
                    <a:pt x="453" y="2641"/>
                    <a:pt x="441" y="2546"/>
                  </a:cubicBezTo>
                  <a:cubicBezTo>
                    <a:pt x="346" y="1796"/>
                    <a:pt x="691" y="1070"/>
                    <a:pt x="1311" y="653"/>
                  </a:cubicBezTo>
                  <a:cubicBezTo>
                    <a:pt x="1648" y="431"/>
                    <a:pt x="2026" y="315"/>
                    <a:pt x="2408" y="315"/>
                  </a:cubicBezTo>
                  <a:cubicBezTo>
                    <a:pt x="2538" y="315"/>
                    <a:pt x="2669" y="328"/>
                    <a:pt x="2799" y="355"/>
                  </a:cubicBezTo>
                  <a:cubicBezTo>
                    <a:pt x="3323" y="462"/>
                    <a:pt x="3775" y="760"/>
                    <a:pt x="4073" y="1201"/>
                  </a:cubicBezTo>
                  <a:cubicBezTo>
                    <a:pt x="4168" y="1367"/>
                    <a:pt x="4263" y="1534"/>
                    <a:pt x="4311" y="1713"/>
                  </a:cubicBezTo>
                  <a:lnTo>
                    <a:pt x="4311" y="1725"/>
                  </a:lnTo>
                  <a:cubicBezTo>
                    <a:pt x="4501" y="2332"/>
                    <a:pt x="4382" y="3022"/>
                    <a:pt x="3966" y="3558"/>
                  </a:cubicBezTo>
                  <a:cubicBezTo>
                    <a:pt x="3930" y="3582"/>
                    <a:pt x="3918" y="3630"/>
                    <a:pt x="3930" y="3677"/>
                  </a:cubicBezTo>
                  <a:lnTo>
                    <a:pt x="3978" y="4665"/>
                  </a:lnTo>
                  <a:lnTo>
                    <a:pt x="3073" y="4249"/>
                  </a:lnTo>
                  <a:cubicBezTo>
                    <a:pt x="3037" y="4237"/>
                    <a:pt x="3001" y="4237"/>
                    <a:pt x="2954" y="4237"/>
                  </a:cubicBezTo>
                  <a:cubicBezTo>
                    <a:pt x="2799" y="4284"/>
                    <a:pt x="2644" y="4308"/>
                    <a:pt x="2489" y="4308"/>
                  </a:cubicBezTo>
                  <a:lnTo>
                    <a:pt x="2465" y="4308"/>
                  </a:lnTo>
                  <a:cubicBezTo>
                    <a:pt x="2442" y="4309"/>
                    <a:pt x="2418" y="4309"/>
                    <a:pt x="2395" y="4309"/>
                  </a:cubicBezTo>
                  <a:cubicBezTo>
                    <a:pt x="1742" y="4309"/>
                    <a:pt x="1119" y="3991"/>
                    <a:pt x="751" y="3439"/>
                  </a:cubicBezTo>
                  <a:cubicBezTo>
                    <a:pt x="691" y="3344"/>
                    <a:pt x="644" y="3272"/>
                    <a:pt x="596" y="3177"/>
                  </a:cubicBezTo>
                  <a:cubicBezTo>
                    <a:pt x="571" y="3119"/>
                    <a:pt x="512" y="3084"/>
                    <a:pt x="454" y="3084"/>
                  </a:cubicBezTo>
                  <a:cubicBezTo>
                    <a:pt x="429" y="3084"/>
                    <a:pt x="404" y="3091"/>
                    <a:pt x="382" y="3106"/>
                  </a:cubicBezTo>
                  <a:cubicBezTo>
                    <a:pt x="287" y="3153"/>
                    <a:pt x="263" y="3260"/>
                    <a:pt x="298" y="3332"/>
                  </a:cubicBezTo>
                  <a:cubicBezTo>
                    <a:pt x="346" y="3439"/>
                    <a:pt x="406" y="3534"/>
                    <a:pt x="477" y="3630"/>
                  </a:cubicBezTo>
                  <a:cubicBezTo>
                    <a:pt x="894" y="4249"/>
                    <a:pt x="1584" y="4630"/>
                    <a:pt x="2299" y="4653"/>
                  </a:cubicBezTo>
                  <a:cubicBezTo>
                    <a:pt x="2263" y="4868"/>
                    <a:pt x="2251" y="5082"/>
                    <a:pt x="2251" y="5308"/>
                  </a:cubicBezTo>
                  <a:cubicBezTo>
                    <a:pt x="2251" y="5916"/>
                    <a:pt x="2370" y="6499"/>
                    <a:pt x="2608" y="7047"/>
                  </a:cubicBezTo>
                  <a:cubicBezTo>
                    <a:pt x="2632" y="7106"/>
                    <a:pt x="2692" y="7154"/>
                    <a:pt x="2751" y="7154"/>
                  </a:cubicBezTo>
                  <a:cubicBezTo>
                    <a:pt x="2787" y="7154"/>
                    <a:pt x="2799" y="7154"/>
                    <a:pt x="2835" y="7142"/>
                  </a:cubicBezTo>
                  <a:cubicBezTo>
                    <a:pt x="2918" y="7094"/>
                    <a:pt x="2954" y="7011"/>
                    <a:pt x="2918" y="6916"/>
                  </a:cubicBezTo>
                  <a:cubicBezTo>
                    <a:pt x="2692" y="6416"/>
                    <a:pt x="2596" y="5868"/>
                    <a:pt x="2596" y="5308"/>
                  </a:cubicBezTo>
                  <a:cubicBezTo>
                    <a:pt x="2596" y="5082"/>
                    <a:pt x="2608" y="4856"/>
                    <a:pt x="2656" y="4653"/>
                  </a:cubicBezTo>
                  <a:cubicBezTo>
                    <a:pt x="2775" y="4642"/>
                    <a:pt x="2894" y="4630"/>
                    <a:pt x="3013" y="4594"/>
                  </a:cubicBezTo>
                  <a:lnTo>
                    <a:pt x="4108" y="5118"/>
                  </a:lnTo>
                  <a:cubicBezTo>
                    <a:pt x="4144" y="5130"/>
                    <a:pt x="4156" y="5130"/>
                    <a:pt x="4180" y="5130"/>
                  </a:cubicBezTo>
                  <a:cubicBezTo>
                    <a:pt x="4216" y="5130"/>
                    <a:pt x="4239" y="5118"/>
                    <a:pt x="4275" y="5106"/>
                  </a:cubicBezTo>
                  <a:cubicBezTo>
                    <a:pt x="4323" y="5070"/>
                    <a:pt x="4347" y="5011"/>
                    <a:pt x="4347" y="4951"/>
                  </a:cubicBezTo>
                  <a:lnTo>
                    <a:pt x="4287" y="3737"/>
                  </a:lnTo>
                  <a:cubicBezTo>
                    <a:pt x="4716" y="3153"/>
                    <a:pt x="4859" y="2439"/>
                    <a:pt x="4692" y="1772"/>
                  </a:cubicBezTo>
                  <a:cubicBezTo>
                    <a:pt x="5240" y="1475"/>
                    <a:pt x="5847" y="1296"/>
                    <a:pt x="6478" y="1260"/>
                  </a:cubicBezTo>
                  <a:lnTo>
                    <a:pt x="6478" y="5249"/>
                  </a:lnTo>
                  <a:lnTo>
                    <a:pt x="4787" y="7201"/>
                  </a:lnTo>
                  <a:lnTo>
                    <a:pt x="3870" y="8261"/>
                  </a:lnTo>
                  <a:cubicBezTo>
                    <a:pt x="3632" y="8035"/>
                    <a:pt x="3406" y="7785"/>
                    <a:pt x="3239" y="7499"/>
                  </a:cubicBezTo>
                  <a:cubicBezTo>
                    <a:pt x="3208" y="7453"/>
                    <a:pt x="3152" y="7421"/>
                    <a:pt x="3091" y="7421"/>
                  </a:cubicBezTo>
                  <a:cubicBezTo>
                    <a:pt x="3058" y="7421"/>
                    <a:pt x="3023" y="7431"/>
                    <a:pt x="2989" y="7451"/>
                  </a:cubicBezTo>
                  <a:cubicBezTo>
                    <a:pt x="2918" y="7499"/>
                    <a:pt x="2894" y="7606"/>
                    <a:pt x="2954" y="7690"/>
                  </a:cubicBezTo>
                  <a:cubicBezTo>
                    <a:pt x="3168" y="8047"/>
                    <a:pt x="3454" y="8356"/>
                    <a:pt x="3763" y="8642"/>
                  </a:cubicBezTo>
                  <a:cubicBezTo>
                    <a:pt x="4561" y="9333"/>
                    <a:pt x="5585" y="9702"/>
                    <a:pt x="6645" y="9702"/>
                  </a:cubicBezTo>
                  <a:cubicBezTo>
                    <a:pt x="6895" y="9702"/>
                    <a:pt x="7145" y="9690"/>
                    <a:pt x="7383" y="9642"/>
                  </a:cubicBezTo>
                  <a:cubicBezTo>
                    <a:pt x="8395" y="9464"/>
                    <a:pt x="9323" y="8940"/>
                    <a:pt x="9990" y="8154"/>
                  </a:cubicBezTo>
                  <a:cubicBezTo>
                    <a:pt x="10657" y="7368"/>
                    <a:pt x="11026" y="6356"/>
                    <a:pt x="11026" y="5308"/>
                  </a:cubicBezTo>
                  <a:cubicBezTo>
                    <a:pt x="11050" y="5201"/>
                    <a:pt x="10978" y="5130"/>
                    <a:pt x="10871" y="5130"/>
                  </a:cubicBezTo>
                  <a:lnTo>
                    <a:pt x="6823" y="5130"/>
                  </a:lnTo>
                  <a:lnTo>
                    <a:pt x="6823" y="1082"/>
                  </a:lnTo>
                  <a:cubicBezTo>
                    <a:pt x="6823" y="998"/>
                    <a:pt x="6752" y="915"/>
                    <a:pt x="6656" y="915"/>
                  </a:cubicBezTo>
                  <a:cubicBezTo>
                    <a:pt x="5930" y="915"/>
                    <a:pt x="5228" y="1094"/>
                    <a:pt x="4585" y="1439"/>
                  </a:cubicBezTo>
                  <a:cubicBezTo>
                    <a:pt x="4525" y="1308"/>
                    <a:pt x="4454" y="1177"/>
                    <a:pt x="4370" y="1034"/>
                  </a:cubicBezTo>
                  <a:cubicBezTo>
                    <a:pt x="4025" y="522"/>
                    <a:pt x="3489" y="177"/>
                    <a:pt x="2882" y="46"/>
                  </a:cubicBezTo>
                  <a:cubicBezTo>
                    <a:pt x="2725" y="16"/>
                    <a:pt x="2569" y="1"/>
                    <a:pt x="24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65"/>
            <p:cNvSpPr/>
            <p:nvPr/>
          </p:nvSpPr>
          <p:spPr>
            <a:xfrm>
              <a:off x="1799129" y="2040738"/>
              <a:ext cx="28322" cy="53571"/>
            </a:xfrm>
            <a:custGeom>
              <a:avLst/>
              <a:gdLst/>
              <a:ahLst/>
              <a:cxnLst/>
              <a:rect l="l" t="t" r="r" b="b"/>
              <a:pathLst>
                <a:path w="894" h="1691" extrusionOk="0">
                  <a:moveTo>
                    <a:pt x="179" y="0"/>
                  </a:moveTo>
                  <a:cubicBezTo>
                    <a:pt x="84" y="0"/>
                    <a:pt x="12" y="72"/>
                    <a:pt x="12" y="155"/>
                  </a:cubicBezTo>
                  <a:cubicBezTo>
                    <a:pt x="12" y="250"/>
                    <a:pt x="84" y="322"/>
                    <a:pt x="179" y="322"/>
                  </a:cubicBezTo>
                  <a:lnTo>
                    <a:pt x="262" y="322"/>
                  </a:lnTo>
                  <a:lnTo>
                    <a:pt x="262" y="1369"/>
                  </a:lnTo>
                  <a:lnTo>
                    <a:pt x="167" y="1369"/>
                  </a:lnTo>
                  <a:cubicBezTo>
                    <a:pt x="72" y="1369"/>
                    <a:pt x="0" y="1441"/>
                    <a:pt x="0" y="1524"/>
                  </a:cubicBezTo>
                  <a:cubicBezTo>
                    <a:pt x="0" y="1619"/>
                    <a:pt x="72" y="1691"/>
                    <a:pt x="167" y="1691"/>
                  </a:cubicBezTo>
                  <a:lnTo>
                    <a:pt x="727" y="1691"/>
                  </a:lnTo>
                  <a:cubicBezTo>
                    <a:pt x="822" y="1691"/>
                    <a:pt x="893" y="1619"/>
                    <a:pt x="893" y="1524"/>
                  </a:cubicBezTo>
                  <a:cubicBezTo>
                    <a:pt x="893" y="1441"/>
                    <a:pt x="834" y="1381"/>
                    <a:pt x="727" y="1381"/>
                  </a:cubicBezTo>
                  <a:lnTo>
                    <a:pt x="608" y="1381"/>
                  </a:lnTo>
                  <a:lnTo>
                    <a:pt x="608" y="155"/>
                  </a:lnTo>
                  <a:cubicBezTo>
                    <a:pt x="608" y="72"/>
                    <a:pt x="536"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65"/>
            <p:cNvSpPr/>
            <p:nvPr/>
          </p:nvSpPr>
          <p:spPr>
            <a:xfrm>
              <a:off x="1802899" y="2024137"/>
              <a:ext cx="16252" cy="15872"/>
            </a:xfrm>
            <a:custGeom>
              <a:avLst/>
              <a:gdLst/>
              <a:ahLst/>
              <a:cxnLst/>
              <a:rect l="l" t="t" r="r" b="b"/>
              <a:pathLst>
                <a:path w="513" h="501" extrusionOk="0">
                  <a:moveTo>
                    <a:pt x="251" y="0"/>
                  </a:moveTo>
                  <a:cubicBezTo>
                    <a:pt x="120" y="0"/>
                    <a:pt x="1" y="107"/>
                    <a:pt x="1" y="250"/>
                  </a:cubicBezTo>
                  <a:cubicBezTo>
                    <a:pt x="1" y="381"/>
                    <a:pt x="108" y="500"/>
                    <a:pt x="251" y="500"/>
                  </a:cubicBezTo>
                  <a:cubicBezTo>
                    <a:pt x="393" y="500"/>
                    <a:pt x="512" y="405"/>
                    <a:pt x="512" y="250"/>
                  </a:cubicBezTo>
                  <a:cubicBezTo>
                    <a:pt x="512" y="119"/>
                    <a:pt x="393"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8" name="Google Shape;11508;p65"/>
          <p:cNvGrpSpPr/>
          <p:nvPr/>
        </p:nvGrpSpPr>
        <p:grpSpPr>
          <a:xfrm>
            <a:off x="848983" y="1814111"/>
            <a:ext cx="369294" cy="304350"/>
            <a:chOff x="848983" y="1989511"/>
            <a:chExt cx="369294" cy="304350"/>
          </a:xfrm>
        </p:grpSpPr>
        <p:sp>
          <p:nvSpPr>
            <p:cNvPr id="11509" name="Google Shape;11509;p65"/>
            <p:cNvSpPr/>
            <p:nvPr/>
          </p:nvSpPr>
          <p:spPr>
            <a:xfrm>
              <a:off x="890483" y="1989511"/>
              <a:ext cx="286704" cy="304350"/>
            </a:xfrm>
            <a:custGeom>
              <a:avLst/>
              <a:gdLst/>
              <a:ahLst/>
              <a:cxnLst/>
              <a:rect l="l" t="t" r="r" b="b"/>
              <a:pathLst>
                <a:path w="9050" h="9607" extrusionOk="0">
                  <a:moveTo>
                    <a:pt x="3798" y="3677"/>
                  </a:moveTo>
                  <a:cubicBezTo>
                    <a:pt x="3831" y="3677"/>
                    <a:pt x="3864" y="3689"/>
                    <a:pt x="3882" y="3713"/>
                  </a:cubicBezTo>
                  <a:cubicBezTo>
                    <a:pt x="3917" y="3736"/>
                    <a:pt x="3929" y="3772"/>
                    <a:pt x="3929" y="3796"/>
                  </a:cubicBezTo>
                  <a:cubicBezTo>
                    <a:pt x="3929" y="3832"/>
                    <a:pt x="3917" y="3879"/>
                    <a:pt x="3882" y="3891"/>
                  </a:cubicBezTo>
                  <a:cubicBezTo>
                    <a:pt x="3864" y="3915"/>
                    <a:pt x="3831" y="3927"/>
                    <a:pt x="3798" y="3927"/>
                  </a:cubicBezTo>
                  <a:cubicBezTo>
                    <a:pt x="3766" y="3927"/>
                    <a:pt x="3733" y="3915"/>
                    <a:pt x="3715" y="3891"/>
                  </a:cubicBezTo>
                  <a:cubicBezTo>
                    <a:pt x="3656" y="3844"/>
                    <a:pt x="3656" y="3760"/>
                    <a:pt x="3715" y="3713"/>
                  </a:cubicBezTo>
                  <a:cubicBezTo>
                    <a:pt x="3733" y="3689"/>
                    <a:pt x="3766" y="3677"/>
                    <a:pt x="3798" y="3677"/>
                  </a:cubicBezTo>
                  <a:close/>
                  <a:moveTo>
                    <a:pt x="5239" y="3665"/>
                  </a:moveTo>
                  <a:cubicBezTo>
                    <a:pt x="5275" y="3665"/>
                    <a:pt x="5299" y="3677"/>
                    <a:pt x="5334" y="3713"/>
                  </a:cubicBezTo>
                  <a:cubicBezTo>
                    <a:pt x="5382" y="3760"/>
                    <a:pt x="5382" y="3844"/>
                    <a:pt x="5334" y="3891"/>
                  </a:cubicBezTo>
                  <a:cubicBezTo>
                    <a:pt x="5310" y="3915"/>
                    <a:pt x="5278" y="3927"/>
                    <a:pt x="5245" y="3927"/>
                  </a:cubicBezTo>
                  <a:cubicBezTo>
                    <a:pt x="5212" y="3927"/>
                    <a:pt x="5180" y="3915"/>
                    <a:pt x="5156" y="3891"/>
                  </a:cubicBezTo>
                  <a:cubicBezTo>
                    <a:pt x="5120" y="3855"/>
                    <a:pt x="5108" y="3832"/>
                    <a:pt x="5108" y="3796"/>
                  </a:cubicBezTo>
                  <a:cubicBezTo>
                    <a:pt x="5108" y="3772"/>
                    <a:pt x="5120" y="3725"/>
                    <a:pt x="5156" y="3713"/>
                  </a:cubicBezTo>
                  <a:cubicBezTo>
                    <a:pt x="5180" y="3677"/>
                    <a:pt x="5215" y="3665"/>
                    <a:pt x="5239" y="3665"/>
                  </a:cubicBezTo>
                  <a:close/>
                  <a:moveTo>
                    <a:pt x="8323" y="4665"/>
                  </a:moveTo>
                  <a:lnTo>
                    <a:pt x="8323" y="4844"/>
                  </a:lnTo>
                  <a:lnTo>
                    <a:pt x="8358" y="4844"/>
                  </a:lnTo>
                  <a:cubicBezTo>
                    <a:pt x="8335" y="5034"/>
                    <a:pt x="8013" y="5332"/>
                    <a:pt x="7108" y="5570"/>
                  </a:cubicBezTo>
                  <a:cubicBezTo>
                    <a:pt x="6394" y="5749"/>
                    <a:pt x="5465" y="5856"/>
                    <a:pt x="4513" y="5856"/>
                  </a:cubicBezTo>
                  <a:cubicBezTo>
                    <a:pt x="3560" y="5856"/>
                    <a:pt x="2643" y="5749"/>
                    <a:pt x="1929" y="5570"/>
                  </a:cubicBezTo>
                  <a:cubicBezTo>
                    <a:pt x="1000" y="5332"/>
                    <a:pt x="679" y="5034"/>
                    <a:pt x="679" y="4844"/>
                  </a:cubicBezTo>
                  <a:lnTo>
                    <a:pt x="679" y="4665"/>
                  </a:lnTo>
                  <a:cubicBezTo>
                    <a:pt x="893" y="4832"/>
                    <a:pt x="1203" y="4975"/>
                    <a:pt x="1631" y="5094"/>
                  </a:cubicBezTo>
                  <a:cubicBezTo>
                    <a:pt x="2393" y="5320"/>
                    <a:pt x="3417" y="5451"/>
                    <a:pt x="4501" y="5451"/>
                  </a:cubicBezTo>
                  <a:cubicBezTo>
                    <a:pt x="5584" y="5451"/>
                    <a:pt x="6608" y="5332"/>
                    <a:pt x="7370" y="5094"/>
                  </a:cubicBezTo>
                  <a:cubicBezTo>
                    <a:pt x="7787" y="4975"/>
                    <a:pt x="8097" y="4832"/>
                    <a:pt x="8323" y="4665"/>
                  </a:cubicBezTo>
                  <a:close/>
                  <a:moveTo>
                    <a:pt x="8358" y="5403"/>
                  </a:moveTo>
                  <a:lnTo>
                    <a:pt x="8358" y="8249"/>
                  </a:lnTo>
                  <a:cubicBezTo>
                    <a:pt x="8358" y="8439"/>
                    <a:pt x="8025" y="8713"/>
                    <a:pt x="7311" y="8916"/>
                  </a:cubicBezTo>
                  <a:lnTo>
                    <a:pt x="7311" y="5868"/>
                  </a:lnTo>
                  <a:cubicBezTo>
                    <a:pt x="7680" y="5760"/>
                    <a:pt x="8073" y="5618"/>
                    <a:pt x="8358" y="5403"/>
                  </a:cubicBezTo>
                  <a:close/>
                  <a:moveTo>
                    <a:pt x="715" y="5379"/>
                  </a:moveTo>
                  <a:cubicBezTo>
                    <a:pt x="953" y="5558"/>
                    <a:pt x="1298" y="5701"/>
                    <a:pt x="1751" y="5820"/>
                  </a:cubicBezTo>
                  <a:lnTo>
                    <a:pt x="1751" y="6951"/>
                  </a:lnTo>
                  <a:cubicBezTo>
                    <a:pt x="1751" y="7046"/>
                    <a:pt x="1822" y="7118"/>
                    <a:pt x="1905" y="7118"/>
                  </a:cubicBezTo>
                  <a:cubicBezTo>
                    <a:pt x="2001" y="7118"/>
                    <a:pt x="2072" y="7046"/>
                    <a:pt x="2072" y="6951"/>
                  </a:cubicBezTo>
                  <a:lnTo>
                    <a:pt x="2072" y="5915"/>
                  </a:lnTo>
                  <a:cubicBezTo>
                    <a:pt x="2727" y="6058"/>
                    <a:pt x="3536" y="6153"/>
                    <a:pt x="4370" y="6153"/>
                  </a:cubicBezTo>
                  <a:lnTo>
                    <a:pt x="4346" y="9249"/>
                  </a:lnTo>
                  <a:cubicBezTo>
                    <a:pt x="4203" y="9249"/>
                    <a:pt x="4048" y="9249"/>
                    <a:pt x="3906" y="9225"/>
                  </a:cubicBezTo>
                  <a:cubicBezTo>
                    <a:pt x="3334" y="9201"/>
                    <a:pt x="2822" y="9142"/>
                    <a:pt x="2358" y="9059"/>
                  </a:cubicBezTo>
                  <a:cubicBezTo>
                    <a:pt x="2262" y="9035"/>
                    <a:pt x="2167" y="9011"/>
                    <a:pt x="2072" y="8999"/>
                  </a:cubicBezTo>
                  <a:lnTo>
                    <a:pt x="2072" y="7689"/>
                  </a:lnTo>
                  <a:cubicBezTo>
                    <a:pt x="2072" y="7594"/>
                    <a:pt x="2001" y="7523"/>
                    <a:pt x="1905" y="7511"/>
                  </a:cubicBezTo>
                  <a:cubicBezTo>
                    <a:pt x="1822" y="7511"/>
                    <a:pt x="1751" y="7582"/>
                    <a:pt x="1751" y="7665"/>
                  </a:cubicBezTo>
                  <a:lnTo>
                    <a:pt x="1751" y="8892"/>
                  </a:lnTo>
                  <a:cubicBezTo>
                    <a:pt x="1655" y="8856"/>
                    <a:pt x="1548" y="8832"/>
                    <a:pt x="1477" y="8797"/>
                  </a:cubicBezTo>
                  <a:cubicBezTo>
                    <a:pt x="1000" y="8618"/>
                    <a:pt x="715" y="8416"/>
                    <a:pt x="715" y="8225"/>
                  </a:cubicBezTo>
                  <a:lnTo>
                    <a:pt x="715" y="5379"/>
                  </a:lnTo>
                  <a:close/>
                  <a:moveTo>
                    <a:pt x="8870" y="1"/>
                  </a:moveTo>
                  <a:cubicBezTo>
                    <a:pt x="8826" y="1"/>
                    <a:pt x="8781" y="16"/>
                    <a:pt x="8751" y="45"/>
                  </a:cubicBezTo>
                  <a:lnTo>
                    <a:pt x="5977" y="2832"/>
                  </a:lnTo>
                  <a:cubicBezTo>
                    <a:pt x="5680" y="2808"/>
                    <a:pt x="5358" y="2772"/>
                    <a:pt x="5049" y="2760"/>
                  </a:cubicBezTo>
                  <a:cubicBezTo>
                    <a:pt x="4965" y="2760"/>
                    <a:pt x="4870" y="2832"/>
                    <a:pt x="4870" y="2927"/>
                  </a:cubicBezTo>
                  <a:cubicBezTo>
                    <a:pt x="4870" y="3010"/>
                    <a:pt x="4941" y="3105"/>
                    <a:pt x="5037" y="3105"/>
                  </a:cubicBezTo>
                  <a:cubicBezTo>
                    <a:pt x="5263" y="3117"/>
                    <a:pt x="5465" y="3117"/>
                    <a:pt x="5656" y="3141"/>
                  </a:cubicBezTo>
                  <a:lnTo>
                    <a:pt x="5441" y="3367"/>
                  </a:lnTo>
                  <a:cubicBezTo>
                    <a:pt x="5379" y="3342"/>
                    <a:pt x="5311" y="3329"/>
                    <a:pt x="5245" y="3329"/>
                  </a:cubicBezTo>
                  <a:cubicBezTo>
                    <a:pt x="5122" y="3329"/>
                    <a:pt x="5002" y="3374"/>
                    <a:pt x="4918" y="3474"/>
                  </a:cubicBezTo>
                  <a:cubicBezTo>
                    <a:pt x="4822" y="3558"/>
                    <a:pt x="4787" y="3677"/>
                    <a:pt x="4787" y="3796"/>
                  </a:cubicBezTo>
                  <a:cubicBezTo>
                    <a:pt x="4787" y="3915"/>
                    <a:pt x="4822" y="4034"/>
                    <a:pt x="4918" y="4129"/>
                  </a:cubicBezTo>
                  <a:cubicBezTo>
                    <a:pt x="5001" y="4213"/>
                    <a:pt x="5120" y="4260"/>
                    <a:pt x="5239" y="4260"/>
                  </a:cubicBezTo>
                  <a:cubicBezTo>
                    <a:pt x="5358" y="4260"/>
                    <a:pt x="5477" y="4213"/>
                    <a:pt x="5572" y="4129"/>
                  </a:cubicBezTo>
                  <a:cubicBezTo>
                    <a:pt x="5703" y="3998"/>
                    <a:pt x="5751" y="3784"/>
                    <a:pt x="5668" y="3605"/>
                  </a:cubicBezTo>
                  <a:lnTo>
                    <a:pt x="6096" y="3189"/>
                  </a:lnTo>
                  <a:cubicBezTo>
                    <a:pt x="7561" y="3379"/>
                    <a:pt x="8347" y="3796"/>
                    <a:pt x="8347" y="4094"/>
                  </a:cubicBezTo>
                  <a:cubicBezTo>
                    <a:pt x="8347" y="4510"/>
                    <a:pt x="6894" y="5106"/>
                    <a:pt x="4525" y="5106"/>
                  </a:cubicBezTo>
                  <a:cubicBezTo>
                    <a:pt x="2167" y="5106"/>
                    <a:pt x="703" y="4534"/>
                    <a:pt x="703" y="4094"/>
                  </a:cubicBezTo>
                  <a:cubicBezTo>
                    <a:pt x="703" y="3784"/>
                    <a:pt x="1489" y="3367"/>
                    <a:pt x="2965" y="3189"/>
                  </a:cubicBezTo>
                  <a:lnTo>
                    <a:pt x="3394" y="3617"/>
                  </a:lnTo>
                  <a:cubicBezTo>
                    <a:pt x="3322" y="3796"/>
                    <a:pt x="3358" y="4010"/>
                    <a:pt x="3501" y="4141"/>
                  </a:cubicBezTo>
                  <a:cubicBezTo>
                    <a:pt x="3584" y="4236"/>
                    <a:pt x="3715" y="4272"/>
                    <a:pt x="3822" y="4272"/>
                  </a:cubicBezTo>
                  <a:cubicBezTo>
                    <a:pt x="3953" y="4272"/>
                    <a:pt x="4060" y="4225"/>
                    <a:pt x="4156" y="4141"/>
                  </a:cubicBezTo>
                  <a:cubicBezTo>
                    <a:pt x="4239" y="4046"/>
                    <a:pt x="4287" y="3939"/>
                    <a:pt x="4287" y="3820"/>
                  </a:cubicBezTo>
                  <a:cubicBezTo>
                    <a:pt x="4287" y="3701"/>
                    <a:pt x="4239" y="3570"/>
                    <a:pt x="4156" y="3486"/>
                  </a:cubicBezTo>
                  <a:cubicBezTo>
                    <a:pt x="4066" y="3397"/>
                    <a:pt x="3937" y="3346"/>
                    <a:pt x="3807" y="3346"/>
                  </a:cubicBezTo>
                  <a:cubicBezTo>
                    <a:pt x="3748" y="3346"/>
                    <a:pt x="3688" y="3357"/>
                    <a:pt x="3632" y="3379"/>
                  </a:cubicBezTo>
                  <a:lnTo>
                    <a:pt x="3405" y="3165"/>
                  </a:lnTo>
                  <a:cubicBezTo>
                    <a:pt x="3703" y="3129"/>
                    <a:pt x="4048" y="3117"/>
                    <a:pt x="4394" y="3117"/>
                  </a:cubicBezTo>
                  <a:cubicBezTo>
                    <a:pt x="4477" y="3117"/>
                    <a:pt x="4560" y="3046"/>
                    <a:pt x="4560" y="2939"/>
                  </a:cubicBezTo>
                  <a:cubicBezTo>
                    <a:pt x="4560" y="2843"/>
                    <a:pt x="4477" y="2772"/>
                    <a:pt x="4382" y="2772"/>
                  </a:cubicBezTo>
                  <a:cubicBezTo>
                    <a:pt x="3941" y="2772"/>
                    <a:pt x="3501" y="2808"/>
                    <a:pt x="3084" y="2843"/>
                  </a:cubicBezTo>
                  <a:lnTo>
                    <a:pt x="298" y="69"/>
                  </a:lnTo>
                  <a:cubicBezTo>
                    <a:pt x="268" y="40"/>
                    <a:pt x="224" y="25"/>
                    <a:pt x="179" y="25"/>
                  </a:cubicBezTo>
                  <a:cubicBezTo>
                    <a:pt x="134" y="25"/>
                    <a:pt x="90" y="40"/>
                    <a:pt x="60" y="69"/>
                  </a:cubicBezTo>
                  <a:cubicBezTo>
                    <a:pt x="0" y="129"/>
                    <a:pt x="0" y="248"/>
                    <a:pt x="60" y="307"/>
                  </a:cubicBezTo>
                  <a:lnTo>
                    <a:pt x="2667" y="2903"/>
                  </a:lnTo>
                  <a:cubicBezTo>
                    <a:pt x="1370" y="3105"/>
                    <a:pt x="357" y="3522"/>
                    <a:pt x="357" y="4117"/>
                  </a:cubicBezTo>
                  <a:lnTo>
                    <a:pt x="357" y="4415"/>
                  </a:lnTo>
                  <a:lnTo>
                    <a:pt x="357" y="4856"/>
                  </a:lnTo>
                  <a:lnTo>
                    <a:pt x="357" y="8261"/>
                  </a:lnTo>
                  <a:cubicBezTo>
                    <a:pt x="357" y="8499"/>
                    <a:pt x="524" y="8856"/>
                    <a:pt x="1346" y="9154"/>
                  </a:cubicBezTo>
                  <a:cubicBezTo>
                    <a:pt x="1608" y="9261"/>
                    <a:pt x="1941" y="9332"/>
                    <a:pt x="2298" y="9416"/>
                  </a:cubicBezTo>
                  <a:cubicBezTo>
                    <a:pt x="2786" y="9499"/>
                    <a:pt x="3322" y="9570"/>
                    <a:pt x="3906" y="9594"/>
                  </a:cubicBezTo>
                  <a:cubicBezTo>
                    <a:pt x="4108" y="9606"/>
                    <a:pt x="4334" y="9606"/>
                    <a:pt x="4548" y="9606"/>
                  </a:cubicBezTo>
                  <a:cubicBezTo>
                    <a:pt x="4965" y="9606"/>
                    <a:pt x="5382" y="9594"/>
                    <a:pt x="5775" y="9547"/>
                  </a:cubicBezTo>
                  <a:cubicBezTo>
                    <a:pt x="5870" y="9535"/>
                    <a:pt x="5942" y="9451"/>
                    <a:pt x="5930" y="9368"/>
                  </a:cubicBezTo>
                  <a:cubicBezTo>
                    <a:pt x="5919" y="9280"/>
                    <a:pt x="5846" y="9212"/>
                    <a:pt x="5769" y="9212"/>
                  </a:cubicBezTo>
                  <a:cubicBezTo>
                    <a:pt x="5763" y="9212"/>
                    <a:pt x="5757" y="9212"/>
                    <a:pt x="5751" y="9213"/>
                  </a:cubicBezTo>
                  <a:cubicBezTo>
                    <a:pt x="5406" y="9249"/>
                    <a:pt x="5060" y="9261"/>
                    <a:pt x="4703" y="9273"/>
                  </a:cubicBezTo>
                  <a:lnTo>
                    <a:pt x="4703" y="6213"/>
                  </a:lnTo>
                  <a:cubicBezTo>
                    <a:pt x="5537" y="6201"/>
                    <a:pt x="6334" y="6118"/>
                    <a:pt x="7001" y="5975"/>
                  </a:cubicBezTo>
                  <a:lnTo>
                    <a:pt x="7001" y="9035"/>
                  </a:lnTo>
                  <a:cubicBezTo>
                    <a:pt x="6823" y="9082"/>
                    <a:pt x="6632" y="9118"/>
                    <a:pt x="6406" y="9154"/>
                  </a:cubicBezTo>
                  <a:cubicBezTo>
                    <a:pt x="6311" y="9178"/>
                    <a:pt x="6251" y="9261"/>
                    <a:pt x="6251" y="9356"/>
                  </a:cubicBezTo>
                  <a:cubicBezTo>
                    <a:pt x="6275" y="9440"/>
                    <a:pt x="6346" y="9499"/>
                    <a:pt x="6418" y="9499"/>
                  </a:cubicBezTo>
                  <a:lnTo>
                    <a:pt x="6453" y="9499"/>
                  </a:lnTo>
                  <a:cubicBezTo>
                    <a:pt x="6644" y="9475"/>
                    <a:pt x="6906" y="9428"/>
                    <a:pt x="7180" y="9356"/>
                  </a:cubicBezTo>
                  <a:cubicBezTo>
                    <a:pt x="7192" y="9356"/>
                    <a:pt x="7192" y="9356"/>
                    <a:pt x="7204" y="9332"/>
                  </a:cubicBezTo>
                  <a:cubicBezTo>
                    <a:pt x="7906" y="9154"/>
                    <a:pt x="8692" y="8832"/>
                    <a:pt x="8692" y="8297"/>
                  </a:cubicBezTo>
                  <a:lnTo>
                    <a:pt x="8692" y="4903"/>
                  </a:lnTo>
                  <a:lnTo>
                    <a:pt x="8692" y="4891"/>
                  </a:lnTo>
                  <a:lnTo>
                    <a:pt x="8692" y="4141"/>
                  </a:lnTo>
                  <a:cubicBezTo>
                    <a:pt x="8692" y="3772"/>
                    <a:pt x="8311" y="3439"/>
                    <a:pt x="7585" y="3201"/>
                  </a:cubicBezTo>
                  <a:cubicBezTo>
                    <a:pt x="7239" y="3082"/>
                    <a:pt x="6834" y="2998"/>
                    <a:pt x="6406" y="2939"/>
                  </a:cubicBezTo>
                  <a:lnTo>
                    <a:pt x="9013" y="331"/>
                  </a:lnTo>
                  <a:cubicBezTo>
                    <a:pt x="9049" y="224"/>
                    <a:pt x="9049" y="105"/>
                    <a:pt x="8990" y="45"/>
                  </a:cubicBezTo>
                  <a:cubicBezTo>
                    <a:pt x="8960" y="16"/>
                    <a:pt x="8915" y="1"/>
                    <a:pt x="8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65"/>
            <p:cNvSpPr/>
            <p:nvPr/>
          </p:nvSpPr>
          <p:spPr>
            <a:xfrm>
              <a:off x="882943" y="2031107"/>
              <a:ext cx="42641" cy="56802"/>
            </a:xfrm>
            <a:custGeom>
              <a:avLst/>
              <a:gdLst/>
              <a:ahLst/>
              <a:cxnLst/>
              <a:rect l="l" t="t" r="r" b="b"/>
              <a:pathLst>
                <a:path w="1346" h="1793" extrusionOk="0">
                  <a:moveTo>
                    <a:pt x="195" y="0"/>
                  </a:moveTo>
                  <a:cubicBezTo>
                    <a:pt x="163" y="0"/>
                    <a:pt x="132" y="9"/>
                    <a:pt x="107" y="30"/>
                  </a:cubicBezTo>
                  <a:cubicBezTo>
                    <a:pt x="36" y="78"/>
                    <a:pt x="0" y="197"/>
                    <a:pt x="60" y="268"/>
                  </a:cubicBezTo>
                  <a:lnTo>
                    <a:pt x="1000" y="1709"/>
                  </a:lnTo>
                  <a:cubicBezTo>
                    <a:pt x="1036" y="1757"/>
                    <a:pt x="1096" y="1792"/>
                    <a:pt x="1155" y="1792"/>
                  </a:cubicBezTo>
                  <a:cubicBezTo>
                    <a:pt x="1179" y="1792"/>
                    <a:pt x="1215" y="1769"/>
                    <a:pt x="1238" y="1757"/>
                  </a:cubicBezTo>
                  <a:cubicBezTo>
                    <a:pt x="1310" y="1697"/>
                    <a:pt x="1346" y="1590"/>
                    <a:pt x="1286" y="1519"/>
                  </a:cubicBezTo>
                  <a:lnTo>
                    <a:pt x="345" y="78"/>
                  </a:lnTo>
                  <a:cubicBezTo>
                    <a:pt x="315" y="32"/>
                    <a:pt x="254"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65"/>
            <p:cNvSpPr/>
            <p:nvPr/>
          </p:nvSpPr>
          <p:spPr>
            <a:xfrm>
              <a:off x="848983" y="2072354"/>
              <a:ext cx="59622" cy="30635"/>
            </a:xfrm>
            <a:custGeom>
              <a:avLst/>
              <a:gdLst/>
              <a:ahLst/>
              <a:cxnLst/>
              <a:rect l="l" t="t" r="r" b="b"/>
              <a:pathLst>
                <a:path w="1882" h="967" extrusionOk="0">
                  <a:moveTo>
                    <a:pt x="187" y="0"/>
                  </a:moveTo>
                  <a:cubicBezTo>
                    <a:pt x="117" y="0"/>
                    <a:pt x="54" y="36"/>
                    <a:pt x="36" y="97"/>
                  </a:cubicBezTo>
                  <a:cubicBezTo>
                    <a:pt x="1" y="193"/>
                    <a:pt x="36" y="288"/>
                    <a:pt x="120" y="324"/>
                  </a:cubicBezTo>
                  <a:lnTo>
                    <a:pt x="1608" y="943"/>
                  </a:lnTo>
                  <a:cubicBezTo>
                    <a:pt x="1620" y="967"/>
                    <a:pt x="1656" y="967"/>
                    <a:pt x="1667" y="967"/>
                  </a:cubicBezTo>
                  <a:cubicBezTo>
                    <a:pt x="1727" y="967"/>
                    <a:pt x="1810" y="919"/>
                    <a:pt x="1834" y="859"/>
                  </a:cubicBezTo>
                  <a:cubicBezTo>
                    <a:pt x="1882" y="764"/>
                    <a:pt x="1834" y="669"/>
                    <a:pt x="1751" y="633"/>
                  </a:cubicBezTo>
                  <a:lnTo>
                    <a:pt x="263" y="14"/>
                  </a:lnTo>
                  <a:cubicBezTo>
                    <a:pt x="238" y="5"/>
                    <a:pt x="212"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65"/>
            <p:cNvSpPr/>
            <p:nvPr/>
          </p:nvSpPr>
          <p:spPr>
            <a:xfrm>
              <a:off x="1142054" y="2031265"/>
              <a:ext cx="41913" cy="56644"/>
            </a:xfrm>
            <a:custGeom>
              <a:avLst/>
              <a:gdLst/>
              <a:ahLst/>
              <a:cxnLst/>
              <a:rect l="l" t="t" r="r" b="b"/>
              <a:pathLst>
                <a:path w="1323" h="1788" extrusionOk="0">
                  <a:moveTo>
                    <a:pt x="1130" y="0"/>
                  </a:moveTo>
                  <a:cubicBezTo>
                    <a:pt x="1074" y="0"/>
                    <a:pt x="1016" y="27"/>
                    <a:pt x="977" y="73"/>
                  </a:cubicBezTo>
                  <a:lnTo>
                    <a:pt x="36" y="1514"/>
                  </a:lnTo>
                  <a:cubicBezTo>
                    <a:pt x="1" y="1585"/>
                    <a:pt x="13" y="1692"/>
                    <a:pt x="84" y="1752"/>
                  </a:cubicBezTo>
                  <a:cubicBezTo>
                    <a:pt x="120" y="1764"/>
                    <a:pt x="144" y="1787"/>
                    <a:pt x="179" y="1787"/>
                  </a:cubicBezTo>
                  <a:cubicBezTo>
                    <a:pt x="239" y="1787"/>
                    <a:pt x="275" y="1752"/>
                    <a:pt x="322" y="1704"/>
                  </a:cubicBezTo>
                  <a:lnTo>
                    <a:pt x="1263" y="263"/>
                  </a:lnTo>
                  <a:cubicBezTo>
                    <a:pt x="1322" y="180"/>
                    <a:pt x="1287" y="73"/>
                    <a:pt x="1215" y="25"/>
                  </a:cubicBezTo>
                  <a:cubicBezTo>
                    <a:pt x="1190" y="8"/>
                    <a:pt x="1160" y="0"/>
                    <a:pt x="1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65"/>
            <p:cNvSpPr/>
            <p:nvPr/>
          </p:nvSpPr>
          <p:spPr>
            <a:xfrm>
              <a:off x="1158274" y="2072196"/>
              <a:ext cx="60002" cy="30413"/>
            </a:xfrm>
            <a:custGeom>
              <a:avLst/>
              <a:gdLst/>
              <a:ahLst/>
              <a:cxnLst/>
              <a:rect l="l" t="t" r="r" b="b"/>
              <a:pathLst>
                <a:path w="1894" h="960" extrusionOk="0">
                  <a:moveTo>
                    <a:pt x="1703" y="0"/>
                  </a:moveTo>
                  <a:cubicBezTo>
                    <a:pt x="1679" y="0"/>
                    <a:pt x="1655" y="6"/>
                    <a:pt x="1632" y="19"/>
                  </a:cubicBezTo>
                  <a:lnTo>
                    <a:pt x="144" y="638"/>
                  </a:lnTo>
                  <a:cubicBezTo>
                    <a:pt x="48" y="662"/>
                    <a:pt x="1" y="769"/>
                    <a:pt x="48" y="864"/>
                  </a:cubicBezTo>
                  <a:cubicBezTo>
                    <a:pt x="84" y="924"/>
                    <a:pt x="144" y="960"/>
                    <a:pt x="215" y="960"/>
                  </a:cubicBezTo>
                  <a:cubicBezTo>
                    <a:pt x="227" y="960"/>
                    <a:pt x="263" y="960"/>
                    <a:pt x="275" y="948"/>
                  </a:cubicBezTo>
                  <a:lnTo>
                    <a:pt x="1763" y="329"/>
                  </a:lnTo>
                  <a:cubicBezTo>
                    <a:pt x="1846" y="293"/>
                    <a:pt x="1894" y="198"/>
                    <a:pt x="1846" y="102"/>
                  </a:cubicBezTo>
                  <a:cubicBezTo>
                    <a:pt x="1829" y="42"/>
                    <a:pt x="176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4" name="Google Shape;11514;p65"/>
          <p:cNvGrpSpPr/>
          <p:nvPr/>
        </p:nvGrpSpPr>
        <p:grpSpPr>
          <a:xfrm>
            <a:off x="3074027" y="1808377"/>
            <a:ext cx="380604" cy="313854"/>
            <a:chOff x="3074027" y="1983777"/>
            <a:chExt cx="380604" cy="313854"/>
          </a:xfrm>
        </p:grpSpPr>
        <p:sp>
          <p:nvSpPr>
            <p:cNvPr id="11515" name="Google Shape;11515;p65"/>
            <p:cNvSpPr/>
            <p:nvPr/>
          </p:nvSpPr>
          <p:spPr>
            <a:xfrm>
              <a:off x="3130608" y="1984886"/>
              <a:ext cx="324023" cy="312745"/>
            </a:xfrm>
            <a:custGeom>
              <a:avLst/>
              <a:gdLst/>
              <a:ahLst/>
              <a:cxnLst/>
              <a:rect l="l" t="t" r="r" b="b"/>
              <a:pathLst>
                <a:path w="10228" h="9872" extrusionOk="0">
                  <a:moveTo>
                    <a:pt x="3918" y="5704"/>
                  </a:moveTo>
                  <a:cubicBezTo>
                    <a:pt x="3941" y="5752"/>
                    <a:pt x="3989" y="5811"/>
                    <a:pt x="4049" y="5847"/>
                  </a:cubicBezTo>
                  <a:cubicBezTo>
                    <a:pt x="4096" y="5895"/>
                    <a:pt x="4156" y="5942"/>
                    <a:pt x="4203" y="5990"/>
                  </a:cubicBezTo>
                  <a:lnTo>
                    <a:pt x="3430" y="6764"/>
                  </a:lnTo>
                  <a:lnTo>
                    <a:pt x="3144" y="6478"/>
                  </a:lnTo>
                  <a:lnTo>
                    <a:pt x="3918" y="5704"/>
                  </a:lnTo>
                  <a:close/>
                  <a:moveTo>
                    <a:pt x="6466" y="1"/>
                  </a:moveTo>
                  <a:cubicBezTo>
                    <a:pt x="5537" y="1"/>
                    <a:pt x="4692" y="358"/>
                    <a:pt x="4037" y="1001"/>
                  </a:cubicBezTo>
                  <a:cubicBezTo>
                    <a:pt x="3394" y="1644"/>
                    <a:pt x="3037" y="2501"/>
                    <a:pt x="3037" y="3430"/>
                  </a:cubicBezTo>
                  <a:cubicBezTo>
                    <a:pt x="3037" y="4156"/>
                    <a:pt x="3263" y="4859"/>
                    <a:pt x="3691" y="5430"/>
                  </a:cubicBezTo>
                  <a:lnTo>
                    <a:pt x="2894" y="6240"/>
                  </a:lnTo>
                  <a:lnTo>
                    <a:pt x="2846" y="6192"/>
                  </a:lnTo>
                  <a:cubicBezTo>
                    <a:pt x="2816" y="6162"/>
                    <a:pt x="2772" y="6148"/>
                    <a:pt x="2727" y="6148"/>
                  </a:cubicBezTo>
                  <a:cubicBezTo>
                    <a:pt x="2682" y="6148"/>
                    <a:pt x="2638" y="6162"/>
                    <a:pt x="2608" y="6192"/>
                  </a:cubicBezTo>
                  <a:lnTo>
                    <a:pt x="1501" y="7288"/>
                  </a:lnTo>
                  <a:cubicBezTo>
                    <a:pt x="1441" y="7347"/>
                    <a:pt x="1441" y="7466"/>
                    <a:pt x="1501" y="7538"/>
                  </a:cubicBezTo>
                  <a:cubicBezTo>
                    <a:pt x="1530" y="7561"/>
                    <a:pt x="1575" y="7573"/>
                    <a:pt x="1620" y="7573"/>
                  </a:cubicBezTo>
                  <a:cubicBezTo>
                    <a:pt x="1664" y="7573"/>
                    <a:pt x="1709" y="7561"/>
                    <a:pt x="1739" y="7538"/>
                  </a:cubicBezTo>
                  <a:lnTo>
                    <a:pt x="2727" y="6549"/>
                  </a:lnTo>
                  <a:lnTo>
                    <a:pt x="2775" y="6597"/>
                  </a:lnTo>
                  <a:lnTo>
                    <a:pt x="3287" y="7121"/>
                  </a:lnTo>
                  <a:lnTo>
                    <a:pt x="3334" y="7157"/>
                  </a:lnTo>
                  <a:lnTo>
                    <a:pt x="1048" y="9455"/>
                  </a:lnTo>
                  <a:lnTo>
                    <a:pt x="417" y="8824"/>
                  </a:lnTo>
                  <a:lnTo>
                    <a:pt x="1251" y="7990"/>
                  </a:lnTo>
                  <a:cubicBezTo>
                    <a:pt x="1310" y="7931"/>
                    <a:pt x="1310" y="7811"/>
                    <a:pt x="1251" y="7752"/>
                  </a:cubicBezTo>
                  <a:cubicBezTo>
                    <a:pt x="1221" y="7722"/>
                    <a:pt x="1176" y="7707"/>
                    <a:pt x="1132" y="7707"/>
                  </a:cubicBezTo>
                  <a:cubicBezTo>
                    <a:pt x="1087" y="7707"/>
                    <a:pt x="1042" y="7722"/>
                    <a:pt x="1013" y="7752"/>
                  </a:cubicBezTo>
                  <a:lnTo>
                    <a:pt x="48" y="8716"/>
                  </a:lnTo>
                  <a:cubicBezTo>
                    <a:pt x="12" y="8752"/>
                    <a:pt x="1" y="8800"/>
                    <a:pt x="1" y="8835"/>
                  </a:cubicBezTo>
                  <a:cubicBezTo>
                    <a:pt x="1" y="8883"/>
                    <a:pt x="12" y="8931"/>
                    <a:pt x="48" y="8954"/>
                  </a:cubicBezTo>
                  <a:lnTo>
                    <a:pt x="905" y="9824"/>
                  </a:lnTo>
                  <a:cubicBezTo>
                    <a:pt x="941" y="9847"/>
                    <a:pt x="989" y="9871"/>
                    <a:pt x="1024" y="9871"/>
                  </a:cubicBezTo>
                  <a:cubicBezTo>
                    <a:pt x="1072" y="9871"/>
                    <a:pt x="1120" y="9847"/>
                    <a:pt x="1144" y="9824"/>
                  </a:cubicBezTo>
                  <a:lnTo>
                    <a:pt x="3691" y="7276"/>
                  </a:lnTo>
                  <a:cubicBezTo>
                    <a:pt x="3727" y="7252"/>
                    <a:pt x="3739" y="7204"/>
                    <a:pt x="3739" y="7157"/>
                  </a:cubicBezTo>
                  <a:cubicBezTo>
                    <a:pt x="3739" y="7109"/>
                    <a:pt x="3715" y="7073"/>
                    <a:pt x="3691" y="7038"/>
                  </a:cubicBezTo>
                  <a:lnTo>
                    <a:pt x="3644" y="6990"/>
                  </a:lnTo>
                  <a:lnTo>
                    <a:pt x="4453" y="6192"/>
                  </a:lnTo>
                  <a:cubicBezTo>
                    <a:pt x="4942" y="6549"/>
                    <a:pt x="5537" y="6776"/>
                    <a:pt x="6144" y="6835"/>
                  </a:cubicBezTo>
                  <a:lnTo>
                    <a:pt x="6168" y="6835"/>
                  </a:lnTo>
                  <a:cubicBezTo>
                    <a:pt x="6251" y="6835"/>
                    <a:pt x="6323" y="6776"/>
                    <a:pt x="6323" y="6680"/>
                  </a:cubicBezTo>
                  <a:cubicBezTo>
                    <a:pt x="6347" y="6597"/>
                    <a:pt x="6263" y="6502"/>
                    <a:pt x="6180" y="6502"/>
                  </a:cubicBezTo>
                  <a:cubicBezTo>
                    <a:pt x="5465" y="6442"/>
                    <a:pt x="4799" y="6121"/>
                    <a:pt x="4287" y="5609"/>
                  </a:cubicBezTo>
                  <a:cubicBezTo>
                    <a:pt x="4192" y="5525"/>
                    <a:pt x="4120" y="5430"/>
                    <a:pt x="4049" y="5347"/>
                  </a:cubicBezTo>
                  <a:cubicBezTo>
                    <a:pt x="3620" y="4787"/>
                    <a:pt x="3382" y="4132"/>
                    <a:pt x="3382" y="3418"/>
                  </a:cubicBezTo>
                  <a:cubicBezTo>
                    <a:pt x="3382" y="2608"/>
                    <a:pt x="3703" y="1835"/>
                    <a:pt x="4287" y="1239"/>
                  </a:cubicBezTo>
                  <a:cubicBezTo>
                    <a:pt x="4870" y="656"/>
                    <a:pt x="5644" y="322"/>
                    <a:pt x="6478" y="322"/>
                  </a:cubicBezTo>
                  <a:cubicBezTo>
                    <a:pt x="7299" y="322"/>
                    <a:pt x="8073" y="656"/>
                    <a:pt x="8668" y="1239"/>
                  </a:cubicBezTo>
                  <a:cubicBezTo>
                    <a:pt x="9871" y="2442"/>
                    <a:pt x="9871" y="4394"/>
                    <a:pt x="8668" y="5597"/>
                  </a:cubicBezTo>
                  <a:cubicBezTo>
                    <a:pt x="8156" y="6097"/>
                    <a:pt x="7537" y="6395"/>
                    <a:pt x="6835" y="6478"/>
                  </a:cubicBezTo>
                  <a:cubicBezTo>
                    <a:pt x="6739" y="6490"/>
                    <a:pt x="6668" y="6561"/>
                    <a:pt x="6680" y="6668"/>
                  </a:cubicBezTo>
                  <a:cubicBezTo>
                    <a:pt x="6702" y="6757"/>
                    <a:pt x="6765" y="6825"/>
                    <a:pt x="6859" y="6825"/>
                  </a:cubicBezTo>
                  <a:cubicBezTo>
                    <a:pt x="6867" y="6825"/>
                    <a:pt x="6874" y="6824"/>
                    <a:pt x="6882" y="6823"/>
                  </a:cubicBezTo>
                  <a:cubicBezTo>
                    <a:pt x="7656" y="6728"/>
                    <a:pt x="8371" y="6383"/>
                    <a:pt x="8918" y="5835"/>
                  </a:cubicBezTo>
                  <a:cubicBezTo>
                    <a:pt x="10228" y="4513"/>
                    <a:pt x="10228" y="2335"/>
                    <a:pt x="8883" y="1001"/>
                  </a:cubicBezTo>
                  <a:cubicBezTo>
                    <a:pt x="8252" y="358"/>
                    <a:pt x="7382" y="1"/>
                    <a:pt x="6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65"/>
            <p:cNvSpPr/>
            <p:nvPr/>
          </p:nvSpPr>
          <p:spPr>
            <a:xfrm>
              <a:off x="3243008" y="2008678"/>
              <a:ext cx="185613" cy="169741"/>
            </a:xfrm>
            <a:custGeom>
              <a:avLst/>
              <a:gdLst/>
              <a:ahLst/>
              <a:cxnLst/>
              <a:rect l="l" t="t" r="r" b="b"/>
              <a:pathLst>
                <a:path w="5859" h="5358" extrusionOk="0">
                  <a:moveTo>
                    <a:pt x="2918" y="333"/>
                  </a:moveTo>
                  <a:cubicBezTo>
                    <a:pt x="3513" y="333"/>
                    <a:pt x="4108" y="560"/>
                    <a:pt x="4561" y="1024"/>
                  </a:cubicBezTo>
                  <a:cubicBezTo>
                    <a:pt x="5489" y="1929"/>
                    <a:pt x="5489" y="3417"/>
                    <a:pt x="4561" y="4322"/>
                  </a:cubicBezTo>
                  <a:cubicBezTo>
                    <a:pt x="4108" y="4780"/>
                    <a:pt x="3510" y="5010"/>
                    <a:pt x="2912" y="5010"/>
                  </a:cubicBezTo>
                  <a:cubicBezTo>
                    <a:pt x="2313" y="5010"/>
                    <a:pt x="1715" y="4780"/>
                    <a:pt x="1263" y="4322"/>
                  </a:cubicBezTo>
                  <a:cubicBezTo>
                    <a:pt x="346" y="3417"/>
                    <a:pt x="346" y="1929"/>
                    <a:pt x="1263" y="1024"/>
                  </a:cubicBezTo>
                  <a:cubicBezTo>
                    <a:pt x="1727" y="560"/>
                    <a:pt x="2322" y="333"/>
                    <a:pt x="2918" y="333"/>
                  </a:cubicBezTo>
                  <a:close/>
                  <a:moveTo>
                    <a:pt x="2930" y="0"/>
                  </a:moveTo>
                  <a:cubicBezTo>
                    <a:pt x="2245" y="0"/>
                    <a:pt x="1560" y="262"/>
                    <a:pt x="1036" y="786"/>
                  </a:cubicBezTo>
                  <a:cubicBezTo>
                    <a:pt x="1" y="1822"/>
                    <a:pt x="1" y="3524"/>
                    <a:pt x="1036" y="4560"/>
                  </a:cubicBezTo>
                  <a:cubicBezTo>
                    <a:pt x="1560" y="5084"/>
                    <a:pt x="2239" y="5358"/>
                    <a:pt x="2930" y="5358"/>
                  </a:cubicBezTo>
                  <a:cubicBezTo>
                    <a:pt x="3608" y="5358"/>
                    <a:pt x="4299" y="5084"/>
                    <a:pt x="4823" y="4560"/>
                  </a:cubicBezTo>
                  <a:cubicBezTo>
                    <a:pt x="5858" y="3524"/>
                    <a:pt x="5858" y="1822"/>
                    <a:pt x="4823" y="786"/>
                  </a:cubicBezTo>
                  <a:cubicBezTo>
                    <a:pt x="4299" y="262"/>
                    <a:pt x="3614"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65"/>
            <p:cNvSpPr/>
            <p:nvPr/>
          </p:nvSpPr>
          <p:spPr>
            <a:xfrm>
              <a:off x="3074027" y="1983777"/>
              <a:ext cx="155802" cy="163342"/>
            </a:xfrm>
            <a:custGeom>
              <a:avLst/>
              <a:gdLst/>
              <a:ahLst/>
              <a:cxnLst/>
              <a:rect l="l" t="t" r="r" b="b"/>
              <a:pathLst>
                <a:path w="4918" h="5156" extrusionOk="0">
                  <a:moveTo>
                    <a:pt x="2370" y="0"/>
                  </a:moveTo>
                  <a:cubicBezTo>
                    <a:pt x="1917" y="24"/>
                    <a:pt x="1489" y="155"/>
                    <a:pt x="1120" y="405"/>
                  </a:cubicBezTo>
                  <a:cubicBezTo>
                    <a:pt x="596" y="750"/>
                    <a:pt x="239" y="1286"/>
                    <a:pt x="120" y="1893"/>
                  </a:cubicBezTo>
                  <a:cubicBezTo>
                    <a:pt x="1" y="2501"/>
                    <a:pt x="120" y="3132"/>
                    <a:pt x="477" y="3655"/>
                  </a:cubicBezTo>
                  <a:cubicBezTo>
                    <a:pt x="913" y="4319"/>
                    <a:pt x="1643" y="4696"/>
                    <a:pt x="2409" y="4696"/>
                  </a:cubicBezTo>
                  <a:cubicBezTo>
                    <a:pt x="2605" y="4696"/>
                    <a:pt x="2804" y="4671"/>
                    <a:pt x="3001" y="4620"/>
                  </a:cubicBezTo>
                  <a:lnTo>
                    <a:pt x="4108" y="5144"/>
                  </a:lnTo>
                  <a:cubicBezTo>
                    <a:pt x="4132" y="5156"/>
                    <a:pt x="4156" y="5156"/>
                    <a:pt x="4180" y="5156"/>
                  </a:cubicBezTo>
                  <a:cubicBezTo>
                    <a:pt x="4215" y="5156"/>
                    <a:pt x="4239" y="5144"/>
                    <a:pt x="4275" y="5120"/>
                  </a:cubicBezTo>
                  <a:cubicBezTo>
                    <a:pt x="4311" y="5096"/>
                    <a:pt x="4346" y="5037"/>
                    <a:pt x="4346" y="4977"/>
                  </a:cubicBezTo>
                  <a:lnTo>
                    <a:pt x="4287" y="3751"/>
                  </a:lnTo>
                  <a:cubicBezTo>
                    <a:pt x="4882" y="2989"/>
                    <a:pt x="4918" y="1893"/>
                    <a:pt x="4358" y="1084"/>
                  </a:cubicBezTo>
                  <a:cubicBezTo>
                    <a:pt x="4061" y="631"/>
                    <a:pt x="3608" y="286"/>
                    <a:pt x="3084" y="143"/>
                  </a:cubicBezTo>
                  <a:cubicBezTo>
                    <a:pt x="3065" y="136"/>
                    <a:pt x="3047" y="133"/>
                    <a:pt x="3029" y="133"/>
                  </a:cubicBezTo>
                  <a:cubicBezTo>
                    <a:pt x="2958" y="133"/>
                    <a:pt x="2899" y="186"/>
                    <a:pt x="2870" y="262"/>
                  </a:cubicBezTo>
                  <a:cubicBezTo>
                    <a:pt x="2846" y="346"/>
                    <a:pt x="2906" y="441"/>
                    <a:pt x="2989" y="465"/>
                  </a:cubicBezTo>
                  <a:cubicBezTo>
                    <a:pt x="3441" y="607"/>
                    <a:pt x="3822" y="881"/>
                    <a:pt x="4096" y="1274"/>
                  </a:cubicBezTo>
                  <a:cubicBezTo>
                    <a:pt x="4584" y="2001"/>
                    <a:pt x="4537" y="2941"/>
                    <a:pt x="4001" y="3620"/>
                  </a:cubicBezTo>
                  <a:cubicBezTo>
                    <a:pt x="3977" y="3655"/>
                    <a:pt x="3965" y="3703"/>
                    <a:pt x="3977" y="3739"/>
                  </a:cubicBezTo>
                  <a:lnTo>
                    <a:pt x="4013" y="4739"/>
                  </a:lnTo>
                  <a:lnTo>
                    <a:pt x="3108" y="4310"/>
                  </a:lnTo>
                  <a:cubicBezTo>
                    <a:pt x="3084" y="4298"/>
                    <a:pt x="3037" y="4298"/>
                    <a:pt x="2989" y="4298"/>
                  </a:cubicBezTo>
                  <a:cubicBezTo>
                    <a:pt x="2810" y="4346"/>
                    <a:pt x="2620" y="4370"/>
                    <a:pt x="2441" y="4370"/>
                  </a:cubicBezTo>
                  <a:cubicBezTo>
                    <a:pt x="1787" y="4370"/>
                    <a:pt x="1155" y="4036"/>
                    <a:pt x="774" y="3477"/>
                  </a:cubicBezTo>
                  <a:cubicBezTo>
                    <a:pt x="477" y="3024"/>
                    <a:pt x="370" y="2489"/>
                    <a:pt x="477" y="1965"/>
                  </a:cubicBezTo>
                  <a:cubicBezTo>
                    <a:pt x="584" y="1453"/>
                    <a:pt x="882" y="988"/>
                    <a:pt x="1322" y="691"/>
                  </a:cubicBezTo>
                  <a:cubicBezTo>
                    <a:pt x="1632" y="477"/>
                    <a:pt x="2013" y="357"/>
                    <a:pt x="2382" y="346"/>
                  </a:cubicBezTo>
                  <a:cubicBezTo>
                    <a:pt x="2465" y="346"/>
                    <a:pt x="2549" y="274"/>
                    <a:pt x="2549" y="167"/>
                  </a:cubicBezTo>
                  <a:cubicBezTo>
                    <a:pt x="2549" y="84"/>
                    <a:pt x="2465" y="0"/>
                    <a:pt x="2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65"/>
            <p:cNvSpPr/>
            <p:nvPr/>
          </p:nvSpPr>
          <p:spPr>
            <a:xfrm>
              <a:off x="3135518" y="2038077"/>
              <a:ext cx="28322" cy="54363"/>
            </a:xfrm>
            <a:custGeom>
              <a:avLst/>
              <a:gdLst/>
              <a:ahLst/>
              <a:cxnLst/>
              <a:rect l="l" t="t" r="r" b="b"/>
              <a:pathLst>
                <a:path w="894" h="1716" extrusionOk="0">
                  <a:moveTo>
                    <a:pt x="179" y="1"/>
                  </a:moveTo>
                  <a:cubicBezTo>
                    <a:pt x="84" y="1"/>
                    <a:pt x="12" y="84"/>
                    <a:pt x="12" y="167"/>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10" y="1715"/>
                    <a:pt x="893" y="1644"/>
                    <a:pt x="893" y="1549"/>
                  </a:cubicBezTo>
                  <a:cubicBezTo>
                    <a:pt x="893" y="1465"/>
                    <a:pt x="834" y="1394"/>
                    <a:pt x="727" y="1394"/>
                  </a:cubicBezTo>
                  <a:lnTo>
                    <a:pt x="608" y="1394"/>
                  </a:lnTo>
                  <a:lnTo>
                    <a:pt x="608" y="167"/>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65"/>
            <p:cNvSpPr/>
            <p:nvPr/>
          </p:nvSpPr>
          <p:spPr>
            <a:xfrm>
              <a:off x="3138908" y="2021096"/>
              <a:ext cx="16252" cy="16252"/>
            </a:xfrm>
            <a:custGeom>
              <a:avLst/>
              <a:gdLst/>
              <a:ahLst/>
              <a:cxnLst/>
              <a:rect l="l" t="t" r="r" b="b"/>
              <a:pathLst>
                <a:path w="513" h="513" extrusionOk="0">
                  <a:moveTo>
                    <a:pt x="262" y="1"/>
                  </a:moveTo>
                  <a:cubicBezTo>
                    <a:pt x="131" y="1"/>
                    <a:pt x="0" y="120"/>
                    <a:pt x="0" y="263"/>
                  </a:cubicBezTo>
                  <a:cubicBezTo>
                    <a:pt x="0" y="394"/>
                    <a:pt x="120" y="513"/>
                    <a:pt x="262" y="513"/>
                  </a:cubicBezTo>
                  <a:cubicBezTo>
                    <a:pt x="393" y="513"/>
                    <a:pt x="512" y="394"/>
                    <a:pt x="512" y="263"/>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0" name="Google Shape;11520;p65"/>
          <p:cNvGrpSpPr/>
          <p:nvPr/>
        </p:nvGrpSpPr>
        <p:grpSpPr>
          <a:xfrm>
            <a:off x="3522521" y="1800457"/>
            <a:ext cx="367013" cy="331278"/>
            <a:chOff x="3522521" y="1975857"/>
            <a:chExt cx="367013" cy="331278"/>
          </a:xfrm>
        </p:grpSpPr>
        <p:sp>
          <p:nvSpPr>
            <p:cNvPr id="11521" name="Google Shape;11521;p65"/>
            <p:cNvSpPr/>
            <p:nvPr/>
          </p:nvSpPr>
          <p:spPr>
            <a:xfrm>
              <a:off x="3665841" y="1975857"/>
              <a:ext cx="91302" cy="91682"/>
            </a:xfrm>
            <a:custGeom>
              <a:avLst/>
              <a:gdLst/>
              <a:ahLst/>
              <a:cxnLst/>
              <a:rect l="l" t="t" r="r" b="b"/>
              <a:pathLst>
                <a:path w="2882" h="2894" extrusionOk="0">
                  <a:moveTo>
                    <a:pt x="1429" y="703"/>
                  </a:moveTo>
                  <a:cubicBezTo>
                    <a:pt x="1846" y="703"/>
                    <a:pt x="2167" y="1036"/>
                    <a:pt x="2167" y="1453"/>
                  </a:cubicBezTo>
                  <a:cubicBezTo>
                    <a:pt x="2167" y="1870"/>
                    <a:pt x="1834" y="2191"/>
                    <a:pt x="1429" y="2191"/>
                  </a:cubicBezTo>
                  <a:cubicBezTo>
                    <a:pt x="1024" y="2191"/>
                    <a:pt x="679" y="1870"/>
                    <a:pt x="679" y="1453"/>
                  </a:cubicBezTo>
                  <a:cubicBezTo>
                    <a:pt x="679" y="1048"/>
                    <a:pt x="1013" y="703"/>
                    <a:pt x="1429" y="703"/>
                  </a:cubicBezTo>
                  <a:close/>
                  <a:moveTo>
                    <a:pt x="1441" y="0"/>
                  </a:moveTo>
                  <a:cubicBezTo>
                    <a:pt x="1358" y="0"/>
                    <a:pt x="1274" y="84"/>
                    <a:pt x="1274" y="167"/>
                  </a:cubicBezTo>
                  <a:lnTo>
                    <a:pt x="1274" y="393"/>
                  </a:lnTo>
                  <a:cubicBezTo>
                    <a:pt x="1096" y="417"/>
                    <a:pt x="953" y="476"/>
                    <a:pt x="822" y="584"/>
                  </a:cubicBezTo>
                  <a:lnTo>
                    <a:pt x="655" y="417"/>
                  </a:lnTo>
                  <a:cubicBezTo>
                    <a:pt x="626" y="387"/>
                    <a:pt x="581" y="372"/>
                    <a:pt x="536" y="372"/>
                  </a:cubicBezTo>
                  <a:cubicBezTo>
                    <a:pt x="492" y="372"/>
                    <a:pt x="447" y="387"/>
                    <a:pt x="417" y="417"/>
                  </a:cubicBezTo>
                  <a:cubicBezTo>
                    <a:pt x="358" y="476"/>
                    <a:pt x="358" y="596"/>
                    <a:pt x="417" y="655"/>
                  </a:cubicBezTo>
                  <a:lnTo>
                    <a:pt x="584" y="822"/>
                  </a:lnTo>
                  <a:cubicBezTo>
                    <a:pt x="477" y="953"/>
                    <a:pt x="417" y="1119"/>
                    <a:pt x="381" y="1286"/>
                  </a:cubicBezTo>
                  <a:lnTo>
                    <a:pt x="167" y="1286"/>
                  </a:lnTo>
                  <a:cubicBezTo>
                    <a:pt x="72" y="1286"/>
                    <a:pt x="0" y="1358"/>
                    <a:pt x="0" y="1453"/>
                  </a:cubicBezTo>
                  <a:cubicBezTo>
                    <a:pt x="0" y="1536"/>
                    <a:pt x="72" y="1608"/>
                    <a:pt x="167" y="1608"/>
                  </a:cubicBezTo>
                  <a:lnTo>
                    <a:pt x="381" y="1608"/>
                  </a:lnTo>
                  <a:cubicBezTo>
                    <a:pt x="417" y="1786"/>
                    <a:pt x="477" y="1941"/>
                    <a:pt x="584" y="2072"/>
                  </a:cubicBezTo>
                  <a:lnTo>
                    <a:pt x="417" y="2239"/>
                  </a:lnTo>
                  <a:cubicBezTo>
                    <a:pt x="358" y="2298"/>
                    <a:pt x="358" y="2417"/>
                    <a:pt x="417" y="2477"/>
                  </a:cubicBezTo>
                  <a:cubicBezTo>
                    <a:pt x="441" y="2501"/>
                    <a:pt x="489" y="2524"/>
                    <a:pt x="536" y="2524"/>
                  </a:cubicBezTo>
                  <a:cubicBezTo>
                    <a:pt x="572" y="2524"/>
                    <a:pt x="620" y="2501"/>
                    <a:pt x="655" y="2477"/>
                  </a:cubicBezTo>
                  <a:lnTo>
                    <a:pt x="810" y="2310"/>
                  </a:lnTo>
                  <a:cubicBezTo>
                    <a:pt x="953" y="2417"/>
                    <a:pt x="1108" y="2477"/>
                    <a:pt x="1274" y="2501"/>
                  </a:cubicBezTo>
                  <a:lnTo>
                    <a:pt x="1274" y="2727"/>
                  </a:lnTo>
                  <a:cubicBezTo>
                    <a:pt x="1274" y="2822"/>
                    <a:pt x="1346" y="2893"/>
                    <a:pt x="1441" y="2893"/>
                  </a:cubicBezTo>
                  <a:cubicBezTo>
                    <a:pt x="1536" y="2893"/>
                    <a:pt x="1608" y="2822"/>
                    <a:pt x="1608" y="2727"/>
                  </a:cubicBezTo>
                  <a:lnTo>
                    <a:pt x="1608" y="2501"/>
                  </a:lnTo>
                  <a:cubicBezTo>
                    <a:pt x="1786" y="2477"/>
                    <a:pt x="1929" y="2417"/>
                    <a:pt x="2072" y="2310"/>
                  </a:cubicBezTo>
                  <a:lnTo>
                    <a:pt x="2227" y="2477"/>
                  </a:lnTo>
                  <a:cubicBezTo>
                    <a:pt x="2263" y="2501"/>
                    <a:pt x="2310" y="2524"/>
                    <a:pt x="2346" y="2524"/>
                  </a:cubicBezTo>
                  <a:cubicBezTo>
                    <a:pt x="2394" y="2524"/>
                    <a:pt x="2441" y="2501"/>
                    <a:pt x="2465" y="2477"/>
                  </a:cubicBezTo>
                  <a:cubicBezTo>
                    <a:pt x="2525" y="2417"/>
                    <a:pt x="2525" y="2298"/>
                    <a:pt x="2465" y="2239"/>
                  </a:cubicBezTo>
                  <a:lnTo>
                    <a:pt x="2298" y="2072"/>
                  </a:lnTo>
                  <a:cubicBezTo>
                    <a:pt x="2406" y="1941"/>
                    <a:pt x="2465" y="1774"/>
                    <a:pt x="2501" y="1608"/>
                  </a:cubicBezTo>
                  <a:lnTo>
                    <a:pt x="2715" y="1608"/>
                  </a:lnTo>
                  <a:cubicBezTo>
                    <a:pt x="2810" y="1608"/>
                    <a:pt x="2882" y="1536"/>
                    <a:pt x="2882" y="1453"/>
                  </a:cubicBezTo>
                  <a:cubicBezTo>
                    <a:pt x="2882" y="1358"/>
                    <a:pt x="2810" y="1286"/>
                    <a:pt x="2727" y="1286"/>
                  </a:cubicBezTo>
                  <a:lnTo>
                    <a:pt x="2501" y="1286"/>
                  </a:lnTo>
                  <a:cubicBezTo>
                    <a:pt x="2465" y="1108"/>
                    <a:pt x="2406" y="953"/>
                    <a:pt x="2310" y="822"/>
                  </a:cubicBezTo>
                  <a:lnTo>
                    <a:pt x="2465" y="655"/>
                  </a:lnTo>
                  <a:cubicBezTo>
                    <a:pt x="2525" y="596"/>
                    <a:pt x="2525" y="476"/>
                    <a:pt x="2465" y="417"/>
                  </a:cubicBezTo>
                  <a:cubicBezTo>
                    <a:pt x="2435" y="387"/>
                    <a:pt x="2391" y="372"/>
                    <a:pt x="2346" y="372"/>
                  </a:cubicBezTo>
                  <a:cubicBezTo>
                    <a:pt x="2301" y="372"/>
                    <a:pt x="2257" y="387"/>
                    <a:pt x="2227" y="417"/>
                  </a:cubicBezTo>
                  <a:lnTo>
                    <a:pt x="2072" y="584"/>
                  </a:lnTo>
                  <a:cubicBezTo>
                    <a:pt x="1929" y="476"/>
                    <a:pt x="1775" y="417"/>
                    <a:pt x="1608" y="393"/>
                  </a:cubicBezTo>
                  <a:lnTo>
                    <a:pt x="1608" y="167"/>
                  </a:lnTo>
                  <a:cubicBezTo>
                    <a:pt x="1608" y="84"/>
                    <a:pt x="1536"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65"/>
            <p:cNvSpPr/>
            <p:nvPr/>
          </p:nvSpPr>
          <p:spPr>
            <a:xfrm>
              <a:off x="3693751" y="2004147"/>
              <a:ext cx="34721" cy="35101"/>
            </a:xfrm>
            <a:custGeom>
              <a:avLst/>
              <a:gdLst/>
              <a:ahLst/>
              <a:cxnLst/>
              <a:rect l="l" t="t" r="r" b="b"/>
              <a:pathLst>
                <a:path w="1096" h="1108" extrusionOk="0">
                  <a:moveTo>
                    <a:pt x="548" y="345"/>
                  </a:moveTo>
                  <a:cubicBezTo>
                    <a:pt x="667" y="345"/>
                    <a:pt x="751" y="441"/>
                    <a:pt x="751" y="560"/>
                  </a:cubicBezTo>
                  <a:cubicBezTo>
                    <a:pt x="751" y="679"/>
                    <a:pt x="667" y="762"/>
                    <a:pt x="548" y="762"/>
                  </a:cubicBezTo>
                  <a:cubicBezTo>
                    <a:pt x="429" y="762"/>
                    <a:pt x="334" y="679"/>
                    <a:pt x="334" y="560"/>
                  </a:cubicBezTo>
                  <a:cubicBezTo>
                    <a:pt x="334" y="441"/>
                    <a:pt x="429" y="345"/>
                    <a:pt x="548" y="345"/>
                  </a:cubicBezTo>
                  <a:close/>
                  <a:moveTo>
                    <a:pt x="548" y="0"/>
                  </a:moveTo>
                  <a:cubicBezTo>
                    <a:pt x="251" y="0"/>
                    <a:pt x="1" y="262"/>
                    <a:pt x="1" y="560"/>
                  </a:cubicBezTo>
                  <a:cubicBezTo>
                    <a:pt x="1" y="857"/>
                    <a:pt x="251" y="1107"/>
                    <a:pt x="548" y="1107"/>
                  </a:cubicBezTo>
                  <a:cubicBezTo>
                    <a:pt x="846" y="1107"/>
                    <a:pt x="1096" y="857"/>
                    <a:pt x="1096" y="560"/>
                  </a:cubicBezTo>
                  <a:cubicBezTo>
                    <a:pt x="1096" y="262"/>
                    <a:pt x="84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65"/>
            <p:cNvSpPr/>
            <p:nvPr/>
          </p:nvSpPr>
          <p:spPr>
            <a:xfrm>
              <a:off x="3679052" y="2008297"/>
              <a:ext cx="210482" cy="228983"/>
            </a:xfrm>
            <a:custGeom>
              <a:avLst/>
              <a:gdLst/>
              <a:ahLst/>
              <a:cxnLst/>
              <a:rect l="l" t="t" r="r" b="b"/>
              <a:pathLst>
                <a:path w="6644" h="7228" extrusionOk="0">
                  <a:moveTo>
                    <a:pt x="4179" y="334"/>
                  </a:moveTo>
                  <a:lnTo>
                    <a:pt x="4179" y="762"/>
                  </a:lnTo>
                  <a:lnTo>
                    <a:pt x="4179" y="786"/>
                  </a:lnTo>
                  <a:cubicBezTo>
                    <a:pt x="4179" y="869"/>
                    <a:pt x="4239" y="941"/>
                    <a:pt x="4334" y="965"/>
                  </a:cubicBezTo>
                  <a:cubicBezTo>
                    <a:pt x="4596" y="988"/>
                    <a:pt x="4846" y="1107"/>
                    <a:pt x="5072" y="1274"/>
                  </a:cubicBezTo>
                  <a:cubicBezTo>
                    <a:pt x="5102" y="1299"/>
                    <a:pt x="5138" y="1311"/>
                    <a:pt x="5174" y="1311"/>
                  </a:cubicBezTo>
                  <a:cubicBezTo>
                    <a:pt x="5225" y="1311"/>
                    <a:pt x="5276" y="1287"/>
                    <a:pt x="5310" y="1238"/>
                  </a:cubicBezTo>
                  <a:lnTo>
                    <a:pt x="5322" y="1227"/>
                  </a:lnTo>
                  <a:lnTo>
                    <a:pt x="5620" y="929"/>
                  </a:lnTo>
                  <a:lnTo>
                    <a:pt x="5715" y="1024"/>
                  </a:lnTo>
                  <a:lnTo>
                    <a:pt x="5418" y="1322"/>
                  </a:lnTo>
                  <a:lnTo>
                    <a:pt x="5406" y="1334"/>
                  </a:lnTo>
                  <a:cubicBezTo>
                    <a:pt x="5322" y="1393"/>
                    <a:pt x="5322" y="1500"/>
                    <a:pt x="5370" y="1572"/>
                  </a:cubicBezTo>
                  <a:cubicBezTo>
                    <a:pt x="5537" y="1798"/>
                    <a:pt x="5632" y="2048"/>
                    <a:pt x="5679" y="2310"/>
                  </a:cubicBezTo>
                  <a:cubicBezTo>
                    <a:pt x="5703" y="2405"/>
                    <a:pt x="5775" y="2465"/>
                    <a:pt x="5858" y="2465"/>
                  </a:cubicBezTo>
                  <a:lnTo>
                    <a:pt x="6311" y="2465"/>
                  </a:lnTo>
                  <a:lnTo>
                    <a:pt x="6311" y="2572"/>
                  </a:lnTo>
                  <a:lnTo>
                    <a:pt x="5846" y="2572"/>
                  </a:lnTo>
                  <a:cubicBezTo>
                    <a:pt x="5763" y="2572"/>
                    <a:pt x="5679" y="2631"/>
                    <a:pt x="5668" y="2715"/>
                  </a:cubicBezTo>
                  <a:cubicBezTo>
                    <a:pt x="5632" y="2989"/>
                    <a:pt x="5525" y="3239"/>
                    <a:pt x="5358" y="3465"/>
                  </a:cubicBezTo>
                  <a:cubicBezTo>
                    <a:pt x="5298" y="3536"/>
                    <a:pt x="5310" y="3643"/>
                    <a:pt x="5382" y="3703"/>
                  </a:cubicBezTo>
                  <a:lnTo>
                    <a:pt x="5406" y="3715"/>
                  </a:lnTo>
                  <a:lnTo>
                    <a:pt x="5715" y="4024"/>
                  </a:lnTo>
                  <a:lnTo>
                    <a:pt x="5620" y="4120"/>
                  </a:lnTo>
                  <a:lnTo>
                    <a:pt x="5310" y="3798"/>
                  </a:lnTo>
                  <a:cubicBezTo>
                    <a:pt x="5310" y="3798"/>
                    <a:pt x="5310" y="3786"/>
                    <a:pt x="5298" y="3786"/>
                  </a:cubicBezTo>
                  <a:cubicBezTo>
                    <a:pt x="5266" y="3747"/>
                    <a:pt x="5218" y="3729"/>
                    <a:pt x="5171" y="3729"/>
                  </a:cubicBezTo>
                  <a:cubicBezTo>
                    <a:pt x="5132" y="3729"/>
                    <a:pt x="5092" y="3741"/>
                    <a:pt x="5060" y="3763"/>
                  </a:cubicBezTo>
                  <a:cubicBezTo>
                    <a:pt x="4846" y="3917"/>
                    <a:pt x="4584" y="4024"/>
                    <a:pt x="4310" y="4072"/>
                  </a:cubicBezTo>
                  <a:cubicBezTo>
                    <a:pt x="4227" y="4084"/>
                    <a:pt x="4167" y="4155"/>
                    <a:pt x="4167" y="4251"/>
                  </a:cubicBezTo>
                  <a:lnTo>
                    <a:pt x="4167" y="4263"/>
                  </a:lnTo>
                  <a:lnTo>
                    <a:pt x="4167" y="4715"/>
                  </a:lnTo>
                  <a:lnTo>
                    <a:pt x="4060" y="4715"/>
                  </a:lnTo>
                  <a:lnTo>
                    <a:pt x="4060" y="4275"/>
                  </a:lnTo>
                  <a:lnTo>
                    <a:pt x="4060" y="4263"/>
                  </a:lnTo>
                  <a:cubicBezTo>
                    <a:pt x="4060" y="4179"/>
                    <a:pt x="4001" y="4096"/>
                    <a:pt x="3917" y="4084"/>
                  </a:cubicBezTo>
                  <a:cubicBezTo>
                    <a:pt x="3644" y="4060"/>
                    <a:pt x="3393" y="3941"/>
                    <a:pt x="3167" y="3774"/>
                  </a:cubicBezTo>
                  <a:cubicBezTo>
                    <a:pt x="3136" y="3749"/>
                    <a:pt x="3099" y="3736"/>
                    <a:pt x="3061" y="3736"/>
                  </a:cubicBezTo>
                  <a:cubicBezTo>
                    <a:pt x="3012" y="3736"/>
                    <a:pt x="2963" y="3758"/>
                    <a:pt x="2929" y="3798"/>
                  </a:cubicBezTo>
                  <a:cubicBezTo>
                    <a:pt x="2929" y="3798"/>
                    <a:pt x="2929" y="3822"/>
                    <a:pt x="2917" y="3822"/>
                  </a:cubicBezTo>
                  <a:lnTo>
                    <a:pt x="2608" y="4132"/>
                  </a:lnTo>
                  <a:lnTo>
                    <a:pt x="2512" y="4036"/>
                  </a:lnTo>
                  <a:lnTo>
                    <a:pt x="2810" y="3739"/>
                  </a:lnTo>
                  <a:lnTo>
                    <a:pt x="2822" y="3727"/>
                  </a:lnTo>
                  <a:cubicBezTo>
                    <a:pt x="2822" y="3727"/>
                    <a:pt x="2846" y="3727"/>
                    <a:pt x="2846" y="3715"/>
                  </a:cubicBezTo>
                  <a:cubicBezTo>
                    <a:pt x="2917" y="3655"/>
                    <a:pt x="2917" y="3548"/>
                    <a:pt x="2870" y="3477"/>
                  </a:cubicBezTo>
                  <a:cubicBezTo>
                    <a:pt x="2703" y="3262"/>
                    <a:pt x="2608" y="3001"/>
                    <a:pt x="2560" y="2727"/>
                  </a:cubicBezTo>
                  <a:cubicBezTo>
                    <a:pt x="2548" y="2643"/>
                    <a:pt x="2465" y="2584"/>
                    <a:pt x="2381" y="2584"/>
                  </a:cubicBezTo>
                  <a:lnTo>
                    <a:pt x="1929" y="2584"/>
                  </a:lnTo>
                  <a:lnTo>
                    <a:pt x="1929" y="2465"/>
                  </a:lnTo>
                  <a:lnTo>
                    <a:pt x="2381" y="2465"/>
                  </a:lnTo>
                  <a:cubicBezTo>
                    <a:pt x="2465" y="2465"/>
                    <a:pt x="2548" y="2405"/>
                    <a:pt x="2560" y="2310"/>
                  </a:cubicBezTo>
                  <a:cubicBezTo>
                    <a:pt x="2584" y="2048"/>
                    <a:pt x="2703" y="1798"/>
                    <a:pt x="2870" y="1572"/>
                  </a:cubicBezTo>
                  <a:cubicBezTo>
                    <a:pt x="2929" y="1500"/>
                    <a:pt x="2917" y="1393"/>
                    <a:pt x="2846" y="1334"/>
                  </a:cubicBezTo>
                  <a:lnTo>
                    <a:pt x="2822" y="1322"/>
                  </a:lnTo>
                  <a:lnTo>
                    <a:pt x="2524" y="1024"/>
                  </a:lnTo>
                  <a:lnTo>
                    <a:pt x="2620" y="929"/>
                  </a:lnTo>
                  <a:lnTo>
                    <a:pt x="2917" y="1227"/>
                  </a:lnTo>
                  <a:lnTo>
                    <a:pt x="2929" y="1238"/>
                  </a:lnTo>
                  <a:cubicBezTo>
                    <a:pt x="2963" y="1286"/>
                    <a:pt x="3012" y="1306"/>
                    <a:pt x="3062" y="1306"/>
                  </a:cubicBezTo>
                  <a:cubicBezTo>
                    <a:pt x="3099" y="1306"/>
                    <a:pt x="3137" y="1295"/>
                    <a:pt x="3167" y="1274"/>
                  </a:cubicBezTo>
                  <a:cubicBezTo>
                    <a:pt x="3393" y="1107"/>
                    <a:pt x="3644" y="1000"/>
                    <a:pt x="3917" y="953"/>
                  </a:cubicBezTo>
                  <a:cubicBezTo>
                    <a:pt x="4001" y="941"/>
                    <a:pt x="4060" y="869"/>
                    <a:pt x="4060" y="774"/>
                  </a:cubicBezTo>
                  <a:lnTo>
                    <a:pt x="4060" y="762"/>
                  </a:lnTo>
                  <a:lnTo>
                    <a:pt x="4060" y="334"/>
                  </a:lnTo>
                  <a:close/>
                  <a:moveTo>
                    <a:pt x="3894" y="0"/>
                  </a:moveTo>
                  <a:cubicBezTo>
                    <a:pt x="3810" y="0"/>
                    <a:pt x="3739" y="84"/>
                    <a:pt x="3739" y="167"/>
                  </a:cubicBezTo>
                  <a:lnTo>
                    <a:pt x="3739" y="667"/>
                  </a:lnTo>
                  <a:cubicBezTo>
                    <a:pt x="3513" y="703"/>
                    <a:pt x="3298" y="798"/>
                    <a:pt x="3108" y="929"/>
                  </a:cubicBezTo>
                  <a:lnTo>
                    <a:pt x="2762" y="584"/>
                  </a:lnTo>
                  <a:cubicBezTo>
                    <a:pt x="2733" y="554"/>
                    <a:pt x="2688" y="539"/>
                    <a:pt x="2643" y="539"/>
                  </a:cubicBezTo>
                  <a:cubicBezTo>
                    <a:pt x="2599" y="539"/>
                    <a:pt x="2554" y="554"/>
                    <a:pt x="2524" y="584"/>
                  </a:cubicBezTo>
                  <a:lnTo>
                    <a:pt x="2203" y="917"/>
                  </a:lnTo>
                  <a:cubicBezTo>
                    <a:pt x="2167" y="941"/>
                    <a:pt x="2155" y="988"/>
                    <a:pt x="2155" y="1036"/>
                  </a:cubicBezTo>
                  <a:cubicBezTo>
                    <a:pt x="2155" y="1084"/>
                    <a:pt x="2167" y="1119"/>
                    <a:pt x="2203" y="1155"/>
                  </a:cubicBezTo>
                  <a:lnTo>
                    <a:pt x="2536" y="1500"/>
                  </a:lnTo>
                  <a:cubicBezTo>
                    <a:pt x="2417" y="1691"/>
                    <a:pt x="2334" y="1893"/>
                    <a:pt x="2274" y="2119"/>
                  </a:cubicBezTo>
                  <a:lnTo>
                    <a:pt x="1786" y="2119"/>
                  </a:lnTo>
                  <a:cubicBezTo>
                    <a:pt x="1691" y="2119"/>
                    <a:pt x="1619" y="2191"/>
                    <a:pt x="1619" y="2286"/>
                  </a:cubicBezTo>
                  <a:lnTo>
                    <a:pt x="1619" y="2751"/>
                  </a:lnTo>
                  <a:cubicBezTo>
                    <a:pt x="1619" y="2834"/>
                    <a:pt x="1691" y="2905"/>
                    <a:pt x="1786" y="2905"/>
                  </a:cubicBezTo>
                  <a:lnTo>
                    <a:pt x="2274" y="2905"/>
                  </a:lnTo>
                  <a:cubicBezTo>
                    <a:pt x="2322" y="3084"/>
                    <a:pt x="2381" y="3251"/>
                    <a:pt x="2465" y="3417"/>
                  </a:cubicBezTo>
                  <a:lnTo>
                    <a:pt x="1084" y="3417"/>
                  </a:lnTo>
                  <a:cubicBezTo>
                    <a:pt x="988" y="3417"/>
                    <a:pt x="917" y="3489"/>
                    <a:pt x="917" y="3584"/>
                  </a:cubicBezTo>
                  <a:cubicBezTo>
                    <a:pt x="917" y="3667"/>
                    <a:pt x="988" y="3739"/>
                    <a:pt x="1084" y="3739"/>
                  </a:cubicBezTo>
                  <a:lnTo>
                    <a:pt x="2334" y="3739"/>
                  </a:lnTo>
                  <a:lnTo>
                    <a:pt x="2203" y="3882"/>
                  </a:lnTo>
                  <a:cubicBezTo>
                    <a:pt x="2143" y="3941"/>
                    <a:pt x="2143" y="4060"/>
                    <a:pt x="2203" y="4120"/>
                  </a:cubicBezTo>
                  <a:lnTo>
                    <a:pt x="2524" y="4441"/>
                  </a:lnTo>
                  <a:cubicBezTo>
                    <a:pt x="2560" y="4477"/>
                    <a:pt x="2608" y="4489"/>
                    <a:pt x="2643" y="4489"/>
                  </a:cubicBezTo>
                  <a:cubicBezTo>
                    <a:pt x="2691" y="4489"/>
                    <a:pt x="2739" y="4477"/>
                    <a:pt x="2762" y="4441"/>
                  </a:cubicBezTo>
                  <a:lnTo>
                    <a:pt x="3108" y="4096"/>
                  </a:lnTo>
                  <a:cubicBezTo>
                    <a:pt x="3286" y="4215"/>
                    <a:pt x="3489" y="4310"/>
                    <a:pt x="3703" y="4358"/>
                  </a:cubicBezTo>
                  <a:lnTo>
                    <a:pt x="3703" y="4370"/>
                  </a:lnTo>
                  <a:lnTo>
                    <a:pt x="3703" y="5144"/>
                  </a:lnTo>
                  <a:lnTo>
                    <a:pt x="155" y="5144"/>
                  </a:lnTo>
                  <a:cubicBezTo>
                    <a:pt x="72" y="5144"/>
                    <a:pt x="0" y="5215"/>
                    <a:pt x="0" y="5310"/>
                  </a:cubicBezTo>
                  <a:cubicBezTo>
                    <a:pt x="0" y="5394"/>
                    <a:pt x="72" y="5465"/>
                    <a:pt x="155" y="5465"/>
                  </a:cubicBezTo>
                  <a:lnTo>
                    <a:pt x="4417" y="5465"/>
                  </a:lnTo>
                  <a:lnTo>
                    <a:pt x="4120" y="7037"/>
                  </a:lnTo>
                  <a:cubicBezTo>
                    <a:pt x="4108" y="7120"/>
                    <a:pt x="4167" y="7215"/>
                    <a:pt x="4251" y="7227"/>
                  </a:cubicBezTo>
                  <a:lnTo>
                    <a:pt x="4286" y="7227"/>
                  </a:lnTo>
                  <a:cubicBezTo>
                    <a:pt x="4358" y="7227"/>
                    <a:pt x="4429" y="7168"/>
                    <a:pt x="4441" y="7096"/>
                  </a:cubicBezTo>
                  <a:lnTo>
                    <a:pt x="4787" y="5322"/>
                  </a:lnTo>
                  <a:cubicBezTo>
                    <a:pt x="4798" y="5275"/>
                    <a:pt x="4787" y="5215"/>
                    <a:pt x="4763" y="5191"/>
                  </a:cubicBezTo>
                  <a:cubicBezTo>
                    <a:pt x="4727" y="5144"/>
                    <a:pt x="4679" y="5132"/>
                    <a:pt x="4620" y="5132"/>
                  </a:cubicBezTo>
                  <a:lnTo>
                    <a:pt x="4048" y="5132"/>
                  </a:lnTo>
                  <a:lnTo>
                    <a:pt x="4048" y="5013"/>
                  </a:lnTo>
                  <a:lnTo>
                    <a:pt x="4370" y="5013"/>
                  </a:lnTo>
                  <a:cubicBezTo>
                    <a:pt x="4465" y="5013"/>
                    <a:pt x="4536" y="4929"/>
                    <a:pt x="4536" y="4846"/>
                  </a:cubicBezTo>
                  <a:lnTo>
                    <a:pt x="4536" y="4358"/>
                  </a:lnTo>
                  <a:cubicBezTo>
                    <a:pt x="4763" y="4310"/>
                    <a:pt x="4965" y="4215"/>
                    <a:pt x="5168" y="4084"/>
                  </a:cubicBezTo>
                  <a:lnTo>
                    <a:pt x="5501" y="4429"/>
                  </a:lnTo>
                  <a:cubicBezTo>
                    <a:pt x="5537" y="4453"/>
                    <a:pt x="5584" y="4477"/>
                    <a:pt x="5620" y="4477"/>
                  </a:cubicBezTo>
                  <a:cubicBezTo>
                    <a:pt x="5668" y="4477"/>
                    <a:pt x="5715" y="4453"/>
                    <a:pt x="5739" y="4429"/>
                  </a:cubicBezTo>
                  <a:lnTo>
                    <a:pt x="6072" y="4096"/>
                  </a:lnTo>
                  <a:cubicBezTo>
                    <a:pt x="6096" y="4072"/>
                    <a:pt x="6108" y="4024"/>
                    <a:pt x="6108" y="3977"/>
                  </a:cubicBezTo>
                  <a:cubicBezTo>
                    <a:pt x="6108" y="3941"/>
                    <a:pt x="6096" y="3894"/>
                    <a:pt x="6072" y="3858"/>
                  </a:cubicBezTo>
                  <a:lnTo>
                    <a:pt x="5727" y="3524"/>
                  </a:lnTo>
                  <a:cubicBezTo>
                    <a:pt x="5846" y="3322"/>
                    <a:pt x="5930" y="3120"/>
                    <a:pt x="5989" y="2893"/>
                  </a:cubicBezTo>
                  <a:lnTo>
                    <a:pt x="6489" y="2893"/>
                  </a:lnTo>
                  <a:cubicBezTo>
                    <a:pt x="6572" y="2893"/>
                    <a:pt x="6644" y="2822"/>
                    <a:pt x="6644" y="2727"/>
                  </a:cubicBezTo>
                  <a:lnTo>
                    <a:pt x="6644" y="2274"/>
                  </a:lnTo>
                  <a:cubicBezTo>
                    <a:pt x="6632" y="2191"/>
                    <a:pt x="6561" y="2119"/>
                    <a:pt x="6477" y="2119"/>
                  </a:cubicBezTo>
                  <a:lnTo>
                    <a:pt x="5977" y="2119"/>
                  </a:lnTo>
                  <a:cubicBezTo>
                    <a:pt x="5941" y="1893"/>
                    <a:pt x="5846" y="1691"/>
                    <a:pt x="5715" y="1500"/>
                  </a:cubicBezTo>
                  <a:lnTo>
                    <a:pt x="6060" y="1155"/>
                  </a:lnTo>
                  <a:cubicBezTo>
                    <a:pt x="6084" y="1119"/>
                    <a:pt x="6096" y="1084"/>
                    <a:pt x="6096" y="1036"/>
                  </a:cubicBezTo>
                  <a:cubicBezTo>
                    <a:pt x="6096" y="988"/>
                    <a:pt x="6084" y="941"/>
                    <a:pt x="6060" y="917"/>
                  </a:cubicBezTo>
                  <a:lnTo>
                    <a:pt x="5727" y="584"/>
                  </a:lnTo>
                  <a:cubicBezTo>
                    <a:pt x="5697" y="554"/>
                    <a:pt x="5653" y="539"/>
                    <a:pt x="5608" y="539"/>
                  </a:cubicBezTo>
                  <a:cubicBezTo>
                    <a:pt x="5563" y="539"/>
                    <a:pt x="5519" y="554"/>
                    <a:pt x="5489" y="584"/>
                  </a:cubicBezTo>
                  <a:lnTo>
                    <a:pt x="5144" y="929"/>
                  </a:lnTo>
                  <a:cubicBezTo>
                    <a:pt x="4953" y="810"/>
                    <a:pt x="4751" y="726"/>
                    <a:pt x="4525" y="667"/>
                  </a:cubicBezTo>
                  <a:lnTo>
                    <a:pt x="4525" y="167"/>
                  </a:lnTo>
                  <a:cubicBezTo>
                    <a:pt x="4525" y="84"/>
                    <a:pt x="4453" y="0"/>
                    <a:pt x="4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65"/>
            <p:cNvSpPr/>
            <p:nvPr/>
          </p:nvSpPr>
          <p:spPr>
            <a:xfrm>
              <a:off x="3772951" y="2050907"/>
              <a:ext cx="73973" cy="73593"/>
            </a:xfrm>
            <a:custGeom>
              <a:avLst/>
              <a:gdLst/>
              <a:ahLst/>
              <a:cxnLst/>
              <a:rect l="l" t="t" r="r" b="b"/>
              <a:pathLst>
                <a:path w="2335" h="2323" extrusionOk="0">
                  <a:moveTo>
                    <a:pt x="1156" y="322"/>
                  </a:moveTo>
                  <a:cubicBezTo>
                    <a:pt x="1620" y="322"/>
                    <a:pt x="1989" y="703"/>
                    <a:pt x="1989" y="1167"/>
                  </a:cubicBezTo>
                  <a:cubicBezTo>
                    <a:pt x="1989" y="1620"/>
                    <a:pt x="1620" y="2001"/>
                    <a:pt x="1156" y="2001"/>
                  </a:cubicBezTo>
                  <a:cubicBezTo>
                    <a:pt x="691" y="2001"/>
                    <a:pt x="322" y="1620"/>
                    <a:pt x="322" y="1167"/>
                  </a:cubicBezTo>
                  <a:cubicBezTo>
                    <a:pt x="322" y="703"/>
                    <a:pt x="691" y="322"/>
                    <a:pt x="1156" y="322"/>
                  </a:cubicBezTo>
                  <a:close/>
                  <a:moveTo>
                    <a:pt x="1156" y="1"/>
                  </a:moveTo>
                  <a:cubicBezTo>
                    <a:pt x="513" y="1"/>
                    <a:pt x="1" y="524"/>
                    <a:pt x="1" y="1167"/>
                  </a:cubicBezTo>
                  <a:cubicBezTo>
                    <a:pt x="1" y="1798"/>
                    <a:pt x="513" y="2322"/>
                    <a:pt x="1156" y="2322"/>
                  </a:cubicBezTo>
                  <a:cubicBezTo>
                    <a:pt x="1799" y="2322"/>
                    <a:pt x="2323" y="1798"/>
                    <a:pt x="2323" y="1167"/>
                  </a:cubicBezTo>
                  <a:cubicBezTo>
                    <a:pt x="2334" y="524"/>
                    <a:pt x="1811" y="1"/>
                    <a:pt x="1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65"/>
            <p:cNvSpPr/>
            <p:nvPr/>
          </p:nvSpPr>
          <p:spPr>
            <a:xfrm>
              <a:off x="3790312" y="2069028"/>
              <a:ext cx="38491" cy="38491"/>
            </a:xfrm>
            <a:custGeom>
              <a:avLst/>
              <a:gdLst/>
              <a:ahLst/>
              <a:cxnLst/>
              <a:rect l="l" t="t" r="r" b="b"/>
              <a:pathLst>
                <a:path w="1215" h="1215" extrusionOk="0">
                  <a:moveTo>
                    <a:pt x="608" y="322"/>
                  </a:moveTo>
                  <a:cubicBezTo>
                    <a:pt x="763" y="322"/>
                    <a:pt x="882" y="441"/>
                    <a:pt x="882" y="595"/>
                  </a:cubicBezTo>
                  <a:cubicBezTo>
                    <a:pt x="882" y="738"/>
                    <a:pt x="763" y="857"/>
                    <a:pt x="608" y="857"/>
                  </a:cubicBezTo>
                  <a:cubicBezTo>
                    <a:pt x="465" y="857"/>
                    <a:pt x="346" y="738"/>
                    <a:pt x="346" y="595"/>
                  </a:cubicBezTo>
                  <a:cubicBezTo>
                    <a:pt x="346" y="441"/>
                    <a:pt x="465" y="322"/>
                    <a:pt x="608" y="322"/>
                  </a:cubicBezTo>
                  <a:close/>
                  <a:moveTo>
                    <a:pt x="608" y="0"/>
                  </a:moveTo>
                  <a:cubicBezTo>
                    <a:pt x="286" y="0"/>
                    <a:pt x="1" y="262"/>
                    <a:pt x="1" y="607"/>
                  </a:cubicBezTo>
                  <a:cubicBezTo>
                    <a:pt x="1" y="929"/>
                    <a:pt x="262" y="1215"/>
                    <a:pt x="608" y="1215"/>
                  </a:cubicBezTo>
                  <a:cubicBezTo>
                    <a:pt x="941" y="1215"/>
                    <a:pt x="1215" y="953"/>
                    <a:pt x="1215" y="607"/>
                  </a:cubicBezTo>
                  <a:cubicBezTo>
                    <a:pt x="1215" y="262"/>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6" name="Google Shape;11526;p65"/>
            <p:cNvSpPr/>
            <p:nvPr/>
          </p:nvSpPr>
          <p:spPr>
            <a:xfrm>
              <a:off x="3522521" y="2081447"/>
              <a:ext cx="294212" cy="225688"/>
            </a:xfrm>
            <a:custGeom>
              <a:avLst/>
              <a:gdLst/>
              <a:ahLst/>
              <a:cxnLst/>
              <a:rect l="l" t="t" r="r" b="b"/>
              <a:pathLst>
                <a:path w="9287" h="7124" extrusionOk="0">
                  <a:moveTo>
                    <a:pt x="155" y="1"/>
                  </a:moveTo>
                  <a:cubicBezTo>
                    <a:pt x="72" y="1"/>
                    <a:pt x="0" y="72"/>
                    <a:pt x="0" y="168"/>
                  </a:cubicBezTo>
                  <a:lnTo>
                    <a:pt x="0" y="6954"/>
                  </a:lnTo>
                  <a:cubicBezTo>
                    <a:pt x="0" y="7121"/>
                    <a:pt x="143" y="7121"/>
                    <a:pt x="262" y="7121"/>
                  </a:cubicBezTo>
                  <a:cubicBezTo>
                    <a:pt x="351" y="7121"/>
                    <a:pt x="2483" y="7124"/>
                    <a:pt x="4603" y="7124"/>
                  </a:cubicBezTo>
                  <a:cubicBezTo>
                    <a:pt x="6724" y="7124"/>
                    <a:pt x="8835" y="7121"/>
                    <a:pt x="8882" y="7109"/>
                  </a:cubicBezTo>
                  <a:cubicBezTo>
                    <a:pt x="8942" y="7085"/>
                    <a:pt x="8989" y="7026"/>
                    <a:pt x="9001" y="6966"/>
                  </a:cubicBezTo>
                  <a:lnTo>
                    <a:pt x="9287" y="5466"/>
                  </a:lnTo>
                  <a:cubicBezTo>
                    <a:pt x="9275" y="5395"/>
                    <a:pt x="9216" y="5299"/>
                    <a:pt x="9120" y="5287"/>
                  </a:cubicBezTo>
                  <a:cubicBezTo>
                    <a:pt x="9113" y="5286"/>
                    <a:pt x="9106" y="5286"/>
                    <a:pt x="9099" y="5286"/>
                  </a:cubicBezTo>
                  <a:cubicBezTo>
                    <a:pt x="9021" y="5286"/>
                    <a:pt x="8941" y="5342"/>
                    <a:pt x="8930" y="5418"/>
                  </a:cubicBezTo>
                  <a:lnTo>
                    <a:pt x="8680" y="6788"/>
                  </a:lnTo>
                  <a:lnTo>
                    <a:pt x="357" y="6788"/>
                  </a:lnTo>
                  <a:lnTo>
                    <a:pt x="1036" y="3192"/>
                  </a:lnTo>
                  <a:lnTo>
                    <a:pt x="4429" y="3192"/>
                  </a:lnTo>
                  <a:cubicBezTo>
                    <a:pt x="4524" y="3192"/>
                    <a:pt x="4596" y="3120"/>
                    <a:pt x="4596" y="3025"/>
                  </a:cubicBezTo>
                  <a:cubicBezTo>
                    <a:pt x="4596" y="2930"/>
                    <a:pt x="4524" y="2858"/>
                    <a:pt x="4429" y="2858"/>
                  </a:cubicBezTo>
                  <a:lnTo>
                    <a:pt x="905" y="2858"/>
                  </a:lnTo>
                  <a:cubicBezTo>
                    <a:pt x="834" y="2858"/>
                    <a:pt x="750" y="2918"/>
                    <a:pt x="738" y="2989"/>
                  </a:cubicBezTo>
                  <a:lnTo>
                    <a:pt x="322" y="5168"/>
                  </a:lnTo>
                  <a:lnTo>
                    <a:pt x="322" y="334"/>
                  </a:lnTo>
                  <a:lnTo>
                    <a:pt x="2453" y="334"/>
                  </a:lnTo>
                  <a:lnTo>
                    <a:pt x="3536" y="1418"/>
                  </a:lnTo>
                  <a:cubicBezTo>
                    <a:pt x="3572" y="1442"/>
                    <a:pt x="3608" y="1465"/>
                    <a:pt x="3655" y="1465"/>
                  </a:cubicBezTo>
                  <a:lnTo>
                    <a:pt x="5358" y="1465"/>
                  </a:lnTo>
                  <a:cubicBezTo>
                    <a:pt x="5441" y="1465"/>
                    <a:pt x="5513" y="1394"/>
                    <a:pt x="5513" y="1299"/>
                  </a:cubicBezTo>
                  <a:cubicBezTo>
                    <a:pt x="5513" y="1204"/>
                    <a:pt x="5441" y="1132"/>
                    <a:pt x="5358" y="1132"/>
                  </a:cubicBezTo>
                  <a:lnTo>
                    <a:pt x="3727" y="1132"/>
                  </a:lnTo>
                  <a:lnTo>
                    <a:pt x="2643" y="49"/>
                  </a:lnTo>
                  <a:cubicBezTo>
                    <a:pt x="2619" y="13"/>
                    <a:pt x="2572" y="1"/>
                    <a:pt x="2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65"/>
            <p:cNvSpPr/>
            <p:nvPr/>
          </p:nvSpPr>
          <p:spPr>
            <a:xfrm>
              <a:off x="3810682" y="2248812"/>
              <a:ext cx="1774" cy="253"/>
            </a:xfrm>
            <a:custGeom>
              <a:avLst/>
              <a:gdLst/>
              <a:ahLst/>
              <a:cxnLst/>
              <a:rect l="l" t="t" r="r" b="b"/>
              <a:pathLst>
                <a:path w="56" h="8" extrusionOk="0">
                  <a:moveTo>
                    <a:pt x="1" y="1"/>
                  </a:moveTo>
                  <a:cubicBezTo>
                    <a:pt x="1" y="1"/>
                    <a:pt x="7" y="2"/>
                    <a:pt x="24" y="4"/>
                  </a:cubicBezTo>
                  <a:cubicBezTo>
                    <a:pt x="44" y="7"/>
                    <a:pt x="52" y="8"/>
                    <a:pt x="53" y="8"/>
                  </a:cubicBezTo>
                  <a:cubicBezTo>
                    <a:pt x="55" y="8"/>
                    <a:pt x="3"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8" name="Google Shape;11528;p65"/>
          <p:cNvGrpSpPr/>
          <p:nvPr/>
        </p:nvGrpSpPr>
        <p:grpSpPr>
          <a:xfrm>
            <a:off x="2630824" y="1801566"/>
            <a:ext cx="368185" cy="330454"/>
            <a:chOff x="2630824" y="1976966"/>
            <a:chExt cx="368185" cy="330454"/>
          </a:xfrm>
        </p:grpSpPr>
        <p:sp>
          <p:nvSpPr>
            <p:cNvPr id="11529" name="Google Shape;11529;p65"/>
            <p:cNvSpPr/>
            <p:nvPr/>
          </p:nvSpPr>
          <p:spPr>
            <a:xfrm>
              <a:off x="2630824" y="2059967"/>
              <a:ext cx="229743" cy="247072"/>
            </a:xfrm>
            <a:custGeom>
              <a:avLst/>
              <a:gdLst/>
              <a:ahLst/>
              <a:cxnLst/>
              <a:rect l="l" t="t" r="r" b="b"/>
              <a:pathLst>
                <a:path w="7252" h="7799" extrusionOk="0">
                  <a:moveTo>
                    <a:pt x="167" y="0"/>
                  </a:moveTo>
                  <a:cubicBezTo>
                    <a:pt x="72" y="0"/>
                    <a:pt x="1" y="72"/>
                    <a:pt x="1" y="167"/>
                  </a:cubicBezTo>
                  <a:lnTo>
                    <a:pt x="1" y="7632"/>
                  </a:lnTo>
                  <a:cubicBezTo>
                    <a:pt x="1" y="7727"/>
                    <a:pt x="72" y="7799"/>
                    <a:pt x="167" y="7799"/>
                  </a:cubicBezTo>
                  <a:lnTo>
                    <a:pt x="7085" y="7799"/>
                  </a:lnTo>
                  <a:cubicBezTo>
                    <a:pt x="7180" y="7799"/>
                    <a:pt x="7252" y="7727"/>
                    <a:pt x="7252" y="7632"/>
                  </a:cubicBezTo>
                  <a:cubicBezTo>
                    <a:pt x="7252" y="7549"/>
                    <a:pt x="7180" y="7454"/>
                    <a:pt x="7085" y="7454"/>
                  </a:cubicBezTo>
                  <a:lnTo>
                    <a:pt x="346" y="7454"/>
                  </a:lnTo>
                  <a:lnTo>
                    <a:pt x="346" y="322"/>
                  </a:lnTo>
                  <a:lnTo>
                    <a:pt x="2715" y="322"/>
                  </a:lnTo>
                  <a:lnTo>
                    <a:pt x="3906" y="1512"/>
                  </a:lnTo>
                  <a:cubicBezTo>
                    <a:pt x="3930" y="1548"/>
                    <a:pt x="3977" y="1560"/>
                    <a:pt x="4025" y="1560"/>
                  </a:cubicBezTo>
                  <a:lnTo>
                    <a:pt x="4597" y="1560"/>
                  </a:lnTo>
                  <a:cubicBezTo>
                    <a:pt x="4692" y="1560"/>
                    <a:pt x="4763" y="1489"/>
                    <a:pt x="4763" y="1393"/>
                  </a:cubicBezTo>
                  <a:cubicBezTo>
                    <a:pt x="4763" y="1310"/>
                    <a:pt x="4692" y="1239"/>
                    <a:pt x="4597" y="1239"/>
                  </a:cubicBezTo>
                  <a:lnTo>
                    <a:pt x="4073" y="1239"/>
                  </a:lnTo>
                  <a:lnTo>
                    <a:pt x="2882" y="48"/>
                  </a:lnTo>
                  <a:cubicBezTo>
                    <a:pt x="2858" y="12"/>
                    <a:pt x="2811" y="0"/>
                    <a:pt x="2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65"/>
            <p:cNvSpPr/>
            <p:nvPr/>
          </p:nvSpPr>
          <p:spPr>
            <a:xfrm>
              <a:off x="2792646" y="1976966"/>
              <a:ext cx="206364" cy="330454"/>
            </a:xfrm>
            <a:custGeom>
              <a:avLst/>
              <a:gdLst/>
              <a:ahLst/>
              <a:cxnLst/>
              <a:rect l="l" t="t" r="r" b="b"/>
              <a:pathLst>
                <a:path w="6514" h="10431" extrusionOk="0">
                  <a:moveTo>
                    <a:pt x="3894" y="1"/>
                  </a:moveTo>
                  <a:cubicBezTo>
                    <a:pt x="2453" y="1"/>
                    <a:pt x="1286" y="1180"/>
                    <a:pt x="1286" y="2608"/>
                  </a:cubicBezTo>
                  <a:cubicBezTo>
                    <a:pt x="1286" y="3061"/>
                    <a:pt x="1405" y="3513"/>
                    <a:pt x="1632" y="3882"/>
                  </a:cubicBezTo>
                  <a:lnTo>
                    <a:pt x="155" y="3882"/>
                  </a:lnTo>
                  <a:cubicBezTo>
                    <a:pt x="72" y="3882"/>
                    <a:pt x="1" y="3954"/>
                    <a:pt x="1" y="4049"/>
                  </a:cubicBezTo>
                  <a:cubicBezTo>
                    <a:pt x="1" y="4132"/>
                    <a:pt x="72" y="4216"/>
                    <a:pt x="155" y="4216"/>
                  </a:cubicBezTo>
                  <a:lnTo>
                    <a:pt x="1858" y="4216"/>
                  </a:lnTo>
                  <a:cubicBezTo>
                    <a:pt x="2334" y="4811"/>
                    <a:pt x="3072" y="5192"/>
                    <a:pt x="3894" y="5192"/>
                  </a:cubicBezTo>
                  <a:cubicBezTo>
                    <a:pt x="4061" y="5192"/>
                    <a:pt x="4227" y="5180"/>
                    <a:pt x="4382" y="5144"/>
                  </a:cubicBezTo>
                  <a:lnTo>
                    <a:pt x="4382" y="10109"/>
                  </a:lnTo>
                  <a:lnTo>
                    <a:pt x="2632" y="10109"/>
                  </a:lnTo>
                  <a:cubicBezTo>
                    <a:pt x="2537" y="10109"/>
                    <a:pt x="2465" y="10181"/>
                    <a:pt x="2465" y="10264"/>
                  </a:cubicBezTo>
                  <a:cubicBezTo>
                    <a:pt x="2465" y="10359"/>
                    <a:pt x="2537" y="10431"/>
                    <a:pt x="2632" y="10431"/>
                  </a:cubicBezTo>
                  <a:lnTo>
                    <a:pt x="4549" y="10431"/>
                  </a:lnTo>
                  <a:cubicBezTo>
                    <a:pt x="4644" y="10431"/>
                    <a:pt x="4715" y="10359"/>
                    <a:pt x="4715" y="10264"/>
                  </a:cubicBezTo>
                  <a:lnTo>
                    <a:pt x="4715" y="5061"/>
                  </a:lnTo>
                  <a:cubicBezTo>
                    <a:pt x="5061" y="4942"/>
                    <a:pt x="5382" y="4752"/>
                    <a:pt x="5656" y="4490"/>
                  </a:cubicBezTo>
                  <a:cubicBezTo>
                    <a:pt x="6132" y="4049"/>
                    <a:pt x="6430" y="3442"/>
                    <a:pt x="6466" y="2787"/>
                  </a:cubicBezTo>
                  <a:cubicBezTo>
                    <a:pt x="6513" y="2680"/>
                    <a:pt x="6442" y="2585"/>
                    <a:pt x="6358" y="2585"/>
                  </a:cubicBezTo>
                  <a:cubicBezTo>
                    <a:pt x="6263" y="2585"/>
                    <a:pt x="6168" y="2644"/>
                    <a:pt x="6168" y="2751"/>
                  </a:cubicBezTo>
                  <a:cubicBezTo>
                    <a:pt x="6085" y="3930"/>
                    <a:pt x="5096" y="4847"/>
                    <a:pt x="3906" y="4847"/>
                  </a:cubicBezTo>
                  <a:cubicBezTo>
                    <a:pt x="2656" y="4847"/>
                    <a:pt x="1644" y="3835"/>
                    <a:pt x="1644" y="2585"/>
                  </a:cubicBezTo>
                  <a:cubicBezTo>
                    <a:pt x="1644" y="1334"/>
                    <a:pt x="2656" y="322"/>
                    <a:pt x="3906" y="322"/>
                  </a:cubicBezTo>
                  <a:cubicBezTo>
                    <a:pt x="4977" y="322"/>
                    <a:pt x="5918" y="1084"/>
                    <a:pt x="6132" y="2144"/>
                  </a:cubicBezTo>
                  <a:cubicBezTo>
                    <a:pt x="6143" y="2220"/>
                    <a:pt x="6214" y="2277"/>
                    <a:pt x="6299" y="2277"/>
                  </a:cubicBezTo>
                  <a:cubicBezTo>
                    <a:pt x="6306" y="2277"/>
                    <a:pt x="6315" y="2276"/>
                    <a:pt x="6323" y="2275"/>
                  </a:cubicBezTo>
                  <a:cubicBezTo>
                    <a:pt x="6406" y="2263"/>
                    <a:pt x="6466" y="2168"/>
                    <a:pt x="6454" y="2085"/>
                  </a:cubicBezTo>
                  <a:cubicBezTo>
                    <a:pt x="6204" y="882"/>
                    <a:pt x="5132" y="1"/>
                    <a:pt x="3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65"/>
            <p:cNvSpPr/>
            <p:nvPr/>
          </p:nvSpPr>
          <p:spPr>
            <a:xfrm>
              <a:off x="2876376" y="2005256"/>
              <a:ext cx="78123" cy="91333"/>
            </a:xfrm>
            <a:custGeom>
              <a:avLst/>
              <a:gdLst/>
              <a:ahLst/>
              <a:cxnLst/>
              <a:rect l="l" t="t" r="r" b="b"/>
              <a:pathLst>
                <a:path w="2466" h="2883" extrusionOk="0">
                  <a:moveTo>
                    <a:pt x="1239" y="346"/>
                  </a:moveTo>
                  <a:cubicBezTo>
                    <a:pt x="1406" y="346"/>
                    <a:pt x="1537" y="477"/>
                    <a:pt x="1537" y="644"/>
                  </a:cubicBezTo>
                  <a:lnTo>
                    <a:pt x="1537" y="1061"/>
                  </a:lnTo>
                  <a:lnTo>
                    <a:pt x="941" y="1061"/>
                  </a:lnTo>
                  <a:lnTo>
                    <a:pt x="941" y="644"/>
                  </a:lnTo>
                  <a:cubicBezTo>
                    <a:pt x="941" y="477"/>
                    <a:pt x="1072" y="346"/>
                    <a:pt x="1239" y="346"/>
                  </a:cubicBezTo>
                  <a:close/>
                  <a:moveTo>
                    <a:pt x="2120" y="1394"/>
                  </a:moveTo>
                  <a:lnTo>
                    <a:pt x="2120" y="2561"/>
                  </a:lnTo>
                  <a:lnTo>
                    <a:pt x="358" y="2561"/>
                  </a:lnTo>
                  <a:lnTo>
                    <a:pt x="358" y="1394"/>
                  </a:lnTo>
                  <a:close/>
                  <a:moveTo>
                    <a:pt x="1227" y="1"/>
                  </a:moveTo>
                  <a:cubicBezTo>
                    <a:pt x="870" y="1"/>
                    <a:pt x="584" y="275"/>
                    <a:pt x="584" y="644"/>
                  </a:cubicBezTo>
                  <a:lnTo>
                    <a:pt x="584" y="1061"/>
                  </a:lnTo>
                  <a:lnTo>
                    <a:pt x="167" y="1061"/>
                  </a:lnTo>
                  <a:cubicBezTo>
                    <a:pt x="84" y="1061"/>
                    <a:pt x="1" y="1132"/>
                    <a:pt x="1" y="1215"/>
                  </a:cubicBezTo>
                  <a:lnTo>
                    <a:pt x="1" y="2727"/>
                  </a:lnTo>
                  <a:cubicBezTo>
                    <a:pt x="1" y="2811"/>
                    <a:pt x="84" y="2882"/>
                    <a:pt x="167" y="2882"/>
                  </a:cubicBezTo>
                  <a:lnTo>
                    <a:pt x="2263" y="2882"/>
                  </a:lnTo>
                  <a:cubicBezTo>
                    <a:pt x="2358" y="2882"/>
                    <a:pt x="2430" y="2811"/>
                    <a:pt x="2430" y="2727"/>
                  </a:cubicBezTo>
                  <a:lnTo>
                    <a:pt x="2430" y="1215"/>
                  </a:lnTo>
                  <a:cubicBezTo>
                    <a:pt x="2465" y="1132"/>
                    <a:pt x="2382" y="1061"/>
                    <a:pt x="2275" y="1061"/>
                  </a:cubicBezTo>
                  <a:lnTo>
                    <a:pt x="1870" y="1061"/>
                  </a:lnTo>
                  <a:lnTo>
                    <a:pt x="1870" y="644"/>
                  </a:lnTo>
                  <a:cubicBezTo>
                    <a:pt x="1870" y="287"/>
                    <a:pt x="158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65"/>
            <p:cNvSpPr/>
            <p:nvPr/>
          </p:nvSpPr>
          <p:spPr>
            <a:xfrm>
              <a:off x="2715695" y="2177659"/>
              <a:ext cx="43782" cy="43402"/>
            </a:xfrm>
            <a:custGeom>
              <a:avLst/>
              <a:gdLst/>
              <a:ahLst/>
              <a:cxnLst/>
              <a:rect l="l" t="t" r="r" b="b"/>
              <a:pathLst>
                <a:path w="1382" h="1370" extrusionOk="0">
                  <a:moveTo>
                    <a:pt x="1048" y="345"/>
                  </a:moveTo>
                  <a:lnTo>
                    <a:pt x="1048" y="1048"/>
                  </a:lnTo>
                  <a:lnTo>
                    <a:pt x="346" y="1048"/>
                  </a:lnTo>
                  <a:lnTo>
                    <a:pt x="346" y="345"/>
                  </a:lnTo>
                  <a:close/>
                  <a:moveTo>
                    <a:pt x="167" y="0"/>
                  </a:moveTo>
                  <a:cubicBezTo>
                    <a:pt x="72" y="0"/>
                    <a:pt x="1" y="83"/>
                    <a:pt x="1" y="167"/>
                  </a:cubicBezTo>
                  <a:lnTo>
                    <a:pt x="1" y="1215"/>
                  </a:lnTo>
                  <a:cubicBezTo>
                    <a:pt x="1" y="1298"/>
                    <a:pt x="72" y="1369"/>
                    <a:pt x="167" y="1369"/>
                  </a:cubicBezTo>
                  <a:lnTo>
                    <a:pt x="1203" y="1369"/>
                  </a:lnTo>
                  <a:cubicBezTo>
                    <a:pt x="1298" y="1369"/>
                    <a:pt x="1370" y="1298"/>
                    <a:pt x="1370" y="1215"/>
                  </a:cubicBezTo>
                  <a:lnTo>
                    <a:pt x="1370" y="167"/>
                  </a:lnTo>
                  <a:cubicBezTo>
                    <a:pt x="1382" y="83"/>
                    <a:pt x="1310"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65"/>
            <p:cNvSpPr/>
            <p:nvPr/>
          </p:nvSpPr>
          <p:spPr>
            <a:xfrm>
              <a:off x="2770026" y="2177659"/>
              <a:ext cx="88292" cy="10581"/>
            </a:xfrm>
            <a:custGeom>
              <a:avLst/>
              <a:gdLst/>
              <a:ahLst/>
              <a:cxnLst/>
              <a:rect l="l" t="t" r="r" b="b"/>
              <a:pathLst>
                <a:path w="2787" h="334" extrusionOk="0">
                  <a:moveTo>
                    <a:pt x="167" y="0"/>
                  </a:moveTo>
                  <a:cubicBezTo>
                    <a:pt x="72" y="0"/>
                    <a:pt x="0" y="83"/>
                    <a:pt x="0" y="167"/>
                  </a:cubicBezTo>
                  <a:cubicBezTo>
                    <a:pt x="0" y="262"/>
                    <a:pt x="72" y="333"/>
                    <a:pt x="167" y="333"/>
                  </a:cubicBezTo>
                  <a:lnTo>
                    <a:pt x="2620" y="333"/>
                  </a:lnTo>
                  <a:cubicBezTo>
                    <a:pt x="2703" y="333"/>
                    <a:pt x="2786" y="262"/>
                    <a:pt x="2786" y="167"/>
                  </a:cubicBezTo>
                  <a:cubicBezTo>
                    <a:pt x="2786" y="83"/>
                    <a:pt x="2703"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65"/>
            <p:cNvSpPr/>
            <p:nvPr/>
          </p:nvSpPr>
          <p:spPr>
            <a:xfrm>
              <a:off x="2770026" y="2194227"/>
              <a:ext cx="88292" cy="10613"/>
            </a:xfrm>
            <a:custGeom>
              <a:avLst/>
              <a:gdLst/>
              <a:ahLst/>
              <a:cxnLst/>
              <a:rect l="l" t="t" r="r" b="b"/>
              <a:pathLst>
                <a:path w="2787" h="335" extrusionOk="0">
                  <a:moveTo>
                    <a:pt x="167" y="1"/>
                  </a:moveTo>
                  <a:cubicBezTo>
                    <a:pt x="72" y="1"/>
                    <a:pt x="0" y="72"/>
                    <a:pt x="0" y="168"/>
                  </a:cubicBezTo>
                  <a:cubicBezTo>
                    <a:pt x="0" y="251"/>
                    <a:pt x="72" y="334"/>
                    <a:pt x="167" y="334"/>
                  </a:cubicBezTo>
                  <a:lnTo>
                    <a:pt x="2620" y="334"/>
                  </a:lnTo>
                  <a:cubicBezTo>
                    <a:pt x="2703" y="334"/>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65"/>
            <p:cNvSpPr/>
            <p:nvPr/>
          </p:nvSpPr>
          <p:spPr>
            <a:xfrm>
              <a:off x="2770026" y="2210828"/>
              <a:ext cx="88292" cy="10233"/>
            </a:xfrm>
            <a:custGeom>
              <a:avLst/>
              <a:gdLst/>
              <a:ahLst/>
              <a:cxnLst/>
              <a:rect l="l" t="t" r="r" b="b"/>
              <a:pathLst>
                <a:path w="2787" h="323" extrusionOk="0">
                  <a:moveTo>
                    <a:pt x="167" y="1"/>
                  </a:moveTo>
                  <a:cubicBezTo>
                    <a:pt x="72" y="1"/>
                    <a:pt x="0" y="72"/>
                    <a:pt x="0" y="168"/>
                  </a:cubicBezTo>
                  <a:cubicBezTo>
                    <a:pt x="0" y="251"/>
                    <a:pt x="72" y="322"/>
                    <a:pt x="167" y="322"/>
                  </a:cubicBezTo>
                  <a:lnTo>
                    <a:pt x="2620" y="322"/>
                  </a:lnTo>
                  <a:cubicBezTo>
                    <a:pt x="2703" y="322"/>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65"/>
            <p:cNvSpPr/>
            <p:nvPr/>
          </p:nvSpPr>
          <p:spPr>
            <a:xfrm>
              <a:off x="2908436" y="2058447"/>
              <a:ext cx="16252" cy="18913"/>
            </a:xfrm>
            <a:custGeom>
              <a:avLst/>
              <a:gdLst/>
              <a:ahLst/>
              <a:cxnLst/>
              <a:rect l="l" t="t" r="r" b="b"/>
              <a:pathLst>
                <a:path w="513" h="597" extrusionOk="0">
                  <a:moveTo>
                    <a:pt x="167" y="1"/>
                  </a:moveTo>
                  <a:cubicBezTo>
                    <a:pt x="72" y="1"/>
                    <a:pt x="1" y="72"/>
                    <a:pt x="1" y="167"/>
                  </a:cubicBezTo>
                  <a:cubicBezTo>
                    <a:pt x="1" y="227"/>
                    <a:pt x="36" y="286"/>
                    <a:pt x="96" y="310"/>
                  </a:cubicBezTo>
                  <a:lnTo>
                    <a:pt x="96" y="429"/>
                  </a:lnTo>
                  <a:cubicBezTo>
                    <a:pt x="96" y="525"/>
                    <a:pt x="167" y="596"/>
                    <a:pt x="263" y="596"/>
                  </a:cubicBezTo>
                  <a:cubicBezTo>
                    <a:pt x="346" y="596"/>
                    <a:pt x="417" y="525"/>
                    <a:pt x="417" y="429"/>
                  </a:cubicBezTo>
                  <a:lnTo>
                    <a:pt x="417" y="310"/>
                  </a:lnTo>
                  <a:cubicBezTo>
                    <a:pt x="465" y="286"/>
                    <a:pt x="513" y="227"/>
                    <a:pt x="513" y="167"/>
                  </a:cubicBezTo>
                  <a:cubicBezTo>
                    <a:pt x="513" y="72"/>
                    <a:pt x="441"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7" name="Google Shape;11537;p65"/>
          <p:cNvGrpSpPr/>
          <p:nvPr/>
        </p:nvGrpSpPr>
        <p:grpSpPr>
          <a:xfrm>
            <a:off x="1293706" y="1791016"/>
            <a:ext cx="369294" cy="350444"/>
            <a:chOff x="1293706" y="1966416"/>
            <a:chExt cx="369294" cy="350444"/>
          </a:xfrm>
        </p:grpSpPr>
        <p:sp>
          <p:nvSpPr>
            <p:cNvPr id="11538" name="Google Shape;11538;p65"/>
            <p:cNvSpPr/>
            <p:nvPr/>
          </p:nvSpPr>
          <p:spPr>
            <a:xfrm>
              <a:off x="1509067" y="1966416"/>
              <a:ext cx="153933" cy="162994"/>
            </a:xfrm>
            <a:custGeom>
              <a:avLst/>
              <a:gdLst/>
              <a:ahLst/>
              <a:cxnLst/>
              <a:rect l="l" t="t" r="r" b="b"/>
              <a:pathLst>
                <a:path w="4859" h="5145" extrusionOk="0">
                  <a:moveTo>
                    <a:pt x="2514" y="0"/>
                  </a:moveTo>
                  <a:cubicBezTo>
                    <a:pt x="1759" y="0"/>
                    <a:pt x="1016" y="363"/>
                    <a:pt x="560" y="1036"/>
                  </a:cubicBezTo>
                  <a:cubicBezTo>
                    <a:pt x="1" y="1870"/>
                    <a:pt x="36" y="2953"/>
                    <a:pt x="632" y="3739"/>
                  </a:cubicBezTo>
                  <a:lnTo>
                    <a:pt x="572" y="4965"/>
                  </a:lnTo>
                  <a:cubicBezTo>
                    <a:pt x="572" y="5025"/>
                    <a:pt x="596" y="5085"/>
                    <a:pt x="643" y="5108"/>
                  </a:cubicBezTo>
                  <a:cubicBezTo>
                    <a:pt x="679" y="5120"/>
                    <a:pt x="703" y="5144"/>
                    <a:pt x="739" y="5144"/>
                  </a:cubicBezTo>
                  <a:cubicBezTo>
                    <a:pt x="763" y="5144"/>
                    <a:pt x="774" y="5144"/>
                    <a:pt x="810" y="5120"/>
                  </a:cubicBezTo>
                  <a:lnTo>
                    <a:pt x="1929" y="4608"/>
                  </a:lnTo>
                  <a:cubicBezTo>
                    <a:pt x="2120" y="4644"/>
                    <a:pt x="2310" y="4680"/>
                    <a:pt x="2501" y="4680"/>
                  </a:cubicBezTo>
                  <a:cubicBezTo>
                    <a:pt x="3275" y="4680"/>
                    <a:pt x="4013" y="4311"/>
                    <a:pt x="4453" y="3632"/>
                  </a:cubicBezTo>
                  <a:cubicBezTo>
                    <a:pt x="4692" y="3275"/>
                    <a:pt x="4823" y="2858"/>
                    <a:pt x="4846" y="2441"/>
                  </a:cubicBezTo>
                  <a:cubicBezTo>
                    <a:pt x="4858" y="2370"/>
                    <a:pt x="4787" y="2287"/>
                    <a:pt x="4692" y="2287"/>
                  </a:cubicBezTo>
                  <a:cubicBezTo>
                    <a:pt x="4608" y="2287"/>
                    <a:pt x="4513" y="2358"/>
                    <a:pt x="4513" y="2441"/>
                  </a:cubicBezTo>
                  <a:cubicBezTo>
                    <a:pt x="4501" y="2799"/>
                    <a:pt x="4382" y="3156"/>
                    <a:pt x="4168" y="3453"/>
                  </a:cubicBezTo>
                  <a:cubicBezTo>
                    <a:pt x="3786" y="4030"/>
                    <a:pt x="3158" y="4352"/>
                    <a:pt x="2504" y="4352"/>
                  </a:cubicBezTo>
                  <a:cubicBezTo>
                    <a:pt x="2321" y="4352"/>
                    <a:pt x="2136" y="4327"/>
                    <a:pt x="1953" y="4275"/>
                  </a:cubicBezTo>
                  <a:cubicBezTo>
                    <a:pt x="1933" y="4270"/>
                    <a:pt x="1918" y="4267"/>
                    <a:pt x="1903" y="4267"/>
                  </a:cubicBezTo>
                  <a:cubicBezTo>
                    <a:pt x="1882" y="4267"/>
                    <a:pt x="1862" y="4273"/>
                    <a:pt x="1834" y="4287"/>
                  </a:cubicBezTo>
                  <a:lnTo>
                    <a:pt x="929" y="4727"/>
                  </a:lnTo>
                  <a:lnTo>
                    <a:pt x="977" y="3715"/>
                  </a:lnTo>
                  <a:cubicBezTo>
                    <a:pt x="977" y="3668"/>
                    <a:pt x="953" y="3632"/>
                    <a:pt x="941" y="3596"/>
                  </a:cubicBezTo>
                  <a:cubicBezTo>
                    <a:pt x="393" y="2906"/>
                    <a:pt x="358" y="1953"/>
                    <a:pt x="858" y="1227"/>
                  </a:cubicBezTo>
                  <a:cubicBezTo>
                    <a:pt x="1237" y="646"/>
                    <a:pt x="1868" y="336"/>
                    <a:pt x="2512" y="336"/>
                  </a:cubicBezTo>
                  <a:cubicBezTo>
                    <a:pt x="2898" y="336"/>
                    <a:pt x="3288" y="447"/>
                    <a:pt x="3632" y="679"/>
                  </a:cubicBezTo>
                  <a:cubicBezTo>
                    <a:pt x="4037" y="941"/>
                    <a:pt x="4334" y="1358"/>
                    <a:pt x="4453" y="1822"/>
                  </a:cubicBezTo>
                  <a:cubicBezTo>
                    <a:pt x="4484" y="1893"/>
                    <a:pt x="4548" y="1947"/>
                    <a:pt x="4618" y="1947"/>
                  </a:cubicBezTo>
                  <a:cubicBezTo>
                    <a:pt x="4631" y="1947"/>
                    <a:pt x="4643" y="1945"/>
                    <a:pt x="4656" y="1941"/>
                  </a:cubicBezTo>
                  <a:cubicBezTo>
                    <a:pt x="4751" y="1906"/>
                    <a:pt x="4811" y="1822"/>
                    <a:pt x="4787" y="1727"/>
                  </a:cubicBezTo>
                  <a:cubicBezTo>
                    <a:pt x="4632" y="1179"/>
                    <a:pt x="4287" y="703"/>
                    <a:pt x="3811" y="393"/>
                  </a:cubicBezTo>
                  <a:cubicBezTo>
                    <a:pt x="3412" y="128"/>
                    <a:pt x="2961" y="0"/>
                    <a:pt x="2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9" name="Google Shape;11539;p65"/>
            <p:cNvSpPr/>
            <p:nvPr/>
          </p:nvSpPr>
          <p:spPr>
            <a:xfrm>
              <a:off x="1574328" y="2021096"/>
              <a:ext cx="28702" cy="54363"/>
            </a:xfrm>
            <a:custGeom>
              <a:avLst/>
              <a:gdLst/>
              <a:ahLst/>
              <a:cxnLst/>
              <a:rect l="l" t="t" r="r" b="b"/>
              <a:pathLst>
                <a:path w="906" h="1716" extrusionOk="0">
                  <a:moveTo>
                    <a:pt x="179" y="1"/>
                  </a:moveTo>
                  <a:cubicBezTo>
                    <a:pt x="84" y="1"/>
                    <a:pt x="12" y="84"/>
                    <a:pt x="12" y="168"/>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22" y="1715"/>
                    <a:pt x="893" y="1644"/>
                    <a:pt x="893" y="1549"/>
                  </a:cubicBezTo>
                  <a:cubicBezTo>
                    <a:pt x="905" y="1465"/>
                    <a:pt x="834" y="1394"/>
                    <a:pt x="727" y="1394"/>
                  </a:cubicBezTo>
                  <a:lnTo>
                    <a:pt x="608" y="1394"/>
                  </a:lnTo>
                  <a:lnTo>
                    <a:pt x="608" y="168"/>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0" name="Google Shape;11540;p65"/>
            <p:cNvSpPr/>
            <p:nvPr/>
          </p:nvSpPr>
          <p:spPr>
            <a:xfrm>
              <a:off x="1578098" y="2004147"/>
              <a:ext cx="15872" cy="16252"/>
            </a:xfrm>
            <a:custGeom>
              <a:avLst/>
              <a:gdLst/>
              <a:ahLst/>
              <a:cxnLst/>
              <a:rect l="l" t="t" r="r" b="b"/>
              <a:pathLst>
                <a:path w="501" h="513" extrusionOk="0">
                  <a:moveTo>
                    <a:pt x="250" y="0"/>
                  </a:moveTo>
                  <a:cubicBezTo>
                    <a:pt x="119" y="0"/>
                    <a:pt x="0" y="119"/>
                    <a:pt x="0" y="262"/>
                  </a:cubicBezTo>
                  <a:cubicBezTo>
                    <a:pt x="0" y="393"/>
                    <a:pt x="119" y="512"/>
                    <a:pt x="250" y="512"/>
                  </a:cubicBezTo>
                  <a:cubicBezTo>
                    <a:pt x="381" y="512"/>
                    <a:pt x="500" y="393"/>
                    <a:pt x="500" y="262"/>
                  </a:cubicBezTo>
                  <a:cubicBezTo>
                    <a:pt x="489" y="107"/>
                    <a:pt x="381"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65"/>
            <p:cNvSpPr/>
            <p:nvPr/>
          </p:nvSpPr>
          <p:spPr>
            <a:xfrm>
              <a:off x="1293706" y="1999997"/>
              <a:ext cx="274982" cy="316863"/>
            </a:xfrm>
            <a:custGeom>
              <a:avLst/>
              <a:gdLst/>
              <a:ahLst/>
              <a:cxnLst/>
              <a:rect l="l" t="t" r="r" b="b"/>
              <a:pathLst>
                <a:path w="8680" h="10002" extrusionOk="0">
                  <a:moveTo>
                    <a:pt x="2096" y="2655"/>
                  </a:moveTo>
                  <a:lnTo>
                    <a:pt x="2096" y="3727"/>
                  </a:lnTo>
                  <a:cubicBezTo>
                    <a:pt x="1905" y="3644"/>
                    <a:pt x="1762" y="3465"/>
                    <a:pt x="1762" y="3251"/>
                  </a:cubicBezTo>
                  <a:lnTo>
                    <a:pt x="1762" y="3132"/>
                  </a:lnTo>
                  <a:cubicBezTo>
                    <a:pt x="1762" y="2905"/>
                    <a:pt x="1893" y="2727"/>
                    <a:pt x="2096" y="2655"/>
                  </a:cubicBezTo>
                  <a:close/>
                  <a:moveTo>
                    <a:pt x="6620" y="2655"/>
                  </a:moveTo>
                  <a:cubicBezTo>
                    <a:pt x="6822" y="2727"/>
                    <a:pt x="6965" y="2905"/>
                    <a:pt x="6965" y="3132"/>
                  </a:cubicBezTo>
                  <a:lnTo>
                    <a:pt x="6965" y="3251"/>
                  </a:lnTo>
                  <a:cubicBezTo>
                    <a:pt x="6965" y="3465"/>
                    <a:pt x="6834" y="3644"/>
                    <a:pt x="6620" y="3727"/>
                  </a:cubicBezTo>
                  <a:lnTo>
                    <a:pt x="6620" y="2655"/>
                  </a:lnTo>
                  <a:close/>
                  <a:moveTo>
                    <a:pt x="6703" y="4060"/>
                  </a:moveTo>
                  <a:lnTo>
                    <a:pt x="6858" y="5394"/>
                  </a:lnTo>
                  <a:lnTo>
                    <a:pt x="6346" y="5394"/>
                  </a:lnTo>
                  <a:cubicBezTo>
                    <a:pt x="6525" y="5108"/>
                    <a:pt x="6620" y="4763"/>
                    <a:pt x="6620" y="4406"/>
                  </a:cubicBezTo>
                  <a:lnTo>
                    <a:pt x="6620" y="4084"/>
                  </a:lnTo>
                  <a:cubicBezTo>
                    <a:pt x="6656" y="4084"/>
                    <a:pt x="6668" y="4060"/>
                    <a:pt x="6703" y="4060"/>
                  </a:cubicBezTo>
                  <a:close/>
                  <a:moveTo>
                    <a:pt x="3739" y="1405"/>
                  </a:moveTo>
                  <a:cubicBezTo>
                    <a:pt x="3810" y="1643"/>
                    <a:pt x="3941" y="1953"/>
                    <a:pt x="4132" y="2251"/>
                  </a:cubicBezTo>
                  <a:cubicBezTo>
                    <a:pt x="4572" y="2870"/>
                    <a:pt x="5179" y="3227"/>
                    <a:pt x="5917" y="3274"/>
                  </a:cubicBezTo>
                  <a:lnTo>
                    <a:pt x="5917" y="3572"/>
                  </a:lnTo>
                  <a:cubicBezTo>
                    <a:pt x="5906" y="4215"/>
                    <a:pt x="5572" y="4822"/>
                    <a:pt x="5001" y="5168"/>
                  </a:cubicBezTo>
                  <a:lnTo>
                    <a:pt x="4751" y="5310"/>
                  </a:lnTo>
                  <a:cubicBezTo>
                    <a:pt x="4632" y="5382"/>
                    <a:pt x="4498" y="5418"/>
                    <a:pt x="4364" y="5418"/>
                  </a:cubicBezTo>
                  <a:cubicBezTo>
                    <a:pt x="4230" y="5418"/>
                    <a:pt x="4096" y="5382"/>
                    <a:pt x="3977" y="5310"/>
                  </a:cubicBezTo>
                  <a:lnTo>
                    <a:pt x="3727" y="5168"/>
                  </a:lnTo>
                  <a:cubicBezTo>
                    <a:pt x="3155" y="4834"/>
                    <a:pt x="2810" y="4227"/>
                    <a:pt x="2810" y="3572"/>
                  </a:cubicBezTo>
                  <a:lnTo>
                    <a:pt x="2810" y="2322"/>
                  </a:lnTo>
                  <a:cubicBezTo>
                    <a:pt x="3024" y="2239"/>
                    <a:pt x="3429" y="1977"/>
                    <a:pt x="3739" y="1405"/>
                  </a:cubicBezTo>
                  <a:close/>
                  <a:moveTo>
                    <a:pt x="5477" y="5715"/>
                  </a:moveTo>
                  <a:cubicBezTo>
                    <a:pt x="5429" y="5727"/>
                    <a:pt x="5394" y="5763"/>
                    <a:pt x="5346" y="5775"/>
                  </a:cubicBezTo>
                  <a:lnTo>
                    <a:pt x="5346" y="5715"/>
                  </a:lnTo>
                  <a:close/>
                  <a:moveTo>
                    <a:pt x="5001" y="5549"/>
                  </a:moveTo>
                  <a:lnTo>
                    <a:pt x="5001" y="5870"/>
                  </a:lnTo>
                  <a:cubicBezTo>
                    <a:pt x="4953" y="5882"/>
                    <a:pt x="4894" y="5882"/>
                    <a:pt x="4846" y="5882"/>
                  </a:cubicBezTo>
                  <a:cubicBezTo>
                    <a:pt x="4822" y="5810"/>
                    <a:pt x="4798" y="5751"/>
                    <a:pt x="4727" y="5691"/>
                  </a:cubicBezTo>
                  <a:cubicBezTo>
                    <a:pt x="4786" y="5656"/>
                    <a:pt x="4846" y="5644"/>
                    <a:pt x="4905" y="5596"/>
                  </a:cubicBezTo>
                  <a:lnTo>
                    <a:pt x="5001" y="5549"/>
                  </a:lnTo>
                  <a:close/>
                  <a:moveTo>
                    <a:pt x="4378" y="5881"/>
                  </a:moveTo>
                  <a:cubicBezTo>
                    <a:pt x="4474" y="5881"/>
                    <a:pt x="4536" y="5960"/>
                    <a:pt x="4536" y="6061"/>
                  </a:cubicBezTo>
                  <a:cubicBezTo>
                    <a:pt x="4536" y="6168"/>
                    <a:pt x="4465" y="6239"/>
                    <a:pt x="4358" y="6239"/>
                  </a:cubicBezTo>
                  <a:cubicBezTo>
                    <a:pt x="4263" y="6239"/>
                    <a:pt x="4179" y="6168"/>
                    <a:pt x="4179" y="6061"/>
                  </a:cubicBezTo>
                  <a:cubicBezTo>
                    <a:pt x="4179" y="5953"/>
                    <a:pt x="4263" y="5882"/>
                    <a:pt x="4358" y="5882"/>
                  </a:cubicBezTo>
                  <a:cubicBezTo>
                    <a:pt x="4365" y="5881"/>
                    <a:pt x="4371" y="5881"/>
                    <a:pt x="4378" y="5881"/>
                  </a:cubicBezTo>
                  <a:close/>
                  <a:moveTo>
                    <a:pt x="3703" y="5537"/>
                  </a:moveTo>
                  <a:lnTo>
                    <a:pt x="3798" y="5584"/>
                  </a:lnTo>
                  <a:lnTo>
                    <a:pt x="3977" y="5668"/>
                  </a:lnTo>
                  <a:cubicBezTo>
                    <a:pt x="3882" y="5763"/>
                    <a:pt x="3822" y="5894"/>
                    <a:pt x="3822" y="6025"/>
                  </a:cubicBezTo>
                  <a:cubicBezTo>
                    <a:pt x="3846" y="6144"/>
                    <a:pt x="3870" y="6251"/>
                    <a:pt x="3917" y="6322"/>
                  </a:cubicBezTo>
                  <a:lnTo>
                    <a:pt x="3703" y="6180"/>
                  </a:lnTo>
                  <a:lnTo>
                    <a:pt x="3703" y="5537"/>
                  </a:lnTo>
                  <a:close/>
                  <a:moveTo>
                    <a:pt x="4870" y="6203"/>
                  </a:moveTo>
                  <a:cubicBezTo>
                    <a:pt x="4882" y="6215"/>
                    <a:pt x="4897" y="6221"/>
                    <a:pt x="4914" y="6221"/>
                  </a:cubicBezTo>
                  <a:cubicBezTo>
                    <a:pt x="4932" y="6221"/>
                    <a:pt x="4953" y="6215"/>
                    <a:pt x="4977" y="6203"/>
                  </a:cubicBezTo>
                  <a:lnTo>
                    <a:pt x="4977" y="6203"/>
                  </a:lnTo>
                  <a:lnTo>
                    <a:pt x="4810" y="6322"/>
                  </a:lnTo>
                  <a:cubicBezTo>
                    <a:pt x="4834" y="6299"/>
                    <a:pt x="4846" y="6251"/>
                    <a:pt x="4870" y="6203"/>
                  </a:cubicBezTo>
                  <a:close/>
                  <a:moveTo>
                    <a:pt x="4465" y="6561"/>
                  </a:moveTo>
                  <a:lnTo>
                    <a:pt x="4358" y="6644"/>
                  </a:lnTo>
                  <a:lnTo>
                    <a:pt x="4239" y="6561"/>
                  </a:lnTo>
                  <a:lnTo>
                    <a:pt x="4239" y="6561"/>
                  </a:lnTo>
                  <a:cubicBezTo>
                    <a:pt x="4274" y="6584"/>
                    <a:pt x="4322" y="6584"/>
                    <a:pt x="4346" y="6584"/>
                  </a:cubicBezTo>
                  <a:cubicBezTo>
                    <a:pt x="4393" y="6584"/>
                    <a:pt x="4417" y="6584"/>
                    <a:pt x="4465" y="6561"/>
                  </a:cubicBezTo>
                  <a:close/>
                  <a:moveTo>
                    <a:pt x="5013" y="6596"/>
                  </a:moveTo>
                  <a:lnTo>
                    <a:pt x="5013" y="7334"/>
                  </a:lnTo>
                  <a:lnTo>
                    <a:pt x="4620" y="6882"/>
                  </a:lnTo>
                  <a:lnTo>
                    <a:pt x="5013" y="6596"/>
                  </a:lnTo>
                  <a:close/>
                  <a:moveTo>
                    <a:pt x="3727" y="6608"/>
                  </a:moveTo>
                  <a:lnTo>
                    <a:pt x="4120" y="6894"/>
                  </a:lnTo>
                  <a:lnTo>
                    <a:pt x="3727" y="7358"/>
                  </a:lnTo>
                  <a:lnTo>
                    <a:pt x="3727" y="6608"/>
                  </a:lnTo>
                  <a:close/>
                  <a:moveTo>
                    <a:pt x="4334" y="0"/>
                  </a:moveTo>
                  <a:cubicBezTo>
                    <a:pt x="3715" y="0"/>
                    <a:pt x="3143" y="226"/>
                    <a:pt x="2691" y="631"/>
                  </a:cubicBezTo>
                  <a:cubicBezTo>
                    <a:pt x="2250" y="1024"/>
                    <a:pt x="1953" y="1584"/>
                    <a:pt x="1869" y="2179"/>
                  </a:cubicBezTo>
                  <a:lnTo>
                    <a:pt x="1846" y="2370"/>
                  </a:lnTo>
                  <a:cubicBezTo>
                    <a:pt x="1560" y="2501"/>
                    <a:pt x="1369" y="2798"/>
                    <a:pt x="1369" y="3132"/>
                  </a:cubicBezTo>
                  <a:lnTo>
                    <a:pt x="1369" y="3251"/>
                  </a:lnTo>
                  <a:cubicBezTo>
                    <a:pt x="1369" y="3501"/>
                    <a:pt x="1488" y="3727"/>
                    <a:pt x="1655" y="3882"/>
                  </a:cubicBezTo>
                  <a:lnTo>
                    <a:pt x="1453" y="5537"/>
                  </a:lnTo>
                  <a:cubicBezTo>
                    <a:pt x="1453" y="5584"/>
                    <a:pt x="1476" y="5644"/>
                    <a:pt x="1500" y="5668"/>
                  </a:cubicBezTo>
                  <a:cubicBezTo>
                    <a:pt x="1536" y="5703"/>
                    <a:pt x="1572" y="5727"/>
                    <a:pt x="1631" y="5727"/>
                  </a:cubicBezTo>
                  <a:lnTo>
                    <a:pt x="3334" y="5727"/>
                  </a:lnTo>
                  <a:lnTo>
                    <a:pt x="3334" y="6168"/>
                  </a:lnTo>
                  <a:lnTo>
                    <a:pt x="1607" y="6715"/>
                  </a:lnTo>
                  <a:cubicBezTo>
                    <a:pt x="655" y="7025"/>
                    <a:pt x="0" y="7906"/>
                    <a:pt x="0" y="8918"/>
                  </a:cubicBezTo>
                  <a:lnTo>
                    <a:pt x="0" y="9835"/>
                  </a:lnTo>
                  <a:cubicBezTo>
                    <a:pt x="0" y="9930"/>
                    <a:pt x="72" y="10001"/>
                    <a:pt x="167" y="10001"/>
                  </a:cubicBezTo>
                  <a:lnTo>
                    <a:pt x="2262" y="10001"/>
                  </a:lnTo>
                  <a:cubicBezTo>
                    <a:pt x="2346" y="10001"/>
                    <a:pt x="2429" y="9930"/>
                    <a:pt x="2429" y="9835"/>
                  </a:cubicBezTo>
                  <a:cubicBezTo>
                    <a:pt x="2429" y="9751"/>
                    <a:pt x="2346" y="9680"/>
                    <a:pt x="2262" y="9680"/>
                  </a:cubicBezTo>
                  <a:lnTo>
                    <a:pt x="322" y="9680"/>
                  </a:lnTo>
                  <a:lnTo>
                    <a:pt x="322" y="8930"/>
                  </a:lnTo>
                  <a:cubicBezTo>
                    <a:pt x="322" y="8073"/>
                    <a:pt x="881" y="7323"/>
                    <a:pt x="1691" y="7061"/>
                  </a:cubicBezTo>
                  <a:lnTo>
                    <a:pt x="3322" y="6537"/>
                  </a:lnTo>
                  <a:lnTo>
                    <a:pt x="3322" y="7835"/>
                  </a:lnTo>
                  <a:cubicBezTo>
                    <a:pt x="3322" y="7906"/>
                    <a:pt x="3358" y="7966"/>
                    <a:pt x="3417" y="7989"/>
                  </a:cubicBezTo>
                  <a:cubicBezTo>
                    <a:pt x="3441" y="7989"/>
                    <a:pt x="3465" y="8013"/>
                    <a:pt x="3477" y="8013"/>
                  </a:cubicBezTo>
                  <a:cubicBezTo>
                    <a:pt x="3524" y="8013"/>
                    <a:pt x="3584" y="7989"/>
                    <a:pt x="3620" y="7954"/>
                  </a:cubicBezTo>
                  <a:lnTo>
                    <a:pt x="4298" y="7144"/>
                  </a:lnTo>
                  <a:lnTo>
                    <a:pt x="4989" y="7954"/>
                  </a:lnTo>
                  <a:cubicBezTo>
                    <a:pt x="5013" y="7989"/>
                    <a:pt x="5060" y="8013"/>
                    <a:pt x="5120" y="8013"/>
                  </a:cubicBezTo>
                  <a:cubicBezTo>
                    <a:pt x="5132" y="8013"/>
                    <a:pt x="5167" y="8013"/>
                    <a:pt x="5179" y="7989"/>
                  </a:cubicBezTo>
                  <a:cubicBezTo>
                    <a:pt x="5251" y="7966"/>
                    <a:pt x="5286" y="7906"/>
                    <a:pt x="5286" y="7835"/>
                  </a:cubicBezTo>
                  <a:lnTo>
                    <a:pt x="5286" y="6537"/>
                  </a:lnTo>
                  <a:lnTo>
                    <a:pt x="6906" y="7061"/>
                  </a:lnTo>
                  <a:cubicBezTo>
                    <a:pt x="7727" y="7323"/>
                    <a:pt x="8275" y="8073"/>
                    <a:pt x="8275" y="8930"/>
                  </a:cubicBezTo>
                  <a:lnTo>
                    <a:pt x="8275" y="9680"/>
                  </a:lnTo>
                  <a:lnTo>
                    <a:pt x="2917" y="9680"/>
                  </a:lnTo>
                  <a:cubicBezTo>
                    <a:pt x="2822" y="9680"/>
                    <a:pt x="2750" y="9751"/>
                    <a:pt x="2750" y="9835"/>
                  </a:cubicBezTo>
                  <a:cubicBezTo>
                    <a:pt x="2750" y="9930"/>
                    <a:pt x="2822" y="10001"/>
                    <a:pt x="2917" y="10001"/>
                  </a:cubicBezTo>
                  <a:lnTo>
                    <a:pt x="8513" y="10001"/>
                  </a:lnTo>
                  <a:cubicBezTo>
                    <a:pt x="8608" y="10001"/>
                    <a:pt x="8680" y="9930"/>
                    <a:pt x="8680" y="9835"/>
                  </a:cubicBezTo>
                  <a:lnTo>
                    <a:pt x="8680" y="8918"/>
                  </a:lnTo>
                  <a:cubicBezTo>
                    <a:pt x="8680" y="7906"/>
                    <a:pt x="8037" y="7013"/>
                    <a:pt x="7072" y="6715"/>
                  </a:cubicBezTo>
                  <a:lnTo>
                    <a:pt x="5346" y="6168"/>
                  </a:lnTo>
                  <a:lnTo>
                    <a:pt x="5346" y="6144"/>
                  </a:lnTo>
                  <a:cubicBezTo>
                    <a:pt x="5608" y="6061"/>
                    <a:pt x="5846" y="5930"/>
                    <a:pt x="6060" y="5727"/>
                  </a:cubicBezTo>
                  <a:lnTo>
                    <a:pt x="7037" y="5727"/>
                  </a:lnTo>
                  <a:cubicBezTo>
                    <a:pt x="7084" y="5727"/>
                    <a:pt x="7132" y="5715"/>
                    <a:pt x="7180" y="5668"/>
                  </a:cubicBezTo>
                  <a:cubicBezTo>
                    <a:pt x="7203" y="5644"/>
                    <a:pt x="7215" y="5584"/>
                    <a:pt x="7215" y="5537"/>
                  </a:cubicBezTo>
                  <a:lnTo>
                    <a:pt x="7025" y="3882"/>
                  </a:lnTo>
                  <a:cubicBezTo>
                    <a:pt x="7203" y="3739"/>
                    <a:pt x="7311" y="3501"/>
                    <a:pt x="7311" y="3251"/>
                  </a:cubicBezTo>
                  <a:lnTo>
                    <a:pt x="7311" y="3132"/>
                  </a:lnTo>
                  <a:cubicBezTo>
                    <a:pt x="7311" y="2798"/>
                    <a:pt x="7108" y="2501"/>
                    <a:pt x="6834" y="2370"/>
                  </a:cubicBezTo>
                  <a:lnTo>
                    <a:pt x="6799" y="2179"/>
                  </a:lnTo>
                  <a:cubicBezTo>
                    <a:pt x="6727" y="1548"/>
                    <a:pt x="6418" y="988"/>
                    <a:pt x="5941" y="584"/>
                  </a:cubicBezTo>
                  <a:cubicBezTo>
                    <a:pt x="5909" y="557"/>
                    <a:pt x="5870" y="545"/>
                    <a:pt x="5831" y="545"/>
                  </a:cubicBezTo>
                  <a:cubicBezTo>
                    <a:pt x="5783" y="545"/>
                    <a:pt x="5736" y="563"/>
                    <a:pt x="5703" y="596"/>
                  </a:cubicBezTo>
                  <a:cubicBezTo>
                    <a:pt x="5644" y="667"/>
                    <a:pt x="5656" y="774"/>
                    <a:pt x="5715" y="834"/>
                  </a:cubicBezTo>
                  <a:cubicBezTo>
                    <a:pt x="6132" y="1179"/>
                    <a:pt x="6382" y="1667"/>
                    <a:pt x="6465" y="2203"/>
                  </a:cubicBezTo>
                  <a:lnTo>
                    <a:pt x="6465" y="2262"/>
                  </a:lnTo>
                  <a:lnTo>
                    <a:pt x="6429" y="2262"/>
                  </a:lnTo>
                  <a:cubicBezTo>
                    <a:pt x="6334" y="2262"/>
                    <a:pt x="6263" y="2334"/>
                    <a:pt x="6263" y="2429"/>
                  </a:cubicBezTo>
                  <a:lnTo>
                    <a:pt x="6263" y="3905"/>
                  </a:lnTo>
                  <a:lnTo>
                    <a:pt x="6263" y="3917"/>
                  </a:lnTo>
                  <a:lnTo>
                    <a:pt x="6263" y="3929"/>
                  </a:lnTo>
                  <a:lnTo>
                    <a:pt x="6263" y="4382"/>
                  </a:lnTo>
                  <a:cubicBezTo>
                    <a:pt x="6263" y="4751"/>
                    <a:pt x="6132" y="5096"/>
                    <a:pt x="5894" y="5358"/>
                  </a:cubicBezTo>
                  <a:lnTo>
                    <a:pt x="5322" y="5358"/>
                  </a:lnTo>
                  <a:lnTo>
                    <a:pt x="5322" y="5310"/>
                  </a:lnTo>
                  <a:cubicBezTo>
                    <a:pt x="5894" y="4894"/>
                    <a:pt x="6239" y="4239"/>
                    <a:pt x="6239" y="3524"/>
                  </a:cubicBezTo>
                  <a:lnTo>
                    <a:pt x="6239" y="3072"/>
                  </a:lnTo>
                  <a:cubicBezTo>
                    <a:pt x="6239" y="2977"/>
                    <a:pt x="6168" y="2905"/>
                    <a:pt x="6072" y="2905"/>
                  </a:cubicBezTo>
                  <a:cubicBezTo>
                    <a:pt x="4596" y="2905"/>
                    <a:pt x="4096" y="1619"/>
                    <a:pt x="3929" y="869"/>
                  </a:cubicBezTo>
                  <a:cubicBezTo>
                    <a:pt x="3929" y="846"/>
                    <a:pt x="3917" y="834"/>
                    <a:pt x="3917" y="822"/>
                  </a:cubicBezTo>
                  <a:cubicBezTo>
                    <a:pt x="3889" y="720"/>
                    <a:pt x="3811" y="683"/>
                    <a:pt x="3755" y="683"/>
                  </a:cubicBezTo>
                  <a:cubicBezTo>
                    <a:pt x="3739" y="683"/>
                    <a:pt x="3725" y="686"/>
                    <a:pt x="3715" y="691"/>
                  </a:cubicBezTo>
                  <a:cubicBezTo>
                    <a:pt x="3655" y="703"/>
                    <a:pt x="3596" y="750"/>
                    <a:pt x="3584" y="810"/>
                  </a:cubicBezTo>
                  <a:cubicBezTo>
                    <a:pt x="3310" y="1679"/>
                    <a:pt x="2750" y="1953"/>
                    <a:pt x="2608" y="2012"/>
                  </a:cubicBezTo>
                  <a:cubicBezTo>
                    <a:pt x="2512" y="2012"/>
                    <a:pt x="2441" y="2084"/>
                    <a:pt x="2441" y="2179"/>
                  </a:cubicBezTo>
                  <a:lnTo>
                    <a:pt x="2441" y="3548"/>
                  </a:lnTo>
                  <a:cubicBezTo>
                    <a:pt x="2441" y="4239"/>
                    <a:pt x="2786" y="4918"/>
                    <a:pt x="3346" y="5334"/>
                  </a:cubicBezTo>
                  <a:lnTo>
                    <a:pt x="3346" y="5370"/>
                  </a:lnTo>
                  <a:lnTo>
                    <a:pt x="1846" y="5370"/>
                  </a:lnTo>
                  <a:lnTo>
                    <a:pt x="2012" y="4048"/>
                  </a:lnTo>
                  <a:cubicBezTo>
                    <a:pt x="2084" y="4060"/>
                    <a:pt x="2155" y="4084"/>
                    <a:pt x="2250" y="4084"/>
                  </a:cubicBezTo>
                  <a:cubicBezTo>
                    <a:pt x="2334" y="4084"/>
                    <a:pt x="2417" y="4001"/>
                    <a:pt x="2417" y="3917"/>
                  </a:cubicBezTo>
                  <a:lnTo>
                    <a:pt x="2417" y="2441"/>
                  </a:lnTo>
                  <a:cubicBezTo>
                    <a:pt x="2417" y="2358"/>
                    <a:pt x="2334" y="2274"/>
                    <a:pt x="2250" y="2274"/>
                  </a:cubicBezTo>
                  <a:lnTo>
                    <a:pt x="2215" y="2274"/>
                  </a:lnTo>
                  <a:lnTo>
                    <a:pt x="2215" y="2215"/>
                  </a:lnTo>
                  <a:cubicBezTo>
                    <a:pt x="2274" y="1703"/>
                    <a:pt x="2536" y="1227"/>
                    <a:pt x="2917" y="881"/>
                  </a:cubicBezTo>
                  <a:cubicBezTo>
                    <a:pt x="3310" y="536"/>
                    <a:pt x="3810" y="346"/>
                    <a:pt x="4334" y="346"/>
                  </a:cubicBezTo>
                  <a:cubicBezTo>
                    <a:pt x="4608" y="346"/>
                    <a:pt x="4894" y="405"/>
                    <a:pt x="5167" y="512"/>
                  </a:cubicBezTo>
                  <a:cubicBezTo>
                    <a:pt x="5187" y="518"/>
                    <a:pt x="5208" y="521"/>
                    <a:pt x="5229" y="521"/>
                  </a:cubicBezTo>
                  <a:cubicBezTo>
                    <a:pt x="5297" y="521"/>
                    <a:pt x="5366" y="490"/>
                    <a:pt x="5394" y="417"/>
                  </a:cubicBezTo>
                  <a:cubicBezTo>
                    <a:pt x="5417" y="334"/>
                    <a:pt x="5394" y="226"/>
                    <a:pt x="5298" y="191"/>
                  </a:cubicBezTo>
                  <a:cubicBezTo>
                    <a:pt x="4989" y="60"/>
                    <a:pt x="4679" y="0"/>
                    <a:pt x="4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65"/>
            <p:cNvSpPr/>
            <p:nvPr/>
          </p:nvSpPr>
          <p:spPr>
            <a:xfrm>
              <a:off x="1426826" y="2243648"/>
              <a:ext cx="10233" cy="11341"/>
            </a:xfrm>
            <a:custGeom>
              <a:avLst/>
              <a:gdLst/>
              <a:ahLst/>
              <a:cxnLst/>
              <a:rect l="l" t="t" r="r" b="b"/>
              <a:pathLst>
                <a:path w="323" h="358" extrusionOk="0">
                  <a:moveTo>
                    <a:pt x="156" y="1"/>
                  </a:moveTo>
                  <a:cubicBezTo>
                    <a:pt x="72" y="1"/>
                    <a:pt x="1" y="84"/>
                    <a:pt x="1" y="167"/>
                  </a:cubicBezTo>
                  <a:lnTo>
                    <a:pt x="1" y="203"/>
                  </a:lnTo>
                  <a:cubicBezTo>
                    <a:pt x="1" y="286"/>
                    <a:pt x="72" y="358"/>
                    <a:pt x="156" y="358"/>
                  </a:cubicBezTo>
                  <a:cubicBezTo>
                    <a:pt x="251" y="358"/>
                    <a:pt x="322" y="286"/>
                    <a:pt x="322" y="203"/>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65"/>
            <p:cNvSpPr/>
            <p:nvPr/>
          </p:nvSpPr>
          <p:spPr>
            <a:xfrm>
              <a:off x="1426826" y="2262149"/>
              <a:ext cx="10233" cy="11341"/>
            </a:xfrm>
            <a:custGeom>
              <a:avLst/>
              <a:gdLst/>
              <a:ahLst/>
              <a:cxnLst/>
              <a:rect l="l" t="t" r="r" b="b"/>
              <a:pathLst>
                <a:path w="323" h="358" extrusionOk="0">
                  <a:moveTo>
                    <a:pt x="156" y="0"/>
                  </a:moveTo>
                  <a:cubicBezTo>
                    <a:pt x="72" y="0"/>
                    <a:pt x="1" y="72"/>
                    <a:pt x="1" y="167"/>
                  </a:cubicBezTo>
                  <a:lnTo>
                    <a:pt x="1" y="191"/>
                  </a:lnTo>
                  <a:cubicBezTo>
                    <a:pt x="1" y="286"/>
                    <a:pt x="72" y="357"/>
                    <a:pt x="156" y="357"/>
                  </a:cubicBezTo>
                  <a:cubicBezTo>
                    <a:pt x="251" y="357"/>
                    <a:pt x="322" y="286"/>
                    <a:pt x="322" y="191"/>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65"/>
            <p:cNvSpPr/>
            <p:nvPr/>
          </p:nvSpPr>
          <p:spPr>
            <a:xfrm>
              <a:off x="1471336" y="2261389"/>
              <a:ext cx="63804" cy="30571"/>
            </a:xfrm>
            <a:custGeom>
              <a:avLst/>
              <a:gdLst/>
              <a:ahLst/>
              <a:cxnLst/>
              <a:rect l="l" t="t" r="r" b="b"/>
              <a:pathLst>
                <a:path w="2014" h="965" extrusionOk="0">
                  <a:moveTo>
                    <a:pt x="1596" y="322"/>
                  </a:moveTo>
                  <a:cubicBezTo>
                    <a:pt x="1644" y="322"/>
                    <a:pt x="1668" y="346"/>
                    <a:pt x="1668" y="393"/>
                  </a:cubicBezTo>
                  <a:lnTo>
                    <a:pt x="1668" y="560"/>
                  </a:lnTo>
                  <a:cubicBezTo>
                    <a:pt x="1668" y="607"/>
                    <a:pt x="1644" y="631"/>
                    <a:pt x="1596" y="631"/>
                  </a:cubicBezTo>
                  <a:lnTo>
                    <a:pt x="394" y="631"/>
                  </a:lnTo>
                  <a:cubicBezTo>
                    <a:pt x="346" y="631"/>
                    <a:pt x="310" y="607"/>
                    <a:pt x="310" y="560"/>
                  </a:cubicBezTo>
                  <a:lnTo>
                    <a:pt x="310" y="393"/>
                  </a:lnTo>
                  <a:cubicBezTo>
                    <a:pt x="310" y="346"/>
                    <a:pt x="346" y="322"/>
                    <a:pt x="394" y="322"/>
                  </a:cubicBezTo>
                  <a:close/>
                  <a:moveTo>
                    <a:pt x="406" y="0"/>
                  </a:moveTo>
                  <a:cubicBezTo>
                    <a:pt x="180" y="0"/>
                    <a:pt x="1" y="179"/>
                    <a:pt x="1" y="393"/>
                  </a:cubicBezTo>
                  <a:lnTo>
                    <a:pt x="1" y="560"/>
                  </a:lnTo>
                  <a:cubicBezTo>
                    <a:pt x="1" y="786"/>
                    <a:pt x="180" y="965"/>
                    <a:pt x="406" y="965"/>
                  </a:cubicBezTo>
                  <a:lnTo>
                    <a:pt x="1608" y="965"/>
                  </a:lnTo>
                  <a:cubicBezTo>
                    <a:pt x="1834" y="965"/>
                    <a:pt x="2013" y="786"/>
                    <a:pt x="2013" y="560"/>
                  </a:cubicBezTo>
                  <a:lnTo>
                    <a:pt x="2013" y="393"/>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65"/>
            <p:cNvSpPr/>
            <p:nvPr/>
          </p:nvSpPr>
          <p:spPr>
            <a:xfrm>
              <a:off x="1420807" y="2092788"/>
              <a:ext cx="22271" cy="36971"/>
            </a:xfrm>
            <a:custGeom>
              <a:avLst/>
              <a:gdLst/>
              <a:ahLst/>
              <a:cxnLst/>
              <a:rect l="l" t="t" r="r" b="b"/>
              <a:pathLst>
                <a:path w="703" h="1167" extrusionOk="0">
                  <a:moveTo>
                    <a:pt x="167" y="0"/>
                  </a:moveTo>
                  <a:cubicBezTo>
                    <a:pt x="84" y="0"/>
                    <a:pt x="0" y="84"/>
                    <a:pt x="0" y="167"/>
                  </a:cubicBezTo>
                  <a:lnTo>
                    <a:pt x="0" y="1000"/>
                  </a:lnTo>
                  <a:cubicBezTo>
                    <a:pt x="0" y="1096"/>
                    <a:pt x="84" y="1167"/>
                    <a:pt x="167" y="1167"/>
                  </a:cubicBezTo>
                  <a:lnTo>
                    <a:pt x="536" y="1167"/>
                  </a:lnTo>
                  <a:cubicBezTo>
                    <a:pt x="632" y="1167"/>
                    <a:pt x="703" y="1096"/>
                    <a:pt x="703" y="1000"/>
                  </a:cubicBezTo>
                  <a:cubicBezTo>
                    <a:pt x="703" y="893"/>
                    <a:pt x="620" y="822"/>
                    <a:pt x="524" y="822"/>
                  </a:cubicBezTo>
                  <a:lnTo>
                    <a:pt x="334" y="822"/>
                  </a:ln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6" name="Google Shape;11546;p65"/>
          <p:cNvGrpSpPr/>
          <p:nvPr/>
        </p:nvGrpSpPr>
        <p:grpSpPr>
          <a:xfrm>
            <a:off x="3967213" y="1800077"/>
            <a:ext cx="368185" cy="331816"/>
            <a:chOff x="3967213" y="1975477"/>
            <a:chExt cx="368185" cy="331816"/>
          </a:xfrm>
        </p:grpSpPr>
        <p:sp>
          <p:nvSpPr>
            <p:cNvPr id="11547" name="Google Shape;11547;p65"/>
            <p:cNvSpPr/>
            <p:nvPr/>
          </p:nvSpPr>
          <p:spPr>
            <a:xfrm>
              <a:off x="3967213" y="1975477"/>
              <a:ext cx="368185" cy="331816"/>
            </a:xfrm>
            <a:custGeom>
              <a:avLst/>
              <a:gdLst/>
              <a:ahLst/>
              <a:cxnLst/>
              <a:rect l="l" t="t" r="r" b="b"/>
              <a:pathLst>
                <a:path w="11622" h="10474" extrusionOk="0">
                  <a:moveTo>
                    <a:pt x="9026" y="0"/>
                  </a:moveTo>
                  <a:cubicBezTo>
                    <a:pt x="7585" y="0"/>
                    <a:pt x="6430" y="1179"/>
                    <a:pt x="6430" y="2608"/>
                  </a:cubicBezTo>
                  <a:cubicBezTo>
                    <a:pt x="6430" y="3072"/>
                    <a:pt x="6549" y="3513"/>
                    <a:pt x="6763" y="3882"/>
                  </a:cubicBezTo>
                  <a:lnTo>
                    <a:pt x="5680" y="3882"/>
                  </a:lnTo>
                  <a:cubicBezTo>
                    <a:pt x="5597" y="3882"/>
                    <a:pt x="5513" y="3965"/>
                    <a:pt x="5513" y="4048"/>
                  </a:cubicBezTo>
                  <a:cubicBezTo>
                    <a:pt x="5513" y="4144"/>
                    <a:pt x="5597" y="4215"/>
                    <a:pt x="5680" y="4215"/>
                  </a:cubicBezTo>
                  <a:lnTo>
                    <a:pt x="6978" y="4215"/>
                  </a:lnTo>
                  <a:cubicBezTo>
                    <a:pt x="7454" y="4810"/>
                    <a:pt x="8192" y="5191"/>
                    <a:pt x="9014" y="5191"/>
                  </a:cubicBezTo>
                  <a:cubicBezTo>
                    <a:pt x="9180" y="5191"/>
                    <a:pt x="9359" y="5180"/>
                    <a:pt x="9502" y="5156"/>
                  </a:cubicBezTo>
                  <a:lnTo>
                    <a:pt x="9502" y="5775"/>
                  </a:lnTo>
                  <a:lnTo>
                    <a:pt x="977" y="5775"/>
                  </a:lnTo>
                  <a:cubicBezTo>
                    <a:pt x="905" y="5775"/>
                    <a:pt x="834" y="5834"/>
                    <a:pt x="810" y="5906"/>
                  </a:cubicBezTo>
                  <a:lnTo>
                    <a:pt x="322" y="8466"/>
                  </a:lnTo>
                  <a:lnTo>
                    <a:pt x="322" y="2965"/>
                  </a:lnTo>
                  <a:lnTo>
                    <a:pt x="2691" y="2965"/>
                  </a:lnTo>
                  <a:lnTo>
                    <a:pt x="3882" y="4156"/>
                  </a:lnTo>
                  <a:cubicBezTo>
                    <a:pt x="3906" y="4179"/>
                    <a:pt x="3953" y="4203"/>
                    <a:pt x="4001" y="4203"/>
                  </a:cubicBezTo>
                  <a:lnTo>
                    <a:pt x="5001" y="4203"/>
                  </a:lnTo>
                  <a:cubicBezTo>
                    <a:pt x="5085" y="4203"/>
                    <a:pt x="5156" y="4120"/>
                    <a:pt x="5156" y="4037"/>
                  </a:cubicBezTo>
                  <a:cubicBezTo>
                    <a:pt x="5156" y="3941"/>
                    <a:pt x="5085" y="3870"/>
                    <a:pt x="5001" y="3870"/>
                  </a:cubicBezTo>
                  <a:lnTo>
                    <a:pt x="4073" y="3870"/>
                  </a:lnTo>
                  <a:lnTo>
                    <a:pt x="2882" y="2679"/>
                  </a:lnTo>
                  <a:cubicBezTo>
                    <a:pt x="2858" y="2655"/>
                    <a:pt x="2810" y="2632"/>
                    <a:pt x="2763" y="2632"/>
                  </a:cubicBezTo>
                  <a:lnTo>
                    <a:pt x="155" y="2632"/>
                  </a:lnTo>
                  <a:cubicBezTo>
                    <a:pt x="72" y="2632"/>
                    <a:pt x="1" y="2715"/>
                    <a:pt x="1" y="2798"/>
                  </a:cubicBezTo>
                  <a:lnTo>
                    <a:pt x="1" y="10299"/>
                  </a:lnTo>
                  <a:cubicBezTo>
                    <a:pt x="1" y="10457"/>
                    <a:pt x="121" y="10466"/>
                    <a:pt x="248" y="10466"/>
                  </a:cubicBezTo>
                  <a:cubicBezTo>
                    <a:pt x="264" y="10466"/>
                    <a:pt x="281" y="10466"/>
                    <a:pt x="298" y="10466"/>
                  </a:cubicBezTo>
                  <a:cubicBezTo>
                    <a:pt x="414" y="10466"/>
                    <a:pt x="3457" y="10474"/>
                    <a:pt x="6062" y="10474"/>
                  </a:cubicBezTo>
                  <a:cubicBezTo>
                    <a:pt x="8016" y="10474"/>
                    <a:pt x="9723" y="10469"/>
                    <a:pt x="9764" y="10454"/>
                  </a:cubicBezTo>
                  <a:cubicBezTo>
                    <a:pt x="9799" y="10418"/>
                    <a:pt x="9847" y="10371"/>
                    <a:pt x="9859" y="10335"/>
                  </a:cubicBezTo>
                  <a:lnTo>
                    <a:pt x="10192" y="8609"/>
                  </a:lnTo>
                  <a:cubicBezTo>
                    <a:pt x="10204" y="8513"/>
                    <a:pt x="10145" y="8430"/>
                    <a:pt x="10061" y="8406"/>
                  </a:cubicBezTo>
                  <a:cubicBezTo>
                    <a:pt x="10053" y="8405"/>
                    <a:pt x="10045" y="8405"/>
                    <a:pt x="10037" y="8405"/>
                  </a:cubicBezTo>
                  <a:cubicBezTo>
                    <a:pt x="9952" y="8405"/>
                    <a:pt x="9881" y="8461"/>
                    <a:pt x="9859" y="8537"/>
                  </a:cubicBezTo>
                  <a:lnTo>
                    <a:pt x="9561" y="10121"/>
                  </a:lnTo>
                  <a:lnTo>
                    <a:pt x="393" y="10121"/>
                  </a:lnTo>
                  <a:lnTo>
                    <a:pt x="1155" y="6132"/>
                  </a:lnTo>
                  <a:lnTo>
                    <a:pt x="10335" y="6132"/>
                  </a:lnTo>
                  <a:lnTo>
                    <a:pt x="10014" y="7870"/>
                  </a:lnTo>
                  <a:cubicBezTo>
                    <a:pt x="10002" y="7966"/>
                    <a:pt x="10061" y="8049"/>
                    <a:pt x="10145" y="8061"/>
                  </a:cubicBezTo>
                  <a:cubicBezTo>
                    <a:pt x="10159" y="8064"/>
                    <a:pt x="10173" y="8066"/>
                    <a:pt x="10186" y="8066"/>
                  </a:cubicBezTo>
                  <a:cubicBezTo>
                    <a:pt x="10263" y="8066"/>
                    <a:pt x="10325" y="8011"/>
                    <a:pt x="10335" y="7930"/>
                  </a:cubicBezTo>
                  <a:lnTo>
                    <a:pt x="10716" y="6001"/>
                  </a:lnTo>
                  <a:cubicBezTo>
                    <a:pt x="10728" y="5953"/>
                    <a:pt x="10716" y="5894"/>
                    <a:pt x="10680" y="5870"/>
                  </a:cubicBezTo>
                  <a:cubicBezTo>
                    <a:pt x="10657" y="5822"/>
                    <a:pt x="10609" y="5811"/>
                    <a:pt x="10550" y="5811"/>
                  </a:cubicBezTo>
                  <a:lnTo>
                    <a:pt x="9847" y="5811"/>
                  </a:lnTo>
                  <a:lnTo>
                    <a:pt x="9847" y="5096"/>
                  </a:lnTo>
                  <a:cubicBezTo>
                    <a:pt x="10776" y="4775"/>
                    <a:pt x="11466" y="3965"/>
                    <a:pt x="11585" y="2965"/>
                  </a:cubicBezTo>
                  <a:cubicBezTo>
                    <a:pt x="11609" y="2858"/>
                    <a:pt x="11550" y="2774"/>
                    <a:pt x="11454" y="2751"/>
                  </a:cubicBezTo>
                  <a:cubicBezTo>
                    <a:pt x="11448" y="2750"/>
                    <a:pt x="11442" y="2749"/>
                    <a:pt x="11436" y="2749"/>
                  </a:cubicBezTo>
                  <a:cubicBezTo>
                    <a:pt x="11358" y="2749"/>
                    <a:pt x="11275" y="2817"/>
                    <a:pt x="11264" y="2905"/>
                  </a:cubicBezTo>
                  <a:cubicBezTo>
                    <a:pt x="11109" y="4025"/>
                    <a:pt x="10145" y="4870"/>
                    <a:pt x="9014" y="4870"/>
                  </a:cubicBezTo>
                  <a:cubicBezTo>
                    <a:pt x="7763" y="4870"/>
                    <a:pt x="6751" y="3858"/>
                    <a:pt x="6751" y="2608"/>
                  </a:cubicBezTo>
                  <a:cubicBezTo>
                    <a:pt x="6751" y="1358"/>
                    <a:pt x="7763" y="346"/>
                    <a:pt x="9014" y="346"/>
                  </a:cubicBezTo>
                  <a:cubicBezTo>
                    <a:pt x="10133" y="346"/>
                    <a:pt x="11097" y="1179"/>
                    <a:pt x="11264" y="2274"/>
                  </a:cubicBezTo>
                  <a:cubicBezTo>
                    <a:pt x="11275" y="2363"/>
                    <a:pt x="11358" y="2431"/>
                    <a:pt x="11436" y="2431"/>
                  </a:cubicBezTo>
                  <a:cubicBezTo>
                    <a:pt x="11442" y="2431"/>
                    <a:pt x="11448" y="2430"/>
                    <a:pt x="11454" y="2429"/>
                  </a:cubicBezTo>
                  <a:cubicBezTo>
                    <a:pt x="11550" y="2417"/>
                    <a:pt x="11621" y="2322"/>
                    <a:pt x="11609" y="2239"/>
                  </a:cubicBezTo>
                  <a:cubicBezTo>
                    <a:pt x="11514" y="1620"/>
                    <a:pt x="11204" y="1060"/>
                    <a:pt x="10740" y="643"/>
                  </a:cubicBezTo>
                  <a:cubicBezTo>
                    <a:pt x="10264" y="227"/>
                    <a:pt x="9657" y="0"/>
                    <a:pt x="9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65"/>
            <p:cNvSpPr/>
            <p:nvPr/>
          </p:nvSpPr>
          <p:spPr>
            <a:xfrm>
              <a:off x="4237665" y="2034307"/>
              <a:ext cx="32092" cy="63772"/>
            </a:xfrm>
            <a:custGeom>
              <a:avLst/>
              <a:gdLst/>
              <a:ahLst/>
              <a:cxnLst/>
              <a:rect l="l" t="t" r="r" b="b"/>
              <a:pathLst>
                <a:path w="1013" h="2013" extrusionOk="0">
                  <a:moveTo>
                    <a:pt x="179" y="1"/>
                  </a:moveTo>
                  <a:cubicBezTo>
                    <a:pt x="84" y="1"/>
                    <a:pt x="12" y="72"/>
                    <a:pt x="12" y="167"/>
                  </a:cubicBezTo>
                  <a:cubicBezTo>
                    <a:pt x="12" y="263"/>
                    <a:pt x="84" y="334"/>
                    <a:pt x="179" y="334"/>
                  </a:cubicBezTo>
                  <a:lnTo>
                    <a:pt x="322" y="334"/>
                  </a:lnTo>
                  <a:lnTo>
                    <a:pt x="322" y="1691"/>
                  </a:lnTo>
                  <a:lnTo>
                    <a:pt x="167" y="1691"/>
                  </a:lnTo>
                  <a:cubicBezTo>
                    <a:pt x="72" y="1691"/>
                    <a:pt x="0" y="1763"/>
                    <a:pt x="0" y="1846"/>
                  </a:cubicBezTo>
                  <a:cubicBezTo>
                    <a:pt x="0" y="1941"/>
                    <a:pt x="72" y="2013"/>
                    <a:pt x="167" y="2013"/>
                  </a:cubicBezTo>
                  <a:lnTo>
                    <a:pt x="846" y="2013"/>
                  </a:lnTo>
                  <a:cubicBezTo>
                    <a:pt x="941" y="2013"/>
                    <a:pt x="1012" y="1941"/>
                    <a:pt x="1012" y="1846"/>
                  </a:cubicBezTo>
                  <a:cubicBezTo>
                    <a:pt x="1012" y="1775"/>
                    <a:pt x="941" y="1703"/>
                    <a:pt x="846" y="1703"/>
                  </a:cubicBezTo>
                  <a:lnTo>
                    <a:pt x="667" y="1703"/>
                  </a:lnTo>
                  <a:lnTo>
                    <a:pt x="667" y="167"/>
                  </a:ln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65"/>
            <p:cNvSpPr/>
            <p:nvPr/>
          </p:nvSpPr>
          <p:spPr>
            <a:xfrm>
              <a:off x="4241815" y="2014317"/>
              <a:ext cx="17012" cy="17012"/>
            </a:xfrm>
            <a:custGeom>
              <a:avLst/>
              <a:gdLst/>
              <a:ahLst/>
              <a:cxnLst/>
              <a:rect l="l" t="t" r="r" b="b"/>
              <a:pathLst>
                <a:path w="537" h="537" extrusionOk="0">
                  <a:moveTo>
                    <a:pt x="274" y="1"/>
                  </a:moveTo>
                  <a:cubicBezTo>
                    <a:pt x="119" y="1"/>
                    <a:pt x="0" y="120"/>
                    <a:pt x="0" y="263"/>
                  </a:cubicBezTo>
                  <a:cubicBezTo>
                    <a:pt x="0" y="417"/>
                    <a:pt x="119" y="536"/>
                    <a:pt x="274" y="536"/>
                  </a:cubicBezTo>
                  <a:cubicBezTo>
                    <a:pt x="417" y="536"/>
                    <a:pt x="536" y="417"/>
                    <a:pt x="536" y="263"/>
                  </a:cubicBezTo>
                  <a:cubicBezTo>
                    <a:pt x="536" y="120"/>
                    <a:pt x="417"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0" name="Google Shape;11550;p65"/>
          <p:cNvGrpSpPr/>
          <p:nvPr/>
        </p:nvGrpSpPr>
        <p:grpSpPr>
          <a:xfrm>
            <a:off x="8047661" y="1793646"/>
            <a:ext cx="279132" cy="356875"/>
            <a:chOff x="8047661" y="1969046"/>
            <a:chExt cx="279132" cy="356875"/>
          </a:xfrm>
        </p:grpSpPr>
        <p:sp>
          <p:nvSpPr>
            <p:cNvPr id="11551" name="Google Shape;11551;p65"/>
            <p:cNvSpPr/>
            <p:nvPr/>
          </p:nvSpPr>
          <p:spPr>
            <a:xfrm>
              <a:off x="8169502" y="2126115"/>
              <a:ext cx="33961" cy="15713"/>
            </a:xfrm>
            <a:custGeom>
              <a:avLst/>
              <a:gdLst/>
              <a:ahLst/>
              <a:cxnLst/>
              <a:rect l="l" t="t" r="r" b="b"/>
              <a:pathLst>
                <a:path w="1072" h="496" extrusionOk="0">
                  <a:moveTo>
                    <a:pt x="175" y="0"/>
                  </a:moveTo>
                  <a:cubicBezTo>
                    <a:pt x="145" y="0"/>
                    <a:pt x="113" y="7"/>
                    <a:pt x="83" y="20"/>
                  </a:cubicBezTo>
                  <a:cubicBezTo>
                    <a:pt x="12" y="67"/>
                    <a:pt x="0" y="175"/>
                    <a:pt x="48" y="246"/>
                  </a:cubicBezTo>
                  <a:cubicBezTo>
                    <a:pt x="143" y="413"/>
                    <a:pt x="322" y="496"/>
                    <a:pt x="536" y="496"/>
                  </a:cubicBezTo>
                  <a:cubicBezTo>
                    <a:pt x="738" y="496"/>
                    <a:pt x="917" y="413"/>
                    <a:pt x="1024" y="246"/>
                  </a:cubicBezTo>
                  <a:cubicBezTo>
                    <a:pt x="1072" y="175"/>
                    <a:pt x="1060" y="67"/>
                    <a:pt x="976" y="20"/>
                  </a:cubicBezTo>
                  <a:cubicBezTo>
                    <a:pt x="951" y="7"/>
                    <a:pt x="921" y="0"/>
                    <a:pt x="891" y="0"/>
                  </a:cubicBezTo>
                  <a:cubicBezTo>
                    <a:pt x="837" y="0"/>
                    <a:pt x="785" y="22"/>
                    <a:pt x="762" y="67"/>
                  </a:cubicBezTo>
                  <a:cubicBezTo>
                    <a:pt x="714" y="127"/>
                    <a:pt x="643" y="175"/>
                    <a:pt x="536" y="175"/>
                  </a:cubicBezTo>
                  <a:cubicBezTo>
                    <a:pt x="429" y="175"/>
                    <a:pt x="357" y="127"/>
                    <a:pt x="310" y="67"/>
                  </a:cubicBezTo>
                  <a:cubicBezTo>
                    <a:pt x="279" y="22"/>
                    <a:pt x="229"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65"/>
            <p:cNvSpPr/>
            <p:nvPr/>
          </p:nvSpPr>
          <p:spPr>
            <a:xfrm>
              <a:off x="8141592" y="2047517"/>
              <a:ext cx="27562" cy="10581"/>
            </a:xfrm>
            <a:custGeom>
              <a:avLst/>
              <a:gdLst/>
              <a:ahLst/>
              <a:cxnLst/>
              <a:rect l="l" t="t" r="r" b="b"/>
              <a:pathLst>
                <a:path w="870" h="334" extrusionOk="0">
                  <a:moveTo>
                    <a:pt x="167" y="0"/>
                  </a:moveTo>
                  <a:cubicBezTo>
                    <a:pt x="71" y="0"/>
                    <a:pt x="0" y="84"/>
                    <a:pt x="0" y="167"/>
                  </a:cubicBezTo>
                  <a:cubicBezTo>
                    <a:pt x="0" y="262"/>
                    <a:pt x="71" y="334"/>
                    <a:pt x="167" y="334"/>
                  </a:cubicBezTo>
                  <a:lnTo>
                    <a:pt x="703" y="334"/>
                  </a:lnTo>
                  <a:cubicBezTo>
                    <a:pt x="786" y="334"/>
                    <a:pt x="869" y="262"/>
                    <a:pt x="869" y="167"/>
                  </a:cubicBezTo>
                  <a:cubicBezTo>
                    <a:pt x="869"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3" name="Google Shape;11553;p65"/>
            <p:cNvSpPr/>
            <p:nvPr/>
          </p:nvSpPr>
          <p:spPr>
            <a:xfrm>
              <a:off x="8203431" y="2047517"/>
              <a:ext cx="27181" cy="10581"/>
            </a:xfrm>
            <a:custGeom>
              <a:avLst/>
              <a:gdLst/>
              <a:ahLst/>
              <a:cxnLst/>
              <a:rect l="l" t="t" r="r" b="b"/>
              <a:pathLst>
                <a:path w="858" h="334" extrusionOk="0">
                  <a:moveTo>
                    <a:pt x="167" y="0"/>
                  </a:moveTo>
                  <a:cubicBezTo>
                    <a:pt x="72" y="0"/>
                    <a:pt x="1" y="84"/>
                    <a:pt x="1" y="167"/>
                  </a:cubicBezTo>
                  <a:cubicBezTo>
                    <a:pt x="1" y="262"/>
                    <a:pt x="72" y="334"/>
                    <a:pt x="167" y="334"/>
                  </a:cubicBezTo>
                  <a:lnTo>
                    <a:pt x="703" y="334"/>
                  </a:lnTo>
                  <a:cubicBezTo>
                    <a:pt x="786" y="334"/>
                    <a:pt x="858" y="262"/>
                    <a:pt x="858" y="167"/>
                  </a:cubicBezTo>
                  <a:cubicBezTo>
                    <a:pt x="858"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4" name="Google Shape;11554;p65"/>
            <p:cNvSpPr/>
            <p:nvPr/>
          </p:nvSpPr>
          <p:spPr>
            <a:xfrm>
              <a:off x="8047661" y="1969046"/>
              <a:ext cx="279132" cy="356875"/>
            </a:xfrm>
            <a:custGeom>
              <a:avLst/>
              <a:gdLst/>
              <a:ahLst/>
              <a:cxnLst/>
              <a:rect l="l" t="t" r="r" b="b"/>
              <a:pathLst>
                <a:path w="8811" h="11265" extrusionOk="0">
                  <a:moveTo>
                    <a:pt x="4382" y="334"/>
                  </a:moveTo>
                  <a:cubicBezTo>
                    <a:pt x="5751" y="334"/>
                    <a:pt x="6870" y="1453"/>
                    <a:pt x="6870" y="2823"/>
                  </a:cubicBezTo>
                  <a:lnTo>
                    <a:pt x="6870" y="3192"/>
                  </a:lnTo>
                  <a:lnTo>
                    <a:pt x="6132" y="3192"/>
                  </a:lnTo>
                  <a:lnTo>
                    <a:pt x="6132" y="3180"/>
                  </a:lnTo>
                  <a:cubicBezTo>
                    <a:pt x="6132" y="3085"/>
                    <a:pt x="6061" y="3013"/>
                    <a:pt x="5977" y="3013"/>
                  </a:cubicBezTo>
                  <a:lnTo>
                    <a:pt x="4739" y="3013"/>
                  </a:lnTo>
                  <a:cubicBezTo>
                    <a:pt x="4644" y="3013"/>
                    <a:pt x="4572" y="3085"/>
                    <a:pt x="4572" y="3180"/>
                  </a:cubicBezTo>
                  <a:lnTo>
                    <a:pt x="4572" y="3228"/>
                  </a:lnTo>
                  <a:cubicBezTo>
                    <a:pt x="4513" y="3192"/>
                    <a:pt x="4453" y="3192"/>
                    <a:pt x="4382" y="3192"/>
                  </a:cubicBezTo>
                  <a:cubicBezTo>
                    <a:pt x="4310" y="3192"/>
                    <a:pt x="4251" y="3216"/>
                    <a:pt x="4191" y="3228"/>
                  </a:cubicBezTo>
                  <a:lnTo>
                    <a:pt x="4191" y="3180"/>
                  </a:lnTo>
                  <a:cubicBezTo>
                    <a:pt x="4191" y="3085"/>
                    <a:pt x="4108" y="3013"/>
                    <a:pt x="4025" y="3013"/>
                  </a:cubicBezTo>
                  <a:lnTo>
                    <a:pt x="2786" y="3013"/>
                  </a:lnTo>
                  <a:cubicBezTo>
                    <a:pt x="2703" y="3013"/>
                    <a:pt x="2620" y="3085"/>
                    <a:pt x="2620" y="3180"/>
                  </a:cubicBezTo>
                  <a:lnTo>
                    <a:pt x="2620" y="3192"/>
                  </a:lnTo>
                  <a:lnTo>
                    <a:pt x="1893" y="3192"/>
                  </a:lnTo>
                  <a:lnTo>
                    <a:pt x="1893" y="2823"/>
                  </a:lnTo>
                  <a:cubicBezTo>
                    <a:pt x="1893" y="1453"/>
                    <a:pt x="3013" y="334"/>
                    <a:pt x="4382" y="334"/>
                  </a:cubicBezTo>
                  <a:close/>
                  <a:moveTo>
                    <a:pt x="3846" y="3323"/>
                  </a:moveTo>
                  <a:lnTo>
                    <a:pt x="3846" y="3704"/>
                  </a:lnTo>
                  <a:cubicBezTo>
                    <a:pt x="3846" y="3799"/>
                    <a:pt x="3751" y="3894"/>
                    <a:pt x="3656" y="3894"/>
                  </a:cubicBezTo>
                  <a:lnTo>
                    <a:pt x="3120" y="3894"/>
                  </a:lnTo>
                  <a:cubicBezTo>
                    <a:pt x="3013" y="3894"/>
                    <a:pt x="2917" y="3799"/>
                    <a:pt x="2917" y="3704"/>
                  </a:cubicBezTo>
                  <a:lnTo>
                    <a:pt x="2917" y="3323"/>
                  </a:lnTo>
                  <a:lnTo>
                    <a:pt x="3203" y="3323"/>
                  </a:lnTo>
                  <a:lnTo>
                    <a:pt x="3203" y="3525"/>
                  </a:lnTo>
                  <a:cubicBezTo>
                    <a:pt x="3239" y="3609"/>
                    <a:pt x="3310" y="3692"/>
                    <a:pt x="3394" y="3692"/>
                  </a:cubicBezTo>
                  <a:cubicBezTo>
                    <a:pt x="3489" y="3692"/>
                    <a:pt x="3560" y="3609"/>
                    <a:pt x="3560" y="3525"/>
                  </a:cubicBezTo>
                  <a:lnTo>
                    <a:pt x="3560" y="3323"/>
                  </a:lnTo>
                  <a:close/>
                  <a:moveTo>
                    <a:pt x="5799" y="3323"/>
                  </a:moveTo>
                  <a:lnTo>
                    <a:pt x="5799" y="3704"/>
                  </a:lnTo>
                  <a:cubicBezTo>
                    <a:pt x="5799" y="3799"/>
                    <a:pt x="5703" y="3894"/>
                    <a:pt x="5596" y="3894"/>
                  </a:cubicBezTo>
                  <a:lnTo>
                    <a:pt x="5061" y="3894"/>
                  </a:lnTo>
                  <a:cubicBezTo>
                    <a:pt x="4965" y="3894"/>
                    <a:pt x="4870" y="3799"/>
                    <a:pt x="4870" y="3704"/>
                  </a:cubicBezTo>
                  <a:lnTo>
                    <a:pt x="4870" y="3323"/>
                  </a:lnTo>
                  <a:lnTo>
                    <a:pt x="5156" y="3323"/>
                  </a:lnTo>
                  <a:lnTo>
                    <a:pt x="5156" y="3525"/>
                  </a:lnTo>
                  <a:cubicBezTo>
                    <a:pt x="5180" y="3609"/>
                    <a:pt x="5263" y="3692"/>
                    <a:pt x="5346" y="3692"/>
                  </a:cubicBezTo>
                  <a:cubicBezTo>
                    <a:pt x="5442" y="3692"/>
                    <a:pt x="5513" y="3609"/>
                    <a:pt x="5513" y="3525"/>
                  </a:cubicBezTo>
                  <a:lnTo>
                    <a:pt x="5513" y="3323"/>
                  </a:lnTo>
                  <a:close/>
                  <a:moveTo>
                    <a:pt x="6954" y="3525"/>
                  </a:moveTo>
                  <a:cubicBezTo>
                    <a:pt x="7025" y="3525"/>
                    <a:pt x="7097" y="3549"/>
                    <a:pt x="7168" y="3609"/>
                  </a:cubicBezTo>
                  <a:cubicBezTo>
                    <a:pt x="7227" y="3668"/>
                    <a:pt x="7239" y="3751"/>
                    <a:pt x="7239" y="3823"/>
                  </a:cubicBezTo>
                  <a:cubicBezTo>
                    <a:pt x="7227" y="3954"/>
                    <a:pt x="7085" y="4073"/>
                    <a:pt x="6942" y="4073"/>
                  </a:cubicBezTo>
                  <a:lnTo>
                    <a:pt x="6870" y="4073"/>
                  </a:lnTo>
                  <a:lnTo>
                    <a:pt x="6870" y="4061"/>
                  </a:lnTo>
                  <a:cubicBezTo>
                    <a:pt x="6870" y="3966"/>
                    <a:pt x="6787" y="3894"/>
                    <a:pt x="6704" y="3894"/>
                  </a:cubicBezTo>
                  <a:cubicBezTo>
                    <a:pt x="6608" y="3894"/>
                    <a:pt x="6537" y="3966"/>
                    <a:pt x="6537" y="4061"/>
                  </a:cubicBezTo>
                  <a:cubicBezTo>
                    <a:pt x="6537" y="4775"/>
                    <a:pt x="6180" y="5442"/>
                    <a:pt x="5584" y="5835"/>
                  </a:cubicBezTo>
                  <a:lnTo>
                    <a:pt x="5584" y="5799"/>
                  </a:lnTo>
                  <a:lnTo>
                    <a:pt x="5501" y="5037"/>
                  </a:lnTo>
                  <a:cubicBezTo>
                    <a:pt x="5453" y="4680"/>
                    <a:pt x="5156" y="4418"/>
                    <a:pt x="4811" y="4418"/>
                  </a:cubicBezTo>
                  <a:lnTo>
                    <a:pt x="3989" y="4418"/>
                  </a:lnTo>
                  <a:cubicBezTo>
                    <a:pt x="3632" y="4418"/>
                    <a:pt x="3334" y="4680"/>
                    <a:pt x="3310" y="5037"/>
                  </a:cubicBezTo>
                  <a:lnTo>
                    <a:pt x="3215" y="5799"/>
                  </a:lnTo>
                  <a:lnTo>
                    <a:pt x="3215" y="5835"/>
                  </a:lnTo>
                  <a:cubicBezTo>
                    <a:pt x="2953" y="5668"/>
                    <a:pt x="2739" y="5454"/>
                    <a:pt x="2584" y="5204"/>
                  </a:cubicBezTo>
                  <a:cubicBezTo>
                    <a:pt x="2358" y="4859"/>
                    <a:pt x="2239" y="4466"/>
                    <a:pt x="2239" y="4061"/>
                  </a:cubicBezTo>
                  <a:cubicBezTo>
                    <a:pt x="2239" y="3966"/>
                    <a:pt x="2167" y="3894"/>
                    <a:pt x="2072" y="3894"/>
                  </a:cubicBezTo>
                  <a:cubicBezTo>
                    <a:pt x="1989" y="3894"/>
                    <a:pt x="1905" y="3966"/>
                    <a:pt x="1905" y="4061"/>
                  </a:cubicBezTo>
                  <a:lnTo>
                    <a:pt x="1905" y="4073"/>
                  </a:lnTo>
                  <a:lnTo>
                    <a:pt x="1810" y="4073"/>
                  </a:lnTo>
                  <a:cubicBezTo>
                    <a:pt x="1727" y="4073"/>
                    <a:pt x="1655" y="4049"/>
                    <a:pt x="1596" y="3990"/>
                  </a:cubicBezTo>
                  <a:cubicBezTo>
                    <a:pt x="1536" y="3930"/>
                    <a:pt x="1524" y="3847"/>
                    <a:pt x="1524" y="3775"/>
                  </a:cubicBezTo>
                  <a:cubicBezTo>
                    <a:pt x="1536" y="3644"/>
                    <a:pt x="1667" y="3525"/>
                    <a:pt x="1822" y="3525"/>
                  </a:cubicBezTo>
                  <a:lnTo>
                    <a:pt x="2608" y="3525"/>
                  </a:lnTo>
                  <a:lnTo>
                    <a:pt x="2608" y="3716"/>
                  </a:lnTo>
                  <a:cubicBezTo>
                    <a:pt x="2608" y="4001"/>
                    <a:pt x="2846" y="4240"/>
                    <a:pt x="3132" y="4240"/>
                  </a:cubicBezTo>
                  <a:lnTo>
                    <a:pt x="3668" y="4240"/>
                  </a:lnTo>
                  <a:cubicBezTo>
                    <a:pt x="3953" y="4240"/>
                    <a:pt x="4191" y="4001"/>
                    <a:pt x="4191" y="3716"/>
                  </a:cubicBezTo>
                  <a:cubicBezTo>
                    <a:pt x="4191" y="3609"/>
                    <a:pt x="4275" y="3525"/>
                    <a:pt x="4382" y="3525"/>
                  </a:cubicBezTo>
                  <a:cubicBezTo>
                    <a:pt x="4489" y="3525"/>
                    <a:pt x="4572" y="3609"/>
                    <a:pt x="4572" y="3716"/>
                  </a:cubicBezTo>
                  <a:cubicBezTo>
                    <a:pt x="4572" y="4001"/>
                    <a:pt x="4811" y="4240"/>
                    <a:pt x="5096" y="4240"/>
                  </a:cubicBezTo>
                  <a:lnTo>
                    <a:pt x="5632" y="4240"/>
                  </a:lnTo>
                  <a:cubicBezTo>
                    <a:pt x="5906" y="4240"/>
                    <a:pt x="6144" y="4001"/>
                    <a:pt x="6144" y="3716"/>
                  </a:cubicBezTo>
                  <a:lnTo>
                    <a:pt x="6144" y="3525"/>
                  </a:lnTo>
                  <a:close/>
                  <a:moveTo>
                    <a:pt x="4799" y="4740"/>
                  </a:moveTo>
                  <a:cubicBezTo>
                    <a:pt x="4989" y="4740"/>
                    <a:pt x="5144" y="4882"/>
                    <a:pt x="5156" y="5073"/>
                  </a:cubicBezTo>
                  <a:lnTo>
                    <a:pt x="5239" y="5835"/>
                  </a:lnTo>
                  <a:cubicBezTo>
                    <a:pt x="5239" y="5978"/>
                    <a:pt x="5168" y="6133"/>
                    <a:pt x="5037" y="6204"/>
                  </a:cubicBezTo>
                  <a:lnTo>
                    <a:pt x="4549" y="6454"/>
                  </a:lnTo>
                  <a:cubicBezTo>
                    <a:pt x="4495" y="6478"/>
                    <a:pt x="4438" y="6490"/>
                    <a:pt x="4382" y="6490"/>
                  </a:cubicBezTo>
                  <a:cubicBezTo>
                    <a:pt x="4325" y="6490"/>
                    <a:pt x="4269" y="6478"/>
                    <a:pt x="4215" y="6454"/>
                  </a:cubicBezTo>
                  <a:lnTo>
                    <a:pt x="3727" y="6204"/>
                  </a:lnTo>
                  <a:cubicBezTo>
                    <a:pt x="3596" y="6133"/>
                    <a:pt x="3501" y="5990"/>
                    <a:pt x="3537" y="5835"/>
                  </a:cubicBezTo>
                  <a:lnTo>
                    <a:pt x="3620" y="5073"/>
                  </a:lnTo>
                  <a:cubicBezTo>
                    <a:pt x="3632" y="4894"/>
                    <a:pt x="3798" y="4740"/>
                    <a:pt x="3977" y="4740"/>
                  </a:cubicBezTo>
                  <a:close/>
                  <a:moveTo>
                    <a:pt x="2965" y="6633"/>
                  </a:moveTo>
                  <a:lnTo>
                    <a:pt x="2965" y="6966"/>
                  </a:lnTo>
                  <a:cubicBezTo>
                    <a:pt x="2965" y="7109"/>
                    <a:pt x="2882" y="7240"/>
                    <a:pt x="2727" y="7299"/>
                  </a:cubicBezTo>
                  <a:lnTo>
                    <a:pt x="2346" y="7049"/>
                  </a:lnTo>
                  <a:cubicBezTo>
                    <a:pt x="2239" y="6978"/>
                    <a:pt x="2227" y="6871"/>
                    <a:pt x="2251" y="6799"/>
                  </a:cubicBezTo>
                  <a:cubicBezTo>
                    <a:pt x="2286" y="6728"/>
                    <a:pt x="2346" y="6633"/>
                    <a:pt x="2465" y="6633"/>
                  </a:cubicBezTo>
                  <a:close/>
                  <a:moveTo>
                    <a:pt x="6275" y="6633"/>
                  </a:moveTo>
                  <a:cubicBezTo>
                    <a:pt x="6382" y="6633"/>
                    <a:pt x="6465" y="6728"/>
                    <a:pt x="6477" y="6799"/>
                  </a:cubicBezTo>
                  <a:cubicBezTo>
                    <a:pt x="6513" y="6871"/>
                    <a:pt x="6489" y="6978"/>
                    <a:pt x="6394" y="7049"/>
                  </a:cubicBezTo>
                  <a:lnTo>
                    <a:pt x="6001" y="7299"/>
                  </a:lnTo>
                  <a:cubicBezTo>
                    <a:pt x="5870" y="7240"/>
                    <a:pt x="5763" y="7109"/>
                    <a:pt x="5763" y="6966"/>
                  </a:cubicBezTo>
                  <a:lnTo>
                    <a:pt x="5763" y="6633"/>
                  </a:lnTo>
                  <a:close/>
                  <a:moveTo>
                    <a:pt x="2953" y="6109"/>
                  </a:moveTo>
                  <a:lnTo>
                    <a:pt x="2953" y="6311"/>
                  </a:lnTo>
                  <a:lnTo>
                    <a:pt x="2465" y="6311"/>
                  </a:lnTo>
                  <a:cubicBezTo>
                    <a:pt x="2203" y="6311"/>
                    <a:pt x="2001" y="6454"/>
                    <a:pt x="1929" y="6692"/>
                  </a:cubicBezTo>
                  <a:cubicBezTo>
                    <a:pt x="1846" y="6930"/>
                    <a:pt x="1941" y="7168"/>
                    <a:pt x="2144" y="7323"/>
                  </a:cubicBezTo>
                  <a:lnTo>
                    <a:pt x="4191" y="8669"/>
                  </a:lnTo>
                  <a:lnTo>
                    <a:pt x="4191" y="8954"/>
                  </a:lnTo>
                  <a:lnTo>
                    <a:pt x="3489" y="8954"/>
                  </a:lnTo>
                  <a:cubicBezTo>
                    <a:pt x="3370" y="8954"/>
                    <a:pt x="3239" y="8943"/>
                    <a:pt x="3120" y="8931"/>
                  </a:cubicBezTo>
                  <a:lnTo>
                    <a:pt x="3120" y="8776"/>
                  </a:lnTo>
                  <a:cubicBezTo>
                    <a:pt x="3120" y="8692"/>
                    <a:pt x="3036" y="8609"/>
                    <a:pt x="2953" y="8609"/>
                  </a:cubicBezTo>
                  <a:cubicBezTo>
                    <a:pt x="2858" y="8609"/>
                    <a:pt x="2786" y="8692"/>
                    <a:pt x="2786" y="8776"/>
                  </a:cubicBezTo>
                  <a:lnTo>
                    <a:pt x="2786" y="8835"/>
                  </a:lnTo>
                  <a:cubicBezTo>
                    <a:pt x="2060" y="8550"/>
                    <a:pt x="1524" y="7835"/>
                    <a:pt x="1524" y="7002"/>
                  </a:cubicBezTo>
                  <a:cubicBezTo>
                    <a:pt x="1524" y="6514"/>
                    <a:pt x="1929" y="6109"/>
                    <a:pt x="2417" y="6109"/>
                  </a:cubicBezTo>
                  <a:close/>
                  <a:moveTo>
                    <a:pt x="6323" y="6133"/>
                  </a:moveTo>
                  <a:cubicBezTo>
                    <a:pt x="6823" y="6133"/>
                    <a:pt x="7216" y="6526"/>
                    <a:pt x="7216" y="7026"/>
                  </a:cubicBezTo>
                  <a:cubicBezTo>
                    <a:pt x="7227" y="7835"/>
                    <a:pt x="6692" y="8550"/>
                    <a:pt x="5954" y="8835"/>
                  </a:cubicBezTo>
                  <a:lnTo>
                    <a:pt x="5954" y="8776"/>
                  </a:lnTo>
                  <a:cubicBezTo>
                    <a:pt x="5954" y="8692"/>
                    <a:pt x="5882" y="8609"/>
                    <a:pt x="5799" y="8609"/>
                  </a:cubicBezTo>
                  <a:cubicBezTo>
                    <a:pt x="5703" y="8609"/>
                    <a:pt x="5632" y="8692"/>
                    <a:pt x="5632" y="8776"/>
                  </a:cubicBezTo>
                  <a:lnTo>
                    <a:pt x="5632" y="8931"/>
                  </a:lnTo>
                  <a:cubicBezTo>
                    <a:pt x="5513" y="8954"/>
                    <a:pt x="5394" y="8954"/>
                    <a:pt x="5263" y="8954"/>
                  </a:cubicBezTo>
                  <a:lnTo>
                    <a:pt x="4549" y="8954"/>
                  </a:lnTo>
                  <a:lnTo>
                    <a:pt x="4549" y="8669"/>
                  </a:lnTo>
                  <a:lnTo>
                    <a:pt x="5180" y="8252"/>
                  </a:lnTo>
                  <a:cubicBezTo>
                    <a:pt x="5263" y="8216"/>
                    <a:pt x="5275" y="8109"/>
                    <a:pt x="5227" y="8038"/>
                  </a:cubicBezTo>
                  <a:cubicBezTo>
                    <a:pt x="5198" y="7986"/>
                    <a:pt x="5151" y="7962"/>
                    <a:pt x="5099" y="7962"/>
                  </a:cubicBezTo>
                  <a:cubicBezTo>
                    <a:pt x="5067" y="7962"/>
                    <a:pt x="5033" y="7972"/>
                    <a:pt x="5001" y="7990"/>
                  </a:cubicBezTo>
                  <a:lnTo>
                    <a:pt x="4394" y="8407"/>
                  </a:lnTo>
                  <a:lnTo>
                    <a:pt x="3060" y="7514"/>
                  </a:lnTo>
                  <a:cubicBezTo>
                    <a:pt x="3215" y="7383"/>
                    <a:pt x="3322" y="7180"/>
                    <a:pt x="3322" y="6966"/>
                  </a:cubicBezTo>
                  <a:lnTo>
                    <a:pt x="3322" y="6276"/>
                  </a:lnTo>
                  <a:cubicBezTo>
                    <a:pt x="3322" y="6276"/>
                    <a:pt x="3334" y="6276"/>
                    <a:pt x="3358" y="6287"/>
                  </a:cubicBezTo>
                  <a:cubicBezTo>
                    <a:pt x="3417" y="6383"/>
                    <a:pt x="3501" y="6442"/>
                    <a:pt x="3596" y="6502"/>
                  </a:cubicBezTo>
                  <a:lnTo>
                    <a:pt x="4084" y="6752"/>
                  </a:lnTo>
                  <a:cubicBezTo>
                    <a:pt x="4191" y="6799"/>
                    <a:pt x="4287" y="6823"/>
                    <a:pt x="4394" y="6823"/>
                  </a:cubicBezTo>
                  <a:cubicBezTo>
                    <a:pt x="4501" y="6823"/>
                    <a:pt x="4608" y="6799"/>
                    <a:pt x="4703" y="6752"/>
                  </a:cubicBezTo>
                  <a:lnTo>
                    <a:pt x="5192" y="6502"/>
                  </a:lnTo>
                  <a:cubicBezTo>
                    <a:pt x="5299" y="6454"/>
                    <a:pt x="5382" y="6383"/>
                    <a:pt x="5430" y="6287"/>
                  </a:cubicBezTo>
                  <a:cubicBezTo>
                    <a:pt x="5453" y="6287"/>
                    <a:pt x="5453" y="6287"/>
                    <a:pt x="5465" y="6276"/>
                  </a:cubicBezTo>
                  <a:lnTo>
                    <a:pt x="5465" y="6966"/>
                  </a:lnTo>
                  <a:cubicBezTo>
                    <a:pt x="5465" y="7168"/>
                    <a:pt x="5573" y="7383"/>
                    <a:pt x="5727" y="7514"/>
                  </a:cubicBezTo>
                  <a:lnTo>
                    <a:pt x="5632" y="7585"/>
                  </a:lnTo>
                  <a:cubicBezTo>
                    <a:pt x="5549" y="7633"/>
                    <a:pt x="5537" y="7740"/>
                    <a:pt x="5584" y="7811"/>
                  </a:cubicBezTo>
                  <a:cubicBezTo>
                    <a:pt x="5608" y="7859"/>
                    <a:pt x="5668" y="7883"/>
                    <a:pt x="5715" y="7883"/>
                  </a:cubicBezTo>
                  <a:cubicBezTo>
                    <a:pt x="5751" y="7883"/>
                    <a:pt x="5775" y="7871"/>
                    <a:pt x="5811" y="7859"/>
                  </a:cubicBezTo>
                  <a:lnTo>
                    <a:pt x="6596" y="7335"/>
                  </a:lnTo>
                  <a:cubicBezTo>
                    <a:pt x="6799" y="7204"/>
                    <a:pt x="6894" y="6942"/>
                    <a:pt x="6823" y="6704"/>
                  </a:cubicBezTo>
                  <a:cubicBezTo>
                    <a:pt x="6739" y="6466"/>
                    <a:pt x="6537" y="6323"/>
                    <a:pt x="6287" y="6323"/>
                  </a:cubicBezTo>
                  <a:lnTo>
                    <a:pt x="5787" y="6323"/>
                  </a:lnTo>
                  <a:lnTo>
                    <a:pt x="5787" y="6133"/>
                  </a:lnTo>
                  <a:close/>
                  <a:moveTo>
                    <a:pt x="4406" y="1"/>
                  </a:moveTo>
                  <a:cubicBezTo>
                    <a:pt x="2858" y="1"/>
                    <a:pt x="1596" y="1263"/>
                    <a:pt x="1596" y="2811"/>
                  </a:cubicBezTo>
                  <a:lnTo>
                    <a:pt x="1596" y="3239"/>
                  </a:lnTo>
                  <a:cubicBezTo>
                    <a:pt x="1405" y="3335"/>
                    <a:pt x="1262" y="3513"/>
                    <a:pt x="1239" y="3716"/>
                  </a:cubicBezTo>
                  <a:cubicBezTo>
                    <a:pt x="1227" y="3894"/>
                    <a:pt x="1286" y="4061"/>
                    <a:pt x="1382" y="4192"/>
                  </a:cubicBezTo>
                  <a:cubicBezTo>
                    <a:pt x="1501" y="4323"/>
                    <a:pt x="1667" y="4382"/>
                    <a:pt x="1834" y="4382"/>
                  </a:cubicBezTo>
                  <a:lnTo>
                    <a:pt x="1953" y="4382"/>
                  </a:lnTo>
                  <a:cubicBezTo>
                    <a:pt x="2001" y="4740"/>
                    <a:pt x="2132" y="5073"/>
                    <a:pt x="2322" y="5371"/>
                  </a:cubicBezTo>
                  <a:cubicBezTo>
                    <a:pt x="2417" y="5502"/>
                    <a:pt x="2513" y="5633"/>
                    <a:pt x="2632" y="5752"/>
                  </a:cubicBezTo>
                  <a:lnTo>
                    <a:pt x="2453" y="5752"/>
                  </a:lnTo>
                  <a:cubicBezTo>
                    <a:pt x="1786" y="5752"/>
                    <a:pt x="1239" y="6311"/>
                    <a:pt x="1239" y="6978"/>
                  </a:cubicBezTo>
                  <a:cubicBezTo>
                    <a:pt x="1239" y="7228"/>
                    <a:pt x="1286" y="7466"/>
                    <a:pt x="1358" y="7692"/>
                  </a:cubicBezTo>
                  <a:lnTo>
                    <a:pt x="881" y="7823"/>
                  </a:lnTo>
                  <a:cubicBezTo>
                    <a:pt x="358" y="7978"/>
                    <a:pt x="0" y="8466"/>
                    <a:pt x="0" y="9002"/>
                  </a:cubicBezTo>
                  <a:lnTo>
                    <a:pt x="0" y="11098"/>
                  </a:lnTo>
                  <a:cubicBezTo>
                    <a:pt x="0" y="11193"/>
                    <a:pt x="72" y="11264"/>
                    <a:pt x="167" y="11264"/>
                  </a:cubicBezTo>
                  <a:cubicBezTo>
                    <a:pt x="250" y="11264"/>
                    <a:pt x="334" y="11193"/>
                    <a:pt x="334" y="11098"/>
                  </a:cubicBezTo>
                  <a:lnTo>
                    <a:pt x="334" y="9002"/>
                  </a:lnTo>
                  <a:cubicBezTo>
                    <a:pt x="334" y="8597"/>
                    <a:pt x="596" y="8252"/>
                    <a:pt x="965" y="8133"/>
                  </a:cubicBezTo>
                  <a:lnTo>
                    <a:pt x="1477" y="7990"/>
                  </a:lnTo>
                  <a:cubicBezTo>
                    <a:pt x="1739" y="8538"/>
                    <a:pt x="2239" y="8954"/>
                    <a:pt x="2834" y="9145"/>
                  </a:cubicBezTo>
                  <a:lnTo>
                    <a:pt x="2834" y="11098"/>
                  </a:lnTo>
                  <a:cubicBezTo>
                    <a:pt x="2834" y="11193"/>
                    <a:pt x="2906" y="11264"/>
                    <a:pt x="2989" y="11264"/>
                  </a:cubicBezTo>
                  <a:cubicBezTo>
                    <a:pt x="3084" y="11264"/>
                    <a:pt x="3156" y="11193"/>
                    <a:pt x="3156" y="11098"/>
                  </a:cubicBezTo>
                  <a:lnTo>
                    <a:pt x="3156" y="9228"/>
                  </a:lnTo>
                  <a:cubicBezTo>
                    <a:pt x="3275" y="9240"/>
                    <a:pt x="3394" y="9252"/>
                    <a:pt x="3525" y="9252"/>
                  </a:cubicBezTo>
                  <a:lnTo>
                    <a:pt x="4239" y="9252"/>
                  </a:lnTo>
                  <a:lnTo>
                    <a:pt x="4239" y="11098"/>
                  </a:lnTo>
                  <a:cubicBezTo>
                    <a:pt x="4239" y="11193"/>
                    <a:pt x="4322" y="11264"/>
                    <a:pt x="4406" y="11264"/>
                  </a:cubicBezTo>
                  <a:cubicBezTo>
                    <a:pt x="4501" y="11264"/>
                    <a:pt x="4572" y="11193"/>
                    <a:pt x="4572" y="11098"/>
                  </a:cubicBezTo>
                  <a:lnTo>
                    <a:pt x="4572" y="9252"/>
                  </a:lnTo>
                  <a:lnTo>
                    <a:pt x="5287" y="9252"/>
                  </a:lnTo>
                  <a:cubicBezTo>
                    <a:pt x="5406" y="9252"/>
                    <a:pt x="5537" y="9240"/>
                    <a:pt x="5656" y="9228"/>
                  </a:cubicBezTo>
                  <a:lnTo>
                    <a:pt x="5656" y="11098"/>
                  </a:lnTo>
                  <a:cubicBezTo>
                    <a:pt x="5656" y="11193"/>
                    <a:pt x="5727" y="11264"/>
                    <a:pt x="5823" y="11264"/>
                  </a:cubicBezTo>
                  <a:cubicBezTo>
                    <a:pt x="5906" y="11264"/>
                    <a:pt x="5989" y="11193"/>
                    <a:pt x="5989" y="11098"/>
                  </a:cubicBezTo>
                  <a:lnTo>
                    <a:pt x="5989" y="9145"/>
                  </a:lnTo>
                  <a:cubicBezTo>
                    <a:pt x="6585" y="8954"/>
                    <a:pt x="7061" y="8538"/>
                    <a:pt x="7335" y="7990"/>
                  </a:cubicBezTo>
                  <a:lnTo>
                    <a:pt x="7847" y="8133"/>
                  </a:lnTo>
                  <a:cubicBezTo>
                    <a:pt x="8216" y="8240"/>
                    <a:pt x="8490" y="8597"/>
                    <a:pt x="8490" y="9002"/>
                  </a:cubicBezTo>
                  <a:lnTo>
                    <a:pt x="8490" y="11098"/>
                  </a:lnTo>
                  <a:cubicBezTo>
                    <a:pt x="8490" y="11193"/>
                    <a:pt x="8561" y="11264"/>
                    <a:pt x="8644" y="11264"/>
                  </a:cubicBezTo>
                  <a:cubicBezTo>
                    <a:pt x="8740" y="11264"/>
                    <a:pt x="8811" y="11193"/>
                    <a:pt x="8811" y="11098"/>
                  </a:cubicBezTo>
                  <a:lnTo>
                    <a:pt x="8811" y="9002"/>
                  </a:lnTo>
                  <a:cubicBezTo>
                    <a:pt x="8787" y="8490"/>
                    <a:pt x="8430" y="8014"/>
                    <a:pt x="7906" y="7859"/>
                  </a:cubicBezTo>
                  <a:lnTo>
                    <a:pt x="7430" y="7716"/>
                  </a:lnTo>
                  <a:cubicBezTo>
                    <a:pt x="7501" y="7502"/>
                    <a:pt x="7549" y="7264"/>
                    <a:pt x="7549" y="7002"/>
                  </a:cubicBezTo>
                  <a:cubicBezTo>
                    <a:pt x="7549" y="6335"/>
                    <a:pt x="7001" y="5787"/>
                    <a:pt x="6335" y="5787"/>
                  </a:cubicBezTo>
                  <a:lnTo>
                    <a:pt x="6156" y="5787"/>
                  </a:lnTo>
                  <a:cubicBezTo>
                    <a:pt x="6513" y="5418"/>
                    <a:pt x="6763" y="4942"/>
                    <a:pt x="6835" y="4406"/>
                  </a:cubicBezTo>
                  <a:lnTo>
                    <a:pt x="6942" y="4406"/>
                  </a:lnTo>
                  <a:cubicBezTo>
                    <a:pt x="7263" y="4406"/>
                    <a:pt x="7537" y="4168"/>
                    <a:pt x="7561" y="3847"/>
                  </a:cubicBezTo>
                  <a:cubicBezTo>
                    <a:pt x="7573" y="3668"/>
                    <a:pt x="7525" y="3513"/>
                    <a:pt x="7418" y="3370"/>
                  </a:cubicBezTo>
                  <a:cubicBezTo>
                    <a:pt x="7358" y="3311"/>
                    <a:pt x="7299" y="3275"/>
                    <a:pt x="7227" y="3228"/>
                  </a:cubicBezTo>
                  <a:lnTo>
                    <a:pt x="7227" y="2811"/>
                  </a:lnTo>
                  <a:cubicBezTo>
                    <a:pt x="7227" y="1263"/>
                    <a:pt x="595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5" name="Google Shape;11555;p65"/>
          <p:cNvGrpSpPr/>
          <p:nvPr/>
        </p:nvGrpSpPr>
        <p:grpSpPr>
          <a:xfrm>
            <a:off x="7596157" y="1792759"/>
            <a:ext cx="279544" cy="358142"/>
            <a:chOff x="7596157" y="1968159"/>
            <a:chExt cx="279544" cy="358142"/>
          </a:xfrm>
        </p:grpSpPr>
        <p:sp>
          <p:nvSpPr>
            <p:cNvPr id="11556" name="Google Shape;11556;p65"/>
            <p:cNvSpPr/>
            <p:nvPr/>
          </p:nvSpPr>
          <p:spPr>
            <a:xfrm>
              <a:off x="7696868" y="2092408"/>
              <a:ext cx="10581" cy="16252"/>
            </a:xfrm>
            <a:custGeom>
              <a:avLst/>
              <a:gdLst/>
              <a:ahLst/>
              <a:cxnLst/>
              <a:rect l="l" t="t" r="r" b="b"/>
              <a:pathLst>
                <a:path w="334" h="513" extrusionOk="0">
                  <a:moveTo>
                    <a:pt x="167" y="0"/>
                  </a:moveTo>
                  <a:cubicBezTo>
                    <a:pt x="84" y="0"/>
                    <a:pt x="1" y="72"/>
                    <a:pt x="1" y="167"/>
                  </a:cubicBezTo>
                  <a:lnTo>
                    <a:pt x="1" y="346"/>
                  </a:lnTo>
                  <a:cubicBezTo>
                    <a:pt x="1" y="429"/>
                    <a:pt x="84" y="512"/>
                    <a:pt x="167" y="512"/>
                  </a:cubicBezTo>
                  <a:cubicBezTo>
                    <a:pt x="263"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7" name="Google Shape;11557;p65"/>
            <p:cNvSpPr/>
            <p:nvPr/>
          </p:nvSpPr>
          <p:spPr>
            <a:xfrm>
              <a:off x="7764378" y="2092408"/>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65"/>
            <p:cNvSpPr/>
            <p:nvPr/>
          </p:nvSpPr>
          <p:spPr>
            <a:xfrm>
              <a:off x="7713088" y="2143032"/>
              <a:ext cx="45302" cy="15777"/>
            </a:xfrm>
            <a:custGeom>
              <a:avLst/>
              <a:gdLst/>
              <a:ahLst/>
              <a:cxnLst/>
              <a:rect l="l" t="t" r="r" b="b"/>
              <a:pathLst>
                <a:path w="1430" h="498" extrusionOk="0">
                  <a:moveTo>
                    <a:pt x="184" y="1"/>
                  </a:moveTo>
                  <a:cubicBezTo>
                    <a:pt x="140" y="1"/>
                    <a:pt x="96" y="16"/>
                    <a:pt x="60" y="45"/>
                  </a:cubicBezTo>
                  <a:cubicBezTo>
                    <a:pt x="1" y="105"/>
                    <a:pt x="1" y="200"/>
                    <a:pt x="60" y="283"/>
                  </a:cubicBezTo>
                  <a:cubicBezTo>
                    <a:pt x="203" y="414"/>
                    <a:pt x="441" y="498"/>
                    <a:pt x="703" y="498"/>
                  </a:cubicBezTo>
                  <a:cubicBezTo>
                    <a:pt x="953"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65"/>
            <p:cNvSpPr/>
            <p:nvPr/>
          </p:nvSpPr>
          <p:spPr>
            <a:xfrm>
              <a:off x="7691197" y="2075427"/>
              <a:ext cx="21923" cy="10581"/>
            </a:xfrm>
            <a:custGeom>
              <a:avLst/>
              <a:gdLst/>
              <a:ahLst/>
              <a:cxnLst/>
              <a:rect l="l" t="t" r="r" b="b"/>
              <a:pathLst>
                <a:path w="692" h="334" extrusionOk="0">
                  <a:moveTo>
                    <a:pt x="168" y="0"/>
                  </a:moveTo>
                  <a:cubicBezTo>
                    <a:pt x="84" y="0"/>
                    <a:pt x="1" y="72"/>
                    <a:pt x="1" y="167"/>
                  </a:cubicBezTo>
                  <a:cubicBezTo>
                    <a:pt x="1" y="251"/>
                    <a:pt x="84" y="334"/>
                    <a:pt x="168" y="334"/>
                  </a:cubicBezTo>
                  <a:lnTo>
                    <a:pt x="525" y="334"/>
                  </a:lnTo>
                  <a:cubicBezTo>
                    <a:pt x="620" y="334"/>
                    <a:pt x="692" y="251"/>
                    <a:pt x="692" y="167"/>
                  </a:cubicBezTo>
                  <a:cubicBezTo>
                    <a:pt x="692" y="72"/>
                    <a:pt x="62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0" name="Google Shape;11560;p65"/>
            <p:cNvSpPr/>
            <p:nvPr/>
          </p:nvSpPr>
          <p:spPr>
            <a:xfrm>
              <a:off x="7758739" y="2075427"/>
              <a:ext cx="21891" cy="10581"/>
            </a:xfrm>
            <a:custGeom>
              <a:avLst/>
              <a:gdLst/>
              <a:ahLst/>
              <a:cxnLst/>
              <a:rect l="l" t="t" r="r" b="b"/>
              <a:pathLst>
                <a:path w="691" h="334" extrusionOk="0">
                  <a:moveTo>
                    <a:pt x="167" y="0"/>
                  </a:moveTo>
                  <a:cubicBezTo>
                    <a:pt x="72" y="0"/>
                    <a:pt x="0" y="72"/>
                    <a:pt x="0" y="167"/>
                  </a:cubicBezTo>
                  <a:cubicBezTo>
                    <a:pt x="0" y="251"/>
                    <a:pt x="72" y="334"/>
                    <a:pt x="167" y="334"/>
                  </a:cubicBezTo>
                  <a:lnTo>
                    <a:pt x="524" y="334"/>
                  </a:lnTo>
                  <a:cubicBezTo>
                    <a:pt x="607" y="334"/>
                    <a:pt x="691" y="251"/>
                    <a:pt x="691" y="167"/>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65"/>
            <p:cNvSpPr/>
            <p:nvPr/>
          </p:nvSpPr>
          <p:spPr>
            <a:xfrm>
              <a:off x="7596157" y="1968159"/>
              <a:ext cx="279544" cy="358142"/>
            </a:xfrm>
            <a:custGeom>
              <a:avLst/>
              <a:gdLst/>
              <a:ahLst/>
              <a:cxnLst/>
              <a:rect l="l" t="t" r="r" b="b"/>
              <a:pathLst>
                <a:path w="8824" h="11305" extrusionOk="0">
                  <a:moveTo>
                    <a:pt x="2287" y="481"/>
                  </a:moveTo>
                  <a:cubicBezTo>
                    <a:pt x="2394" y="565"/>
                    <a:pt x="2525" y="600"/>
                    <a:pt x="2691" y="636"/>
                  </a:cubicBezTo>
                  <a:cubicBezTo>
                    <a:pt x="3001" y="708"/>
                    <a:pt x="3322" y="708"/>
                    <a:pt x="3537" y="708"/>
                  </a:cubicBezTo>
                  <a:lnTo>
                    <a:pt x="5299" y="708"/>
                  </a:lnTo>
                  <a:cubicBezTo>
                    <a:pt x="5739" y="708"/>
                    <a:pt x="6192" y="898"/>
                    <a:pt x="6490" y="1243"/>
                  </a:cubicBezTo>
                  <a:cubicBezTo>
                    <a:pt x="6787" y="1589"/>
                    <a:pt x="6930" y="2029"/>
                    <a:pt x="6894" y="2482"/>
                  </a:cubicBezTo>
                  <a:lnTo>
                    <a:pt x="6751" y="3744"/>
                  </a:lnTo>
                  <a:lnTo>
                    <a:pt x="6728" y="3744"/>
                  </a:lnTo>
                  <a:cubicBezTo>
                    <a:pt x="6620" y="3744"/>
                    <a:pt x="6537" y="3660"/>
                    <a:pt x="6537" y="3553"/>
                  </a:cubicBezTo>
                  <a:lnTo>
                    <a:pt x="6537" y="2839"/>
                  </a:lnTo>
                  <a:cubicBezTo>
                    <a:pt x="6537" y="2446"/>
                    <a:pt x="6216" y="2136"/>
                    <a:pt x="5835" y="2136"/>
                  </a:cubicBezTo>
                  <a:lnTo>
                    <a:pt x="4954" y="2136"/>
                  </a:lnTo>
                  <a:cubicBezTo>
                    <a:pt x="3846" y="2136"/>
                    <a:pt x="3072" y="1886"/>
                    <a:pt x="2644" y="1374"/>
                  </a:cubicBezTo>
                  <a:cubicBezTo>
                    <a:pt x="2382" y="1065"/>
                    <a:pt x="2299" y="719"/>
                    <a:pt x="2287" y="481"/>
                  </a:cubicBezTo>
                  <a:close/>
                  <a:moveTo>
                    <a:pt x="2215" y="1398"/>
                  </a:moveTo>
                  <a:cubicBezTo>
                    <a:pt x="2263" y="1458"/>
                    <a:pt x="2310" y="1529"/>
                    <a:pt x="2370" y="1589"/>
                  </a:cubicBezTo>
                  <a:cubicBezTo>
                    <a:pt x="2858" y="2172"/>
                    <a:pt x="3715" y="2470"/>
                    <a:pt x="4942" y="2470"/>
                  </a:cubicBezTo>
                  <a:lnTo>
                    <a:pt x="5823" y="2470"/>
                  </a:lnTo>
                  <a:cubicBezTo>
                    <a:pt x="6025" y="2470"/>
                    <a:pt x="6192" y="2624"/>
                    <a:pt x="6192" y="2839"/>
                  </a:cubicBezTo>
                  <a:lnTo>
                    <a:pt x="6192" y="3553"/>
                  </a:lnTo>
                  <a:cubicBezTo>
                    <a:pt x="6192" y="3839"/>
                    <a:pt x="6430" y="4077"/>
                    <a:pt x="6716" y="4077"/>
                  </a:cubicBezTo>
                  <a:lnTo>
                    <a:pt x="6978" y="4077"/>
                  </a:lnTo>
                  <a:cubicBezTo>
                    <a:pt x="7049" y="4077"/>
                    <a:pt x="7132" y="4101"/>
                    <a:pt x="7192" y="4160"/>
                  </a:cubicBezTo>
                  <a:cubicBezTo>
                    <a:pt x="7252" y="4220"/>
                    <a:pt x="7263" y="4291"/>
                    <a:pt x="7263" y="4375"/>
                  </a:cubicBezTo>
                  <a:cubicBezTo>
                    <a:pt x="7252" y="4506"/>
                    <a:pt x="7109" y="4625"/>
                    <a:pt x="6966" y="4625"/>
                  </a:cubicBezTo>
                  <a:lnTo>
                    <a:pt x="6894" y="4625"/>
                  </a:lnTo>
                  <a:lnTo>
                    <a:pt x="6894" y="4613"/>
                  </a:lnTo>
                  <a:cubicBezTo>
                    <a:pt x="6894" y="4518"/>
                    <a:pt x="6811" y="4446"/>
                    <a:pt x="6728" y="4446"/>
                  </a:cubicBezTo>
                  <a:cubicBezTo>
                    <a:pt x="6632" y="4446"/>
                    <a:pt x="6561" y="4518"/>
                    <a:pt x="6561" y="4613"/>
                  </a:cubicBezTo>
                  <a:cubicBezTo>
                    <a:pt x="6561" y="4815"/>
                    <a:pt x="6537" y="5006"/>
                    <a:pt x="6478" y="5208"/>
                  </a:cubicBezTo>
                  <a:cubicBezTo>
                    <a:pt x="6359" y="4982"/>
                    <a:pt x="6120" y="4803"/>
                    <a:pt x="5835" y="4803"/>
                  </a:cubicBezTo>
                  <a:lnTo>
                    <a:pt x="3001" y="4803"/>
                  </a:lnTo>
                  <a:cubicBezTo>
                    <a:pt x="2727" y="4803"/>
                    <a:pt x="2489" y="4970"/>
                    <a:pt x="2370" y="5208"/>
                  </a:cubicBezTo>
                  <a:cubicBezTo>
                    <a:pt x="2310" y="5006"/>
                    <a:pt x="2275" y="4815"/>
                    <a:pt x="2275" y="4613"/>
                  </a:cubicBezTo>
                  <a:cubicBezTo>
                    <a:pt x="2275" y="4518"/>
                    <a:pt x="2203" y="4446"/>
                    <a:pt x="2108" y="4446"/>
                  </a:cubicBezTo>
                  <a:cubicBezTo>
                    <a:pt x="2025" y="4446"/>
                    <a:pt x="1953" y="4518"/>
                    <a:pt x="1953" y="4613"/>
                  </a:cubicBezTo>
                  <a:lnTo>
                    <a:pt x="1953" y="4625"/>
                  </a:lnTo>
                  <a:lnTo>
                    <a:pt x="1846" y="4625"/>
                  </a:lnTo>
                  <a:cubicBezTo>
                    <a:pt x="1775" y="4625"/>
                    <a:pt x="1691" y="4589"/>
                    <a:pt x="1632" y="4529"/>
                  </a:cubicBezTo>
                  <a:cubicBezTo>
                    <a:pt x="1572" y="4470"/>
                    <a:pt x="1560" y="4399"/>
                    <a:pt x="1560" y="4327"/>
                  </a:cubicBezTo>
                  <a:cubicBezTo>
                    <a:pt x="1572" y="4196"/>
                    <a:pt x="1715" y="4077"/>
                    <a:pt x="1858" y="4077"/>
                  </a:cubicBezTo>
                  <a:lnTo>
                    <a:pt x="2096" y="4077"/>
                  </a:lnTo>
                  <a:cubicBezTo>
                    <a:pt x="2382" y="4077"/>
                    <a:pt x="2620" y="3839"/>
                    <a:pt x="2620" y="3553"/>
                  </a:cubicBezTo>
                  <a:lnTo>
                    <a:pt x="2620" y="2672"/>
                  </a:lnTo>
                  <a:cubicBezTo>
                    <a:pt x="2620" y="2601"/>
                    <a:pt x="2644" y="2541"/>
                    <a:pt x="2703" y="2505"/>
                  </a:cubicBezTo>
                  <a:cubicBezTo>
                    <a:pt x="2787" y="2470"/>
                    <a:pt x="2810" y="2363"/>
                    <a:pt x="2763" y="2291"/>
                  </a:cubicBezTo>
                  <a:cubicBezTo>
                    <a:pt x="2739" y="2236"/>
                    <a:pt x="2685" y="2207"/>
                    <a:pt x="2630" y="2207"/>
                  </a:cubicBezTo>
                  <a:cubicBezTo>
                    <a:pt x="2602" y="2207"/>
                    <a:pt x="2573" y="2215"/>
                    <a:pt x="2549" y="2232"/>
                  </a:cubicBezTo>
                  <a:cubicBezTo>
                    <a:pt x="2382" y="2315"/>
                    <a:pt x="2287" y="2494"/>
                    <a:pt x="2287" y="2672"/>
                  </a:cubicBezTo>
                  <a:lnTo>
                    <a:pt x="2287" y="3553"/>
                  </a:lnTo>
                  <a:cubicBezTo>
                    <a:pt x="2287" y="3660"/>
                    <a:pt x="2203" y="3744"/>
                    <a:pt x="2096" y="3744"/>
                  </a:cubicBezTo>
                  <a:lnTo>
                    <a:pt x="2072" y="3744"/>
                  </a:lnTo>
                  <a:lnTo>
                    <a:pt x="1929" y="2482"/>
                  </a:lnTo>
                  <a:cubicBezTo>
                    <a:pt x="1894" y="2089"/>
                    <a:pt x="1989" y="1708"/>
                    <a:pt x="2215" y="1398"/>
                  </a:cubicBezTo>
                  <a:close/>
                  <a:moveTo>
                    <a:pt x="5823" y="5125"/>
                  </a:moveTo>
                  <a:cubicBezTo>
                    <a:pt x="6025" y="5125"/>
                    <a:pt x="6192" y="5291"/>
                    <a:pt x="6192" y="5506"/>
                  </a:cubicBezTo>
                  <a:lnTo>
                    <a:pt x="6192" y="5684"/>
                  </a:lnTo>
                  <a:cubicBezTo>
                    <a:pt x="6192" y="6661"/>
                    <a:pt x="5382" y="7470"/>
                    <a:pt x="4406" y="7470"/>
                  </a:cubicBezTo>
                  <a:cubicBezTo>
                    <a:pt x="3418" y="7470"/>
                    <a:pt x="2620" y="6661"/>
                    <a:pt x="2620" y="5684"/>
                  </a:cubicBezTo>
                  <a:lnTo>
                    <a:pt x="2620" y="5506"/>
                  </a:lnTo>
                  <a:cubicBezTo>
                    <a:pt x="2620" y="5291"/>
                    <a:pt x="2775" y="5125"/>
                    <a:pt x="2989" y="5125"/>
                  </a:cubicBezTo>
                  <a:close/>
                  <a:moveTo>
                    <a:pt x="2114" y="1"/>
                  </a:moveTo>
                  <a:cubicBezTo>
                    <a:pt x="2100" y="1"/>
                    <a:pt x="2086" y="2"/>
                    <a:pt x="2072" y="5"/>
                  </a:cubicBezTo>
                  <a:cubicBezTo>
                    <a:pt x="2013" y="29"/>
                    <a:pt x="1965" y="77"/>
                    <a:pt x="1953" y="136"/>
                  </a:cubicBezTo>
                  <a:cubicBezTo>
                    <a:pt x="1953" y="172"/>
                    <a:pt x="1870" y="577"/>
                    <a:pt x="2072" y="1053"/>
                  </a:cubicBezTo>
                  <a:cubicBezTo>
                    <a:pt x="1727" y="1446"/>
                    <a:pt x="1572" y="1970"/>
                    <a:pt x="1620" y="2494"/>
                  </a:cubicBezTo>
                  <a:lnTo>
                    <a:pt x="1751" y="3732"/>
                  </a:lnTo>
                  <a:cubicBezTo>
                    <a:pt x="1489" y="3779"/>
                    <a:pt x="1275" y="3994"/>
                    <a:pt x="1251" y="4268"/>
                  </a:cubicBezTo>
                  <a:cubicBezTo>
                    <a:pt x="1239" y="4446"/>
                    <a:pt x="1298" y="4613"/>
                    <a:pt x="1394" y="4744"/>
                  </a:cubicBezTo>
                  <a:cubicBezTo>
                    <a:pt x="1513" y="4875"/>
                    <a:pt x="1679" y="4934"/>
                    <a:pt x="1846" y="4934"/>
                  </a:cubicBezTo>
                  <a:lnTo>
                    <a:pt x="1965" y="4934"/>
                  </a:lnTo>
                  <a:cubicBezTo>
                    <a:pt x="2013" y="5280"/>
                    <a:pt x="2132" y="5589"/>
                    <a:pt x="2310" y="5887"/>
                  </a:cubicBezTo>
                  <a:cubicBezTo>
                    <a:pt x="2334" y="6196"/>
                    <a:pt x="2441" y="6482"/>
                    <a:pt x="2584" y="6732"/>
                  </a:cubicBezTo>
                  <a:cubicBezTo>
                    <a:pt x="2429" y="6768"/>
                    <a:pt x="2287" y="6899"/>
                    <a:pt x="2287" y="7077"/>
                  </a:cubicBezTo>
                  <a:lnTo>
                    <a:pt x="2287" y="7923"/>
                  </a:lnTo>
                  <a:cubicBezTo>
                    <a:pt x="2287" y="8089"/>
                    <a:pt x="2191" y="8220"/>
                    <a:pt x="2037" y="8268"/>
                  </a:cubicBezTo>
                  <a:lnTo>
                    <a:pt x="858" y="8625"/>
                  </a:lnTo>
                  <a:cubicBezTo>
                    <a:pt x="346" y="8792"/>
                    <a:pt x="1" y="9244"/>
                    <a:pt x="1" y="9804"/>
                  </a:cubicBezTo>
                  <a:lnTo>
                    <a:pt x="1" y="11137"/>
                  </a:lnTo>
                  <a:cubicBezTo>
                    <a:pt x="1" y="11233"/>
                    <a:pt x="72" y="11304"/>
                    <a:pt x="167" y="11304"/>
                  </a:cubicBezTo>
                  <a:cubicBezTo>
                    <a:pt x="251" y="11304"/>
                    <a:pt x="322" y="11233"/>
                    <a:pt x="322" y="11137"/>
                  </a:cubicBezTo>
                  <a:lnTo>
                    <a:pt x="322" y="9804"/>
                  </a:lnTo>
                  <a:cubicBezTo>
                    <a:pt x="322" y="9399"/>
                    <a:pt x="584" y="9054"/>
                    <a:pt x="953" y="8935"/>
                  </a:cubicBezTo>
                  <a:lnTo>
                    <a:pt x="2025" y="8613"/>
                  </a:lnTo>
                  <a:cubicBezTo>
                    <a:pt x="2322" y="9352"/>
                    <a:pt x="3287" y="9887"/>
                    <a:pt x="4394" y="9887"/>
                  </a:cubicBezTo>
                  <a:cubicBezTo>
                    <a:pt x="4775" y="9887"/>
                    <a:pt x="5168" y="9828"/>
                    <a:pt x="5501" y="9697"/>
                  </a:cubicBezTo>
                  <a:cubicBezTo>
                    <a:pt x="5597" y="9661"/>
                    <a:pt x="5644" y="9578"/>
                    <a:pt x="5608" y="9482"/>
                  </a:cubicBezTo>
                  <a:cubicBezTo>
                    <a:pt x="5590" y="9418"/>
                    <a:pt x="5529" y="9375"/>
                    <a:pt x="5464" y="9375"/>
                  </a:cubicBezTo>
                  <a:cubicBezTo>
                    <a:pt x="5445" y="9375"/>
                    <a:pt x="5425" y="9379"/>
                    <a:pt x="5406" y="9387"/>
                  </a:cubicBezTo>
                  <a:cubicBezTo>
                    <a:pt x="5085" y="9482"/>
                    <a:pt x="4751" y="9554"/>
                    <a:pt x="4394" y="9554"/>
                  </a:cubicBezTo>
                  <a:cubicBezTo>
                    <a:pt x="3870" y="9554"/>
                    <a:pt x="3382" y="9435"/>
                    <a:pt x="2989" y="9197"/>
                  </a:cubicBezTo>
                  <a:cubicBezTo>
                    <a:pt x="2668" y="8994"/>
                    <a:pt x="2429" y="8744"/>
                    <a:pt x="2322" y="8459"/>
                  </a:cubicBezTo>
                  <a:cubicBezTo>
                    <a:pt x="2501" y="8328"/>
                    <a:pt x="2608" y="8125"/>
                    <a:pt x="2608" y="7899"/>
                  </a:cubicBezTo>
                  <a:lnTo>
                    <a:pt x="2608" y="7054"/>
                  </a:lnTo>
                  <a:cubicBezTo>
                    <a:pt x="2608" y="7054"/>
                    <a:pt x="2608" y="7030"/>
                    <a:pt x="2620" y="7030"/>
                  </a:cubicBezTo>
                  <a:lnTo>
                    <a:pt x="2810" y="7030"/>
                  </a:lnTo>
                  <a:cubicBezTo>
                    <a:pt x="3191" y="7470"/>
                    <a:pt x="3763" y="7744"/>
                    <a:pt x="4382" y="7744"/>
                  </a:cubicBezTo>
                  <a:cubicBezTo>
                    <a:pt x="5013" y="7744"/>
                    <a:pt x="5573" y="7482"/>
                    <a:pt x="5966" y="7030"/>
                  </a:cubicBezTo>
                  <a:lnTo>
                    <a:pt x="6156" y="7030"/>
                  </a:lnTo>
                  <a:cubicBezTo>
                    <a:pt x="6156" y="7030"/>
                    <a:pt x="6168" y="7030"/>
                    <a:pt x="6168" y="7054"/>
                  </a:cubicBezTo>
                  <a:lnTo>
                    <a:pt x="6168" y="7899"/>
                  </a:lnTo>
                  <a:cubicBezTo>
                    <a:pt x="6168" y="8125"/>
                    <a:pt x="6275" y="8328"/>
                    <a:pt x="6454" y="8459"/>
                  </a:cubicBezTo>
                  <a:cubicBezTo>
                    <a:pt x="6382" y="8673"/>
                    <a:pt x="6216" y="8875"/>
                    <a:pt x="5989" y="9042"/>
                  </a:cubicBezTo>
                  <a:cubicBezTo>
                    <a:pt x="5918" y="9101"/>
                    <a:pt x="5906" y="9209"/>
                    <a:pt x="5966" y="9280"/>
                  </a:cubicBezTo>
                  <a:cubicBezTo>
                    <a:pt x="5989" y="9328"/>
                    <a:pt x="6037" y="9340"/>
                    <a:pt x="6097" y="9340"/>
                  </a:cubicBezTo>
                  <a:cubicBezTo>
                    <a:pt x="6132" y="9340"/>
                    <a:pt x="6168" y="9328"/>
                    <a:pt x="6204" y="9316"/>
                  </a:cubicBezTo>
                  <a:cubicBezTo>
                    <a:pt x="6466" y="9101"/>
                    <a:pt x="6644" y="8863"/>
                    <a:pt x="6751" y="8601"/>
                  </a:cubicBezTo>
                  <a:lnTo>
                    <a:pt x="7823" y="8923"/>
                  </a:lnTo>
                  <a:cubicBezTo>
                    <a:pt x="8204" y="9042"/>
                    <a:pt x="8454" y="9387"/>
                    <a:pt x="8454" y="9792"/>
                  </a:cubicBezTo>
                  <a:lnTo>
                    <a:pt x="8454" y="11126"/>
                  </a:lnTo>
                  <a:cubicBezTo>
                    <a:pt x="8454" y="11221"/>
                    <a:pt x="8525" y="11292"/>
                    <a:pt x="8621" y="11292"/>
                  </a:cubicBezTo>
                  <a:cubicBezTo>
                    <a:pt x="8704" y="11292"/>
                    <a:pt x="8776" y="11221"/>
                    <a:pt x="8776" y="11126"/>
                  </a:cubicBezTo>
                  <a:lnTo>
                    <a:pt x="8776" y="9792"/>
                  </a:lnTo>
                  <a:cubicBezTo>
                    <a:pt x="8823" y="9280"/>
                    <a:pt x="8478" y="8804"/>
                    <a:pt x="7966" y="8661"/>
                  </a:cubicBezTo>
                  <a:lnTo>
                    <a:pt x="6787" y="8304"/>
                  </a:lnTo>
                  <a:cubicBezTo>
                    <a:pt x="6632" y="8256"/>
                    <a:pt x="6537" y="8101"/>
                    <a:pt x="6537" y="7958"/>
                  </a:cubicBezTo>
                  <a:lnTo>
                    <a:pt x="6537" y="7113"/>
                  </a:lnTo>
                  <a:cubicBezTo>
                    <a:pt x="6537" y="6935"/>
                    <a:pt x="6394" y="6792"/>
                    <a:pt x="6239" y="6768"/>
                  </a:cubicBezTo>
                  <a:cubicBezTo>
                    <a:pt x="6382" y="6518"/>
                    <a:pt x="6490" y="6232"/>
                    <a:pt x="6513" y="5923"/>
                  </a:cubicBezTo>
                  <a:cubicBezTo>
                    <a:pt x="6692" y="5625"/>
                    <a:pt x="6811" y="5303"/>
                    <a:pt x="6859" y="4970"/>
                  </a:cubicBezTo>
                  <a:lnTo>
                    <a:pt x="6966" y="4970"/>
                  </a:lnTo>
                  <a:cubicBezTo>
                    <a:pt x="7287" y="4970"/>
                    <a:pt x="7561" y="4732"/>
                    <a:pt x="7585" y="4410"/>
                  </a:cubicBezTo>
                  <a:cubicBezTo>
                    <a:pt x="7609" y="4232"/>
                    <a:pt x="7549" y="4077"/>
                    <a:pt x="7442" y="3934"/>
                  </a:cubicBezTo>
                  <a:cubicBezTo>
                    <a:pt x="7347" y="3839"/>
                    <a:pt x="7216" y="3779"/>
                    <a:pt x="7085" y="3744"/>
                  </a:cubicBezTo>
                  <a:lnTo>
                    <a:pt x="7216" y="2505"/>
                  </a:lnTo>
                  <a:cubicBezTo>
                    <a:pt x="7275" y="1958"/>
                    <a:pt x="7097" y="1422"/>
                    <a:pt x="6728" y="1005"/>
                  </a:cubicBezTo>
                  <a:cubicBezTo>
                    <a:pt x="6359" y="600"/>
                    <a:pt x="5835" y="362"/>
                    <a:pt x="5287" y="362"/>
                  </a:cubicBezTo>
                  <a:lnTo>
                    <a:pt x="3525" y="362"/>
                  </a:lnTo>
                  <a:cubicBezTo>
                    <a:pt x="2918" y="362"/>
                    <a:pt x="2406" y="243"/>
                    <a:pt x="2227" y="53"/>
                  </a:cubicBezTo>
                  <a:cubicBezTo>
                    <a:pt x="2200" y="16"/>
                    <a:pt x="2159" y="1"/>
                    <a:pt x="2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2" name="Google Shape;11562;p65"/>
          <p:cNvGrpSpPr/>
          <p:nvPr/>
        </p:nvGrpSpPr>
        <p:grpSpPr>
          <a:xfrm>
            <a:off x="7147315" y="1793646"/>
            <a:ext cx="279513" cy="357636"/>
            <a:chOff x="7147315" y="1969046"/>
            <a:chExt cx="279513" cy="357636"/>
          </a:xfrm>
        </p:grpSpPr>
        <p:sp>
          <p:nvSpPr>
            <p:cNvPr id="11563" name="Google Shape;11563;p65"/>
            <p:cNvSpPr/>
            <p:nvPr/>
          </p:nvSpPr>
          <p:spPr>
            <a:xfrm>
              <a:off x="7248026" y="2081098"/>
              <a:ext cx="10581" cy="16252"/>
            </a:xfrm>
            <a:custGeom>
              <a:avLst/>
              <a:gdLst/>
              <a:ahLst/>
              <a:cxnLst/>
              <a:rect l="l" t="t" r="r" b="b"/>
              <a:pathLst>
                <a:path w="334" h="513" extrusionOk="0">
                  <a:moveTo>
                    <a:pt x="167" y="0"/>
                  </a:moveTo>
                  <a:cubicBezTo>
                    <a:pt x="83" y="0"/>
                    <a:pt x="0" y="72"/>
                    <a:pt x="0" y="167"/>
                  </a:cubicBezTo>
                  <a:lnTo>
                    <a:pt x="0" y="345"/>
                  </a:lnTo>
                  <a:cubicBezTo>
                    <a:pt x="0" y="429"/>
                    <a:pt x="83" y="512"/>
                    <a:pt x="167" y="512"/>
                  </a:cubicBezTo>
                  <a:cubicBezTo>
                    <a:pt x="262" y="512"/>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65"/>
            <p:cNvSpPr/>
            <p:nvPr/>
          </p:nvSpPr>
          <p:spPr>
            <a:xfrm>
              <a:off x="7315536" y="2081098"/>
              <a:ext cx="10581" cy="16252"/>
            </a:xfrm>
            <a:custGeom>
              <a:avLst/>
              <a:gdLst/>
              <a:ahLst/>
              <a:cxnLst/>
              <a:rect l="l" t="t" r="r" b="b"/>
              <a:pathLst>
                <a:path w="334" h="513" extrusionOk="0">
                  <a:moveTo>
                    <a:pt x="167" y="0"/>
                  </a:moveTo>
                  <a:cubicBezTo>
                    <a:pt x="72" y="0"/>
                    <a:pt x="0" y="72"/>
                    <a:pt x="0" y="167"/>
                  </a:cubicBezTo>
                  <a:lnTo>
                    <a:pt x="0" y="345"/>
                  </a:lnTo>
                  <a:cubicBezTo>
                    <a:pt x="0" y="429"/>
                    <a:pt x="72" y="512"/>
                    <a:pt x="167" y="512"/>
                  </a:cubicBezTo>
                  <a:cubicBezTo>
                    <a:pt x="250" y="512"/>
                    <a:pt x="322" y="429"/>
                    <a:pt x="322" y="345"/>
                  </a:cubicBezTo>
                  <a:lnTo>
                    <a:pt x="322"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65"/>
            <p:cNvSpPr/>
            <p:nvPr/>
          </p:nvSpPr>
          <p:spPr>
            <a:xfrm>
              <a:off x="7241595" y="2064308"/>
              <a:ext cx="28702" cy="16442"/>
            </a:xfrm>
            <a:custGeom>
              <a:avLst/>
              <a:gdLst/>
              <a:ahLst/>
              <a:cxnLst/>
              <a:rect l="l" t="t" r="r" b="b"/>
              <a:pathLst>
                <a:path w="906" h="519" extrusionOk="0">
                  <a:moveTo>
                    <a:pt x="190" y="0"/>
                  </a:moveTo>
                  <a:cubicBezTo>
                    <a:pt x="116" y="0"/>
                    <a:pt x="54" y="45"/>
                    <a:pt x="25" y="113"/>
                  </a:cubicBezTo>
                  <a:cubicBezTo>
                    <a:pt x="1" y="209"/>
                    <a:pt x="48" y="292"/>
                    <a:pt x="132" y="316"/>
                  </a:cubicBezTo>
                  <a:lnTo>
                    <a:pt x="667" y="494"/>
                  </a:lnTo>
                  <a:cubicBezTo>
                    <a:pt x="679" y="494"/>
                    <a:pt x="703" y="518"/>
                    <a:pt x="727" y="518"/>
                  </a:cubicBezTo>
                  <a:cubicBezTo>
                    <a:pt x="798" y="518"/>
                    <a:pt x="858" y="471"/>
                    <a:pt x="894" y="399"/>
                  </a:cubicBezTo>
                  <a:cubicBezTo>
                    <a:pt x="906" y="304"/>
                    <a:pt x="858" y="221"/>
                    <a:pt x="775" y="185"/>
                  </a:cubicBezTo>
                  <a:lnTo>
                    <a:pt x="239" y="6"/>
                  </a:lnTo>
                  <a:cubicBezTo>
                    <a:pt x="222" y="2"/>
                    <a:pt x="206"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65"/>
            <p:cNvSpPr/>
            <p:nvPr/>
          </p:nvSpPr>
          <p:spPr>
            <a:xfrm>
              <a:off x="7303466" y="2064276"/>
              <a:ext cx="28702" cy="16474"/>
            </a:xfrm>
            <a:custGeom>
              <a:avLst/>
              <a:gdLst/>
              <a:ahLst/>
              <a:cxnLst/>
              <a:rect l="l" t="t" r="r" b="b"/>
              <a:pathLst>
                <a:path w="906" h="520" extrusionOk="0">
                  <a:moveTo>
                    <a:pt x="718" y="0"/>
                  </a:moveTo>
                  <a:cubicBezTo>
                    <a:pt x="701" y="0"/>
                    <a:pt x="684" y="2"/>
                    <a:pt x="667" y="7"/>
                  </a:cubicBezTo>
                  <a:lnTo>
                    <a:pt x="131" y="186"/>
                  </a:lnTo>
                  <a:cubicBezTo>
                    <a:pt x="36" y="222"/>
                    <a:pt x="0" y="305"/>
                    <a:pt x="24" y="400"/>
                  </a:cubicBezTo>
                  <a:cubicBezTo>
                    <a:pt x="60" y="472"/>
                    <a:pt x="108" y="519"/>
                    <a:pt x="191" y="519"/>
                  </a:cubicBezTo>
                  <a:cubicBezTo>
                    <a:pt x="203" y="519"/>
                    <a:pt x="215" y="519"/>
                    <a:pt x="250" y="495"/>
                  </a:cubicBezTo>
                  <a:lnTo>
                    <a:pt x="786" y="317"/>
                  </a:lnTo>
                  <a:cubicBezTo>
                    <a:pt x="858" y="293"/>
                    <a:pt x="905" y="210"/>
                    <a:pt x="870" y="114"/>
                  </a:cubicBezTo>
                  <a:cubicBezTo>
                    <a:pt x="850" y="38"/>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65"/>
            <p:cNvSpPr/>
            <p:nvPr/>
          </p:nvSpPr>
          <p:spPr>
            <a:xfrm>
              <a:off x="7281575" y="2277229"/>
              <a:ext cx="10993" cy="49452"/>
            </a:xfrm>
            <a:custGeom>
              <a:avLst/>
              <a:gdLst/>
              <a:ahLst/>
              <a:cxnLst/>
              <a:rect l="l" t="t" r="r" b="b"/>
              <a:pathLst>
                <a:path w="347" h="1561" extrusionOk="0">
                  <a:moveTo>
                    <a:pt x="167" y="0"/>
                  </a:moveTo>
                  <a:cubicBezTo>
                    <a:pt x="72" y="0"/>
                    <a:pt x="1" y="72"/>
                    <a:pt x="1" y="167"/>
                  </a:cubicBezTo>
                  <a:lnTo>
                    <a:pt x="1" y="1405"/>
                  </a:lnTo>
                  <a:cubicBezTo>
                    <a:pt x="1" y="1489"/>
                    <a:pt x="72" y="1560"/>
                    <a:pt x="167" y="1560"/>
                  </a:cubicBezTo>
                  <a:cubicBezTo>
                    <a:pt x="251" y="1560"/>
                    <a:pt x="334" y="1489"/>
                    <a:pt x="334" y="1405"/>
                  </a:cubicBezTo>
                  <a:lnTo>
                    <a:pt x="334" y="167"/>
                  </a:lnTo>
                  <a:cubicBezTo>
                    <a:pt x="346" y="72"/>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65"/>
            <p:cNvSpPr/>
            <p:nvPr/>
          </p:nvSpPr>
          <p:spPr>
            <a:xfrm>
              <a:off x="7147315" y="1969046"/>
              <a:ext cx="279513" cy="357255"/>
            </a:xfrm>
            <a:custGeom>
              <a:avLst/>
              <a:gdLst/>
              <a:ahLst/>
              <a:cxnLst/>
              <a:rect l="l" t="t" r="r" b="b"/>
              <a:pathLst>
                <a:path w="8823" h="11277" extrusionOk="0">
                  <a:moveTo>
                    <a:pt x="4906" y="370"/>
                  </a:moveTo>
                  <a:cubicBezTo>
                    <a:pt x="5977" y="370"/>
                    <a:pt x="6858" y="1239"/>
                    <a:pt x="6858" y="2323"/>
                  </a:cubicBezTo>
                  <a:lnTo>
                    <a:pt x="6858" y="3394"/>
                  </a:lnTo>
                  <a:lnTo>
                    <a:pt x="6632" y="3394"/>
                  </a:lnTo>
                  <a:cubicBezTo>
                    <a:pt x="6632" y="3394"/>
                    <a:pt x="6620" y="3394"/>
                    <a:pt x="6620" y="3370"/>
                  </a:cubicBezTo>
                  <a:cubicBezTo>
                    <a:pt x="6549" y="3001"/>
                    <a:pt x="6275" y="2037"/>
                    <a:pt x="5537" y="1311"/>
                  </a:cubicBezTo>
                  <a:cubicBezTo>
                    <a:pt x="5507" y="1281"/>
                    <a:pt x="5465" y="1266"/>
                    <a:pt x="5422" y="1266"/>
                  </a:cubicBezTo>
                  <a:cubicBezTo>
                    <a:pt x="5379" y="1266"/>
                    <a:pt x="5334" y="1281"/>
                    <a:pt x="5298" y="1311"/>
                  </a:cubicBezTo>
                  <a:cubicBezTo>
                    <a:pt x="5298" y="1311"/>
                    <a:pt x="4822" y="1787"/>
                    <a:pt x="4358" y="1965"/>
                  </a:cubicBezTo>
                  <a:cubicBezTo>
                    <a:pt x="3882" y="1787"/>
                    <a:pt x="3417" y="1323"/>
                    <a:pt x="3417" y="1311"/>
                  </a:cubicBezTo>
                  <a:cubicBezTo>
                    <a:pt x="3387" y="1281"/>
                    <a:pt x="3349" y="1266"/>
                    <a:pt x="3307" y="1266"/>
                  </a:cubicBezTo>
                  <a:cubicBezTo>
                    <a:pt x="3265" y="1266"/>
                    <a:pt x="3221" y="1281"/>
                    <a:pt x="3179" y="1311"/>
                  </a:cubicBezTo>
                  <a:cubicBezTo>
                    <a:pt x="3120" y="1370"/>
                    <a:pt x="3060" y="1442"/>
                    <a:pt x="3001" y="1513"/>
                  </a:cubicBezTo>
                  <a:cubicBezTo>
                    <a:pt x="2941" y="1584"/>
                    <a:pt x="2965" y="1692"/>
                    <a:pt x="3024" y="1751"/>
                  </a:cubicBezTo>
                  <a:cubicBezTo>
                    <a:pt x="3057" y="1778"/>
                    <a:pt x="3096" y="1790"/>
                    <a:pt x="3134" y="1790"/>
                  </a:cubicBezTo>
                  <a:cubicBezTo>
                    <a:pt x="3180" y="1790"/>
                    <a:pt x="3224" y="1772"/>
                    <a:pt x="3251" y="1739"/>
                  </a:cubicBezTo>
                  <a:cubicBezTo>
                    <a:pt x="3274" y="1704"/>
                    <a:pt x="3298" y="1692"/>
                    <a:pt x="3322" y="1680"/>
                  </a:cubicBezTo>
                  <a:cubicBezTo>
                    <a:pt x="3513" y="1858"/>
                    <a:pt x="3917" y="2168"/>
                    <a:pt x="4310" y="2299"/>
                  </a:cubicBezTo>
                  <a:cubicBezTo>
                    <a:pt x="4328" y="2311"/>
                    <a:pt x="4349" y="2317"/>
                    <a:pt x="4368" y="2317"/>
                  </a:cubicBezTo>
                  <a:cubicBezTo>
                    <a:pt x="4388" y="2317"/>
                    <a:pt x="4405" y="2311"/>
                    <a:pt x="4417" y="2299"/>
                  </a:cubicBezTo>
                  <a:cubicBezTo>
                    <a:pt x="4822" y="2168"/>
                    <a:pt x="5227" y="1834"/>
                    <a:pt x="5418" y="1680"/>
                  </a:cubicBezTo>
                  <a:cubicBezTo>
                    <a:pt x="6001" y="2335"/>
                    <a:pt x="6215" y="3132"/>
                    <a:pt x="6299" y="3466"/>
                  </a:cubicBezTo>
                  <a:cubicBezTo>
                    <a:pt x="6322" y="3632"/>
                    <a:pt x="6477" y="3728"/>
                    <a:pt x="6620" y="3728"/>
                  </a:cubicBezTo>
                  <a:lnTo>
                    <a:pt x="6918" y="3728"/>
                  </a:lnTo>
                  <a:cubicBezTo>
                    <a:pt x="6989" y="3728"/>
                    <a:pt x="7072" y="3763"/>
                    <a:pt x="7132" y="3823"/>
                  </a:cubicBezTo>
                  <a:cubicBezTo>
                    <a:pt x="7192" y="3882"/>
                    <a:pt x="7203" y="3954"/>
                    <a:pt x="7203" y="4025"/>
                  </a:cubicBezTo>
                  <a:cubicBezTo>
                    <a:pt x="7192" y="4168"/>
                    <a:pt x="7049" y="4287"/>
                    <a:pt x="6906" y="4287"/>
                  </a:cubicBezTo>
                  <a:lnTo>
                    <a:pt x="6834" y="4287"/>
                  </a:lnTo>
                  <a:lnTo>
                    <a:pt x="6834" y="4263"/>
                  </a:lnTo>
                  <a:cubicBezTo>
                    <a:pt x="6834" y="4180"/>
                    <a:pt x="6751" y="4097"/>
                    <a:pt x="6668" y="4097"/>
                  </a:cubicBezTo>
                  <a:cubicBezTo>
                    <a:pt x="6572" y="4097"/>
                    <a:pt x="6501" y="4180"/>
                    <a:pt x="6501" y="4263"/>
                  </a:cubicBezTo>
                  <a:cubicBezTo>
                    <a:pt x="6501" y="5442"/>
                    <a:pt x="5548" y="6395"/>
                    <a:pt x="4370" y="6395"/>
                  </a:cubicBezTo>
                  <a:cubicBezTo>
                    <a:pt x="3203" y="6395"/>
                    <a:pt x="2250" y="5442"/>
                    <a:pt x="2250" y="4263"/>
                  </a:cubicBezTo>
                  <a:cubicBezTo>
                    <a:pt x="2250" y="4180"/>
                    <a:pt x="2167" y="4097"/>
                    <a:pt x="2084" y="4097"/>
                  </a:cubicBezTo>
                  <a:cubicBezTo>
                    <a:pt x="1989" y="4097"/>
                    <a:pt x="1953" y="4144"/>
                    <a:pt x="1953" y="4240"/>
                  </a:cubicBezTo>
                  <a:lnTo>
                    <a:pt x="1846" y="4251"/>
                  </a:lnTo>
                  <a:cubicBezTo>
                    <a:pt x="1774" y="4251"/>
                    <a:pt x="1691" y="4228"/>
                    <a:pt x="1631" y="4168"/>
                  </a:cubicBezTo>
                  <a:cubicBezTo>
                    <a:pt x="1572" y="4109"/>
                    <a:pt x="1560" y="4025"/>
                    <a:pt x="1560" y="3954"/>
                  </a:cubicBezTo>
                  <a:cubicBezTo>
                    <a:pt x="1572" y="3823"/>
                    <a:pt x="1715" y="3704"/>
                    <a:pt x="1858" y="3704"/>
                  </a:cubicBezTo>
                  <a:lnTo>
                    <a:pt x="2131" y="3704"/>
                  </a:lnTo>
                  <a:cubicBezTo>
                    <a:pt x="2286" y="3704"/>
                    <a:pt x="2429" y="3597"/>
                    <a:pt x="2453" y="3430"/>
                  </a:cubicBezTo>
                  <a:cubicBezTo>
                    <a:pt x="2500" y="3216"/>
                    <a:pt x="2631" y="2751"/>
                    <a:pt x="2905" y="2275"/>
                  </a:cubicBezTo>
                  <a:cubicBezTo>
                    <a:pt x="2941" y="2204"/>
                    <a:pt x="2917" y="2096"/>
                    <a:pt x="2846" y="2049"/>
                  </a:cubicBezTo>
                  <a:cubicBezTo>
                    <a:pt x="2820" y="2034"/>
                    <a:pt x="2791" y="2027"/>
                    <a:pt x="2763" y="2027"/>
                  </a:cubicBezTo>
                  <a:cubicBezTo>
                    <a:pt x="2702" y="2027"/>
                    <a:pt x="2644" y="2059"/>
                    <a:pt x="2620" y="2108"/>
                  </a:cubicBezTo>
                  <a:cubicBezTo>
                    <a:pt x="2322" y="2632"/>
                    <a:pt x="2203" y="3120"/>
                    <a:pt x="2143" y="3370"/>
                  </a:cubicBezTo>
                  <a:cubicBezTo>
                    <a:pt x="2143" y="3370"/>
                    <a:pt x="2143" y="3394"/>
                    <a:pt x="2131" y="3394"/>
                  </a:cubicBezTo>
                  <a:lnTo>
                    <a:pt x="1905" y="3394"/>
                  </a:lnTo>
                  <a:lnTo>
                    <a:pt x="1905" y="2323"/>
                  </a:lnTo>
                  <a:cubicBezTo>
                    <a:pt x="1905" y="1251"/>
                    <a:pt x="2786" y="370"/>
                    <a:pt x="3846" y="370"/>
                  </a:cubicBezTo>
                  <a:close/>
                  <a:moveTo>
                    <a:pt x="2096" y="5121"/>
                  </a:moveTo>
                  <a:cubicBezTo>
                    <a:pt x="2274" y="5573"/>
                    <a:pt x="2584" y="5978"/>
                    <a:pt x="2989" y="6264"/>
                  </a:cubicBezTo>
                  <a:lnTo>
                    <a:pt x="2989" y="7214"/>
                  </a:lnTo>
                  <a:lnTo>
                    <a:pt x="1357" y="5240"/>
                  </a:lnTo>
                  <a:lnTo>
                    <a:pt x="2096" y="5121"/>
                  </a:lnTo>
                  <a:close/>
                  <a:moveTo>
                    <a:pt x="6715" y="5121"/>
                  </a:moveTo>
                  <a:lnTo>
                    <a:pt x="7453" y="5240"/>
                  </a:lnTo>
                  <a:lnTo>
                    <a:pt x="5822" y="7228"/>
                  </a:lnTo>
                  <a:lnTo>
                    <a:pt x="5822" y="6264"/>
                  </a:lnTo>
                  <a:cubicBezTo>
                    <a:pt x="6215" y="5978"/>
                    <a:pt x="6537" y="5573"/>
                    <a:pt x="6715" y="5121"/>
                  </a:cubicBezTo>
                  <a:close/>
                  <a:moveTo>
                    <a:pt x="5489" y="6454"/>
                  </a:moveTo>
                  <a:lnTo>
                    <a:pt x="5489" y="7633"/>
                  </a:lnTo>
                  <a:lnTo>
                    <a:pt x="4417" y="8931"/>
                  </a:lnTo>
                  <a:lnTo>
                    <a:pt x="3346" y="7633"/>
                  </a:lnTo>
                  <a:lnTo>
                    <a:pt x="3346" y="6454"/>
                  </a:lnTo>
                  <a:cubicBezTo>
                    <a:pt x="3679" y="6621"/>
                    <a:pt x="4036" y="6704"/>
                    <a:pt x="4417" y="6704"/>
                  </a:cubicBezTo>
                  <a:cubicBezTo>
                    <a:pt x="4810" y="6704"/>
                    <a:pt x="5167" y="6621"/>
                    <a:pt x="5489" y="6454"/>
                  </a:cubicBezTo>
                  <a:close/>
                  <a:moveTo>
                    <a:pt x="3894" y="1"/>
                  </a:moveTo>
                  <a:cubicBezTo>
                    <a:pt x="2631" y="1"/>
                    <a:pt x="1608" y="1025"/>
                    <a:pt x="1608" y="2287"/>
                  </a:cubicBezTo>
                  <a:lnTo>
                    <a:pt x="1608" y="3418"/>
                  </a:lnTo>
                  <a:cubicBezTo>
                    <a:pt x="1417" y="3513"/>
                    <a:pt x="1274" y="3692"/>
                    <a:pt x="1250" y="3894"/>
                  </a:cubicBezTo>
                  <a:cubicBezTo>
                    <a:pt x="1238" y="4073"/>
                    <a:pt x="1286" y="4240"/>
                    <a:pt x="1393" y="4371"/>
                  </a:cubicBezTo>
                  <a:cubicBezTo>
                    <a:pt x="1512" y="4501"/>
                    <a:pt x="1679" y="4561"/>
                    <a:pt x="1846" y="4561"/>
                  </a:cubicBezTo>
                  <a:lnTo>
                    <a:pt x="1965" y="4561"/>
                  </a:lnTo>
                  <a:cubicBezTo>
                    <a:pt x="1977" y="4644"/>
                    <a:pt x="1989" y="4716"/>
                    <a:pt x="2000" y="4775"/>
                  </a:cubicBezTo>
                  <a:lnTo>
                    <a:pt x="1262" y="4894"/>
                  </a:lnTo>
                  <a:cubicBezTo>
                    <a:pt x="1155" y="4906"/>
                    <a:pt x="1048" y="4978"/>
                    <a:pt x="1012" y="5073"/>
                  </a:cubicBezTo>
                  <a:cubicBezTo>
                    <a:pt x="965" y="5180"/>
                    <a:pt x="965" y="5275"/>
                    <a:pt x="1012" y="5383"/>
                  </a:cubicBezTo>
                  <a:lnTo>
                    <a:pt x="2108" y="7502"/>
                  </a:lnTo>
                  <a:lnTo>
                    <a:pt x="857" y="7883"/>
                  </a:lnTo>
                  <a:cubicBezTo>
                    <a:pt x="334" y="8050"/>
                    <a:pt x="0" y="8514"/>
                    <a:pt x="0" y="9062"/>
                  </a:cubicBezTo>
                  <a:lnTo>
                    <a:pt x="0" y="11109"/>
                  </a:lnTo>
                  <a:cubicBezTo>
                    <a:pt x="0" y="11205"/>
                    <a:pt x="72" y="11276"/>
                    <a:pt x="155" y="11276"/>
                  </a:cubicBezTo>
                  <a:cubicBezTo>
                    <a:pt x="250" y="11276"/>
                    <a:pt x="322" y="11205"/>
                    <a:pt x="322" y="11109"/>
                  </a:cubicBezTo>
                  <a:lnTo>
                    <a:pt x="322" y="9062"/>
                  </a:lnTo>
                  <a:cubicBezTo>
                    <a:pt x="322" y="8943"/>
                    <a:pt x="357" y="8823"/>
                    <a:pt x="381" y="8716"/>
                  </a:cubicBezTo>
                  <a:lnTo>
                    <a:pt x="1215" y="9431"/>
                  </a:lnTo>
                  <a:cubicBezTo>
                    <a:pt x="1334" y="9538"/>
                    <a:pt x="1405" y="9681"/>
                    <a:pt x="1405" y="9847"/>
                  </a:cubicBezTo>
                  <a:lnTo>
                    <a:pt x="1405" y="11109"/>
                  </a:lnTo>
                  <a:cubicBezTo>
                    <a:pt x="1405" y="11205"/>
                    <a:pt x="1488" y="11276"/>
                    <a:pt x="1572" y="11276"/>
                  </a:cubicBezTo>
                  <a:cubicBezTo>
                    <a:pt x="1667" y="11276"/>
                    <a:pt x="1738" y="11205"/>
                    <a:pt x="1738" y="11109"/>
                  </a:cubicBezTo>
                  <a:lnTo>
                    <a:pt x="1738" y="9847"/>
                  </a:lnTo>
                  <a:cubicBezTo>
                    <a:pt x="1738" y="9597"/>
                    <a:pt x="1631" y="9359"/>
                    <a:pt x="1441" y="9181"/>
                  </a:cubicBezTo>
                  <a:lnTo>
                    <a:pt x="572" y="8431"/>
                  </a:lnTo>
                  <a:cubicBezTo>
                    <a:pt x="679" y="8335"/>
                    <a:pt x="810" y="8240"/>
                    <a:pt x="965" y="8192"/>
                  </a:cubicBezTo>
                  <a:lnTo>
                    <a:pt x="2274" y="7776"/>
                  </a:lnTo>
                  <a:lnTo>
                    <a:pt x="2989" y="9145"/>
                  </a:lnTo>
                  <a:lnTo>
                    <a:pt x="2762" y="9597"/>
                  </a:lnTo>
                  <a:cubicBezTo>
                    <a:pt x="2679" y="9776"/>
                    <a:pt x="2691" y="9966"/>
                    <a:pt x="2810" y="10133"/>
                  </a:cubicBezTo>
                  <a:lnTo>
                    <a:pt x="3572" y="11205"/>
                  </a:lnTo>
                  <a:cubicBezTo>
                    <a:pt x="3596" y="11252"/>
                    <a:pt x="3655" y="11276"/>
                    <a:pt x="3703" y="11276"/>
                  </a:cubicBezTo>
                  <a:cubicBezTo>
                    <a:pt x="3727" y="11276"/>
                    <a:pt x="3763" y="11264"/>
                    <a:pt x="3786" y="11252"/>
                  </a:cubicBezTo>
                  <a:cubicBezTo>
                    <a:pt x="3870" y="11193"/>
                    <a:pt x="3882" y="11086"/>
                    <a:pt x="3834" y="11014"/>
                  </a:cubicBezTo>
                  <a:lnTo>
                    <a:pt x="3072" y="9943"/>
                  </a:lnTo>
                  <a:cubicBezTo>
                    <a:pt x="3036" y="9883"/>
                    <a:pt x="3036" y="9800"/>
                    <a:pt x="3060" y="9740"/>
                  </a:cubicBezTo>
                  <a:lnTo>
                    <a:pt x="3310" y="9228"/>
                  </a:lnTo>
                  <a:cubicBezTo>
                    <a:pt x="3346" y="9181"/>
                    <a:pt x="3346" y="9121"/>
                    <a:pt x="3310" y="9073"/>
                  </a:cubicBezTo>
                  <a:lnTo>
                    <a:pt x="1917" y="6395"/>
                  </a:lnTo>
                  <a:lnTo>
                    <a:pt x="4263" y="9252"/>
                  </a:lnTo>
                  <a:cubicBezTo>
                    <a:pt x="4298" y="9300"/>
                    <a:pt x="4346" y="9312"/>
                    <a:pt x="4405" y="9312"/>
                  </a:cubicBezTo>
                  <a:cubicBezTo>
                    <a:pt x="4441" y="9312"/>
                    <a:pt x="4489" y="9300"/>
                    <a:pt x="4536" y="9252"/>
                  </a:cubicBezTo>
                  <a:lnTo>
                    <a:pt x="6882" y="6395"/>
                  </a:lnTo>
                  <a:lnTo>
                    <a:pt x="5489" y="9073"/>
                  </a:lnTo>
                  <a:cubicBezTo>
                    <a:pt x="5453" y="9121"/>
                    <a:pt x="5453" y="9181"/>
                    <a:pt x="5489" y="9228"/>
                  </a:cubicBezTo>
                  <a:lnTo>
                    <a:pt x="5739" y="9740"/>
                  </a:lnTo>
                  <a:cubicBezTo>
                    <a:pt x="5775" y="9800"/>
                    <a:pt x="5775" y="9871"/>
                    <a:pt x="5727" y="9943"/>
                  </a:cubicBezTo>
                  <a:lnTo>
                    <a:pt x="4965" y="11014"/>
                  </a:lnTo>
                  <a:cubicBezTo>
                    <a:pt x="4906" y="11086"/>
                    <a:pt x="4941" y="11193"/>
                    <a:pt x="5013" y="11252"/>
                  </a:cubicBezTo>
                  <a:cubicBezTo>
                    <a:pt x="5037" y="11264"/>
                    <a:pt x="5072" y="11276"/>
                    <a:pt x="5096" y="11276"/>
                  </a:cubicBezTo>
                  <a:cubicBezTo>
                    <a:pt x="5144" y="11276"/>
                    <a:pt x="5203" y="11252"/>
                    <a:pt x="5239" y="11205"/>
                  </a:cubicBezTo>
                  <a:lnTo>
                    <a:pt x="5989" y="10133"/>
                  </a:lnTo>
                  <a:cubicBezTo>
                    <a:pt x="6108" y="9966"/>
                    <a:pt x="6132" y="9776"/>
                    <a:pt x="6037" y="9597"/>
                  </a:cubicBezTo>
                  <a:lnTo>
                    <a:pt x="5810" y="9145"/>
                  </a:lnTo>
                  <a:lnTo>
                    <a:pt x="6525" y="7776"/>
                  </a:lnTo>
                  <a:lnTo>
                    <a:pt x="7834" y="8192"/>
                  </a:lnTo>
                  <a:cubicBezTo>
                    <a:pt x="7989" y="8240"/>
                    <a:pt x="8120" y="8335"/>
                    <a:pt x="8227" y="8431"/>
                  </a:cubicBezTo>
                  <a:lnTo>
                    <a:pt x="7358" y="9181"/>
                  </a:lnTo>
                  <a:cubicBezTo>
                    <a:pt x="7168" y="9347"/>
                    <a:pt x="7061" y="9585"/>
                    <a:pt x="7061" y="9847"/>
                  </a:cubicBezTo>
                  <a:lnTo>
                    <a:pt x="7061" y="11109"/>
                  </a:lnTo>
                  <a:cubicBezTo>
                    <a:pt x="7061" y="11205"/>
                    <a:pt x="7144" y="11276"/>
                    <a:pt x="7227" y="11276"/>
                  </a:cubicBezTo>
                  <a:cubicBezTo>
                    <a:pt x="7323" y="11276"/>
                    <a:pt x="7394" y="11205"/>
                    <a:pt x="7394" y="11109"/>
                  </a:cubicBezTo>
                  <a:lnTo>
                    <a:pt x="7394" y="9847"/>
                  </a:lnTo>
                  <a:cubicBezTo>
                    <a:pt x="7394" y="9681"/>
                    <a:pt x="7465" y="9538"/>
                    <a:pt x="7584" y="9431"/>
                  </a:cubicBezTo>
                  <a:lnTo>
                    <a:pt x="8418" y="8716"/>
                  </a:lnTo>
                  <a:cubicBezTo>
                    <a:pt x="8466" y="8823"/>
                    <a:pt x="8477" y="8943"/>
                    <a:pt x="8477" y="9062"/>
                  </a:cubicBezTo>
                  <a:lnTo>
                    <a:pt x="8477" y="11109"/>
                  </a:lnTo>
                  <a:cubicBezTo>
                    <a:pt x="8477" y="11205"/>
                    <a:pt x="8549" y="11276"/>
                    <a:pt x="8644" y="11276"/>
                  </a:cubicBezTo>
                  <a:cubicBezTo>
                    <a:pt x="8727" y="11276"/>
                    <a:pt x="8811" y="11205"/>
                    <a:pt x="8811" y="11109"/>
                  </a:cubicBezTo>
                  <a:lnTo>
                    <a:pt x="8811" y="9062"/>
                  </a:lnTo>
                  <a:cubicBezTo>
                    <a:pt x="8823" y="8538"/>
                    <a:pt x="8477" y="8073"/>
                    <a:pt x="7965" y="7919"/>
                  </a:cubicBezTo>
                  <a:lnTo>
                    <a:pt x="6715" y="7526"/>
                  </a:lnTo>
                  <a:lnTo>
                    <a:pt x="7811" y="5418"/>
                  </a:lnTo>
                  <a:cubicBezTo>
                    <a:pt x="7858" y="5311"/>
                    <a:pt x="7858" y="5204"/>
                    <a:pt x="7811" y="5097"/>
                  </a:cubicBezTo>
                  <a:cubicBezTo>
                    <a:pt x="7763" y="5002"/>
                    <a:pt x="7668" y="4942"/>
                    <a:pt x="7561" y="4918"/>
                  </a:cubicBezTo>
                  <a:lnTo>
                    <a:pt x="6811" y="4799"/>
                  </a:lnTo>
                  <a:cubicBezTo>
                    <a:pt x="6822" y="4728"/>
                    <a:pt x="6846" y="4656"/>
                    <a:pt x="6858" y="4597"/>
                  </a:cubicBezTo>
                  <a:lnTo>
                    <a:pt x="6965" y="4597"/>
                  </a:lnTo>
                  <a:cubicBezTo>
                    <a:pt x="7287" y="4597"/>
                    <a:pt x="7561" y="4359"/>
                    <a:pt x="7584" y="4049"/>
                  </a:cubicBezTo>
                  <a:cubicBezTo>
                    <a:pt x="7608" y="3870"/>
                    <a:pt x="7549" y="3704"/>
                    <a:pt x="7442" y="3573"/>
                  </a:cubicBezTo>
                  <a:cubicBezTo>
                    <a:pt x="7382" y="3513"/>
                    <a:pt x="7323" y="3466"/>
                    <a:pt x="7251" y="3418"/>
                  </a:cubicBezTo>
                  <a:lnTo>
                    <a:pt x="7251" y="2287"/>
                  </a:lnTo>
                  <a:cubicBezTo>
                    <a:pt x="7251" y="1025"/>
                    <a:pt x="6215" y="1"/>
                    <a:pt x="4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65"/>
            <p:cNvSpPr/>
            <p:nvPr/>
          </p:nvSpPr>
          <p:spPr>
            <a:xfrm>
              <a:off x="7248026" y="2111067"/>
              <a:ext cx="78471" cy="36052"/>
            </a:xfrm>
            <a:custGeom>
              <a:avLst/>
              <a:gdLst/>
              <a:ahLst/>
              <a:cxnLst/>
              <a:rect l="l" t="t" r="r" b="b"/>
              <a:pathLst>
                <a:path w="2477" h="1138" extrusionOk="0">
                  <a:moveTo>
                    <a:pt x="619" y="411"/>
                  </a:moveTo>
                  <a:cubicBezTo>
                    <a:pt x="679" y="411"/>
                    <a:pt x="738" y="423"/>
                    <a:pt x="798" y="423"/>
                  </a:cubicBezTo>
                  <a:lnTo>
                    <a:pt x="703" y="602"/>
                  </a:lnTo>
                  <a:lnTo>
                    <a:pt x="619" y="411"/>
                  </a:lnTo>
                  <a:close/>
                  <a:moveTo>
                    <a:pt x="1846" y="411"/>
                  </a:moveTo>
                  <a:lnTo>
                    <a:pt x="1762" y="602"/>
                  </a:lnTo>
                  <a:lnTo>
                    <a:pt x="1667" y="423"/>
                  </a:lnTo>
                  <a:cubicBezTo>
                    <a:pt x="1727" y="423"/>
                    <a:pt x="1786" y="411"/>
                    <a:pt x="1846" y="411"/>
                  </a:cubicBezTo>
                  <a:close/>
                  <a:moveTo>
                    <a:pt x="2310" y="1"/>
                  </a:moveTo>
                  <a:cubicBezTo>
                    <a:pt x="2295" y="1"/>
                    <a:pt x="2279" y="2"/>
                    <a:pt x="2262" y="7"/>
                  </a:cubicBezTo>
                  <a:cubicBezTo>
                    <a:pt x="1965" y="78"/>
                    <a:pt x="1607" y="114"/>
                    <a:pt x="1238" y="114"/>
                  </a:cubicBezTo>
                  <a:cubicBezTo>
                    <a:pt x="869" y="114"/>
                    <a:pt x="524" y="66"/>
                    <a:pt x="214" y="7"/>
                  </a:cubicBezTo>
                  <a:cubicBezTo>
                    <a:pt x="203" y="5"/>
                    <a:pt x="191" y="4"/>
                    <a:pt x="180" y="4"/>
                  </a:cubicBezTo>
                  <a:cubicBezTo>
                    <a:pt x="100" y="4"/>
                    <a:pt x="34" y="42"/>
                    <a:pt x="24" y="126"/>
                  </a:cubicBezTo>
                  <a:cubicBezTo>
                    <a:pt x="0" y="221"/>
                    <a:pt x="48" y="304"/>
                    <a:pt x="143" y="316"/>
                  </a:cubicBezTo>
                  <a:cubicBezTo>
                    <a:pt x="167" y="316"/>
                    <a:pt x="203" y="340"/>
                    <a:pt x="226" y="340"/>
                  </a:cubicBezTo>
                  <a:lnTo>
                    <a:pt x="560" y="1054"/>
                  </a:lnTo>
                  <a:cubicBezTo>
                    <a:pt x="584" y="1114"/>
                    <a:pt x="643" y="1138"/>
                    <a:pt x="703" y="1138"/>
                  </a:cubicBezTo>
                  <a:cubicBezTo>
                    <a:pt x="762" y="1138"/>
                    <a:pt x="822" y="1114"/>
                    <a:pt x="857" y="1054"/>
                  </a:cubicBezTo>
                  <a:lnTo>
                    <a:pt x="1167" y="435"/>
                  </a:lnTo>
                  <a:lnTo>
                    <a:pt x="1310" y="435"/>
                  </a:lnTo>
                  <a:lnTo>
                    <a:pt x="1619" y="1054"/>
                  </a:lnTo>
                  <a:cubicBezTo>
                    <a:pt x="1655" y="1114"/>
                    <a:pt x="1715" y="1138"/>
                    <a:pt x="1774" y="1138"/>
                  </a:cubicBezTo>
                  <a:cubicBezTo>
                    <a:pt x="1834" y="1138"/>
                    <a:pt x="1893" y="1090"/>
                    <a:pt x="1917" y="1054"/>
                  </a:cubicBezTo>
                  <a:lnTo>
                    <a:pt x="2250" y="340"/>
                  </a:lnTo>
                  <a:cubicBezTo>
                    <a:pt x="2274" y="340"/>
                    <a:pt x="2310" y="316"/>
                    <a:pt x="2334" y="316"/>
                  </a:cubicBezTo>
                  <a:cubicBezTo>
                    <a:pt x="2417" y="304"/>
                    <a:pt x="2477" y="221"/>
                    <a:pt x="2465" y="126"/>
                  </a:cubicBezTo>
                  <a:cubicBezTo>
                    <a:pt x="2445" y="47"/>
                    <a:pt x="2384"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0" name="Google Shape;11570;p65"/>
          <p:cNvGrpSpPr/>
          <p:nvPr/>
        </p:nvGrpSpPr>
        <p:grpSpPr>
          <a:xfrm>
            <a:off x="6697681" y="1792917"/>
            <a:ext cx="280305" cy="359093"/>
            <a:chOff x="6697681" y="1968317"/>
            <a:chExt cx="280305" cy="359093"/>
          </a:xfrm>
        </p:grpSpPr>
        <p:sp>
          <p:nvSpPr>
            <p:cNvPr id="11571" name="Google Shape;11571;p65"/>
            <p:cNvSpPr/>
            <p:nvPr/>
          </p:nvSpPr>
          <p:spPr>
            <a:xfrm>
              <a:off x="6799152" y="2092408"/>
              <a:ext cx="10613" cy="16252"/>
            </a:xfrm>
            <a:custGeom>
              <a:avLst/>
              <a:gdLst/>
              <a:ahLst/>
              <a:cxnLst/>
              <a:rect l="l" t="t" r="r" b="b"/>
              <a:pathLst>
                <a:path w="335" h="513" extrusionOk="0">
                  <a:moveTo>
                    <a:pt x="167" y="0"/>
                  </a:moveTo>
                  <a:cubicBezTo>
                    <a:pt x="84" y="0"/>
                    <a:pt x="1" y="72"/>
                    <a:pt x="1" y="167"/>
                  </a:cubicBezTo>
                  <a:lnTo>
                    <a:pt x="1" y="346"/>
                  </a:lnTo>
                  <a:cubicBezTo>
                    <a:pt x="1" y="429"/>
                    <a:pt x="84" y="512"/>
                    <a:pt x="167" y="512"/>
                  </a:cubicBezTo>
                  <a:cubicBezTo>
                    <a:pt x="251"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65"/>
            <p:cNvSpPr/>
            <p:nvPr/>
          </p:nvSpPr>
          <p:spPr>
            <a:xfrm>
              <a:off x="6866662" y="2092408"/>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3" name="Google Shape;11573;p65"/>
            <p:cNvSpPr/>
            <p:nvPr/>
          </p:nvSpPr>
          <p:spPr>
            <a:xfrm>
              <a:off x="6815372" y="2143032"/>
              <a:ext cx="45302" cy="15777"/>
            </a:xfrm>
            <a:custGeom>
              <a:avLst/>
              <a:gdLst/>
              <a:ahLst/>
              <a:cxnLst/>
              <a:rect l="l" t="t" r="r" b="b"/>
              <a:pathLst>
                <a:path w="1430" h="498" extrusionOk="0">
                  <a:moveTo>
                    <a:pt x="184" y="1"/>
                  </a:moveTo>
                  <a:cubicBezTo>
                    <a:pt x="141" y="1"/>
                    <a:pt x="96" y="16"/>
                    <a:pt x="60" y="45"/>
                  </a:cubicBezTo>
                  <a:cubicBezTo>
                    <a:pt x="1" y="105"/>
                    <a:pt x="1" y="200"/>
                    <a:pt x="60" y="283"/>
                  </a:cubicBezTo>
                  <a:cubicBezTo>
                    <a:pt x="203" y="414"/>
                    <a:pt x="441" y="498"/>
                    <a:pt x="703" y="498"/>
                  </a:cubicBezTo>
                  <a:cubicBezTo>
                    <a:pt x="965"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9"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65"/>
            <p:cNvSpPr/>
            <p:nvPr/>
          </p:nvSpPr>
          <p:spPr>
            <a:xfrm>
              <a:off x="6697681" y="1968317"/>
              <a:ext cx="280305" cy="358713"/>
            </a:xfrm>
            <a:custGeom>
              <a:avLst/>
              <a:gdLst/>
              <a:ahLst/>
              <a:cxnLst/>
              <a:rect l="l" t="t" r="r" b="b"/>
              <a:pathLst>
                <a:path w="8848" h="11323" extrusionOk="0">
                  <a:moveTo>
                    <a:pt x="4430" y="345"/>
                  </a:moveTo>
                  <a:cubicBezTo>
                    <a:pt x="4978" y="345"/>
                    <a:pt x="5502" y="512"/>
                    <a:pt x="5918" y="822"/>
                  </a:cubicBezTo>
                  <a:cubicBezTo>
                    <a:pt x="6252" y="1072"/>
                    <a:pt x="6526" y="1417"/>
                    <a:pt x="6668" y="1786"/>
                  </a:cubicBezTo>
                  <a:lnTo>
                    <a:pt x="6371" y="1786"/>
                  </a:lnTo>
                  <a:cubicBezTo>
                    <a:pt x="6287" y="1786"/>
                    <a:pt x="6216" y="1857"/>
                    <a:pt x="6216" y="1953"/>
                  </a:cubicBezTo>
                  <a:cubicBezTo>
                    <a:pt x="6216" y="2048"/>
                    <a:pt x="6287" y="2119"/>
                    <a:pt x="6371" y="2119"/>
                  </a:cubicBezTo>
                  <a:lnTo>
                    <a:pt x="7085" y="2119"/>
                  </a:lnTo>
                  <a:cubicBezTo>
                    <a:pt x="7085" y="2119"/>
                    <a:pt x="7109" y="2119"/>
                    <a:pt x="7109" y="2131"/>
                  </a:cubicBezTo>
                  <a:lnTo>
                    <a:pt x="7109" y="2846"/>
                  </a:lnTo>
                  <a:cubicBezTo>
                    <a:pt x="7109" y="2846"/>
                    <a:pt x="7109" y="2858"/>
                    <a:pt x="7085" y="2858"/>
                  </a:cubicBezTo>
                  <a:lnTo>
                    <a:pt x="1787" y="2858"/>
                  </a:lnTo>
                  <a:cubicBezTo>
                    <a:pt x="1787" y="2858"/>
                    <a:pt x="1775" y="2858"/>
                    <a:pt x="1775" y="2846"/>
                  </a:cubicBezTo>
                  <a:lnTo>
                    <a:pt x="1775" y="2131"/>
                  </a:lnTo>
                  <a:lnTo>
                    <a:pt x="1763" y="2131"/>
                  </a:lnTo>
                  <a:lnTo>
                    <a:pt x="5668" y="2119"/>
                  </a:lnTo>
                  <a:cubicBezTo>
                    <a:pt x="5752" y="2119"/>
                    <a:pt x="5823" y="2048"/>
                    <a:pt x="5823" y="1953"/>
                  </a:cubicBezTo>
                  <a:cubicBezTo>
                    <a:pt x="5823" y="1857"/>
                    <a:pt x="5752" y="1786"/>
                    <a:pt x="5668" y="1786"/>
                  </a:cubicBezTo>
                  <a:lnTo>
                    <a:pt x="2180" y="1786"/>
                  </a:lnTo>
                  <a:cubicBezTo>
                    <a:pt x="2335" y="1417"/>
                    <a:pt x="2585" y="1072"/>
                    <a:pt x="2942" y="822"/>
                  </a:cubicBezTo>
                  <a:cubicBezTo>
                    <a:pt x="3370" y="512"/>
                    <a:pt x="3870" y="345"/>
                    <a:pt x="4430" y="345"/>
                  </a:cubicBezTo>
                  <a:close/>
                  <a:moveTo>
                    <a:pt x="6918" y="3179"/>
                  </a:moveTo>
                  <a:lnTo>
                    <a:pt x="6918" y="3191"/>
                  </a:lnTo>
                  <a:lnTo>
                    <a:pt x="6918" y="3739"/>
                  </a:lnTo>
                  <a:lnTo>
                    <a:pt x="6716" y="3739"/>
                  </a:lnTo>
                  <a:cubicBezTo>
                    <a:pt x="6621" y="3739"/>
                    <a:pt x="6526" y="3643"/>
                    <a:pt x="6526" y="3548"/>
                  </a:cubicBezTo>
                  <a:lnTo>
                    <a:pt x="6526" y="3179"/>
                  </a:lnTo>
                  <a:close/>
                  <a:moveTo>
                    <a:pt x="2335" y="3203"/>
                  </a:moveTo>
                  <a:lnTo>
                    <a:pt x="2335" y="3560"/>
                  </a:lnTo>
                  <a:cubicBezTo>
                    <a:pt x="2335" y="3667"/>
                    <a:pt x="2239" y="3751"/>
                    <a:pt x="2132" y="3751"/>
                  </a:cubicBezTo>
                  <a:lnTo>
                    <a:pt x="1942" y="3751"/>
                  </a:lnTo>
                  <a:lnTo>
                    <a:pt x="1942" y="3203"/>
                  </a:lnTo>
                  <a:close/>
                  <a:moveTo>
                    <a:pt x="6180" y="3179"/>
                  </a:moveTo>
                  <a:lnTo>
                    <a:pt x="6180" y="3548"/>
                  </a:lnTo>
                  <a:cubicBezTo>
                    <a:pt x="6180" y="3834"/>
                    <a:pt x="6418" y="4072"/>
                    <a:pt x="6704" y="4072"/>
                  </a:cubicBezTo>
                  <a:lnTo>
                    <a:pt x="6978" y="4072"/>
                  </a:lnTo>
                  <a:cubicBezTo>
                    <a:pt x="7049" y="4072"/>
                    <a:pt x="7121" y="4096"/>
                    <a:pt x="7180" y="4155"/>
                  </a:cubicBezTo>
                  <a:cubicBezTo>
                    <a:pt x="7240" y="4215"/>
                    <a:pt x="7252" y="4286"/>
                    <a:pt x="7252" y="4370"/>
                  </a:cubicBezTo>
                  <a:cubicBezTo>
                    <a:pt x="7240" y="4501"/>
                    <a:pt x="7109" y="4620"/>
                    <a:pt x="6954" y="4620"/>
                  </a:cubicBezTo>
                  <a:lnTo>
                    <a:pt x="6883" y="4620"/>
                  </a:lnTo>
                  <a:lnTo>
                    <a:pt x="6883" y="4608"/>
                  </a:lnTo>
                  <a:cubicBezTo>
                    <a:pt x="6883" y="4513"/>
                    <a:pt x="6811" y="4441"/>
                    <a:pt x="6716" y="4441"/>
                  </a:cubicBezTo>
                  <a:cubicBezTo>
                    <a:pt x="6633" y="4441"/>
                    <a:pt x="6561" y="4513"/>
                    <a:pt x="6561" y="4608"/>
                  </a:cubicBezTo>
                  <a:cubicBezTo>
                    <a:pt x="6561" y="4810"/>
                    <a:pt x="6526" y="5001"/>
                    <a:pt x="6466" y="5203"/>
                  </a:cubicBezTo>
                  <a:cubicBezTo>
                    <a:pt x="6383" y="4977"/>
                    <a:pt x="6121" y="4798"/>
                    <a:pt x="5847" y="4798"/>
                  </a:cubicBezTo>
                  <a:lnTo>
                    <a:pt x="3013" y="4798"/>
                  </a:lnTo>
                  <a:cubicBezTo>
                    <a:pt x="2727" y="4798"/>
                    <a:pt x="2489" y="4965"/>
                    <a:pt x="2370" y="5203"/>
                  </a:cubicBezTo>
                  <a:cubicBezTo>
                    <a:pt x="2311" y="5001"/>
                    <a:pt x="2287" y="4810"/>
                    <a:pt x="2287" y="4608"/>
                  </a:cubicBezTo>
                  <a:cubicBezTo>
                    <a:pt x="2287" y="4513"/>
                    <a:pt x="2215" y="4441"/>
                    <a:pt x="2120" y="4441"/>
                  </a:cubicBezTo>
                  <a:cubicBezTo>
                    <a:pt x="2037" y="4441"/>
                    <a:pt x="1954" y="4513"/>
                    <a:pt x="1954" y="4608"/>
                  </a:cubicBezTo>
                  <a:lnTo>
                    <a:pt x="1954" y="4620"/>
                  </a:lnTo>
                  <a:lnTo>
                    <a:pt x="1858" y="4620"/>
                  </a:lnTo>
                  <a:cubicBezTo>
                    <a:pt x="1775" y="4620"/>
                    <a:pt x="1704" y="4584"/>
                    <a:pt x="1644" y="4524"/>
                  </a:cubicBezTo>
                  <a:cubicBezTo>
                    <a:pt x="1584" y="4465"/>
                    <a:pt x="1573" y="4394"/>
                    <a:pt x="1573" y="4322"/>
                  </a:cubicBezTo>
                  <a:cubicBezTo>
                    <a:pt x="1584" y="4191"/>
                    <a:pt x="1715" y="4072"/>
                    <a:pt x="1870" y="4072"/>
                  </a:cubicBezTo>
                  <a:lnTo>
                    <a:pt x="2108" y="4072"/>
                  </a:lnTo>
                  <a:cubicBezTo>
                    <a:pt x="2394" y="4072"/>
                    <a:pt x="2632" y="3834"/>
                    <a:pt x="2632" y="3548"/>
                  </a:cubicBezTo>
                  <a:lnTo>
                    <a:pt x="2632" y="3179"/>
                  </a:lnTo>
                  <a:close/>
                  <a:moveTo>
                    <a:pt x="2013" y="5108"/>
                  </a:moveTo>
                  <a:cubicBezTo>
                    <a:pt x="2073" y="5394"/>
                    <a:pt x="2180" y="5656"/>
                    <a:pt x="2335" y="5894"/>
                  </a:cubicBezTo>
                  <a:lnTo>
                    <a:pt x="2335" y="7108"/>
                  </a:lnTo>
                  <a:cubicBezTo>
                    <a:pt x="2335" y="7251"/>
                    <a:pt x="2346" y="7382"/>
                    <a:pt x="2370" y="7537"/>
                  </a:cubicBezTo>
                  <a:lnTo>
                    <a:pt x="1215" y="7846"/>
                  </a:lnTo>
                  <a:cubicBezTo>
                    <a:pt x="1168" y="7727"/>
                    <a:pt x="1120" y="7477"/>
                    <a:pt x="1346" y="7180"/>
                  </a:cubicBezTo>
                  <a:cubicBezTo>
                    <a:pt x="1596" y="6822"/>
                    <a:pt x="1620" y="6584"/>
                    <a:pt x="1620" y="6239"/>
                  </a:cubicBezTo>
                  <a:lnTo>
                    <a:pt x="1620" y="6156"/>
                  </a:lnTo>
                  <a:cubicBezTo>
                    <a:pt x="1632" y="5763"/>
                    <a:pt x="1715" y="5608"/>
                    <a:pt x="1834" y="5429"/>
                  </a:cubicBezTo>
                  <a:cubicBezTo>
                    <a:pt x="1894" y="5346"/>
                    <a:pt x="1954" y="5239"/>
                    <a:pt x="2013" y="5108"/>
                  </a:cubicBezTo>
                  <a:close/>
                  <a:moveTo>
                    <a:pt x="6871" y="5084"/>
                  </a:moveTo>
                  <a:cubicBezTo>
                    <a:pt x="6918" y="5215"/>
                    <a:pt x="6990" y="5322"/>
                    <a:pt x="7049" y="5406"/>
                  </a:cubicBezTo>
                  <a:cubicBezTo>
                    <a:pt x="7168" y="5584"/>
                    <a:pt x="7252" y="5751"/>
                    <a:pt x="7276" y="6120"/>
                  </a:cubicBezTo>
                  <a:lnTo>
                    <a:pt x="7276" y="6215"/>
                  </a:lnTo>
                  <a:cubicBezTo>
                    <a:pt x="7276" y="6549"/>
                    <a:pt x="7288" y="6787"/>
                    <a:pt x="7538" y="7144"/>
                  </a:cubicBezTo>
                  <a:cubicBezTo>
                    <a:pt x="7728" y="7477"/>
                    <a:pt x="7704" y="7727"/>
                    <a:pt x="7657" y="7846"/>
                  </a:cubicBezTo>
                  <a:lnTo>
                    <a:pt x="6514" y="7501"/>
                  </a:lnTo>
                  <a:cubicBezTo>
                    <a:pt x="6537" y="7370"/>
                    <a:pt x="6561" y="7227"/>
                    <a:pt x="6561" y="7072"/>
                  </a:cubicBezTo>
                  <a:lnTo>
                    <a:pt x="6561" y="5870"/>
                  </a:lnTo>
                  <a:cubicBezTo>
                    <a:pt x="6704" y="5632"/>
                    <a:pt x="6811" y="5358"/>
                    <a:pt x="6871" y="5084"/>
                  </a:cubicBezTo>
                  <a:close/>
                  <a:moveTo>
                    <a:pt x="5847" y="5120"/>
                  </a:moveTo>
                  <a:cubicBezTo>
                    <a:pt x="6049" y="5120"/>
                    <a:pt x="6216" y="5286"/>
                    <a:pt x="6216" y="5501"/>
                  </a:cubicBezTo>
                  <a:lnTo>
                    <a:pt x="6216" y="7084"/>
                  </a:lnTo>
                  <a:cubicBezTo>
                    <a:pt x="6216" y="8073"/>
                    <a:pt x="5406" y="8870"/>
                    <a:pt x="4430" y="8870"/>
                  </a:cubicBezTo>
                  <a:cubicBezTo>
                    <a:pt x="3442" y="8870"/>
                    <a:pt x="2644" y="8073"/>
                    <a:pt x="2644" y="7084"/>
                  </a:cubicBezTo>
                  <a:lnTo>
                    <a:pt x="2644" y="5501"/>
                  </a:lnTo>
                  <a:cubicBezTo>
                    <a:pt x="2644" y="5286"/>
                    <a:pt x="2811" y="5120"/>
                    <a:pt x="3013" y="5120"/>
                  </a:cubicBezTo>
                  <a:close/>
                  <a:moveTo>
                    <a:pt x="4442" y="0"/>
                  </a:moveTo>
                  <a:cubicBezTo>
                    <a:pt x="3823" y="0"/>
                    <a:pt x="3239" y="179"/>
                    <a:pt x="2763" y="536"/>
                  </a:cubicBezTo>
                  <a:cubicBezTo>
                    <a:pt x="2335" y="857"/>
                    <a:pt x="2001" y="1286"/>
                    <a:pt x="1858" y="1774"/>
                  </a:cubicBezTo>
                  <a:lnTo>
                    <a:pt x="1799" y="1774"/>
                  </a:lnTo>
                  <a:cubicBezTo>
                    <a:pt x="1596" y="1774"/>
                    <a:pt x="1453" y="1929"/>
                    <a:pt x="1453" y="2119"/>
                  </a:cubicBezTo>
                  <a:lnTo>
                    <a:pt x="1453" y="2834"/>
                  </a:lnTo>
                  <a:cubicBezTo>
                    <a:pt x="1453" y="2965"/>
                    <a:pt x="1525" y="3072"/>
                    <a:pt x="1632" y="3131"/>
                  </a:cubicBezTo>
                  <a:lnTo>
                    <a:pt x="1632" y="3786"/>
                  </a:lnTo>
                  <a:cubicBezTo>
                    <a:pt x="1442" y="3870"/>
                    <a:pt x="1299" y="4048"/>
                    <a:pt x="1275" y="4263"/>
                  </a:cubicBezTo>
                  <a:cubicBezTo>
                    <a:pt x="1263" y="4441"/>
                    <a:pt x="1323" y="4608"/>
                    <a:pt x="1418" y="4739"/>
                  </a:cubicBezTo>
                  <a:cubicBezTo>
                    <a:pt x="1501" y="4822"/>
                    <a:pt x="1620" y="4882"/>
                    <a:pt x="1715" y="4917"/>
                  </a:cubicBezTo>
                  <a:cubicBezTo>
                    <a:pt x="1680" y="5036"/>
                    <a:pt x="1632" y="5120"/>
                    <a:pt x="1561" y="5227"/>
                  </a:cubicBezTo>
                  <a:cubicBezTo>
                    <a:pt x="1442" y="5417"/>
                    <a:pt x="1287" y="5644"/>
                    <a:pt x="1275" y="6120"/>
                  </a:cubicBezTo>
                  <a:lnTo>
                    <a:pt x="1275" y="6227"/>
                  </a:lnTo>
                  <a:cubicBezTo>
                    <a:pt x="1275" y="6549"/>
                    <a:pt x="1263" y="6715"/>
                    <a:pt x="1061" y="6989"/>
                  </a:cubicBezTo>
                  <a:cubicBezTo>
                    <a:pt x="763" y="7382"/>
                    <a:pt x="811" y="7739"/>
                    <a:pt x="882" y="7942"/>
                  </a:cubicBezTo>
                  <a:cubicBezTo>
                    <a:pt x="370" y="8084"/>
                    <a:pt x="1" y="8573"/>
                    <a:pt x="1" y="9108"/>
                  </a:cubicBezTo>
                  <a:lnTo>
                    <a:pt x="1" y="11144"/>
                  </a:lnTo>
                  <a:cubicBezTo>
                    <a:pt x="1" y="11240"/>
                    <a:pt x="84" y="11311"/>
                    <a:pt x="168" y="11311"/>
                  </a:cubicBezTo>
                  <a:cubicBezTo>
                    <a:pt x="263" y="11311"/>
                    <a:pt x="334" y="11240"/>
                    <a:pt x="334" y="11144"/>
                  </a:cubicBezTo>
                  <a:lnTo>
                    <a:pt x="334" y="9108"/>
                  </a:lnTo>
                  <a:cubicBezTo>
                    <a:pt x="334" y="8704"/>
                    <a:pt x="596" y="8370"/>
                    <a:pt x="977" y="8251"/>
                  </a:cubicBezTo>
                  <a:lnTo>
                    <a:pt x="1596" y="8073"/>
                  </a:lnTo>
                  <a:lnTo>
                    <a:pt x="1596" y="11144"/>
                  </a:lnTo>
                  <a:cubicBezTo>
                    <a:pt x="1596" y="11240"/>
                    <a:pt x="1668" y="11311"/>
                    <a:pt x="1763" y="11311"/>
                  </a:cubicBezTo>
                  <a:cubicBezTo>
                    <a:pt x="1846" y="11311"/>
                    <a:pt x="1930" y="11240"/>
                    <a:pt x="1930" y="11144"/>
                  </a:cubicBezTo>
                  <a:lnTo>
                    <a:pt x="1930" y="7977"/>
                  </a:lnTo>
                  <a:lnTo>
                    <a:pt x="2430" y="7834"/>
                  </a:lnTo>
                  <a:cubicBezTo>
                    <a:pt x="2442" y="7858"/>
                    <a:pt x="2466" y="7906"/>
                    <a:pt x="2477" y="7930"/>
                  </a:cubicBezTo>
                  <a:lnTo>
                    <a:pt x="2477" y="11168"/>
                  </a:lnTo>
                  <a:cubicBezTo>
                    <a:pt x="2477" y="11251"/>
                    <a:pt x="2549" y="11323"/>
                    <a:pt x="2644" y="11323"/>
                  </a:cubicBezTo>
                  <a:cubicBezTo>
                    <a:pt x="2727" y="11323"/>
                    <a:pt x="2799" y="11251"/>
                    <a:pt x="2799" y="11168"/>
                  </a:cubicBezTo>
                  <a:lnTo>
                    <a:pt x="2799" y="8465"/>
                  </a:lnTo>
                  <a:cubicBezTo>
                    <a:pt x="3192" y="8918"/>
                    <a:pt x="3775" y="9216"/>
                    <a:pt x="4406" y="9216"/>
                  </a:cubicBezTo>
                  <a:cubicBezTo>
                    <a:pt x="5323" y="9216"/>
                    <a:pt x="6097" y="8644"/>
                    <a:pt x="6395" y="7846"/>
                  </a:cubicBezTo>
                  <a:lnTo>
                    <a:pt x="6895" y="7989"/>
                  </a:lnTo>
                  <a:lnTo>
                    <a:pt x="6895" y="11168"/>
                  </a:lnTo>
                  <a:cubicBezTo>
                    <a:pt x="6895" y="11251"/>
                    <a:pt x="6966" y="11323"/>
                    <a:pt x="7061" y="11323"/>
                  </a:cubicBezTo>
                  <a:cubicBezTo>
                    <a:pt x="7145" y="11323"/>
                    <a:pt x="7228" y="11251"/>
                    <a:pt x="7228" y="11168"/>
                  </a:cubicBezTo>
                  <a:lnTo>
                    <a:pt x="7228" y="8084"/>
                  </a:lnTo>
                  <a:lnTo>
                    <a:pt x="7847" y="8263"/>
                  </a:lnTo>
                  <a:cubicBezTo>
                    <a:pt x="8216" y="8370"/>
                    <a:pt x="8490" y="8727"/>
                    <a:pt x="8490" y="9120"/>
                  </a:cubicBezTo>
                  <a:lnTo>
                    <a:pt x="8490" y="11168"/>
                  </a:lnTo>
                  <a:cubicBezTo>
                    <a:pt x="8490" y="11251"/>
                    <a:pt x="8562" y="11323"/>
                    <a:pt x="8657" y="11323"/>
                  </a:cubicBezTo>
                  <a:cubicBezTo>
                    <a:pt x="8740" y="11323"/>
                    <a:pt x="8812" y="11251"/>
                    <a:pt x="8812" y="11168"/>
                  </a:cubicBezTo>
                  <a:lnTo>
                    <a:pt x="8812" y="9120"/>
                  </a:lnTo>
                  <a:cubicBezTo>
                    <a:pt x="8847" y="8573"/>
                    <a:pt x="8490" y="8096"/>
                    <a:pt x="7966" y="7953"/>
                  </a:cubicBezTo>
                  <a:cubicBezTo>
                    <a:pt x="8026" y="7763"/>
                    <a:pt x="8085" y="7406"/>
                    <a:pt x="7788" y="7001"/>
                  </a:cubicBezTo>
                  <a:cubicBezTo>
                    <a:pt x="7597" y="6727"/>
                    <a:pt x="7597" y="6572"/>
                    <a:pt x="7585" y="6239"/>
                  </a:cubicBezTo>
                  <a:lnTo>
                    <a:pt x="7585" y="6132"/>
                  </a:lnTo>
                  <a:cubicBezTo>
                    <a:pt x="7573" y="5656"/>
                    <a:pt x="7430" y="5441"/>
                    <a:pt x="7299" y="5239"/>
                  </a:cubicBezTo>
                  <a:cubicBezTo>
                    <a:pt x="7240" y="5144"/>
                    <a:pt x="7180" y="5048"/>
                    <a:pt x="7133" y="4929"/>
                  </a:cubicBezTo>
                  <a:cubicBezTo>
                    <a:pt x="7371" y="4870"/>
                    <a:pt x="7573" y="4667"/>
                    <a:pt x="7597" y="4405"/>
                  </a:cubicBezTo>
                  <a:cubicBezTo>
                    <a:pt x="7609" y="4227"/>
                    <a:pt x="7549" y="4072"/>
                    <a:pt x="7442" y="3929"/>
                  </a:cubicBezTo>
                  <a:cubicBezTo>
                    <a:pt x="7383" y="3870"/>
                    <a:pt x="7323" y="3834"/>
                    <a:pt x="7252" y="3786"/>
                  </a:cubicBezTo>
                  <a:lnTo>
                    <a:pt x="7252" y="3131"/>
                  </a:lnTo>
                  <a:cubicBezTo>
                    <a:pt x="7359" y="3072"/>
                    <a:pt x="7430" y="2965"/>
                    <a:pt x="7430" y="2834"/>
                  </a:cubicBezTo>
                  <a:lnTo>
                    <a:pt x="7430" y="2119"/>
                  </a:lnTo>
                  <a:cubicBezTo>
                    <a:pt x="7430" y="1929"/>
                    <a:pt x="7288" y="1774"/>
                    <a:pt x="7097" y="1774"/>
                  </a:cubicBezTo>
                  <a:lnTo>
                    <a:pt x="7026" y="1774"/>
                  </a:lnTo>
                  <a:cubicBezTo>
                    <a:pt x="6871" y="1298"/>
                    <a:pt x="6549" y="857"/>
                    <a:pt x="6121" y="536"/>
                  </a:cubicBezTo>
                  <a:cubicBezTo>
                    <a:pt x="5644" y="179"/>
                    <a:pt x="5049"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65"/>
            <p:cNvSpPr/>
            <p:nvPr/>
          </p:nvSpPr>
          <p:spPr>
            <a:xfrm>
              <a:off x="6888933" y="2249319"/>
              <a:ext cx="10201" cy="78091"/>
            </a:xfrm>
            <a:custGeom>
              <a:avLst/>
              <a:gdLst/>
              <a:ahLst/>
              <a:cxnLst/>
              <a:rect l="l" t="t" r="r" b="b"/>
              <a:pathLst>
                <a:path w="322" h="2465" extrusionOk="0">
                  <a:moveTo>
                    <a:pt x="167" y="0"/>
                  </a:moveTo>
                  <a:cubicBezTo>
                    <a:pt x="72" y="0"/>
                    <a:pt x="0" y="84"/>
                    <a:pt x="0" y="167"/>
                  </a:cubicBezTo>
                  <a:lnTo>
                    <a:pt x="0" y="2298"/>
                  </a:lnTo>
                  <a:cubicBezTo>
                    <a:pt x="0" y="2381"/>
                    <a:pt x="72" y="2465"/>
                    <a:pt x="167" y="2465"/>
                  </a:cubicBezTo>
                  <a:cubicBezTo>
                    <a:pt x="250" y="2465"/>
                    <a:pt x="322" y="2381"/>
                    <a:pt x="322" y="2298"/>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65"/>
            <p:cNvSpPr/>
            <p:nvPr/>
          </p:nvSpPr>
          <p:spPr>
            <a:xfrm>
              <a:off x="6793133" y="2075364"/>
              <a:ext cx="22651" cy="13306"/>
            </a:xfrm>
            <a:custGeom>
              <a:avLst/>
              <a:gdLst/>
              <a:ahLst/>
              <a:cxnLst/>
              <a:rect l="l" t="t" r="r" b="b"/>
              <a:pathLst>
                <a:path w="715" h="420" extrusionOk="0">
                  <a:moveTo>
                    <a:pt x="517" y="1"/>
                  </a:moveTo>
                  <a:cubicBezTo>
                    <a:pt x="508" y="1"/>
                    <a:pt x="498" y="1"/>
                    <a:pt x="488" y="2"/>
                  </a:cubicBezTo>
                  <a:lnTo>
                    <a:pt x="131" y="98"/>
                  </a:lnTo>
                  <a:cubicBezTo>
                    <a:pt x="48" y="122"/>
                    <a:pt x="0" y="217"/>
                    <a:pt x="12" y="300"/>
                  </a:cubicBezTo>
                  <a:cubicBezTo>
                    <a:pt x="36" y="372"/>
                    <a:pt x="107" y="419"/>
                    <a:pt x="179" y="419"/>
                  </a:cubicBezTo>
                  <a:lnTo>
                    <a:pt x="226" y="419"/>
                  </a:lnTo>
                  <a:lnTo>
                    <a:pt x="584" y="336"/>
                  </a:lnTo>
                  <a:cubicBezTo>
                    <a:pt x="667" y="300"/>
                    <a:pt x="715" y="217"/>
                    <a:pt x="703" y="122"/>
                  </a:cubicBezTo>
                  <a:cubicBezTo>
                    <a:pt x="671" y="47"/>
                    <a:pt x="600" y="1"/>
                    <a:pt x="5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7" name="Google Shape;11577;p65"/>
            <p:cNvSpPr/>
            <p:nvPr/>
          </p:nvSpPr>
          <p:spPr>
            <a:xfrm>
              <a:off x="6859502" y="2075649"/>
              <a:ext cx="23792" cy="13401"/>
            </a:xfrm>
            <a:custGeom>
              <a:avLst/>
              <a:gdLst/>
              <a:ahLst/>
              <a:cxnLst/>
              <a:rect l="l" t="t" r="r" b="b"/>
              <a:pathLst>
                <a:path w="751" h="423" extrusionOk="0">
                  <a:moveTo>
                    <a:pt x="201" y="0"/>
                  </a:moveTo>
                  <a:cubicBezTo>
                    <a:pt x="128" y="0"/>
                    <a:pt x="57" y="54"/>
                    <a:pt x="36" y="124"/>
                  </a:cubicBezTo>
                  <a:cubicBezTo>
                    <a:pt x="1" y="220"/>
                    <a:pt x="60" y="303"/>
                    <a:pt x="155" y="339"/>
                  </a:cubicBezTo>
                  <a:lnTo>
                    <a:pt x="513" y="422"/>
                  </a:lnTo>
                  <a:lnTo>
                    <a:pt x="548" y="422"/>
                  </a:lnTo>
                  <a:cubicBezTo>
                    <a:pt x="632" y="422"/>
                    <a:pt x="691" y="386"/>
                    <a:pt x="715" y="303"/>
                  </a:cubicBezTo>
                  <a:cubicBezTo>
                    <a:pt x="751" y="220"/>
                    <a:pt x="691" y="124"/>
                    <a:pt x="596" y="101"/>
                  </a:cubicBezTo>
                  <a:lnTo>
                    <a:pt x="239" y="5"/>
                  </a:lnTo>
                  <a:cubicBezTo>
                    <a:pt x="226" y="2"/>
                    <a:pt x="213"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8" name="Google Shape;11578;p65"/>
          <p:cNvGrpSpPr/>
          <p:nvPr/>
        </p:nvGrpSpPr>
        <p:grpSpPr>
          <a:xfrm>
            <a:off x="6248839" y="1792537"/>
            <a:ext cx="280273" cy="358744"/>
            <a:chOff x="6248839" y="1967937"/>
            <a:chExt cx="280273" cy="358744"/>
          </a:xfrm>
        </p:grpSpPr>
        <p:sp>
          <p:nvSpPr>
            <p:cNvPr id="11579" name="Google Shape;11579;p65"/>
            <p:cNvSpPr/>
            <p:nvPr/>
          </p:nvSpPr>
          <p:spPr>
            <a:xfrm>
              <a:off x="6383859" y="2316449"/>
              <a:ext cx="10613" cy="10233"/>
            </a:xfrm>
            <a:custGeom>
              <a:avLst/>
              <a:gdLst/>
              <a:ahLst/>
              <a:cxnLst/>
              <a:rect l="l" t="t" r="r" b="b"/>
              <a:pathLst>
                <a:path w="335" h="323" extrusionOk="0">
                  <a:moveTo>
                    <a:pt x="168" y="1"/>
                  </a:moveTo>
                  <a:cubicBezTo>
                    <a:pt x="72" y="1"/>
                    <a:pt x="1" y="72"/>
                    <a:pt x="1" y="167"/>
                  </a:cubicBezTo>
                  <a:cubicBezTo>
                    <a:pt x="1" y="251"/>
                    <a:pt x="72" y="322"/>
                    <a:pt x="168" y="322"/>
                  </a:cubicBezTo>
                  <a:cubicBezTo>
                    <a:pt x="251" y="322"/>
                    <a:pt x="334" y="251"/>
                    <a:pt x="334" y="167"/>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65"/>
            <p:cNvSpPr/>
            <p:nvPr/>
          </p:nvSpPr>
          <p:spPr>
            <a:xfrm>
              <a:off x="6248839" y="1967937"/>
              <a:ext cx="280273" cy="358364"/>
            </a:xfrm>
            <a:custGeom>
              <a:avLst/>
              <a:gdLst/>
              <a:ahLst/>
              <a:cxnLst/>
              <a:rect l="l" t="t" r="r" b="b"/>
              <a:pathLst>
                <a:path w="8847" h="11312" extrusionOk="0">
                  <a:moveTo>
                    <a:pt x="4001" y="357"/>
                  </a:moveTo>
                  <a:cubicBezTo>
                    <a:pt x="4156" y="357"/>
                    <a:pt x="4311" y="476"/>
                    <a:pt x="4358" y="643"/>
                  </a:cubicBezTo>
                  <a:lnTo>
                    <a:pt x="4430" y="953"/>
                  </a:lnTo>
                  <a:cubicBezTo>
                    <a:pt x="4442" y="1024"/>
                    <a:pt x="4513" y="1072"/>
                    <a:pt x="4596" y="1072"/>
                  </a:cubicBezTo>
                  <a:lnTo>
                    <a:pt x="4632" y="1072"/>
                  </a:lnTo>
                  <a:cubicBezTo>
                    <a:pt x="4727" y="1060"/>
                    <a:pt x="4787" y="953"/>
                    <a:pt x="4751" y="881"/>
                  </a:cubicBezTo>
                  <a:lnTo>
                    <a:pt x="4680" y="560"/>
                  </a:lnTo>
                  <a:cubicBezTo>
                    <a:pt x="4668" y="488"/>
                    <a:pt x="4632" y="429"/>
                    <a:pt x="4596" y="369"/>
                  </a:cubicBezTo>
                  <a:lnTo>
                    <a:pt x="5549" y="369"/>
                  </a:lnTo>
                  <a:cubicBezTo>
                    <a:pt x="5942" y="369"/>
                    <a:pt x="6299" y="643"/>
                    <a:pt x="6406" y="1036"/>
                  </a:cubicBezTo>
                  <a:lnTo>
                    <a:pt x="6656" y="1989"/>
                  </a:lnTo>
                  <a:lnTo>
                    <a:pt x="6001" y="1989"/>
                  </a:lnTo>
                  <a:cubicBezTo>
                    <a:pt x="5918" y="1989"/>
                    <a:pt x="5846" y="2072"/>
                    <a:pt x="5846" y="2155"/>
                  </a:cubicBezTo>
                  <a:cubicBezTo>
                    <a:pt x="5846" y="2250"/>
                    <a:pt x="5918" y="2322"/>
                    <a:pt x="6001" y="2322"/>
                  </a:cubicBezTo>
                  <a:lnTo>
                    <a:pt x="6751" y="2322"/>
                  </a:lnTo>
                  <a:lnTo>
                    <a:pt x="6858" y="2691"/>
                  </a:lnTo>
                  <a:lnTo>
                    <a:pt x="1977" y="2691"/>
                  </a:lnTo>
                  <a:lnTo>
                    <a:pt x="2096" y="2310"/>
                  </a:lnTo>
                  <a:lnTo>
                    <a:pt x="5311" y="2310"/>
                  </a:lnTo>
                  <a:cubicBezTo>
                    <a:pt x="5394" y="2310"/>
                    <a:pt x="5465" y="2239"/>
                    <a:pt x="5465" y="2143"/>
                  </a:cubicBezTo>
                  <a:cubicBezTo>
                    <a:pt x="5465" y="2048"/>
                    <a:pt x="5394" y="1977"/>
                    <a:pt x="5311" y="1977"/>
                  </a:cubicBezTo>
                  <a:lnTo>
                    <a:pt x="2167" y="1977"/>
                  </a:lnTo>
                  <a:lnTo>
                    <a:pt x="2417" y="1024"/>
                  </a:lnTo>
                  <a:cubicBezTo>
                    <a:pt x="2525" y="643"/>
                    <a:pt x="2882" y="357"/>
                    <a:pt x="3287" y="357"/>
                  </a:cubicBezTo>
                  <a:close/>
                  <a:moveTo>
                    <a:pt x="2310" y="3024"/>
                  </a:moveTo>
                  <a:lnTo>
                    <a:pt x="2310" y="3572"/>
                  </a:lnTo>
                  <a:lnTo>
                    <a:pt x="1941" y="3572"/>
                  </a:lnTo>
                  <a:lnTo>
                    <a:pt x="1941" y="3024"/>
                  </a:lnTo>
                  <a:close/>
                  <a:moveTo>
                    <a:pt x="6918" y="3024"/>
                  </a:moveTo>
                  <a:lnTo>
                    <a:pt x="6918" y="3572"/>
                  </a:lnTo>
                  <a:lnTo>
                    <a:pt x="6537" y="3572"/>
                  </a:lnTo>
                  <a:lnTo>
                    <a:pt x="6537" y="3024"/>
                  </a:lnTo>
                  <a:close/>
                  <a:moveTo>
                    <a:pt x="6204" y="3024"/>
                  </a:moveTo>
                  <a:lnTo>
                    <a:pt x="6204" y="3572"/>
                  </a:lnTo>
                  <a:lnTo>
                    <a:pt x="6168" y="3572"/>
                  </a:lnTo>
                  <a:lnTo>
                    <a:pt x="6168" y="3560"/>
                  </a:lnTo>
                  <a:cubicBezTo>
                    <a:pt x="6180" y="3465"/>
                    <a:pt x="6108" y="3393"/>
                    <a:pt x="6025" y="3393"/>
                  </a:cubicBezTo>
                  <a:lnTo>
                    <a:pt x="4787" y="3393"/>
                  </a:lnTo>
                  <a:cubicBezTo>
                    <a:pt x="4692" y="3393"/>
                    <a:pt x="4620" y="3465"/>
                    <a:pt x="4620" y="3560"/>
                  </a:cubicBezTo>
                  <a:lnTo>
                    <a:pt x="4620" y="3608"/>
                  </a:lnTo>
                  <a:cubicBezTo>
                    <a:pt x="4561" y="3572"/>
                    <a:pt x="4501" y="3572"/>
                    <a:pt x="4430" y="3572"/>
                  </a:cubicBezTo>
                  <a:cubicBezTo>
                    <a:pt x="4358" y="3572"/>
                    <a:pt x="4299" y="3584"/>
                    <a:pt x="4239" y="3608"/>
                  </a:cubicBezTo>
                  <a:lnTo>
                    <a:pt x="4239" y="3560"/>
                  </a:lnTo>
                  <a:cubicBezTo>
                    <a:pt x="4239" y="3465"/>
                    <a:pt x="4156" y="3393"/>
                    <a:pt x="4072" y="3393"/>
                  </a:cubicBezTo>
                  <a:lnTo>
                    <a:pt x="2834" y="3393"/>
                  </a:lnTo>
                  <a:cubicBezTo>
                    <a:pt x="2751" y="3393"/>
                    <a:pt x="2667" y="3465"/>
                    <a:pt x="2667" y="3560"/>
                  </a:cubicBezTo>
                  <a:lnTo>
                    <a:pt x="2667" y="3572"/>
                  </a:lnTo>
                  <a:lnTo>
                    <a:pt x="2644" y="3572"/>
                  </a:lnTo>
                  <a:lnTo>
                    <a:pt x="2644" y="3024"/>
                  </a:lnTo>
                  <a:close/>
                  <a:moveTo>
                    <a:pt x="3894" y="3727"/>
                  </a:moveTo>
                  <a:lnTo>
                    <a:pt x="3894" y="4096"/>
                  </a:lnTo>
                  <a:cubicBezTo>
                    <a:pt x="3894" y="4203"/>
                    <a:pt x="3799" y="4286"/>
                    <a:pt x="3703" y="4286"/>
                  </a:cubicBezTo>
                  <a:lnTo>
                    <a:pt x="3168" y="4286"/>
                  </a:lnTo>
                  <a:cubicBezTo>
                    <a:pt x="3060" y="4286"/>
                    <a:pt x="2965" y="4203"/>
                    <a:pt x="2965" y="4096"/>
                  </a:cubicBezTo>
                  <a:lnTo>
                    <a:pt x="2965" y="3727"/>
                  </a:lnTo>
                  <a:lnTo>
                    <a:pt x="3287" y="3727"/>
                  </a:lnTo>
                  <a:lnTo>
                    <a:pt x="3287" y="3739"/>
                  </a:lnTo>
                  <a:lnTo>
                    <a:pt x="3287" y="3917"/>
                  </a:lnTo>
                  <a:cubicBezTo>
                    <a:pt x="3287" y="4001"/>
                    <a:pt x="3358" y="4084"/>
                    <a:pt x="3441" y="4084"/>
                  </a:cubicBezTo>
                  <a:cubicBezTo>
                    <a:pt x="3537" y="4084"/>
                    <a:pt x="3608" y="4001"/>
                    <a:pt x="3608" y="3917"/>
                  </a:cubicBezTo>
                  <a:lnTo>
                    <a:pt x="3608" y="3739"/>
                  </a:lnTo>
                  <a:lnTo>
                    <a:pt x="3608" y="3727"/>
                  </a:lnTo>
                  <a:close/>
                  <a:moveTo>
                    <a:pt x="5858" y="3727"/>
                  </a:moveTo>
                  <a:lnTo>
                    <a:pt x="5858" y="4096"/>
                  </a:lnTo>
                  <a:cubicBezTo>
                    <a:pt x="5858" y="4203"/>
                    <a:pt x="5763" y="4286"/>
                    <a:pt x="5668" y="4286"/>
                  </a:cubicBezTo>
                  <a:lnTo>
                    <a:pt x="5132" y="4286"/>
                  </a:lnTo>
                  <a:cubicBezTo>
                    <a:pt x="5025" y="4286"/>
                    <a:pt x="4930" y="4203"/>
                    <a:pt x="4930" y="4096"/>
                  </a:cubicBezTo>
                  <a:lnTo>
                    <a:pt x="4930" y="3727"/>
                  </a:lnTo>
                  <a:lnTo>
                    <a:pt x="5215" y="3727"/>
                  </a:lnTo>
                  <a:lnTo>
                    <a:pt x="5215" y="3739"/>
                  </a:lnTo>
                  <a:lnTo>
                    <a:pt x="5215" y="3917"/>
                  </a:lnTo>
                  <a:cubicBezTo>
                    <a:pt x="5227" y="4001"/>
                    <a:pt x="5311" y="4084"/>
                    <a:pt x="5406" y="4084"/>
                  </a:cubicBezTo>
                  <a:cubicBezTo>
                    <a:pt x="5501" y="4084"/>
                    <a:pt x="5573" y="4001"/>
                    <a:pt x="5573" y="3917"/>
                  </a:cubicBezTo>
                  <a:lnTo>
                    <a:pt x="5573" y="3739"/>
                  </a:lnTo>
                  <a:lnTo>
                    <a:pt x="5573" y="3727"/>
                  </a:lnTo>
                  <a:close/>
                  <a:moveTo>
                    <a:pt x="7013" y="3917"/>
                  </a:moveTo>
                  <a:cubicBezTo>
                    <a:pt x="7085" y="3917"/>
                    <a:pt x="7168" y="3941"/>
                    <a:pt x="7228" y="4001"/>
                  </a:cubicBezTo>
                  <a:cubicBezTo>
                    <a:pt x="7287" y="4060"/>
                    <a:pt x="7299" y="4144"/>
                    <a:pt x="7299" y="4215"/>
                  </a:cubicBezTo>
                  <a:cubicBezTo>
                    <a:pt x="7287" y="4346"/>
                    <a:pt x="7144" y="4465"/>
                    <a:pt x="7001" y="4465"/>
                  </a:cubicBezTo>
                  <a:lnTo>
                    <a:pt x="6930" y="4465"/>
                  </a:lnTo>
                  <a:lnTo>
                    <a:pt x="6930" y="4453"/>
                  </a:lnTo>
                  <a:cubicBezTo>
                    <a:pt x="6930" y="4358"/>
                    <a:pt x="6847" y="4286"/>
                    <a:pt x="6763" y="4286"/>
                  </a:cubicBezTo>
                  <a:cubicBezTo>
                    <a:pt x="6680" y="4286"/>
                    <a:pt x="6597" y="4358"/>
                    <a:pt x="6597" y="4453"/>
                  </a:cubicBezTo>
                  <a:lnTo>
                    <a:pt x="6597" y="4536"/>
                  </a:lnTo>
                  <a:cubicBezTo>
                    <a:pt x="6156" y="4858"/>
                    <a:pt x="5608" y="4941"/>
                    <a:pt x="5418" y="4953"/>
                  </a:cubicBezTo>
                  <a:cubicBezTo>
                    <a:pt x="5311" y="4870"/>
                    <a:pt x="5156" y="4810"/>
                    <a:pt x="4989" y="4810"/>
                  </a:cubicBezTo>
                  <a:lnTo>
                    <a:pt x="3930" y="4810"/>
                  </a:lnTo>
                  <a:cubicBezTo>
                    <a:pt x="3775" y="4810"/>
                    <a:pt x="3620" y="4870"/>
                    <a:pt x="3501" y="4953"/>
                  </a:cubicBezTo>
                  <a:cubicBezTo>
                    <a:pt x="3334" y="4941"/>
                    <a:pt x="2775" y="4858"/>
                    <a:pt x="2322" y="4536"/>
                  </a:cubicBezTo>
                  <a:lnTo>
                    <a:pt x="2322" y="4453"/>
                  </a:lnTo>
                  <a:cubicBezTo>
                    <a:pt x="2298" y="4358"/>
                    <a:pt x="2227" y="4286"/>
                    <a:pt x="2132" y="4286"/>
                  </a:cubicBezTo>
                  <a:cubicBezTo>
                    <a:pt x="2048" y="4286"/>
                    <a:pt x="1977" y="4358"/>
                    <a:pt x="1977" y="4453"/>
                  </a:cubicBezTo>
                  <a:lnTo>
                    <a:pt x="1977" y="4465"/>
                  </a:lnTo>
                  <a:lnTo>
                    <a:pt x="1870" y="4465"/>
                  </a:lnTo>
                  <a:cubicBezTo>
                    <a:pt x="1798" y="4465"/>
                    <a:pt x="1715" y="4441"/>
                    <a:pt x="1655" y="4382"/>
                  </a:cubicBezTo>
                  <a:cubicBezTo>
                    <a:pt x="1596" y="4322"/>
                    <a:pt x="1584" y="4239"/>
                    <a:pt x="1584" y="4167"/>
                  </a:cubicBezTo>
                  <a:cubicBezTo>
                    <a:pt x="1596" y="4036"/>
                    <a:pt x="1739" y="3917"/>
                    <a:pt x="1882" y="3917"/>
                  </a:cubicBezTo>
                  <a:lnTo>
                    <a:pt x="2667" y="3917"/>
                  </a:lnTo>
                  <a:lnTo>
                    <a:pt x="2667" y="4108"/>
                  </a:lnTo>
                  <a:cubicBezTo>
                    <a:pt x="2667" y="4394"/>
                    <a:pt x="2906" y="4632"/>
                    <a:pt x="3191" y="4632"/>
                  </a:cubicBezTo>
                  <a:lnTo>
                    <a:pt x="3727" y="4632"/>
                  </a:lnTo>
                  <a:cubicBezTo>
                    <a:pt x="4013" y="4632"/>
                    <a:pt x="4251" y="4394"/>
                    <a:pt x="4251" y="4108"/>
                  </a:cubicBezTo>
                  <a:cubicBezTo>
                    <a:pt x="4251" y="4001"/>
                    <a:pt x="4334" y="3917"/>
                    <a:pt x="4442" y="3917"/>
                  </a:cubicBezTo>
                  <a:cubicBezTo>
                    <a:pt x="4549" y="3917"/>
                    <a:pt x="4632" y="4001"/>
                    <a:pt x="4632" y="4108"/>
                  </a:cubicBezTo>
                  <a:cubicBezTo>
                    <a:pt x="4632" y="4394"/>
                    <a:pt x="4870" y="4632"/>
                    <a:pt x="5156" y="4632"/>
                  </a:cubicBezTo>
                  <a:lnTo>
                    <a:pt x="5692" y="4632"/>
                  </a:lnTo>
                  <a:cubicBezTo>
                    <a:pt x="5977" y="4632"/>
                    <a:pt x="6216" y="4394"/>
                    <a:pt x="6216" y="4108"/>
                  </a:cubicBezTo>
                  <a:lnTo>
                    <a:pt x="6216" y="3917"/>
                  </a:lnTo>
                  <a:close/>
                  <a:moveTo>
                    <a:pt x="4215" y="5132"/>
                  </a:moveTo>
                  <a:cubicBezTo>
                    <a:pt x="4156" y="5251"/>
                    <a:pt x="4037" y="5334"/>
                    <a:pt x="3894" y="5334"/>
                  </a:cubicBezTo>
                  <a:lnTo>
                    <a:pt x="3560" y="5334"/>
                  </a:lnTo>
                  <a:cubicBezTo>
                    <a:pt x="3620" y="5215"/>
                    <a:pt x="3739" y="5132"/>
                    <a:pt x="3894" y="5132"/>
                  </a:cubicBezTo>
                  <a:close/>
                  <a:moveTo>
                    <a:pt x="5006" y="5152"/>
                  </a:moveTo>
                  <a:cubicBezTo>
                    <a:pt x="5123" y="5152"/>
                    <a:pt x="5234" y="5239"/>
                    <a:pt x="5287" y="5346"/>
                  </a:cubicBezTo>
                  <a:lnTo>
                    <a:pt x="4965" y="5346"/>
                  </a:lnTo>
                  <a:cubicBezTo>
                    <a:pt x="4811" y="5346"/>
                    <a:pt x="4692" y="5275"/>
                    <a:pt x="4632" y="5156"/>
                  </a:cubicBezTo>
                  <a:lnTo>
                    <a:pt x="4965" y="5156"/>
                  </a:lnTo>
                  <a:cubicBezTo>
                    <a:pt x="4979" y="5153"/>
                    <a:pt x="4993" y="5152"/>
                    <a:pt x="5006" y="5152"/>
                  </a:cubicBezTo>
                  <a:close/>
                  <a:moveTo>
                    <a:pt x="6549" y="4941"/>
                  </a:moveTo>
                  <a:lnTo>
                    <a:pt x="6549" y="4941"/>
                  </a:lnTo>
                  <a:cubicBezTo>
                    <a:pt x="6406" y="5965"/>
                    <a:pt x="5513" y="6763"/>
                    <a:pt x="4442" y="6763"/>
                  </a:cubicBezTo>
                  <a:cubicBezTo>
                    <a:pt x="3370" y="6763"/>
                    <a:pt x="2477" y="5965"/>
                    <a:pt x="2334" y="4941"/>
                  </a:cubicBezTo>
                  <a:lnTo>
                    <a:pt x="2334" y="4941"/>
                  </a:lnTo>
                  <a:cubicBezTo>
                    <a:pt x="2667" y="5132"/>
                    <a:pt x="3025" y="5227"/>
                    <a:pt x="3251" y="5251"/>
                  </a:cubicBezTo>
                  <a:cubicBezTo>
                    <a:pt x="3227" y="5334"/>
                    <a:pt x="3203" y="5418"/>
                    <a:pt x="3203" y="5489"/>
                  </a:cubicBezTo>
                  <a:cubicBezTo>
                    <a:pt x="3203" y="5584"/>
                    <a:pt x="3287" y="5656"/>
                    <a:pt x="3370" y="5656"/>
                  </a:cubicBezTo>
                  <a:lnTo>
                    <a:pt x="3906" y="5656"/>
                  </a:lnTo>
                  <a:cubicBezTo>
                    <a:pt x="4120" y="5656"/>
                    <a:pt x="4311" y="5572"/>
                    <a:pt x="4442" y="5406"/>
                  </a:cubicBezTo>
                  <a:cubicBezTo>
                    <a:pt x="4572" y="5549"/>
                    <a:pt x="4751" y="5656"/>
                    <a:pt x="4977" y="5656"/>
                  </a:cubicBezTo>
                  <a:lnTo>
                    <a:pt x="5513" y="5656"/>
                  </a:lnTo>
                  <a:cubicBezTo>
                    <a:pt x="5596" y="5656"/>
                    <a:pt x="5680" y="5584"/>
                    <a:pt x="5680" y="5489"/>
                  </a:cubicBezTo>
                  <a:cubicBezTo>
                    <a:pt x="5680" y="5406"/>
                    <a:pt x="5656" y="5334"/>
                    <a:pt x="5632" y="5251"/>
                  </a:cubicBezTo>
                  <a:cubicBezTo>
                    <a:pt x="5858" y="5215"/>
                    <a:pt x="6216" y="5120"/>
                    <a:pt x="6549" y="4941"/>
                  </a:cubicBezTo>
                  <a:close/>
                  <a:moveTo>
                    <a:pt x="5501" y="6846"/>
                  </a:moveTo>
                  <a:lnTo>
                    <a:pt x="5501" y="7203"/>
                  </a:lnTo>
                  <a:lnTo>
                    <a:pt x="4430" y="7799"/>
                  </a:lnTo>
                  <a:lnTo>
                    <a:pt x="3358" y="7203"/>
                  </a:lnTo>
                  <a:lnTo>
                    <a:pt x="3358" y="6846"/>
                  </a:lnTo>
                  <a:cubicBezTo>
                    <a:pt x="3680" y="7013"/>
                    <a:pt x="4037" y="7096"/>
                    <a:pt x="4430" y="7096"/>
                  </a:cubicBezTo>
                  <a:cubicBezTo>
                    <a:pt x="4811" y="7096"/>
                    <a:pt x="5168" y="7013"/>
                    <a:pt x="5501" y="6846"/>
                  </a:cubicBezTo>
                  <a:close/>
                  <a:moveTo>
                    <a:pt x="5954" y="7323"/>
                  </a:moveTo>
                  <a:lnTo>
                    <a:pt x="6168" y="7751"/>
                  </a:lnTo>
                  <a:lnTo>
                    <a:pt x="5311" y="8501"/>
                  </a:lnTo>
                  <a:cubicBezTo>
                    <a:pt x="5263" y="8525"/>
                    <a:pt x="5215" y="8549"/>
                    <a:pt x="5168" y="8549"/>
                  </a:cubicBezTo>
                  <a:cubicBezTo>
                    <a:pt x="5132" y="8549"/>
                    <a:pt x="5073" y="8513"/>
                    <a:pt x="5037" y="8466"/>
                  </a:cubicBezTo>
                  <a:lnTo>
                    <a:pt x="4680" y="8025"/>
                  </a:lnTo>
                  <a:lnTo>
                    <a:pt x="5942" y="7323"/>
                  </a:lnTo>
                  <a:close/>
                  <a:moveTo>
                    <a:pt x="2906" y="7334"/>
                  </a:moveTo>
                  <a:lnTo>
                    <a:pt x="4180" y="8037"/>
                  </a:lnTo>
                  <a:lnTo>
                    <a:pt x="3822" y="8489"/>
                  </a:lnTo>
                  <a:cubicBezTo>
                    <a:pt x="3787" y="8525"/>
                    <a:pt x="3739" y="8549"/>
                    <a:pt x="3680" y="8561"/>
                  </a:cubicBezTo>
                  <a:cubicBezTo>
                    <a:pt x="3644" y="8561"/>
                    <a:pt x="3584" y="8549"/>
                    <a:pt x="3549" y="8513"/>
                  </a:cubicBezTo>
                  <a:lnTo>
                    <a:pt x="2691" y="7775"/>
                  </a:lnTo>
                  <a:lnTo>
                    <a:pt x="2894" y="7334"/>
                  </a:lnTo>
                  <a:close/>
                  <a:moveTo>
                    <a:pt x="3299" y="0"/>
                  </a:moveTo>
                  <a:cubicBezTo>
                    <a:pt x="2739" y="0"/>
                    <a:pt x="2251" y="369"/>
                    <a:pt x="2108" y="905"/>
                  </a:cubicBezTo>
                  <a:lnTo>
                    <a:pt x="1644" y="2655"/>
                  </a:lnTo>
                  <a:lnTo>
                    <a:pt x="1060" y="2655"/>
                  </a:lnTo>
                  <a:cubicBezTo>
                    <a:pt x="977" y="2655"/>
                    <a:pt x="893" y="2727"/>
                    <a:pt x="893" y="2810"/>
                  </a:cubicBezTo>
                  <a:cubicBezTo>
                    <a:pt x="893" y="2905"/>
                    <a:pt x="977" y="2977"/>
                    <a:pt x="1060" y="2977"/>
                  </a:cubicBezTo>
                  <a:lnTo>
                    <a:pt x="1596" y="2977"/>
                  </a:lnTo>
                  <a:lnTo>
                    <a:pt x="1596" y="3584"/>
                  </a:lnTo>
                  <a:cubicBezTo>
                    <a:pt x="1405" y="3679"/>
                    <a:pt x="1274" y="3858"/>
                    <a:pt x="1239" y="4060"/>
                  </a:cubicBezTo>
                  <a:cubicBezTo>
                    <a:pt x="1227" y="4239"/>
                    <a:pt x="1286" y="4406"/>
                    <a:pt x="1394" y="4536"/>
                  </a:cubicBezTo>
                  <a:cubicBezTo>
                    <a:pt x="1513" y="4679"/>
                    <a:pt x="1667" y="4739"/>
                    <a:pt x="1834" y="4739"/>
                  </a:cubicBezTo>
                  <a:lnTo>
                    <a:pt x="1941" y="4739"/>
                  </a:lnTo>
                  <a:cubicBezTo>
                    <a:pt x="1989" y="5513"/>
                    <a:pt x="2406" y="6180"/>
                    <a:pt x="3001" y="6596"/>
                  </a:cubicBezTo>
                  <a:lnTo>
                    <a:pt x="3001" y="6965"/>
                  </a:lnTo>
                  <a:cubicBezTo>
                    <a:pt x="2959" y="6953"/>
                    <a:pt x="2920" y="6947"/>
                    <a:pt x="2885" y="6947"/>
                  </a:cubicBezTo>
                  <a:cubicBezTo>
                    <a:pt x="2849" y="6947"/>
                    <a:pt x="2816" y="6953"/>
                    <a:pt x="2787" y="6965"/>
                  </a:cubicBezTo>
                  <a:cubicBezTo>
                    <a:pt x="2703" y="7001"/>
                    <a:pt x="2620" y="7061"/>
                    <a:pt x="2584" y="7144"/>
                  </a:cubicBezTo>
                  <a:lnTo>
                    <a:pt x="2322" y="7668"/>
                  </a:lnTo>
                  <a:lnTo>
                    <a:pt x="882" y="8096"/>
                  </a:lnTo>
                  <a:cubicBezTo>
                    <a:pt x="358" y="8251"/>
                    <a:pt x="0" y="8739"/>
                    <a:pt x="0" y="9275"/>
                  </a:cubicBezTo>
                  <a:lnTo>
                    <a:pt x="0" y="11133"/>
                  </a:lnTo>
                  <a:cubicBezTo>
                    <a:pt x="0" y="11228"/>
                    <a:pt x="84" y="11299"/>
                    <a:pt x="167" y="11299"/>
                  </a:cubicBezTo>
                  <a:cubicBezTo>
                    <a:pt x="262" y="11299"/>
                    <a:pt x="334" y="11228"/>
                    <a:pt x="334" y="11133"/>
                  </a:cubicBezTo>
                  <a:lnTo>
                    <a:pt x="334" y="9275"/>
                  </a:lnTo>
                  <a:cubicBezTo>
                    <a:pt x="334" y="8870"/>
                    <a:pt x="596" y="8525"/>
                    <a:pt x="977" y="8406"/>
                  </a:cubicBezTo>
                  <a:lnTo>
                    <a:pt x="1596" y="8227"/>
                  </a:lnTo>
                  <a:lnTo>
                    <a:pt x="1596" y="11133"/>
                  </a:lnTo>
                  <a:cubicBezTo>
                    <a:pt x="1596" y="11228"/>
                    <a:pt x="1667" y="11299"/>
                    <a:pt x="1763" y="11299"/>
                  </a:cubicBezTo>
                  <a:cubicBezTo>
                    <a:pt x="1846" y="11299"/>
                    <a:pt x="1929" y="11228"/>
                    <a:pt x="1929" y="11133"/>
                  </a:cubicBezTo>
                  <a:lnTo>
                    <a:pt x="1929" y="8144"/>
                  </a:lnTo>
                  <a:lnTo>
                    <a:pt x="2298" y="8037"/>
                  </a:lnTo>
                  <a:lnTo>
                    <a:pt x="2298" y="11144"/>
                  </a:lnTo>
                  <a:cubicBezTo>
                    <a:pt x="2298" y="11240"/>
                    <a:pt x="2370" y="11311"/>
                    <a:pt x="2465" y="11311"/>
                  </a:cubicBezTo>
                  <a:cubicBezTo>
                    <a:pt x="2548" y="11311"/>
                    <a:pt x="2620" y="11240"/>
                    <a:pt x="2620" y="11144"/>
                  </a:cubicBezTo>
                  <a:lnTo>
                    <a:pt x="2620" y="8144"/>
                  </a:lnTo>
                  <a:lnTo>
                    <a:pt x="3310" y="8739"/>
                  </a:lnTo>
                  <a:cubicBezTo>
                    <a:pt x="3394" y="8811"/>
                    <a:pt x="3513" y="8858"/>
                    <a:pt x="3656" y="8858"/>
                  </a:cubicBezTo>
                  <a:lnTo>
                    <a:pt x="3691" y="8858"/>
                  </a:lnTo>
                  <a:cubicBezTo>
                    <a:pt x="3846" y="8847"/>
                    <a:pt x="3965" y="8787"/>
                    <a:pt x="4049" y="8668"/>
                  </a:cubicBezTo>
                  <a:lnTo>
                    <a:pt x="4394" y="8227"/>
                  </a:lnTo>
                  <a:lnTo>
                    <a:pt x="4739" y="8668"/>
                  </a:lnTo>
                  <a:cubicBezTo>
                    <a:pt x="4823" y="8763"/>
                    <a:pt x="4942" y="8847"/>
                    <a:pt x="5096" y="8858"/>
                  </a:cubicBezTo>
                  <a:lnTo>
                    <a:pt x="5144" y="8858"/>
                  </a:lnTo>
                  <a:cubicBezTo>
                    <a:pt x="5263" y="8858"/>
                    <a:pt x="5382" y="8811"/>
                    <a:pt x="5477" y="8739"/>
                  </a:cubicBezTo>
                  <a:lnTo>
                    <a:pt x="6347" y="7989"/>
                  </a:lnTo>
                  <a:lnTo>
                    <a:pt x="6882" y="8144"/>
                  </a:lnTo>
                  <a:lnTo>
                    <a:pt x="6882" y="11133"/>
                  </a:lnTo>
                  <a:cubicBezTo>
                    <a:pt x="6882" y="11228"/>
                    <a:pt x="6954" y="11299"/>
                    <a:pt x="7049" y="11299"/>
                  </a:cubicBezTo>
                  <a:cubicBezTo>
                    <a:pt x="7132" y="11299"/>
                    <a:pt x="7204" y="11228"/>
                    <a:pt x="7204" y="11133"/>
                  </a:cubicBezTo>
                  <a:lnTo>
                    <a:pt x="7204" y="8227"/>
                  </a:lnTo>
                  <a:lnTo>
                    <a:pt x="7835" y="8406"/>
                  </a:lnTo>
                  <a:cubicBezTo>
                    <a:pt x="8204" y="8513"/>
                    <a:pt x="8478" y="8870"/>
                    <a:pt x="8478" y="9275"/>
                  </a:cubicBezTo>
                  <a:lnTo>
                    <a:pt x="8478" y="11133"/>
                  </a:lnTo>
                  <a:cubicBezTo>
                    <a:pt x="8478" y="11228"/>
                    <a:pt x="8549" y="11299"/>
                    <a:pt x="8633" y="11299"/>
                  </a:cubicBezTo>
                  <a:cubicBezTo>
                    <a:pt x="8728" y="11299"/>
                    <a:pt x="8799" y="11228"/>
                    <a:pt x="8799" y="11133"/>
                  </a:cubicBezTo>
                  <a:lnTo>
                    <a:pt x="8799" y="9275"/>
                  </a:lnTo>
                  <a:cubicBezTo>
                    <a:pt x="8847" y="8763"/>
                    <a:pt x="8478" y="8287"/>
                    <a:pt x="7954" y="8132"/>
                  </a:cubicBezTo>
                  <a:lnTo>
                    <a:pt x="6513" y="7692"/>
                  </a:lnTo>
                  <a:lnTo>
                    <a:pt x="6263" y="7180"/>
                  </a:lnTo>
                  <a:cubicBezTo>
                    <a:pt x="6216" y="7084"/>
                    <a:pt x="6144" y="7025"/>
                    <a:pt x="6049" y="7001"/>
                  </a:cubicBezTo>
                  <a:cubicBezTo>
                    <a:pt x="6013" y="6989"/>
                    <a:pt x="5977" y="6983"/>
                    <a:pt x="5942" y="6983"/>
                  </a:cubicBezTo>
                  <a:cubicBezTo>
                    <a:pt x="5906" y="6983"/>
                    <a:pt x="5870" y="6989"/>
                    <a:pt x="5835" y="7001"/>
                  </a:cubicBezTo>
                  <a:lnTo>
                    <a:pt x="5835" y="6620"/>
                  </a:lnTo>
                  <a:cubicBezTo>
                    <a:pt x="6430" y="6203"/>
                    <a:pt x="6835" y="5537"/>
                    <a:pt x="6894" y="4763"/>
                  </a:cubicBezTo>
                  <a:lnTo>
                    <a:pt x="6966" y="4763"/>
                  </a:lnTo>
                  <a:cubicBezTo>
                    <a:pt x="7299" y="4763"/>
                    <a:pt x="7561" y="4525"/>
                    <a:pt x="7597" y="4215"/>
                  </a:cubicBezTo>
                  <a:cubicBezTo>
                    <a:pt x="7609" y="4036"/>
                    <a:pt x="7549" y="3870"/>
                    <a:pt x="7442" y="3739"/>
                  </a:cubicBezTo>
                  <a:cubicBezTo>
                    <a:pt x="7382" y="3679"/>
                    <a:pt x="7323" y="3632"/>
                    <a:pt x="7251" y="3584"/>
                  </a:cubicBezTo>
                  <a:lnTo>
                    <a:pt x="7251" y="2977"/>
                  </a:lnTo>
                  <a:lnTo>
                    <a:pt x="7787" y="2977"/>
                  </a:lnTo>
                  <a:cubicBezTo>
                    <a:pt x="7882" y="2977"/>
                    <a:pt x="7954" y="2905"/>
                    <a:pt x="7954" y="2810"/>
                  </a:cubicBezTo>
                  <a:cubicBezTo>
                    <a:pt x="7954" y="2727"/>
                    <a:pt x="7882" y="2655"/>
                    <a:pt x="7787" y="2655"/>
                  </a:cubicBezTo>
                  <a:lnTo>
                    <a:pt x="7204" y="2655"/>
                  </a:lnTo>
                  <a:lnTo>
                    <a:pt x="6751" y="905"/>
                  </a:lnTo>
                  <a:cubicBezTo>
                    <a:pt x="6597" y="369"/>
                    <a:pt x="6120" y="0"/>
                    <a:pt x="5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1" name="Google Shape;11581;p65"/>
            <p:cNvSpPr/>
            <p:nvPr/>
          </p:nvSpPr>
          <p:spPr>
            <a:xfrm>
              <a:off x="6445730" y="2238009"/>
              <a:ext cx="10201" cy="88672"/>
            </a:xfrm>
            <a:custGeom>
              <a:avLst/>
              <a:gdLst/>
              <a:ahLst/>
              <a:cxnLst/>
              <a:rect l="l" t="t" r="r" b="b"/>
              <a:pathLst>
                <a:path w="322" h="2799" extrusionOk="0">
                  <a:moveTo>
                    <a:pt x="167" y="0"/>
                  </a:moveTo>
                  <a:cubicBezTo>
                    <a:pt x="72" y="0"/>
                    <a:pt x="1" y="83"/>
                    <a:pt x="1" y="167"/>
                  </a:cubicBezTo>
                  <a:lnTo>
                    <a:pt x="1" y="2643"/>
                  </a:lnTo>
                  <a:cubicBezTo>
                    <a:pt x="1" y="2727"/>
                    <a:pt x="72" y="2798"/>
                    <a:pt x="167" y="2798"/>
                  </a:cubicBezTo>
                  <a:cubicBezTo>
                    <a:pt x="251" y="2798"/>
                    <a:pt x="322" y="2727"/>
                    <a:pt x="322" y="2643"/>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2" name="Google Shape;11582;p65"/>
            <p:cNvSpPr/>
            <p:nvPr/>
          </p:nvSpPr>
          <p:spPr>
            <a:xfrm>
              <a:off x="6383859" y="2249319"/>
              <a:ext cx="10613" cy="10581"/>
            </a:xfrm>
            <a:custGeom>
              <a:avLst/>
              <a:gdLst/>
              <a:ahLst/>
              <a:cxnLst/>
              <a:rect l="l" t="t" r="r" b="b"/>
              <a:pathLst>
                <a:path w="335" h="334" extrusionOk="0">
                  <a:moveTo>
                    <a:pt x="168" y="0"/>
                  </a:moveTo>
                  <a:cubicBezTo>
                    <a:pt x="72" y="0"/>
                    <a:pt x="1" y="84"/>
                    <a:pt x="1" y="167"/>
                  </a:cubicBezTo>
                  <a:cubicBezTo>
                    <a:pt x="1" y="262"/>
                    <a:pt x="72" y="334"/>
                    <a:pt x="168" y="334"/>
                  </a:cubicBezTo>
                  <a:cubicBezTo>
                    <a:pt x="251" y="334"/>
                    <a:pt x="334" y="262"/>
                    <a:pt x="334" y="167"/>
                  </a:cubicBezTo>
                  <a:cubicBezTo>
                    <a:pt x="334" y="84"/>
                    <a:pt x="275"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65"/>
            <p:cNvSpPr/>
            <p:nvPr/>
          </p:nvSpPr>
          <p:spPr>
            <a:xfrm>
              <a:off x="6383859" y="2282868"/>
              <a:ext cx="10613" cy="10613"/>
            </a:xfrm>
            <a:custGeom>
              <a:avLst/>
              <a:gdLst/>
              <a:ahLst/>
              <a:cxnLst/>
              <a:rect l="l" t="t" r="r" b="b"/>
              <a:pathLst>
                <a:path w="335" h="335" extrusionOk="0">
                  <a:moveTo>
                    <a:pt x="168" y="1"/>
                  </a:moveTo>
                  <a:cubicBezTo>
                    <a:pt x="72" y="1"/>
                    <a:pt x="1" y="72"/>
                    <a:pt x="1" y="168"/>
                  </a:cubicBezTo>
                  <a:cubicBezTo>
                    <a:pt x="1" y="251"/>
                    <a:pt x="72" y="334"/>
                    <a:pt x="168" y="334"/>
                  </a:cubicBezTo>
                  <a:cubicBezTo>
                    <a:pt x="251" y="334"/>
                    <a:pt x="334" y="251"/>
                    <a:pt x="334" y="168"/>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65"/>
            <p:cNvSpPr/>
            <p:nvPr/>
          </p:nvSpPr>
          <p:spPr>
            <a:xfrm>
              <a:off x="6378220" y="2154247"/>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91" y="251"/>
                    <a:pt x="691" y="168"/>
                  </a:cubicBezTo>
                  <a:cubicBezTo>
                    <a:pt x="691" y="60"/>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5" name="Google Shape;11585;p65"/>
          <p:cNvGrpSpPr/>
          <p:nvPr/>
        </p:nvGrpSpPr>
        <p:grpSpPr>
          <a:xfrm>
            <a:off x="5801485" y="1793646"/>
            <a:ext cx="279164" cy="357794"/>
            <a:chOff x="5801485" y="1969046"/>
            <a:chExt cx="279164" cy="357794"/>
          </a:xfrm>
        </p:grpSpPr>
        <p:sp>
          <p:nvSpPr>
            <p:cNvPr id="11586" name="Google Shape;11586;p65"/>
            <p:cNvSpPr/>
            <p:nvPr/>
          </p:nvSpPr>
          <p:spPr>
            <a:xfrm>
              <a:off x="5901436" y="2092408"/>
              <a:ext cx="10613" cy="16252"/>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7" name="Google Shape;11587;p65"/>
            <p:cNvSpPr/>
            <p:nvPr/>
          </p:nvSpPr>
          <p:spPr>
            <a:xfrm>
              <a:off x="5968597" y="2092408"/>
              <a:ext cx="10581" cy="16252"/>
            </a:xfrm>
            <a:custGeom>
              <a:avLst/>
              <a:gdLst/>
              <a:ahLst/>
              <a:cxnLst/>
              <a:rect l="l" t="t" r="r" b="b"/>
              <a:pathLst>
                <a:path w="334"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65"/>
            <p:cNvSpPr/>
            <p:nvPr/>
          </p:nvSpPr>
          <p:spPr>
            <a:xfrm>
              <a:off x="5801485" y="1969046"/>
              <a:ext cx="279164" cy="357636"/>
            </a:xfrm>
            <a:custGeom>
              <a:avLst/>
              <a:gdLst/>
              <a:ahLst/>
              <a:cxnLst/>
              <a:rect l="l" t="t" r="r" b="b"/>
              <a:pathLst>
                <a:path w="8812" h="11289" extrusionOk="0">
                  <a:moveTo>
                    <a:pt x="1739" y="1025"/>
                  </a:moveTo>
                  <a:cubicBezTo>
                    <a:pt x="1834" y="1037"/>
                    <a:pt x="1929" y="1132"/>
                    <a:pt x="1929" y="1227"/>
                  </a:cubicBezTo>
                  <a:lnTo>
                    <a:pt x="1929" y="1275"/>
                  </a:lnTo>
                  <a:cubicBezTo>
                    <a:pt x="1858" y="1323"/>
                    <a:pt x="1822" y="1370"/>
                    <a:pt x="1775" y="1406"/>
                  </a:cubicBezTo>
                  <a:lnTo>
                    <a:pt x="1739" y="1406"/>
                  </a:lnTo>
                  <a:cubicBezTo>
                    <a:pt x="1644" y="1406"/>
                    <a:pt x="1548" y="1323"/>
                    <a:pt x="1548" y="1215"/>
                  </a:cubicBezTo>
                  <a:cubicBezTo>
                    <a:pt x="1548" y="1108"/>
                    <a:pt x="1644" y="1025"/>
                    <a:pt x="1739" y="1025"/>
                  </a:cubicBezTo>
                  <a:close/>
                  <a:moveTo>
                    <a:pt x="7064" y="1048"/>
                  </a:moveTo>
                  <a:cubicBezTo>
                    <a:pt x="7143" y="1048"/>
                    <a:pt x="7228" y="1137"/>
                    <a:pt x="7228" y="1227"/>
                  </a:cubicBezTo>
                  <a:cubicBezTo>
                    <a:pt x="7228" y="1334"/>
                    <a:pt x="7133" y="1430"/>
                    <a:pt x="7025" y="1430"/>
                  </a:cubicBezTo>
                  <a:lnTo>
                    <a:pt x="7002" y="1430"/>
                  </a:lnTo>
                  <a:cubicBezTo>
                    <a:pt x="6954" y="1382"/>
                    <a:pt x="6894" y="1334"/>
                    <a:pt x="6847" y="1287"/>
                  </a:cubicBezTo>
                  <a:lnTo>
                    <a:pt x="6847" y="1251"/>
                  </a:lnTo>
                  <a:cubicBezTo>
                    <a:pt x="6847" y="1144"/>
                    <a:pt x="6942" y="1049"/>
                    <a:pt x="7049" y="1049"/>
                  </a:cubicBezTo>
                  <a:cubicBezTo>
                    <a:pt x="7054" y="1048"/>
                    <a:pt x="7059" y="1048"/>
                    <a:pt x="7064" y="1048"/>
                  </a:cubicBezTo>
                  <a:close/>
                  <a:moveTo>
                    <a:pt x="7025" y="334"/>
                  </a:moveTo>
                  <a:cubicBezTo>
                    <a:pt x="7514" y="334"/>
                    <a:pt x="7918" y="739"/>
                    <a:pt x="7918" y="1227"/>
                  </a:cubicBezTo>
                  <a:cubicBezTo>
                    <a:pt x="7918" y="1549"/>
                    <a:pt x="7764" y="1846"/>
                    <a:pt x="7490" y="1989"/>
                  </a:cubicBezTo>
                  <a:cubicBezTo>
                    <a:pt x="7418" y="1882"/>
                    <a:pt x="7335" y="1787"/>
                    <a:pt x="7252" y="1692"/>
                  </a:cubicBezTo>
                  <a:cubicBezTo>
                    <a:pt x="7418" y="1608"/>
                    <a:pt x="7537" y="1430"/>
                    <a:pt x="7537" y="1227"/>
                  </a:cubicBezTo>
                  <a:cubicBezTo>
                    <a:pt x="7537" y="953"/>
                    <a:pt x="7299" y="715"/>
                    <a:pt x="7013" y="715"/>
                  </a:cubicBezTo>
                  <a:cubicBezTo>
                    <a:pt x="6787" y="715"/>
                    <a:pt x="6609" y="846"/>
                    <a:pt x="6537" y="1037"/>
                  </a:cubicBezTo>
                  <a:cubicBezTo>
                    <a:pt x="6430" y="965"/>
                    <a:pt x="6323" y="906"/>
                    <a:pt x="6204" y="834"/>
                  </a:cubicBezTo>
                  <a:cubicBezTo>
                    <a:pt x="6371" y="537"/>
                    <a:pt x="6692" y="334"/>
                    <a:pt x="7025" y="334"/>
                  </a:cubicBezTo>
                  <a:close/>
                  <a:moveTo>
                    <a:pt x="1727" y="334"/>
                  </a:moveTo>
                  <a:cubicBezTo>
                    <a:pt x="2072" y="334"/>
                    <a:pt x="2382" y="537"/>
                    <a:pt x="2537" y="846"/>
                  </a:cubicBezTo>
                  <a:cubicBezTo>
                    <a:pt x="2430" y="906"/>
                    <a:pt x="2310" y="977"/>
                    <a:pt x="2203" y="1049"/>
                  </a:cubicBezTo>
                  <a:cubicBezTo>
                    <a:pt x="2132" y="858"/>
                    <a:pt x="1941" y="727"/>
                    <a:pt x="1727" y="727"/>
                  </a:cubicBezTo>
                  <a:cubicBezTo>
                    <a:pt x="1441" y="727"/>
                    <a:pt x="1215" y="965"/>
                    <a:pt x="1215" y="1239"/>
                  </a:cubicBezTo>
                  <a:cubicBezTo>
                    <a:pt x="1215" y="1453"/>
                    <a:pt x="1334" y="1620"/>
                    <a:pt x="1489" y="1704"/>
                  </a:cubicBezTo>
                  <a:cubicBezTo>
                    <a:pt x="1406" y="1799"/>
                    <a:pt x="1334" y="1906"/>
                    <a:pt x="1251" y="2001"/>
                  </a:cubicBezTo>
                  <a:cubicBezTo>
                    <a:pt x="1001" y="1823"/>
                    <a:pt x="834" y="1549"/>
                    <a:pt x="834" y="1227"/>
                  </a:cubicBezTo>
                  <a:cubicBezTo>
                    <a:pt x="834" y="739"/>
                    <a:pt x="1239" y="334"/>
                    <a:pt x="1727" y="334"/>
                  </a:cubicBezTo>
                  <a:close/>
                  <a:moveTo>
                    <a:pt x="4382" y="691"/>
                  </a:moveTo>
                  <a:cubicBezTo>
                    <a:pt x="6287" y="691"/>
                    <a:pt x="7835" y="2239"/>
                    <a:pt x="7835" y="4144"/>
                  </a:cubicBezTo>
                  <a:cubicBezTo>
                    <a:pt x="7847" y="6049"/>
                    <a:pt x="6287" y="7597"/>
                    <a:pt x="4382" y="7597"/>
                  </a:cubicBezTo>
                  <a:cubicBezTo>
                    <a:pt x="2477" y="7597"/>
                    <a:pt x="929" y="6049"/>
                    <a:pt x="929" y="4144"/>
                  </a:cubicBezTo>
                  <a:cubicBezTo>
                    <a:pt x="929" y="2239"/>
                    <a:pt x="2477" y="691"/>
                    <a:pt x="4382" y="691"/>
                  </a:cubicBezTo>
                  <a:close/>
                  <a:moveTo>
                    <a:pt x="1739" y="1"/>
                  </a:moveTo>
                  <a:cubicBezTo>
                    <a:pt x="1072" y="1"/>
                    <a:pt x="525" y="549"/>
                    <a:pt x="525" y="1215"/>
                  </a:cubicBezTo>
                  <a:cubicBezTo>
                    <a:pt x="525" y="1644"/>
                    <a:pt x="751" y="2037"/>
                    <a:pt x="1108" y="2263"/>
                  </a:cubicBezTo>
                  <a:cubicBezTo>
                    <a:pt x="786" y="2811"/>
                    <a:pt x="608" y="3454"/>
                    <a:pt x="608" y="4132"/>
                  </a:cubicBezTo>
                  <a:cubicBezTo>
                    <a:pt x="608" y="5621"/>
                    <a:pt x="1477" y="6918"/>
                    <a:pt x="2739" y="7538"/>
                  </a:cubicBezTo>
                  <a:lnTo>
                    <a:pt x="882" y="8097"/>
                  </a:lnTo>
                  <a:cubicBezTo>
                    <a:pt x="358" y="8240"/>
                    <a:pt x="1" y="8728"/>
                    <a:pt x="1" y="9264"/>
                  </a:cubicBezTo>
                  <a:lnTo>
                    <a:pt x="1" y="11133"/>
                  </a:lnTo>
                  <a:cubicBezTo>
                    <a:pt x="1" y="11217"/>
                    <a:pt x="72" y="11288"/>
                    <a:pt x="167" y="11288"/>
                  </a:cubicBezTo>
                  <a:cubicBezTo>
                    <a:pt x="251" y="11288"/>
                    <a:pt x="334" y="11217"/>
                    <a:pt x="334" y="11133"/>
                  </a:cubicBezTo>
                  <a:lnTo>
                    <a:pt x="334" y="9264"/>
                  </a:lnTo>
                  <a:cubicBezTo>
                    <a:pt x="334" y="8871"/>
                    <a:pt x="596" y="8526"/>
                    <a:pt x="965" y="8407"/>
                  </a:cubicBezTo>
                  <a:lnTo>
                    <a:pt x="2834" y="7859"/>
                  </a:lnTo>
                  <a:cubicBezTo>
                    <a:pt x="2930" y="7823"/>
                    <a:pt x="3025" y="7764"/>
                    <a:pt x="3108" y="7692"/>
                  </a:cubicBezTo>
                  <a:cubicBezTo>
                    <a:pt x="3513" y="7835"/>
                    <a:pt x="3965" y="7919"/>
                    <a:pt x="4406" y="7919"/>
                  </a:cubicBezTo>
                  <a:cubicBezTo>
                    <a:pt x="4858" y="7919"/>
                    <a:pt x="5299" y="7835"/>
                    <a:pt x="5704" y="7692"/>
                  </a:cubicBezTo>
                  <a:cubicBezTo>
                    <a:pt x="5775" y="7764"/>
                    <a:pt x="5882" y="7811"/>
                    <a:pt x="5990" y="7859"/>
                  </a:cubicBezTo>
                  <a:lnTo>
                    <a:pt x="7847" y="8407"/>
                  </a:lnTo>
                  <a:cubicBezTo>
                    <a:pt x="8216" y="8514"/>
                    <a:pt x="8490" y="8871"/>
                    <a:pt x="8490" y="9264"/>
                  </a:cubicBezTo>
                  <a:lnTo>
                    <a:pt x="8490" y="11133"/>
                  </a:lnTo>
                  <a:cubicBezTo>
                    <a:pt x="8490" y="11217"/>
                    <a:pt x="8561" y="11288"/>
                    <a:pt x="8645" y="11288"/>
                  </a:cubicBezTo>
                  <a:cubicBezTo>
                    <a:pt x="8740" y="11288"/>
                    <a:pt x="8811" y="11217"/>
                    <a:pt x="8811" y="11133"/>
                  </a:cubicBezTo>
                  <a:lnTo>
                    <a:pt x="8811" y="9264"/>
                  </a:lnTo>
                  <a:cubicBezTo>
                    <a:pt x="8787" y="8728"/>
                    <a:pt x="8430" y="8252"/>
                    <a:pt x="7906" y="8097"/>
                  </a:cubicBezTo>
                  <a:lnTo>
                    <a:pt x="6049" y="7538"/>
                  </a:lnTo>
                  <a:cubicBezTo>
                    <a:pt x="7299" y="6918"/>
                    <a:pt x="8180" y="5633"/>
                    <a:pt x="8180" y="4132"/>
                  </a:cubicBezTo>
                  <a:cubicBezTo>
                    <a:pt x="8180" y="3454"/>
                    <a:pt x="7990" y="2811"/>
                    <a:pt x="7680" y="2263"/>
                  </a:cubicBezTo>
                  <a:cubicBezTo>
                    <a:pt x="8037" y="2037"/>
                    <a:pt x="8264" y="1644"/>
                    <a:pt x="8264" y="1215"/>
                  </a:cubicBezTo>
                  <a:cubicBezTo>
                    <a:pt x="8264" y="549"/>
                    <a:pt x="7716" y="1"/>
                    <a:pt x="7049" y="1"/>
                  </a:cubicBezTo>
                  <a:cubicBezTo>
                    <a:pt x="6573" y="1"/>
                    <a:pt x="6156" y="263"/>
                    <a:pt x="5942" y="680"/>
                  </a:cubicBezTo>
                  <a:cubicBezTo>
                    <a:pt x="5466" y="477"/>
                    <a:pt x="4942" y="358"/>
                    <a:pt x="4394" y="358"/>
                  </a:cubicBezTo>
                  <a:cubicBezTo>
                    <a:pt x="3846" y="358"/>
                    <a:pt x="3323" y="477"/>
                    <a:pt x="2846" y="680"/>
                  </a:cubicBezTo>
                  <a:cubicBezTo>
                    <a:pt x="2632" y="263"/>
                    <a:pt x="2215"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65"/>
            <p:cNvSpPr/>
            <p:nvPr/>
          </p:nvSpPr>
          <p:spPr>
            <a:xfrm>
              <a:off x="5895797" y="2075427"/>
              <a:ext cx="21891" cy="10581"/>
            </a:xfrm>
            <a:custGeom>
              <a:avLst/>
              <a:gdLst/>
              <a:ahLst/>
              <a:cxnLst/>
              <a:rect l="l" t="t" r="r" b="b"/>
              <a:pathLst>
                <a:path w="691" h="334" extrusionOk="0">
                  <a:moveTo>
                    <a:pt x="167" y="0"/>
                  </a:moveTo>
                  <a:cubicBezTo>
                    <a:pt x="84" y="0"/>
                    <a:pt x="0" y="72"/>
                    <a:pt x="0" y="167"/>
                  </a:cubicBezTo>
                  <a:cubicBezTo>
                    <a:pt x="0" y="251"/>
                    <a:pt x="84" y="334"/>
                    <a:pt x="167" y="334"/>
                  </a:cubicBezTo>
                  <a:lnTo>
                    <a:pt x="524" y="334"/>
                  </a:lnTo>
                  <a:cubicBezTo>
                    <a:pt x="619" y="334"/>
                    <a:pt x="691" y="251"/>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65"/>
            <p:cNvSpPr/>
            <p:nvPr/>
          </p:nvSpPr>
          <p:spPr>
            <a:xfrm>
              <a:off x="5962927" y="2075427"/>
              <a:ext cx="21542" cy="10581"/>
            </a:xfrm>
            <a:custGeom>
              <a:avLst/>
              <a:gdLst/>
              <a:ahLst/>
              <a:cxnLst/>
              <a:rect l="l" t="t" r="r" b="b"/>
              <a:pathLst>
                <a:path w="680" h="334" extrusionOk="0">
                  <a:moveTo>
                    <a:pt x="155" y="0"/>
                  </a:moveTo>
                  <a:cubicBezTo>
                    <a:pt x="72" y="0"/>
                    <a:pt x="1" y="72"/>
                    <a:pt x="1" y="167"/>
                  </a:cubicBezTo>
                  <a:cubicBezTo>
                    <a:pt x="1" y="251"/>
                    <a:pt x="72" y="334"/>
                    <a:pt x="155" y="334"/>
                  </a:cubicBezTo>
                  <a:lnTo>
                    <a:pt x="513" y="334"/>
                  </a:lnTo>
                  <a:cubicBezTo>
                    <a:pt x="608" y="334"/>
                    <a:pt x="679" y="251"/>
                    <a:pt x="679" y="167"/>
                  </a:cubicBezTo>
                  <a:cubicBezTo>
                    <a:pt x="679"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65"/>
            <p:cNvSpPr/>
            <p:nvPr/>
          </p:nvSpPr>
          <p:spPr>
            <a:xfrm>
              <a:off x="5845615" y="2282868"/>
              <a:ext cx="10233" cy="43813"/>
            </a:xfrm>
            <a:custGeom>
              <a:avLst/>
              <a:gdLst/>
              <a:ahLst/>
              <a:cxnLst/>
              <a:rect l="l" t="t" r="r" b="b"/>
              <a:pathLst>
                <a:path w="323" h="1383" extrusionOk="0">
                  <a:moveTo>
                    <a:pt x="155" y="1"/>
                  </a:moveTo>
                  <a:cubicBezTo>
                    <a:pt x="72" y="1"/>
                    <a:pt x="1" y="72"/>
                    <a:pt x="1" y="168"/>
                  </a:cubicBezTo>
                  <a:lnTo>
                    <a:pt x="1" y="1227"/>
                  </a:lnTo>
                  <a:cubicBezTo>
                    <a:pt x="1" y="1311"/>
                    <a:pt x="72" y="1382"/>
                    <a:pt x="155" y="1382"/>
                  </a:cubicBezTo>
                  <a:cubicBezTo>
                    <a:pt x="251" y="1382"/>
                    <a:pt x="322" y="1311"/>
                    <a:pt x="322" y="1227"/>
                  </a:cubicBezTo>
                  <a:lnTo>
                    <a:pt x="322" y="168"/>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65"/>
            <p:cNvSpPr/>
            <p:nvPr/>
          </p:nvSpPr>
          <p:spPr>
            <a:xfrm>
              <a:off x="6024798" y="2282868"/>
              <a:ext cx="10201" cy="43813"/>
            </a:xfrm>
            <a:custGeom>
              <a:avLst/>
              <a:gdLst/>
              <a:ahLst/>
              <a:cxnLst/>
              <a:rect l="l" t="t" r="r" b="b"/>
              <a:pathLst>
                <a:path w="322" h="1383" extrusionOk="0">
                  <a:moveTo>
                    <a:pt x="155" y="1"/>
                  </a:moveTo>
                  <a:cubicBezTo>
                    <a:pt x="72" y="1"/>
                    <a:pt x="0" y="72"/>
                    <a:pt x="0" y="168"/>
                  </a:cubicBezTo>
                  <a:lnTo>
                    <a:pt x="0" y="1227"/>
                  </a:lnTo>
                  <a:cubicBezTo>
                    <a:pt x="0" y="1311"/>
                    <a:pt x="72" y="1382"/>
                    <a:pt x="155" y="1382"/>
                  </a:cubicBezTo>
                  <a:cubicBezTo>
                    <a:pt x="250" y="1382"/>
                    <a:pt x="322" y="1311"/>
                    <a:pt x="322" y="1227"/>
                  </a:cubicBezTo>
                  <a:lnTo>
                    <a:pt x="322" y="168"/>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65"/>
            <p:cNvSpPr/>
            <p:nvPr/>
          </p:nvSpPr>
          <p:spPr>
            <a:xfrm>
              <a:off x="5868267" y="2260248"/>
              <a:ext cx="144112" cy="66591"/>
            </a:xfrm>
            <a:custGeom>
              <a:avLst/>
              <a:gdLst/>
              <a:ahLst/>
              <a:cxnLst/>
              <a:rect l="l" t="t" r="r" b="b"/>
              <a:pathLst>
                <a:path w="4549" h="2102" extrusionOk="0">
                  <a:moveTo>
                    <a:pt x="2274" y="1"/>
                  </a:moveTo>
                  <a:cubicBezTo>
                    <a:pt x="1715" y="1"/>
                    <a:pt x="1203" y="191"/>
                    <a:pt x="786" y="548"/>
                  </a:cubicBezTo>
                  <a:cubicBezTo>
                    <a:pt x="381" y="894"/>
                    <a:pt x="95" y="1382"/>
                    <a:pt x="12" y="1906"/>
                  </a:cubicBezTo>
                  <a:cubicBezTo>
                    <a:pt x="0" y="2001"/>
                    <a:pt x="48" y="2084"/>
                    <a:pt x="143" y="2096"/>
                  </a:cubicBezTo>
                  <a:cubicBezTo>
                    <a:pt x="155" y="2100"/>
                    <a:pt x="168" y="2101"/>
                    <a:pt x="181" y="2101"/>
                  </a:cubicBezTo>
                  <a:cubicBezTo>
                    <a:pt x="253" y="2101"/>
                    <a:pt x="323" y="2046"/>
                    <a:pt x="333" y="1965"/>
                  </a:cubicBezTo>
                  <a:cubicBezTo>
                    <a:pt x="500" y="1024"/>
                    <a:pt x="1310" y="334"/>
                    <a:pt x="2262" y="334"/>
                  </a:cubicBezTo>
                  <a:cubicBezTo>
                    <a:pt x="3215" y="334"/>
                    <a:pt x="4024" y="1013"/>
                    <a:pt x="4179" y="1965"/>
                  </a:cubicBezTo>
                  <a:cubicBezTo>
                    <a:pt x="4191" y="2036"/>
                    <a:pt x="4263" y="2096"/>
                    <a:pt x="4346" y="2096"/>
                  </a:cubicBezTo>
                  <a:lnTo>
                    <a:pt x="4370" y="2096"/>
                  </a:lnTo>
                  <a:cubicBezTo>
                    <a:pt x="4489" y="2084"/>
                    <a:pt x="4548" y="2001"/>
                    <a:pt x="4536" y="1906"/>
                  </a:cubicBezTo>
                  <a:cubicBezTo>
                    <a:pt x="4441" y="1382"/>
                    <a:pt x="4179" y="894"/>
                    <a:pt x="3762" y="548"/>
                  </a:cubicBezTo>
                  <a:cubicBezTo>
                    <a:pt x="3346" y="191"/>
                    <a:pt x="2822"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65"/>
            <p:cNvSpPr/>
            <p:nvPr/>
          </p:nvSpPr>
          <p:spPr>
            <a:xfrm>
              <a:off x="5890126" y="2013556"/>
              <a:ext cx="10581" cy="10613"/>
            </a:xfrm>
            <a:custGeom>
              <a:avLst/>
              <a:gdLst/>
              <a:ahLst/>
              <a:cxnLst/>
              <a:rect l="l" t="t" r="r" b="b"/>
              <a:pathLst>
                <a:path w="334" h="335" extrusionOk="0">
                  <a:moveTo>
                    <a:pt x="167" y="1"/>
                  </a:moveTo>
                  <a:cubicBezTo>
                    <a:pt x="84" y="1"/>
                    <a:pt x="1" y="84"/>
                    <a:pt x="1" y="168"/>
                  </a:cubicBezTo>
                  <a:cubicBezTo>
                    <a:pt x="1" y="263"/>
                    <a:pt x="84" y="334"/>
                    <a:pt x="167" y="334"/>
                  </a:cubicBezTo>
                  <a:cubicBezTo>
                    <a:pt x="251" y="334"/>
                    <a:pt x="334" y="263"/>
                    <a:pt x="334" y="168"/>
                  </a:cubicBez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65"/>
            <p:cNvSpPr/>
            <p:nvPr/>
          </p:nvSpPr>
          <p:spPr>
            <a:xfrm>
              <a:off x="5979907" y="2013556"/>
              <a:ext cx="10201" cy="10613"/>
            </a:xfrm>
            <a:custGeom>
              <a:avLst/>
              <a:gdLst/>
              <a:ahLst/>
              <a:cxnLst/>
              <a:rect l="l" t="t" r="r" b="b"/>
              <a:pathLst>
                <a:path w="322" h="335" extrusionOk="0">
                  <a:moveTo>
                    <a:pt x="167" y="1"/>
                  </a:moveTo>
                  <a:cubicBezTo>
                    <a:pt x="72" y="1"/>
                    <a:pt x="0" y="84"/>
                    <a:pt x="0" y="168"/>
                  </a:cubicBezTo>
                  <a:cubicBezTo>
                    <a:pt x="0" y="263"/>
                    <a:pt x="72" y="334"/>
                    <a:pt x="167" y="334"/>
                  </a:cubicBezTo>
                  <a:cubicBezTo>
                    <a:pt x="250" y="334"/>
                    <a:pt x="322" y="263"/>
                    <a:pt x="322" y="168"/>
                  </a:cubicBez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65"/>
            <p:cNvSpPr/>
            <p:nvPr/>
          </p:nvSpPr>
          <p:spPr>
            <a:xfrm>
              <a:off x="5861455" y="2002247"/>
              <a:ext cx="127892" cy="155454"/>
            </a:xfrm>
            <a:custGeom>
              <a:avLst/>
              <a:gdLst/>
              <a:ahLst/>
              <a:cxnLst/>
              <a:rect l="l" t="t" r="r" b="b"/>
              <a:pathLst>
                <a:path w="4037" h="4907" extrusionOk="0">
                  <a:moveTo>
                    <a:pt x="2489" y="346"/>
                  </a:moveTo>
                  <a:cubicBezTo>
                    <a:pt x="2596" y="346"/>
                    <a:pt x="2680" y="441"/>
                    <a:pt x="2680" y="536"/>
                  </a:cubicBezTo>
                  <a:cubicBezTo>
                    <a:pt x="2680" y="644"/>
                    <a:pt x="2596" y="739"/>
                    <a:pt x="2489" y="739"/>
                  </a:cubicBezTo>
                  <a:cubicBezTo>
                    <a:pt x="2382" y="739"/>
                    <a:pt x="2299" y="644"/>
                    <a:pt x="2299" y="536"/>
                  </a:cubicBezTo>
                  <a:cubicBezTo>
                    <a:pt x="2311" y="441"/>
                    <a:pt x="2382" y="346"/>
                    <a:pt x="2489" y="346"/>
                  </a:cubicBezTo>
                  <a:close/>
                  <a:moveTo>
                    <a:pt x="2954" y="715"/>
                  </a:moveTo>
                  <a:cubicBezTo>
                    <a:pt x="3084" y="775"/>
                    <a:pt x="3192" y="894"/>
                    <a:pt x="3192" y="1060"/>
                  </a:cubicBezTo>
                  <a:cubicBezTo>
                    <a:pt x="3204" y="1275"/>
                    <a:pt x="3037" y="1429"/>
                    <a:pt x="2846" y="1429"/>
                  </a:cubicBezTo>
                  <a:lnTo>
                    <a:pt x="2132" y="1429"/>
                  </a:lnTo>
                  <a:cubicBezTo>
                    <a:pt x="1918" y="1429"/>
                    <a:pt x="1763" y="1275"/>
                    <a:pt x="1763" y="1060"/>
                  </a:cubicBezTo>
                  <a:cubicBezTo>
                    <a:pt x="1763" y="917"/>
                    <a:pt x="1858" y="775"/>
                    <a:pt x="2001" y="715"/>
                  </a:cubicBezTo>
                  <a:cubicBezTo>
                    <a:pt x="2072" y="917"/>
                    <a:pt x="2263" y="1048"/>
                    <a:pt x="2477" y="1048"/>
                  </a:cubicBezTo>
                  <a:cubicBezTo>
                    <a:pt x="2692" y="1048"/>
                    <a:pt x="2870" y="917"/>
                    <a:pt x="2954" y="715"/>
                  </a:cubicBezTo>
                  <a:close/>
                  <a:moveTo>
                    <a:pt x="2501" y="1"/>
                  </a:moveTo>
                  <a:cubicBezTo>
                    <a:pt x="2263" y="1"/>
                    <a:pt x="2072" y="155"/>
                    <a:pt x="2013" y="370"/>
                  </a:cubicBezTo>
                  <a:cubicBezTo>
                    <a:pt x="1703" y="429"/>
                    <a:pt x="1453" y="715"/>
                    <a:pt x="1453" y="1060"/>
                  </a:cubicBezTo>
                  <a:lnTo>
                    <a:pt x="1453" y="1132"/>
                  </a:lnTo>
                  <a:cubicBezTo>
                    <a:pt x="1203" y="1251"/>
                    <a:pt x="965" y="1418"/>
                    <a:pt x="763" y="1632"/>
                  </a:cubicBezTo>
                  <a:cubicBezTo>
                    <a:pt x="346" y="2049"/>
                    <a:pt x="84" y="2596"/>
                    <a:pt x="48" y="3192"/>
                  </a:cubicBezTo>
                  <a:cubicBezTo>
                    <a:pt x="1" y="3763"/>
                    <a:pt x="167" y="4346"/>
                    <a:pt x="501" y="4823"/>
                  </a:cubicBezTo>
                  <a:cubicBezTo>
                    <a:pt x="537" y="4870"/>
                    <a:pt x="596" y="4906"/>
                    <a:pt x="644" y="4906"/>
                  </a:cubicBezTo>
                  <a:cubicBezTo>
                    <a:pt x="668" y="4906"/>
                    <a:pt x="715" y="4882"/>
                    <a:pt x="739" y="4870"/>
                  </a:cubicBezTo>
                  <a:cubicBezTo>
                    <a:pt x="822" y="4811"/>
                    <a:pt x="834" y="4704"/>
                    <a:pt x="775" y="4632"/>
                  </a:cubicBezTo>
                  <a:cubicBezTo>
                    <a:pt x="477" y="4227"/>
                    <a:pt x="334" y="3727"/>
                    <a:pt x="370" y="3215"/>
                  </a:cubicBezTo>
                  <a:cubicBezTo>
                    <a:pt x="406" y="2715"/>
                    <a:pt x="632" y="2227"/>
                    <a:pt x="1001" y="1858"/>
                  </a:cubicBezTo>
                  <a:cubicBezTo>
                    <a:pt x="1156" y="1703"/>
                    <a:pt x="1358" y="1548"/>
                    <a:pt x="1584" y="1465"/>
                  </a:cubicBezTo>
                  <a:cubicBezTo>
                    <a:pt x="1703" y="1656"/>
                    <a:pt x="1918" y="1775"/>
                    <a:pt x="2156" y="1775"/>
                  </a:cubicBezTo>
                  <a:lnTo>
                    <a:pt x="2870" y="1775"/>
                  </a:lnTo>
                  <a:cubicBezTo>
                    <a:pt x="3108" y="1775"/>
                    <a:pt x="3335" y="1656"/>
                    <a:pt x="3454" y="1465"/>
                  </a:cubicBezTo>
                  <a:cubicBezTo>
                    <a:pt x="3573" y="1525"/>
                    <a:pt x="3680" y="1584"/>
                    <a:pt x="3787" y="1656"/>
                  </a:cubicBezTo>
                  <a:cubicBezTo>
                    <a:pt x="3811" y="1668"/>
                    <a:pt x="3846" y="1679"/>
                    <a:pt x="3882" y="1679"/>
                  </a:cubicBezTo>
                  <a:cubicBezTo>
                    <a:pt x="3930" y="1679"/>
                    <a:pt x="3989" y="1656"/>
                    <a:pt x="4025" y="1608"/>
                  </a:cubicBezTo>
                  <a:cubicBezTo>
                    <a:pt x="4037" y="1537"/>
                    <a:pt x="4013" y="1429"/>
                    <a:pt x="3942" y="1370"/>
                  </a:cubicBezTo>
                  <a:cubicBezTo>
                    <a:pt x="3811" y="1287"/>
                    <a:pt x="3680" y="1191"/>
                    <a:pt x="3537" y="1132"/>
                  </a:cubicBezTo>
                  <a:lnTo>
                    <a:pt x="3537" y="1060"/>
                  </a:lnTo>
                  <a:cubicBezTo>
                    <a:pt x="3537" y="739"/>
                    <a:pt x="3311" y="453"/>
                    <a:pt x="2989" y="370"/>
                  </a:cubicBezTo>
                  <a:cubicBezTo>
                    <a:pt x="2930" y="167"/>
                    <a:pt x="2727"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65"/>
            <p:cNvSpPr/>
            <p:nvPr/>
          </p:nvSpPr>
          <p:spPr>
            <a:xfrm>
              <a:off x="5890886" y="2060633"/>
              <a:ext cx="128652" cy="127227"/>
            </a:xfrm>
            <a:custGeom>
              <a:avLst/>
              <a:gdLst/>
              <a:ahLst/>
              <a:cxnLst/>
              <a:rect l="l" t="t" r="r" b="b"/>
              <a:pathLst>
                <a:path w="4061" h="4016" extrusionOk="0">
                  <a:moveTo>
                    <a:pt x="3421" y="1"/>
                  </a:moveTo>
                  <a:cubicBezTo>
                    <a:pt x="3385" y="1"/>
                    <a:pt x="3346" y="13"/>
                    <a:pt x="3310" y="39"/>
                  </a:cubicBezTo>
                  <a:cubicBezTo>
                    <a:pt x="3239" y="98"/>
                    <a:pt x="3227" y="206"/>
                    <a:pt x="3287" y="277"/>
                  </a:cubicBezTo>
                  <a:cubicBezTo>
                    <a:pt x="3584" y="682"/>
                    <a:pt x="3727" y="1182"/>
                    <a:pt x="3691" y="1694"/>
                  </a:cubicBezTo>
                  <a:cubicBezTo>
                    <a:pt x="3656" y="2194"/>
                    <a:pt x="3429" y="2682"/>
                    <a:pt x="3060" y="3039"/>
                  </a:cubicBezTo>
                  <a:cubicBezTo>
                    <a:pt x="2703" y="3396"/>
                    <a:pt x="2215" y="3623"/>
                    <a:pt x="1703" y="3670"/>
                  </a:cubicBezTo>
                  <a:cubicBezTo>
                    <a:pt x="1665" y="3672"/>
                    <a:pt x="1626" y="3673"/>
                    <a:pt x="1588" y="3673"/>
                  </a:cubicBezTo>
                  <a:cubicBezTo>
                    <a:pt x="1125" y="3673"/>
                    <a:pt x="661" y="3540"/>
                    <a:pt x="298" y="3265"/>
                  </a:cubicBezTo>
                  <a:cubicBezTo>
                    <a:pt x="263" y="3241"/>
                    <a:pt x="227" y="3228"/>
                    <a:pt x="191" y="3228"/>
                  </a:cubicBezTo>
                  <a:cubicBezTo>
                    <a:pt x="142" y="3228"/>
                    <a:pt x="95" y="3253"/>
                    <a:pt x="60" y="3301"/>
                  </a:cubicBezTo>
                  <a:cubicBezTo>
                    <a:pt x="0" y="3373"/>
                    <a:pt x="12" y="3480"/>
                    <a:pt x="84" y="3539"/>
                  </a:cubicBezTo>
                  <a:cubicBezTo>
                    <a:pt x="501" y="3849"/>
                    <a:pt x="1024" y="4016"/>
                    <a:pt x="1548" y="4016"/>
                  </a:cubicBezTo>
                  <a:lnTo>
                    <a:pt x="1727" y="4016"/>
                  </a:lnTo>
                  <a:cubicBezTo>
                    <a:pt x="2322" y="3968"/>
                    <a:pt x="2870" y="3718"/>
                    <a:pt x="3287" y="3301"/>
                  </a:cubicBezTo>
                  <a:cubicBezTo>
                    <a:pt x="3703" y="2884"/>
                    <a:pt x="3953" y="2325"/>
                    <a:pt x="4001" y="1730"/>
                  </a:cubicBezTo>
                  <a:cubicBezTo>
                    <a:pt x="4060" y="1122"/>
                    <a:pt x="3894" y="539"/>
                    <a:pt x="3549" y="63"/>
                  </a:cubicBezTo>
                  <a:cubicBezTo>
                    <a:pt x="3515" y="22"/>
                    <a:pt x="3469" y="1"/>
                    <a:pt x="3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65"/>
            <p:cNvSpPr/>
            <p:nvPr/>
          </p:nvSpPr>
          <p:spPr>
            <a:xfrm>
              <a:off x="5910116" y="2122947"/>
              <a:ext cx="61142" cy="33232"/>
            </a:xfrm>
            <a:custGeom>
              <a:avLst/>
              <a:gdLst/>
              <a:ahLst/>
              <a:cxnLst/>
              <a:rect l="l" t="t" r="r" b="b"/>
              <a:pathLst>
                <a:path w="1930" h="1049" extrusionOk="0">
                  <a:moveTo>
                    <a:pt x="1560" y="346"/>
                  </a:moveTo>
                  <a:cubicBezTo>
                    <a:pt x="1477" y="560"/>
                    <a:pt x="1239" y="715"/>
                    <a:pt x="953" y="715"/>
                  </a:cubicBezTo>
                  <a:cubicBezTo>
                    <a:pt x="667" y="715"/>
                    <a:pt x="429" y="548"/>
                    <a:pt x="358" y="346"/>
                  </a:cubicBezTo>
                  <a:close/>
                  <a:moveTo>
                    <a:pt x="167" y="1"/>
                  </a:moveTo>
                  <a:cubicBezTo>
                    <a:pt x="72" y="1"/>
                    <a:pt x="1" y="84"/>
                    <a:pt x="1" y="167"/>
                  </a:cubicBezTo>
                  <a:cubicBezTo>
                    <a:pt x="1" y="644"/>
                    <a:pt x="429" y="1048"/>
                    <a:pt x="965" y="1048"/>
                  </a:cubicBezTo>
                  <a:cubicBezTo>
                    <a:pt x="1501" y="1048"/>
                    <a:pt x="1929" y="656"/>
                    <a:pt x="1929" y="167"/>
                  </a:cubicBezTo>
                  <a:cubicBezTo>
                    <a:pt x="1918" y="84"/>
                    <a:pt x="1846" y="1"/>
                    <a:pt x="1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9" name="Google Shape;11599;p65"/>
          <p:cNvGrpSpPr/>
          <p:nvPr/>
        </p:nvGrpSpPr>
        <p:grpSpPr>
          <a:xfrm>
            <a:off x="5352643" y="1793646"/>
            <a:ext cx="278404" cy="358364"/>
            <a:chOff x="5352643" y="1969046"/>
            <a:chExt cx="278404" cy="358364"/>
          </a:xfrm>
        </p:grpSpPr>
        <p:sp>
          <p:nvSpPr>
            <p:cNvPr id="11600" name="Google Shape;11600;p65"/>
            <p:cNvSpPr/>
            <p:nvPr/>
          </p:nvSpPr>
          <p:spPr>
            <a:xfrm>
              <a:off x="5352643" y="1969046"/>
              <a:ext cx="278404" cy="358364"/>
            </a:xfrm>
            <a:custGeom>
              <a:avLst/>
              <a:gdLst/>
              <a:ahLst/>
              <a:cxnLst/>
              <a:rect l="l" t="t" r="r" b="b"/>
              <a:pathLst>
                <a:path w="8788" h="11312" extrusionOk="0">
                  <a:moveTo>
                    <a:pt x="4882" y="453"/>
                  </a:moveTo>
                  <a:cubicBezTo>
                    <a:pt x="5418" y="739"/>
                    <a:pt x="5834" y="1430"/>
                    <a:pt x="5953" y="2299"/>
                  </a:cubicBezTo>
                  <a:lnTo>
                    <a:pt x="5239" y="2299"/>
                  </a:lnTo>
                  <a:cubicBezTo>
                    <a:pt x="5215" y="1632"/>
                    <a:pt x="5096" y="918"/>
                    <a:pt x="4882" y="453"/>
                  </a:cubicBezTo>
                  <a:close/>
                  <a:moveTo>
                    <a:pt x="5667" y="687"/>
                  </a:moveTo>
                  <a:lnTo>
                    <a:pt x="5667" y="687"/>
                  </a:lnTo>
                  <a:cubicBezTo>
                    <a:pt x="6245" y="1045"/>
                    <a:pt x="6669" y="1625"/>
                    <a:pt x="6811" y="2299"/>
                  </a:cubicBezTo>
                  <a:lnTo>
                    <a:pt x="6299" y="2299"/>
                  </a:lnTo>
                  <a:cubicBezTo>
                    <a:pt x="6227" y="1692"/>
                    <a:pt x="6013" y="1144"/>
                    <a:pt x="5691" y="727"/>
                  </a:cubicBezTo>
                  <a:cubicBezTo>
                    <a:pt x="5682" y="708"/>
                    <a:pt x="5680" y="697"/>
                    <a:pt x="5667" y="687"/>
                  </a:cubicBezTo>
                  <a:close/>
                  <a:moveTo>
                    <a:pt x="3894" y="477"/>
                  </a:moveTo>
                  <a:lnTo>
                    <a:pt x="3894" y="477"/>
                  </a:lnTo>
                  <a:cubicBezTo>
                    <a:pt x="3679" y="918"/>
                    <a:pt x="3572" y="1632"/>
                    <a:pt x="3524" y="2311"/>
                  </a:cubicBezTo>
                  <a:lnTo>
                    <a:pt x="2810" y="2311"/>
                  </a:lnTo>
                  <a:cubicBezTo>
                    <a:pt x="2810" y="2263"/>
                    <a:pt x="2834" y="2215"/>
                    <a:pt x="2846" y="2156"/>
                  </a:cubicBezTo>
                  <a:cubicBezTo>
                    <a:pt x="2858" y="2061"/>
                    <a:pt x="2798" y="1977"/>
                    <a:pt x="2715" y="1954"/>
                  </a:cubicBezTo>
                  <a:cubicBezTo>
                    <a:pt x="2707" y="1953"/>
                    <a:pt x="2699" y="1952"/>
                    <a:pt x="2691" y="1952"/>
                  </a:cubicBezTo>
                  <a:cubicBezTo>
                    <a:pt x="2606" y="1952"/>
                    <a:pt x="2534" y="2009"/>
                    <a:pt x="2512" y="2096"/>
                  </a:cubicBezTo>
                  <a:cubicBezTo>
                    <a:pt x="2501" y="2168"/>
                    <a:pt x="2489" y="2239"/>
                    <a:pt x="2489" y="2311"/>
                  </a:cubicBezTo>
                  <a:lnTo>
                    <a:pt x="1977" y="2311"/>
                  </a:lnTo>
                  <a:cubicBezTo>
                    <a:pt x="2108" y="1620"/>
                    <a:pt x="2512" y="1037"/>
                    <a:pt x="3096" y="691"/>
                  </a:cubicBezTo>
                  <a:lnTo>
                    <a:pt x="3096" y="691"/>
                  </a:lnTo>
                  <a:cubicBezTo>
                    <a:pt x="2953" y="870"/>
                    <a:pt x="2834" y="1096"/>
                    <a:pt x="2727" y="1346"/>
                  </a:cubicBezTo>
                  <a:cubicBezTo>
                    <a:pt x="2703" y="1442"/>
                    <a:pt x="2727" y="1525"/>
                    <a:pt x="2810" y="1573"/>
                  </a:cubicBezTo>
                  <a:cubicBezTo>
                    <a:pt x="2835" y="1582"/>
                    <a:pt x="2860" y="1586"/>
                    <a:pt x="2884" y="1586"/>
                  </a:cubicBezTo>
                  <a:cubicBezTo>
                    <a:pt x="2951" y="1586"/>
                    <a:pt x="3010" y="1551"/>
                    <a:pt x="3036" y="1489"/>
                  </a:cubicBezTo>
                  <a:cubicBezTo>
                    <a:pt x="3251" y="1013"/>
                    <a:pt x="3548" y="644"/>
                    <a:pt x="3894" y="477"/>
                  </a:cubicBezTo>
                  <a:close/>
                  <a:moveTo>
                    <a:pt x="4382" y="334"/>
                  </a:moveTo>
                  <a:cubicBezTo>
                    <a:pt x="4417" y="334"/>
                    <a:pt x="4560" y="441"/>
                    <a:pt x="4691" y="894"/>
                  </a:cubicBezTo>
                  <a:cubicBezTo>
                    <a:pt x="4810" y="1263"/>
                    <a:pt x="4882" y="1763"/>
                    <a:pt x="4918" y="2323"/>
                  </a:cubicBezTo>
                  <a:lnTo>
                    <a:pt x="3846" y="2323"/>
                  </a:lnTo>
                  <a:cubicBezTo>
                    <a:pt x="3870" y="1763"/>
                    <a:pt x="3941" y="1263"/>
                    <a:pt x="4060" y="894"/>
                  </a:cubicBezTo>
                  <a:cubicBezTo>
                    <a:pt x="4203" y="430"/>
                    <a:pt x="4334" y="334"/>
                    <a:pt x="4382" y="334"/>
                  </a:cubicBezTo>
                  <a:close/>
                  <a:moveTo>
                    <a:pt x="7025" y="2632"/>
                  </a:moveTo>
                  <a:cubicBezTo>
                    <a:pt x="7025" y="2632"/>
                    <a:pt x="7037" y="2632"/>
                    <a:pt x="7037" y="2644"/>
                  </a:cubicBezTo>
                  <a:lnTo>
                    <a:pt x="7037" y="3180"/>
                  </a:lnTo>
                  <a:lnTo>
                    <a:pt x="1715" y="3180"/>
                  </a:lnTo>
                  <a:lnTo>
                    <a:pt x="1715" y="2644"/>
                  </a:lnTo>
                  <a:cubicBezTo>
                    <a:pt x="1715" y="2644"/>
                    <a:pt x="1715" y="2632"/>
                    <a:pt x="1727" y="2632"/>
                  </a:cubicBezTo>
                  <a:close/>
                  <a:moveTo>
                    <a:pt x="1905" y="3525"/>
                  </a:moveTo>
                  <a:lnTo>
                    <a:pt x="1905" y="3716"/>
                  </a:lnTo>
                  <a:lnTo>
                    <a:pt x="1834" y="3716"/>
                  </a:lnTo>
                  <a:cubicBezTo>
                    <a:pt x="1810" y="3716"/>
                    <a:pt x="1762" y="3716"/>
                    <a:pt x="1715" y="3728"/>
                  </a:cubicBezTo>
                  <a:lnTo>
                    <a:pt x="1715" y="3525"/>
                  </a:lnTo>
                  <a:close/>
                  <a:moveTo>
                    <a:pt x="7049" y="3525"/>
                  </a:moveTo>
                  <a:lnTo>
                    <a:pt x="7049" y="3728"/>
                  </a:lnTo>
                  <a:cubicBezTo>
                    <a:pt x="7013" y="3728"/>
                    <a:pt x="6977" y="3716"/>
                    <a:pt x="6942" y="3716"/>
                  </a:cubicBezTo>
                  <a:lnTo>
                    <a:pt x="6846" y="3716"/>
                  </a:lnTo>
                  <a:lnTo>
                    <a:pt x="6846" y="3525"/>
                  </a:lnTo>
                  <a:close/>
                  <a:moveTo>
                    <a:pt x="1905" y="4049"/>
                  </a:moveTo>
                  <a:lnTo>
                    <a:pt x="1905" y="4585"/>
                  </a:lnTo>
                  <a:lnTo>
                    <a:pt x="1905" y="4597"/>
                  </a:lnTo>
                  <a:lnTo>
                    <a:pt x="1822" y="4597"/>
                  </a:lnTo>
                  <a:cubicBezTo>
                    <a:pt x="1750" y="4597"/>
                    <a:pt x="1667" y="4561"/>
                    <a:pt x="1608" y="4501"/>
                  </a:cubicBezTo>
                  <a:cubicBezTo>
                    <a:pt x="1548" y="4442"/>
                    <a:pt x="1536" y="4371"/>
                    <a:pt x="1536" y="4299"/>
                  </a:cubicBezTo>
                  <a:cubicBezTo>
                    <a:pt x="1548" y="4168"/>
                    <a:pt x="1691" y="4049"/>
                    <a:pt x="1834" y="4049"/>
                  </a:cubicBezTo>
                  <a:close/>
                  <a:moveTo>
                    <a:pt x="6953" y="4049"/>
                  </a:moveTo>
                  <a:cubicBezTo>
                    <a:pt x="7025" y="4049"/>
                    <a:pt x="7108" y="4073"/>
                    <a:pt x="7168" y="4132"/>
                  </a:cubicBezTo>
                  <a:cubicBezTo>
                    <a:pt x="7204" y="4192"/>
                    <a:pt x="7227" y="4263"/>
                    <a:pt x="7227" y="4359"/>
                  </a:cubicBezTo>
                  <a:cubicBezTo>
                    <a:pt x="7204" y="4490"/>
                    <a:pt x="7073" y="4609"/>
                    <a:pt x="6930" y="4609"/>
                  </a:cubicBezTo>
                  <a:lnTo>
                    <a:pt x="6846" y="4609"/>
                  </a:lnTo>
                  <a:lnTo>
                    <a:pt x="6846" y="4597"/>
                  </a:lnTo>
                  <a:lnTo>
                    <a:pt x="6846" y="4049"/>
                  </a:lnTo>
                  <a:close/>
                  <a:moveTo>
                    <a:pt x="6525" y="3525"/>
                  </a:moveTo>
                  <a:lnTo>
                    <a:pt x="6513" y="4049"/>
                  </a:lnTo>
                  <a:lnTo>
                    <a:pt x="5644" y="4644"/>
                  </a:lnTo>
                  <a:cubicBezTo>
                    <a:pt x="5559" y="4703"/>
                    <a:pt x="5463" y="4727"/>
                    <a:pt x="5363" y="4727"/>
                  </a:cubicBezTo>
                  <a:cubicBezTo>
                    <a:pt x="5322" y="4727"/>
                    <a:pt x="5281" y="4723"/>
                    <a:pt x="5239" y="4716"/>
                  </a:cubicBezTo>
                  <a:cubicBezTo>
                    <a:pt x="5108" y="4668"/>
                    <a:pt x="4989" y="4561"/>
                    <a:pt x="4929" y="4442"/>
                  </a:cubicBezTo>
                  <a:cubicBezTo>
                    <a:pt x="4846" y="4228"/>
                    <a:pt x="4620" y="4085"/>
                    <a:pt x="4382" y="4085"/>
                  </a:cubicBezTo>
                  <a:cubicBezTo>
                    <a:pt x="4144" y="4085"/>
                    <a:pt x="3917" y="4228"/>
                    <a:pt x="3834" y="4442"/>
                  </a:cubicBezTo>
                  <a:cubicBezTo>
                    <a:pt x="3775" y="4585"/>
                    <a:pt x="3655" y="4680"/>
                    <a:pt x="3513" y="4716"/>
                  </a:cubicBezTo>
                  <a:cubicBezTo>
                    <a:pt x="3473" y="4730"/>
                    <a:pt x="3431" y="4737"/>
                    <a:pt x="3390" y="4737"/>
                  </a:cubicBezTo>
                  <a:cubicBezTo>
                    <a:pt x="3296" y="4737"/>
                    <a:pt x="3202" y="4702"/>
                    <a:pt x="3120" y="4644"/>
                  </a:cubicBezTo>
                  <a:lnTo>
                    <a:pt x="2251" y="4049"/>
                  </a:lnTo>
                  <a:lnTo>
                    <a:pt x="2251" y="3525"/>
                  </a:lnTo>
                  <a:close/>
                  <a:moveTo>
                    <a:pt x="4382" y="4406"/>
                  </a:moveTo>
                  <a:cubicBezTo>
                    <a:pt x="4501" y="4406"/>
                    <a:pt x="4584" y="4466"/>
                    <a:pt x="4632" y="4561"/>
                  </a:cubicBezTo>
                  <a:cubicBezTo>
                    <a:pt x="4715" y="4787"/>
                    <a:pt x="4918" y="4954"/>
                    <a:pt x="5156" y="5025"/>
                  </a:cubicBezTo>
                  <a:cubicBezTo>
                    <a:pt x="5227" y="5037"/>
                    <a:pt x="5299" y="5061"/>
                    <a:pt x="5382" y="5061"/>
                  </a:cubicBezTo>
                  <a:cubicBezTo>
                    <a:pt x="5537" y="5061"/>
                    <a:pt x="5703" y="5013"/>
                    <a:pt x="5834" y="4906"/>
                  </a:cubicBezTo>
                  <a:lnTo>
                    <a:pt x="6501" y="4442"/>
                  </a:lnTo>
                  <a:lnTo>
                    <a:pt x="6501" y="4597"/>
                  </a:lnTo>
                  <a:cubicBezTo>
                    <a:pt x="6501" y="5775"/>
                    <a:pt x="5549" y="6728"/>
                    <a:pt x="4382" y="6728"/>
                  </a:cubicBezTo>
                  <a:cubicBezTo>
                    <a:pt x="3203" y="6728"/>
                    <a:pt x="2251" y="5775"/>
                    <a:pt x="2251" y="4597"/>
                  </a:cubicBezTo>
                  <a:lnTo>
                    <a:pt x="2251" y="4442"/>
                  </a:lnTo>
                  <a:lnTo>
                    <a:pt x="2917" y="4906"/>
                  </a:lnTo>
                  <a:cubicBezTo>
                    <a:pt x="3070" y="5000"/>
                    <a:pt x="3235" y="5051"/>
                    <a:pt x="3403" y="5051"/>
                  </a:cubicBezTo>
                  <a:cubicBezTo>
                    <a:pt x="3471" y="5051"/>
                    <a:pt x="3539" y="5042"/>
                    <a:pt x="3608" y="5025"/>
                  </a:cubicBezTo>
                  <a:cubicBezTo>
                    <a:pt x="3846" y="4954"/>
                    <a:pt x="4036" y="4787"/>
                    <a:pt x="4120" y="4561"/>
                  </a:cubicBezTo>
                  <a:cubicBezTo>
                    <a:pt x="4167" y="4478"/>
                    <a:pt x="4263" y="4406"/>
                    <a:pt x="4382" y="4406"/>
                  </a:cubicBezTo>
                  <a:close/>
                  <a:moveTo>
                    <a:pt x="2977" y="7228"/>
                  </a:moveTo>
                  <a:lnTo>
                    <a:pt x="2977" y="7561"/>
                  </a:lnTo>
                  <a:cubicBezTo>
                    <a:pt x="2977" y="7704"/>
                    <a:pt x="2893" y="7835"/>
                    <a:pt x="2739" y="7895"/>
                  </a:cubicBezTo>
                  <a:lnTo>
                    <a:pt x="2358" y="7645"/>
                  </a:lnTo>
                  <a:cubicBezTo>
                    <a:pt x="2251" y="7573"/>
                    <a:pt x="2239" y="7466"/>
                    <a:pt x="2262" y="7395"/>
                  </a:cubicBezTo>
                  <a:cubicBezTo>
                    <a:pt x="2298" y="7323"/>
                    <a:pt x="2358" y="7228"/>
                    <a:pt x="2477" y="7228"/>
                  </a:cubicBezTo>
                  <a:close/>
                  <a:moveTo>
                    <a:pt x="6275" y="7228"/>
                  </a:moveTo>
                  <a:cubicBezTo>
                    <a:pt x="6382" y="7228"/>
                    <a:pt x="6465" y="7323"/>
                    <a:pt x="6477" y="7395"/>
                  </a:cubicBezTo>
                  <a:cubicBezTo>
                    <a:pt x="6513" y="7466"/>
                    <a:pt x="6489" y="7573"/>
                    <a:pt x="6394" y="7645"/>
                  </a:cubicBezTo>
                  <a:lnTo>
                    <a:pt x="6001" y="7895"/>
                  </a:lnTo>
                  <a:cubicBezTo>
                    <a:pt x="5882" y="7835"/>
                    <a:pt x="5775" y="7704"/>
                    <a:pt x="5775" y="7561"/>
                  </a:cubicBezTo>
                  <a:lnTo>
                    <a:pt x="5775" y="7228"/>
                  </a:lnTo>
                  <a:close/>
                  <a:moveTo>
                    <a:pt x="2977" y="6704"/>
                  </a:moveTo>
                  <a:lnTo>
                    <a:pt x="2977" y="6907"/>
                  </a:lnTo>
                  <a:lnTo>
                    <a:pt x="2489" y="6907"/>
                  </a:lnTo>
                  <a:cubicBezTo>
                    <a:pt x="2239" y="6907"/>
                    <a:pt x="2024" y="7049"/>
                    <a:pt x="1953" y="7288"/>
                  </a:cubicBezTo>
                  <a:cubicBezTo>
                    <a:pt x="1881" y="7526"/>
                    <a:pt x="1965" y="7764"/>
                    <a:pt x="2179" y="7919"/>
                  </a:cubicBezTo>
                  <a:lnTo>
                    <a:pt x="4167" y="9240"/>
                  </a:lnTo>
                  <a:cubicBezTo>
                    <a:pt x="4036" y="9300"/>
                    <a:pt x="3929" y="9419"/>
                    <a:pt x="3894" y="9550"/>
                  </a:cubicBezTo>
                  <a:lnTo>
                    <a:pt x="3501" y="9550"/>
                  </a:lnTo>
                  <a:cubicBezTo>
                    <a:pt x="2429" y="9550"/>
                    <a:pt x="1548" y="8669"/>
                    <a:pt x="1548" y="7597"/>
                  </a:cubicBezTo>
                  <a:cubicBezTo>
                    <a:pt x="1548" y="7109"/>
                    <a:pt x="1953" y="6704"/>
                    <a:pt x="2441" y="6704"/>
                  </a:cubicBezTo>
                  <a:close/>
                  <a:moveTo>
                    <a:pt x="6311" y="6728"/>
                  </a:moveTo>
                  <a:cubicBezTo>
                    <a:pt x="6811" y="6728"/>
                    <a:pt x="7204" y="7121"/>
                    <a:pt x="7204" y="7621"/>
                  </a:cubicBezTo>
                  <a:cubicBezTo>
                    <a:pt x="7227" y="8669"/>
                    <a:pt x="6346" y="9550"/>
                    <a:pt x="5263" y="9550"/>
                  </a:cubicBezTo>
                  <a:lnTo>
                    <a:pt x="4870" y="9550"/>
                  </a:lnTo>
                  <a:cubicBezTo>
                    <a:pt x="4822" y="9419"/>
                    <a:pt x="4727" y="9300"/>
                    <a:pt x="4584" y="9240"/>
                  </a:cubicBezTo>
                  <a:lnTo>
                    <a:pt x="5168" y="8847"/>
                  </a:lnTo>
                  <a:cubicBezTo>
                    <a:pt x="5239" y="8812"/>
                    <a:pt x="5263" y="8704"/>
                    <a:pt x="5215" y="8633"/>
                  </a:cubicBezTo>
                  <a:cubicBezTo>
                    <a:pt x="5186" y="8582"/>
                    <a:pt x="5134" y="8557"/>
                    <a:pt x="5082" y="8557"/>
                  </a:cubicBezTo>
                  <a:cubicBezTo>
                    <a:pt x="5049" y="8557"/>
                    <a:pt x="5016" y="8567"/>
                    <a:pt x="4989" y="8585"/>
                  </a:cubicBezTo>
                  <a:lnTo>
                    <a:pt x="4382" y="9002"/>
                  </a:lnTo>
                  <a:lnTo>
                    <a:pt x="3036" y="8109"/>
                  </a:lnTo>
                  <a:cubicBezTo>
                    <a:pt x="3203" y="7978"/>
                    <a:pt x="3310" y="7776"/>
                    <a:pt x="3310" y="7561"/>
                  </a:cubicBezTo>
                  <a:lnTo>
                    <a:pt x="3310" y="6811"/>
                  </a:lnTo>
                  <a:cubicBezTo>
                    <a:pt x="3632" y="6978"/>
                    <a:pt x="3989" y="7061"/>
                    <a:pt x="4382" y="7061"/>
                  </a:cubicBezTo>
                  <a:cubicBezTo>
                    <a:pt x="4763" y="7061"/>
                    <a:pt x="5120" y="6978"/>
                    <a:pt x="5453" y="6811"/>
                  </a:cubicBezTo>
                  <a:lnTo>
                    <a:pt x="5453" y="7561"/>
                  </a:lnTo>
                  <a:cubicBezTo>
                    <a:pt x="5453" y="7764"/>
                    <a:pt x="5560" y="7978"/>
                    <a:pt x="5715" y="8109"/>
                  </a:cubicBezTo>
                  <a:lnTo>
                    <a:pt x="5620" y="8181"/>
                  </a:lnTo>
                  <a:cubicBezTo>
                    <a:pt x="5537" y="8228"/>
                    <a:pt x="5525" y="8335"/>
                    <a:pt x="5572" y="8407"/>
                  </a:cubicBezTo>
                  <a:cubicBezTo>
                    <a:pt x="5596" y="8454"/>
                    <a:pt x="5656" y="8478"/>
                    <a:pt x="5703" y="8478"/>
                  </a:cubicBezTo>
                  <a:cubicBezTo>
                    <a:pt x="5739" y="8478"/>
                    <a:pt x="5763" y="8466"/>
                    <a:pt x="5799" y="8454"/>
                  </a:cubicBezTo>
                  <a:lnTo>
                    <a:pt x="6584" y="7930"/>
                  </a:lnTo>
                  <a:cubicBezTo>
                    <a:pt x="6787" y="7800"/>
                    <a:pt x="6882" y="7538"/>
                    <a:pt x="6811" y="7299"/>
                  </a:cubicBezTo>
                  <a:cubicBezTo>
                    <a:pt x="6727" y="7061"/>
                    <a:pt x="6525" y="6918"/>
                    <a:pt x="6275" y="6918"/>
                  </a:cubicBezTo>
                  <a:lnTo>
                    <a:pt x="5775" y="6918"/>
                  </a:lnTo>
                  <a:lnTo>
                    <a:pt x="5775" y="6728"/>
                  </a:lnTo>
                  <a:close/>
                  <a:moveTo>
                    <a:pt x="4382" y="9526"/>
                  </a:moveTo>
                  <a:cubicBezTo>
                    <a:pt x="4489" y="9538"/>
                    <a:pt x="4572" y="9609"/>
                    <a:pt x="4572" y="9716"/>
                  </a:cubicBezTo>
                  <a:cubicBezTo>
                    <a:pt x="4572" y="9824"/>
                    <a:pt x="4489" y="9907"/>
                    <a:pt x="4382" y="9907"/>
                  </a:cubicBezTo>
                  <a:cubicBezTo>
                    <a:pt x="4275" y="9907"/>
                    <a:pt x="4191" y="9824"/>
                    <a:pt x="4191" y="9716"/>
                  </a:cubicBezTo>
                  <a:cubicBezTo>
                    <a:pt x="4191" y="9609"/>
                    <a:pt x="4275" y="9526"/>
                    <a:pt x="4382" y="9526"/>
                  </a:cubicBezTo>
                  <a:close/>
                  <a:moveTo>
                    <a:pt x="4406" y="1"/>
                  </a:moveTo>
                  <a:cubicBezTo>
                    <a:pt x="3727" y="1"/>
                    <a:pt x="3060" y="251"/>
                    <a:pt x="2548" y="691"/>
                  </a:cubicBezTo>
                  <a:cubicBezTo>
                    <a:pt x="2072" y="1108"/>
                    <a:pt x="1750" y="1692"/>
                    <a:pt x="1643" y="2323"/>
                  </a:cubicBezTo>
                  <a:cubicBezTo>
                    <a:pt x="1512" y="2358"/>
                    <a:pt x="1417" y="2501"/>
                    <a:pt x="1417" y="2644"/>
                  </a:cubicBezTo>
                  <a:lnTo>
                    <a:pt x="1417" y="3906"/>
                  </a:lnTo>
                  <a:cubicBezTo>
                    <a:pt x="1334" y="4001"/>
                    <a:pt x="1250" y="4132"/>
                    <a:pt x="1238" y="4263"/>
                  </a:cubicBezTo>
                  <a:cubicBezTo>
                    <a:pt x="1227" y="4442"/>
                    <a:pt x="1286" y="4609"/>
                    <a:pt x="1393" y="4740"/>
                  </a:cubicBezTo>
                  <a:cubicBezTo>
                    <a:pt x="1512" y="4882"/>
                    <a:pt x="1667" y="4942"/>
                    <a:pt x="1834" y="4942"/>
                  </a:cubicBezTo>
                  <a:lnTo>
                    <a:pt x="1953" y="4942"/>
                  </a:lnTo>
                  <a:cubicBezTo>
                    <a:pt x="2024" y="5502"/>
                    <a:pt x="2298" y="5990"/>
                    <a:pt x="2703" y="6383"/>
                  </a:cubicBezTo>
                  <a:lnTo>
                    <a:pt x="2465" y="6383"/>
                  </a:lnTo>
                  <a:cubicBezTo>
                    <a:pt x="1786" y="6383"/>
                    <a:pt x="1238" y="6930"/>
                    <a:pt x="1238" y="7597"/>
                  </a:cubicBezTo>
                  <a:cubicBezTo>
                    <a:pt x="1238" y="7859"/>
                    <a:pt x="1286" y="8097"/>
                    <a:pt x="1358" y="8311"/>
                  </a:cubicBezTo>
                  <a:lnTo>
                    <a:pt x="881" y="8454"/>
                  </a:lnTo>
                  <a:cubicBezTo>
                    <a:pt x="357" y="8597"/>
                    <a:pt x="0" y="9085"/>
                    <a:pt x="0" y="9621"/>
                  </a:cubicBezTo>
                  <a:lnTo>
                    <a:pt x="0" y="11133"/>
                  </a:lnTo>
                  <a:cubicBezTo>
                    <a:pt x="0" y="11217"/>
                    <a:pt x="84" y="11288"/>
                    <a:pt x="167" y="11288"/>
                  </a:cubicBezTo>
                  <a:cubicBezTo>
                    <a:pt x="250" y="11288"/>
                    <a:pt x="334" y="11217"/>
                    <a:pt x="334" y="11133"/>
                  </a:cubicBezTo>
                  <a:lnTo>
                    <a:pt x="334" y="9621"/>
                  </a:lnTo>
                  <a:cubicBezTo>
                    <a:pt x="334" y="9490"/>
                    <a:pt x="357" y="9359"/>
                    <a:pt x="417" y="9252"/>
                  </a:cubicBezTo>
                  <a:lnTo>
                    <a:pt x="1227" y="9955"/>
                  </a:lnTo>
                  <a:cubicBezTo>
                    <a:pt x="1346" y="10050"/>
                    <a:pt x="1417" y="10205"/>
                    <a:pt x="1417" y="10371"/>
                  </a:cubicBezTo>
                  <a:lnTo>
                    <a:pt x="1417" y="11145"/>
                  </a:lnTo>
                  <a:cubicBezTo>
                    <a:pt x="1417" y="11228"/>
                    <a:pt x="1489" y="11312"/>
                    <a:pt x="1584" y="11312"/>
                  </a:cubicBezTo>
                  <a:cubicBezTo>
                    <a:pt x="1667" y="11312"/>
                    <a:pt x="1739" y="11228"/>
                    <a:pt x="1739" y="11145"/>
                  </a:cubicBezTo>
                  <a:lnTo>
                    <a:pt x="1739" y="10359"/>
                  </a:lnTo>
                  <a:cubicBezTo>
                    <a:pt x="1739" y="10097"/>
                    <a:pt x="1643" y="9859"/>
                    <a:pt x="1441" y="9681"/>
                  </a:cubicBezTo>
                  <a:lnTo>
                    <a:pt x="607" y="8966"/>
                  </a:lnTo>
                  <a:cubicBezTo>
                    <a:pt x="715" y="8883"/>
                    <a:pt x="834" y="8812"/>
                    <a:pt x="965" y="8764"/>
                  </a:cubicBezTo>
                  <a:lnTo>
                    <a:pt x="1477" y="8609"/>
                  </a:lnTo>
                  <a:cubicBezTo>
                    <a:pt x="1846" y="9359"/>
                    <a:pt x="2620" y="9883"/>
                    <a:pt x="3513" y="9883"/>
                  </a:cubicBezTo>
                  <a:lnTo>
                    <a:pt x="3905" y="9883"/>
                  </a:lnTo>
                  <a:cubicBezTo>
                    <a:pt x="3941" y="10026"/>
                    <a:pt x="4084" y="10145"/>
                    <a:pt x="4227" y="10205"/>
                  </a:cubicBezTo>
                  <a:lnTo>
                    <a:pt x="4227" y="11133"/>
                  </a:lnTo>
                  <a:cubicBezTo>
                    <a:pt x="4227" y="11217"/>
                    <a:pt x="4298" y="11288"/>
                    <a:pt x="4394" y="11288"/>
                  </a:cubicBezTo>
                  <a:cubicBezTo>
                    <a:pt x="4477" y="11288"/>
                    <a:pt x="4560" y="11217"/>
                    <a:pt x="4560" y="11133"/>
                  </a:cubicBezTo>
                  <a:lnTo>
                    <a:pt x="4560" y="10205"/>
                  </a:lnTo>
                  <a:cubicBezTo>
                    <a:pt x="4703" y="10157"/>
                    <a:pt x="4822" y="10026"/>
                    <a:pt x="4882" y="9883"/>
                  </a:cubicBezTo>
                  <a:lnTo>
                    <a:pt x="5275" y="9883"/>
                  </a:lnTo>
                  <a:cubicBezTo>
                    <a:pt x="6168" y="9883"/>
                    <a:pt x="6942" y="9359"/>
                    <a:pt x="7311" y="8609"/>
                  </a:cubicBezTo>
                  <a:lnTo>
                    <a:pt x="7811" y="8764"/>
                  </a:lnTo>
                  <a:cubicBezTo>
                    <a:pt x="7954" y="8812"/>
                    <a:pt x="8085" y="8883"/>
                    <a:pt x="8168" y="8966"/>
                  </a:cubicBezTo>
                  <a:lnTo>
                    <a:pt x="7346" y="9681"/>
                  </a:lnTo>
                  <a:cubicBezTo>
                    <a:pt x="7144" y="9847"/>
                    <a:pt x="7049" y="10086"/>
                    <a:pt x="7049" y="10359"/>
                  </a:cubicBezTo>
                  <a:lnTo>
                    <a:pt x="7049" y="11133"/>
                  </a:lnTo>
                  <a:cubicBezTo>
                    <a:pt x="7049" y="11217"/>
                    <a:pt x="7120" y="11288"/>
                    <a:pt x="7204" y="11288"/>
                  </a:cubicBezTo>
                  <a:cubicBezTo>
                    <a:pt x="7299" y="11288"/>
                    <a:pt x="7370" y="11217"/>
                    <a:pt x="7370" y="11133"/>
                  </a:cubicBezTo>
                  <a:lnTo>
                    <a:pt x="7370" y="10359"/>
                  </a:lnTo>
                  <a:cubicBezTo>
                    <a:pt x="7370" y="10193"/>
                    <a:pt x="7442" y="10038"/>
                    <a:pt x="7561" y="9943"/>
                  </a:cubicBezTo>
                  <a:lnTo>
                    <a:pt x="8370" y="9240"/>
                  </a:lnTo>
                  <a:cubicBezTo>
                    <a:pt x="8430" y="9359"/>
                    <a:pt x="8454" y="9478"/>
                    <a:pt x="8454" y="9609"/>
                  </a:cubicBezTo>
                  <a:lnTo>
                    <a:pt x="8454" y="11109"/>
                  </a:lnTo>
                  <a:cubicBezTo>
                    <a:pt x="8454" y="11205"/>
                    <a:pt x="8525" y="11276"/>
                    <a:pt x="8620" y="11276"/>
                  </a:cubicBezTo>
                  <a:cubicBezTo>
                    <a:pt x="8704" y="11276"/>
                    <a:pt x="8787" y="11205"/>
                    <a:pt x="8787" y="11109"/>
                  </a:cubicBezTo>
                  <a:lnTo>
                    <a:pt x="8787" y="9609"/>
                  </a:lnTo>
                  <a:cubicBezTo>
                    <a:pt x="8787" y="9085"/>
                    <a:pt x="8430" y="8597"/>
                    <a:pt x="7906" y="8454"/>
                  </a:cubicBezTo>
                  <a:lnTo>
                    <a:pt x="7430" y="8311"/>
                  </a:lnTo>
                  <a:cubicBezTo>
                    <a:pt x="7501" y="8097"/>
                    <a:pt x="7549" y="7859"/>
                    <a:pt x="7549" y="7597"/>
                  </a:cubicBezTo>
                  <a:cubicBezTo>
                    <a:pt x="7549" y="6930"/>
                    <a:pt x="7001" y="6383"/>
                    <a:pt x="6322" y="6383"/>
                  </a:cubicBezTo>
                  <a:lnTo>
                    <a:pt x="6084" y="6383"/>
                  </a:lnTo>
                  <a:cubicBezTo>
                    <a:pt x="6477" y="6014"/>
                    <a:pt x="6751" y="5502"/>
                    <a:pt x="6834" y="4942"/>
                  </a:cubicBezTo>
                  <a:lnTo>
                    <a:pt x="6942" y="4942"/>
                  </a:lnTo>
                  <a:cubicBezTo>
                    <a:pt x="7263" y="4942"/>
                    <a:pt x="7537" y="4704"/>
                    <a:pt x="7561" y="4382"/>
                  </a:cubicBezTo>
                  <a:cubicBezTo>
                    <a:pt x="7573" y="4204"/>
                    <a:pt x="7525" y="4049"/>
                    <a:pt x="7418" y="3906"/>
                  </a:cubicBezTo>
                  <a:lnTo>
                    <a:pt x="7406" y="3894"/>
                  </a:lnTo>
                  <a:lnTo>
                    <a:pt x="7406" y="2644"/>
                  </a:lnTo>
                  <a:cubicBezTo>
                    <a:pt x="7406" y="2501"/>
                    <a:pt x="7311" y="2382"/>
                    <a:pt x="7180" y="2323"/>
                  </a:cubicBezTo>
                  <a:cubicBezTo>
                    <a:pt x="7073" y="1692"/>
                    <a:pt x="6751" y="1132"/>
                    <a:pt x="6275" y="691"/>
                  </a:cubicBezTo>
                  <a:cubicBezTo>
                    <a:pt x="5751" y="239"/>
                    <a:pt x="5096"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65"/>
            <p:cNvSpPr/>
            <p:nvPr/>
          </p:nvSpPr>
          <p:spPr>
            <a:xfrm>
              <a:off x="5452593" y="2092408"/>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50" y="512"/>
                    <a:pt x="334" y="429"/>
                    <a:pt x="334" y="34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65"/>
            <p:cNvSpPr/>
            <p:nvPr/>
          </p:nvSpPr>
          <p:spPr>
            <a:xfrm>
              <a:off x="5519723" y="2092408"/>
              <a:ext cx="10233" cy="16252"/>
            </a:xfrm>
            <a:custGeom>
              <a:avLst/>
              <a:gdLst/>
              <a:ahLst/>
              <a:cxnLst/>
              <a:rect l="l" t="t" r="r" b="b"/>
              <a:pathLst>
                <a:path w="323" h="513" extrusionOk="0">
                  <a:moveTo>
                    <a:pt x="167" y="0"/>
                  </a:moveTo>
                  <a:cubicBezTo>
                    <a:pt x="72" y="0"/>
                    <a:pt x="1" y="72"/>
                    <a:pt x="1" y="167"/>
                  </a:cubicBezTo>
                  <a:lnTo>
                    <a:pt x="1" y="346"/>
                  </a:lnTo>
                  <a:cubicBezTo>
                    <a:pt x="1" y="429"/>
                    <a:pt x="72" y="512"/>
                    <a:pt x="167" y="512"/>
                  </a:cubicBezTo>
                  <a:cubicBezTo>
                    <a:pt x="251" y="512"/>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3" name="Google Shape;11603;p65"/>
            <p:cNvSpPr/>
            <p:nvPr/>
          </p:nvSpPr>
          <p:spPr>
            <a:xfrm>
              <a:off x="5474833" y="2137298"/>
              <a:ext cx="32852" cy="10201"/>
            </a:xfrm>
            <a:custGeom>
              <a:avLst/>
              <a:gdLst/>
              <a:ahLst/>
              <a:cxnLst/>
              <a:rect l="l" t="t" r="r" b="b"/>
              <a:pathLst>
                <a:path w="1037" h="322" extrusionOk="0">
                  <a:moveTo>
                    <a:pt x="168" y="0"/>
                  </a:moveTo>
                  <a:cubicBezTo>
                    <a:pt x="72" y="0"/>
                    <a:pt x="1" y="72"/>
                    <a:pt x="1" y="167"/>
                  </a:cubicBezTo>
                  <a:cubicBezTo>
                    <a:pt x="1" y="250"/>
                    <a:pt x="72" y="322"/>
                    <a:pt x="168" y="322"/>
                  </a:cubicBezTo>
                  <a:lnTo>
                    <a:pt x="882" y="322"/>
                  </a:lnTo>
                  <a:cubicBezTo>
                    <a:pt x="965" y="322"/>
                    <a:pt x="1037" y="250"/>
                    <a:pt x="1037" y="167"/>
                  </a:cubicBezTo>
                  <a:cubicBezTo>
                    <a:pt x="1037" y="72"/>
                    <a:pt x="965"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4" name="Google Shape;11604;p65"/>
          <p:cNvGrpSpPr/>
          <p:nvPr/>
        </p:nvGrpSpPr>
        <p:grpSpPr>
          <a:xfrm>
            <a:off x="4897750" y="1792917"/>
            <a:ext cx="279132" cy="358364"/>
            <a:chOff x="4897750" y="1968317"/>
            <a:chExt cx="279132" cy="358364"/>
          </a:xfrm>
        </p:grpSpPr>
        <p:sp>
          <p:nvSpPr>
            <p:cNvPr id="11605" name="Google Shape;11605;p65"/>
            <p:cNvSpPr/>
            <p:nvPr/>
          </p:nvSpPr>
          <p:spPr>
            <a:xfrm>
              <a:off x="4997700" y="2075427"/>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65"/>
            <p:cNvSpPr/>
            <p:nvPr/>
          </p:nvSpPr>
          <p:spPr>
            <a:xfrm>
              <a:off x="5064830" y="2075427"/>
              <a:ext cx="10233" cy="16252"/>
            </a:xfrm>
            <a:custGeom>
              <a:avLst/>
              <a:gdLst/>
              <a:ahLst/>
              <a:cxnLst/>
              <a:rect l="l" t="t" r="r" b="b"/>
              <a:pathLst>
                <a:path w="323" h="513" extrusionOk="0">
                  <a:moveTo>
                    <a:pt x="156" y="0"/>
                  </a:moveTo>
                  <a:cubicBezTo>
                    <a:pt x="72" y="0"/>
                    <a:pt x="1" y="72"/>
                    <a:pt x="1" y="167"/>
                  </a:cubicBezTo>
                  <a:lnTo>
                    <a:pt x="1" y="346"/>
                  </a:lnTo>
                  <a:cubicBezTo>
                    <a:pt x="1" y="429"/>
                    <a:pt x="72" y="512"/>
                    <a:pt x="156" y="512"/>
                  </a:cubicBezTo>
                  <a:cubicBezTo>
                    <a:pt x="251" y="512"/>
                    <a:pt x="322" y="429"/>
                    <a:pt x="322" y="346"/>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65"/>
            <p:cNvSpPr/>
            <p:nvPr/>
          </p:nvSpPr>
          <p:spPr>
            <a:xfrm>
              <a:off x="5013920" y="2115122"/>
              <a:ext cx="45302" cy="16157"/>
            </a:xfrm>
            <a:custGeom>
              <a:avLst/>
              <a:gdLst/>
              <a:ahLst/>
              <a:cxnLst/>
              <a:rect l="l" t="t" r="r" b="b"/>
              <a:pathLst>
                <a:path w="1430" h="510" extrusionOk="0">
                  <a:moveTo>
                    <a:pt x="183" y="1"/>
                  </a:moveTo>
                  <a:cubicBezTo>
                    <a:pt x="140" y="1"/>
                    <a:pt x="96" y="15"/>
                    <a:pt x="60" y="45"/>
                  </a:cubicBezTo>
                  <a:cubicBezTo>
                    <a:pt x="0" y="105"/>
                    <a:pt x="0" y="212"/>
                    <a:pt x="60" y="283"/>
                  </a:cubicBezTo>
                  <a:cubicBezTo>
                    <a:pt x="203" y="414"/>
                    <a:pt x="441" y="510"/>
                    <a:pt x="691" y="510"/>
                  </a:cubicBezTo>
                  <a:cubicBezTo>
                    <a:pt x="953" y="510"/>
                    <a:pt x="1203" y="414"/>
                    <a:pt x="1334" y="283"/>
                  </a:cubicBezTo>
                  <a:cubicBezTo>
                    <a:pt x="1429" y="212"/>
                    <a:pt x="1429" y="105"/>
                    <a:pt x="1370" y="45"/>
                  </a:cubicBezTo>
                  <a:cubicBezTo>
                    <a:pt x="1334" y="15"/>
                    <a:pt x="1292" y="1"/>
                    <a:pt x="1251" y="1"/>
                  </a:cubicBezTo>
                  <a:cubicBezTo>
                    <a:pt x="1209" y="1"/>
                    <a:pt x="1167" y="15"/>
                    <a:pt x="1132" y="45"/>
                  </a:cubicBezTo>
                  <a:cubicBezTo>
                    <a:pt x="1072" y="105"/>
                    <a:pt x="917" y="176"/>
                    <a:pt x="715" y="176"/>
                  </a:cubicBezTo>
                  <a:cubicBezTo>
                    <a:pt x="500" y="176"/>
                    <a:pt x="358" y="105"/>
                    <a:pt x="298" y="45"/>
                  </a:cubicBez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65"/>
            <p:cNvSpPr/>
            <p:nvPr/>
          </p:nvSpPr>
          <p:spPr>
            <a:xfrm>
              <a:off x="4897750" y="1968317"/>
              <a:ext cx="279132" cy="358364"/>
            </a:xfrm>
            <a:custGeom>
              <a:avLst/>
              <a:gdLst/>
              <a:ahLst/>
              <a:cxnLst/>
              <a:rect l="l" t="t" r="r" b="b"/>
              <a:pathLst>
                <a:path w="8811" h="11312" extrusionOk="0">
                  <a:moveTo>
                    <a:pt x="6108" y="357"/>
                  </a:moveTo>
                  <a:cubicBezTo>
                    <a:pt x="6263" y="357"/>
                    <a:pt x="6418" y="476"/>
                    <a:pt x="6465" y="643"/>
                  </a:cubicBezTo>
                  <a:lnTo>
                    <a:pt x="6668" y="1441"/>
                  </a:lnTo>
                  <a:lnTo>
                    <a:pt x="6180" y="1441"/>
                  </a:lnTo>
                  <a:cubicBezTo>
                    <a:pt x="6084" y="1441"/>
                    <a:pt x="6013" y="1524"/>
                    <a:pt x="6013" y="1607"/>
                  </a:cubicBezTo>
                  <a:cubicBezTo>
                    <a:pt x="6013" y="1703"/>
                    <a:pt x="6084" y="1774"/>
                    <a:pt x="6180" y="1774"/>
                  </a:cubicBezTo>
                  <a:lnTo>
                    <a:pt x="6763" y="1774"/>
                  </a:lnTo>
                  <a:lnTo>
                    <a:pt x="6846" y="2143"/>
                  </a:lnTo>
                  <a:lnTo>
                    <a:pt x="1965" y="2143"/>
                  </a:lnTo>
                  <a:lnTo>
                    <a:pt x="2024" y="1774"/>
                  </a:lnTo>
                  <a:lnTo>
                    <a:pt x="5430" y="1774"/>
                  </a:lnTo>
                  <a:cubicBezTo>
                    <a:pt x="5525" y="1774"/>
                    <a:pt x="5596" y="1703"/>
                    <a:pt x="5596" y="1607"/>
                  </a:cubicBezTo>
                  <a:cubicBezTo>
                    <a:pt x="5596" y="1524"/>
                    <a:pt x="5525" y="1441"/>
                    <a:pt x="5430" y="1441"/>
                  </a:cubicBezTo>
                  <a:lnTo>
                    <a:pt x="2120" y="1441"/>
                  </a:lnTo>
                  <a:lnTo>
                    <a:pt x="2322" y="643"/>
                  </a:lnTo>
                  <a:cubicBezTo>
                    <a:pt x="2370" y="476"/>
                    <a:pt x="2513" y="357"/>
                    <a:pt x="2679" y="357"/>
                  </a:cubicBezTo>
                  <a:close/>
                  <a:moveTo>
                    <a:pt x="2262" y="2477"/>
                  </a:moveTo>
                  <a:lnTo>
                    <a:pt x="2262" y="3012"/>
                  </a:lnTo>
                  <a:cubicBezTo>
                    <a:pt x="2262" y="3120"/>
                    <a:pt x="2179" y="3203"/>
                    <a:pt x="2072" y="3203"/>
                  </a:cubicBezTo>
                  <a:lnTo>
                    <a:pt x="1881" y="3203"/>
                  </a:lnTo>
                  <a:lnTo>
                    <a:pt x="1881" y="2477"/>
                  </a:lnTo>
                  <a:close/>
                  <a:moveTo>
                    <a:pt x="6858" y="2477"/>
                  </a:moveTo>
                  <a:lnTo>
                    <a:pt x="6858" y="3203"/>
                  </a:lnTo>
                  <a:lnTo>
                    <a:pt x="6668" y="3203"/>
                  </a:lnTo>
                  <a:cubicBezTo>
                    <a:pt x="6561" y="3203"/>
                    <a:pt x="6477" y="3108"/>
                    <a:pt x="6477" y="3012"/>
                  </a:cubicBezTo>
                  <a:lnTo>
                    <a:pt x="6477" y="2477"/>
                  </a:lnTo>
                  <a:close/>
                  <a:moveTo>
                    <a:pt x="6144" y="2489"/>
                  </a:moveTo>
                  <a:lnTo>
                    <a:pt x="6144" y="3024"/>
                  </a:lnTo>
                  <a:cubicBezTo>
                    <a:pt x="6144" y="3310"/>
                    <a:pt x="6382" y="3548"/>
                    <a:pt x="6668" y="3548"/>
                  </a:cubicBezTo>
                  <a:lnTo>
                    <a:pt x="6942" y="3548"/>
                  </a:lnTo>
                  <a:cubicBezTo>
                    <a:pt x="7013" y="3548"/>
                    <a:pt x="7085" y="3572"/>
                    <a:pt x="7144" y="3632"/>
                  </a:cubicBezTo>
                  <a:cubicBezTo>
                    <a:pt x="7204" y="3691"/>
                    <a:pt x="7215" y="3774"/>
                    <a:pt x="7215" y="3846"/>
                  </a:cubicBezTo>
                  <a:cubicBezTo>
                    <a:pt x="7204" y="3977"/>
                    <a:pt x="7073" y="4096"/>
                    <a:pt x="6918" y="4096"/>
                  </a:cubicBezTo>
                  <a:lnTo>
                    <a:pt x="6846" y="4096"/>
                  </a:lnTo>
                  <a:lnTo>
                    <a:pt x="6846" y="4084"/>
                  </a:lnTo>
                  <a:cubicBezTo>
                    <a:pt x="6846" y="3989"/>
                    <a:pt x="6775" y="3917"/>
                    <a:pt x="6680" y="3917"/>
                  </a:cubicBezTo>
                  <a:cubicBezTo>
                    <a:pt x="6596" y="3917"/>
                    <a:pt x="6525" y="3989"/>
                    <a:pt x="6525" y="4084"/>
                  </a:cubicBezTo>
                  <a:cubicBezTo>
                    <a:pt x="6525" y="5263"/>
                    <a:pt x="5572" y="6215"/>
                    <a:pt x="4394" y="6215"/>
                  </a:cubicBezTo>
                  <a:cubicBezTo>
                    <a:pt x="3203" y="6215"/>
                    <a:pt x="2251" y="5263"/>
                    <a:pt x="2251" y="4084"/>
                  </a:cubicBezTo>
                  <a:cubicBezTo>
                    <a:pt x="2251" y="3989"/>
                    <a:pt x="2179" y="3917"/>
                    <a:pt x="2084" y="3917"/>
                  </a:cubicBezTo>
                  <a:cubicBezTo>
                    <a:pt x="2001" y="3917"/>
                    <a:pt x="1917" y="3989"/>
                    <a:pt x="1917" y="4084"/>
                  </a:cubicBezTo>
                  <a:lnTo>
                    <a:pt x="1917" y="4096"/>
                  </a:lnTo>
                  <a:lnTo>
                    <a:pt x="1822" y="4096"/>
                  </a:lnTo>
                  <a:cubicBezTo>
                    <a:pt x="1739" y="4096"/>
                    <a:pt x="1667" y="4072"/>
                    <a:pt x="1608" y="4013"/>
                  </a:cubicBezTo>
                  <a:cubicBezTo>
                    <a:pt x="1548" y="3953"/>
                    <a:pt x="1536" y="3870"/>
                    <a:pt x="1536" y="3798"/>
                  </a:cubicBezTo>
                  <a:cubicBezTo>
                    <a:pt x="1548" y="3667"/>
                    <a:pt x="1679" y="3548"/>
                    <a:pt x="1834" y="3548"/>
                  </a:cubicBezTo>
                  <a:lnTo>
                    <a:pt x="2072" y="3548"/>
                  </a:lnTo>
                  <a:cubicBezTo>
                    <a:pt x="2358" y="3548"/>
                    <a:pt x="2584" y="3310"/>
                    <a:pt x="2584" y="3024"/>
                  </a:cubicBezTo>
                  <a:lnTo>
                    <a:pt x="2584" y="2489"/>
                  </a:lnTo>
                  <a:close/>
                  <a:moveTo>
                    <a:pt x="2989" y="6894"/>
                  </a:moveTo>
                  <a:cubicBezTo>
                    <a:pt x="3013" y="6894"/>
                    <a:pt x="3024" y="6894"/>
                    <a:pt x="3036" y="6906"/>
                  </a:cubicBezTo>
                  <a:cubicBezTo>
                    <a:pt x="3227" y="7120"/>
                    <a:pt x="3513" y="7263"/>
                    <a:pt x="3858" y="7358"/>
                  </a:cubicBezTo>
                  <a:lnTo>
                    <a:pt x="3858" y="7370"/>
                  </a:lnTo>
                  <a:lnTo>
                    <a:pt x="3858" y="8120"/>
                  </a:lnTo>
                  <a:cubicBezTo>
                    <a:pt x="3334" y="8025"/>
                    <a:pt x="2858" y="7799"/>
                    <a:pt x="2536" y="7465"/>
                  </a:cubicBezTo>
                  <a:lnTo>
                    <a:pt x="2929" y="6918"/>
                  </a:lnTo>
                  <a:cubicBezTo>
                    <a:pt x="2953" y="6906"/>
                    <a:pt x="2965" y="6894"/>
                    <a:pt x="2989" y="6894"/>
                  </a:cubicBezTo>
                  <a:close/>
                  <a:moveTo>
                    <a:pt x="5763" y="6894"/>
                  </a:moveTo>
                  <a:cubicBezTo>
                    <a:pt x="5775" y="6894"/>
                    <a:pt x="5799" y="6906"/>
                    <a:pt x="5822" y="6918"/>
                  </a:cubicBezTo>
                  <a:lnTo>
                    <a:pt x="6227" y="7465"/>
                  </a:lnTo>
                  <a:cubicBezTo>
                    <a:pt x="5894" y="7799"/>
                    <a:pt x="5418" y="8025"/>
                    <a:pt x="4894" y="8120"/>
                  </a:cubicBezTo>
                  <a:lnTo>
                    <a:pt x="4894" y="7370"/>
                  </a:lnTo>
                  <a:lnTo>
                    <a:pt x="4894" y="7358"/>
                  </a:lnTo>
                  <a:cubicBezTo>
                    <a:pt x="5239" y="7263"/>
                    <a:pt x="5525" y="7120"/>
                    <a:pt x="5715" y="6906"/>
                  </a:cubicBezTo>
                  <a:cubicBezTo>
                    <a:pt x="5727" y="6894"/>
                    <a:pt x="5751" y="6894"/>
                    <a:pt x="5763" y="6894"/>
                  </a:cubicBezTo>
                  <a:close/>
                  <a:moveTo>
                    <a:pt x="5465" y="6299"/>
                  </a:moveTo>
                  <a:lnTo>
                    <a:pt x="5465" y="6727"/>
                  </a:lnTo>
                  <a:cubicBezTo>
                    <a:pt x="5310" y="6882"/>
                    <a:pt x="5096" y="6989"/>
                    <a:pt x="4834" y="7049"/>
                  </a:cubicBezTo>
                  <a:cubicBezTo>
                    <a:pt x="4668" y="7084"/>
                    <a:pt x="4572" y="7227"/>
                    <a:pt x="4572" y="7370"/>
                  </a:cubicBezTo>
                  <a:lnTo>
                    <a:pt x="4572" y="8144"/>
                  </a:lnTo>
                  <a:cubicBezTo>
                    <a:pt x="4513" y="8150"/>
                    <a:pt x="4450" y="8153"/>
                    <a:pt x="4388" y="8153"/>
                  </a:cubicBezTo>
                  <a:cubicBezTo>
                    <a:pt x="4325" y="8153"/>
                    <a:pt x="4263" y="8150"/>
                    <a:pt x="4203" y="8144"/>
                  </a:cubicBezTo>
                  <a:lnTo>
                    <a:pt x="4203" y="7370"/>
                  </a:lnTo>
                  <a:cubicBezTo>
                    <a:pt x="4203" y="7203"/>
                    <a:pt x="4096" y="7072"/>
                    <a:pt x="3941" y="7049"/>
                  </a:cubicBezTo>
                  <a:cubicBezTo>
                    <a:pt x="3691" y="6989"/>
                    <a:pt x="3465" y="6870"/>
                    <a:pt x="3322" y="6727"/>
                  </a:cubicBezTo>
                  <a:lnTo>
                    <a:pt x="3322" y="6299"/>
                  </a:lnTo>
                  <a:cubicBezTo>
                    <a:pt x="3644" y="6465"/>
                    <a:pt x="4001" y="6549"/>
                    <a:pt x="4394" y="6549"/>
                  </a:cubicBezTo>
                  <a:cubicBezTo>
                    <a:pt x="4775" y="6549"/>
                    <a:pt x="5132" y="6465"/>
                    <a:pt x="5465" y="6299"/>
                  </a:cubicBezTo>
                  <a:close/>
                  <a:moveTo>
                    <a:pt x="2691" y="0"/>
                  </a:moveTo>
                  <a:cubicBezTo>
                    <a:pt x="2382" y="0"/>
                    <a:pt x="2096" y="226"/>
                    <a:pt x="2024" y="524"/>
                  </a:cubicBezTo>
                  <a:lnTo>
                    <a:pt x="1596" y="2250"/>
                  </a:lnTo>
                  <a:lnTo>
                    <a:pt x="1596" y="2298"/>
                  </a:lnTo>
                  <a:lnTo>
                    <a:pt x="1596" y="3251"/>
                  </a:lnTo>
                  <a:cubicBezTo>
                    <a:pt x="1393" y="3334"/>
                    <a:pt x="1262" y="3512"/>
                    <a:pt x="1239" y="3727"/>
                  </a:cubicBezTo>
                  <a:cubicBezTo>
                    <a:pt x="1215" y="3905"/>
                    <a:pt x="1274" y="4072"/>
                    <a:pt x="1381" y="4203"/>
                  </a:cubicBezTo>
                  <a:cubicBezTo>
                    <a:pt x="1500" y="4334"/>
                    <a:pt x="1667" y="4394"/>
                    <a:pt x="1834" y="4394"/>
                  </a:cubicBezTo>
                  <a:lnTo>
                    <a:pt x="1953" y="4394"/>
                  </a:lnTo>
                  <a:cubicBezTo>
                    <a:pt x="2048" y="5096"/>
                    <a:pt x="2441" y="5691"/>
                    <a:pt x="2989" y="6072"/>
                  </a:cubicBezTo>
                  <a:lnTo>
                    <a:pt x="2989" y="6537"/>
                  </a:lnTo>
                  <a:cubicBezTo>
                    <a:pt x="2870" y="6537"/>
                    <a:pt x="2763" y="6596"/>
                    <a:pt x="2691" y="6703"/>
                  </a:cubicBezTo>
                  <a:lnTo>
                    <a:pt x="2215" y="7346"/>
                  </a:lnTo>
                  <a:lnTo>
                    <a:pt x="881" y="7739"/>
                  </a:lnTo>
                  <a:cubicBezTo>
                    <a:pt x="357" y="7894"/>
                    <a:pt x="0" y="8382"/>
                    <a:pt x="0" y="8918"/>
                  </a:cubicBezTo>
                  <a:lnTo>
                    <a:pt x="0" y="11132"/>
                  </a:lnTo>
                  <a:cubicBezTo>
                    <a:pt x="0" y="11228"/>
                    <a:pt x="72" y="11299"/>
                    <a:pt x="167" y="11299"/>
                  </a:cubicBezTo>
                  <a:cubicBezTo>
                    <a:pt x="250" y="11299"/>
                    <a:pt x="322" y="11228"/>
                    <a:pt x="322" y="11132"/>
                  </a:cubicBezTo>
                  <a:lnTo>
                    <a:pt x="322" y="8918"/>
                  </a:lnTo>
                  <a:cubicBezTo>
                    <a:pt x="322" y="8513"/>
                    <a:pt x="596" y="8180"/>
                    <a:pt x="965" y="8061"/>
                  </a:cubicBezTo>
                  <a:lnTo>
                    <a:pt x="2322" y="7656"/>
                  </a:lnTo>
                  <a:cubicBezTo>
                    <a:pt x="2501" y="7846"/>
                    <a:pt x="2727" y="8001"/>
                    <a:pt x="2977" y="8132"/>
                  </a:cubicBezTo>
                  <a:lnTo>
                    <a:pt x="2286" y="8132"/>
                  </a:lnTo>
                  <a:cubicBezTo>
                    <a:pt x="1810" y="8132"/>
                    <a:pt x="1417" y="8513"/>
                    <a:pt x="1417" y="9001"/>
                  </a:cubicBezTo>
                  <a:cubicBezTo>
                    <a:pt x="1417" y="9096"/>
                    <a:pt x="1489" y="9168"/>
                    <a:pt x="1572" y="9168"/>
                  </a:cubicBezTo>
                  <a:cubicBezTo>
                    <a:pt x="1667" y="9168"/>
                    <a:pt x="1739" y="9096"/>
                    <a:pt x="1739" y="9001"/>
                  </a:cubicBezTo>
                  <a:cubicBezTo>
                    <a:pt x="1739" y="8704"/>
                    <a:pt x="1977" y="8465"/>
                    <a:pt x="2274" y="8465"/>
                  </a:cubicBezTo>
                  <a:lnTo>
                    <a:pt x="4406" y="8465"/>
                  </a:lnTo>
                  <a:cubicBezTo>
                    <a:pt x="5239" y="8465"/>
                    <a:pt x="6001" y="8168"/>
                    <a:pt x="6489" y="7668"/>
                  </a:cubicBezTo>
                  <a:lnTo>
                    <a:pt x="7847" y="8073"/>
                  </a:lnTo>
                  <a:cubicBezTo>
                    <a:pt x="8216" y="8168"/>
                    <a:pt x="8478" y="8537"/>
                    <a:pt x="8478" y="8930"/>
                  </a:cubicBezTo>
                  <a:lnTo>
                    <a:pt x="8478" y="11144"/>
                  </a:lnTo>
                  <a:cubicBezTo>
                    <a:pt x="8478" y="11240"/>
                    <a:pt x="8561" y="11311"/>
                    <a:pt x="8644" y="11311"/>
                  </a:cubicBezTo>
                  <a:cubicBezTo>
                    <a:pt x="8739" y="11311"/>
                    <a:pt x="8811" y="11240"/>
                    <a:pt x="8811" y="11144"/>
                  </a:cubicBezTo>
                  <a:lnTo>
                    <a:pt x="8811" y="8930"/>
                  </a:lnTo>
                  <a:cubicBezTo>
                    <a:pt x="8787" y="8394"/>
                    <a:pt x="8430" y="7918"/>
                    <a:pt x="7906" y="7775"/>
                  </a:cubicBezTo>
                  <a:lnTo>
                    <a:pt x="6561" y="7370"/>
                  </a:lnTo>
                  <a:lnTo>
                    <a:pt x="6084" y="6727"/>
                  </a:lnTo>
                  <a:cubicBezTo>
                    <a:pt x="6013" y="6644"/>
                    <a:pt x="5906" y="6584"/>
                    <a:pt x="5787" y="6572"/>
                  </a:cubicBezTo>
                  <a:lnTo>
                    <a:pt x="5787" y="6108"/>
                  </a:lnTo>
                  <a:cubicBezTo>
                    <a:pt x="6346" y="5715"/>
                    <a:pt x="6727" y="5120"/>
                    <a:pt x="6834" y="4417"/>
                  </a:cubicBezTo>
                  <a:lnTo>
                    <a:pt x="6942" y="4417"/>
                  </a:lnTo>
                  <a:cubicBezTo>
                    <a:pt x="7263" y="4417"/>
                    <a:pt x="7537" y="4179"/>
                    <a:pt x="7561" y="3870"/>
                  </a:cubicBezTo>
                  <a:cubicBezTo>
                    <a:pt x="7573" y="3691"/>
                    <a:pt x="7513" y="3524"/>
                    <a:pt x="7418" y="3393"/>
                  </a:cubicBezTo>
                  <a:cubicBezTo>
                    <a:pt x="7346" y="3334"/>
                    <a:pt x="7299" y="3298"/>
                    <a:pt x="7215" y="3251"/>
                  </a:cubicBezTo>
                  <a:lnTo>
                    <a:pt x="7215" y="2298"/>
                  </a:lnTo>
                  <a:lnTo>
                    <a:pt x="7215" y="2250"/>
                  </a:lnTo>
                  <a:lnTo>
                    <a:pt x="6787" y="524"/>
                  </a:lnTo>
                  <a:cubicBezTo>
                    <a:pt x="6715" y="214"/>
                    <a:pt x="6430" y="0"/>
                    <a:pt x="6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65"/>
            <p:cNvSpPr/>
            <p:nvPr/>
          </p:nvSpPr>
          <p:spPr>
            <a:xfrm>
              <a:off x="4992030" y="2058827"/>
              <a:ext cx="21923" cy="10581"/>
            </a:xfrm>
            <a:custGeom>
              <a:avLst/>
              <a:gdLst/>
              <a:ahLst/>
              <a:cxnLst/>
              <a:rect l="l" t="t" r="r" b="b"/>
              <a:pathLst>
                <a:path w="692" h="334" extrusionOk="0">
                  <a:moveTo>
                    <a:pt x="168" y="1"/>
                  </a:moveTo>
                  <a:cubicBezTo>
                    <a:pt x="72" y="1"/>
                    <a:pt x="1" y="84"/>
                    <a:pt x="1" y="167"/>
                  </a:cubicBezTo>
                  <a:cubicBezTo>
                    <a:pt x="1" y="263"/>
                    <a:pt x="72" y="334"/>
                    <a:pt x="168" y="334"/>
                  </a:cubicBezTo>
                  <a:lnTo>
                    <a:pt x="525" y="334"/>
                  </a:lnTo>
                  <a:cubicBezTo>
                    <a:pt x="608" y="334"/>
                    <a:pt x="691" y="263"/>
                    <a:pt x="691" y="167"/>
                  </a:cubicBezTo>
                  <a:cubicBezTo>
                    <a:pt x="691" y="60"/>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65"/>
            <p:cNvSpPr/>
            <p:nvPr/>
          </p:nvSpPr>
          <p:spPr>
            <a:xfrm>
              <a:off x="5059191" y="2058827"/>
              <a:ext cx="21511" cy="10581"/>
            </a:xfrm>
            <a:custGeom>
              <a:avLst/>
              <a:gdLst/>
              <a:ahLst/>
              <a:cxnLst/>
              <a:rect l="l" t="t" r="r" b="b"/>
              <a:pathLst>
                <a:path w="679" h="334" extrusionOk="0">
                  <a:moveTo>
                    <a:pt x="155" y="1"/>
                  </a:moveTo>
                  <a:cubicBezTo>
                    <a:pt x="72" y="1"/>
                    <a:pt x="0" y="84"/>
                    <a:pt x="0" y="167"/>
                  </a:cubicBezTo>
                  <a:cubicBezTo>
                    <a:pt x="0" y="263"/>
                    <a:pt x="72" y="334"/>
                    <a:pt x="155" y="334"/>
                  </a:cubicBezTo>
                  <a:lnTo>
                    <a:pt x="512" y="334"/>
                  </a:lnTo>
                  <a:cubicBezTo>
                    <a:pt x="607" y="334"/>
                    <a:pt x="679" y="263"/>
                    <a:pt x="679" y="167"/>
                  </a:cubicBezTo>
                  <a:cubicBezTo>
                    <a:pt x="679" y="60"/>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65"/>
            <p:cNvSpPr/>
            <p:nvPr/>
          </p:nvSpPr>
          <p:spPr>
            <a:xfrm>
              <a:off x="4941500" y="2271558"/>
              <a:ext cx="10581" cy="55123"/>
            </a:xfrm>
            <a:custGeom>
              <a:avLst/>
              <a:gdLst/>
              <a:ahLst/>
              <a:cxnLst/>
              <a:rect l="l" t="t" r="r" b="b"/>
              <a:pathLst>
                <a:path w="334" h="1740" extrusionOk="0">
                  <a:moveTo>
                    <a:pt x="167" y="1"/>
                  </a:moveTo>
                  <a:cubicBezTo>
                    <a:pt x="84" y="1"/>
                    <a:pt x="0" y="72"/>
                    <a:pt x="0" y="167"/>
                  </a:cubicBezTo>
                  <a:lnTo>
                    <a:pt x="0" y="1584"/>
                  </a:lnTo>
                  <a:cubicBezTo>
                    <a:pt x="0" y="1668"/>
                    <a:pt x="84" y="1739"/>
                    <a:pt x="167" y="1739"/>
                  </a:cubicBezTo>
                  <a:cubicBezTo>
                    <a:pt x="250" y="1739"/>
                    <a:pt x="334" y="1668"/>
                    <a:pt x="334" y="1584"/>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65"/>
            <p:cNvSpPr/>
            <p:nvPr/>
          </p:nvSpPr>
          <p:spPr>
            <a:xfrm>
              <a:off x="4963739" y="225457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65"/>
            <p:cNvSpPr/>
            <p:nvPr/>
          </p:nvSpPr>
          <p:spPr>
            <a:xfrm>
              <a:off x="5098791" y="225457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65"/>
            <p:cNvSpPr/>
            <p:nvPr/>
          </p:nvSpPr>
          <p:spPr>
            <a:xfrm>
              <a:off x="5098791" y="228286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65"/>
            <p:cNvSpPr/>
            <p:nvPr/>
          </p:nvSpPr>
          <p:spPr>
            <a:xfrm>
              <a:off x="4963739" y="228286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65"/>
            <p:cNvSpPr/>
            <p:nvPr/>
          </p:nvSpPr>
          <p:spPr>
            <a:xfrm>
              <a:off x="5098791" y="2310778"/>
              <a:ext cx="10201" cy="10233"/>
            </a:xfrm>
            <a:custGeom>
              <a:avLst/>
              <a:gdLst/>
              <a:ahLst/>
              <a:cxnLst/>
              <a:rect l="l" t="t" r="r" b="b"/>
              <a:pathLst>
                <a:path w="322" h="323" extrusionOk="0">
                  <a:moveTo>
                    <a:pt x="155" y="1"/>
                  </a:moveTo>
                  <a:cubicBezTo>
                    <a:pt x="72" y="1"/>
                    <a:pt x="0" y="72"/>
                    <a:pt x="0" y="168"/>
                  </a:cubicBezTo>
                  <a:cubicBezTo>
                    <a:pt x="0" y="251"/>
                    <a:pt x="72" y="322"/>
                    <a:pt x="155" y="322"/>
                  </a:cubicBezTo>
                  <a:cubicBezTo>
                    <a:pt x="250" y="322"/>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65"/>
            <p:cNvSpPr/>
            <p:nvPr/>
          </p:nvSpPr>
          <p:spPr>
            <a:xfrm>
              <a:off x="4963739" y="2310778"/>
              <a:ext cx="10233" cy="10233"/>
            </a:xfrm>
            <a:custGeom>
              <a:avLst/>
              <a:gdLst/>
              <a:ahLst/>
              <a:cxnLst/>
              <a:rect l="l" t="t" r="r" b="b"/>
              <a:pathLst>
                <a:path w="323" h="323" extrusionOk="0">
                  <a:moveTo>
                    <a:pt x="168" y="1"/>
                  </a:moveTo>
                  <a:cubicBezTo>
                    <a:pt x="72" y="1"/>
                    <a:pt x="1" y="72"/>
                    <a:pt x="1" y="168"/>
                  </a:cubicBezTo>
                  <a:cubicBezTo>
                    <a:pt x="1" y="251"/>
                    <a:pt x="72" y="322"/>
                    <a:pt x="168" y="322"/>
                  </a:cubicBezTo>
                  <a:cubicBezTo>
                    <a:pt x="251" y="322"/>
                    <a:pt x="322" y="251"/>
                    <a:pt x="322" y="168"/>
                  </a:cubicBezTo>
                  <a:cubicBezTo>
                    <a:pt x="322"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18" name="Google Shape;11618;p65"/>
          <p:cNvSpPr/>
          <p:nvPr/>
        </p:nvSpPr>
        <p:spPr>
          <a:xfrm>
            <a:off x="872362" y="1337644"/>
            <a:ext cx="325164" cy="347783"/>
          </a:xfrm>
          <a:custGeom>
            <a:avLst/>
            <a:gdLst/>
            <a:ahLst/>
            <a:cxnLst/>
            <a:rect l="l" t="t" r="r" b="b"/>
            <a:pathLst>
              <a:path w="10264" h="10978" extrusionOk="0">
                <a:moveTo>
                  <a:pt x="3096" y="310"/>
                </a:moveTo>
                <a:lnTo>
                  <a:pt x="3096" y="381"/>
                </a:lnTo>
                <a:lnTo>
                  <a:pt x="3096" y="3870"/>
                </a:lnTo>
                <a:cubicBezTo>
                  <a:pt x="3096" y="4787"/>
                  <a:pt x="3811" y="5549"/>
                  <a:pt x="4704" y="5644"/>
                </a:cubicBezTo>
                <a:lnTo>
                  <a:pt x="4704" y="6965"/>
                </a:lnTo>
                <a:lnTo>
                  <a:pt x="2656" y="6965"/>
                </a:lnTo>
                <a:lnTo>
                  <a:pt x="2656" y="310"/>
                </a:lnTo>
                <a:close/>
                <a:moveTo>
                  <a:pt x="7585" y="310"/>
                </a:moveTo>
                <a:lnTo>
                  <a:pt x="7585" y="6965"/>
                </a:lnTo>
                <a:lnTo>
                  <a:pt x="5549" y="6965"/>
                </a:lnTo>
                <a:lnTo>
                  <a:pt x="5549" y="5644"/>
                </a:lnTo>
                <a:cubicBezTo>
                  <a:pt x="6454" y="5549"/>
                  <a:pt x="7168" y="4787"/>
                  <a:pt x="7168" y="3870"/>
                </a:cubicBezTo>
                <a:lnTo>
                  <a:pt x="7168" y="381"/>
                </a:lnTo>
                <a:lnTo>
                  <a:pt x="7168" y="310"/>
                </a:lnTo>
                <a:close/>
                <a:moveTo>
                  <a:pt x="2370" y="310"/>
                </a:moveTo>
                <a:lnTo>
                  <a:pt x="2370" y="7132"/>
                </a:lnTo>
                <a:cubicBezTo>
                  <a:pt x="2370" y="7215"/>
                  <a:pt x="2453" y="7287"/>
                  <a:pt x="2537" y="7287"/>
                </a:cubicBezTo>
                <a:lnTo>
                  <a:pt x="4728" y="7287"/>
                </a:lnTo>
                <a:lnTo>
                  <a:pt x="4728" y="7823"/>
                </a:lnTo>
                <a:lnTo>
                  <a:pt x="334" y="7823"/>
                </a:lnTo>
                <a:lnTo>
                  <a:pt x="334" y="7287"/>
                </a:lnTo>
                <a:lnTo>
                  <a:pt x="1668" y="7287"/>
                </a:lnTo>
                <a:cubicBezTo>
                  <a:pt x="1751" y="7287"/>
                  <a:pt x="1822" y="7215"/>
                  <a:pt x="1822" y="7132"/>
                </a:cubicBezTo>
                <a:lnTo>
                  <a:pt x="1822" y="6692"/>
                </a:lnTo>
                <a:cubicBezTo>
                  <a:pt x="1822" y="6608"/>
                  <a:pt x="1751" y="6537"/>
                  <a:pt x="1668" y="6537"/>
                </a:cubicBezTo>
                <a:cubicBezTo>
                  <a:pt x="1572" y="6537"/>
                  <a:pt x="1501" y="6608"/>
                  <a:pt x="1501" y="6692"/>
                </a:cubicBezTo>
                <a:lnTo>
                  <a:pt x="1501" y="6965"/>
                </a:lnTo>
                <a:lnTo>
                  <a:pt x="322" y="6965"/>
                </a:lnTo>
                <a:lnTo>
                  <a:pt x="322" y="5501"/>
                </a:lnTo>
                <a:cubicBezTo>
                  <a:pt x="596" y="5477"/>
                  <a:pt x="846" y="5346"/>
                  <a:pt x="1049" y="5144"/>
                </a:cubicBezTo>
                <a:cubicBezTo>
                  <a:pt x="1287" y="4906"/>
                  <a:pt x="1430" y="4596"/>
                  <a:pt x="1430" y="4275"/>
                </a:cubicBezTo>
                <a:lnTo>
                  <a:pt x="1430" y="310"/>
                </a:lnTo>
                <a:lnTo>
                  <a:pt x="1513" y="310"/>
                </a:lnTo>
                <a:lnTo>
                  <a:pt x="1513" y="6061"/>
                </a:lnTo>
                <a:cubicBezTo>
                  <a:pt x="1513" y="6144"/>
                  <a:pt x="1584" y="6215"/>
                  <a:pt x="1680" y="6215"/>
                </a:cubicBezTo>
                <a:cubicBezTo>
                  <a:pt x="1763" y="6215"/>
                  <a:pt x="1846" y="6144"/>
                  <a:pt x="1846" y="6061"/>
                </a:cubicBezTo>
                <a:lnTo>
                  <a:pt x="1846" y="310"/>
                </a:lnTo>
                <a:close/>
                <a:moveTo>
                  <a:pt x="8430" y="310"/>
                </a:moveTo>
                <a:lnTo>
                  <a:pt x="8430" y="7132"/>
                </a:lnTo>
                <a:cubicBezTo>
                  <a:pt x="8430" y="7215"/>
                  <a:pt x="8502" y="7287"/>
                  <a:pt x="8597" y="7287"/>
                </a:cubicBezTo>
                <a:lnTo>
                  <a:pt x="9943" y="7287"/>
                </a:lnTo>
                <a:lnTo>
                  <a:pt x="9943" y="7823"/>
                </a:lnTo>
                <a:lnTo>
                  <a:pt x="5549" y="7823"/>
                </a:lnTo>
                <a:lnTo>
                  <a:pt x="5549" y="7287"/>
                </a:lnTo>
                <a:lnTo>
                  <a:pt x="7728" y="7287"/>
                </a:lnTo>
                <a:cubicBezTo>
                  <a:pt x="7823" y="7287"/>
                  <a:pt x="7895" y="7215"/>
                  <a:pt x="7895" y="7132"/>
                </a:cubicBezTo>
                <a:lnTo>
                  <a:pt x="7895" y="310"/>
                </a:lnTo>
                <a:close/>
                <a:moveTo>
                  <a:pt x="4716" y="8144"/>
                </a:moveTo>
                <a:lnTo>
                  <a:pt x="4716" y="8751"/>
                </a:lnTo>
                <a:lnTo>
                  <a:pt x="322" y="8751"/>
                </a:lnTo>
                <a:lnTo>
                  <a:pt x="322" y="8144"/>
                </a:lnTo>
                <a:close/>
                <a:moveTo>
                  <a:pt x="9943" y="8144"/>
                </a:moveTo>
                <a:lnTo>
                  <a:pt x="9943" y="8751"/>
                </a:lnTo>
                <a:lnTo>
                  <a:pt x="5549" y="8751"/>
                </a:lnTo>
                <a:lnTo>
                  <a:pt x="5549" y="8144"/>
                </a:lnTo>
                <a:close/>
                <a:moveTo>
                  <a:pt x="4716" y="9073"/>
                </a:moveTo>
                <a:lnTo>
                  <a:pt x="4716" y="9609"/>
                </a:lnTo>
                <a:lnTo>
                  <a:pt x="322" y="9609"/>
                </a:lnTo>
                <a:lnTo>
                  <a:pt x="322" y="9073"/>
                </a:lnTo>
                <a:close/>
                <a:moveTo>
                  <a:pt x="9943" y="9073"/>
                </a:moveTo>
                <a:lnTo>
                  <a:pt x="9943" y="9609"/>
                </a:lnTo>
                <a:lnTo>
                  <a:pt x="5549" y="9609"/>
                </a:lnTo>
                <a:lnTo>
                  <a:pt x="5549" y="9073"/>
                </a:lnTo>
                <a:close/>
                <a:moveTo>
                  <a:pt x="6823" y="619"/>
                </a:moveTo>
                <a:lnTo>
                  <a:pt x="6823" y="3834"/>
                </a:lnTo>
                <a:cubicBezTo>
                  <a:pt x="6847" y="4668"/>
                  <a:pt x="6192" y="5322"/>
                  <a:pt x="5394" y="5322"/>
                </a:cubicBezTo>
                <a:cubicBezTo>
                  <a:pt x="5311" y="5322"/>
                  <a:pt x="5240" y="5406"/>
                  <a:pt x="5240" y="5489"/>
                </a:cubicBezTo>
                <a:lnTo>
                  <a:pt x="5240" y="7132"/>
                </a:lnTo>
                <a:lnTo>
                  <a:pt x="5240" y="7977"/>
                </a:lnTo>
                <a:lnTo>
                  <a:pt x="5240" y="8918"/>
                </a:lnTo>
                <a:lnTo>
                  <a:pt x="5240" y="9763"/>
                </a:lnTo>
                <a:lnTo>
                  <a:pt x="5240" y="10644"/>
                </a:lnTo>
                <a:lnTo>
                  <a:pt x="5025" y="10644"/>
                </a:lnTo>
                <a:lnTo>
                  <a:pt x="5025" y="9752"/>
                </a:lnTo>
                <a:lnTo>
                  <a:pt x="5025" y="8894"/>
                </a:lnTo>
                <a:lnTo>
                  <a:pt x="5025" y="7966"/>
                </a:lnTo>
                <a:lnTo>
                  <a:pt x="5025" y="7108"/>
                </a:lnTo>
                <a:lnTo>
                  <a:pt x="5025" y="5465"/>
                </a:lnTo>
                <a:cubicBezTo>
                  <a:pt x="5025" y="5370"/>
                  <a:pt x="4954" y="5299"/>
                  <a:pt x="4859" y="5299"/>
                </a:cubicBezTo>
                <a:cubicBezTo>
                  <a:pt x="4061" y="5299"/>
                  <a:pt x="3406" y="4644"/>
                  <a:pt x="3406" y="3834"/>
                </a:cubicBezTo>
                <a:lnTo>
                  <a:pt x="3406" y="619"/>
                </a:lnTo>
                <a:cubicBezTo>
                  <a:pt x="3942" y="869"/>
                  <a:pt x="4525" y="1012"/>
                  <a:pt x="5120" y="1012"/>
                </a:cubicBezTo>
                <a:cubicBezTo>
                  <a:pt x="5716" y="1012"/>
                  <a:pt x="6287" y="881"/>
                  <a:pt x="6823" y="619"/>
                </a:cubicBezTo>
                <a:close/>
                <a:moveTo>
                  <a:pt x="4716" y="9930"/>
                </a:moveTo>
                <a:lnTo>
                  <a:pt x="4716" y="10656"/>
                </a:lnTo>
                <a:lnTo>
                  <a:pt x="322" y="10656"/>
                </a:lnTo>
                <a:lnTo>
                  <a:pt x="322" y="9930"/>
                </a:lnTo>
                <a:close/>
                <a:moveTo>
                  <a:pt x="1251" y="0"/>
                </a:moveTo>
                <a:cubicBezTo>
                  <a:pt x="1156" y="0"/>
                  <a:pt x="1084" y="72"/>
                  <a:pt x="1084" y="155"/>
                </a:cubicBezTo>
                <a:lnTo>
                  <a:pt x="1084" y="4287"/>
                </a:lnTo>
                <a:cubicBezTo>
                  <a:pt x="1084" y="4537"/>
                  <a:pt x="989" y="4763"/>
                  <a:pt x="810" y="4941"/>
                </a:cubicBezTo>
                <a:cubicBezTo>
                  <a:pt x="632" y="5120"/>
                  <a:pt x="418" y="5203"/>
                  <a:pt x="156" y="5203"/>
                </a:cubicBezTo>
                <a:cubicBezTo>
                  <a:pt x="72" y="5203"/>
                  <a:pt x="1" y="5275"/>
                  <a:pt x="1" y="5370"/>
                </a:cubicBezTo>
                <a:lnTo>
                  <a:pt x="1" y="7144"/>
                </a:lnTo>
                <a:lnTo>
                  <a:pt x="1" y="7989"/>
                </a:lnTo>
                <a:lnTo>
                  <a:pt x="1" y="8930"/>
                </a:lnTo>
                <a:lnTo>
                  <a:pt x="1" y="9775"/>
                </a:lnTo>
                <a:lnTo>
                  <a:pt x="1" y="10811"/>
                </a:lnTo>
                <a:cubicBezTo>
                  <a:pt x="1" y="10906"/>
                  <a:pt x="72" y="10978"/>
                  <a:pt x="156" y="10978"/>
                </a:cubicBezTo>
                <a:lnTo>
                  <a:pt x="8180" y="10978"/>
                </a:lnTo>
                <a:cubicBezTo>
                  <a:pt x="8276" y="10978"/>
                  <a:pt x="8347" y="10906"/>
                  <a:pt x="8347" y="10811"/>
                </a:cubicBezTo>
                <a:cubicBezTo>
                  <a:pt x="8347" y="10728"/>
                  <a:pt x="8276" y="10656"/>
                  <a:pt x="8180" y="10656"/>
                </a:cubicBezTo>
                <a:lnTo>
                  <a:pt x="5549" y="10656"/>
                </a:lnTo>
                <a:lnTo>
                  <a:pt x="5549" y="9918"/>
                </a:lnTo>
                <a:lnTo>
                  <a:pt x="9943" y="9918"/>
                </a:lnTo>
                <a:lnTo>
                  <a:pt x="9943" y="10656"/>
                </a:lnTo>
                <a:lnTo>
                  <a:pt x="8811" y="10656"/>
                </a:lnTo>
                <a:cubicBezTo>
                  <a:pt x="8716" y="10656"/>
                  <a:pt x="8645" y="10728"/>
                  <a:pt x="8645" y="10811"/>
                </a:cubicBezTo>
                <a:cubicBezTo>
                  <a:pt x="8645" y="10906"/>
                  <a:pt x="8716" y="10978"/>
                  <a:pt x="8811" y="10978"/>
                </a:cubicBezTo>
                <a:lnTo>
                  <a:pt x="10085" y="10978"/>
                </a:lnTo>
                <a:cubicBezTo>
                  <a:pt x="10181" y="10978"/>
                  <a:pt x="10252" y="10906"/>
                  <a:pt x="10252" y="10811"/>
                </a:cubicBezTo>
                <a:lnTo>
                  <a:pt x="10252" y="6644"/>
                </a:lnTo>
                <a:cubicBezTo>
                  <a:pt x="10252" y="6561"/>
                  <a:pt x="10181" y="6489"/>
                  <a:pt x="10085" y="6489"/>
                </a:cubicBezTo>
                <a:cubicBezTo>
                  <a:pt x="10002" y="6489"/>
                  <a:pt x="9919" y="6561"/>
                  <a:pt x="9919" y="6644"/>
                </a:cubicBezTo>
                <a:lnTo>
                  <a:pt x="9919" y="6977"/>
                </a:lnTo>
                <a:lnTo>
                  <a:pt x="8752" y="6977"/>
                </a:lnTo>
                <a:lnTo>
                  <a:pt x="8752" y="322"/>
                </a:lnTo>
                <a:lnTo>
                  <a:pt x="8835" y="322"/>
                </a:lnTo>
                <a:lnTo>
                  <a:pt x="8835" y="4287"/>
                </a:lnTo>
                <a:cubicBezTo>
                  <a:pt x="8835" y="4608"/>
                  <a:pt x="8966" y="4941"/>
                  <a:pt x="9204" y="5156"/>
                </a:cubicBezTo>
                <a:cubicBezTo>
                  <a:pt x="9407" y="5358"/>
                  <a:pt x="9657" y="5489"/>
                  <a:pt x="9943" y="5513"/>
                </a:cubicBezTo>
                <a:lnTo>
                  <a:pt x="9943" y="6013"/>
                </a:lnTo>
                <a:cubicBezTo>
                  <a:pt x="9943" y="6096"/>
                  <a:pt x="10014" y="6180"/>
                  <a:pt x="10097" y="6180"/>
                </a:cubicBezTo>
                <a:cubicBezTo>
                  <a:pt x="10193" y="6180"/>
                  <a:pt x="10264" y="6096"/>
                  <a:pt x="10264" y="6013"/>
                </a:cubicBezTo>
                <a:lnTo>
                  <a:pt x="10264" y="5370"/>
                </a:lnTo>
                <a:cubicBezTo>
                  <a:pt x="10264" y="5275"/>
                  <a:pt x="10193" y="5203"/>
                  <a:pt x="10097" y="5203"/>
                </a:cubicBezTo>
                <a:cubicBezTo>
                  <a:pt x="9847" y="5203"/>
                  <a:pt x="9621" y="5120"/>
                  <a:pt x="9442" y="4941"/>
                </a:cubicBezTo>
                <a:cubicBezTo>
                  <a:pt x="9264" y="4763"/>
                  <a:pt x="9181" y="4537"/>
                  <a:pt x="9181" y="4287"/>
                </a:cubicBezTo>
                <a:lnTo>
                  <a:pt x="9181" y="155"/>
                </a:lnTo>
                <a:cubicBezTo>
                  <a:pt x="9181" y="72"/>
                  <a:pt x="9109" y="0"/>
                  <a:pt x="9014" y="0"/>
                </a:cubicBezTo>
                <a:lnTo>
                  <a:pt x="7002" y="0"/>
                </a:lnTo>
                <a:cubicBezTo>
                  <a:pt x="6918" y="0"/>
                  <a:pt x="6847" y="72"/>
                  <a:pt x="6847" y="155"/>
                </a:cubicBezTo>
                <a:lnTo>
                  <a:pt x="6847" y="310"/>
                </a:lnTo>
                <a:cubicBezTo>
                  <a:pt x="6323" y="596"/>
                  <a:pt x="5728" y="738"/>
                  <a:pt x="5132" y="738"/>
                </a:cubicBezTo>
                <a:cubicBezTo>
                  <a:pt x="4537" y="738"/>
                  <a:pt x="3942" y="596"/>
                  <a:pt x="3418" y="310"/>
                </a:cubicBezTo>
                <a:lnTo>
                  <a:pt x="3418" y="155"/>
                </a:lnTo>
                <a:cubicBezTo>
                  <a:pt x="3418"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19" name="Google Shape;11619;p65"/>
          <p:cNvGrpSpPr/>
          <p:nvPr/>
        </p:nvGrpSpPr>
        <p:grpSpPr>
          <a:xfrm>
            <a:off x="1767449" y="1337644"/>
            <a:ext cx="324403" cy="347783"/>
            <a:chOff x="1767449" y="1513044"/>
            <a:chExt cx="324403" cy="347783"/>
          </a:xfrm>
        </p:grpSpPr>
        <p:sp>
          <p:nvSpPr>
            <p:cNvPr id="11620" name="Google Shape;11620;p65"/>
            <p:cNvSpPr/>
            <p:nvPr/>
          </p:nvSpPr>
          <p:spPr>
            <a:xfrm>
              <a:off x="1850039" y="1513044"/>
              <a:ext cx="159604" cy="347783"/>
            </a:xfrm>
            <a:custGeom>
              <a:avLst/>
              <a:gdLst/>
              <a:ahLst/>
              <a:cxnLst/>
              <a:rect l="l" t="t" r="r" b="b"/>
              <a:pathLst>
                <a:path w="5038" h="10978" extrusionOk="0">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1" name="Google Shape;11621;p65"/>
            <p:cNvSpPr/>
            <p:nvPr/>
          </p:nvSpPr>
          <p:spPr>
            <a:xfrm>
              <a:off x="1887009" y="1702332"/>
              <a:ext cx="53222" cy="48375"/>
            </a:xfrm>
            <a:custGeom>
              <a:avLst/>
              <a:gdLst/>
              <a:ahLst/>
              <a:cxnLst/>
              <a:rect l="l" t="t" r="r" b="b"/>
              <a:pathLst>
                <a:path w="1680" h="1527" extrusionOk="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2" name="Google Shape;11622;p65"/>
            <p:cNvSpPr/>
            <p:nvPr/>
          </p:nvSpPr>
          <p:spPr>
            <a:xfrm>
              <a:off x="1943970" y="1686745"/>
              <a:ext cx="28702" cy="63962"/>
            </a:xfrm>
            <a:custGeom>
              <a:avLst/>
              <a:gdLst/>
              <a:ahLst/>
              <a:cxnLst/>
              <a:rect l="l" t="t" r="r" b="b"/>
              <a:pathLst>
                <a:path w="906" h="2019" extrusionOk="0">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65"/>
            <p:cNvSpPr/>
            <p:nvPr/>
          </p:nvSpPr>
          <p:spPr>
            <a:xfrm>
              <a:off x="2029221" y="1707306"/>
              <a:ext cx="62631" cy="10201"/>
            </a:xfrm>
            <a:custGeom>
              <a:avLst/>
              <a:gdLst/>
              <a:ahLst/>
              <a:cxnLst/>
              <a:rect l="l" t="t" r="r" b="b"/>
              <a:pathLst>
                <a:path w="1977" h="322" extrusionOk="0">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65"/>
            <p:cNvSpPr/>
            <p:nvPr/>
          </p:nvSpPr>
          <p:spPr>
            <a:xfrm>
              <a:off x="2029221" y="1758311"/>
              <a:ext cx="47552" cy="46696"/>
            </a:xfrm>
            <a:custGeom>
              <a:avLst/>
              <a:gdLst/>
              <a:ahLst/>
              <a:cxnLst/>
              <a:rect l="l" t="t" r="r" b="b"/>
              <a:pathLst>
                <a:path w="1501" h="1474" extrusionOk="0">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65"/>
            <p:cNvSpPr/>
            <p:nvPr/>
          </p:nvSpPr>
          <p:spPr>
            <a:xfrm>
              <a:off x="2029221" y="1615339"/>
              <a:ext cx="47552" cy="46728"/>
            </a:xfrm>
            <a:custGeom>
              <a:avLst/>
              <a:gdLst/>
              <a:ahLst/>
              <a:cxnLst/>
              <a:rect l="l" t="t" r="r" b="b"/>
              <a:pathLst>
                <a:path w="1501" h="1475" extrusionOk="0">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65"/>
            <p:cNvSpPr/>
            <p:nvPr/>
          </p:nvSpPr>
          <p:spPr>
            <a:xfrm>
              <a:off x="1767449" y="1703504"/>
              <a:ext cx="63012" cy="10233"/>
            </a:xfrm>
            <a:custGeom>
              <a:avLst/>
              <a:gdLst/>
              <a:ahLst/>
              <a:cxnLst/>
              <a:rect l="l" t="t" r="r" b="b"/>
              <a:pathLst>
                <a:path w="1989" h="323" extrusionOk="0">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65"/>
            <p:cNvSpPr/>
            <p:nvPr/>
          </p:nvSpPr>
          <p:spPr>
            <a:xfrm>
              <a:off x="1783289" y="1615719"/>
              <a:ext cx="47552" cy="46728"/>
            </a:xfrm>
            <a:custGeom>
              <a:avLst/>
              <a:gdLst/>
              <a:ahLst/>
              <a:cxnLst/>
              <a:rect l="l" t="t" r="r" b="b"/>
              <a:pathLst>
                <a:path w="1501" h="1475" extrusionOk="0">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65"/>
            <p:cNvSpPr/>
            <p:nvPr/>
          </p:nvSpPr>
          <p:spPr>
            <a:xfrm>
              <a:off x="1783289" y="1758311"/>
              <a:ext cx="47552" cy="46696"/>
            </a:xfrm>
            <a:custGeom>
              <a:avLst/>
              <a:gdLst/>
              <a:ahLst/>
              <a:cxnLst/>
              <a:rect l="l" t="t" r="r" b="b"/>
              <a:pathLst>
                <a:path w="1501" h="1474" extrusionOk="0">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9" name="Google Shape;11629;p65"/>
          <p:cNvGrpSpPr/>
          <p:nvPr/>
        </p:nvGrpSpPr>
        <p:grpSpPr>
          <a:xfrm>
            <a:off x="4007193" y="1337327"/>
            <a:ext cx="320633" cy="348100"/>
            <a:chOff x="4007193" y="1512727"/>
            <a:chExt cx="320633" cy="348100"/>
          </a:xfrm>
        </p:grpSpPr>
        <p:sp>
          <p:nvSpPr>
            <p:cNvPr id="11630" name="Google Shape;11630;p65"/>
            <p:cNvSpPr/>
            <p:nvPr/>
          </p:nvSpPr>
          <p:spPr>
            <a:xfrm>
              <a:off x="4177695" y="1512727"/>
              <a:ext cx="143732" cy="153109"/>
            </a:xfrm>
            <a:custGeom>
              <a:avLst/>
              <a:gdLst/>
              <a:ahLst/>
              <a:cxnLst/>
              <a:rect l="l" t="t" r="r" b="b"/>
              <a:pathLst>
                <a:path w="4537" h="4833" extrusionOk="0">
                  <a:moveTo>
                    <a:pt x="2359" y="1"/>
                  </a:moveTo>
                  <a:cubicBezTo>
                    <a:pt x="2213" y="1"/>
                    <a:pt x="2065" y="16"/>
                    <a:pt x="1917" y="46"/>
                  </a:cubicBezTo>
                  <a:cubicBezTo>
                    <a:pt x="1346" y="165"/>
                    <a:pt x="846" y="498"/>
                    <a:pt x="524" y="987"/>
                  </a:cubicBezTo>
                  <a:cubicBezTo>
                    <a:pt x="0" y="1761"/>
                    <a:pt x="36" y="2773"/>
                    <a:pt x="584" y="3523"/>
                  </a:cubicBezTo>
                  <a:lnTo>
                    <a:pt x="536" y="4666"/>
                  </a:lnTo>
                  <a:cubicBezTo>
                    <a:pt x="536" y="4725"/>
                    <a:pt x="572" y="4773"/>
                    <a:pt x="607" y="4797"/>
                  </a:cubicBezTo>
                  <a:cubicBezTo>
                    <a:pt x="643" y="4809"/>
                    <a:pt x="667" y="4832"/>
                    <a:pt x="703" y="4832"/>
                  </a:cubicBezTo>
                  <a:cubicBezTo>
                    <a:pt x="727" y="4832"/>
                    <a:pt x="750" y="4832"/>
                    <a:pt x="774" y="4809"/>
                  </a:cubicBezTo>
                  <a:lnTo>
                    <a:pt x="1822" y="4332"/>
                  </a:lnTo>
                  <a:cubicBezTo>
                    <a:pt x="2006" y="4381"/>
                    <a:pt x="2191" y="4404"/>
                    <a:pt x="2373" y="4404"/>
                  </a:cubicBezTo>
                  <a:cubicBezTo>
                    <a:pt x="3091" y="4404"/>
                    <a:pt x="3771" y="4044"/>
                    <a:pt x="4179" y="3427"/>
                  </a:cubicBezTo>
                  <a:cubicBezTo>
                    <a:pt x="4382" y="3142"/>
                    <a:pt x="4501" y="2832"/>
                    <a:pt x="4537" y="2487"/>
                  </a:cubicBezTo>
                  <a:cubicBezTo>
                    <a:pt x="4525" y="2392"/>
                    <a:pt x="4453" y="2320"/>
                    <a:pt x="4382" y="2296"/>
                  </a:cubicBezTo>
                  <a:cubicBezTo>
                    <a:pt x="4374" y="2295"/>
                    <a:pt x="4366" y="2295"/>
                    <a:pt x="4358" y="2295"/>
                  </a:cubicBezTo>
                  <a:cubicBezTo>
                    <a:pt x="4275" y="2295"/>
                    <a:pt x="4214" y="2352"/>
                    <a:pt x="4203" y="2439"/>
                  </a:cubicBezTo>
                  <a:cubicBezTo>
                    <a:pt x="4156" y="2713"/>
                    <a:pt x="4072" y="2987"/>
                    <a:pt x="3906" y="3237"/>
                  </a:cubicBezTo>
                  <a:cubicBezTo>
                    <a:pt x="3554" y="3774"/>
                    <a:pt x="2971" y="4074"/>
                    <a:pt x="2360" y="4074"/>
                  </a:cubicBezTo>
                  <a:cubicBezTo>
                    <a:pt x="2185" y="4074"/>
                    <a:pt x="2008" y="4049"/>
                    <a:pt x="1834" y="3999"/>
                  </a:cubicBezTo>
                  <a:cubicBezTo>
                    <a:pt x="1814" y="3994"/>
                    <a:pt x="1798" y="3991"/>
                    <a:pt x="1784" y="3991"/>
                  </a:cubicBezTo>
                  <a:cubicBezTo>
                    <a:pt x="1762" y="3991"/>
                    <a:pt x="1743" y="3997"/>
                    <a:pt x="1715" y="4011"/>
                  </a:cubicBezTo>
                  <a:lnTo>
                    <a:pt x="869" y="4416"/>
                  </a:lnTo>
                  <a:lnTo>
                    <a:pt x="905" y="3475"/>
                  </a:lnTo>
                  <a:cubicBezTo>
                    <a:pt x="905" y="3427"/>
                    <a:pt x="893" y="3404"/>
                    <a:pt x="881" y="3368"/>
                  </a:cubicBezTo>
                  <a:cubicBezTo>
                    <a:pt x="369" y="2737"/>
                    <a:pt x="346" y="1856"/>
                    <a:pt x="786" y="1165"/>
                  </a:cubicBezTo>
                  <a:cubicBezTo>
                    <a:pt x="1072" y="748"/>
                    <a:pt x="1489" y="475"/>
                    <a:pt x="1977" y="379"/>
                  </a:cubicBezTo>
                  <a:cubicBezTo>
                    <a:pt x="2104" y="352"/>
                    <a:pt x="2231" y="339"/>
                    <a:pt x="2357" y="339"/>
                  </a:cubicBezTo>
                  <a:cubicBezTo>
                    <a:pt x="2721" y="339"/>
                    <a:pt x="3071" y="452"/>
                    <a:pt x="3382" y="665"/>
                  </a:cubicBezTo>
                  <a:cubicBezTo>
                    <a:pt x="3798" y="939"/>
                    <a:pt x="4084" y="1380"/>
                    <a:pt x="4179" y="1868"/>
                  </a:cubicBezTo>
                  <a:cubicBezTo>
                    <a:pt x="4200" y="1949"/>
                    <a:pt x="4263" y="2004"/>
                    <a:pt x="4340" y="2004"/>
                  </a:cubicBezTo>
                  <a:cubicBezTo>
                    <a:pt x="4354" y="2004"/>
                    <a:pt x="4368" y="2002"/>
                    <a:pt x="4382" y="1999"/>
                  </a:cubicBezTo>
                  <a:cubicBezTo>
                    <a:pt x="4465" y="1987"/>
                    <a:pt x="4525" y="1903"/>
                    <a:pt x="4513" y="1808"/>
                  </a:cubicBezTo>
                  <a:cubicBezTo>
                    <a:pt x="4406" y="1225"/>
                    <a:pt x="4060" y="725"/>
                    <a:pt x="3572" y="379"/>
                  </a:cubicBezTo>
                  <a:cubicBezTo>
                    <a:pt x="3208" y="130"/>
                    <a:pt x="2790" y="1"/>
                    <a:pt x="23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65"/>
            <p:cNvSpPr/>
            <p:nvPr/>
          </p:nvSpPr>
          <p:spPr>
            <a:xfrm>
              <a:off x="4214666" y="1543583"/>
              <a:ext cx="77711" cy="77363"/>
            </a:xfrm>
            <a:custGeom>
              <a:avLst/>
              <a:gdLst/>
              <a:ahLst/>
              <a:cxnLst/>
              <a:rect l="l" t="t" r="r" b="b"/>
              <a:pathLst>
                <a:path w="2453" h="2442" extrusionOk="0">
                  <a:moveTo>
                    <a:pt x="1072" y="346"/>
                  </a:moveTo>
                  <a:lnTo>
                    <a:pt x="1072" y="1239"/>
                  </a:lnTo>
                  <a:cubicBezTo>
                    <a:pt x="1072" y="1322"/>
                    <a:pt x="1143" y="1406"/>
                    <a:pt x="1238" y="1406"/>
                  </a:cubicBezTo>
                  <a:lnTo>
                    <a:pt x="2131" y="1406"/>
                  </a:lnTo>
                  <a:cubicBezTo>
                    <a:pt x="2048" y="1822"/>
                    <a:pt x="1679" y="2144"/>
                    <a:pt x="1238" y="2144"/>
                  </a:cubicBezTo>
                  <a:cubicBezTo>
                    <a:pt x="726" y="2144"/>
                    <a:pt x="322" y="1739"/>
                    <a:pt x="322" y="1239"/>
                  </a:cubicBezTo>
                  <a:cubicBezTo>
                    <a:pt x="322" y="787"/>
                    <a:pt x="655" y="417"/>
                    <a:pt x="1072" y="346"/>
                  </a:cubicBezTo>
                  <a:close/>
                  <a:moveTo>
                    <a:pt x="1215" y="1"/>
                  </a:moveTo>
                  <a:cubicBezTo>
                    <a:pt x="548" y="1"/>
                    <a:pt x="0" y="548"/>
                    <a:pt x="0" y="1215"/>
                  </a:cubicBezTo>
                  <a:cubicBezTo>
                    <a:pt x="0" y="1894"/>
                    <a:pt x="548" y="2441"/>
                    <a:pt x="1215" y="2441"/>
                  </a:cubicBezTo>
                  <a:cubicBezTo>
                    <a:pt x="1893" y="2441"/>
                    <a:pt x="2441" y="1894"/>
                    <a:pt x="2441" y="1215"/>
                  </a:cubicBezTo>
                  <a:cubicBezTo>
                    <a:pt x="2453" y="1144"/>
                    <a:pt x="2381" y="1072"/>
                    <a:pt x="2286" y="1072"/>
                  </a:cubicBezTo>
                  <a:lnTo>
                    <a:pt x="1381" y="1072"/>
                  </a:lnTo>
                  <a:lnTo>
                    <a:pt x="1381" y="167"/>
                  </a:lnTo>
                  <a:cubicBezTo>
                    <a:pt x="1381" y="72"/>
                    <a:pt x="1310"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65"/>
            <p:cNvSpPr/>
            <p:nvPr/>
          </p:nvSpPr>
          <p:spPr>
            <a:xfrm>
              <a:off x="4007193" y="1541334"/>
              <a:ext cx="320633" cy="319493"/>
            </a:xfrm>
            <a:custGeom>
              <a:avLst/>
              <a:gdLst/>
              <a:ahLst/>
              <a:cxnLst/>
              <a:rect l="l" t="t" r="r" b="b"/>
              <a:pathLst>
                <a:path w="10121" h="10085" extrusionOk="0">
                  <a:moveTo>
                    <a:pt x="3823" y="1239"/>
                  </a:moveTo>
                  <a:lnTo>
                    <a:pt x="4823" y="2227"/>
                  </a:lnTo>
                  <a:cubicBezTo>
                    <a:pt x="5418" y="2822"/>
                    <a:pt x="5525" y="3739"/>
                    <a:pt x="5085" y="4453"/>
                  </a:cubicBezTo>
                  <a:cubicBezTo>
                    <a:pt x="5049" y="4501"/>
                    <a:pt x="5061" y="4596"/>
                    <a:pt x="5120" y="4644"/>
                  </a:cubicBezTo>
                  <a:lnTo>
                    <a:pt x="5442" y="4965"/>
                  </a:lnTo>
                  <a:cubicBezTo>
                    <a:pt x="5478" y="5002"/>
                    <a:pt x="5524" y="5016"/>
                    <a:pt x="5567" y="5016"/>
                  </a:cubicBezTo>
                  <a:cubicBezTo>
                    <a:pt x="5594" y="5016"/>
                    <a:pt x="5621" y="5010"/>
                    <a:pt x="5644" y="5001"/>
                  </a:cubicBezTo>
                  <a:cubicBezTo>
                    <a:pt x="5939" y="4824"/>
                    <a:pt x="6267" y="4736"/>
                    <a:pt x="6591" y="4736"/>
                  </a:cubicBezTo>
                  <a:cubicBezTo>
                    <a:pt x="7053" y="4736"/>
                    <a:pt x="7509" y="4913"/>
                    <a:pt x="7859" y="5263"/>
                  </a:cubicBezTo>
                  <a:lnTo>
                    <a:pt x="8859" y="6263"/>
                  </a:lnTo>
                  <a:lnTo>
                    <a:pt x="6299" y="8823"/>
                  </a:lnTo>
                  <a:lnTo>
                    <a:pt x="5299" y="7823"/>
                  </a:lnTo>
                  <a:cubicBezTo>
                    <a:pt x="5073" y="7608"/>
                    <a:pt x="4906" y="7335"/>
                    <a:pt x="4835" y="7037"/>
                  </a:cubicBezTo>
                  <a:cubicBezTo>
                    <a:pt x="4704" y="6561"/>
                    <a:pt x="4775" y="6037"/>
                    <a:pt x="5025" y="5608"/>
                  </a:cubicBezTo>
                  <a:cubicBezTo>
                    <a:pt x="5073" y="5549"/>
                    <a:pt x="5061" y="5465"/>
                    <a:pt x="5001" y="5418"/>
                  </a:cubicBezTo>
                  <a:lnTo>
                    <a:pt x="4668" y="5084"/>
                  </a:lnTo>
                  <a:cubicBezTo>
                    <a:pt x="4634" y="5051"/>
                    <a:pt x="4597" y="5036"/>
                    <a:pt x="4560" y="5036"/>
                  </a:cubicBezTo>
                  <a:cubicBezTo>
                    <a:pt x="4532" y="5036"/>
                    <a:pt x="4503" y="5045"/>
                    <a:pt x="4477" y="5060"/>
                  </a:cubicBezTo>
                  <a:cubicBezTo>
                    <a:pt x="4186" y="5235"/>
                    <a:pt x="3864" y="5321"/>
                    <a:pt x="3543" y="5321"/>
                  </a:cubicBezTo>
                  <a:cubicBezTo>
                    <a:pt x="3077" y="5321"/>
                    <a:pt x="2616" y="5139"/>
                    <a:pt x="2263" y="4787"/>
                  </a:cubicBezTo>
                  <a:lnTo>
                    <a:pt x="1263" y="3798"/>
                  </a:lnTo>
                  <a:lnTo>
                    <a:pt x="3823" y="1239"/>
                  </a:lnTo>
                  <a:close/>
                  <a:moveTo>
                    <a:pt x="9371" y="6192"/>
                  </a:moveTo>
                  <a:lnTo>
                    <a:pt x="9716" y="6537"/>
                  </a:lnTo>
                  <a:lnTo>
                    <a:pt x="6561" y="9692"/>
                  </a:lnTo>
                  <a:lnTo>
                    <a:pt x="6216" y="9347"/>
                  </a:lnTo>
                  <a:lnTo>
                    <a:pt x="9192" y="6370"/>
                  </a:lnTo>
                  <a:lnTo>
                    <a:pt x="9371" y="6192"/>
                  </a:lnTo>
                  <a:close/>
                  <a:moveTo>
                    <a:pt x="3561" y="0"/>
                  </a:moveTo>
                  <a:cubicBezTo>
                    <a:pt x="3513" y="0"/>
                    <a:pt x="3465" y="12"/>
                    <a:pt x="3442" y="36"/>
                  </a:cubicBezTo>
                  <a:lnTo>
                    <a:pt x="2191" y="1286"/>
                  </a:lnTo>
                  <a:cubicBezTo>
                    <a:pt x="2132" y="1346"/>
                    <a:pt x="2132" y="1453"/>
                    <a:pt x="2191" y="1512"/>
                  </a:cubicBezTo>
                  <a:cubicBezTo>
                    <a:pt x="2221" y="1542"/>
                    <a:pt x="2260" y="1557"/>
                    <a:pt x="2299" y="1557"/>
                  </a:cubicBezTo>
                  <a:cubicBezTo>
                    <a:pt x="2337" y="1557"/>
                    <a:pt x="2376" y="1542"/>
                    <a:pt x="2406" y="1512"/>
                  </a:cubicBezTo>
                  <a:lnTo>
                    <a:pt x="3561" y="369"/>
                  </a:lnTo>
                  <a:lnTo>
                    <a:pt x="3894" y="715"/>
                  </a:lnTo>
                  <a:lnTo>
                    <a:pt x="3715" y="893"/>
                  </a:lnTo>
                  <a:lnTo>
                    <a:pt x="917" y="3691"/>
                  </a:lnTo>
                  <a:lnTo>
                    <a:pt x="739" y="3870"/>
                  </a:lnTo>
                  <a:lnTo>
                    <a:pt x="405" y="3525"/>
                  </a:lnTo>
                  <a:lnTo>
                    <a:pt x="1965" y="1965"/>
                  </a:lnTo>
                  <a:cubicBezTo>
                    <a:pt x="2025" y="1905"/>
                    <a:pt x="2025" y="1798"/>
                    <a:pt x="1965" y="1739"/>
                  </a:cubicBezTo>
                  <a:cubicBezTo>
                    <a:pt x="1935" y="1709"/>
                    <a:pt x="1894" y="1694"/>
                    <a:pt x="1852" y="1694"/>
                  </a:cubicBezTo>
                  <a:cubicBezTo>
                    <a:pt x="1810" y="1694"/>
                    <a:pt x="1769" y="1709"/>
                    <a:pt x="1739" y="1739"/>
                  </a:cubicBezTo>
                  <a:lnTo>
                    <a:pt x="60" y="3417"/>
                  </a:lnTo>
                  <a:cubicBezTo>
                    <a:pt x="1" y="3477"/>
                    <a:pt x="1" y="3584"/>
                    <a:pt x="60" y="3644"/>
                  </a:cubicBezTo>
                  <a:lnTo>
                    <a:pt x="620" y="4203"/>
                  </a:lnTo>
                  <a:cubicBezTo>
                    <a:pt x="655" y="4239"/>
                    <a:pt x="703" y="4251"/>
                    <a:pt x="739" y="4251"/>
                  </a:cubicBezTo>
                  <a:cubicBezTo>
                    <a:pt x="786" y="4251"/>
                    <a:pt x="834" y="4239"/>
                    <a:pt x="858" y="4203"/>
                  </a:cubicBezTo>
                  <a:lnTo>
                    <a:pt x="1036" y="4025"/>
                  </a:lnTo>
                  <a:lnTo>
                    <a:pt x="2037" y="5025"/>
                  </a:lnTo>
                  <a:cubicBezTo>
                    <a:pt x="2453" y="5441"/>
                    <a:pt x="3003" y="5657"/>
                    <a:pt x="3558" y="5657"/>
                  </a:cubicBezTo>
                  <a:cubicBezTo>
                    <a:pt x="3892" y="5657"/>
                    <a:pt x="4228" y="5579"/>
                    <a:pt x="4537" y="5418"/>
                  </a:cubicBezTo>
                  <a:lnTo>
                    <a:pt x="4692" y="5560"/>
                  </a:lnTo>
                  <a:cubicBezTo>
                    <a:pt x="4430" y="6037"/>
                    <a:pt x="4370" y="6608"/>
                    <a:pt x="4525" y="7144"/>
                  </a:cubicBezTo>
                  <a:cubicBezTo>
                    <a:pt x="4632" y="7501"/>
                    <a:pt x="4811" y="7811"/>
                    <a:pt x="5073" y="8085"/>
                  </a:cubicBezTo>
                  <a:lnTo>
                    <a:pt x="6073" y="9073"/>
                  </a:lnTo>
                  <a:lnTo>
                    <a:pt x="5894" y="9251"/>
                  </a:lnTo>
                  <a:cubicBezTo>
                    <a:pt x="5835" y="9311"/>
                    <a:pt x="5835" y="9418"/>
                    <a:pt x="5894" y="9478"/>
                  </a:cubicBezTo>
                  <a:lnTo>
                    <a:pt x="6454" y="10049"/>
                  </a:lnTo>
                  <a:cubicBezTo>
                    <a:pt x="6490" y="10073"/>
                    <a:pt x="6537" y="10085"/>
                    <a:pt x="6573" y="10085"/>
                  </a:cubicBezTo>
                  <a:cubicBezTo>
                    <a:pt x="6621" y="10085"/>
                    <a:pt x="6668" y="10073"/>
                    <a:pt x="6692" y="10049"/>
                  </a:cubicBezTo>
                  <a:lnTo>
                    <a:pt x="10073" y="6668"/>
                  </a:lnTo>
                  <a:cubicBezTo>
                    <a:pt x="10121" y="6596"/>
                    <a:pt x="10121" y="6489"/>
                    <a:pt x="10061" y="6430"/>
                  </a:cubicBezTo>
                  <a:lnTo>
                    <a:pt x="9490" y="5858"/>
                  </a:lnTo>
                  <a:cubicBezTo>
                    <a:pt x="9460" y="5828"/>
                    <a:pt x="9421" y="5813"/>
                    <a:pt x="9383" y="5813"/>
                  </a:cubicBezTo>
                  <a:cubicBezTo>
                    <a:pt x="9344" y="5813"/>
                    <a:pt x="9305" y="5828"/>
                    <a:pt x="9276" y="5858"/>
                  </a:cubicBezTo>
                  <a:lnTo>
                    <a:pt x="9097" y="6037"/>
                  </a:lnTo>
                  <a:lnTo>
                    <a:pt x="8097" y="5049"/>
                  </a:lnTo>
                  <a:cubicBezTo>
                    <a:pt x="7683" y="4627"/>
                    <a:pt x="7137" y="4413"/>
                    <a:pt x="6585" y="4413"/>
                  </a:cubicBezTo>
                  <a:cubicBezTo>
                    <a:pt x="6248" y="4413"/>
                    <a:pt x="5908" y="4493"/>
                    <a:pt x="5597" y="4656"/>
                  </a:cubicBezTo>
                  <a:lnTo>
                    <a:pt x="5442" y="4501"/>
                  </a:lnTo>
                  <a:cubicBezTo>
                    <a:pt x="5882" y="3691"/>
                    <a:pt x="5728" y="2679"/>
                    <a:pt x="5061" y="2001"/>
                  </a:cubicBezTo>
                  <a:lnTo>
                    <a:pt x="4061" y="1012"/>
                  </a:lnTo>
                  <a:lnTo>
                    <a:pt x="4239" y="834"/>
                  </a:lnTo>
                  <a:cubicBezTo>
                    <a:pt x="4299" y="774"/>
                    <a:pt x="4299" y="667"/>
                    <a:pt x="4239" y="607"/>
                  </a:cubicBezTo>
                  <a:lnTo>
                    <a:pt x="3680" y="36"/>
                  </a:lnTo>
                  <a:cubicBezTo>
                    <a:pt x="3644" y="12"/>
                    <a:pt x="3596" y="0"/>
                    <a:pt x="3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65"/>
            <p:cNvSpPr/>
            <p:nvPr/>
          </p:nvSpPr>
          <p:spPr>
            <a:xfrm>
              <a:off x="4064914" y="1665805"/>
              <a:ext cx="101123" cy="40012"/>
            </a:xfrm>
            <a:custGeom>
              <a:avLst/>
              <a:gdLst/>
              <a:ahLst/>
              <a:cxnLst/>
              <a:rect l="l" t="t" r="r" b="b"/>
              <a:pathLst>
                <a:path w="3192" h="1263" extrusionOk="0">
                  <a:moveTo>
                    <a:pt x="2703" y="310"/>
                  </a:moveTo>
                  <a:lnTo>
                    <a:pt x="2608" y="417"/>
                  </a:lnTo>
                  <a:cubicBezTo>
                    <a:pt x="2346" y="739"/>
                    <a:pt x="2001" y="941"/>
                    <a:pt x="1631" y="941"/>
                  </a:cubicBezTo>
                  <a:cubicBezTo>
                    <a:pt x="1274" y="941"/>
                    <a:pt x="929" y="774"/>
                    <a:pt x="679" y="477"/>
                  </a:cubicBezTo>
                  <a:cubicBezTo>
                    <a:pt x="679" y="477"/>
                    <a:pt x="619" y="393"/>
                    <a:pt x="548" y="310"/>
                  </a:cubicBezTo>
                  <a:close/>
                  <a:moveTo>
                    <a:pt x="191" y="0"/>
                  </a:moveTo>
                  <a:cubicBezTo>
                    <a:pt x="131" y="0"/>
                    <a:pt x="72" y="24"/>
                    <a:pt x="36" y="84"/>
                  </a:cubicBezTo>
                  <a:cubicBezTo>
                    <a:pt x="0" y="143"/>
                    <a:pt x="24" y="203"/>
                    <a:pt x="48" y="250"/>
                  </a:cubicBezTo>
                  <a:cubicBezTo>
                    <a:pt x="155" y="369"/>
                    <a:pt x="393" y="667"/>
                    <a:pt x="393" y="679"/>
                  </a:cubicBezTo>
                  <a:cubicBezTo>
                    <a:pt x="703" y="1060"/>
                    <a:pt x="1143" y="1262"/>
                    <a:pt x="1584" y="1262"/>
                  </a:cubicBezTo>
                  <a:lnTo>
                    <a:pt x="1620" y="1262"/>
                  </a:lnTo>
                  <a:cubicBezTo>
                    <a:pt x="2072" y="1250"/>
                    <a:pt x="2524" y="1024"/>
                    <a:pt x="2846" y="619"/>
                  </a:cubicBezTo>
                  <a:lnTo>
                    <a:pt x="3132" y="262"/>
                  </a:lnTo>
                  <a:cubicBezTo>
                    <a:pt x="3191" y="203"/>
                    <a:pt x="3191" y="143"/>
                    <a:pt x="3167" y="84"/>
                  </a:cubicBezTo>
                  <a:cubicBezTo>
                    <a:pt x="3132" y="24"/>
                    <a:pt x="3072"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65"/>
            <p:cNvSpPr/>
            <p:nvPr/>
          </p:nvSpPr>
          <p:spPr>
            <a:xfrm>
              <a:off x="4162235" y="1749155"/>
              <a:ext cx="101851" cy="60382"/>
            </a:xfrm>
            <a:custGeom>
              <a:avLst/>
              <a:gdLst/>
              <a:ahLst/>
              <a:cxnLst/>
              <a:rect l="l" t="t" r="r" b="b"/>
              <a:pathLst>
                <a:path w="3215" h="1906" extrusionOk="0">
                  <a:moveTo>
                    <a:pt x="167" y="1"/>
                  </a:moveTo>
                  <a:cubicBezTo>
                    <a:pt x="72" y="1"/>
                    <a:pt x="0" y="72"/>
                    <a:pt x="0" y="167"/>
                  </a:cubicBezTo>
                  <a:cubicBezTo>
                    <a:pt x="0" y="536"/>
                    <a:pt x="238" y="786"/>
                    <a:pt x="286" y="834"/>
                  </a:cubicBezTo>
                  <a:lnTo>
                    <a:pt x="1310" y="1858"/>
                  </a:lnTo>
                  <a:cubicBezTo>
                    <a:pt x="1346" y="1894"/>
                    <a:pt x="1381" y="1906"/>
                    <a:pt x="1429" y="1906"/>
                  </a:cubicBezTo>
                  <a:cubicBezTo>
                    <a:pt x="1476" y="1906"/>
                    <a:pt x="1512" y="1894"/>
                    <a:pt x="1548" y="1858"/>
                  </a:cubicBezTo>
                  <a:lnTo>
                    <a:pt x="3143" y="274"/>
                  </a:lnTo>
                  <a:cubicBezTo>
                    <a:pt x="3203" y="239"/>
                    <a:pt x="3215" y="167"/>
                    <a:pt x="3191" y="108"/>
                  </a:cubicBezTo>
                  <a:cubicBezTo>
                    <a:pt x="3155" y="48"/>
                    <a:pt x="3096" y="1"/>
                    <a:pt x="3036" y="1"/>
                  </a:cubicBezTo>
                  <a:lnTo>
                    <a:pt x="1607" y="1"/>
                  </a:lnTo>
                  <a:cubicBezTo>
                    <a:pt x="1524" y="1"/>
                    <a:pt x="1441" y="72"/>
                    <a:pt x="1441" y="167"/>
                  </a:cubicBezTo>
                  <a:cubicBezTo>
                    <a:pt x="1441" y="251"/>
                    <a:pt x="1524" y="334"/>
                    <a:pt x="1607" y="334"/>
                  </a:cubicBezTo>
                  <a:lnTo>
                    <a:pt x="2631" y="334"/>
                  </a:lnTo>
                  <a:lnTo>
                    <a:pt x="1429" y="1537"/>
                  </a:lnTo>
                  <a:lnTo>
                    <a:pt x="500" y="608"/>
                  </a:lnTo>
                  <a:cubicBezTo>
                    <a:pt x="488" y="596"/>
                    <a:pt x="393" y="489"/>
                    <a:pt x="345" y="334"/>
                  </a:cubicBezTo>
                  <a:lnTo>
                    <a:pt x="965" y="334"/>
                  </a:lnTo>
                  <a:cubicBezTo>
                    <a:pt x="1060" y="334"/>
                    <a:pt x="1131" y="251"/>
                    <a:pt x="1131" y="167"/>
                  </a:cubicBezTo>
                  <a:cubicBezTo>
                    <a:pt x="1131" y="72"/>
                    <a:pt x="1060"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35" name="Google Shape;11635;p65"/>
          <p:cNvGrpSpPr/>
          <p:nvPr/>
        </p:nvGrpSpPr>
        <p:grpSpPr>
          <a:xfrm>
            <a:off x="3530425" y="1333347"/>
            <a:ext cx="368175" cy="344594"/>
            <a:chOff x="3530425" y="1508747"/>
            <a:chExt cx="368175" cy="344594"/>
          </a:xfrm>
        </p:grpSpPr>
        <p:sp>
          <p:nvSpPr>
            <p:cNvPr id="11636" name="Google Shape;11636;p65"/>
            <p:cNvSpPr/>
            <p:nvPr/>
          </p:nvSpPr>
          <p:spPr>
            <a:xfrm>
              <a:off x="3530425" y="1508747"/>
              <a:ext cx="316765" cy="344594"/>
            </a:xfrm>
            <a:custGeom>
              <a:avLst/>
              <a:gdLst/>
              <a:ahLst/>
              <a:cxnLst/>
              <a:rect l="l" t="t" r="r" b="b"/>
              <a:pathLst>
                <a:path w="7848" h="8538" extrusionOk="0">
                  <a:moveTo>
                    <a:pt x="6835" y="3406"/>
                  </a:moveTo>
                  <a:cubicBezTo>
                    <a:pt x="7252" y="3466"/>
                    <a:pt x="7561" y="3823"/>
                    <a:pt x="7561" y="4251"/>
                  </a:cubicBezTo>
                  <a:cubicBezTo>
                    <a:pt x="7573" y="4704"/>
                    <a:pt x="7264" y="5061"/>
                    <a:pt x="6835" y="5121"/>
                  </a:cubicBezTo>
                  <a:lnTo>
                    <a:pt x="6835" y="3406"/>
                  </a:lnTo>
                  <a:close/>
                  <a:moveTo>
                    <a:pt x="2144" y="3263"/>
                  </a:moveTo>
                  <a:lnTo>
                    <a:pt x="2144" y="5263"/>
                  </a:lnTo>
                  <a:lnTo>
                    <a:pt x="1263" y="5263"/>
                  </a:lnTo>
                  <a:lnTo>
                    <a:pt x="1263" y="3263"/>
                  </a:lnTo>
                  <a:close/>
                  <a:moveTo>
                    <a:pt x="1013" y="3275"/>
                  </a:moveTo>
                  <a:lnTo>
                    <a:pt x="1013" y="5287"/>
                  </a:lnTo>
                  <a:lnTo>
                    <a:pt x="715" y="5287"/>
                  </a:lnTo>
                  <a:cubicBezTo>
                    <a:pt x="477" y="5287"/>
                    <a:pt x="287" y="5085"/>
                    <a:pt x="287" y="4847"/>
                  </a:cubicBezTo>
                  <a:lnTo>
                    <a:pt x="287" y="3704"/>
                  </a:lnTo>
                  <a:cubicBezTo>
                    <a:pt x="287" y="3466"/>
                    <a:pt x="477" y="3275"/>
                    <a:pt x="715" y="3275"/>
                  </a:cubicBezTo>
                  <a:close/>
                  <a:moveTo>
                    <a:pt x="2287" y="6252"/>
                  </a:moveTo>
                  <a:lnTo>
                    <a:pt x="2287" y="6847"/>
                  </a:lnTo>
                  <a:lnTo>
                    <a:pt x="2037" y="6847"/>
                  </a:lnTo>
                  <a:lnTo>
                    <a:pt x="2204" y="6252"/>
                  </a:lnTo>
                  <a:close/>
                  <a:moveTo>
                    <a:pt x="2108" y="5549"/>
                  </a:moveTo>
                  <a:lnTo>
                    <a:pt x="1608" y="7407"/>
                  </a:lnTo>
                  <a:lnTo>
                    <a:pt x="1275" y="7407"/>
                  </a:lnTo>
                  <a:lnTo>
                    <a:pt x="1275" y="5549"/>
                  </a:lnTo>
                  <a:close/>
                  <a:moveTo>
                    <a:pt x="6561" y="263"/>
                  </a:moveTo>
                  <a:lnTo>
                    <a:pt x="6561" y="8276"/>
                  </a:lnTo>
                  <a:lnTo>
                    <a:pt x="5966" y="8276"/>
                  </a:lnTo>
                  <a:lnTo>
                    <a:pt x="5966" y="2632"/>
                  </a:lnTo>
                  <a:cubicBezTo>
                    <a:pt x="5966" y="2561"/>
                    <a:pt x="5906" y="2501"/>
                    <a:pt x="5835" y="2501"/>
                  </a:cubicBezTo>
                  <a:cubicBezTo>
                    <a:pt x="5764" y="2501"/>
                    <a:pt x="5704" y="2561"/>
                    <a:pt x="5704" y="2632"/>
                  </a:cubicBezTo>
                  <a:lnTo>
                    <a:pt x="5704" y="7395"/>
                  </a:lnTo>
                  <a:cubicBezTo>
                    <a:pt x="5537" y="7157"/>
                    <a:pt x="5264" y="6847"/>
                    <a:pt x="4942" y="6537"/>
                  </a:cubicBezTo>
                  <a:cubicBezTo>
                    <a:pt x="4573" y="6180"/>
                    <a:pt x="4180" y="5883"/>
                    <a:pt x="3775" y="5668"/>
                  </a:cubicBezTo>
                  <a:cubicBezTo>
                    <a:pt x="3323" y="5430"/>
                    <a:pt x="2858" y="5299"/>
                    <a:pt x="2394" y="5287"/>
                  </a:cubicBezTo>
                  <a:lnTo>
                    <a:pt x="2394" y="3263"/>
                  </a:lnTo>
                  <a:cubicBezTo>
                    <a:pt x="2858" y="3239"/>
                    <a:pt x="3335" y="3108"/>
                    <a:pt x="3775" y="2870"/>
                  </a:cubicBezTo>
                  <a:cubicBezTo>
                    <a:pt x="4180" y="2668"/>
                    <a:pt x="4573" y="2382"/>
                    <a:pt x="4942" y="2001"/>
                  </a:cubicBezTo>
                  <a:cubicBezTo>
                    <a:pt x="5264" y="1692"/>
                    <a:pt x="5525" y="1370"/>
                    <a:pt x="5704" y="1144"/>
                  </a:cubicBezTo>
                  <a:lnTo>
                    <a:pt x="5704" y="1989"/>
                  </a:lnTo>
                  <a:cubicBezTo>
                    <a:pt x="5704" y="2061"/>
                    <a:pt x="5764" y="2120"/>
                    <a:pt x="5835" y="2120"/>
                  </a:cubicBezTo>
                  <a:cubicBezTo>
                    <a:pt x="5906" y="2120"/>
                    <a:pt x="5966" y="2061"/>
                    <a:pt x="5966" y="1989"/>
                  </a:cubicBezTo>
                  <a:lnTo>
                    <a:pt x="5966" y="263"/>
                  </a:lnTo>
                  <a:close/>
                  <a:moveTo>
                    <a:pt x="5847" y="1"/>
                  </a:moveTo>
                  <a:cubicBezTo>
                    <a:pt x="5776" y="1"/>
                    <a:pt x="5716" y="60"/>
                    <a:pt x="5716" y="132"/>
                  </a:cubicBezTo>
                  <a:lnTo>
                    <a:pt x="5716" y="668"/>
                  </a:lnTo>
                  <a:cubicBezTo>
                    <a:pt x="5645" y="799"/>
                    <a:pt x="5299" y="1311"/>
                    <a:pt x="4763" y="1834"/>
                  </a:cubicBezTo>
                  <a:cubicBezTo>
                    <a:pt x="4216" y="2370"/>
                    <a:pt x="3335" y="3001"/>
                    <a:pt x="2275" y="3001"/>
                  </a:cubicBezTo>
                  <a:lnTo>
                    <a:pt x="703" y="3001"/>
                  </a:lnTo>
                  <a:cubicBezTo>
                    <a:pt x="311" y="3001"/>
                    <a:pt x="1" y="3323"/>
                    <a:pt x="1" y="3704"/>
                  </a:cubicBezTo>
                  <a:lnTo>
                    <a:pt x="1" y="4847"/>
                  </a:lnTo>
                  <a:cubicBezTo>
                    <a:pt x="1" y="5240"/>
                    <a:pt x="311" y="5549"/>
                    <a:pt x="703" y="5549"/>
                  </a:cubicBezTo>
                  <a:lnTo>
                    <a:pt x="1001" y="5549"/>
                  </a:lnTo>
                  <a:lnTo>
                    <a:pt x="1001" y="7561"/>
                  </a:lnTo>
                  <a:cubicBezTo>
                    <a:pt x="1001" y="7633"/>
                    <a:pt x="1061" y="7692"/>
                    <a:pt x="1132" y="7692"/>
                  </a:cubicBezTo>
                  <a:lnTo>
                    <a:pt x="1692" y="7692"/>
                  </a:lnTo>
                  <a:cubicBezTo>
                    <a:pt x="1751" y="7692"/>
                    <a:pt x="1811" y="7645"/>
                    <a:pt x="1823" y="7585"/>
                  </a:cubicBezTo>
                  <a:lnTo>
                    <a:pt x="1942" y="7109"/>
                  </a:lnTo>
                  <a:lnTo>
                    <a:pt x="2406" y="7109"/>
                  </a:lnTo>
                  <a:cubicBezTo>
                    <a:pt x="2477" y="7109"/>
                    <a:pt x="2537" y="7049"/>
                    <a:pt x="2537" y="6978"/>
                  </a:cubicBezTo>
                  <a:lnTo>
                    <a:pt x="2537" y="6121"/>
                  </a:lnTo>
                  <a:cubicBezTo>
                    <a:pt x="2537" y="6037"/>
                    <a:pt x="2477" y="5978"/>
                    <a:pt x="2406" y="5978"/>
                  </a:cubicBezTo>
                  <a:lnTo>
                    <a:pt x="2239" y="5978"/>
                  </a:lnTo>
                  <a:lnTo>
                    <a:pt x="2358" y="5537"/>
                  </a:lnTo>
                  <a:cubicBezTo>
                    <a:pt x="3370" y="5585"/>
                    <a:pt x="4228" y="6192"/>
                    <a:pt x="4740" y="6716"/>
                  </a:cubicBezTo>
                  <a:cubicBezTo>
                    <a:pt x="5264" y="7216"/>
                    <a:pt x="5609" y="7740"/>
                    <a:pt x="5692" y="7871"/>
                  </a:cubicBezTo>
                  <a:lnTo>
                    <a:pt x="5692" y="8407"/>
                  </a:lnTo>
                  <a:cubicBezTo>
                    <a:pt x="5692" y="8478"/>
                    <a:pt x="5752" y="8538"/>
                    <a:pt x="5835" y="8538"/>
                  </a:cubicBezTo>
                  <a:lnTo>
                    <a:pt x="6692" y="8538"/>
                  </a:lnTo>
                  <a:cubicBezTo>
                    <a:pt x="6764" y="8538"/>
                    <a:pt x="6823" y="8478"/>
                    <a:pt x="6823" y="8407"/>
                  </a:cubicBezTo>
                  <a:lnTo>
                    <a:pt x="6823" y="5406"/>
                  </a:lnTo>
                  <a:cubicBezTo>
                    <a:pt x="7395" y="5323"/>
                    <a:pt x="7823" y="4847"/>
                    <a:pt x="7823" y="4275"/>
                  </a:cubicBezTo>
                  <a:cubicBezTo>
                    <a:pt x="7847" y="3692"/>
                    <a:pt x="7407" y="3216"/>
                    <a:pt x="6835" y="3144"/>
                  </a:cubicBezTo>
                  <a:lnTo>
                    <a:pt x="6835" y="132"/>
                  </a:lnTo>
                  <a:cubicBezTo>
                    <a:pt x="6835" y="60"/>
                    <a:pt x="6776" y="1"/>
                    <a:pt x="6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65"/>
            <p:cNvSpPr/>
            <p:nvPr/>
          </p:nvSpPr>
          <p:spPr>
            <a:xfrm>
              <a:off x="3870185" y="1675515"/>
              <a:ext cx="28415" cy="11099"/>
            </a:xfrm>
            <a:custGeom>
              <a:avLst/>
              <a:gdLst/>
              <a:ahLst/>
              <a:cxnLst/>
              <a:rect l="l" t="t" r="r" b="b"/>
              <a:pathLst>
                <a:path w="704" h="275" extrusionOk="0">
                  <a:moveTo>
                    <a:pt x="144" y="0"/>
                  </a:moveTo>
                  <a:cubicBezTo>
                    <a:pt x="60" y="0"/>
                    <a:pt x="1" y="60"/>
                    <a:pt x="1" y="143"/>
                  </a:cubicBezTo>
                  <a:cubicBezTo>
                    <a:pt x="1" y="215"/>
                    <a:pt x="60" y="274"/>
                    <a:pt x="144" y="274"/>
                  </a:cubicBezTo>
                  <a:lnTo>
                    <a:pt x="572" y="274"/>
                  </a:lnTo>
                  <a:cubicBezTo>
                    <a:pt x="644" y="274"/>
                    <a:pt x="703" y="215"/>
                    <a:pt x="703" y="143"/>
                  </a:cubicBezTo>
                  <a:cubicBezTo>
                    <a:pt x="703" y="60"/>
                    <a:pt x="644"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65"/>
            <p:cNvSpPr/>
            <p:nvPr/>
          </p:nvSpPr>
          <p:spPr>
            <a:xfrm>
              <a:off x="3846170" y="1610293"/>
              <a:ext cx="25993" cy="22965"/>
            </a:xfrm>
            <a:custGeom>
              <a:avLst/>
              <a:gdLst/>
              <a:ahLst/>
              <a:cxnLst/>
              <a:rect l="l" t="t" r="r" b="b"/>
              <a:pathLst>
                <a:path w="644" h="569" extrusionOk="0">
                  <a:moveTo>
                    <a:pt x="489" y="0"/>
                  </a:moveTo>
                  <a:cubicBezTo>
                    <a:pt x="456" y="0"/>
                    <a:pt x="423" y="15"/>
                    <a:pt x="393" y="45"/>
                  </a:cubicBezTo>
                  <a:lnTo>
                    <a:pt x="96" y="342"/>
                  </a:lnTo>
                  <a:cubicBezTo>
                    <a:pt x="0" y="426"/>
                    <a:pt x="60" y="569"/>
                    <a:pt x="179" y="569"/>
                  </a:cubicBezTo>
                  <a:cubicBezTo>
                    <a:pt x="215" y="569"/>
                    <a:pt x="262" y="545"/>
                    <a:pt x="274" y="521"/>
                  </a:cubicBezTo>
                  <a:lnTo>
                    <a:pt x="572" y="223"/>
                  </a:lnTo>
                  <a:cubicBezTo>
                    <a:pt x="643" y="176"/>
                    <a:pt x="643" y="104"/>
                    <a:pt x="584" y="45"/>
                  </a:cubicBezTo>
                  <a:cubicBezTo>
                    <a:pt x="554" y="15"/>
                    <a:pt x="52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65"/>
            <p:cNvSpPr/>
            <p:nvPr/>
          </p:nvSpPr>
          <p:spPr>
            <a:xfrm>
              <a:off x="3847623" y="1728508"/>
              <a:ext cx="24540" cy="23086"/>
            </a:xfrm>
            <a:custGeom>
              <a:avLst/>
              <a:gdLst/>
              <a:ahLst/>
              <a:cxnLst/>
              <a:rect l="l" t="t" r="r" b="b"/>
              <a:pathLst>
                <a:path w="608" h="572" extrusionOk="0">
                  <a:moveTo>
                    <a:pt x="155" y="0"/>
                  </a:moveTo>
                  <a:cubicBezTo>
                    <a:pt x="122" y="0"/>
                    <a:pt x="89" y="15"/>
                    <a:pt x="60" y="45"/>
                  </a:cubicBezTo>
                  <a:cubicBezTo>
                    <a:pt x="0" y="104"/>
                    <a:pt x="0" y="176"/>
                    <a:pt x="60" y="235"/>
                  </a:cubicBezTo>
                  <a:lnTo>
                    <a:pt x="357" y="533"/>
                  </a:lnTo>
                  <a:cubicBezTo>
                    <a:pt x="384" y="560"/>
                    <a:pt x="416" y="572"/>
                    <a:pt x="447" y="572"/>
                  </a:cubicBezTo>
                  <a:cubicBezTo>
                    <a:pt x="485" y="572"/>
                    <a:pt x="522" y="554"/>
                    <a:pt x="548" y="521"/>
                  </a:cubicBezTo>
                  <a:cubicBezTo>
                    <a:pt x="607" y="473"/>
                    <a:pt x="607" y="390"/>
                    <a:pt x="548" y="342"/>
                  </a:cubicBezTo>
                  <a:lnTo>
                    <a:pt x="250" y="45"/>
                  </a:lnTo>
                  <a:cubicBezTo>
                    <a:pt x="220" y="15"/>
                    <a:pt x="18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0" name="Google Shape;11640;p65"/>
          <p:cNvGrpSpPr/>
          <p:nvPr/>
        </p:nvGrpSpPr>
        <p:grpSpPr>
          <a:xfrm>
            <a:off x="3127598" y="1337834"/>
            <a:ext cx="289714" cy="347593"/>
            <a:chOff x="3127598" y="1513234"/>
            <a:chExt cx="289714" cy="347593"/>
          </a:xfrm>
        </p:grpSpPr>
        <p:sp>
          <p:nvSpPr>
            <p:cNvPr id="11641" name="Google Shape;11641;p65"/>
            <p:cNvSpPr/>
            <p:nvPr/>
          </p:nvSpPr>
          <p:spPr>
            <a:xfrm>
              <a:off x="3127598" y="1513234"/>
              <a:ext cx="289714" cy="347593"/>
            </a:xfrm>
            <a:custGeom>
              <a:avLst/>
              <a:gdLst/>
              <a:ahLst/>
              <a:cxnLst/>
              <a:rect l="l" t="t" r="r" b="b"/>
              <a:pathLst>
                <a:path w="9145" h="10972" extrusionOk="0">
                  <a:moveTo>
                    <a:pt x="1917" y="8995"/>
                  </a:moveTo>
                  <a:lnTo>
                    <a:pt x="1917" y="10412"/>
                  </a:lnTo>
                  <a:lnTo>
                    <a:pt x="1358" y="9841"/>
                  </a:lnTo>
                  <a:lnTo>
                    <a:pt x="548" y="8995"/>
                  </a:lnTo>
                  <a:close/>
                  <a:moveTo>
                    <a:pt x="6192" y="0"/>
                  </a:moveTo>
                  <a:cubicBezTo>
                    <a:pt x="5828" y="0"/>
                    <a:pt x="5465" y="137"/>
                    <a:pt x="5191" y="411"/>
                  </a:cubicBezTo>
                  <a:lnTo>
                    <a:pt x="5156" y="435"/>
                  </a:lnTo>
                  <a:cubicBezTo>
                    <a:pt x="5096" y="494"/>
                    <a:pt x="5096" y="602"/>
                    <a:pt x="5168" y="661"/>
                  </a:cubicBezTo>
                  <a:cubicBezTo>
                    <a:pt x="5196" y="689"/>
                    <a:pt x="5235" y="704"/>
                    <a:pt x="5275" y="704"/>
                  </a:cubicBezTo>
                  <a:cubicBezTo>
                    <a:pt x="5319" y="704"/>
                    <a:pt x="5363" y="686"/>
                    <a:pt x="5394" y="649"/>
                  </a:cubicBezTo>
                  <a:lnTo>
                    <a:pt x="5430" y="613"/>
                  </a:lnTo>
                  <a:cubicBezTo>
                    <a:pt x="5644" y="399"/>
                    <a:pt x="5927" y="292"/>
                    <a:pt x="6209" y="292"/>
                  </a:cubicBezTo>
                  <a:cubicBezTo>
                    <a:pt x="6492" y="292"/>
                    <a:pt x="6775" y="399"/>
                    <a:pt x="6989" y="613"/>
                  </a:cubicBezTo>
                  <a:cubicBezTo>
                    <a:pt x="7418" y="1042"/>
                    <a:pt x="7418" y="1745"/>
                    <a:pt x="6989" y="2185"/>
                  </a:cubicBezTo>
                  <a:cubicBezTo>
                    <a:pt x="6775" y="2399"/>
                    <a:pt x="6492" y="2507"/>
                    <a:pt x="6209" y="2507"/>
                  </a:cubicBezTo>
                  <a:cubicBezTo>
                    <a:pt x="5927" y="2507"/>
                    <a:pt x="5644" y="2399"/>
                    <a:pt x="5430" y="2185"/>
                  </a:cubicBezTo>
                  <a:cubicBezTo>
                    <a:pt x="5168" y="1923"/>
                    <a:pt x="5049" y="1554"/>
                    <a:pt x="5132" y="1209"/>
                  </a:cubicBezTo>
                  <a:cubicBezTo>
                    <a:pt x="5144" y="1125"/>
                    <a:pt x="5084" y="1030"/>
                    <a:pt x="4989" y="1018"/>
                  </a:cubicBezTo>
                  <a:cubicBezTo>
                    <a:pt x="4982" y="1017"/>
                    <a:pt x="4975" y="1017"/>
                    <a:pt x="4967" y="1017"/>
                  </a:cubicBezTo>
                  <a:cubicBezTo>
                    <a:pt x="4890" y="1017"/>
                    <a:pt x="4809" y="1073"/>
                    <a:pt x="4798" y="1149"/>
                  </a:cubicBezTo>
                  <a:cubicBezTo>
                    <a:pt x="4751" y="1387"/>
                    <a:pt x="4775" y="1614"/>
                    <a:pt x="4846" y="1840"/>
                  </a:cubicBezTo>
                  <a:lnTo>
                    <a:pt x="3132" y="1840"/>
                  </a:lnTo>
                  <a:cubicBezTo>
                    <a:pt x="3048" y="1840"/>
                    <a:pt x="2965" y="1911"/>
                    <a:pt x="2965" y="2006"/>
                  </a:cubicBezTo>
                  <a:cubicBezTo>
                    <a:pt x="2965" y="2090"/>
                    <a:pt x="3048" y="2161"/>
                    <a:pt x="3132" y="2161"/>
                  </a:cubicBezTo>
                  <a:lnTo>
                    <a:pt x="4989" y="2161"/>
                  </a:lnTo>
                  <a:lnTo>
                    <a:pt x="5084" y="2304"/>
                  </a:lnTo>
                  <a:lnTo>
                    <a:pt x="4310" y="3078"/>
                  </a:lnTo>
                  <a:cubicBezTo>
                    <a:pt x="4251" y="3126"/>
                    <a:pt x="4251" y="3233"/>
                    <a:pt x="4310" y="3292"/>
                  </a:cubicBezTo>
                  <a:cubicBezTo>
                    <a:pt x="4334" y="3328"/>
                    <a:pt x="4382" y="3340"/>
                    <a:pt x="4429" y="3340"/>
                  </a:cubicBezTo>
                  <a:cubicBezTo>
                    <a:pt x="4477" y="3340"/>
                    <a:pt x="4513" y="3328"/>
                    <a:pt x="4548" y="3292"/>
                  </a:cubicBezTo>
                  <a:lnTo>
                    <a:pt x="5322" y="2518"/>
                  </a:lnTo>
                  <a:cubicBezTo>
                    <a:pt x="5572" y="2733"/>
                    <a:pt x="5882" y="2840"/>
                    <a:pt x="6203" y="2840"/>
                  </a:cubicBezTo>
                  <a:cubicBezTo>
                    <a:pt x="6561" y="2840"/>
                    <a:pt x="6930" y="2697"/>
                    <a:pt x="7215" y="2423"/>
                  </a:cubicBezTo>
                  <a:cubicBezTo>
                    <a:pt x="7287" y="2340"/>
                    <a:pt x="7358" y="2256"/>
                    <a:pt x="7418" y="2161"/>
                  </a:cubicBezTo>
                  <a:lnTo>
                    <a:pt x="8835" y="2161"/>
                  </a:lnTo>
                  <a:lnTo>
                    <a:pt x="8835" y="10662"/>
                  </a:lnTo>
                  <a:lnTo>
                    <a:pt x="2239" y="10662"/>
                  </a:lnTo>
                  <a:lnTo>
                    <a:pt x="2239" y="8864"/>
                  </a:lnTo>
                  <a:cubicBezTo>
                    <a:pt x="2239" y="8769"/>
                    <a:pt x="2167" y="8698"/>
                    <a:pt x="2072" y="8698"/>
                  </a:cubicBezTo>
                  <a:lnTo>
                    <a:pt x="334" y="8698"/>
                  </a:lnTo>
                  <a:lnTo>
                    <a:pt x="334" y="2161"/>
                  </a:lnTo>
                  <a:lnTo>
                    <a:pt x="2489" y="2161"/>
                  </a:lnTo>
                  <a:cubicBezTo>
                    <a:pt x="2584" y="2161"/>
                    <a:pt x="2655" y="2090"/>
                    <a:pt x="2655" y="2006"/>
                  </a:cubicBezTo>
                  <a:cubicBezTo>
                    <a:pt x="2655" y="1911"/>
                    <a:pt x="2584" y="1840"/>
                    <a:pt x="2489" y="1840"/>
                  </a:cubicBezTo>
                  <a:lnTo>
                    <a:pt x="167" y="1840"/>
                  </a:lnTo>
                  <a:cubicBezTo>
                    <a:pt x="84" y="1840"/>
                    <a:pt x="0" y="1911"/>
                    <a:pt x="0" y="2006"/>
                  </a:cubicBezTo>
                  <a:lnTo>
                    <a:pt x="0" y="8853"/>
                  </a:lnTo>
                  <a:cubicBezTo>
                    <a:pt x="0" y="8888"/>
                    <a:pt x="24" y="8936"/>
                    <a:pt x="48" y="8972"/>
                  </a:cubicBezTo>
                  <a:lnTo>
                    <a:pt x="1060" y="10007"/>
                  </a:lnTo>
                  <a:lnTo>
                    <a:pt x="1953" y="10936"/>
                  </a:lnTo>
                  <a:cubicBezTo>
                    <a:pt x="1989" y="10960"/>
                    <a:pt x="2024" y="10972"/>
                    <a:pt x="2072" y="10972"/>
                  </a:cubicBezTo>
                  <a:lnTo>
                    <a:pt x="8978" y="10972"/>
                  </a:lnTo>
                  <a:cubicBezTo>
                    <a:pt x="9073" y="10972"/>
                    <a:pt x="9144" y="10900"/>
                    <a:pt x="9144" y="10817"/>
                  </a:cubicBezTo>
                  <a:lnTo>
                    <a:pt x="9144" y="2006"/>
                  </a:lnTo>
                  <a:cubicBezTo>
                    <a:pt x="9132" y="1911"/>
                    <a:pt x="9073" y="1840"/>
                    <a:pt x="8978" y="1840"/>
                  </a:cubicBezTo>
                  <a:lnTo>
                    <a:pt x="7549" y="1840"/>
                  </a:lnTo>
                  <a:cubicBezTo>
                    <a:pt x="7704" y="1352"/>
                    <a:pt x="7585" y="792"/>
                    <a:pt x="7192" y="411"/>
                  </a:cubicBezTo>
                  <a:cubicBezTo>
                    <a:pt x="6918" y="137"/>
                    <a:pt x="6555" y="0"/>
                    <a:pt x="6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65"/>
            <p:cNvSpPr/>
            <p:nvPr/>
          </p:nvSpPr>
          <p:spPr>
            <a:xfrm>
              <a:off x="3254698" y="1788375"/>
              <a:ext cx="121493" cy="10233"/>
            </a:xfrm>
            <a:custGeom>
              <a:avLst/>
              <a:gdLst/>
              <a:ahLst/>
              <a:cxnLst/>
              <a:rect l="l" t="t" r="r" b="b"/>
              <a:pathLst>
                <a:path w="3835" h="323" extrusionOk="0">
                  <a:moveTo>
                    <a:pt x="167" y="1"/>
                  </a:moveTo>
                  <a:cubicBezTo>
                    <a:pt x="72" y="1"/>
                    <a:pt x="1" y="72"/>
                    <a:pt x="1" y="168"/>
                  </a:cubicBezTo>
                  <a:cubicBezTo>
                    <a:pt x="1" y="251"/>
                    <a:pt x="72" y="322"/>
                    <a:pt x="167" y="322"/>
                  </a:cubicBezTo>
                  <a:lnTo>
                    <a:pt x="3680" y="322"/>
                  </a:lnTo>
                  <a:cubicBezTo>
                    <a:pt x="3763" y="322"/>
                    <a:pt x="3834" y="251"/>
                    <a:pt x="3834" y="168"/>
                  </a:cubicBezTo>
                  <a:cubicBezTo>
                    <a:pt x="3834" y="72"/>
                    <a:pt x="3763"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65"/>
            <p:cNvSpPr/>
            <p:nvPr/>
          </p:nvSpPr>
          <p:spPr>
            <a:xfrm>
              <a:off x="3185668" y="1638275"/>
              <a:ext cx="172783" cy="29051"/>
            </a:xfrm>
            <a:custGeom>
              <a:avLst/>
              <a:gdLst/>
              <a:ahLst/>
              <a:cxnLst/>
              <a:rect l="l" t="t" r="r" b="b"/>
              <a:pathLst>
                <a:path w="5454" h="917" extrusionOk="0">
                  <a:moveTo>
                    <a:pt x="168" y="0"/>
                  </a:moveTo>
                  <a:cubicBezTo>
                    <a:pt x="72" y="0"/>
                    <a:pt x="1" y="84"/>
                    <a:pt x="1" y="167"/>
                  </a:cubicBezTo>
                  <a:lnTo>
                    <a:pt x="1" y="750"/>
                  </a:lnTo>
                  <a:cubicBezTo>
                    <a:pt x="1" y="834"/>
                    <a:pt x="72" y="917"/>
                    <a:pt x="168" y="917"/>
                  </a:cubicBezTo>
                  <a:lnTo>
                    <a:pt x="5275" y="917"/>
                  </a:lnTo>
                  <a:cubicBezTo>
                    <a:pt x="5359" y="917"/>
                    <a:pt x="5430" y="834"/>
                    <a:pt x="5430" y="750"/>
                  </a:cubicBezTo>
                  <a:lnTo>
                    <a:pt x="5430" y="167"/>
                  </a:lnTo>
                  <a:cubicBezTo>
                    <a:pt x="5454" y="84"/>
                    <a:pt x="5382" y="0"/>
                    <a:pt x="5287" y="0"/>
                  </a:cubicBezTo>
                  <a:lnTo>
                    <a:pt x="4228" y="0"/>
                  </a:lnTo>
                  <a:cubicBezTo>
                    <a:pt x="4144" y="0"/>
                    <a:pt x="4073" y="84"/>
                    <a:pt x="4073" y="167"/>
                  </a:cubicBezTo>
                  <a:cubicBezTo>
                    <a:pt x="4073" y="262"/>
                    <a:pt x="4144" y="334"/>
                    <a:pt x="4228" y="334"/>
                  </a:cubicBezTo>
                  <a:lnTo>
                    <a:pt x="5121" y="334"/>
                  </a:lnTo>
                  <a:lnTo>
                    <a:pt x="5121" y="584"/>
                  </a:lnTo>
                  <a:lnTo>
                    <a:pt x="334" y="584"/>
                  </a:lnTo>
                  <a:lnTo>
                    <a:pt x="334" y="334"/>
                  </a:lnTo>
                  <a:lnTo>
                    <a:pt x="3597" y="334"/>
                  </a:lnTo>
                  <a:cubicBezTo>
                    <a:pt x="3680" y="334"/>
                    <a:pt x="3751" y="262"/>
                    <a:pt x="3751" y="167"/>
                  </a:cubicBezTo>
                  <a:cubicBezTo>
                    <a:pt x="3751" y="84"/>
                    <a:pt x="3680" y="0"/>
                    <a:pt x="3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65"/>
            <p:cNvSpPr/>
            <p:nvPr/>
          </p:nvSpPr>
          <p:spPr>
            <a:xfrm>
              <a:off x="3186428" y="1681645"/>
              <a:ext cx="172022" cy="10581"/>
            </a:xfrm>
            <a:custGeom>
              <a:avLst/>
              <a:gdLst/>
              <a:ahLst/>
              <a:cxnLst/>
              <a:rect l="l" t="t" r="r" b="b"/>
              <a:pathLst>
                <a:path w="5430" h="334" extrusionOk="0">
                  <a:moveTo>
                    <a:pt x="155" y="0"/>
                  </a:moveTo>
                  <a:cubicBezTo>
                    <a:pt x="72" y="0"/>
                    <a:pt x="1" y="84"/>
                    <a:pt x="1" y="167"/>
                  </a:cubicBezTo>
                  <a:cubicBezTo>
                    <a:pt x="1" y="262"/>
                    <a:pt x="72" y="334"/>
                    <a:pt x="155" y="334"/>
                  </a:cubicBezTo>
                  <a:lnTo>
                    <a:pt x="5263" y="334"/>
                  </a:lnTo>
                  <a:cubicBezTo>
                    <a:pt x="5358" y="334"/>
                    <a:pt x="5430" y="262"/>
                    <a:pt x="5430" y="167"/>
                  </a:cubicBezTo>
                  <a:cubicBezTo>
                    <a:pt x="5430" y="84"/>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65"/>
            <p:cNvSpPr/>
            <p:nvPr/>
          </p:nvSpPr>
          <p:spPr>
            <a:xfrm>
              <a:off x="3186428" y="1707306"/>
              <a:ext cx="172022" cy="10201"/>
            </a:xfrm>
            <a:custGeom>
              <a:avLst/>
              <a:gdLst/>
              <a:ahLst/>
              <a:cxnLst/>
              <a:rect l="l" t="t" r="r" b="b"/>
              <a:pathLst>
                <a:path w="5430" h="322" extrusionOk="0">
                  <a:moveTo>
                    <a:pt x="155" y="0"/>
                  </a:moveTo>
                  <a:cubicBezTo>
                    <a:pt x="72" y="0"/>
                    <a:pt x="1" y="71"/>
                    <a:pt x="1" y="167"/>
                  </a:cubicBezTo>
                  <a:cubicBezTo>
                    <a:pt x="1" y="250"/>
                    <a:pt x="72" y="321"/>
                    <a:pt x="155" y="321"/>
                  </a:cubicBezTo>
                  <a:lnTo>
                    <a:pt x="5263" y="321"/>
                  </a:lnTo>
                  <a:cubicBezTo>
                    <a:pt x="5358" y="321"/>
                    <a:pt x="5430" y="250"/>
                    <a:pt x="5430" y="167"/>
                  </a:cubicBezTo>
                  <a:cubicBezTo>
                    <a:pt x="5430" y="71"/>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6" name="Google Shape;11646;p65"/>
          <p:cNvGrpSpPr/>
          <p:nvPr/>
        </p:nvGrpSpPr>
        <p:grpSpPr>
          <a:xfrm>
            <a:off x="2662884" y="1337644"/>
            <a:ext cx="322914" cy="348543"/>
            <a:chOff x="2662884" y="1513044"/>
            <a:chExt cx="322914" cy="348543"/>
          </a:xfrm>
        </p:grpSpPr>
        <p:sp>
          <p:nvSpPr>
            <p:cNvPr id="11647" name="Google Shape;11647;p65"/>
            <p:cNvSpPr/>
            <p:nvPr/>
          </p:nvSpPr>
          <p:spPr>
            <a:xfrm>
              <a:off x="2662884" y="1513044"/>
              <a:ext cx="260663" cy="348543"/>
            </a:xfrm>
            <a:custGeom>
              <a:avLst/>
              <a:gdLst/>
              <a:ahLst/>
              <a:cxnLst/>
              <a:rect l="l" t="t" r="r" b="b"/>
              <a:pathLst>
                <a:path w="8228" h="11002" extrusionOk="0">
                  <a:moveTo>
                    <a:pt x="5692" y="0"/>
                  </a:moveTo>
                  <a:cubicBezTo>
                    <a:pt x="5597" y="0"/>
                    <a:pt x="5525" y="72"/>
                    <a:pt x="5525" y="167"/>
                  </a:cubicBezTo>
                  <a:cubicBezTo>
                    <a:pt x="5525" y="250"/>
                    <a:pt x="5597" y="322"/>
                    <a:pt x="5692" y="322"/>
                  </a:cubicBezTo>
                  <a:lnTo>
                    <a:pt x="7907" y="322"/>
                  </a:lnTo>
                  <a:lnTo>
                    <a:pt x="7907" y="10668"/>
                  </a:lnTo>
                  <a:lnTo>
                    <a:pt x="334" y="10668"/>
                  </a:lnTo>
                  <a:lnTo>
                    <a:pt x="334" y="9406"/>
                  </a:lnTo>
                  <a:cubicBezTo>
                    <a:pt x="334" y="9311"/>
                    <a:pt x="251" y="9240"/>
                    <a:pt x="167" y="9240"/>
                  </a:cubicBezTo>
                  <a:cubicBezTo>
                    <a:pt x="72" y="9240"/>
                    <a:pt x="1" y="9311"/>
                    <a:pt x="1" y="9406"/>
                  </a:cubicBezTo>
                  <a:lnTo>
                    <a:pt x="1" y="10835"/>
                  </a:lnTo>
                  <a:cubicBezTo>
                    <a:pt x="1" y="10918"/>
                    <a:pt x="72" y="11002"/>
                    <a:pt x="167" y="11002"/>
                  </a:cubicBezTo>
                  <a:lnTo>
                    <a:pt x="8049" y="11002"/>
                  </a:lnTo>
                  <a:cubicBezTo>
                    <a:pt x="8145" y="11002"/>
                    <a:pt x="8216" y="10918"/>
                    <a:pt x="8216" y="10835"/>
                  </a:cubicBezTo>
                  <a:lnTo>
                    <a:pt x="8216" y="179"/>
                  </a:lnTo>
                  <a:cubicBezTo>
                    <a:pt x="8228" y="60"/>
                    <a:pt x="8157" y="0"/>
                    <a:pt x="8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65"/>
            <p:cNvSpPr/>
            <p:nvPr/>
          </p:nvSpPr>
          <p:spPr>
            <a:xfrm>
              <a:off x="2663264" y="1513044"/>
              <a:ext cx="165243" cy="282554"/>
            </a:xfrm>
            <a:custGeom>
              <a:avLst/>
              <a:gdLst/>
              <a:ahLst/>
              <a:cxnLst/>
              <a:rect l="l" t="t" r="r" b="b"/>
              <a:pathLst>
                <a:path w="5216" h="8919" extrusionOk="0">
                  <a:moveTo>
                    <a:pt x="2358" y="548"/>
                  </a:moveTo>
                  <a:lnTo>
                    <a:pt x="2358" y="2346"/>
                  </a:lnTo>
                  <a:lnTo>
                    <a:pt x="560" y="2346"/>
                  </a:lnTo>
                  <a:lnTo>
                    <a:pt x="2358" y="548"/>
                  </a:lnTo>
                  <a:close/>
                  <a:moveTo>
                    <a:pt x="2537" y="0"/>
                  </a:moveTo>
                  <a:cubicBezTo>
                    <a:pt x="2418" y="0"/>
                    <a:pt x="2299" y="167"/>
                    <a:pt x="2227" y="238"/>
                  </a:cubicBezTo>
                  <a:lnTo>
                    <a:pt x="108" y="2346"/>
                  </a:lnTo>
                  <a:cubicBezTo>
                    <a:pt x="60" y="2393"/>
                    <a:pt x="1" y="2441"/>
                    <a:pt x="1" y="2513"/>
                  </a:cubicBezTo>
                  <a:lnTo>
                    <a:pt x="1" y="8751"/>
                  </a:lnTo>
                  <a:cubicBezTo>
                    <a:pt x="1" y="8835"/>
                    <a:pt x="72" y="8918"/>
                    <a:pt x="167" y="8918"/>
                  </a:cubicBezTo>
                  <a:cubicBezTo>
                    <a:pt x="263" y="8918"/>
                    <a:pt x="334" y="8835"/>
                    <a:pt x="334" y="8751"/>
                  </a:cubicBezTo>
                  <a:lnTo>
                    <a:pt x="334" y="2667"/>
                  </a:lnTo>
                  <a:lnTo>
                    <a:pt x="2525" y="2667"/>
                  </a:lnTo>
                  <a:cubicBezTo>
                    <a:pt x="2608" y="2667"/>
                    <a:pt x="2680" y="2584"/>
                    <a:pt x="2680" y="2501"/>
                  </a:cubicBezTo>
                  <a:lnTo>
                    <a:pt x="2680" y="310"/>
                  </a:lnTo>
                  <a:lnTo>
                    <a:pt x="5049" y="310"/>
                  </a:lnTo>
                  <a:cubicBezTo>
                    <a:pt x="5144" y="310"/>
                    <a:pt x="5216" y="238"/>
                    <a:pt x="5216" y="143"/>
                  </a:cubicBezTo>
                  <a:cubicBezTo>
                    <a:pt x="5216" y="60"/>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9" name="Google Shape;11649;p65"/>
            <p:cNvSpPr/>
            <p:nvPr/>
          </p:nvSpPr>
          <p:spPr>
            <a:xfrm>
              <a:off x="2717596" y="1747634"/>
              <a:ext cx="152412" cy="10613"/>
            </a:xfrm>
            <a:custGeom>
              <a:avLst/>
              <a:gdLst/>
              <a:ahLst/>
              <a:cxnLst/>
              <a:rect l="l" t="t" r="r" b="b"/>
              <a:pathLst>
                <a:path w="4811" h="335" extrusionOk="0">
                  <a:moveTo>
                    <a:pt x="167" y="1"/>
                  </a:moveTo>
                  <a:cubicBezTo>
                    <a:pt x="72" y="1"/>
                    <a:pt x="0" y="84"/>
                    <a:pt x="0" y="168"/>
                  </a:cubicBezTo>
                  <a:cubicBezTo>
                    <a:pt x="0" y="263"/>
                    <a:pt x="72" y="334"/>
                    <a:pt x="167" y="334"/>
                  </a:cubicBezTo>
                  <a:lnTo>
                    <a:pt x="4644" y="334"/>
                  </a:lnTo>
                  <a:cubicBezTo>
                    <a:pt x="4739" y="334"/>
                    <a:pt x="4810" y="263"/>
                    <a:pt x="4810" y="168"/>
                  </a:cubicBezTo>
                  <a:cubicBezTo>
                    <a:pt x="4798" y="84"/>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0" name="Google Shape;11650;p65"/>
            <p:cNvSpPr/>
            <p:nvPr/>
          </p:nvSpPr>
          <p:spPr>
            <a:xfrm>
              <a:off x="2788876" y="1809886"/>
              <a:ext cx="81132" cy="10581"/>
            </a:xfrm>
            <a:custGeom>
              <a:avLst/>
              <a:gdLst/>
              <a:ahLst/>
              <a:cxnLst/>
              <a:rect l="l" t="t" r="r" b="b"/>
              <a:pathLst>
                <a:path w="2561" h="334" extrusionOk="0">
                  <a:moveTo>
                    <a:pt x="167" y="1"/>
                  </a:moveTo>
                  <a:cubicBezTo>
                    <a:pt x="72" y="1"/>
                    <a:pt x="0" y="84"/>
                    <a:pt x="0" y="167"/>
                  </a:cubicBezTo>
                  <a:cubicBezTo>
                    <a:pt x="0" y="262"/>
                    <a:pt x="72" y="334"/>
                    <a:pt x="167" y="334"/>
                  </a:cubicBezTo>
                  <a:lnTo>
                    <a:pt x="2394" y="334"/>
                  </a:lnTo>
                  <a:cubicBezTo>
                    <a:pt x="2489" y="334"/>
                    <a:pt x="2560" y="262"/>
                    <a:pt x="2560" y="167"/>
                  </a:cubicBezTo>
                  <a:cubicBezTo>
                    <a:pt x="2560" y="84"/>
                    <a:pt x="2489" y="1"/>
                    <a:pt x="2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65"/>
            <p:cNvSpPr/>
            <p:nvPr/>
          </p:nvSpPr>
          <p:spPr>
            <a:xfrm>
              <a:off x="2717596" y="1722385"/>
              <a:ext cx="152412" cy="10201"/>
            </a:xfrm>
            <a:custGeom>
              <a:avLst/>
              <a:gdLst/>
              <a:ahLst/>
              <a:cxnLst/>
              <a:rect l="l" t="t" r="r" b="b"/>
              <a:pathLst>
                <a:path w="4811" h="322" extrusionOk="0">
                  <a:moveTo>
                    <a:pt x="167" y="0"/>
                  </a:moveTo>
                  <a:cubicBezTo>
                    <a:pt x="72" y="0"/>
                    <a:pt x="0" y="72"/>
                    <a:pt x="0" y="167"/>
                  </a:cubicBezTo>
                  <a:cubicBezTo>
                    <a:pt x="0" y="250"/>
                    <a:pt x="72" y="322"/>
                    <a:pt x="167" y="322"/>
                  </a:cubicBezTo>
                  <a:lnTo>
                    <a:pt x="4644" y="322"/>
                  </a:lnTo>
                  <a:cubicBezTo>
                    <a:pt x="4739" y="322"/>
                    <a:pt x="4810" y="250"/>
                    <a:pt x="4810" y="167"/>
                  </a:cubicBezTo>
                  <a:cubicBezTo>
                    <a:pt x="4798" y="60"/>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65"/>
            <p:cNvSpPr/>
            <p:nvPr/>
          </p:nvSpPr>
          <p:spPr>
            <a:xfrm>
              <a:off x="2717596" y="1696344"/>
              <a:ext cx="152412" cy="10613"/>
            </a:xfrm>
            <a:custGeom>
              <a:avLst/>
              <a:gdLst/>
              <a:ahLst/>
              <a:cxnLst/>
              <a:rect l="l" t="t" r="r" b="b"/>
              <a:pathLst>
                <a:path w="4811" h="335" extrusionOk="0">
                  <a:moveTo>
                    <a:pt x="167" y="1"/>
                  </a:moveTo>
                  <a:cubicBezTo>
                    <a:pt x="72" y="1"/>
                    <a:pt x="0" y="72"/>
                    <a:pt x="0" y="167"/>
                  </a:cubicBezTo>
                  <a:cubicBezTo>
                    <a:pt x="0" y="251"/>
                    <a:pt x="72" y="334"/>
                    <a:pt x="167" y="334"/>
                  </a:cubicBezTo>
                  <a:lnTo>
                    <a:pt x="4644" y="334"/>
                  </a:lnTo>
                  <a:cubicBezTo>
                    <a:pt x="4739" y="334"/>
                    <a:pt x="4810" y="251"/>
                    <a:pt x="4810" y="167"/>
                  </a:cubicBezTo>
                  <a:cubicBezTo>
                    <a:pt x="4798" y="72"/>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65"/>
            <p:cNvSpPr/>
            <p:nvPr/>
          </p:nvSpPr>
          <p:spPr>
            <a:xfrm>
              <a:off x="2717596" y="1670335"/>
              <a:ext cx="152412" cy="10581"/>
            </a:xfrm>
            <a:custGeom>
              <a:avLst/>
              <a:gdLst/>
              <a:ahLst/>
              <a:cxnLst/>
              <a:rect l="l" t="t" r="r" b="b"/>
              <a:pathLst>
                <a:path w="4811" h="334" extrusionOk="0">
                  <a:moveTo>
                    <a:pt x="167" y="0"/>
                  </a:moveTo>
                  <a:cubicBezTo>
                    <a:pt x="72" y="0"/>
                    <a:pt x="0" y="84"/>
                    <a:pt x="0" y="167"/>
                  </a:cubicBezTo>
                  <a:cubicBezTo>
                    <a:pt x="0" y="262"/>
                    <a:pt x="72" y="334"/>
                    <a:pt x="167" y="334"/>
                  </a:cubicBezTo>
                  <a:lnTo>
                    <a:pt x="4644" y="334"/>
                  </a:lnTo>
                  <a:cubicBezTo>
                    <a:pt x="4739" y="334"/>
                    <a:pt x="4810" y="262"/>
                    <a:pt x="4810" y="167"/>
                  </a:cubicBezTo>
                  <a:cubicBezTo>
                    <a:pt x="4810" y="84"/>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65"/>
            <p:cNvSpPr/>
            <p:nvPr/>
          </p:nvSpPr>
          <p:spPr>
            <a:xfrm>
              <a:off x="2778326" y="1594145"/>
              <a:ext cx="31332" cy="61111"/>
            </a:xfrm>
            <a:custGeom>
              <a:avLst/>
              <a:gdLst/>
              <a:ahLst/>
              <a:cxnLst/>
              <a:rect l="l" t="t" r="r" b="b"/>
              <a:pathLst>
                <a:path w="989" h="1929" extrusionOk="0">
                  <a:moveTo>
                    <a:pt x="179" y="0"/>
                  </a:moveTo>
                  <a:cubicBezTo>
                    <a:pt x="95" y="0"/>
                    <a:pt x="12" y="72"/>
                    <a:pt x="12" y="167"/>
                  </a:cubicBezTo>
                  <a:cubicBezTo>
                    <a:pt x="12" y="250"/>
                    <a:pt x="95" y="322"/>
                    <a:pt x="179" y="322"/>
                  </a:cubicBezTo>
                  <a:lnTo>
                    <a:pt x="333" y="322"/>
                  </a:lnTo>
                  <a:lnTo>
                    <a:pt x="333" y="1607"/>
                  </a:lnTo>
                  <a:lnTo>
                    <a:pt x="167" y="1607"/>
                  </a:lnTo>
                  <a:cubicBezTo>
                    <a:pt x="72" y="1607"/>
                    <a:pt x="0" y="1679"/>
                    <a:pt x="0" y="1774"/>
                  </a:cubicBezTo>
                  <a:cubicBezTo>
                    <a:pt x="0" y="1858"/>
                    <a:pt x="72" y="1929"/>
                    <a:pt x="167" y="1929"/>
                  </a:cubicBezTo>
                  <a:lnTo>
                    <a:pt x="822" y="1929"/>
                  </a:lnTo>
                  <a:cubicBezTo>
                    <a:pt x="905" y="1929"/>
                    <a:pt x="988" y="1858"/>
                    <a:pt x="988" y="1774"/>
                  </a:cubicBezTo>
                  <a:cubicBezTo>
                    <a:pt x="976" y="1679"/>
                    <a:pt x="893" y="1607"/>
                    <a:pt x="810" y="1607"/>
                  </a:cubicBezTo>
                  <a:lnTo>
                    <a:pt x="643" y="1607"/>
                  </a:lnTo>
                  <a:lnTo>
                    <a:pt x="643" y="167"/>
                  </a:lnTo>
                  <a:cubicBezTo>
                    <a:pt x="643" y="72"/>
                    <a:pt x="572"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65"/>
            <p:cNvSpPr/>
            <p:nvPr/>
          </p:nvSpPr>
          <p:spPr>
            <a:xfrm>
              <a:off x="2782476" y="1575263"/>
              <a:ext cx="16220" cy="15872"/>
            </a:xfrm>
            <a:custGeom>
              <a:avLst/>
              <a:gdLst/>
              <a:ahLst/>
              <a:cxnLst/>
              <a:rect l="l" t="t" r="r" b="b"/>
              <a:pathLst>
                <a:path w="512" h="501" extrusionOk="0">
                  <a:moveTo>
                    <a:pt x="262" y="1"/>
                  </a:moveTo>
                  <a:cubicBezTo>
                    <a:pt x="131" y="1"/>
                    <a:pt x="0" y="120"/>
                    <a:pt x="0" y="251"/>
                  </a:cubicBezTo>
                  <a:cubicBezTo>
                    <a:pt x="0" y="382"/>
                    <a:pt x="119" y="501"/>
                    <a:pt x="262" y="501"/>
                  </a:cubicBezTo>
                  <a:cubicBezTo>
                    <a:pt x="393" y="501"/>
                    <a:pt x="512" y="382"/>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65"/>
            <p:cNvSpPr/>
            <p:nvPr/>
          </p:nvSpPr>
          <p:spPr>
            <a:xfrm>
              <a:off x="2943537" y="1513044"/>
              <a:ext cx="42261" cy="347783"/>
            </a:xfrm>
            <a:custGeom>
              <a:avLst/>
              <a:gdLst/>
              <a:ahLst/>
              <a:cxnLst/>
              <a:rect l="l" t="t" r="r" b="b"/>
              <a:pathLst>
                <a:path w="1334" h="10978" extrusionOk="0">
                  <a:moveTo>
                    <a:pt x="667" y="310"/>
                  </a:moveTo>
                  <a:cubicBezTo>
                    <a:pt x="857" y="310"/>
                    <a:pt x="1012" y="477"/>
                    <a:pt x="1012" y="655"/>
                  </a:cubicBezTo>
                  <a:lnTo>
                    <a:pt x="1012" y="1477"/>
                  </a:lnTo>
                  <a:lnTo>
                    <a:pt x="321" y="1477"/>
                  </a:lnTo>
                  <a:lnTo>
                    <a:pt x="321" y="655"/>
                  </a:lnTo>
                  <a:cubicBezTo>
                    <a:pt x="321" y="465"/>
                    <a:pt x="488" y="310"/>
                    <a:pt x="667" y="310"/>
                  </a:cubicBezTo>
                  <a:close/>
                  <a:moveTo>
                    <a:pt x="1024" y="1798"/>
                  </a:moveTo>
                  <a:lnTo>
                    <a:pt x="1024" y="2453"/>
                  </a:lnTo>
                  <a:lnTo>
                    <a:pt x="321" y="2453"/>
                  </a:lnTo>
                  <a:lnTo>
                    <a:pt x="321" y="1798"/>
                  </a:lnTo>
                  <a:close/>
                  <a:moveTo>
                    <a:pt x="964" y="9597"/>
                  </a:moveTo>
                  <a:lnTo>
                    <a:pt x="833" y="10525"/>
                  </a:lnTo>
                  <a:cubicBezTo>
                    <a:pt x="810" y="10597"/>
                    <a:pt x="750" y="10656"/>
                    <a:pt x="679" y="10656"/>
                  </a:cubicBezTo>
                  <a:cubicBezTo>
                    <a:pt x="607" y="10656"/>
                    <a:pt x="536" y="10597"/>
                    <a:pt x="536" y="10525"/>
                  </a:cubicBezTo>
                  <a:lnTo>
                    <a:pt x="417" y="9597"/>
                  </a:lnTo>
                  <a:close/>
                  <a:moveTo>
                    <a:pt x="667" y="0"/>
                  </a:moveTo>
                  <a:cubicBezTo>
                    <a:pt x="298" y="0"/>
                    <a:pt x="0" y="298"/>
                    <a:pt x="0" y="667"/>
                  </a:cubicBezTo>
                  <a:lnTo>
                    <a:pt x="0" y="1631"/>
                  </a:lnTo>
                  <a:lnTo>
                    <a:pt x="0" y="2822"/>
                  </a:lnTo>
                  <a:lnTo>
                    <a:pt x="0" y="4810"/>
                  </a:lnTo>
                  <a:cubicBezTo>
                    <a:pt x="0" y="4894"/>
                    <a:pt x="71" y="4965"/>
                    <a:pt x="167" y="4965"/>
                  </a:cubicBezTo>
                  <a:cubicBezTo>
                    <a:pt x="250" y="4965"/>
                    <a:pt x="321" y="4894"/>
                    <a:pt x="321" y="4810"/>
                  </a:cubicBezTo>
                  <a:lnTo>
                    <a:pt x="321" y="2763"/>
                  </a:lnTo>
                  <a:lnTo>
                    <a:pt x="1024" y="2763"/>
                  </a:lnTo>
                  <a:lnTo>
                    <a:pt x="1024" y="9275"/>
                  </a:lnTo>
                  <a:lnTo>
                    <a:pt x="321" y="9275"/>
                  </a:lnTo>
                  <a:lnTo>
                    <a:pt x="321" y="5430"/>
                  </a:lnTo>
                  <a:cubicBezTo>
                    <a:pt x="321" y="5346"/>
                    <a:pt x="250" y="5263"/>
                    <a:pt x="167" y="5263"/>
                  </a:cubicBezTo>
                  <a:cubicBezTo>
                    <a:pt x="71" y="5263"/>
                    <a:pt x="0" y="5346"/>
                    <a:pt x="0" y="5430"/>
                  </a:cubicBezTo>
                  <a:lnTo>
                    <a:pt x="0" y="9430"/>
                  </a:lnTo>
                  <a:cubicBezTo>
                    <a:pt x="0" y="9490"/>
                    <a:pt x="24" y="9537"/>
                    <a:pt x="60" y="9561"/>
                  </a:cubicBezTo>
                  <a:lnTo>
                    <a:pt x="191" y="10561"/>
                  </a:lnTo>
                  <a:cubicBezTo>
                    <a:pt x="226" y="10799"/>
                    <a:pt x="429" y="10978"/>
                    <a:pt x="667" y="10978"/>
                  </a:cubicBezTo>
                  <a:cubicBezTo>
                    <a:pt x="905" y="10978"/>
                    <a:pt x="1119" y="10799"/>
                    <a:pt x="1143" y="10561"/>
                  </a:cubicBezTo>
                  <a:lnTo>
                    <a:pt x="1274" y="9561"/>
                  </a:lnTo>
                  <a:cubicBezTo>
                    <a:pt x="1322" y="9537"/>
                    <a:pt x="1334" y="9490"/>
                    <a:pt x="1334" y="9430"/>
                  </a:cubicBezTo>
                  <a:lnTo>
                    <a:pt x="1334" y="2822"/>
                  </a:lnTo>
                  <a:lnTo>
                    <a:pt x="1334" y="1631"/>
                  </a:lnTo>
                  <a:lnTo>
                    <a:pt x="1334" y="667"/>
                  </a:lnTo>
                  <a:cubicBezTo>
                    <a:pt x="1334" y="298"/>
                    <a:pt x="1036"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7" name="Google Shape;11657;p65"/>
          <p:cNvGrpSpPr/>
          <p:nvPr/>
        </p:nvGrpSpPr>
        <p:grpSpPr>
          <a:xfrm>
            <a:off x="2232511" y="1337359"/>
            <a:ext cx="299534" cy="348068"/>
            <a:chOff x="2232511" y="1512759"/>
            <a:chExt cx="299534" cy="348068"/>
          </a:xfrm>
        </p:grpSpPr>
        <p:sp>
          <p:nvSpPr>
            <p:cNvPr id="11658" name="Google Shape;11658;p65"/>
            <p:cNvSpPr/>
            <p:nvPr/>
          </p:nvSpPr>
          <p:spPr>
            <a:xfrm>
              <a:off x="2278162" y="1715226"/>
              <a:ext cx="95452" cy="10581"/>
            </a:xfrm>
            <a:custGeom>
              <a:avLst/>
              <a:gdLst/>
              <a:ahLst/>
              <a:cxnLst/>
              <a:rect l="l" t="t" r="r" b="b"/>
              <a:pathLst>
                <a:path w="3013" h="334" extrusionOk="0">
                  <a:moveTo>
                    <a:pt x="167" y="0"/>
                  </a:moveTo>
                  <a:cubicBezTo>
                    <a:pt x="72" y="0"/>
                    <a:pt x="0" y="71"/>
                    <a:pt x="0" y="167"/>
                  </a:cubicBezTo>
                  <a:cubicBezTo>
                    <a:pt x="0" y="250"/>
                    <a:pt x="72" y="333"/>
                    <a:pt x="167" y="333"/>
                  </a:cubicBezTo>
                  <a:lnTo>
                    <a:pt x="2846" y="333"/>
                  </a:lnTo>
                  <a:cubicBezTo>
                    <a:pt x="2929" y="333"/>
                    <a:pt x="3013" y="250"/>
                    <a:pt x="3013" y="167"/>
                  </a:cubicBezTo>
                  <a:cubicBezTo>
                    <a:pt x="3013" y="71"/>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65"/>
            <p:cNvSpPr/>
            <p:nvPr/>
          </p:nvSpPr>
          <p:spPr>
            <a:xfrm>
              <a:off x="2278162" y="1734455"/>
              <a:ext cx="95452" cy="10581"/>
            </a:xfrm>
            <a:custGeom>
              <a:avLst/>
              <a:gdLst/>
              <a:ahLst/>
              <a:cxnLst/>
              <a:rect l="l" t="t" r="r" b="b"/>
              <a:pathLst>
                <a:path w="3013" h="334" extrusionOk="0">
                  <a:moveTo>
                    <a:pt x="167" y="0"/>
                  </a:moveTo>
                  <a:cubicBezTo>
                    <a:pt x="72" y="0"/>
                    <a:pt x="0" y="84"/>
                    <a:pt x="0" y="167"/>
                  </a:cubicBezTo>
                  <a:cubicBezTo>
                    <a:pt x="0" y="262"/>
                    <a:pt x="72" y="334"/>
                    <a:pt x="167" y="334"/>
                  </a:cubicBezTo>
                  <a:lnTo>
                    <a:pt x="2846" y="334"/>
                  </a:lnTo>
                  <a:cubicBezTo>
                    <a:pt x="2929" y="334"/>
                    <a:pt x="3013" y="262"/>
                    <a:pt x="3013" y="167"/>
                  </a:cubicBezTo>
                  <a:cubicBezTo>
                    <a:pt x="3013" y="84"/>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65"/>
            <p:cNvSpPr/>
            <p:nvPr/>
          </p:nvSpPr>
          <p:spPr>
            <a:xfrm>
              <a:off x="2278162" y="1754446"/>
              <a:ext cx="95452" cy="10201"/>
            </a:xfrm>
            <a:custGeom>
              <a:avLst/>
              <a:gdLst/>
              <a:ahLst/>
              <a:cxnLst/>
              <a:rect l="l" t="t" r="r" b="b"/>
              <a:pathLst>
                <a:path w="3013" h="322" extrusionOk="0">
                  <a:moveTo>
                    <a:pt x="167" y="0"/>
                  </a:moveTo>
                  <a:cubicBezTo>
                    <a:pt x="72" y="0"/>
                    <a:pt x="0" y="72"/>
                    <a:pt x="0" y="167"/>
                  </a:cubicBezTo>
                  <a:cubicBezTo>
                    <a:pt x="0" y="250"/>
                    <a:pt x="72" y="322"/>
                    <a:pt x="167" y="322"/>
                  </a:cubicBezTo>
                  <a:lnTo>
                    <a:pt x="2846" y="322"/>
                  </a:lnTo>
                  <a:cubicBezTo>
                    <a:pt x="2929" y="322"/>
                    <a:pt x="3013" y="250"/>
                    <a:pt x="3013" y="167"/>
                  </a:cubicBezTo>
                  <a:cubicBezTo>
                    <a:pt x="3013" y="72"/>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65"/>
            <p:cNvSpPr/>
            <p:nvPr/>
          </p:nvSpPr>
          <p:spPr>
            <a:xfrm>
              <a:off x="2278162" y="1773675"/>
              <a:ext cx="95452" cy="10581"/>
            </a:xfrm>
            <a:custGeom>
              <a:avLst/>
              <a:gdLst/>
              <a:ahLst/>
              <a:cxnLst/>
              <a:rect l="l" t="t" r="r" b="b"/>
              <a:pathLst>
                <a:path w="3013" h="334" extrusionOk="0">
                  <a:moveTo>
                    <a:pt x="167" y="1"/>
                  </a:moveTo>
                  <a:cubicBezTo>
                    <a:pt x="72" y="1"/>
                    <a:pt x="0" y="72"/>
                    <a:pt x="0" y="167"/>
                  </a:cubicBezTo>
                  <a:cubicBezTo>
                    <a:pt x="0" y="251"/>
                    <a:pt x="72" y="334"/>
                    <a:pt x="167" y="334"/>
                  </a:cubicBezTo>
                  <a:lnTo>
                    <a:pt x="2846" y="334"/>
                  </a:lnTo>
                  <a:cubicBezTo>
                    <a:pt x="2929" y="334"/>
                    <a:pt x="3013" y="251"/>
                    <a:pt x="3013" y="167"/>
                  </a:cubicBezTo>
                  <a:cubicBezTo>
                    <a:pt x="3013" y="72"/>
                    <a:pt x="2929" y="1"/>
                    <a:pt x="2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65"/>
            <p:cNvSpPr/>
            <p:nvPr/>
          </p:nvSpPr>
          <p:spPr>
            <a:xfrm>
              <a:off x="2232511" y="1512759"/>
              <a:ext cx="299534" cy="348068"/>
            </a:xfrm>
            <a:custGeom>
              <a:avLst/>
              <a:gdLst/>
              <a:ahLst/>
              <a:cxnLst/>
              <a:rect l="l" t="t" r="r" b="b"/>
              <a:pathLst>
                <a:path w="9455" h="10987" extrusionOk="0">
                  <a:moveTo>
                    <a:pt x="2965" y="1700"/>
                  </a:moveTo>
                  <a:cubicBezTo>
                    <a:pt x="3275" y="1700"/>
                    <a:pt x="3537" y="1950"/>
                    <a:pt x="3561" y="2271"/>
                  </a:cubicBezTo>
                  <a:cubicBezTo>
                    <a:pt x="3561" y="2355"/>
                    <a:pt x="3632" y="2414"/>
                    <a:pt x="3715" y="2414"/>
                  </a:cubicBezTo>
                  <a:lnTo>
                    <a:pt x="4275" y="2414"/>
                  </a:lnTo>
                  <a:lnTo>
                    <a:pt x="4275" y="3367"/>
                  </a:lnTo>
                  <a:lnTo>
                    <a:pt x="3977" y="3367"/>
                  </a:lnTo>
                  <a:cubicBezTo>
                    <a:pt x="3882" y="3367"/>
                    <a:pt x="3811" y="3438"/>
                    <a:pt x="3811" y="3534"/>
                  </a:cubicBezTo>
                  <a:cubicBezTo>
                    <a:pt x="3811" y="3629"/>
                    <a:pt x="3882" y="3700"/>
                    <a:pt x="3977" y="3700"/>
                  </a:cubicBezTo>
                  <a:lnTo>
                    <a:pt x="4418" y="3700"/>
                  </a:lnTo>
                  <a:cubicBezTo>
                    <a:pt x="4513" y="3700"/>
                    <a:pt x="4585" y="3629"/>
                    <a:pt x="4585" y="3534"/>
                  </a:cubicBezTo>
                  <a:lnTo>
                    <a:pt x="4585" y="3403"/>
                  </a:lnTo>
                  <a:lnTo>
                    <a:pt x="5073" y="3403"/>
                  </a:lnTo>
                  <a:lnTo>
                    <a:pt x="5073" y="9891"/>
                  </a:lnTo>
                  <a:lnTo>
                    <a:pt x="834" y="9891"/>
                  </a:lnTo>
                  <a:lnTo>
                    <a:pt x="834" y="3403"/>
                  </a:lnTo>
                  <a:lnTo>
                    <a:pt x="1322" y="3403"/>
                  </a:lnTo>
                  <a:lnTo>
                    <a:pt x="1322" y="3534"/>
                  </a:lnTo>
                  <a:cubicBezTo>
                    <a:pt x="1322" y="3629"/>
                    <a:pt x="1394" y="3700"/>
                    <a:pt x="1489" y="3700"/>
                  </a:cubicBezTo>
                  <a:lnTo>
                    <a:pt x="3346" y="3700"/>
                  </a:lnTo>
                  <a:cubicBezTo>
                    <a:pt x="3442" y="3700"/>
                    <a:pt x="3513" y="3629"/>
                    <a:pt x="3513" y="3534"/>
                  </a:cubicBezTo>
                  <a:cubicBezTo>
                    <a:pt x="3513" y="3438"/>
                    <a:pt x="3442" y="3367"/>
                    <a:pt x="3346" y="3367"/>
                  </a:cubicBezTo>
                  <a:lnTo>
                    <a:pt x="1656" y="3367"/>
                  </a:lnTo>
                  <a:lnTo>
                    <a:pt x="1656" y="2414"/>
                  </a:lnTo>
                  <a:lnTo>
                    <a:pt x="2203" y="2414"/>
                  </a:lnTo>
                  <a:cubicBezTo>
                    <a:pt x="2287" y="2414"/>
                    <a:pt x="2346" y="2355"/>
                    <a:pt x="2370" y="2271"/>
                  </a:cubicBezTo>
                  <a:cubicBezTo>
                    <a:pt x="2382" y="1950"/>
                    <a:pt x="2644" y="1700"/>
                    <a:pt x="2965" y="1700"/>
                  </a:cubicBezTo>
                  <a:close/>
                  <a:moveTo>
                    <a:pt x="7091" y="1"/>
                  </a:moveTo>
                  <a:cubicBezTo>
                    <a:pt x="6970" y="1"/>
                    <a:pt x="6849" y="12"/>
                    <a:pt x="6728" y="33"/>
                  </a:cubicBezTo>
                  <a:cubicBezTo>
                    <a:pt x="6192" y="140"/>
                    <a:pt x="5728" y="450"/>
                    <a:pt x="5418" y="914"/>
                  </a:cubicBezTo>
                  <a:cubicBezTo>
                    <a:pt x="5085" y="1402"/>
                    <a:pt x="5001" y="1986"/>
                    <a:pt x="5120" y="2522"/>
                  </a:cubicBezTo>
                  <a:lnTo>
                    <a:pt x="4585" y="2522"/>
                  </a:lnTo>
                  <a:lnTo>
                    <a:pt x="4585" y="2248"/>
                  </a:lnTo>
                  <a:cubicBezTo>
                    <a:pt x="4585" y="2164"/>
                    <a:pt x="4501" y="2093"/>
                    <a:pt x="4418" y="2093"/>
                  </a:cubicBezTo>
                  <a:lnTo>
                    <a:pt x="3846" y="2093"/>
                  </a:lnTo>
                  <a:cubicBezTo>
                    <a:pt x="3763" y="1676"/>
                    <a:pt x="3394" y="1379"/>
                    <a:pt x="2953" y="1379"/>
                  </a:cubicBezTo>
                  <a:cubicBezTo>
                    <a:pt x="2525" y="1379"/>
                    <a:pt x="2156" y="1676"/>
                    <a:pt x="2061" y="2093"/>
                  </a:cubicBezTo>
                  <a:lnTo>
                    <a:pt x="1501" y="2093"/>
                  </a:lnTo>
                  <a:cubicBezTo>
                    <a:pt x="1406" y="2093"/>
                    <a:pt x="1334" y="2164"/>
                    <a:pt x="1334" y="2248"/>
                  </a:cubicBezTo>
                  <a:lnTo>
                    <a:pt x="1334" y="2522"/>
                  </a:lnTo>
                  <a:lnTo>
                    <a:pt x="156" y="2522"/>
                  </a:lnTo>
                  <a:cubicBezTo>
                    <a:pt x="72" y="2522"/>
                    <a:pt x="1" y="2593"/>
                    <a:pt x="1" y="2688"/>
                  </a:cubicBezTo>
                  <a:lnTo>
                    <a:pt x="1" y="10832"/>
                  </a:lnTo>
                  <a:cubicBezTo>
                    <a:pt x="1" y="10915"/>
                    <a:pt x="72" y="10987"/>
                    <a:pt x="156" y="10987"/>
                  </a:cubicBezTo>
                  <a:lnTo>
                    <a:pt x="3370" y="10987"/>
                  </a:lnTo>
                  <a:cubicBezTo>
                    <a:pt x="3465" y="10987"/>
                    <a:pt x="3537" y="10915"/>
                    <a:pt x="3537" y="10832"/>
                  </a:cubicBezTo>
                  <a:cubicBezTo>
                    <a:pt x="3537" y="10737"/>
                    <a:pt x="3465" y="10665"/>
                    <a:pt x="3370" y="10665"/>
                  </a:cubicBezTo>
                  <a:lnTo>
                    <a:pt x="322" y="10665"/>
                  </a:lnTo>
                  <a:lnTo>
                    <a:pt x="322" y="2843"/>
                  </a:lnTo>
                  <a:lnTo>
                    <a:pt x="1334" y="2843"/>
                  </a:lnTo>
                  <a:lnTo>
                    <a:pt x="1334" y="3069"/>
                  </a:lnTo>
                  <a:lnTo>
                    <a:pt x="679" y="3069"/>
                  </a:lnTo>
                  <a:cubicBezTo>
                    <a:pt x="596" y="3069"/>
                    <a:pt x="513" y="3141"/>
                    <a:pt x="513" y="3236"/>
                  </a:cubicBezTo>
                  <a:lnTo>
                    <a:pt x="513" y="10058"/>
                  </a:lnTo>
                  <a:cubicBezTo>
                    <a:pt x="513" y="10142"/>
                    <a:pt x="596" y="10213"/>
                    <a:pt x="679" y="10213"/>
                  </a:cubicBezTo>
                  <a:lnTo>
                    <a:pt x="5228" y="10213"/>
                  </a:lnTo>
                  <a:cubicBezTo>
                    <a:pt x="5311" y="10213"/>
                    <a:pt x="5382" y="10142"/>
                    <a:pt x="5382" y="10058"/>
                  </a:cubicBezTo>
                  <a:lnTo>
                    <a:pt x="5382" y="3236"/>
                  </a:lnTo>
                  <a:cubicBezTo>
                    <a:pt x="5382" y="3141"/>
                    <a:pt x="5311" y="3069"/>
                    <a:pt x="5228" y="3069"/>
                  </a:cubicBezTo>
                  <a:lnTo>
                    <a:pt x="4585" y="3069"/>
                  </a:lnTo>
                  <a:lnTo>
                    <a:pt x="4585" y="2843"/>
                  </a:lnTo>
                  <a:lnTo>
                    <a:pt x="5228" y="2843"/>
                  </a:lnTo>
                  <a:cubicBezTo>
                    <a:pt x="5287" y="2998"/>
                    <a:pt x="5370" y="3141"/>
                    <a:pt x="5478" y="3284"/>
                  </a:cubicBezTo>
                  <a:lnTo>
                    <a:pt x="5430" y="4331"/>
                  </a:lnTo>
                  <a:cubicBezTo>
                    <a:pt x="5430" y="4391"/>
                    <a:pt x="5466" y="4438"/>
                    <a:pt x="5501" y="4474"/>
                  </a:cubicBezTo>
                  <a:cubicBezTo>
                    <a:pt x="5537" y="4486"/>
                    <a:pt x="5561" y="4498"/>
                    <a:pt x="5597" y="4498"/>
                  </a:cubicBezTo>
                  <a:lnTo>
                    <a:pt x="5609" y="4498"/>
                  </a:lnTo>
                  <a:lnTo>
                    <a:pt x="5609" y="10665"/>
                  </a:lnTo>
                  <a:lnTo>
                    <a:pt x="3989" y="10665"/>
                  </a:lnTo>
                  <a:cubicBezTo>
                    <a:pt x="3894" y="10665"/>
                    <a:pt x="3823" y="10737"/>
                    <a:pt x="3823" y="10820"/>
                  </a:cubicBezTo>
                  <a:cubicBezTo>
                    <a:pt x="3823" y="10915"/>
                    <a:pt x="3894" y="10987"/>
                    <a:pt x="3989" y="10987"/>
                  </a:cubicBezTo>
                  <a:lnTo>
                    <a:pt x="5775" y="10987"/>
                  </a:lnTo>
                  <a:cubicBezTo>
                    <a:pt x="5859" y="10987"/>
                    <a:pt x="5942" y="10915"/>
                    <a:pt x="5942" y="10820"/>
                  </a:cubicBezTo>
                  <a:lnTo>
                    <a:pt x="5942" y="4367"/>
                  </a:lnTo>
                  <a:lnTo>
                    <a:pt x="6621" y="4046"/>
                  </a:lnTo>
                  <a:cubicBezTo>
                    <a:pt x="6796" y="4092"/>
                    <a:pt x="6971" y="4109"/>
                    <a:pt x="7152" y="4109"/>
                  </a:cubicBezTo>
                  <a:cubicBezTo>
                    <a:pt x="7205" y="4109"/>
                    <a:pt x="7258" y="4108"/>
                    <a:pt x="7311" y="4105"/>
                  </a:cubicBezTo>
                  <a:cubicBezTo>
                    <a:pt x="7395" y="4081"/>
                    <a:pt x="7454" y="4010"/>
                    <a:pt x="7454" y="3926"/>
                  </a:cubicBezTo>
                  <a:cubicBezTo>
                    <a:pt x="7454" y="3831"/>
                    <a:pt x="7371" y="3772"/>
                    <a:pt x="7275" y="3772"/>
                  </a:cubicBezTo>
                  <a:cubicBezTo>
                    <a:pt x="7230" y="3774"/>
                    <a:pt x="7184" y="3776"/>
                    <a:pt x="7137" y="3776"/>
                  </a:cubicBezTo>
                  <a:cubicBezTo>
                    <a:pt x="6977" y="3776"/>
                    <a:pt x="6813" y="3758"/>
                    <a:pt x="6656" y="3712"/>
                  </a:cubicBezTo>
                  <a:cubicBezTo>
                    <a:pt x="6637" y="3707"/>
                    <a:pt x="6619" y="3704"/>
                    <a:pt x="6602" y="3704"/>
                  </a:cubicBezTo>
                  <a:cubicBezTo>
                    <a:pt x="6579" y="3704"/>
                    <a:pt x="6558" y="3710"/>
                    <a:pt x="6537" y="3724"/>
                  </a:cubicBezTo>
                  <a:lnTo>
                    <a:pt x="5763" y="4081"/>
                  </a:lnTo>
                  <a:lnTo>
                    <a:pt x="5799" y="3236"/>
                  </a:lnTo>
                  <a:cubicBezTo>
                    <a:pt x="5799" y="3188"/>
                    <a:pt x="5787" y="3164"/>
                    <a:pt x="5775" y="3129"/>
                  </a:cubicBezTo>
                  <a:cubicBezTo>
                    <a:pt x="5656" y="2986"/>
                    <a:pt x="5561" y="2819"/>
                    <a:pt x="5501" y="2652"/>
                  </a:cubicBezTo>
                  <a:cubicBezTo>
                    <a:pt x="5501" y="2641"/>
                    <a:pt x="5501" y="2641"/>
                    <a:pt x="5490" y="2629"/>
                  </a:cubicBezTo>
                  <a:cubicBezTo>
                    <a:pt x="5311" y="2117"/>
                    <a:pt x="5382" y="1557"/>
                    <a:pt x="5680" y="1093"/>
                  </a:cubicBezTo>
                  <a:cubicBezTo>
                    <a:pt x="5942" y="712"/>
                    <a:pt x="6323" y="450"/>
                    <a:pt x="6787" y="366"/>
                  </a:cubicBezTo>
                  <a:cubicBezTo>
                    <a:pt x="6900" y="342"/>
                    <a:pt x="7015" y="330"/>
                    <a:pt x="7129" y="330"/>
                  </a:cubicBezTo>
                  <a:cubicBezTo>
                    <a:pt x="7461" y="330"/>
                    <a:pt x="7793" y="431"/>
                    <a:pt x="8085" y="617"/>
                  </a:cubicBezTo>
                  <a:cubicBezTo>
                    <a:pt x="8871" y="1152"/>
                    <a:pt x="9097" y="2224"/>
                    <a:pt x="8561" y="3010"/>
                  </a:cubicBezTo>
                  <a:cubicBezTo>
                    <a:pt x="8383" y="3284"/>
                    <a:pt x="8145" y="3486"/>
                    <a:pt x="7847" y="3629"/>
                  </a:cubicBezTo>
                  <a:cubicBezTo>
                    <a:pt x="7764" y="3665"/>
                    <a:pt x="7728" y="3760"/>
                    <a:pt x="7764" y="3831"/>
                  </a:cubicBezTo>
                  <a:cubicBezTo>
                    <a:pt x="7798" y="3883"/>
                    <a:pt x="7857" y="3922"/>
                    <a:pt x="7914" y="3922"/>
                  </a:cubicBezTo>
                  <a:cubicBezTo>
                    <a:pt x="7936" y="3922"/>
                    <a:pt x="7958" y="3916"/>
                    <a:pt x="7978" y="3903"/>
                  </a:cubicBezTo>
                  <a:cubicBezTo>
                    <a:pt x="8323" y="3748"/>
                    <a:pt x="8597" y="3510"/>
                    <a:pt x="8811" y="3188"/>
                  </a:cubicBezTo>
                  <a:cubicBezTo>
                    <a:pt x="9454" y="2260"/>
                    <a:pt x="9192" y="974"/>
                    <a:pt x="8264" y="355"/>
                  </a:cubicBezTo>
                  <a:cubicBezTo>
                    <a:pt x="7904" y="124"/>
                    <a:pt x="7503" y="1"/>
                    <a:pt x="70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65"/>
            <p:cNvSpPr/>
            <p:nvPr/>
          </p:nvSpPr>
          <p:spPr>
            <a:xfrm>
              <a:off x="2422623"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65"/>
            <p:cNvSpPr/>
            <p:nvPr/>
          </p:nvSpPr>
          <p:spPr>
            <a:xfrm>
              <a:off x="2442613" y="1574883"/>
              <a:ext cx="10581" cy="11373"/>
            </a:xfrm>
            <a:custGeom>
              <a:avLst/>
              <a:gdLst/>
              <a:ahLst/>
              <a:cxnLst/>
              <a:rect l="l" t="t" r="r" b="b"/>
              <a:pathLst>
                <a:path w="334" h="359" extrusionOk="0">
                  <a:moveTo>
                    <a:pt x="167" y="1"/>
                  </a:moveTo>
                  <a:cubicBezTo>
                    <a:pt x="84" y="1"/>
                    <a:pt x="1" y="72"/>
                    <a:pt x="1" y="156"/>
                  </a:cubicBezTo>
                  <a:lnTo>
                    <a:pt x="1" y="191"/>
                  </a:lnTo>
                  <a:cubicBezTo>
                    <a:pt x="1" y="275"/>
                    <a:pt x="84" y="358"/>
                    <a:pt x="167" y="358"/>
                  </a:cubicBezTo>
                  <a:cubicBezTo>
                    <a:pt x="262" y="358"/>
                    <a:pt x="334" y="275"/>
                    <a:pt x="334" y="191"/>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65"/>
            <p:cNvSpPr/>
            <p:nvPr/>
          </p:nvSpPr>
          <p:spPr>
            <a:xfrm>
              <a:off x="2462983" y="1574883"/>
              <a:ext cx="10581" cy="11373"/>
            </a:xfrm>
            <a:custGeom>
              <a:avLst/>
              <a:gdLst/>
              <a:ahLst/>
              <a:cxnLst/>
              <a:rect l="l" t="t" r="r" b="b"/>
              <a:pathLst>
                <a:path w="334" h="359" extrusionOk="0">
                  <a:moveTo>
                    <a:pt x="167" y="1"/>
                  </a:moveTo>
                  <a:cubicBezTo>
                    <a:pt x="72" y="1"/>
                    <a:pt x="0" y="72"/>
                    <a:pt x="0" y="156"/>
                  </a:cubicBezTo>
                  <a:lnTo>
                    <a:pt x="0" y="191"/>
                  </a:lnTo>
                  <a:cubicBezTo>
                    <a:pt x="0" y="275"/>
                    <a:pt x="72" y="358"/>
                    <a:pt x="167" y="358"/>
                  </a:cubicBezTo>
                  <a:cubicBezTo>
                    <a:pt x="250" y="358"/>
                    <a:pt x="334" y="275"/>
                    <a:pt x="334" y="191"/>
                  </a:cubicBezTo>
                  <a:lnTo>
                    <a:pt x="334" y="156"/>
                  </a:lnTo>
                  <a:cubicBezTo>
                    <a:pt x="310"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65"/>
            <p:cNvSpPr/>
            <p:nvPr/>
          </p:nvSpPr>
          <p:spPr>
            <a:xfrm>
              <a:off x="2482974"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65"/>
            <p:cNvSpPr/>
            <p:nvPr/>
          </p:nvSpPr>
          <p:spPr>
            <a:xfrm>
              <a:off x="2312852" y="1654495"/>
              <a:ext cx="26073" cy="49041"/>
            </a:xfrm>
            <a:custGeom>
              <a:avLst/>
              <a:gdLst/>
              <a:ahLst/>
              <a:cxnLst/>
              <a:rect l="l" t="t" r="r" b="b"/>
              <a:pathLst>
                <a:path w="823" h="1548" extrusionOk="0">
                  <a:moveTo>
                    <a:pt x="179" y="0"/>
                  </a:moveTo>
                  <a:cubicBezTo>
                    <a:pt x="96" y="0"/>
                    <a:pt x="25" y="72"/>
                    <a:pt x="25" y="167"/>
                  </a:cubicBezTo>
                  <a:cubicBezTo>
                    <a:pt x="25" y="250"/>
                    <a:pt x="96" y="322"/>
                    <a:pt x="179" y="322"/>
                  </a:cubicBezTo>
                  <a:lnTo>
                    <a:pt x="263" y="322"/>
                  </a:lnTo>
                  <a:lnTo>
                    <a:pt x="263" y="1215"/>
                  </a:lnTo>
                  <a:lnTo>
                    <a:pt x="167" y="1215"/>
                  </a:lnTo>
                  <a:cubicBezTo>
                    <a:pt x="84" y="1215"/>
                    <a:pt x="1" y="1298"/>
                    <a:pt x="1" y="1381"/>
                  </a:cubicBezTo>
                  <a:cubicBezTo>
                    <a:pt x="1" y="1477"/>
                    <a:pt x="84" y="1548"/>
                    <a:pt x="167" y="1548"/>
                  </a:cubicBezTo>
                  <a:lnTo>
                    <a:pt x="656" y="1548"/>
                  </a:lnTo>
                  <a:cubicBezTo>
                    <a:pt x="751" y="1548"/>
                    <a:pt x="822" y="1477"/>
                    <a:pt x="822" y="1381"/>
                  </a:cubicBezTo>
                  <a:cubicBezTo>
                    <a:pt x="822" y="1274"/>
                    <a:pt x="751" y="1203"/>
                    <a:pt x="668" y="1203"/>
                  </a:cubicBezTo>
                  <a:lnTo>
                    <a:pt x="572" y="1203"/>
                  </a:lnTo>
                  <a:lnTo>
                    <a:pt x="572" y="167"/>
                  </a:lnTo>
                  <a:cubicBezTo>
                    <a:pt x="572" y="72"/>
                    <a:pt x="501"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65"/>
            <p:cNvSpPr/>
            <p:nvPr/>
          </p:nvSpPr>
          <p:spPr>
            <a:xfrm>
              <a:off x="2316242" y="1637135"/>
              <a:ext cx="14383" cy="13971"/>
            </a:xfrm>
            <a:custGeom>
              <a:avLst/>
              <a:gdLst/>
              <a:ahLst/>
              <a:cxnLst/>
              <a:rect l="l" t="t" r="r" b="b"/>
              <a:pathLst>
                <a:path w="454" h="441" extrusionOk="0">
                  <a:moveTo>
                    <a:pt x="227" y="0"/>
                  </a:moveTo>
                  <a:cubicBezTo>
                    <a:pt x="96" y="0"/>
                    <a:pt x="1" y="96"/>
                    <a:pt x="1" y="215"/>
                  </a:cubicBezTo>
                  <a:cubicBezTo>
                    <a:pt x="1" y="334"/>
                    <a:pt x="108" y="441"/>
                    <a:pt x="227" y="441"/>
                  </a:cubicBezTo>
                  <a:cubicBezTo>
                    <a:pt x="358" y="441"/>
                    <a:pt x="453" y="334"/>
                    <a:pt x="453" y="215"/>
                  </a:cubicBezTo>
                  <a:cubicBezTo>
                    <a:pt x="453" y="96"/>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9" name="Google Shape;11669;p65"/>
          <p:cNvGrpSpPr/>
          <p:nvPr/>
        </p:nvGrpSpPr>
        <p:grpSpPr>
          <a:xfrm>
            <a:off x="1331406" y="1337961"/>
            <a:ext cx="301784" cy="348607"/>
            <a:chOff x="1331406" y="1513361"/>
            <a:chExt cx="301784" cy="348607"/>
          </a:xfrm>
        </p:grpSpPr>
        <p:sp>
          <p:nvSpPr>
            <p:cNvPr id="11670" name="Google Shape;11670;p65"/>
            <p:cNvSpPr/>
            <p:nvPr/>
          </p:nvSpPr>
          <p:spPr>
            <a:xfrm>
              <a:off x="1473237" y="1513361"/>
              <a:ext cx="159952" cy="169076"/>
            </a:xfrm>
            <a:custGeom>
              <a:avLst/>
              <a:gdLst/>
              <a:ahLst/>
              <a:cxnLst/>
              <a:rect l="l" t="t" r="r" b="b"/>
              <a:pathLst>
                <a:path w="5049" h="5337" extrusionOk="0">
                  <a:moveTo>
                    <a:pt x="2623" y="0"/>
                  </a:moveTo>
                  <a:cubicBezTo>
                    <a:pt x="2460" y="0"/>
                    <a:pt x="2295" y="17"/>
                    <a:pt x="2132" y="50"/>
                  </a:cubicBezTo>
                  <a:cubicBezTo>
                    <a:pt x="1489" y="169"/>
                    <a:pt x="941" y="538"/>
                    <a:pt x="584" y="1074"/>
                  </a:cubicBezTo>
                  <a:cubicBezTo>
                    <a:pt x="0" y="1943"/>
                    <a:pt x="36" y="3050"/>
                    <a:pt x="655" y="3884"/>
                  </a:cubicBezTo>
                  <a:lnTo>
                    <a:pt x="596" y="5170"/>
                  </a:lnTo>
                  <a:cubicBezTo>
                    <a:pt x="596" y="5229"/>
                    <a:pt x="631" y="5277"/>
                    <a:pt x="679" y="5300"/>
                  </a:cubicBezTo>
                  <a:cubicBezTo>
                    <a:pt x="703" y="5312"/>
                    <a:pt x="739" y="5336"/>
                    <a:pt x="762" y="5336"/>
                  </a:cubicBezTo>
                  <a:cubicBezTo>
                    <a:pt x="798" y="5336"/>
                    <a:pt x="810" y="5336"/>
                    <a:pt x="834" y="5312"/>
                  </a:cubicBezTo>
                  <a:lnTo>
                    <a:pt x="2001" y="4777"/>
                  </a:lnTo>
                  <a:cubicBezTo>
                    <a:pt x="2203" y="4836"/>
                    <a:pt x="2417" y="4860"/>
                    <a:pt x="2608" y="4860"/>
                  </a:cubicBezTo>
                  <a:cubicBezTo>
                    <a:pt x="3394" y="4860"/>
                    <a:pt x="4156" y="4467"/>
                    <a:pt x="4620" y="3765"/>
                  </a:cubicBezTo>
                  <a:cubicBezTo>
                    <a:pt x="4870" y="3395"/>
                    <a:pt x="5001" y="2967"/>
                    <a:pt x="5025" y="2514"/>
                  </a:cubicBezTo>
                  <a:cubicBezTo>
                    <a:pt x="5049" y="2431"/>
                    <a:pt x="4989" y="2360"/>
                    <a:pt x="4906" y="2360"/>
                  </a:cubicBezTo>
                  <a:cubicBezTo>
                    <a:pt x="4811" y="2360"/>
                    <a:pt x="4739" y="2431"/>
                    <a:pt x="4739" y="2503"/>
                  </a:cubicBezTo>
                  <a:cubicBezTo>
                    <a:pt x="4715" y="2895"/>
                    <a:pt x="4608" y="3265"/>
                    <a:pt x="4382" y="3586"/>
                  </a:cubicBezTo>
                  <a:cubicBezTo>
                    <a:pt x="3981" y="4183"/>
                    <a:pt x="3325" y="4524"/>
                    <a:pt x="2630" y="4524"/>
                  </a:cubicBezTo>
                  <a:cubicBezTo>
                    <a:pt x="2438" y="4524"/>
                    <a:pt x="2242" y="4498"/>
                    <a:pt x="2048" y="4443"/>
                  </a:cubicBezTo>
                  <a:cubicBezTo>
                    <a:pt x="2027" y="4433"/>
                    <a:pt x="2008" y="4427"/>
                    <a:pt x="1990" y="4427"/>
                  </a:cubicBezTo>
                  <a:cubicBezTo>
                    <a:pt x="1969" y="4427"/>
                    <a:pt x="1949" y="4435"/>
                    <a:pt x="1929" y="4455"/>
                  </a:cubicBezTo>
                  <a:lnTo>
                    <a:pt x="953" y="4919"/>
                  </a:lnTo>
                  <a:lnTo>
                    <a:pt x="1001" y="3848"/>
                  </a:lnTo>
                  <a:cubicBezTo>
                    <a:pt x="1001" y="3800"/>
                    <a:pt x="989" y="3765"/>
                    <a:pt x="977" y="3741"/>
                  </a:cubicBezTo>
                  <a:cubicBezTo>
                    <a:pt x="405" y="3026"/>
                    <a:pt x="358" y="2026"/>
                    <a:pt x="870" y="1252"/>
                  </a:cubicBezTo>
                  <a:cubicBezTo>
                    <a:pt x="1179" y="788"/>
                    <a:pt x="1655" y="467"/>
                    <a:pt x="2203" y="359"/>
                  </a:cubicBezTo>
                  <a:cubicBezTo>
                    <a:pt x="2344" y="332"/>
                    <a:pt x="2485" y="319"/>
                    <a:pt x="2624" y="319"/>
                  </a:cubicBezTo>
                  <a:cubicBezTo>
                    <a:pt x="3038" y="319"/>
                    <a:pt x="3439" y="437"/>
                    <a:pt x="3787" y="669"/>
                  </a:cubicBezTo>
                  <a:cubicBezTo>
                    <a:pt x="4227" y="967"/>
                    <a:pt x="4525" y="1419"/>
                    <a:pt x="4668" y="1919"/>
                  </a:cubicBezTo>
                  <a:cubicBezTo>
                    <a:pt x="4678" y="1998"/>
                    <a:pt x="4736" y="2044"/>
                    <a:pt x="4811" y="2044"/>
                  </a:cubicBezTo>
                  <a:cubicBezTo>
                    <a:pt x="4826" y="2044"/>
                    <a:pt x="4842" y="2042"/>
                    <a:pt x="4858" y="2038"/>
                  </a:cubicBezTo>
                  <a:cubicBezTo>
                    <a:pt x="4942" y="2026"/>
                    <a:pt x="4989" y="1943"/>
                    <a:pt x="4977" y="1848"/>
                  </a:cubicBezTo>
                  <a:cubicBezTo>
                    <a:pt x="4822" y="1252"/>
                    <a:pt x="4465" y="752"/>
                    <a:pt x="3965" y="407"/>
                  </a:cubicBezTo>
                  <a:cubicBezTo>
                    <a:pt x="3566" y="141"/>
                    <a:pt x="3100" y="0"/>
                    <a:pt x="2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65"/>
            <p:cNvSpPr/>
            <p:nvPr/>
          </p:nvSpPr>
          <p:spPr>
            <a:xfrm>
              <a:off x="1331406" y="1579033"/>
              <a:ext cx="152412" cy="282934"/>
            </a:xfrm>
            <a:custGeom>
              <a:avLst/>
              <a:gdLst/>
              <a:ahLst/>
              <a:cxnLst/>
              <a:rect l="l" t="t" r="r" b="b"/>
              <a:pathLst>
                <a:path w="4811" h="8931" extrusionOk="0">
                  <a:moveTo>
                    <a:pt x="1132" y="310"/>
                  </a:moveTo>
                  <a:cubicBezTo>
                    <a:pt x="1203" y="310"/>
                    <a:pt x="1263" y="346"/>
                    <a:pt x="1310" y="382"/>
                  </a:cubicBezTo>
                  <a:cubicBezTo>
                    <a:pt x="1358" y="430"/>
                    <a:pt x="1382" y="501"/>
                    <a:pt x="1382" y="560"/>
                  </a:cubicBezTo>
                  <a:lnTo>
                    <a:pt x="1382" y="2073"/>
                  </a:lnTo>
                  <a:lnTo>
                    <a:pt x="858" y="2073"/>
                  </a:lnTo>
                  <a:lnTo>
                    <a:pt x="858" y="560"/>
                  </a:lnTo>
                  <a:cubicBezTo>
                    <a:pt x="870" y="430"/>
                    <a:pt x="977" y="310"/>
                    <a:pt x="1132" y="310"/>
                  </a:cubicBezTo>
                  <a:close/>
                  <a:moveTo>
                    <a:pt x="3644" y="310"/>
                  </a:moveTo>
                  <a:cubicBezTo>
                    <a:pt x="3727" y="310"/>
                    <a:pt x="3787" y="346"/>
                    <a:pt x="3823" y="382"/>
                  </a:cubicBezTo>
                  <a:cubicBezTo>
                    <a:pt x="3870" y="430"/>
                    <a:pt x="3906" y="501"/>
                    <a:pt x="3906" y="560"/>
                  </a:cubicBezTo>
                  <a:lnTo>
                    <a:pt x="3906" y="2073"/>
                  </a:lnTo>
                  <a:lnTo>
                    <a:pt x="3382" y="2073"/>
                  </a:lnTo>
                  <a:lnTo>
                    <a:pt x="3382" y="560"/>
                  </a:lnTo>
                  <a:cubicBezTo>
                    <a:pt x="3394" y="430"/>
                    <a:pt x="3513" y="310"/>
                    <a:pt x="3644" y="310"/>
                  </a:cubicBezTo>
                  <a:close/>
                  <a:moveTo>
                    <a:pt x="4454" y="2406"/>
                  </a:moveTo>
                  <a:lnTo>
                    <a:pt x="4454" y="2918"/>
                  </a:lnTo>
                  <a:lnTo>
                    <a:pt x="310" y="2918"/>
                  </a:lnTo>
                  <a:lnTo>
                    <a:pt x="310" y="2406"/>
                  </a:lnTo>
                  <a:close/>
                  <a:moveTo>
                    <a:pt x="2989" y="5513"/>
                  </a:moveTo>
                  <a:lnTo>
                    <a:pt x="2989" y="5978"/>
                  </a:lnTo>
                  <a:lnTo>
                    <a:pt x="1787" y="5978"/>
                  </a:lnTo>
                  <a:lnTo>
                    <a:pt x="1787" y="5513"/>
                  </a:lnTo>
                  <a:close/>
                  <a:moveTo>
                    <a:pt x="2846" y="6299"/>
                  </a:moveTo>
                  <a:lnTo>
                    <a:pt x="2846" y="6752"/>
                  </a:lnTo>
                  <a:lnTo>
                    <a:pt x="1930" y="6752"/>
                  </a:lnTo>
                  <a:lnTo>
                    <a:pt x="1930" y="6299"/>
                  </a:lnTo>
                  <a:close/>
                  <a:moveTo>
                    <a:pt x="1132" y="1"/>
                  </a:moveTo>
                  <a:cubicBezTo>
                    <a:pt x="798" y="1"/>
                    <a:pt x="548" y="263"/>
                    <a:pt x="548" y="572"/>
                  </a:cubicBezTo>
                  <a:lnTo>
                    <a:pt x="548" y="2084"/>
                  </a:lnTo>
                  <a:lnTo>
                    <a:pt x="167" y="2084"/>
                  </a:lnTo>
                  <a:cubicBezTo>
                    <a:pt x="72" y="2084"/>
                    <a:pt x="1" y="2156"/>
                    <a:pt x="1" y="2239"/>
                  </a:cubicBezTo>
                  <a:lnTo>
                    <a:pt x="1" y="3061"/>
                  </a:lnTo>
                  <a:cubicBezTo>
                    <a:pt x="1" y="3156"/>
                    <a:pt x="72" y="3227"/>
                    <a:pt x="167" y="3227"/>
                  </a:cubicBezTo>
                  <a:lnTo>
                    <a:pt x="203" y="3227"/>
                  </a:lnTo>
                  <a:lnTo>
                    <a:pt x="203" y="3823"/>
                  </a:lnTo>
                  <a:cubicBezTo>
                    <a:pt x="203" y="3847"/>
                    <a:pt x="227" y="3894"/>
                    <a:pt x="239" y="3930"/>
                  </a:cubicBezTo>
                  <a:lnTo>
                    <a:pt x="727" y="4537"/>
                  </a:lnTo>
                  <a:cubicBezTo>
                    <a:pt x="760" y="4576"/>
                    <a:pt x="807" y="4594"/>
                    <a:pt x="853" y="4594"/>
                  </a:cubicBezTo>
                  <a:cubicBezTo>
                    <a:pt x="890" y="4594"/>
                    <a:pt x="926" y="4582"/>
                    <a:pt x="953" y="4561"/>
                  </a:cubicBezTo>
                  <a:cubicBezTo>
                    <a:pt x="1025" y="4501"/>
                    <a:pt x="1025" y="4406"/>
                    <a:pt x="977" y="4347"/>
                  </a:cubicBezTo>
                  <a:lnTo>
                    <a:pt x="525" y="3775"/>
                  </a:lnTo>
                  <a:lnTo>
                    <a:pt x="525" y="3239"/>
                  </a:lnTo>
                  <a:lnTo>
                    <a:pt x="4239" y="3239"/>
                  </a:lnTo>
                  <a:lnTo>
                    <a:pt x="4239" y="3775"/>
                  </a:lnTo>
                  <a:lnTo>
                    <a:pt x="3084" y="5216"/>
                  </a:lnTo>
                  <a:lnTo>
                    <a:pt x="1691" y="5216"/>
                  </a:lnTo>
                  <a:lnTo>
                    <a:pt x="1429" y="4882"/>
                  </a:lnTo>
                  <a:cubicBezTo>
                    <a:pt x="1418" y="4847"/>
                    <a:pt x="1394" y="4835"/>
                    <a:pt x="1382" y="4823"/>
                  </a:cubicBezTo>
                  <a:cubicBezTo>
                    <a:pt x="1351" y="4797"/>
                    <a:pt x="1313" y="4785"/>
                    <a:pt x="1277" y="4785"/>
                  </a:cubicBezTo>
                  <a:cubicBezTo>
                    <a:pt x="1229" y="4785"/>
                    <a:pt x="1183" y="4806"/>
                    <a:pt x="1156" y="4847"/>
                  </a:cubicBezTo>
                  <a:cubicBezTo>
                    <a:pt x="1120" y="4906"/>
                    <a:pt x="1120" y="4978"/>
                    <a:pt x="1156" y="5037"/>
                  </a:cubicBezTo>
                  <a:lnTo>
                    <a:pt x="1489" y="5442"/>
                  </a:lnTo>
                  <a:lnTo>
                    <a:pt x="1489" y="6156"/>
                  </a:lnTo>
                  <a:cubicBezTo>
                    <a:pt x="1489" y="6252"/>
                    <a:pt x="1560" y="6311"/>
                    <a:pt x="1632" y="6323"/>
                  </a:cubicBezTo>
                  <a:lnTo>
                    <a:pt x="1632" y="6942"/>
                  </a:lnTo>
                  <a:cubicBezTo>
                    <a:pt x="1632" y="7037"/>
                    <a:pt x="1715" y="7109"/>
                    <a:pt x="1799" y="7109"/>
                  </a:cubicBezTo>
                  <a:lnTo>
                    <a:pt x="1834" y="7109"/>
                  </a:lnTo>
                  <a:lnTo>
                    <a:pt x="1834" y="8764"/>
                  </a:lnTo>
                  <a:cubicBezTo>
                    <a:pt x="1834" y="8859"/>
                    <a:pt x="1906" y="8931"/>
                    <a:pt x="1989" y="8931"/>
                  </a:cubicBezTo>
                  <a:lnTo>
                    <a:pt x="2846" y="8931"/>
                  </a:lnTo>
                  <a:cubicBezTo>
                    <a:pt x="2930" y="8931"/>
                    <a:pt x="3001" y="8859"/>
                    <a:pt x="3001" y="8764"/>
                  </a:cubicBezTo>
                  <a:lnTo>
                    <a:pt x="3001" y="8145"/>
                  </a:lnTo>
                  <a:cubicBezTo>
                    <a:pt x="3001" y="8050"/>
                    <a:pt x="2930" y="7978"/>
                    <a:pt x="2846" y="7978"/>
                  </a:cubicBezTo>
                  <a:cubicBezTo>
                    <a:pt x="2751" y="7978"/>
                    <a:pt x="2680" y="8050"/>
                    <a:pt x="2680" y="8145"/>
                  </a:cubicBezTo>
                  <a:lnTo>
                    <a:pt x="2680" y="8597"/>
                  </a:lnTo>
                  <a:lnTo>
                    <a:pt x="2156" y="8597"/>
                  </a:lnTo>
                  <a:lnTo>
                    <a:pt x="2156" y="7109"/>
                  </a:lnTo>
                  <a:lnTo>
                    <a:pt x="2680" y="7109"/>
                  </a:lnTo>
                  <a:lnTo>
                    <a:pt x="2680" y="7502"/>
                  </a:lnTo>
                  <a:cubicBezTo>
                    <a:pt x="2680" y="7585"/>
                    <a:pt x="2751" y="7669"/>
                    <a:pt x="2846" y="7669"/>
                  </a:cubicBezTo>
                  <a:cubicBezTo>
                    <a:pt x="2930" y="7669"/>
                    <a:pt x="3001" y="7585"/>
                    <a:pt x="3001" y="7502"/>
                  </a:cubicBezTo>
                  <a:lnTo>
                    <a:pt x="3001" y="7109"/>
                  </a:lnTo>
                  <a:lnTo>
                    <a:pt x="3037" y="7109"/>
                  </a:lnTo>
                  <a:cubicBezTo>
                    <a:pt x="3120" y="7109"/>
                    <a:pt x="3203" y="7037"/>
                    <a:pt x="3203" y="6954"/>
                  </a:cubicBezTo>
                  <a:lnTo>
                    <a:pt x="3203" y="6323"/>
                  </a:lnTo>
                  <a:cubicBezTo>
                    <a:pt x="3287" y="6323"/>
                    <a:pt x="3346" y="6252"/>
                    <a:pt x="3346" y="6156"/>
                  </a:cubicBezTo>
                  <a:lnTo>
                    <a:pt x="3346" y="5442"/>
                  </a:lnTo>
                  <a:lnTo>
                    <a:pt x="4573" y="3942"/>
                  </a:lnTo>
                  <a:cubicBezTo>
                    <a:pt x="4597" y="3906"/>
                    <a:pt x="4597" y="3882"/>
                    <a:pt x="4597" y="3835"/>
                  </a:cubicBezTo>
                  <a:lnTo>
                    <a:pt x="4597" y="3239"/>
                  </a:lnTo>
                  <a:lnTo>
                    <a:pt x="4644" y="3239"/>
                  </a:lnTo>
                  <a:cubicBezTo>
                    <a:pt x="4727" y="3239"/>
                    <a:pt x="4811" y="3168"/>
                    <a:pt x="4811" y="3073"/>
                  </a:cubicBezTo>
                  <a:lnTo>
                    <a:pt x="4811" y="2263"/>
                  </a:lnTo>
                  <a:cubicBezTo>
                    <a:pt x="4775" y="2156"/>
                    <a:pt x="4704" y="2084"/>
                    <a:pt x="4620" y="2084"/>
                  </a:cubicBezTo>
                  <a:lnTo>
                    <a:pt x="4227" y="2084"/>
                  </a:lnTo>
                  <a:lnTo>
                    <a:pt x="4227" y="584"/>
                  </a:lnTo>
                  <a:cubicBezTo>
                    <a:pt x="4227" y="430"/>
                    <a:pt x="4168" y="287"/>
                    <a:pt x="4061" y="156"/>
                  </a:cubicBezTo>
                  <a:cubicBezTo>
                    <a:pt x="3954" y="60"/>
                    <a:pt x="3811" y="1"/>
                    <a:pt x="3644" y="1"/>
                  </a:cubicBezTo>
                  <a:cubicBezTo>
                    <a:pt x="3323" y="1"/>
                    <a:pt x="3061" y="263"/>
                    <a:pt x="3061" y="572"/>
                  </a:cubicBezTo>
                  <a:lnTo>
                    <a:pt x="3061" y="2084"/>
                  </a:lnTo>
                  <a:lnTo>
                    <a:pt x="1715" y="2084"/>
                  </a:lnTo>
                  <a:lnTo>
                    <a:pt x="1715" y="572"/>
                  </a:lnTo>
                  <a:cubicBezTo>
                    <a:pt x="1715" y="430"/>
                    <a:pt x="1656" y="275"/>
                    <a:pt x="1549" y="156"/>
                  </a:cubicBezTo>
                  <a:cubicBezTo>
                    <a:pt x="1441" y="60"/>
                    <a:pt x="1298"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65"/>
            <p:cNvSpPr/>
            <p:nvPr/>
          </p:nvSpPr>
          <p:spPr>
            <a:xfrm>
              <a:off x="1373667" y="1686935"/>
              <a:ext cx="66401" cy="10581"/>
            </a:xfrm>
            <a:custGeom>
              <a:avLst/>
              <a:gdLst/>
              <a:ahLst/>
              <a:cxnLst/>
              <a:rect l="l" t="t" r="r" b="b"/>
              <a:pathLst>
                <a:path w="2096" h="334" extrusionOk="0">
                  <a:moveTo>
                    <a:pt x="167" y="0"/>
                  </a:moveTo>
                  <a:cubicBezTo>
                    <a:pt x="84" y="0"/>
                    <a:pt x="0" y="72"/>
                    <a:pt x="0" y="167"/>
                  </a:cubicBezTo>
                  <a:cubicBezTo>
                    <a:pt x="0" y="250"/>
                    <a:pt x="84" y="333"/>
                    <a:pt x="167" y="333"/>
                  </a:cubicBezTo>
                  <a:lnTo>
                    <a:pt x="1929" y="333"/>
                  </a:lnTo>
                  <a:cubicBezTo>
                    <a:pt x="2012" y="333"/>
                    <a:pt x="2096" y="250"/>
                    <a:pt x="2096" y="167"/>
                  </a:cubicBezTo>
                  <a:cubicBezTo>
                    <a:pt x="2096" y="72"/>
                    <a:pt x="2012"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65"/>
            <p:cNvSpPr/>
            <p:nvPr/>
          </p:nvSpPr>
          <p:spPr>
            <a:xfrm>
              <a:off x="1518508" y="1536044"/>
              <a:ext cx="72452" cy="112812"/>
            </a:xfrm>
            <a:custGeom>
              <a:avLst/>
              <a:gdLst/>
              <a:ahLst/>
              <a:cxnLst/>
              <a:rect l="l" t="t" r="r" b="b"/>
              <a:pathLst>
                <a:path w="2287" h="3561" extrusionOk="0">
                  <a:moveTo>
                    <a:pt x="1596" y="334"/>
                  </a:moveTo>
                  <a:lnTo>
                    <a:pt x="1024" y="1084"/>
                  </a:lnTo>
                  <a:cubicBezTo>
                    <a:pt x="1000" y="1132"/>
                    <a:pt x="988" y="1203"/>
                    <a:pt x="1012" y="1251"/>
                  </a:cubicBezTo>
                  <a:cubicBezTo>
                    <a:pt x="1048" y="1310"/>
                    <a:pt x="1107" y="1346"/>
                    <a:pt x="1167" y="1346"/>
                  </a:cubicBezTo>
                  <a:lnTo>
                    <a:pt x="1774" y="1346"/>
                  </a:lnTo>
                  <a:lnTo>
                    <a:pt x="893" y="2370"/>
                  </a:lnTo>
                  <a:lnTo>
                    <a:pt x="1167" y="1775"/>
                  </a:lnTo>
                  <a:cubicBezTo>
                    <a:pt x="1191" y="1727"/>
                    <a:pt x="1179" y="1667"/>
                    <a:pt x="1155" y="1620"/>
                  </a:cubicBezTo>
                  <a:cubicBezTo>
                    <a:pt x="1119" y="1584"/>
                    <a:pt x="1072" y="1548"/>
                    <a:pt x="1012" y="1548"/>
                  </a:cubicBezTo>
                  <a:lnTo>
                    <a:pt x="453" y="1548"/>
                  </a:lnTo>
                  <a:lnTo>
                    <a:pt x="1155" y="334"/>
                  </a:lnTo>
                  <a:close/>
                  <a:moveTo>
                    <a:pt x="1048" y="1"/>
                  </a:moveTo>
                  <a:cubicBezTo>
                    <a:pt x="988" y="1"/>
                    <a:pt x="941" y="24"/>
                    <a:pt x="917" y="72"/>
                  </a:cubicBezTo>
                  <a:lnTo>
                    <a:pt x="36" y="1620"/>
                  </a:lnTo>
                  <a:cubicBezTo>
                    <a:pt x="0" y="1667"/>
                    <a:pt x="0" y="1727"/>
                    <a:pt x="36" y="1787"/>
                  </a:cubicBezTo>
                  <a:cubicBezTo>
                    <a:pt x="60" y="1834"/>
                    <a:pt x="107" y="1858"/>
                    <a:pt x="167" y="1858"/>
                  </a:cubicBezTo>
                  <a:lnTo>
                    <a:pt x="762" y="1858"/>
                  </a:lnTo>
                  <a:lnTo>
                    <a:pt x="95" y="3322"/>
                  </a:lnTo>
                  <a:cubicBezTo>
                    <a:pt x="60" y="3394"/>
                    <a:pt x="95" y="3477"/>
                    <a:pt x="155" y="3525"/>
                  </a:cubicBezTo>
                  <a:cubicBezTo>
                    <a:pt x="179" y="3537"/>
                    <a:pt x="215" y="3561"/>
                    <a:pt x="238" y="3561"/>
                  </a:cubicBezTo>
                  <a:cubicBezTo>
                    <a:pt x="286" y="3561"/>
                    <a:pt x="334" y="3537"/>
                    <a:pt x="357" y="3501"/>
                  </a:cubicBezTo>
                  <a:lnTo>
                    <a:pt x="2203" y="1275"/>
                  </a:lnTo>
                  <a:cubicBezTo>
                    <a:pt x="2262" y="1227"/>
                    <a:pt x="2286" y="1167"/>
                    <a:pt x="2250" y="1108"/>
                  </a:cubicBezTo>
                  <a:cubicBezTo>
                    <a:pt x="2227" y="1048"/>
                    <a:pt x="2167" y="1013"/>
                    <a:pt x="2108" y="1013"/>
                  </a:cubicBezTo>
                  <a:lnTo>
                    <a:pt x="1477" y="1013"/>
                  </a:lnTo>
                  <a:lnTo>
                    <a:pt x="2048" y="251"/>
                  </a:lnTo>
                  <a:cubicBezTo>
                    <a:pt x="2072" y="203"/>
                    <a:pt x="2084" y="132"/>
                    <a:pt x="2060" y="84"/>
                  </a:cubicBezTo>
                  <a:cubicBezTo>
                    <a:pt x="2024" y="24"/>
                    <a:pt x="1965" y="1"/>
                    <a:pt x="1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4" name="Google Shape;11674;p65"/>
          <p:cNvGrpSpPr/>
          <p:nvPr/>
        </p:nvGrpSpPr>
        <p:grpSpPr>
          <a:xfrm>
            <a:off x="7144274" y="1324814"/>
            <a:ext cx="282174" cy="355735"/>
            <a:chOff x="7144274" y="1500214"/>
            <a:chExt cx="282174" cy="355735"/>
          </a:xfrm>
        </p:grpSpPr>
        <p:sp>
          <p:nvSpPr>
            <p:cNvPr id="11675" name="Google Shape;11675;p65"/>
            <p:cNvSpPr/>
            <p:nvPr/>
          </p:nvSpPr>
          <p:spPr>
            <a:xfrm>
              <a:off x="7245745" y="1613375"/>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65"/>
            <p:cNvSpPr/>
            <p:nvPr/>
          </p:nvSpPr>
          <p:spPr>
            <a:xfrm>
              <a:off x="7313635" y="1613375"/>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65"/>
            <p:cNvSpPr/>
            <p:nvPr/>
          </p:nvSpPr>
          <p:spPr>
            <a:xfrm>
              <a:off x="7262345" y="1653070"/>
              <a:ext cx="45302" cy="16157"/>
            </a:xfrm>
            <a:custGeom>
              <a:avLst/>
              <a:gdLst/>
              <a:ahLst/>
              <a:cxnLst/>
              <a:rect l="l" t="t" r="r" b="b"/>
              <a:pathLst>
                <a:path w="1430" h="510" extrusionOk="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65"/>
            <p:cNvSpPr/>
            <p:nvPr/>
          </p:nvSpPr>
          <p:spPr>
            <a:xfrm>
              <a:off x="7144274" y="1500214"/>
              <a:ext cx="282174" cy="355735"/>
            </a:xfrm>
            <a:custGeom>
              <a:avLst/>
              <a:gdLst/>
              <a:ahLst/>
              <a:cxnLst/>
              <a:rect l="l" t="t" r="r" b="b"/>
              <a:pathLst>
                <a:path w="8907" h="11229" extrusionOk="0">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65"/>
            <p:cNvSpPr/>
            <p:nvPr/>
          </p:nvSpPr>
          <p:spPr>
            <a:xfrm>
              <a:off x="7239726" y="1594081"/>
              <a:ext cx="22651" cy="12165"/>
            </a:xfrm>
            <a:custGeom>
              <a:avLst/>
              <a:gdLst/>
              <a:ahLst/>
              <a:cxnLst/>
              <a:rect l="l" t="t" r="r" b="b"/>
              <a:pathLst>
                <a:path w="715" h="384" extrusionOk="0">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65"/>
            <p:cNvSpPr/>
            <p:nvPr/>
          </p:nvSpPr>
          <p:spPr>
            <a:xfrm>
              <a:off x="7307616" y="1594462"/>
              <a:ext cx="22651" cy="12514"/>
            </a:xfrm>
            <a:custGeom>
              <a:avLst/>
              <a:gdLst/>
              <a:ahLst/>
              <a:cxnLst/>
              <a:rect l="l" t="t" r="r" b="b"/>
              <a:pathLst>
                <a:path w="715" h="395" extrusionOk="0">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1" name="Google Shape;11681;p65"/>
          <p:cNvGrpSpPr/>
          <p:nvPr/>
        </p:nvGrpSpPr>
        <p:grpSpPr>
          <a:xfrm>
            <a:off x="6685262" y="1324814"/>
            <a:ext cx="289682" cy="354594"/>
            <a:chOff x="6685262" y="1500214"/>
            <a:chExt cx="289682" cy="354594"/>
          </a:xfrm>
        </p:grpSpPr>
        <p:sp>
          <p:nvSpPr>
            <p:cNvPr id="11682" name="Google Shape;11682;p65"/>
            <p:cNvSpPr/>
            <p:nvPr/>
          </p:nvSpPr>
          <p:spPr>
            <a:xfrm>
              <a:off x="6685262" y="1500214"/>
              <a:ext cx="289682" cy="354594"/>
            </a:xfrm>
            <a:custGeom>
              <a:avLst/>
              <a:gdLst/>
              <a:ahLst/>
              <a:cxnLst/>
              <a:rect l="l" t="t" r="r" b="b"/>
              <a:pathLst>
                <a:path w="9144" h="11193" extrusionOk="0">
                  <a:moveTo>
                    <a:pt x="7037" y="3310"/>
                  </a:moveTo>
                  <a:lnTo>
                    <a:pt x="7037" y="3322"/>
                  </a:lnTo>
                  <a:lnTo>
                    <a:pt x="7037" y="3691"/>
                  </a:lnTo>
                  <a:lnTo>
                    <a:pt x="6846" y="3691"/>
                  </a:lnTo>
                  <a:cubicBezTo>
                    <a:pt x="6739" y="3691"/>
                    <a:pt x="6656" y="3608"/>
                    <a:pt x="6656" y="3501"/>
                  </a:cubicBezTo>
                  <a:lnTo>
                    <a:pt x="6656" y="3310"/>
                  </a:lnTo>
                  <a:close/>
                  <a:moveTo>
                    <a:pt x="2465" y="3322"/>
                  </a:moveTo>
                  <a:lnTo>
                    <a:pt x="2465" y="3513"/>
                  </a:lnTo>
                  <a:cubicBezTo>
                    <a:pt x="2465" y="3620"/>
                    <a:pt x="2381" y="3703"/>
                    <a:pt x="2274" y="3703"/>
                  </a:cubicBezTo>
                  <a:lnTo>
                    <a:pt x="2096" y="3703"/>
                  </a:lnTo>
                  <a:lnTo>
                    <a:pt x="2096" y="3691"/>
                  </a:lnTo>
                  <a:lnTo>
                    <a:pt x="2096" y="3322"/>
                  </a:lnTo>
                  <a:close/>
                  <a:moveTo>
                    <a:pt x="4596" y="370"/>
                  </a:moveTo>
                  <a:lnTo>
                    <a:pt x="8453" y="2989"/>
                  </a:lnTo>
                  <a:lnTo>
                    <a:pt x="3691" y="2989"/>
                  </a:lnTo>
                  <a:cubicBezTo>
                    <a:pt x="3596" y="2989"/>
                    <a:pt x="3524" y="3072"/>
                    <a:pt x="3524" y="3156"/>
                  </a:cubicBezTo>
                  <a:cubicBezTo>
                    <a:pt x="3524" y="3251"/>
                    <a:pt x="3596" y="3322"/>
                    <a:pt x="3691" y="3322"/>
                  </a:cubicBezTo>
                  <a:lnTo>
                    <a:pt x="6334" y="3322"/>
                  </a:lnTo>
                  <a:lnTo>
                    <a:pt x="6334" y="3513"/>
                  </a:lnTo>
                  <a:cubicBezTo>
                    <a:pt x="6334" y="3799"/>
                    <a:pt x="6572" y="4037"/>
                    <a:pt x="6858" y="4037"/>
                  </a:cubicBezTo>
                  <a:lnTo>
                    <a:pt x="7120" y="4037"/>
                  </a:lnTo>
                  <a:cubicBezTo>
                    <a:pt x="7203" y="4037"/>
                    <a:pt x="7275" y="4061"/>
                    <a:pt x="7334" y="4120"/>
                  </a:cubicBezTo>
                  <a:cubicBezTo>
                    <a:pt x="7394" y="4180"/>
                    <a:pt x="7406" y="4263"/>
                    <a:pt x="7406" y="4334"/>
                  </a:cubicBezTo>
                  <a:cubicBezTo>
                    <a:pt x="7394" y="4465"/>
                    <a:pt x="7263" y="4584"/>
                    <a:pt x="7108" y="4584"/>
                  </a:cubicBezTo>
                  <a:lnTo>
                    <a:pt x="7037" y="4584"/>
                  </a:lnTo>
                  <a:lnTo>
                    <a:pt x="7037" y="4572"/>
                  </a:lnTo>
                  <a:cubicBezTo>
                    <a:pt x="7037" y="4477"/>
                    <a:pt x="6965" y="4406"/>
                    <a:pt x="6870" y="4406"/>
                  </a:cubicBezTo>
                  <a:cubicBezTo>
                    <a:pt x="6787" y="4406"/>
                    <a:pt x="6715" y="4477"/>
                    <a:pt x="6715" y="4572"/>
                  </a:cubicBezTo>
                  <a:cubicBezTo>
                    <a:pt x="6715" y="5692"/>
                    <a:pt x="5846" y="6597"/>
                    <a:pt x="4763" y="6680"/>
                  </a:cubicBezTo>
                  <a:lnTo>
                    <a:pt x="4763" y="6501"/>
                  </a:lnTo>
                  <a:cubicBezTo>
                    <a:pt x="4763" y="6418"/>
                    <a:pt x="4691" y="6347"/>
                    <a:pt x="4596" y="6347"/>
                  </a:cubicBezTo>
                  <a:cubicBezTo>
                    <a:pt x="4512" y="6347"/>
                    <a:pt x="4429" y="6418"/>
                    <a:pt x="4429" y="6501"/>
                  </a:cubicBezTo>
                  <a:lnTo>
                    <a:pt x="4429" y="6680"/>
                  </a:lnTo>
                  <a:cubicBezTo>
                    <a:pt x="3346" y="6597"/>
                    <a:pt x="2488" y="5692"/>
                    <a:pt x="2488" y="4572"/>
                  </a:cubicBezTo>
                  <a:cubicBezTo>
                    <a:pt x="2488" y="4477"/>
                    <a:pt x="2405" y="4406"/>
                    <a:pt x="2322" y="4406"/>
                  </a:cubicBezTo>
                  <a:cubicBezTo>
                    <a:pt x="2226" y="4406"/>
                    <a:pt x="2155" y="4477"/>
                    <a:pt x="2155" y="4572"/>
                  </a:cubicBezTo>
                  <a:lnTo>
                    <a:pt x="2155" y="4584"/>
                  </a:lnTo>
                  <a:lnTo>
                    <a:pt x="2048" y="4584"/>
                  </a:lnTo>
                  <a:cubicBezTo>
                    <a:pt x="1976" y="4584"/>
                    <a:pt x="1905" y="4561"/>
                    <a:pt x="1845" y="4501"/>
                  </a:cubicBezTo>
                  <a:cubicBezTo>
                    <a:pt x="1786" y="4442"/>
                    <a:pt x="1774" y="4358"/>
                    <a:pt x="1774" y="4287"/>
                  </a:cubicBezTo>
                  <a:cubicBezTo>
                    <a:pt x="1786" y="4156"/>
                    <a:pt x="1917" y="4037"/>
                    <a:pt x="2072" y="4037"/>
                  </a:cubicBezTo>
                  <a:lnTo>
                    <a:pt x="2310" y="4037"/>
                  </a:lnTo>
                  <a:cubicBezTo>
                    <a:pt x="2584" y="4037"/>
                    <a:pt x="2822" y="3799"/>
                    <a:pt x="2822" y="3513"/>
                  </a:cubicBezTo>
                  <a:lnTo>
                    <a:pt x="2822" y="3322"/>
                  </a:lnTo>
                  <a:lnTo>
                    <a:pt x="3024" y="3322"/>
                  </a:lnTo>
                  <a:cubicBezTo>
                    <a:pt x="3108" y="3322"/>
                    <a:pt x="3179" y="3251"/>
                    <a:pt x="3179" y="3156"/>
                  </a:cubicBezTo>
                  <a:cubicBezTo>
                    <a:pt x="3179" y="3072"/>
                    <a:pt x="3108" y="2989"/>
                    <a:pt x="3024" y="2989"/>
                  </a:cubicBezTo>
                  <a:lnTo>
                    <a:pt x="738" y="2989"/>
                  </a:lnTo>
                  <a:lnTo>
                    <a:pt x="4596" y="370"/>
                  </a:lnTo>
                  <a:close/>
                  <a:moveTo>
                    <a:pt x="5632" y="6763"/>
                  </a:moveTo>
                  <a:lnTo>
                    <a:pt x="5632" y="7144"/>
                  </a:lnTo>
                  <a:cubicBezTo>
                    <a:pt x="5644" y="7430"/>
                    <a:pt x="5798" y="7668"/>
                    <a:pt x="6060" y="7787"/>
                  </a:cubicBezTo>
                  <a:cubicBezTo>
                    <a:pt x="5977" y="7978"/>
                    <a:pt x="5858" y="8156"/>
                    <a:pt x="5715" y="8311"/>
                  </a:cubicBezTo>
                  <a:cubicBezTo>
                    <a:pt x="5655" y="8371"/>
                    <a:pt x="5655" y="8466"/>
                    <a:pt x="5715" y="8549"/>
                  </a:cubicBezTo>
                  <a:cubicBezTo>
                    <a:pt x="5739" y="8573"/>
                    <a:pt x="5786" y="8585"/>
                    <a:pt x="5834" y="8585"/>
                  </a:cubicBezTo>
                  <a:cubicBezTo>
                    <a:pt x="5882" y="8585"/>
                    <a:pt x="5917" y="8573"/>
                    <a:pt x="5953" y="8549"/>
                  </a:cubicBezTo>
                  <a:cubicBezTo>
                    <a:pt x="6132" y="8347"/>
                    <a:pt x="6275" y="8132"/>
                    <a:pt x="6370" y="7894"/>
                  </a:cubicBezTo>
                  <a:lnTo>
                    <a:pt x="6727" y="7990"/>
                  </a:lnTo>
                  <a:cubicBezTo>
                    <a:pt x="6572" y="8394"/>
                    <a:pt x="6310" y="8763"/>
                    <a:pt x="5953" y="9037"/>
                  </a:cubicBezTo>
                  <a:cubicBezTo>
                    <a:pt x="5548" y="9335"/>
                    <a:pt x="5072" y="9502"/>
                    <a:pt x="4572" y="9502"/>
                  </a:cubicBezTo>
                  <a:cubicBezTo>
                    <a:pt x="4072" y="9502"/>
                    <a:pt x="3596" y="9335"/>
                    <a:pt x="3203" y="9049"/>
                  </a:cubicBezTo>
                  <a:cubicBezTo>
                    <a:pt x="2846" y="8787"/>
                    <a:pt x="2572" y="8406"/>
                    <a:pt x="2405" y="8013"/>
                  </a:cubicBezTo>
                  <a:lnTo>
                    <a:pt x="2762" y="7906"/>
                  </a:lnTo>
                  <a:cubicBezTo>
                    <a:pt x="2905" y="8252"/>
                    <a:pt x="3119" y="8549"/>
                    <a:pt x="3405" y="8752"/>
                  </a:cubicBezTo>
                  <a:cubicBezTo>
                    <a:pt x="3739" y="9002"/>
                    <a:pt x="4131" y="9144"/>
                    <a:pt x="4548" y="9144"/>
                  </a:cubicBezTo>
                  <a:cubicBezTo>
                    <a:pt x="4822" y="9144"/>
                    <a:pt x="5072" y="9085"/>
                    <a:pt x="5322" y="8978"/>
                  </a:cubicBezTo>
                  <a:cubicBezTo>
                    <a:pt x="5417" y="8942"/>
                    <a:pt x="5441" y="8847"/>
                    <a:pt x="5417" y="8752"/>
                  </a:cubicBezTo>
                  <a:cubicBezTo>
                    <a:pt x="5391" y="8690"/>
                    <a:pt x="5332" y="8654"/>
                    <a:pt x="5265" y="8654"/>
                  </a:cubicBezTo>
                  <a:cubicBezTo>
                    <a:pt x="5241" y="8654"/>
                    <a:pt x="5216" y="8659"/>
                    <a:pt x="5191" y="8668"/>
                  </a:cubicBezTo>
                  <a:cubicBezTo>
                    <a:pt x="4989" y="8752"/>
                    <a:pt x="4774" y="8799"/>
                    <a:pt x="4548" y="8799"/>
                  </a:cubicBezTo>
                  <a:cubicBezTo>
                    <a:pt x="3893" y="8799"/>
                    <a:pt x="3322" y="8394"/>
                    <a:pt x="3084" y="7799"/>
                  </a:cubicBezTo>
                  <a:cubicBezTo>
                    <a:pt x="3334" y="7692"/>
                    <a:pt x="3500" y="7442"/>
                    <a:pt x="3500" y="7180"/>
                  </a:cubicBezTo>
                  <a:lnTo>
                    <a:pt x="3500" y="6787"/>
                  </a:lnTo>
                  <a:cubicBezTo>
                    <a:pt x="3774" y="6918"/>
                    <a:pt x="4072" y="7013"/>
                    <a:pt x="4405" y="7025"/>
                  </a:cubicBezTo>
                  <a:lnTo>
                    <a:pt x="4405" y="7573"/>
                  </a:lnTo>
                  <a:cubicBezTo>
                    <a:pt x="4405" y="7668"/>
                    <a:pt x="4477" y="7740"/>
                    <a:pt x="4560" y="7740"/>
                  </a:cubicBezTo>
                  <a:cubicBezTo>
                    <a:pt x="4655" y="7740"/>
                    <a:pt x="4727" y="7668"/>
                    <a:pt x="4727" y="7573"/>
                  </a:cubicBezTo>
                  <a:lnTo>
                    <a:pt x="4727" y="7001"/>
                  </a:lnTo>
                  <a:cubicBezTo>
                    <a:pt x="5060" y="6978"/>
                    <a:pt x="5358" y="6894"/>
                    <a:pt x="5632" y="6763"/>
                  </a:cubicBezTo>
                  <a:close/>
                  <a:moveTo>
                    <a:pt x="4562" y="0"/>
                  </a:moveTo>
                  <a:cubicBezTo>
                    <a:pt x="4530" y="0"/>
                    <a:pt x="4501" y="12"/>
                    <a:pt x="4477" y="36"/>
                  </a:cubicBezTo>
                  <a:lnTo>
                    <a:pt x="83" y="3025"/>
                  </a:lnTo>
                  <a:cubicBezTo>
                    <a:pt x="24" y="3072"/>
                    <a:pt x="0" y="3144"/>
                    <a:pt x="24" y="3203"/>
                  </a:cubicBezTo>
                  <a:cubicBezTo>
                    <a:pt x="60" y="3263"/>
                    <a:pt x="119" y="3322"/>
                    <a:pt x="191" y="3322"/>
                  </a:cubicBezTo>
                  <a:lnTo>
                    <a:pt x="1786" y="3322"/>
                  </a:lnTo>
                  <a:lnTo>
                    <a:pt x="1786" y="3751"/>
                  </a:lnTo>
                  <a:cubicBezTo>
                    <a:pt x="1584" y="3846"/>
                    <a:pt x="1453" y="4025"/>
                    <a:pt x="1441" y="4227"/>
                  </a:cubicBezTo>
                  <a:cubicBezTo>
                    <a:pt x="1429" y="4394"/>
                    <a:pt x="1488" y="4572"/>
                    <a:pt x="1584" y="4692"/>
                  </a:cubicBezTo>
                  <a:cubicBezTo>
                    <a:pt x="1703" y="4811"/>
                    <a:pt x="1869" y="4882"/>
                    <a:pt x="2036" y="4882"/>
                  </a:cubicBezTo>
                  <a:lnTo>
                    <a:pt x="2155" y="4882"/>
                  </a:lnTo>
                  <a:cubicBezTo>
                    <a:pt x="2238" y="5573"/>
                    <a:pt x="2631" y="6180"/>
                    <a:pt x="3179" y="6549"/>
                  </a:cubicBezTo>
                  <a:lnTo>
                    <a:pt x="3179" y="7132"/>
                  </a:lnTo>
                  <a:cubicBezTo>
                    <a:pt x="3179" y="7299"/>
                    <a:pt x="3072" y="7430"/>
                    <a:pt x="2929" y="7478"/>
                  </a:cubicBezTo>
                  <a:lnTo>
                    <a:pt x="1203" y="7978"/>
                  </a:lnTo>
                  <a:cubicBezTo>
                    <a:pt x="607" y="8156"/>
                    <a:pt x="202" y="8704"/>
                    <a:pt x="202" y="9323"/>
                  </a:cubicBezTo>
                  <a:lnTo>
                    <a:pt x="202" y="11026"/>
                  </a:lnTo>
                  <a:cubicBezTo>
                    <a:pt x="202" y="11121"/>
                    <a:pt x="274" y="11192"/>
                    <a:pt x="369" y="11192"/>
                  </a:cubicBezTo>
                  <a:cubicBezTo>
                    <a:pt x="452" y="11192"/>
                    <a:pt x="536" y="11121"/>
                    <a:pt x="536" y="11026"/>
                  </a:cubicBezTo>
                  <a:lnTo>
                    <a:pt x="536" y="9323"/>
                  </a:lnTo>
                  <a:cubicBezTo>
                    <a:pt x="536" y="8847"/>
                    <a:pt x="845" y="8430"/>
                    <a:pt x="1286" y="8287"/>
                  </a:cubicBezTo>
                  <a:lnTo>
                    <a:pt x="2107" y="8049"/>
                  </a:lnTo>
                  <a:cubicBezTo>
                    <a:pt x="2286" y="8549"/>
                    <a:pt x="2596" y="8966"/>
                    <a:pt x="3012" y="9275"/>
                  </a:cubicBezTo>
                  <a:cubicBezTo>
                    <a:pt x="3429" y="9585"/>
                    <a:pt x="3905" y="9752"/>
                    <a:pt x="4417" y="9776"/>
                  </a:cubicBezTo>
                  <a:lnTo>
                    <a:pt x="4417" y="11026"/>
                  </a:lnTo>
                  <a:cubicBezTo>
                    <a:pt x="4417" y="11121"/>
                    <a:pt x="4489" y="11192"/>
                    <a:pt x="4584" y="11192"/>
                  </a:cubicBezTo>
                  <a:cubicBezTo>
                    <a:pt x="4667" y="11192"/>
                    <a:pt x="4739" y="11121"/>
                    <a:pt x="4739" y="11026"/>
                  </a:cubicBezTo>
                  <a:lnTo>
                    <a:pt x="4739" y="9776"/>
                  </a:lnTo>
                  <a:cubicBezTo>
                    <a:pt x="5263" y="9752"/>
                    <a:pt x="5739" y="9573"/>
                    <a:pt x="6156" y="9252"/>
                  </a:cubicBezTo>
                  <a:cubicBezTo>
                    <a:pt x="6560" y="8942"/>
                    <a:pt x="6870" y="8525"/>
                    <a:pt x="7049" y="8049"/>
                  </a:cubicBezTo>
                  <a:lnTo>
                    <a:pt x="7870" y="8287"/>
                  </a:lnTo>
                  <a:cubicBezTo>
                    <a:pt x="8311" y="8418"/>
                    <a:pt x="8632" y="8835"/>
                    <a:pt x="8632" y="9311"/>
                  </a:cubicBezTo>
                  <a:lnTo>
                    <a:pt x="8632" y="11026"/>
                  </a:lnTo>
                  <a:cubicBezTo>
                    <a:pt x="8632" y="11121"/>
                    <a:pt x="8703" y="11192"/>
                    <a:pt x="8787" y="11192"/>
                  </a:cubicBezTo>
                  <a:cubicBezTo>
                    <a:pt x="8882" y="11192"/>
                    <a:pt x="8954" y="11121"/>
                    <a:pt x="8954" y="11026"/>
                  </a:cubicBezTo>
                  <a:lnTo>
                    <a:pt x="8954" y="9311"/>
                  </a:lnTo>
                  <a:cubicBezTo>
                    <a:pt x="8954" y="8704"/>
                    <a:pt x="8537" y="8156"/>
                    <a:pt x="7953" y="7978"/>
                  </a:cubicBezTo>
                  <a:lnTo>
                    <a:pt x="6227" y="7466"/>
                  </a:lnTo>
                  <a:cubicBezTo>
                    <a:pt x="6084" y="7430"/>
                    <a:pt x="5977" y="7275"/>
                    <a:pt x="5977" y="7132"/>
                  </a:cubicBezTo>
                  <a:lnTo>
                    <a:pt x="5977" y="6549"/>
                  </a:lnTo>
                  <a:cubicBezTo>
                    <a:pt x="6525" y="6156"/>
                    <a:pt x="6918" y="5561"/>
                    <a:pt x="7001" y="4882"/>
                  </a:cubicBezTo>
                  <a:lnTo>
                    <a:pt x="7108" y="4882"/>
                  </a:lnTo>
                  <a:cubicBezTo>
                    <a:pt x="7441" y="4882"/>
                    <a:pt x="7703" y="4644"/>
                    <a:pt x="7739" y="4346"/>
                  </a:cubicBezTo>
                  <a:cubicBezTo>
                    <a:pt x="7751" y="4180"/>
                    <a:pt x="7691" y="4001"/>
                    <a:pt x="7584" y="3882"/>
                  </a:cubicBezTo>
                  <a:cubicBezTo>
                    <a:pt x="7525" y="3822"/>
                    <a:pt x="7465" y="3775"/>
                    <a:pt x="7394" y="3739"/>
                  </a:cubicBezTo>
                  <a:lnTo>
                    <a:pt x="7394" y="3299"/>
                  </a:lnTo>
                  <a:lnTo>
                    <a:pt x="8989" y="3299"/>
                  </a:lnTo>
                  <a:cubicBezTo>
                    <a:pt x="9061" y="3299"/>
                    <a:pt x="9120" y="3263"/>
                    <a:pt x="9144" y="3179"/>
                  </a:cubicBezTo>
                  <a:cubicBezTo>
                    <a:pt x="9132" y="3132"/>
                    <a:pt x="9108" y="3048"/>
                    <a:pt x="9049" y="3025"/>
                  </a:cubicBezTo>
                  <a:lnTo>
                    <a:pt x="4655" y="36"/>
                  </a:lnTo>
                  <a:cubicBezTo>
                    <a:pt x="4626" y="12"/>
                    <a:pt x="4593" y="0"/>
                    <a:pt x="4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65"/>
            <p:cNvSpPr/>
            <p:nvPr/>
          </p:nvSpPr>
          <p:spPr>
            <a:xfrm>
              <a:off x="6792372" y="1655984"/>
              <a:ext cx="76222" cy="38143"/>
            </a:xfrm>
            <a:custGeom>
              <a:avLst/>
              <a:gdLst/>
              <a:ahLst/>
              <a:cxnLst/>
              <a:rect l="l" t="t" r="r" b="b"/>
              <a:pathLst>
                <a:path w="2406" h="1204" extrusionOk="0">
                  <a:moveTo>
                    <a:pt x="989" y="334"/>
                  </a:moveTo>
                  <a:cubicBezTo>
                    <a:pt x="917" y="441"/>
                    <a:pt x="798" y="537"/>
                    <a:pt x="667" y="537"/>
                  </a:cubicBezTo>
                  <a:lnTo>
                    <a:pt x="334" y="537"/>
                  </a:lnTo>
                  <a:cubicBezTo>
                    <a:pt x="393" y="417"/>
                    <a:pt x="512" y="334"/>
                    <a:pt x="667" y="334"/>
                  </a:cubicBezTo>
                  <a:close/>
                  <a:moveTo>
                    <a:pt x="1727" y="334"/>
                  </a:moveTo>
                  <a:cubicBezTo>
                    <a:pt x="1858" y="334"/>
                    <a:pt x="1989" y="417"/>
                    <a:pt x="2048" y="537"/>
                  </a:cubicBezTo>
                  <a:lnTo>
                    <a:pt x="1727" y="537"/>
                  </a:lnTo>
                  <a:cubicBezTo>
                    <a:pt x="1584" y="537"/>
                    <a:pt x="1453" y="453"/>
                    <a:pt x="1393" y="334"/>
                  </a:cubicBezTo>
                  <a:close/>
                  <a:moveTo>
                    <a:pt x="679" y="1"/>
                  </a:moveTo>
                  <a:cubicBezTo>
                    <a:pt x="298" y="1"/>
                    <a:pt x="0" y="310"/>
                    <a:pt x="0" y="679"/>
                  </a:cubicBezTo>
                  <a:lnTo>
                    <a:pt x="0" y="1037"/>
                  </a:lnTo>
                  <a:cubicBezTo>
                    <a:pt x="0" y="1132"/>
                    <a:pt x="72" y="1203"/>
                    <a:pt x="155" y="1203"/>
                  </a:cubicBezTo>
                  <a:cubicBezTo>
                    <a:pt x="250" y="1203"/>
                    <a:pt x="322" y="1132"/>
                    <a:pt x="322" y="1037"/>
                  </a:cubicBezTo>
                  <a:lnTo>
                    <a:pt x="322" y="846"/>
                  </a:lnTo>
                  <a:lnTo>
                    <a:pt x="679" y="846"/>
                  </a:lnTo>
                  <a:cubicBezTo>
                    <a:pt x="893" y="846"/>
                    <a:pt x="1084" y="751"/>
                    <a:pt x="1203" y="608"/>
                  </a:cubicBezTo>
                  <a:cubicBezTo>
                    <a:pt x="1334" y="751"/>
                    <a:pt x="1512" y="846"/>
                    <a:pt x="1727" y="846"/>
                  </a:cubicBezTo>
                  <a:lnTo>
                    <a:pt x="2084" y="846"/>
                  </a:lnTo>
                  <a:lnTo>
                    <a:pt x="2084" y="1037"/>
                  </a:lnTo>
                  <a:cubicBezTo>
                    <a:pt x="2084" y="1132"/>
                    <a:pt x="2155" y="1203"/>
                    <a:pt x="2239" y="1203"/>
                  </a:cubicBezTo>
                  <a:cubicBezTo>
                    <a:pt x="2334" y="1203"/>
                    <a:pt x="2405" y="1132"/>
                    <a:pt x="2405" y="1037"/>
                  </a:cubicBezTo>
                  <a:lnTo>
                    <a:pt x="2405" y="679"/>
                  </a:lnTo>
                  <a:cubicBezTo>
                    <a:pt x="2405" y="310"/>
                    <a:pt x="2096"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65"/>
            <p:cNvSpPr/>
            <p:nvPr/>
          </p:nvSpPr>
          <p:spPr>
            <a:xfrm>
              <a:off x="6785593" y="1622815"/>
              <a:ext cx="21891" cy="10581"/>
            </a:xfrm>
            <a:custGeom>
              <a:avLst/>
              <a:gdLst/>
              <a:ahLst/>
              <a:cxnLst/>
              <a:rect l="l" t="t" r="r" b="b"/>
              <a:pathLst>
                <a:path w="691" h="334" extrusionOk="0">
                  <a:moveTo>
                    <a:pt x="167" y="0"/>
                  </a:moveTo>
                  <a:cubicBezTo>
                    <a:pt x="72" y="0"/>
                    <a:pt x="0" y="71"/>
                    <a:pt x="0" y="167"/>
                  </a:cubicBezTo>
                  <a:cubicBezTo>
                    <a:pt x="0" y="250"/>
                    <a:pt x="72" y="333"/>
                    <a:pt x="167" y="333"/>
                  </a:cubicBezTo>
                  <a:lnTo>
                    <a:pt x="524" y="333"/>
                  </a:lnTo>
                  <a:cubicBezTo>
                    <a:pt x="607" y="333"/>
                    <a:pt x="679" y="250"/>
                    <a:pt x="679" y="167"/>
                  </a:cubicBezTo>
                  <a:cubicBezTo>
                    <a:pt x="691" y="71"/>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65"/>
            <p:cNvSpPr/>
            <p:nvPr/>
          </p:nvSpPr>
          <p:spPr>
            <a:xfrm>
              <a:off x="6852723" y="1622815"/>
              <a:ext cx="21542" cy="10581"/>
            </a:xfrm>
            <a:custGeom>
              <a:avLst/>
              <a:gdLst/>
              <a:ahLst/>
              <a:cxnLst/>
              <a:rect l="l" t="t" r="r" b="b"/>
              <a:pathLst>
                <a:path w="680" h="334" extrusionOk="0">
                  <a:moveTo>
                    <a:pt x="155" y="0"/>
                  </a:moveTo>
                  <a:cubicBezTo>
                    <a:pt x="72" y="0"/>
                    <a:pt x="0" y="71"/>
                    <a:pt x="0" y="167"/>
                  </a:cubicBezTo>
                  <a:cubicBezTo>
                    <a:pt x="0" y="250"/>
                    <a:pt x="72" y="333"/>
                    <a:pt x="155" y="333"/>
                  </a:cubicBezTo>
                  <a:lnTo>
                    <a:pt x="512" y="333"/>
                  </a:lnTo>
                  <a:cubicBezTo>
                    <a:pt x="608" y="333"/>
                    <a:pt x="679" y="250"/>
                    <a:pt x="679" y="167"/>
                  </a:cubicBezTo>
                  <a:cubicBezTo>
                    <a:pt x="679" y="71"/>
                    <a:pt x="60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6" name="Google Shape;11686;p65"/>
          <p:cNvGrpSpPr/>
          <p:nvPr/>
        </p:nvGrpSpPr>
        <p:grpSpPr>
          <a:xfrm>
            <a:off x="6200938" y="1325194"/>
            <a:ext cx="322154" cy="355355"/>
            <a:chOff x="6200938" y="1500594"/>
            <a:chExt cx="322154" cy="355355"/>
          </a:xfrm>
        </p:grpSpPr>
        <p:sp>
          <p:nvSpPr>
            <p:cNvPr id="11687" name="Google Shape;11687;p65"/>
            <p:cNvSpPr/>
            <p:nvPr/>
          </p:nvSpPr>
          <p:spPr>
            <a:xfrm>
              <a:off x="6325789" y="1605835"/>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62" y="512"/>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65"/>
            <p:cNvSpPr/>
            <p:nvPr/>
          </p:nvSpPr>
          <p:spPr>
            <a:xfrm>
              <a:off x="6387280" y="1605835"/>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65"/>
            <p:cNvSpPr/>
            <p:nvPr/>
          </p:nvSpPr>
          <p:spPr>
            <a:xfrm>
              <a:off x="6345779" y="1650725"/>
              <a:ext cx="32472" cy="10201"/>
            </a:xfrm>
            <a:custGeom>
              <a:avLst/>
              <a:gdLst/>
              <a:ahLst/>
              <a:cxnLst/>
              <a:rect l="l" t="t" r="r" b="b"/>
              <a:pathLst>
                <a:path w="1025" h="322" extrusionOk="0">
                  <a:moveTo>
                    <a:pt x="167" y="0"/>
                  </a:moveTo>
                  <a:cubicBezTo>
                    <a:pt x="72" y="0"/>
                    <a:pt x="0" y="72"/>
                    <a:pt x="0" y="167"/>
                  </a:cubicBezTo>
                  <a:cubicBezTo>
                    <a:pt x="0" y="250"/>
                    <a:pt x="72" y="322"/>
                    <a:pt x="167" y="322"/>
                  </a:cubicBezTo>
                  <a:lnTo>
                    <a:pt x="858" y="322"/>
                  </a:lnTo>
                  <a:cubicBezTo>
                    <a:pt x="953" y="322"/>
                    <a:pt x="1024" y="250"/>
                    <a:pt x="1024" y="167"/>
                  </a:cubicBezTo>
                  <a:cubicBezTo>
                    <a:pt x="1024" y="72"/>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65"/>
            <p:cNvSpPr/>
            <p:nvPr/>
          </p:nvSpPr>
          <p:spPr>
            <a:xfrm>
              <a:off x="6200938" y="1500594"/>
              <a:ext cx="322154" cy="355355"/>
            </a:xfrm>
            <a:custGeom>
              <a:avLst/>
              <a:gdLst/>
              <a:ahLst/>
              <a:cxnLst/>
              <a:rect l="l" t="t" r="r" b="b"/>
              <a:pathLst>
                <a:path w="10169" h="11217" extrusionOk="0">
                  <a:moveTo>
                    <a:pt x="5072" y="322"/>
                  </a:moveTo>
                  <a:cubicBezTo>
                    <a:pt x="5251" y="322"/>
                    <a:pt x="5442" y="334"/>
                    <a:pt x="5608" y="381"/>
                  </a:cubicBezTo>
                  <a:lnTo>
                    <a:pt x="5608" y="1727"/>
                  </a:lnTo>
                  <a:cubicBezTo>
                    <a:pt x="5608" y="1822"/>
                    <a:pt x="5680" y="1893"/>
                    <a:pt x="5775" y="1893"/>
                  </a:cubicBezTo>
                  <a:cubicBezTo>
                    <a:pt x="5858" y="1893"/>
                    <a:pt x="5942" y="1822"/>
                    <a:pt x="5942" y="1727"/>
                  </a:cubicBezTo>
                  <a:lnTo>
                    <a:pt x="5942" y="465"/>
                  </a:lnTo>
                  <a:cubicBezTo>
                    <a:pt x="6835" y="798"/>
                    <a:pt x="7466" y="1632"/>
                    <a:pt x="7525" y="2608"/>
                  </a:cubicBezTo>
                  <a:lnTo>
                    <a:pt x="5942" y="2608"/>
                  </a:lnTo>
                  <a:lnTo>
                    <a:pt x="5942" y="2417"/>
                  </a:lnTo>
                  <a:cubicBezTo>
                    <a:pt x="5942" y="2322"/>
                    <a:pt x="5858" y="2251"/>
                    <a:pt x="5775" y="2251"/>
                  </a:cubicBezTo>
                  <a:cubicBezTo>
                    <a:pt x="5680" y="2251"/>
                    <a:pt x="5608" y="2322"/>
                    <a:pt x="5608" y="2417"/>
                  </a:cubicBezTo>
                  <a:lnTo>
                    <a:pt x="5608" y="2608"/>
                  </a:lnTo>
                  <a:lnTo>
                    <a:pt x="4537" y="2608"/>
                  </a:lnTo>
                  <a:lnTo>
                    <a:pt x="4537" y="381"/>
                  </a:lnTo>
                  <a:cubicBezTo>
                    <a:pt x="4715" y="334"/>
                    <a:pt x="4894" y="322"/>
                    <a:pt x="5072" y="322"/>
                  </a:cubicBezTo>
                  <a:close/>
                  <a:moveTo>
                    <a:pt x="4215" y="477"/>
                  </a:moveTo>
                  <a:lnTo>
                    <a:pt x="4215" y="2620"/>
                  </a:lnTo>
                  <a:lnTo>
                    <a:pt x="2620" y="2620"/>
                  </a:lnTo>
                  <a:cubicBezTo>
                    <a:pt x="2679" y="1643"/>
                    <a:pt x="3322" y="810"/>
                    <a:pt x="4215" y="477"/>
                  </a:cubicBezTo>
                  <a:close/>
                  <a:moveTo>
                    <a:pt x="7204" y="2941"/>
                  </a:moveTo>
                  <a:lnTo>
                    <a:pt x="7204" y="4013"/>
                  </a:lnTo>
                  <a:cubicBezTo>
                    <a:pt x="7204" y="4072"/>
                    <a:pt x="7204" y="4132"/>
                    <a:pt x="7192" y="4203"/>
                  </a:cubicBezTo>
                  <a:lnTo>
                    <a:pt x="2965" y="4203"/>
                  </a:lnTo>
                  <a:cubicBezTo>
                    <a:pt x="2965" y="4144"/>
                    <a:pt x="2953" y="4084"/>
                    <a:pt x="2953" y="4013"/>
                  </a:cubicBezTo>
                  <a:lnTo>
                    <a:pt x="2953" y="3656"/>
                  </a:lnTo>
                  <a:cubicBezTo>
                    <a:pt x="2953" y="3560"/>
                    <a:pt x="2870" y="3489"/>
                    <a:pt x="2786" y="3489"/>
                  </a:cubicBezTo>
                  <a:cubicBezTo>
                    <a:pt x="2691" y="3489"/>
                    <a:pt x="2620" y="3560"/>
                    <a:pt x="2620" y="3656"/>
                  </a:cubicBezTo>
                  <a:lnTo>
                    <a:pt x="2620" y="4013"/>
                  </a:lnTo>
                  <a:lnTo>
                    <a:pt x="2620" y="4203"/>
                  </a:lnTo>
                  <a:lnTo>
                    <a:pt x="2441" y="4203"/>
                  </a:lnTo>
                  <a:cubicBezTo>
                    <a:pt x="2334" y="4203"/>
                    <a:pt x="2251" y="4108"/>
                    <a:pt x="2251" y="4013"/>
                  </a:cubicBezTo>
                  <a:lnTo>
                    <a:pt x="2251" y="3132"/>
                  </a:lnTo>
                  <a:cubicBezTo>
                    <a:pt x="2251" y="3025"/>
                    <a:pt x="2334" y="2941"/>
                    <a:pt x="2441" y="2941"/>
                  </a:cubicBezTo>
                  <a:lnTo>
                    <a:pt x="2632" y="2941"/>
                  </a:lnTo>
                  <a:lnTo>
                    <a:pt x="2632" y="2953"/>
                  </a:lnTo>
                  <a:cubicBezTo>
                    <a:pt x="2632" y="3036"/>
                    <a:pt x="2715" y="3120"/>
                    <a:pt x="2798" y="3120"/>
                  </a:cubicBezTo>
                  <a:cubicBezTo>
                    <a:pt x="2882" y="3120"/>
                    <a:pt x="2965" y="3036"/>
                    <a:pt x="2965" y="2953"/>
                  </a:cubicBezTo>
                  <a:lnTo>
                    <a:pt x="2965" y="2941"/>
                  </a:lnTo>
                  <a:close/>
                  <a:moveTo>
                    <a:pt x="7692" y="2953"/>
                  </a:moveTo>
                  <a:cubicBezTo>
                    <a:pt x="7811" y="2953"/>
                    <a:pt x="7894" y="3036"/>
                    <a:pt x="7894" y="3144"/>
                  </a:cubicBezTo>
                  <a:lnTo>
                    <a:pt x="7894" y="4025"/>
                  </a:lnTo>
                  <a:cubicBezTo>
                    <a:pt x="7894" y="4120"/>
                    <a:pt x="7799" y="4215"/>
                    <a:pt x="7692" y="4215"/>
                  </a:cubicBezTo>
                  <a:lnTo>
                    <a:pt x="7501" y="4215"/>
                  </a:lnTo>
                  <a:lnTo>
                    <a:pt x="7501" y="4025"/>
                  </a:lnTo>
                  <a:lnTo>
                    <a:pt x="7501" y="2953"/>
                  </a:lnTo>
                  <a:close/>
                  <a:moveTo>
                    <a:pt x="7513" y="4513"/>
                  </a:moveTo>
                  <a:lnTo>
                    <a:pt x="7418" y="5096"/>
                  </a:lnTo>
                  <a:cubicBezTo>
                    <a:pt x="7394" y="5180"/>
                    <a:pt x="7323" y="5239"/>
                    <a:pt x="7239" y="5239"/>
                  </a:cubicBezTo>
                  <a:lnTo>
                    <a:pt x="7192" y="5239"/>
                  </a:lnTo>
                  <a:cubicBezTo>
                    <a:pt x="7323" y="5025"/>
                    <a:pt x="7418" y="4763"/>
                    <a:pt x="7478" y="4513"/>
                  </a:cubicBezTo>
                  <a:close/>
                  <a:moveTo>
                    <a:pt x="3691" y="4525"/>
                  </a:moveTo>
                  <a:lnTo>
                    <a:pt x="3822" y="5263"/>
                  </a:lnTo>
                  <a:lnTo>
                    <a:pt x="3346" y="5263"/>
                  </a:lnTo>
                  <a:cubicBezTo>
                    <a:pt x="3203" y="5037"/>
                    <a:pt x="3084" y="4799"/>
                    <a:pt x="3013" y="4525"/>
                  </a:cubicBezTo>
                  <a:close/>
                  <a:moveTo>
                    <a:pt x="6108" y="4525"/>
                  </a:moveTo>
                  <a:lnTo>
                    <a:pt x="5965" y="5263"/>
                  </a:lnTo>
                  <a:lnTo>
                    <a:pt x="4168" y="5263"/>
                  </a:lnTo>
                  <a:lnTo>
                    <a:pt x="4037" y="4525"/>
                  </a:lnTo>
                  <a:close/>
                  <a:moveTo>
                    <a:pt x="7144" y="4525"/>
                  </a:moveTo>
                  <a:cubicBezTo>
                    <a:pt x="7073" y="4787"/>
                    <a:pt x="6966" y="5025"/>
                    <a:pt x="6823" y="5227"/>
                  </a:cubicBezTo>
                  <a:cubicBezTo>
                    <a:pt x="6823" y="5239"/>
                    <a:pt x="6799" y="5239"/>
                    <a:pt x="6799" y="5263"/>
                  </a:cubicBezTo>
                  <a:lnTo>
                    <a:pt x="6323" y="5263"/>
                  </a:lnTo>
                  <a:lnTo>
                    <a:pt x="6465" y="4525"/>
                  </a:lnTo>
                  <a:close/>
                  <a:moveTo>
                    <a:pt x="2691" y="4549"/>
                  </a:moveTo>
                  <a:cubicBezTo>
                    <a:pt x="2751" y="4799"/>
                    <a:pt x="2846" y="5049"/>
                    <a:pt x="2977" y="5275"/>
                  </a:cubicBezTo>
                  <a:lnTo>
                    <a:pt x="2917" y="5275"/>
                  </a:lnTo>
                  <a:lnTo>
                    <a:pt x="2917" y="5263"/>
                  </a:lnTo>
                  <a:cubicBezTo>
                    <a:pt x="2834" y="5263"/>
                    <a:pt x="2751" y="5203"/>
                    <a:pt x="2739" y="5108"/>
                  </a:cubicBezTo>
                  <a:lnTo>
                    <a:pt x="2655" y="4549"/>
                  </a:lnTo>
                  <a:close/>
                  <a:moveTo>
                    <a:pt x="3906" y="5584"/>
                  </a:moveTo>
                  <a:lnTo>
                    <a:pt x="3941" y="5811"/>
                  </a:lnTo>
                  <a:cubicBezTo>
                    <a:pt x="3846" y="5751"/>
                    <a:pt x="3739" y="5680"/>
                    <a:pt x="3644" y="5584"/>
                  </a:cubicBezTo>
                  <a:close/>
                  <a:moveTo>
                    <a:pt x="6501" y="5584"/>
                  </a:moveTo>
                  <a:cubicBezTo>
                    <a:pt x="6418" y="5680"/>
                    <a:pt x="6311" y="5739"/>
                    <a:pt x="6204" y="5811"/>
                  </a:cubicBezTo>
                  <a:lnTo>
                    <a:pt x="6251" y="5584"/>
                  </a:lnTo>
                  <a:close/>
                  <a:moveTo>
                    <a:pt x="5906" y="5584"/>
                  </a:moveTo>
                  <a:lnTo>
                    <a:pt x="5870" y="5834"/>
                  </a:lnTo>
                  <a:cubicBezTo>
                    <a:pt x="5834" y="6013"/>
                    <a:pt x="5692" y="6132"/>
                    <a:pt x="5513" y="6132"/>
                  </a:cubicBezTo>
                  <a:lnTo>
                    <a:pt x="4632" y="6132"/>
                  </a:lnTo>
                  <a:cubicBezTo>
                    <a:pt x="4453" y="6132"/>
                    <a:pt x="4299" y="6013"/>
                    <a:pt x="4275" y="5834"/>
                  </a:cubicBezTo>
                  <a:lnTo>
                    <a:pt x="4227" y="5584"/>
                  </a:lnTo>
                  <a:close/>
                  <a:moveTo>
                    <a:pt x="6132" y="6204"/>
                  </a:moveTo>
                  <a:lnTo>
                    <a:pt x="6132" y="6775"/>
                  </a:lnTo>
                  <a:cubicBezTo>
                    <a:pt x="6132" y="7073"/>
                    <a:pt x="6346" y="7358"/>
                    <a:pt x="6620" y="7442"/>
                  </a:cubicBezTo>
                  <a:lnTo>
                    <a:pt x="6704" y="7466"/>
                  </a:lnTo>
                  <a:cubicBezTo>
                    <a:pt x="6406" y="7859"/>
                    <a:pt x="5870" y="8442"/>
                    <a:pt x="5072" y="8751"/>
                  </a:cubicBezTo>
                  <a:cubicBezTo>
                    <a:pt x="4287" y="8442"/>
                    <a:pt x="3751" y="7859"/>
                    <a:pt x="3441" y="7466"/>
                  </a:cubicBezTo>
                  <a:lnTo>
                    <a:pt x="3513" y="7442"/>
                  </a:lnTo>
                  <a:cubicBezTo>
                    <a:pt x="3810" y="7358"/>
                    <a:pt x="4001" y="7085"/>
                    <a:pt x="4001" y="6775"/>
                  </a:cubicBezTo>
                  <a:lnTo>
                    <a:pt x="4001" y="6204"/>
                  </a:lnTo>
                  <a:cubicBezTo>
                    <a:pt x="4049" y="6239"/>
                    <a:pt x="4108" y="6251"/>
                    <a:pt x="4168" y="6287"/>
                  </a:cubicBezTo>
                  <a:lnTo>
                    <a:pt x="4179" y="6287"/>
                  </a:lnTo>
                  <a:cubicBezTo>
                    <a:pt x="4299" y="6382"/>
                    <a:pt x="4465" y="6454"/>
                    <a:pt x="4632" y="6454"/>
                  </a:cubicBezTo>
                  <a:lnTo>
                    <a:pt x="5513" y="6454"/>
                  </a:lnTo>
                  <a:cubicBezTo>
                    <a:pt x="5668" y="6454"/>
                    <a:pt x="5834" y="6394"/>
                    <a:pt x="5954" y="6287"/>
                  </a:cubicBezTo>
                  <a:cubicBezTo>
                    <a:pt x="6013" y="6251"/>
                    <a:pt x="6073" y="6239"/>
                    <a:pt x="6132" y="6204"/>
                  </a:cubicBezTo>
                  <a:close/>
                  <a:moveTo>
                    <a:pt x="8942" y="6632"/>
                  </a:moveTo>
                  <a:cubicBezTo>
                    <a:pt x="9442" y="6632"/>
                    <a:pt x="9835" y="7025"/>
                    <a:pt x="9835" y="7525"/>
                  </a:cubicBezTo>
                  <a:lnTo>
                    <a:pt x="9835" y="8751"/>
                  </a:lnTo>
                  <a:lnTo>
                    <a:pt x="9823" y="8751"/>
                  </a:lnTo>
                  <a:cubicBezTo>
                    <a:pt x="9823" y="9049"/>
                    <a:pt x="9585" y="9287"/>
                    <a:pt x="9287" y="9287"/>
                  </a:cubicBezTo>
                  <a:lnTo>
                    <a:pt x="8049" y="9287"/>
                  </a:lnTo>
                  <a:lnTo>
                    <a:pt x="8049" y="7061"/>
                  </a:lnTo>
                  <a:cubicBezTo>
                    <a:pt x="8109" y="7025"/>
                    <a:pt x="8168" y="7001"/>
                    <a:pt x="8216" y="6954"/>
                  </a:cubicBezTo>
                  <a:lnTo>
                    <a:pt x="8454" y="6775"/>
                  </a:lnTo>
                  <a:cubicBezTo>
                    <a:pt x="8573" y="6692"/>
                    <a:pt x="8716" y="6632"/>
                    <a:pt x="8882" y="6632"/>
                  </a:cubicBezTo>
                  <a:close/>
                  <a:moveTo>
                    <a:pt x="5072" y="0"/>
                  </a:moveTo>
                  <a:cubicBezTo>
                    <a:pt x="3572" y="0"/>
                    <a:pt x="2358" y="1179"/>
                    <a:pt x="2274" y="2667"/>
                  </a:cubicBezTo>
                  <a:cubicBezTo>
                    <a:pt x="2072" y="2739"/>
                    <a:pt x="1917" y="2929"/>
                    <a:pt x="1917" y="3156"/>
                  </a:cubicBezTo>
                  <a:lnTo>
                    <a:pt x="1917" y="4037"/>
                  </a:lnTo>
                  <a:cubicBezTo>
                    <a:pt x="1917" y="4275"/>
                    <a:pt x="2084" y="4465"/>
                    <a:pt x="2298" y="4525"/>
                  </a:cubicBezTo>
                  <a:lnTo>
                    <a:pt x="2394" y="5168"/>
                  </a:lnTo>
                  <a:cubicBezTo>
                    <a:pt x="2441" y="5418"/>
                    <a:pt x="2655" y="5596"/>
                    <a:pt x="2906" y="5596"/>
                  </a:cubicBezTo>
                  <a:lnTo>
                    <a:pt x="3191" y="5596"/>
                  </a:lnTo>
                  <a:cubicBezTo>
                    <a:pt x="3334" y="5763"/>
                    <a:pt x="3489" y="5906"/>
                    <a:pt x="3679" y="6049"/>
                  </a:cubicBezTo>
                  <a:lnTo>
                    <a:pt x="3679" y="6799"/>
                  </a:lnTo>
                  <a:cubicBezTo>
                    <a:pt x="3679" y="6966"/>
                    <a:pt x="3572" y="7097"/>
                    <a:pt x="3429" y="7144"/>
                  </a:cubicBezTo>
                  <a:lnTo>
                    <a:pt x="3263" y="7192"/>
                  </a:lnTo>
                  <a:cubicBezTo>
                    <a:pt x="3203" y="7097"/>
                    <a:pt x="3167" y="7049"/>
                    <a:pt x="3167" y="7025"/>
                  </a:cubicBezTo>
                  <a:cubicBezTo>
                    <a:pt x="3108" y="6906"/>
                    <a:pt x="2989" y="6846"/>
                    <a:pt x="2870" y="6846"/>
                  </a:cubicBezTo>
                  <a:lnTo>
                    <a:pt x="2572" y="6846"/>
                  </a:lnTo>
                  <a:cubicBezTo>
                    <a:pt x="2429" y="6846"/>
                    <a:pt x="2263" y="6799"/>
                    <a:pt x="2144" y="6704"/>
                  </a:cubicBezTo>
                  <a:lnTo>
                    <a:pt x="1905" y="6525"/>
                  </a:lnTo>
                  <a:cubicBezTo>
                    <a:pt x="1727" y="6394"/>
                    <a:pt x="1501" y="6311"/>
                    <a:pt x="1286" y="6311"/>
                  </a:cubicBezTo>
                  <a:lnTo>
                    <a:pt x="1227" y="6311"/>
                  </a:lnTo>
                  <a:cubicBezTo>
                    <a:pt x="548" y="6311"/>
                    <a:pt x="0" y="6870"/>
                    <a:pt x="0" y="7537"/>
                  </a:cubicBezTo>
                  <a:lnTo>
                    <a:pt x="0" y="8775"/>
                  </a:lnTo>
                  <a:cubicBezTo>
                    <a:pt x="0" y="9192"/>
                    <a:pt x="298" y="9549"/>
                    <a:pt x="703" y="9621"/>
                  </a:cubicBezTo>
                  <a:lnTo>
                    <a:pt x="703" y="11049"/>
                  </a:lnTo>
                  <a:cubicBezTo>
                    <a:pt x="703" y="11133"/>
                    <a:pt x="774" y="11216"/>
                    <a:pt x="870" y="11216"/>
                  </a:cubicBezTo>
                  <a:cubicBezTo>
                    <a:pt x="953" y="11216"/>
                    <a:pt x="1024" y="11133"/>
                    <a:pt x="1024" y="11049"/>
                  </a:cubicBezTo>
                  <a:lnTo>
                    <a:pt x="1024" y="9633"/>
                  </a:lnTo>
                  <a:lnTo>
                    <a:pt x="2096" y="9633"/>
                  </a:lnTo>
                  <a:lnTo>
                    <a:pt x="2096" y="11049"/>
                  </a:lnTo>
                  <a:cubicBezTo>
                    <a:pt x="2096" y="11133"/>
                    <a:pt x="2179" y="11216"/>
                    <a:pt x="2263" y="11216"/>
                  </a:cubicBezTo>
                  <a:cubicBezTo>
                    <a:pt x="2358" y="11216"/>
                    <a:pt x="2429" y="11133"/>
                    <a:pt x="2429" y="11049"/>
                  </a:cubicBezTo>
                  <a:lnTo>
                    <a:pt x="2429" y="9109"/>
                  </a:lnTo>
                  <a:cubicBezTo>
                    <a:pt x="2429" y="9025"/>
                    <a:pt x="2358" y="8954"/>
                    <a:pt x="2263" y="8954"/>
                  </a:cubicBezTo>
                  <a:cubicBezTo>
                    <a:pt x="2179" y="8954"/>
                    <a:pt x="2096" y="9025"/>
                    <a:pt x="2096" y="9109"/>
                  </a:cubicBezTo>
                  <a:lnTo>
                    <a:pt x="2096" y="9311"/>
                  </a:lnTo>
                  <a:lnTo>
                    <a:pt x="870" y="9311"/>
                  </a:lnTo>
                  <a:cubicBezTo>
                    <a:pt x="572" y="9311"/>
                    <a:pt x="334" y="9073"/>
                    <a:pt x="334" y="8775"/>
                  </a:cubicBezTo>
                  <a:lnTo>
                    <a:pt x="334" y="7537"/>
                  </a:lnTo>
                  <a:cubicBezTo>
                    <a:pt x="334" y="7049"/>
                    <a:pt x="727" y="6644"/>
                    <a:pt x="1227" y="6644"/>
                  </a:cubicBezTo>
                  <a:lnTo>
                    <a:pt x="1286" y="6644"/>
                  </a:lnTo>
                  <a:cubicBezTo>
                    <a:pt x="1429" y="6644"/>
                    <a:pt x="1596" y="6692"/>
                    <a:pt x="1715" y="6787"/>
                  </a:cubicBezTo>
                  <a:lnTo>
                    <a:pt x="1953" y="6966"/>
                  </a:lnTo>
                  <a:cubicBezTo>
                    <a:pt x="2013" y="7013"/>
                    <a:pt x="2060" y="7049"/>
                    <a:pt x="2120" y="7073"/>
                  </a:cubicBezTo>
                  <a:lnTo>
                    <a:pt x="2120" y="8418"/>
                  </a:lnTo>
                  <a:cubicBezTo>
                    <a:pt x="2120" y="8501"/>
                    <a:pt x="2191" y="8573"/>
                    <a:pt x="2274" y="8573"/>
                  </a:cubicBezTo>
                  <a:cubicBezTo>
                    <a:pt x="2370" y="8573"/>
                    <a:pt x="2441" y="8501"/>
                    <a:pt x="2441" y="8418"/>
                  </a:cubicBezTo>
                  <a:lnTo>
                    <a:pt x="2441" y="7168"/>
                  </a:lnTo>
                  <a:cubicBezTo>
                    <a:pt x="2489" y="7168"/>
                    <a:pt x="2536" y="7180"/>
                    <a:pt x="2572" y="7180"/>
                  </a:cubicBezTo>
                  <a:lnTo>
                    <a:pt x="2894" y="7180"/>
                  </a:lnTo>
                  <a:cubicBezTo>
                    <a:pt x="2917" y="7239"/>
                    <a:pt x="3608" y="8549"/>
                    <a:pt x="5037" y="9097"/>
                  </a:cubicBezTo>
                  <a:cubicBezTo>
                    <a:pt x="5055" y="9103"/>
                    <a:pt x="5072" y="9106"/>
                    <a:pt x="5092" y="9106"/>
                  </a:cubicBezTo>
                  <a:cubicBezTo>
                    <a:pt x="5111" y="9106"/>
                    <a:pt x="5132" y="9103"/>
                    <a:pt x="5156" y="9097"/>
                  </a:cubicBezTo>
                  <a:cubicBezTo>
                    <a:pt x="6596" y="8561"/>
                    <a:pt x="7275" y="7239"/>
                    <a:pt x="7299" y="7180"/>
                  </a:cubicBezTo>
                  <a:lnTo>
                    <a:pt x="7608" y="7180"/>
                  </a:lnTo>
                  <a:cubicBezTo>
                    <a:pt x="7656" y="7180"/>
                    <a:pt x="7692" y="7180"/>
                    <a:pt x="7739" y="7168"/>
                  </a:cubicBezTo>
                  <a:lnTo>
                    <a:pt x="7739" y="11049"/>
                  </a:lnTo>
                  <a:cubicBezTo>
                    <a:pt x="7739" y="11133"/>
                    <a:pt x="7811" y="11216"/>
                    <a:pt x="7906" y="11216"/>
                  </a:cubicBezTo>
                  <a:cubicBezTo>
                    <a:pt x="7989" y="11216"/>
                    <a:pt x="8073" y="11133"/>
                    <a:pt x="8073" y="11049"/>
                  </a:cubicBezTo>
                  <a:lnTo>
                    <a:pt x="8073" y="9633"/>
                  </a:lnTo>
                  <a:lnTo>
                    <a:pt x="9144" y="9633"/>
                  </a:lnTo>
                  <a:lnTo>
                    <a:pt x="9144" y="11049"/>
                  </a:lnTo>
                  <a:cubicBezTo>
                    <a:pt x="9144" y="11133"/>
                    <a:pt x="9216" y="11216"/>
                    <a:pt x="9299" y="11216"/>
                  </a:cubicBezTo>
                  <a:cubicBezTo>
                    <a:pt x="9394" y="11216"/>
                    <a:pt x="9466" y="11133"/>
                    <a:pt x="9466" y="11049"/>
                  </a:cubicBezTo>
                  <a:lnTo>
                    <a:pt x="9466" y="9621"/>
                  </a:lnTo>
                  <a:cubicBezTo>
                    <a:pt x="9871" y="9549"/>
                    <a:pt x="10168" y="9192"/>
                    <a:pt x="10168" y="8775"/>
                  </a:cubicBezTo>
                  <a:lnTo>
                    <a:pt x="10168" y="7537"/>
                  </a:lnTo>
                  <a:cubicBezTo>
                    <a:pt x="10156" y="6846"/>
                    <a:pt x="9621" y="6311"/>
                    <a:pt x="8930" y="6311"/>
                  </a:cubicBezTo>
                  <a:lnTo>
                    <a:pt x="8871" y="6311"/>
                  </a:lnTo>
                  <a:cubicBezTo>
                    <a:pt x="8644" y="6311"/>
                    <a:pt x="8418" y="6394"/>
                    <a:pt x="8240" y="6525"/>
                  </a:cubicBezTo>
                  <a:lnTo>
                    <a:pt x="8013" y="6704"/>
                  </a:lnTo>
                  <a:cubicBezTo>
                    <a:pt x="7894" y="6787"/>
                    <a:pt x="7739" y="6846"/>
                    <a:pt x="7573" y="6846"/>
                  </a:cubicBezTo>
                  <a:lnTo>
                    <a:pt x="7275" y="6846"/>
                  </a:lnTo>
                  <a:cubicBezTo>
                    <a:pt x="7144" y="6846"/>
                    <a:pt x="7037" y="6930"/>
                    <a:pt x="6977" y="7025"/>
                  </a:cubicBezTo>
                  <a:cubicBezTo>
                    <a:pt x="6977" y="7049"/>
                    <a:pt x="6954" y="7097"/>
                    <a:pt x="6894" y="7192"/>
                  </a:cubicBezTo>
                  <a:lnTo>
                    <a:pt x="6727" y="7144"/>
                  </a:lnTo>
                  <a:cubicBezTo>
                    <a:pt x="6585" y="7097"/>
                    <a:pt x="6477" y="6954"/>
                    <a:pt x="6477" y="6799"/>
                  </a:cubicBezTo>
                  <a:lnTo>
                    <a:pt x="6477" y="6049"/>
                  </a:lnTo>
                  <a:cubicBezTo>
                    <a:pt x="6656" y="5930"/>
                    <a:pt x="6823" y="5775"/>
                    <a:pt x="6966" y="5596"/>
                  </a:cubicBezTo>
                  <a:lnTo>
                    <a:pt x="7251" y="5596"/>
                  </a:lnTo>
                  <a:cubicBezTo>
                    <a:pt x="7501" y="5596"/>
                    <a:pt x="7716" y="5418"/>
                    <a:pt x="7751" y="5168"/>
                  </a:cubicBezTo>
                  <a:lnTo>
                    <a:pt x="7859" y="4525"/>
                  </a:lnTo>
                  <a:cubicBezTo>
                    <a:pt x="8073" y="4465"/>
                    <a:pt x="8228" y="4263"/>
                    <a:pt x="8228" y="4037"/>
                  </a:cubicBezTo>
                  <a:lnTo>
                    <a:pt x="8228" y="3156"/>
                  </a:lnTo>
                  <a:cubicBezTo>
                    <a:pt x="8228" y="2929"/>
                    <a:pt x="8085" y="2739"/>
                    <a:pt x="7870" y="2667"/>
                  </a:cubicBezTo>
                  <a:cubicBezTo>
                    <a:pt x="7799" y="1191"/>
                    <a:pt x="6585" y="0"/>
                    <a:pt x="5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65"/>
            <p:cNvSpPr/>
            <p:nvPr/>
          </p:nvSpPr>
          <p:spPr>
            <a:xfrm>
              <a:off x="6312199" y="1800445"/>
              <a:ext cx="99253" cy="54743"/>
            </a:xfrm>
            <a:custGeom>
              <a:avLst/>
              <a:gdLst/>
              <a:ahLst/>
              <a:cxnLst/>
              <a:rect l="l" t="t" r="r" b="b"/>
              <a:pathLst>
                <a:path w="3133" h="1728" extrusionOk="0">
                  <a:moveTo>
                    <a:pt x="1560" y="1"/>
                  </a:moveTo>
                  <a:cubicBezTo>
                    <a:pt x="703" y="1"/>
                    <a:pt x="1" y="703"/>
                    <a:pt x="1" y="1572"/>
                  </a:cubicBezTo>
                  <a:cubicBezTo>
                    <a:pt x="1" y="1656"/>
                    <a:pt x="72" y="1727"/>
                    <a:pt x="167" y="1727"/>
                  </a:cubicBezTo>
                  <a:cubicBezTo>
                    <a:pt x="251" y="1727"/>
                    <a:pt x="334" y="1656"/>
                    <a:pt x="334" y="1572"/>
                  </a:cubicBezTo>
                  <a:cubicBezTo>
                    <a:pt x="334" y="882"/>
                    <a:pt x="882" y="334"/>
                    <a:pt x="1560" y="334"/>
                  </a:cubicBezTo>
                  <a:cubicBezTo>
                    <a:pt x="2251" y="334"/>
                    <a:pt x="2799" y="882"/>
                    <a:pt x="2799" y="1572"/>
                  </a:cubicBezTo>
                  <a:cubicBezTo>
                    <a:pt x="2799" y="1656"/>
                    <a:pt x="2870" y="1727"/>
                    <a:pt x="2965" y="1727"/>
                  </a:cubicBezTo>
                  <a:cubicBezTo>
                    <a:pt x="3049" y="1727"/>
                    <a:pt x="3120" y="1656"/>
                    <a:pt x="3120" y="1572"/>
                  </a:cubicBezTo>
                  <a:cubicBezTo>
                    <a:pt x="3132" y="703"/>
                    <a:pt x="2430"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2" name="Google Shape;11692;p65"/>
          <p:cNvGrpSpPr/>
          <p:nvPr/>
        </p:nvGrpSpPr>
        <p:grpSpPr>
          <a:xfrm>
            <a:off x="5289631" y="1324814"/>
            <a:ext cx="332355" cy="354974"/>
            <a:chOff x="5289631" y="1500214"/>
            <a:chExt cx="332355" cy="354974"/>
          </a:xfrm>
        </p:grpSpPr>
        <p:sp>
          <p:nvSpPr>
            <p:cNvPr id="11693" name="Google Shape;11693;p65"/>
            <p:cNvSpPr/>
            <p:nvPr/>
          </p:nvSpPr>
          <p:spPr>
            <a:xfrm>
              <a:off x="5432603" y="1667040"/>
              <a:ext cx="45651" cy="16157"/>
            </a:xfrm>
            <a:custGeom>
              <a:avLst/>
              <a:gdLst/>
              <a:ahLst/>
              <a:cxnLst/>
              <a:rect l="l" t="t" r="r" b="b"/>
              <a:pathLst>
                <a:path w="1441" h="510" extrusionOk="0">
                  <a:moveTo>
                    <a:pt x="183" y="0"/>
                  </a:moveTo>
                  <a:cubicBezTo>
                    <a:pt x="140" y="0"/>
                    <a:pt x="96" y="15"/>
                    <a:pt x="60" y="45"/>
                  </a:cubicBezTo>
                  <a:cubicBezTo>
                    <a:pt x="0" y="104"/>
                    <a:pt x="0" y="211"/>
                    <a:pt x="60" y="283"/>
                  </a:cubicBezTo>
                  <a:cubicBezTo>
                    <a:pt x="203" y="426"/>
                    <a:pt x="441" y="509"/>
                    <a:pt x="691" y="509"/>
                  </a:cubicBezTo>
                  <a:cubicBezTo>
                    <a:pt x="965" y="509"/>
                    <a:pt x="1203" y="426"/>
                    <a:pt x="1334" y="283"/>
                  </a:cubicBezTo>
                  <a:cubicBezTo>
                    <a:pt x="1441" y="223"/>
                    <a:pt x="1441" y="128"/>
                    <a:pt x="1370" y="45"/>
                  </a:cubicBezTo>
                  <a:cubicBezTo>
                    <a:pt x="1334" y="15"/>
                    <a:pt x="1292" y="0"/>
                    <a:pt x="1251" y="0"/>
                  </a:cubicBezTo>
                  <a:cubicBezTo>
                    <a:pt x="1209" y="0"/>
                    <a:pt x="1167" y="15"/>
                    <a:pt x="1131" y="45"/>
                  </a:cubicBezTo>
                  <a:cubicBezTo>
                    <a:pt x="1072" y="104"/>
                    <a:pt x="917" y="188"/>
                    <a:pt x="715" y="188"/>
                  </a:cubicBezTo>
                  <a:cubicBezTo>
                    <a:pt x="500" y="188"/>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65"/>
            <p:cNvSpPr/>
            <p:nvPr/>
          </p:nvSpPr>
          <p:spPr>
            <a:xfrm>
              <a:off x="5416763" y="1628074"/>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65"/>
            <p:cNvSpPr/>
            <p:nvPr/>
          </p:nvSpPr>
          <p:spPr>
            <a:xfrm>
              <a:off x="5483893" y="1628074"/>
              <a:ext cx="10233" cy="15872"/>
            </a:xfrm>
            <a:custGeom>
              <a:avLst/>
              <a:gdLst/>
              <a:ahLst/>
              <a:cxnLst/>
              <a:rect l="l" t="t" r="r" b="b"/>
              <a:pathLst>
                <a:path w="323" h="501" extrusionOk="0">
                  <a:moveTo>
                    <a:pt x="155" y="1"/>
                  </a:moveTo>
                  <a:cubicBezTo>
                    <a:pt x="72" y="1"/>
                    <a:pt x="1" y="72"/>
                    <a:pt x="1" y="167"/>
                  </a:cubicBezTo>
                  <a:lnTo>
                    <a:pt x="1" y="346"/>
                  </a:lnTo>
                  <a:cubicBezTo>
                    <a:pt x="1" y="429"/>
                    <a:pt x="72" y="501"/>
                    <a:pt x="155" y="501"/>
                  </a:cubicBezTo>
                  <a:cubicBezTo>
                    <a:pt x="251" y="501"/>
                    <a:pt x="322" y="429"/>
                    <a:pt x="322" y="346"/>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65"/>
            <p:cNvSpPr/>
            <p:nvPr/>
          </p:nvSpPr>
          <p:spPr>
            <a:xfrm>
              <a:off x="5411093" y="1611474"/>
              <a:ext cx="21923" cy="10613"/>
            </a:xfrm>
            <a:custGeom>
              <a:avLst/>
              <a:gdLst/>
              <a:ahLst/>
              <a:cxnLst/>
              <a:rect l="l" t="t" r="r" b="b"/>
              <a:pathLst>
                <a:path w="692" h="335" extrusionOk="0">
                  <a:moveTo>
                    <a:pt x="167" y="1"/>
                  </a:moveTo>
                  <a:cubicBezTo>
                    <a:pt x="72" y="1"/>
                    <a:pt x="1" y="72"/>
                    <a:pt x="1" y="168"/>
                  </a:cubicBezTo>
                  <a:cubicBezTo>
                    <a:pt x="1" y="251"/>
                    <a:pt x="72" y="334"/>
                    <a:pt x="167" y="334"/>
                  </a:cubicBezTo>
                  <a:lnTo>
                    <a:pt x="525" y="334"/>
                  </a:lnTo>
                  <a:cubicBezTo>
                    <a:pt x="608" y="334"/>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65"/>
            <p:cNvSpPr/>
            <p:nvPr/>
          </p:nvSpPr>
          <p:spPr>
            <a:xfrm>
              <a:off x="5478254" y="1611474"/>
              <a:ext cx="21511" cy="10613"/>
            </a:xfrm>
            <a:custGeom>
              <a:avLst/>
              <a:gdLst/>
              <a:ahLst/>
              <a:cxnLst/>
              <a:rect l="l" t="t" r="r" b="b"/>
              <a:pathLst>
                <a:path w="679" h="335" extrusionOk="0">
                  <a:moveTo>
                    <a:pt x="155" y="1"/>
                  </a:moveTo>
                  <a:cubicBezTo>
                    <a:pt x="71" y="1"/>
                    <a:pt x="0" y="72"/>
                    <a:pt x="0" y="168"/>
                  </a:cubicBezTo>
                  <a:cubicBezTo>
                    <a:pt x="0" y="251"/>
                    <a:pt x="71" y="334"/>
                    <a:pt x="155" y="334"/>
                  </a:cubicBezTo>
                  <a:lnTo>
                    <a:pt x="524" y="334"/>
                  </a:lnTo>
                  <a:cubicBezTo>
                    <a:pt x="607" y="334"/>
                    <a:pt x="679" y="251"/>
                    <a:pt x="679" y="168"/>
                  </a:cubicBezTo>
                  <a:cubicBezTo>
                    <a:pt x="679" y="72"/>
                    <a:pt x="607"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65"/>
            <p:cNvSpPr/>
            <p:nvPr/>
          </p:nvSpPr>
          <p:spPr>
            <a:xfrm>
              <a:off x="5289631" y="1500214"/>
              <a:ext cx="332355" cy="354974"/>
            </a:xfrm>
            <a:custGeom>
              <a:avLst/>
              <a:gdLst/>
              <a:ahLst/>
              <a:cxnLst/>
              <a:rect l="l" t="t" r="r" b="b"/>
              <a:pathLst>
                <a:path w="10491" h="11205" extrusionOk="0">
                  <a:moveTo>
                    <a:pt x="5930" y="322"/>
                  </a:moveTo>
                  <a:cubicBezTo>
                    <a:pt x="6395" y="322"/>
                    <a:pt x="6978" y="596"/>
                    <a:pt x="7347" y="858"/>
                  </a:cubicBezTo>
                  <a:cubicBezTo>
                    <a:pt x="7752" y="1143"/>
                    <a:pt x="8240" y="1655"/>
                    <a:pt x="8335" y="2429"/>
                  </a:cubicBezTo>
                  <a:cubicBezTo>
                    <a:pt x="8395" y="2989"/>
                    <a:pt x="8550" y="3263"/>
                    <a:pt x="8716" y="3513"/>
                  </a:cubicBezTo>
                  <a:cubicBezTo>
                    <a:pt x="8812" y="3680"/>
                    <a:pt x="8895" y="3822"/>
                    <a:pt x="8966" y="4049"/>
                  </a:cubicBezTo>
                  <a:cubicBezTo>
                    <a:pt x="9073" y="4370"/>
                    <a:pt x="9073" y="4632"/>
                    <a:pt x="9073" y="4894"/>
                  </a:cubicBezTo>
                  <a:cubicBezTo>
                    <a:pt x="9073" y="5144"/>
                    <a:pt x="9073" y="5406"/>
                    <a:pt x="9169" y="5715"/>
                  </a:cubicBezTo>
                  <a:cubicBezTo>
                    <a:pt x="9228" y="5918"/>
                    <a:pt x="9300" y="6085"/>
                    <a:pt x="9371" y="6239"/>
                  </a:cubicBezTo>
                  <a:cubicBezTo>
                    <a:pt x="9526" y="6537"/>
                    <a:pt x="9657" y="6799"/>
                    <a:pt x="9645" y="7442"/>
                  </a:cubicBezTo>
                  <a:cubicBezTo>
                    <a:pt x="9621" y="8037"/>
                    <a:pt x="9800" y="8430"/>
                    <a:pt x="9919" y="8740"/>
                  </a:cubicBezTo>
                  <a:cubicBezTo>
                    <a:pt x="10062" y="9049"/>
                    <a:pt x="10145" y="9264"/>
                    <a:pt x="10026" y="9597"/>
                  </a:cubicBezTo>
                  <a:cubicBezTo>
                    <a:pt x="9931" y="9918"/>
                    <a:pt x="9645" y="10133"/>
                    <a:pt x="9454" y="10252"/>
                  </a:cubicBezTo>
                  <a:lnTo>
                    <a:pt x="9454" y="9692"/>
                  </a:lnTo>
                  <a:cubicBezTo>
                    <a:pt x="9454" y="9168"/>
                    <a:pt x="9121" y="8704"/>
                    <a:pt x="8633" y="8549"/>
                  </a:cubicBezTo>
                  <a:lnTo>
                    <a:pt x="6811" y="7906"/>
                  </a:lnTo>
                  <a:cubicBezTo>
                    <a:pt x="6609" y="7835"/>
                    <a:pt x="6454" y="7620"/>
                    <a:pt x="6454" y="7394"/>
                  </a:cubicBezTo>
                  <a:lnTo>
                    <a:pt x="6454" y="6680"/>
                  </a:lnTo>
                  <a:cubicBezTo>
                    <a:pt x="7180" y="6263"/>
                    <a:pt x="7692" y="5465"/>
                    <a:pt x="7692" y="4561"/>
                  </a:cubicBezTo>
                  <a:lnTo>
                    <a:pt x="7692" y="3977"/>
                  </a:lnTo>
                  <a:cubicBezTo>
                    <a:pt x="7704" y="3989"/>
                    <a:pt x="7716" y="3989"/>
                    <a:pt x="7716" y="4001"/>
                  </a:cubicBezTo>
                  <a:cubicBezTo>
                    <a:pt x="8073" y="4263"/>
                    <a:pt x="8300" y="4418"/>
                    <a:pt x="8347" y="4989"/>
                  </a:cubicBezTo>
                  <a:cubicBezTo>
                    <a:pt x="8347" y="5073"/>
                    <a:pt x="8419" y="5132"/>
                    <a:pt x="8514" y="5132"/>
                  </a:cubicBezTo>
                  <a:lnTo>
                    <a:pt x="8526" y="5132"/>
                  </a:lnTo>
                  <a:cubicBezTo>
                    <a:pt x="8609" y="5132"/>
                    <a:pt x="8692" y="5049"/>
                    <a:pt x="8669" y="4953"/>
                  </a:cubicBezTo>
                  <a:cubicBezTo>
                    <a:pt x="8609" y="4239"/>
                    <a:pt x="8276" y="3989"/>
                    <a:pt x="7895" y="3739"/>
                  </a:cubicBezTo>
                  <a:cubicBezTo>
                    <a:pt x="7633" y="3560"/>
                    <a:pt x="7359" y="3370"/>
                    <a:pt x="7121" y="2965"/>
                  </a:cubicBezTo>
                  <a:cubicBezTo>
                    <a:pt x="6728" y="2322"/>
                    <a:pt x="6287" y="2215"/>
                    <a:pt x="5954" y="2132"/>
                  </a:cubicBezTo>
                  <a:cubicBezTo>
                    <a:pt x="5787" y="2084"/>
                    <a:pt x="5633" y="2060"/>
                    <a:pt x="5513" y="1965"/>
                  </a:cubicBezTo>
                  <a:cubicBezTo>
                    <a:pt x="5442" y="1917"/>
                    <a:pt x="5418" y="1834"/>
                    <a:pt x="5418" y="1763"/>
                  </a:cubicBezTo>
                  <a:lnTo>
                    <a:pt x="5418" y="1417"/>
                  </a:lnTo>
                  <a:cubicBezTo>
                    <a:pt x="5418" y="1322"/>
                    <a:pt x="5335" y="1251"/>
                    <a:pt x="5252" y="1251"/>
                  </a:cubicBezTo>
                  <a:cubicBezTo>
                    <a:pt x="5156" y="1251"/>
                    <a:pt x="5085" y="1322"/>
                    <a:pt x="5085" y="1417"/>
                  </a:cubicBezTo>
                  <a:lnTo>
                    <a:pt x="5085" y="1763"/>
                  </a:lnTo>
                  <a:cubicBezTo>
                    <a:pt x="5085" y="1846"/>
                    <a:pt x="5037" y="1917"/>
                    <a:pt x="4978" y="1965"/>
                  </a:cubicBezTo>
                  <a:cubicBezTo>
                    <a:pt x="4859" y="2060"/>
                    <a:pt x="4716" y="2084"/>
                    <a:pt x="4549" y="2132"/>
                  </a:cubicBezTo>
                  <a:cubicBezTo>
                    <a:pt x="4204" y="2215"/>
                    <a:pt x="3763" y="2322"/>
                    <a:pt x="3370" y="2965"/>
                  </a:cubicBezTo>
                  <a:cubicBezTo>
                    <a:pt x="3120" y="3370"/>
                    <a:pt x="2858" y="3549"/>
                    <a:pt x="2596" y="3739"/>
                  </a:cubicBezTo>
                  <a:cubicBezTo>
                    <a:pt x="2227" y="3989"/>
                    <a:pt x="1882" y="4239"/>
                    <a:pt x="1823" y="4953"/>
                  </a:cubicBezTo>
                  <a:cubicBezTo>
                    <a:pt x="1823" y="5049"/>
                    <a:pt x="1882" y="5120"/>
                    <a:pt x="1977" y="5132"/>
                  </a:cubicBezTo>
                  <a:cubicBezTo>
                    <a:pt x="2061" y="5132"/>
                    <a:pt x="2144" y="5073"/>
                    <a:pt x="2156" y="4989"/>
                  </a:cubicBezTo>
                  <a:cubicBezTo>
                    <a:pt x="2204" y="4418"/>
                    <a:pt x="2442" y="4263"/>
                    <a:pt x="2775" y="4001"/>
                  </a:cubicBezTo>
                  <a:cubicBezTo>
                    <a:pt x="3049" y="3822"/>
                    <a:pt x="3358" y="3584"/>
                    <a:pt x="3644" y="3144"/>
                  </a:cubicBezTo>
                  <a:cubicBezTo>
                    <a:pt x="3966" y="2620"/>
                    <a:pt x="4287" y="2525"/>
                    <a:pt x="4621" y="2453"/>
                  </a:cubicBezTo>
                  <a:cubicBezTo>
                    <a:pt x="4835" y="2394"/>
                    <a:pt x="5061" y="2346"/>
                    <a:pt x="5263" y="2179"/>
                  </a:cubicBezTo>
                  <a:cubicBezTo>
                    <a:pt x="5454" y="2346"/>
                    <a:pt x="5680" y="2394"/>
                    <a:pt x="5906" y="2453"/>
                  </a:cubicBezTo>
                  <a:cubicBezTo>
                    <a:pt x="6252" y="2548"/>
                    <a:pt x="6561" y="2620"/>
                    <a:pt x="6883" y="3144"/>
                  </a:cubicBezTo>
                  <a:cubicBezTo>
                    <a:pt x="7049" y="3394"/>
                    <a:pt x="7216" y="3584"/>
                    <a:pt x="7395" y="3715"/>
                  </a:cubicBezTo>
                  <a:lnTo>
                    <a:pt x="7395" y="4525"/>
                  </a:lnTo>
                  <a:cubicBezTo>
                    <a:pt x="7395" y="5680"/>
                    <a:pt x="6454" y="6656"/>
                    <a:pt x="5299" y="6668"/>
                  </a:cubicBezTo>
                  <a:cubicBezTo>
                    <a:pt x="5292" y="6668"/>
                    <a:pt x="5285" y="6668"/>
                    <a:pt x="5277" y="6668"/>
                  </a:cubicBezTo>
                  <a:cubicBezTo>
                    <a:pt x="4109" y="6668"/>
                    <a:pt x="3156" y="5720"/>
                    <a:pt x="3156" y="4549"/>
                  </a:cubicBezTo>
                  <a:lnTo>
                    <a:pt x="3156" y="4489"/>
                  </a:lnTo>
                  <a:cubicBezTo>
                    <a:pt x="3156" y="4406"/>
                    <a:pt x="3073" y="4334"/>
                    <a:pt x="2989" y="4334"/>
                  </a:cubicBezTo>
                  <a:cubicBezTo>
                    <a:pt x="2894" y="4334"/>
                    <a:pt x="2823" y="4406"/>
                    <a:pt x="2823" y="4489"/>
                  </a:cubicBezTo>
                  <a:lnTo>
                    <a:pt x="2823" y="4549"/>
                  </a:lnTo>
                  <a:cubicBezTo>
                    <a:pt x="2823" y="5465"/>
                    <a:pt x="3311" y="6251"/>
                    <a:pt x="4061" y="6680"/>
                  </a:cubicBezTo>
                  <a:lnTo>
                    <a:pt x="4061" y="7394"/>
                  </a:lnTo>
                  <a:cubicBezTo>
                    <a:pt x="4061" y="7620"/>
                    <a:pt x="3906" y="7823"/>
                    <a:pt x="3704" y="7906"/>
                  </a:cubicBezTo>
                  <a:lnTo>
                    <a:pt x="1882" y="8537"/>
                  </a:lnTo>
                  <a:cubicBezTo>
                    <a:pt x="1394" y="8716"/>
                    <a:pt x="1072" y="9180"/>
                    <a:pt x="1072" y="9692"/>
                  </a:cubicBezTo>
                  <a:lnTo>
                    <a:pt x="1072" y="10252"/>
                  </a:lnTo>
                  <a:cubicBezTo>
                    <a:pt x="858" y="10133"/>
                    <a:pt x="596" y="9906"/>
                    <a:pt x="489" y="9597"/>
                  </a:cubicBezTo>
                  <a:cubicBezTo>
                    <a:pt x="370" y="9252"/>
                    <a:pt x="453" y="9049"/>
                    <a:pt x="608" y="8740"/>
                  </a:cubicBezTo>
                  <a:cubicBezTo>
                    <a:pt x="739" y="8418"/>
                    <a:pt x="906" y="8049"/>
                    <a:pt x="894" y="7442"/>
                  </a:cubicBezTo>
                  <a:cubicBezTo>
                    <a:pt x="870" y="6799"/>
                    <a:pt x="1025" y="6513"/>
                    <a:pt x="1156" y="6239"/>
                  </a:cubicBezTo>
                  <a:cubicBezTo>
                    <a:pt x="1227" y="6085"/>
                    <a:pt x="1311" y="5918"/>
                    <a:pt x="1370" y="5715"/>
                  </a:cubicBezTo>
                  <a:cubicBezTo>
                    <a:pt x="1453" y="5406"/>
                    <a:pt x="1453" y="5144"/>
                    <a:pt x="1453" y="4894"/>
                  </a:cubicBezTo>
                  <a:cubicBezTo>
                    <a:pt x="1453" y="4632"/>
                    <a:pt x="1453" y="4370"/>
                    <a:pt x="1561" y="4049"/>
                  </a:cubicBezTo>
                  <a:cubicBezTo>
                    <a:pt x="1632" y="3822"/>
                    <a:pt x="1727" y="3680"/>
                    <a:pt x="1811" y="3513"/>
                  </a:cubicBezTo>
                  <a:cubicBezTo>
                    <a:pt x="1965" y="3263"/>
                    <a:pt x="2120" y="2989"/>
                    <a:pt x="2204" y="2429"/>
                  </a:cubicBezTo>
                  <a:cubicBezTo>
                    <a:pt x="2287" y="1655"/>
                    <a:pt x="2775" y="1155"/>
                    <a:pt x="3180" y="858"/>
                  </a:cubicBezTo>
                  <a:cubicBezTo>
                    <a:pt x="3692" y="489"/>
                    <a:pt x="4251" y="322"/>
                    <a:pt x="4597" y="322"/>
                  </a:cubicBezTo>
                  <a:cubicBezTo>
                    <a:pt x="4763" y="322"/>
                    <a:pt x="4894" y="358"/>
                    <a:pt x="4978" y="429"/>
                  </a:cubicBezTo>
                  <a:cubicBezTo>
                    <a:pt x="5067" y="489"/>
                    <a:pt x="5168" y="518"/>
                    <a:pt x="5268" y="518"/>
                  </a:cubicBezTo>
                  <a:cubicBezTo>
                    <a:pt x="5368" y="518"/>
                    <a:pt x="5466" y="489"/>
                    <a:pt x="5549" y="429"/>
                  </a:cubicBezTo>
                  <a:cubicBezTo>
                    <a:pt x="5656" y="370"/>
                    <a:pt x="5775" y="322"/>
                    <a:pt x="5930" y="322"/>
                  </a:cubicBezTo>
                  <a:close/>
                  <a:moveTo>
                    <a:pt x="4585" y="0"/>
                  </a:moveTo>
                  <a:cubicBezTo>
                    <a:pt x="4109" y="0"/>
                    <a:pt x="3478" y="239"/>
                    <a:pt x="2977" y="596"/>
                  </a:cubicBezTo>
                  <a:cubicBezTo>
                    <a:pt x="2525" y="917"/>
                    <a:pt x="1965" y="1489"/>
                    <a:pt x="1858" y="2382"/>
                  </a:cubicBezTo>
                  <a:cubicBezTo>
                    <a:pt x="1799" y="2870"/>
                    <a:pt x="1668" y="3096"/>
                    <a:pt x="1513" y="3334"/>
                  </a:cubicBezTo>
                  <a:cubicBezTo>
                    <a:pt x="1418" y="3501"/>
                    <a:pt x="1311" y="3680"/>
                    <a:pt x="1239" y="3941"/>
                  </a:cubicBezTo>
                  <a:cubicBezTo>
                    <a:pt x="1132" y="4311"/>
                    <a:pt x="1120" y="4596"/>
                    <a:pt x="1120" y="4882"/>
                  </a:cubicBezTo>
                  <a:cubicBezTo>
                    <a:pt x="1120" y="5120"/>
                    <a:pt x="1120" y="5346"/>
                    <a:pt x="1037" y="5608"/>
                  </a:cubicBezTo>
                  <a:cubicBezTo>
                    <a:pt x="1001" y="5787"/>
                    <a:pt x="918" y="5918"/>
                    <a:pt x="846" y="6073"/>
                  </a:cubicBezTo>
                  <a:cubicBezTo>
                    <a:pt x="703" y="6382"/>
                    <a:pt x="537" y="6716"/>
                    <a:pt x="549" y="7430"/>
                  </a:cubicBezTo>
                  <a:cubicBezTo>
                    <a:pt x="560" y="7966"/>
                    <a:pt x="418" y="8287"/>
                    <a:pt x="287" y="8585"/>
                  </a:cubicBezTo>
                  <a:cubicBezTo>
                    <a:pt x="132" y="8918"/>
                    <a:pt x="1" y="9228"/>
                    <a:pt x="168" y="9692"/>
                  </a:cubicBezTo>
                  <a:cubicBezTo>
                    <a:pt x="346" y="10192"/>
                    <a:pt x="846" y="10514"/>
                    <a:pt x="1061" y="10609"/>
                  </a:cubicBezTo>
                  <a:lnTo>
                    <a:pt x="1061" y="11026"/>
                  </a:lnTo>
                  <a:cubicBezTo>
                    <a:pt x="1061" y="11121"/>
                    <a:pt x="1132" y="11192"/>
                    <a:pt x="1215" y="11192"/>
                  </a:cubicBezTo>
                  <a:cubicBezTo>
                    <a:pt x="1311" y="11192"/>
                    <a:pt x="1382" y="11121"/>
                    <a:pt x="1382" y="11026"/>
                  </a:cubicBezTo>
                  <a:lnTo>
                    <a:pt x="1382" y="9668"/>
                  </a:lnTo>
                  <a:cubicBezTo>
                    <a:pt x="1382" y="9514"/>
                    <a:pt x="1430" y="9359"/>
                    <a:pt x="1501" y="9228"/>
                  </a:cubicBezTo>
                  <a:lnTo>
                    <a:pt x="2275" y="9895"/>
                  </a:lnTo>
                  <a:cubicBezTo>
                    <a:pt x="2394" y="10002"/>
                    <a:pt x="2465" y="10145"/>
                    <a:pt x="2465" y="10299"/>
                  </a:cubicBezTo>
                  <a:lnTo>
                    <a:pt x="2465" y="11026"/>
                  </a:lnTo>
                  <a:cubicBezTo>
                    <a:pt x="2465" y="11121"/>
                    <a:pt x="2549" y="11192"/>
                    <a:pt x="2632" y="11192"/>
                  </a:cubicBezTo>
                  <a:cubicBezTo>
                    <a:pt x="2716" y="11192"/>
                    <a:pt x="2799" y="11121"/>
                    <a:pt x="2799" y="11026"/>
                  </a:cubicBezTo>
                  <a:lnTo>
                    <a:pt x="2799" y="10299"/>
                  </a:lnTo>
                  <a:cubicBezTo>
                    <a:pt x="2799" y="10049"/>
                    <a:pt x="2692" y="9811"/>
                    <a:pt x="2501" y="9645"/>
                  </a:cubicBezTo>
                  <a:lnTo>
                    <a:pt x="1727" y="8978"/>
                  </a:lnTo>
                  <a:cubicBezTo>
                    <a:pt x="1799" y="8918"/>
                    <a:pt x="1882" y="8871"/>
                    <a:pt x="1977" y="8823"/>
                  </a:cubicBezTo>
                  <a:lnTo>
                    <a:pt x="3013" y="8454"/>
                  </a:lnTo>
                  <a:cubicBezTo>
                    <a:pt x="3728" y="9371"/>
                    <a:pt x="4466" y="10002"/>
                    <a:pt x="5192" y="10299"/>
                  </a:cubicBezTo>
                  <a:cubicBezTo>
                    <a:pt x="5204" y="10311"/>
                    <a:pt x="5240" y="10311"/>
                    <a:pt x="5252" y="10311"/>
                  </a:cubicBezTo>
                  <a:cubicBezTo>
                    <a:pt x="5263" y="10311"/>
                    <a:pt x="5299" y="10311"/>
                    <a:pt x="5311" y="10299"/>
                  </a:cubicBezTo>
                  <a:cubicBezTo>
                    <a:pt x="5764" y="10121"/>
                    <a:pt x="6216" y="9811"/>
                    <a:pt x="6668" y="9395"/>
                  </a:cubicBezTo>
                  <a:cubicBezTo>
                    <a:pt x="6728" y="9335"/>
                    <a:pt x="6740" y="9228"/>
                    <a:pt x="6668" y="9156"/>
                  </a:cubicBezTo>
                  <a:cubicBezTo>
                    <a:pt x="6636" y="9124"/>
                    <a:pt x="6590" y="9102"/>
                    <a:pt x="6543" y="9102"/>
                  </a:cubicBezTo>
                  <a:cubicBezTo>
                    <a:pt x="6503" y="9102"/>
                    <a:pt x="6463" y="9118"/>
                    <a:pt x="6430" y="9156"/>
                  </a:cubicBezTo>
                  <a:cubicBezTo>
                    <a:pt x="6025" y="9525"/>
                    <a:pt x="5644" y="9811"/>
                    <a:pt x="5252" y="9966"/>
                  </a:cubicBezTo>
                  <a:cubicBezTo>
                    <a:pt x="4478" y="9633"/>
                    <a:pt x="3811" y="8930"/>
                    <a:pt x="3347" y="8347"/>
                  </a:cubicBezTo>
                  <a:lnTo>
                    <a:pt x="3799" y="8204"/>
                  </a:lnTo>
                  <a:cubicBezTo>
                    <a:pt x="4132" y="8085"/>
                    <a:pt x="4370" y="7751"/>
                    <a:pt x="4370" y="7382"/>
                  </a:cubicBezTo>
                  <a:lnTo>
                    <a:pt x="4370" y="6811"/>
                  </a:lnTo>
                  <a:cubicBezTo>
                    <a:pt x="4656" y="6918"/>
                    <a:pt x="4954" y="6978"/>
                    <a:pt x="5263" y="6978"/>
                  </a:cubicBezTo>
                  <a:cubicBezTo>
                    <a:pt x="5585" y="6978"/>
                    <a:pt x="5883" y="6918"/>
                    <a:pt x="6156" y="6811"/>
                  </a:cubicBezTo>
                  <a:lnTo>
                    <a:pt x="6156" y="7382"/>
                  </a:lnTo>
                  <a:cubicBezTo>
                    <a:pt x="6156" y="7751"/>
                    <a:pt x="6395" y="8085"/>
                    <a:pt x="6740" y="8204"/>
                  </a:cubicBezTo>
                  <a:lnTo>
                    <a:pt x="7192" y="8347"/>
                  </a:lnTo>
                  <a:cubicBezTo>
                    <a:pt x="7097" y="8466"/>
                    <a:pt x="7014" y="8573"/>
                    <a:pt x="6907" y="8692"/>
                  </a:cubicBezTo>
                  <a:cubicBezTo>
                    <a:pt x="6847" y="8763"/>
                    <a:pt x="6847" y="8871"/>
                    <a:pt x="6918" y="8930"/>
                  </a:cubicBezTo>
                  <a:cubicBezTo>
                    <a:pt x="6954" y="8954"/>
                    <a:pt x="6990" y="8978"/>
                    <a:pt x="7026" y="8978"/>
                  </a:cubicBezTo>
                  <a:cubicBezTo>
                    <a:pt x="7073" y="8978"/>
                    <a:pt x="7109" y="8954"/>
                    <a:pt x="7145" y="8918"/>
                  </a:cubicBezTo>
                  <a:cubicBezTo>
                    <a:pt x="7264" y="8787"/>
                    <a:pt x="7383" y="8633"/>
                    <a:pt x="7502" y="8490"/>
                  </a:cubicBezTo>
                  <a:lnTo>
                    <a:pt x="8538" y="8859"/>
                  </a:lnTo>
                  <a:cubicBezTo>
                    <a:pt x="8645" y="8883"/>
                    <a:pt x="8740" y="8942"/>
                    <a:pt x="8812" y="9002"/>
                  </a:cubicBezTo>
                  <a:lnTo>
                    <a:pt x="8038" y="9656"/>
                  </a:lnTo>
                  <a:cubicBezTo>
                    <a:pt x="7847" y="9823"/>
                    <a:pt x="7740" y="10061"/>
                    <a:pt x="7740" y="10311"/>
                  </a:cubicBezTo>
                  <a:lnTo>
                    <a:pt x="7740" y="11038"/>
                  </a:lnTo>
                  <a:cubicBezTo>
                    <a:pt x="7740" y="11133"/>
                    <a:pt x="7811" y="11204"/>
                    <a:pt x="7895" y="11204"/>
                  </a:cubicBezTo>
                  <a:cubicBezTo>
                    <a:pt x="7990" y="11204"/>
                    <a:pt x="8061" y="11133"/>
                    <a:pt x="8061" y="11038"/>
                  </a:cubicBezTo>
                  <a:lnTo>
                    <a:pt x="8061" y="10311"/>
                  </a:lnTo>
                  <a:cubicBezTo>
                    <a:pt x="8061" y="10145"/>
                    <a:pt x="8133" y="10002"/>
                    <a:pt x="8252" y="9918"/>
                  </a:cubicBezTo>
                  <a:lnTo>
                    <a:pt x="9014" y="9264"/>
                  </a:lnTo>
                  <a:cubicBezTo>
                    <a:pt x="9085" y="9395"/>
                    <a:pt x="9133" y="9537"/>
                    <a:pt x="9133" y="9692"/>
                  </a:cubicBezTo>
                  <a:lnTo>
                    <a:pt x="9133" y="11049"/>
                  </a:lnTo>
                  <a:cubicBezTo>
                    <a:pt x="9133" y="11133"/>
                    <a:pt x="9204" y="11204"/>
                    <a:pt x="9300" y="11204"/>
                  </a:cubicBezTo>
                  <a:cubicBezTo>
                    <a:pt x="9383" y="11204"/>
                    <a:pt x="9466" y="11133"/>
                    <a:pt x="9466" y="11049"/>
                  </a:cubicBezTo>
                  <a:lnTo>
                    <a:pt x="9466" y="10633"/>
                  </a:lnTo>
                  <a:cubicBezTo>
                    <a:pt x="9681" y="10514"/>
                    <a:pt x="10193" y="10216"/>
                    <a:pt x="10359" y="9704"/>
                  </a:cubicBezTo>
                  <a:cubicBezTo>
                    <a:pt x="10490" y="9240"/>
                    <a:pt x="10359" y="8930"/>
                    <a:pt x="10228" y="8585"/>
                  </a:cubicBezTo>
                  <a:cubicBezTo>
                    <a:pt x="10085" y="8287"/>
                    <a:pt x="9955" y="7966"/>
                    <a:pt x="9955" y="7430"/>
                  </a:cubicBezTo>
                  <a:cubicBezTo>
                    <a:pt x="9966" y="6716"/>
                    <a:pt x="9812" y="6382"/>
                    <a:pt x="9657" y="6073"/>
                  </a:cubicBezTo>
                  <a:cubicBezTo>
                    <a:pt x="9585" y="5918"/>
                    <a:pt x="9526" y="5787"/>
                    <a:pt x="9466" y="5608"/>
                  </a:cubicBezTo>
                  <a:cubicBezTo>
                    <a:pt x="9395" y="5346"/>
                    <a:pt x="9395" y="5120"/>
                    <a:pt x="9395" y="4882"/>
                  </a:cubicBezTo>
                  <a:cubicBezTo>
                    <a:pt x="9395" y="4596"/>
                    <a:pt x="9395" y="4311"/>
                    <a:pt x="9276" y="3941"/>
                  </a:cubicBezTo>
                  <a:cubicBezTo>
                    <a:pt x="9193" y="3680"/>
                    <a:pt x="9097" y="3513"/>
                    <a:pt x="8990" y="3334"/>
                  </a:cubicBezTo>
                  <a:cubicBezTo>
                    <a:pt x="8835" y="3096"/>
                    <a:pt x="8704" y="2870"/>
                    <a:pt x="8645" y="2382"/>
                  </a:cubicBezTo>
                  <a:cubicBezTo>
                    <a:pt x="8538" y="1489"/>
                    <a:pt x="7978" y="917"/>
                    <a:pt x="7526" y="596"/>
                  </a:cubicBezTo>
                  <a:cubicBezTo>
                    <a:pt x="7026" y="239"/>
                    <a:pt x="6395" y="0"/>
                    <a:pt x="5918" y="0"/>
                  </a:cubicBezTo>
                  <a:cubicBezTo>
                    <a:pt x="5704" y="0"/>
                    <a:pt x="5502" y="48"/>
                    <a:pt x="5359" y="143"/>
                  </a:cubicBezTo>
                  <a:cubicBezTo>
                    <a:pt x="5329" y="167"/>
                    <a:pt x="5290" y="179"/>
                    <a:pt x="5252" y="179"/>
                  </a:cubicBezTo>
                  <a:cubicBezTo>
                    <a:pt x="5213" y="179"/>
                    <a:pt x="5174" y="167"/>
                    <a:pt x="5144" y="143"/>
                  </a:cubicBezTo>
                  <a:cubicBezTo>
                    <a:pt x="5002" y="48"/>
                    <a:pt x="4811" y="0"/>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9" name="Google Shape;11699;p65"/>
          <p:cNvGrpSpPr/>
          <p:nvPr/>
        </p:nvGrpSpPr>
        <p:grpSpPr>
          <a:xfrm>
            <a:off x="5748295" y="1324433"/>
            <a:ext cx="323294" cy="356115"/>
            <a:chOff x="5748295" y="1499833"/>
            <a:chExt cx="323294" cy="356115"/>
          </a:xfrm>
        </p:grpSpPr>
        <p:sp>
          <p:nvSpPr>
            <p:cNvPr id="11700" name="Google Shape;11700;p65"/>
            <p:cNvSpPr/>
            <p:nvPr/>
          </p:nvSpPr>
          <p:spPr>
            <a:xfrm>
              <a:off x="5871276" y="1611474"/>
              <a:ext cx="10581" cy="16252"/>
            </a:xfrm>
            <a:custGeom>
              <a:avLst/>
              <a:gdLst/>
              <a:ahLst/>
              <a:cxnLst/>
              <a:rect l="l" t="t" r="r" b="b"/>
              <a:pathLst>
                <a:path w="334" h="513" extrusionOk="0">
                  <a:moveTo>
                    <a:pt x="167" y="1"/>
                  </a:moveTo>
                  <a:cubicBezTo>
                    <a:pt x="84" y="1"/>
                    <a:pt x="0" y="72"/>
                    <a:pt x="0" y="168"/>
                  </a:cubicBezTo>
                  <a:lnTo>
                    <a:pt x="0" y="346"/>
                  </a:lnTo>
                  <a:cubicBezTo>
                    <a:pt x="0" y="429"/>
                    <a:pt x="84" y="513"/>
                    <a:pt x="167" y="513"/>
                  </a:cubicBezTo>
                  <a:cubicBezTo>
                    <a:pt x="250" y="513"/>
                    <a:pt x="334" y="429"/>
                    <a:pt x="334" y="346"/>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65"/>
            <p:cNvSpPr/>
            <p:nvPr/>
          </p:nvSpPr>
          <p:spPr>
            <a:xfrm>
              <a:off x="5938406" y="1611474"/>
              <a:ext cx="10233" cy="16252"/>
            </a:xfrm>
            <a:custGeom>
              <a:avLst/>
              <a:gdLst/>
              <a:ahLst/>
              <a:cxnLst/>
              <a:rect l="l" t="t" r="r" b="b"/>
              <a:pathLst>
                <a:path w="323" h="513" extrusionOk="0">
                  <a:moveTo>
                    <a:pt x="167" y="1"/>
                  </a:moveTo>
                  <a:cubicBezTo>
                    <a:pt x="72" y="1"/>
                    <a:pt x="1" y="72"/>
                    <a:pt x="1" y="168"/>
                  </a:cubicBezTo>
                  <a:lnTo>
                    <a:pt x="1" y="346"/>
                  </a:lnTo>
                  <a:cubicBezTo>
                    <a:pt x="1" y="429"/>
                    <a:pt x="72" y="513"/>
                    <a:pt x="167" y="513"/>
                  </a:cubicBezTo>
                  <a:cubicBezTo>
                    <a:pt x="251" y="513"/>
                    <a:pt x="322" y="429"/>
                    <a:pt x="322" y="346"/>
                  </a:cubicBez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65"/>
            <p:cNvSpPr/>
            <p:nvPr/>
          </p:nvSpPr>
          <p:spPr>
            <a:xfrm>
              <a:off x="5887116" y="1650820"/>
              <a:ext cx="45683" cy="15777"/>
            </a:xfrm>
            <a:custGeom>
              <a:avLst/>
              <a:gdLst/>
              <a:ahLst/>
              <a:cxnLst/>
              <a:rect l="l" t="t" r="r" b="b"/>
              <a:pathLst>
                <a:path w="1442" h="498" extrusionOk="0">
                  <a:moveTo>
                    <a:pt x="183" y="0"/>
                  </a:moveTo>
                  <a:cubicBezTo>
                    <a:pt x="140" y="0"/>
                    <a:pt x="96" y="15"/>
                    <a:pt x="60" y="45"/>
                  </a:cubicBezTo>
                  <a:cubicBezTo>
                    <a:pt x="0" y="104"/>
                    <a:pt x="0" y="199"/>
                    <a:pt x="60" y="283"/>
                  </a:cubicBezTo>
                  <a:cubicBezTo>
                    <a:pt x="203" y="414"/>
                    <a:pt x="441" y="497"/>
                    <a:pt x="691" y="497"/>
                  </a:cubicBezTo>
                  <a:cubicBezTo>
                    <a:pt x="965" y="497"/>
                    <a:pt x="1203" y="414"/>
                    <a:pt x="1334" y="283"/>
                  </a:cubicBezTo>
                  <a:cubicBezTo>
                    <a:pt x="1441" y="199"/>
                    <a:pt x="1441" y="104"/>
                    <a:pt x="1370" y="45"/>
                  </a:cubicBezTo>
                  <a:cubicBezTo>
                    <a:pt x="1340" y="15"/>
                    <a:pt x="1298" y="0"/>
                    <a:pt x="1255" y="0"/>
                  </a:cubicBezTo>
                  <a:cubicBezTo>
                    <a:pt x="1212" y="0"/>
                    <a:pt x="1167" y="15"/>
                    <a:pt x="1131" y="45"/>
                  </a:cubicBezTo>
                  <a:cubicBezTo>
                    <a:pt x="1072" y="104"/>
                    <a:pt x="917" y="176"/>
                    <a:pt x="715" y="176"/>
                  </a:cubicBezTo>
                  <a:cubicBezTo>
                    <a:pt x="500" y="176"/>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65"/>
            <p:cNvSpPr/>
            <p:nvPr/>
          </p:nvSpPr>
          <p:spPr>
            <a:xfrm>
              <a:off x="5748295" y="1499833"/>
              <a:ext cx="323294" cy="355355"/>
            </a:xfrm>
            <a:custGeom>
              <a:avLst/>
              <a:gdLst/>
              <a:ahLst/>
              <a:cxnLst/>
              <a:rect l="l" t="t" r="r" b="b"/>
              <a:pathLst>
                <a:path w="10205" h="11217" extrusionOk="0">
                  <a:moveTo>
                    <a:pt x="7026" y="334"/>
                  </a:moveTo>
                  <a:cubicBezTo>
                    <a:pt x="7323" y="334"/>
                    <a:pt x="7561" y="572"/>
                    <a:pt x="7561" y="870"/>
                  </a:cubicBezTo>
                  <a:lnTo>
                    <a:pt x="7561" y="3346"/>
                  </a:lnTo>
                  <a:lnTo>
                    <a:pt x="7371" y="3346"/>
                  </a:lnTo>
                  <a:cubicBezTo>
                    <a:pt x="7264" y="3346"/>
                    <a:pt x="7180" y="3251"/>
                    <a:pt x="7180" y="3156"/>
                  </a:cubicBezTo>
                  <a:lnTo>
                    <a:pt x="7180" y="2632"/>
                  </a:lnTo>
                  <a:cubicBezTo>
                    <a:pt x="7180" y="2156"/>
                    <a:pt x="6787" y="1763"/>
                    <a:pt x="6311" y="1763"/>
                  </a:cubicBezTo>
                  <a:lnTo>
                    <a:pt x="4561" y="1763"/>
                  </a:lnTo>
                  <a:cubicBezTo>
                    <a:pt x="4466" y="1763"/>
                    <a:pt x="4394" y="1846"/>
                    <a:pt x="4394" y="1929"/>
                  </a:cubicBezTo>
                  <a:cubicBezTo>
                    <a:pt x="4394" y="2025"/>
                    <a:pt x="4466" y="2096"/>
                    <a:pt x="4561" y="2096"/>
                  </a:cubicBezTo>
                  <a:lnTo>
                    <a:pt x="6311" y="2096"/>
                  </a:lnTo>
                  <a:cubicBezTo>
                    <a:pt x="6609" y="2096"/>
                    <a:pt x="6847" y="2334"/>
                    <a:pt x="6847" y="2632"/>
                  </a:cubicBezTo>
                  <a:lnTo>
                    <a:pt x="6847" y="3156"/>
                  </a:lnTo>
                  <a:cubicBezTo>
                    <a:pt x="6847" y="3441"/>
                    <a:pt x="7085" y="3680"/>
                    <a:pt x="7371" y="3680"/>
                  </a:cubicBezTo>
                  <a:lnTo>
                    <a:pt x="7633" y="3680"/>
                  </a:lnTo>
                  <a:cubicBezTo>
                    <a:pt x="7704" y="3680"/>
                    <a:pt x="7788" y="3703"/>
                    <a:pt x="7847" y="3763"/>
                  </a:cubicBezTo>
                  <a:cubicBezTo>
                    <a:pt x="7907" y="3822"/>
                    <a:pt x="7919" y="3894"/>
                    <a:pt x="7919" y="3977"/>
                  </a:cubicBezTo>
                  <a:cubicBezTo>
                    <a:pt x="7907" y="4108"/>
                    <a:pt x="7776" y="4227"/>
                    <a:pt x="7621" y="4227"/>
                  </a:cubicBezTo>
                  <a:lnTo>
                    <a:pt x="7549" y="4227"/>
                  </a:lnTo>
                  <a:lnTo>
                    <a:pt x="7549" y="4215"/>
                  </a:lnTo>
                  <a:cubicBezTo>
                    <a:pt x="7549" y="4120"/>
                    <a:pt x="7478" y="4049"/>
                    <a:pt x="7383" y="4049"/>
                  </a:cubicBezTo>
                  <a:cubicBezTo>
                    <a:pt x="7299" y="4049"/>
                    <a:pt x="7216" y="4120"/>
                    <a:pt x="7216" y="4215"/>
                  </a:cubicBezTo>
                  <a:cubicBezTo>
                    <a:pt x="7216" y="5370"/>
                    <a:pt x="6264" y="6323"/>
                    <a:pt x="5109" y="6323"/>
                  </a:cubicBezTo>
                  <a:cubicBezTo>
                    <a:pt x="5101" y="6323"/>
                    <a:pt x="5094" y="6323"/>
                    <a:pt x="5087" y="6323"/>
                  </a:cubicBezTo>
                  <a:cubicBezTo>
                    <a:pt x="3930" y="6323"/>
                    <a:pt x="2989" y="5375"/>
                    <a:pt x="2989" y="4215"/>
                  </a:cubicBezTo>
                  <a:cubicBezTo>
                    <a:pt x="2989" y="4120"/>
                    <a:pt x="2918" y="4049"/>
                    <a:pt x="2835" y="4049"/>
                  </a:cubicBezTo>
                  <a:cubicBezTo>
                    <a:pt x="2739" y="4049"/>
                    <a:pt x="2668" y="4120"/>
                    <a:pt x="2668" y="4215"/>
                  </a:cubicBezTo>
                  <a:lnTo>
                    <a:pt x="2668" y="4227"/>
                  </a:lnTo>
                  <a:lnTo>
                    <a:pt x="2561" y="4227"/>
                  </a:lnTo>
                  <a:cubicBezTo>
                    <a:pt x="2489" y="4227"/>
                    <a:pt x="2418" y="4192"/>
                    <a:pt x="2358" y="4132"/>
                  </a:cubicBezTo>
                  <a:cubicBezTo>
                    <a:pt x="2299" y="4073"/>
                    <a:pt x="2275" y="4001"/>
                    <a:pt x="2275" y="3930"/>
                  </a:cubicBezTo>
                  <a:cubicBezTo>
                    <a:pt x="2299" y="3799"/>
                    <a:pt x="2430" y="3680"/>
                    <a:pt x="2573" y="3680"/>
                  </a:cubicBezTo>
                  <a:lnTo>
                    <a:pt x="2811" y="3680"/>
                  </a:lnTo>
                  <a:cubicBezTo>
                    <a:pt x="3097" y="3680"/>
                    <a:pt x="3335" y="3441"/>
                    <a:pt x="3335" y="3156"/>
                  </a:cubicBezTo>
                  <a:lnTo>
                    <a:pt x="3335" y="2632"/>
                  </a:lnTo>
                  <a:cubicBezTo>
                    <a:pt x="3335" y="2334"/>
                    <a:pt x="3573" y="2096"/>
                    <a:pt x="3870" y="2096"/>
                  </a:cubicBezTo>
                  <a:cubicBezTo>
                    <a:pt x="3954" y="2096"/>
                    <a:pt x="4037" y="2025"/>
                    <a:pt x="4037" y="1929"/>
                  </a:cubicBezTo>
                  <a:cubicBezTo>
                    <a:pt x="4037" y="1846"/>
                    <a:pt x="3954" y="1763"/>
                    <a:pt x="3870" y="1763"/>
                  </a:cubicBezTo>
                  <a:cubicBezTo>
                    <a:pt x="3394" y="1763"/>
                    <a:pt x="3013" y="2156"/>
                    <a:pt x="3013" y="2632"/>
                  </a:cubicBezTo>
                  <a:lnTo>
                    <a:pt x="3013" y="3156"/>
                  </a:lnTo>
                  <a:cubicBezTo>
                    <a:pt x="3013" y="3251"/>
                    <a:pt x="2918" y="3346"/>
                    <a:pt x="2811" y="3346"/>
                  </a:cubicBezTo>
                  <a:lnTo>
                    <a:pt x="2620" y="3346"/>
                  </a:lnTo>
                  <a:lnTo>
                    <a:pt x="2620" y="870"/>
                  </a:lnTo>
                  <a:cubicBezTo>
                    <a:pt x="2620" y="572"/>
                    <a:pt x="2858" y="334"/>
                    <a:pt x="3156" y="334"/>
                  </a:cubicBezTo>
                  <a:close/>
                  <a:moveTo>
                    <a:pt x="6549" y="6204"/>
                  </a:moveTo>
                  <a:lnTo>
                    <a:pt x="6549" y="6632"/>
                  </a:lnTo>
                  <a:cubicBezTo>
                    <a:pt x="6549" y="6811"/>
                    <a:pt x="6621" y="6990"/>
                    <a:pt x="6764" y="7121"/>
                  </a:cubicBezTo>
                  <a:lnTo>
                    <a:pt x="7085" y="7454"/>
                  </a:lnTo>
                  <a:lnTo>
                    <a:pt x="7085" y="8085"/>
                  </a:lnTo>
                  <a:lnTo>
                    <a:pt x="7061" y="8085"/>
                  </a:lnTo>
                  <a:cubicBezTo>
                    <a:pt x="7061" y="9097"/>
                    <a:pt x="6264" y="9930"/>
                    <a:pt x="5287" y="10014"/>
                  </a:cubicBezTo>
                  <a:lnTo>
                    <a:pt x="5287" y="9835"/>
                  </a:lnTo>
                  <a:cubicBezTo>
                    <a:pt x="5287" y="9752"/>
                    <a:pt x="5204" y="9668"/>
                    <a:pt x="5121" y="9668"/>
                  </a:cubicBezTo>
                  <a:cubicBezTo>
                    <a:pt x="5037" y="9668"/>
                    <a:pt x="4954" y="9752"/>
                    <a:pt x="4954" y="9835"/>
                  </a:cubicBezTo>
                  <a:lnTo>
                    <a:pt x="4954" y="10014"/>
                  </a:lnTo>
                  <a:cubicBezTo>
                    <a:pt x="3966" y="9930"/>
                    <a:pt x="3192" y="9097"/>
                    <a:pt x="3192" y="8085"/>
                  </a:cubicBezTo>
                  <a:lnTo>
                    <a:pt x="3192" y="7442"/>
                  </a:lnTo>
                  <a:lnTo>
                    <a:pt x="3513" y="7109"/>
                  </a:lnTo>
                  <a:cubicBezTo>
                    <a:pt x="3644" y="6978"/>
                    <a:pt x="3728" y="6811"/>
                    <a:pt x="3728" y="6620"/>
                  </a:cubicBezTo>
                  <a:lnTo>
                    <a:pt x="3728" y="6204"/>
                  </a:lnTo>
                  <a:cubicBezTo>
                    <a:pt x="4120" y="6489"/>
                    <a:pt x="4621" y="6668"/>
                    <a:pt x="5132" y="6668"/>
                  </a:cubicBezTo>
                  <a:cubicBezTo>
                    <a:pt x="5668" y="6668"/>
                    <a:pt x="6145" y="6501"/>
                    <a:pt x="6549" y="6204"/>
                  </a:cubicBezTo>
                  <a:close/>
                  <a:moveTo>
                    <a:pt x="3168" y="1"/>
                  </a:moveTo>
                  <a:cubicBezTo>
                    <a:pt x="2692" y="1"/>
                    <a:pt x="2311" y="382"/>
                    <a:pt x="2311" y="858"/>
                  </a:cubicBezTo>
                  <a:lnTo>
                    <a:pt x="2311" y="3394"/>
                  </a:lnTo>
                  <a:cubicBezTo>
                    <a:pt x="2120" y="3477"/>
                    <a:pt x="1977" y="3656"/>
                    <a:pt x="1965" y="3870"/>
                  </a:cubicBezTo>
                  <a:cubicBezTo>
                    <a:pt x="1954" y="4037"/>
                    <a:pt x="2013" y="4215"/>
                    <a:pt x="2120" y="4334"/>
                  </a:cubicBezTo>
                  <a:cubicBezTo>
                    <a:pt x="2239" y="4454"/>
                    <a:pt x="2394" y="4525"/>
                    <a:pt x="2561" y="4525"/>
                  </a:cubicBezTo>
                  <a:lnTo>
                    <a:pt x="2680" y="4525"/>
                  </a:lnTo>
                  <a:cubicBezTo>
                    <a:pt x="2751" y="5049"/>
                    <a:pt x="2989" y="5525"/>
                    <a:pt x="3347" y="5894"/>
                  </a:cubicBezTo>
                  <a:lnTo>
                    <a:pt x="3347" y="6609"/>
                  </a:lnTo>
                  <a:cubicBezTo>
                    <a:pt x="3347" y="6716"/>
                    <a:pt x="3311" y="6799"/>
                    <a:pt x="3251" y="6859"/>
                  </a:cubicBezTo>
                  <a:lnTo>
                    <a:pt x="2632" y="7466"/>
                  </a:lnTo>
                  <a:cubicBezTo>
                    <a:pt x="2573" y="7525"/>
                    <a:pt x="2513" y="7561"/>
                    <a:pt x="2442" y="7573"/>
                  </a:cubicBezTo>
                  <a:lnTo>
                    <a:pt x="1299" y="7787"/>
                  </a:lnTo>
                  <a:cubicBezTo>
                    <a:pt x="549" y="7918"/>
                    <a:pt x="1" y="8573"/>
                    <a:pt x="1" y="9335"/>
                  </a:cubicBezTo>
                  <a:lnTo>
                    <a:pt x="1" y="11038"/>
                  </a:lnTo>
                  <a:cubicBezTo>
                    <a:pt x="1" y="11133"/>
                    <a:pt x="72" y="11204"/>
                    <a:pt x="168" y="11204"/>
                  </a:cubicBezTo>
                  <a:cubicBezTo>
                    <a:pt x="251" y="11204"/>
                    <a:pt x="334" y="11133"/>
                    <a:pt x="334" y="11038"/>
                  </a:cubicBezTo>
                  <a:lnTo>
                    <a:pt x="334" y="9335"/>
                  </a:lnTo>
                  <a:cubicBezTo>
                    <a:pt x="334" y="8740"/>
                    <a:pt x="763" y="8216"/>
                    <a:pt x="1358" y="8109"/>
                  </a:cubicBezTo>
                  <a:lnTo>
                    <a:pt x="2120" y="7978"/>
                  </a:lnTo>
                  <a:lnTo>
                    <a:pt x="2120" y="11061"/>
                  </a:lnTo>
                  <a:cubicBezTo>
                    <a:pt x="2120" y="11145"/>
                    <a:pt x="2192" y="11216"/>
                    <a:pt x="2275" y="11216"/>
                  </a:cubicBezTo>
                  <a:cubicBezTo>
                    <a:pt x="2370" y="11216"/>
                    <a:pt x="2442" y="11145"/>
                    <a:pt x="2442" y="11061"/>
                  </a:cubicBezTo>
                  <a:lnTo>
                    <a:pt x="2442" y="7918"/>
                  </a:lnTo>
                  <a:lnTo>
                    <a:pt x="2501" y="7894"/>
                  </a:lnTo>
                  <a:cubicBezTo>
                    <a:pt x="2620" y="7883"/>
                    <a:pt x="2727" y="7823"/>
                    <a:pt x="2835" y="7752"/>
                  </a:cubicBezTo>
                  <a:lnTo>
                    <a:pt x="2835" y="8061"/>
                  </a:lnTo>
                  <a:cubicBezTo>
                    <a:pt x="2835" y="9311"/>
                    <a:pt x="3847" y="10347"/>
                    <a:pt x="5109" y="10347"/>
                  </a:cubicBezTo>
                  <a:cubicBezTo>
                    <a:pt x="6359" y="10347"/>
                    <a:pt x="7383" y="9335"/>
                    <a:pt x="7383" y="8061"/>
                  </a:cubicBezTo>
                  <a:lnTo>
                    <a:pt x="7383" y="7752"/>
                  </a:lnTo>
                  <a:cubicBezTo>
                    <a:pt x="7478" y="7823"/>
                    <a:pt x="7597" y="7883"/>
                    <a:pt x="7716" y="7894"/>
                  </a:cubicBezTo>
                  <a:lnTo>
                    <a:pt x="7776" y="7918"/>
                  </a:lnTo>
                  <a:lnTo>
                    <a:pt x="7776" y="8240"/>
                  </a:lnTo>
                  <a:cubicBezTo>
                    <a:pt x="7776" y="8335"/>
                    <a:pt x="7847" y="8406"/>
                    <a:pt x="7930" y="8406"/>
                  </a:cubicBezTo>
                  <a:cubicBezTo>
                    <a:pt x="8026" y="8406"/>
                    <a:pt x="8097" y="8335"/>
                    <a:pt x="8097" y="8240"/>
                  </a:cubicBezTo>
                  <a:lnTo>
                    <a:pt x="8097" y="7978"/>
                  </a:lnTo>
                  <a:lnTo>
                    <a:pt x="8859" y="8109"/>
                  </a:lnTo>
                  <a:cubicBezTo>
                    <a:pt x="9454" y="8216"/>
                    <a:pt x="9883" y="8728"/>
                    <a:pt x="9883" y="9323"/>
                  </a:cubicBezTo>
                  <a:lnTo>
                    <a:pt x="9883" y="11038"/>
                  </a:lnTo>
                  <a:cubicBezTo>
                    <a:pt x="9883" y="11133"/>
                    <a:pt x="9955" y="11204"/>
                    <a:pt x="10050" y="11204"/>
                  </a:cubicBezTo>
                  <a:cubicBezTo>
                    <a:pt x="10133" y="11204"/>
                    <a:pt x="10205" y="11133"/>
                    <a:pt x="10205" y="11038"/>
                  </a:cubicBezTo>
                  <a:lnTo>
                    <a:pt x="10205" y="9323"/>
                  </a:lnTo>
                  <a:cubicBezTo>
                    <a:pt x="10181" y="8585"/>
                    <a:pt x="9645" y="7930"/>
                    <a:pt x="8907" y="7799"/>
                  </a:cubicBezTo>
                  <a:lnTo>
                    <a:pt x="7752" y="7585"/>
                  </a:lnTo>
                  <a:cubicBezTo>
                    <a:pt x="7680" y="7573"/>
                    <a:pt x="7621" y="7549"/>
                    <a:pt x="7561" y="7490"/>
                  </a:cubicBezTo>
                  <a:lnTo>
                    <a:pt x="6954" y="6870"/>
                  </a:lnTo>
                  <a:cubicBezTo>
                    <a:pt x="6883" y="6799"/>
                    <a:pt x="6847" y="6716"/>
                    <a:pt x="6847" y="6620"/>
                  </a:cubicBezTo>
                  <a:lnTo>
                    <a:pt x="6847" y="5906"/>
                  </a:lnTo>
                  <a:cubicBezTo>
                    <a:pt x="7204" y="5549"/>
                    <a:pt x="7442" y="5073"/>
                    <a:pt x="7514" y="4537"/>
                  </a:cubicBezTo>
                  <a:lnTo>
                    <a:pt x="7621" y="4537"/>
                  </a:lnTo>
                  <a:cubicBezTo>
                    <a:pt x="7954" y="4537"/>
                    <a:pt x="8216" y="4299"/>
                    <a:pt x="8252" y="4001"/>
                  </a:cubicBezTo>
                  <a:cubicBezTo>
                    <a:pt x="8264" y="3834"/>
                    <a:pt x="8204" y="3656"/>
                    <a:pt x="8097" y="3537"/>
                  </a:cubicBezTo>
                  <a:cubicBezTo>
                    <a:pt x="8038" y="3477"/>
                    <a:pt x="7978" y="3441"/>
                    <a:pt x="7907" y="3394"/>
                  </a:cubicBezTo>
                  <a:lnTo>
                    <a:pt x="7907" y="858"/>
                  </a:lnTo>
                  <a:cubicBezTo>
                    <a:pt x="7907" y="382"/>
                    <a:pt x="7514"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65"/>
            <p:cNvSpPr/>
            <p:nvPr/>
          </p:nvSpPr>
          <p:spPr>
            <a:xfrm>
              <a:off x="5865225" y="1594842"/>
              <a:ext cx="22683" cy="12894"/>
            </a:xfrm>
            <a:custGeom>
              <a:avLst/>
              <a:gdLst/>
              <a:ahLst/>
              <a:cxnLst/>
              <a:rect l="l" t="t" r="r" b="b"/>
              <a:pathLst>
                <a:path w="716" h="407" extrusionOk="0">
                  <a:moveTo>
                    <a:pt x="191" y="0"/>
                  </a:moveTo>
                  <a:cubicBezTo>
                    <a:pt x="104" y="0"/>
                    <a:pt x="24" y="58"/>
                    <a:pt x="13" y="145"/>
                  </a:cubicBezTo>
                  <a:cubicBezTo>
                    <a:pt x="1" y="228"/>
                    <a:pt x="60" y="323"/>
                    <a:pt x="156" y="335"/>
                  </a:cubicBezTo>
                  <a:lnTo>
                    <a:pt x="513" y="407"/>
                  </a:lnTo>
                  <a:lnTo>
                    <a:pt x="537" y="407"/>
                  </a:lnTo>
                  <a:cubicBezTo>
                    <a:pt x="608" y="407"/>
                    <a:pt x="691" y="347"/>
                    <a:pt x="703" y="276"/>
                  </a:cubicBezTo>
                  <a:cubicBezTo>
                    <a:pt x="715" y="181"/>
                    <a:pt x="656" y="97"/>
                    <a:pt x="572" y="85"/>
                  </a:cubicBezTo>
                  <a:lnTo>
                    <a:pt x="215" y="2"/>
                  </a:lnTo>
                  <a:cubicBezTo>
                    <a:pt x="207" y="1"/>
                    <a:pt x="199"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65"/>
            <p:cNvSpPr/>
            <p:nvPr/>
          </p:nvSpPr>
          <p:spPr>
            <a:xfrm>
              <a:off x="5931627" y="1594462"/>
              <a:ext cx="23412" cy="12894"/>
            </a:xfrm>
            <a:custGeom>
              <a:avLst/>
              <a:gdLst/>
              <a:ahLst/>
              <a:cxnLst/>
              <a:rect l="l" t="t" r="r" b="b"/>
              <a:pathLst>
                <a:path w="739" h="407" extrusionOk="0">
                  <a:moveTo>
                    <a:pt x="534" y="1"/>
                  </a:moveTo>
                  <a:cubicBezTo>
                    <a:pt x="527" y="1"/>
                    <a:pt x="519" y="1"/>
                    <a:pt x="512" y="2"/>
                  </a:cubicBezTo>
                  <a:lnTo>
                    <a:pt x="155" y="73"/>
                  </a:lnTo>
                  <a:cubicBezTo>
                    <a:pt x="60" y="97"/>
                    <a:pt x="0" y="181"/>
                    <a:pt x="12" y="276"/>
                  </a:cubicBezTo>
                  <a:cubicBezTo>
                    <a:pt x="36" y="347"/>
                    <a:pt x="107" y="407"/>
                    <a:pt x="179" y="407"/>
                  </a:cubicBezTo>
                  <a:lnTo>
                    <a:pt x="215" y="407"/>
                  </a:lnTo>
                  <a:lnTo>
                    <a:pt x="572" y="335"/>
                  </a:lnTo>
                  <a:cubicBezTo>
                    <a:pt x="679" y="312"/>
                    <a:pt x="739" y="228"/>
                    <a:pt x="703" y="133"/>
                  </a:cubicBezTo>
                  <a:cubicBezTo>
                    <a:pt x="692" y="57"/>
                    <a:pt x="611"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65"/>
            <p:cNvSpPr/>
            <p:nvPr/>
          </p:nvSpPr>
          <p:spPr>
            <a:xfrm>
              <a:off x="5993846" y="1778586"/>
              <a:ext cx="10613" cy="77363"/>
            </a:xfrm>
            <a:custGeom>
              <a:avLst/>
              <a:gdLst/>
              <a:ahLst/>
              <a:cxnLst/>
              <a:rect l="l" t="t" r="r" b="b"/>
              <a:pathLst>
                <a:path w="335" h="2442" extrusionOk="0">
                  <a:moveTo>
                    <a:pt x="168" y="0"/>
                  </a:moveTo>
                  <a:cubicBezTo>
                    <a:pt x="84" y="0"/>
                    <a:pt x="1" y="72"/>
                    <a:pt x="1" y="155"/>
                  </a:cubicBezTo>
                  <a:lnTo>
                    <a:pt x="1" y="2274"/>
                  </a:lnTo>
                  <a:cubicBezTo>
                    <a:pt x="1" y="2358"/>
                    <a:pt x="84" y="2441"/>
                    <a:pt x="168" y="2441"/>
                  </a:cubicBezTo>
                  <a:cubicBezTo>
                    <a:pt x="251" y="2441"/>
                    <a:pt x="334" y="2358"/>
                    <a:pt x="334" y="2274"/>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7" name="Google Shape;11707;p65"/>
          <p:cNvGrpSpPr/>
          <p:nvPr/>
        </p:nvGrpSpPr>
        <p:grpSpPr>
          <a:xfrm>
            <a:off x="8047661" y="1325637"/>
            <a:ext cx="278404" cy="355260"/>
            <a:chOff x="8047661" y="1501037"/>
            <a:chExt cx="278404" cy="355260"/>
          </a:xfrm>
        </p:grpSpPr>
        <p:sp>
          <p:nvSpPr>
            <p:cNvPr id="11708" name="Google Shape;11708;p65"/>
            <p:cNvSpPr/>
            <p:nvPr/>
          </p:nvSpPr>
          <p:spPr>
            <a:xfrm>
              <a:off x="8147611" y="1622815"/>
              <a:ext cx="10581" cy="16220"/>
            </a:xfrm>
            <a:custGeom>
              <a:avLst/>
              <a:gdLst/>
              <a:ahLst/>
              <a:cxnLst/>
              <a:rect l="l" t="t" r="r" b="b"/>
              <a:pathLst>
                <a:path w="334" h="512" extrusionOk="0">
                  <a:moveTo>
                    <a:pt x="167" y="0"/>
                  </a:moveTo>
                  <a:cubicBezTo>
                    <a:pt x="84" y="0"/>
                    <a:pt x="1" y="71"/>
                    <a:pt x="1" y="167"/>
                  </a:cubicBezTo>
                  <a:lnTo>
                    <a:pt x="1" y="345"/>
                  </a:lnTo>
                  <a:cubicBezTo>
                    <a:pt x="1" y="429"/>
                    <a:pt x="84" y="512"/>
                    <a:pt x="167" y="512"/>
                  </a:cubicBezTo>
                  <a:cubicBezTo>
                    <a:pt x="251"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65"/>
            <p:cNvSpPr/>
            <p:nvPr/>
          </p:nvSpPr>
          <p:spPr>
            <a:xfrm>
              <a:off x="8214741" y="1622815"/>
              <a:ext cx="10233" cy="16220"/>
            </a:xfrm>
            <a:custGeom>
              <a:avLst/>
              <a:gdLst/>
              <a:ahLst/>
              <a:cxnLst/>
              <a:rect l="l" t="t" r="r" b="b"/>
              <a:pathLst>
                <a:path w="323" h="512" extrusionOk="0">
                  <a:moveTo>
                    <a:pt x="168" y="0"/>
                  </a:moveTo>
                  <a:cubicBezTo>
                    <a:pt x="72" y="0"/>
                    <a:pt x="1" y="71"/>
                    <a:pt x="1" y="167"/>
                  </a:cubicBezTo>
                  <a:lnTo>
                    <a:pt x="1" y="345"/>
                  </a:lnTo>
                  <a:cubicBezTo>
                    <a:pt x="1" y="429"/>
                    <a:pt x="72" y="512"/>
                    <a:pt x="168" y="512"/>
                  </a:cubicBezTo>
                  <a:cubicBezTo>
                    <a:pt x="251" y="512"/>
                    <a:pt x="322" y="429"/>
                    <a:pt x="322" y="345"/>
                  </a:cubicBezTo>
                  <a:lnTo>
                    <a:pt x="322" y="167"/>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65"/>
            <p:cNvSpPr/>
            <p:nvPr/>
          </p:nvSpPr>
          <p:spPr>
            <a:xfrm>
              <a:off x="8163451" y="1661370"/>
              <a:ext cx="45302" cy="16157"/>
            </a:xfrm>
            <a:custGeom>
              <a:avLst/>
              <a:gdLst/>
              <a:ahLst/>
              <a:cxnLst/>
              <a:rect l="l" t="t" r="r" b="b"/>
              <a:pathLst>
                <a:path w="1430" h="510" extrusionOk="0">
                  <a:moveTo>
                    <a:pt x="184" y="0"/>
                  </a:moveTo>
                  <a:cubicBezTo>
                    <a:pt x="141" y="0"/>
                    <a:pt x="96" y="15"/>
                    <a:pt x="60" y="45"/>
                  </a:cubicBezTo>
                  <a:cubicBezTo>
                    <a:pt x="1" y="105"/>
                    <a:pt x="1" y="212"/>
                    <a:pt x="60" y="283"/>
                  </a:cubicBezTo>
                  <a:cubicBezTo>
                    <a:pt x="203" y="426"/>
                    <a:pt x="441" y="509"/>
                    <a:pt x="691" y="509"/>
                  </a:cubicBezTo>
                  <a:cubicBezTo>
                    <a:pt x="965" y="509"/>
                    <a:pt x="1203" y="426"/>
                    <a:pt x="1334" y="283"/>
                  </a:cubicBezTo>
                  <a:cubicBezTo>
                    <a:pt x="1429" y="224"/>
                    <a:pt x="1429" y="128"/>
                    <a:pt x="1370" y="45"/>
                  </a:cubicBezTo>
                  <a:cubicBezTo>
                    <a:pt x="1340" y="15"/>
                    <a:pt x="1298" y="0"/>
                    <a:pt x="1255" y="0"/>
                  </a:cubicBezTo>
                  <a:cubicBezTo>
                    <a:pt x="1212" y="0"/>
                    <a:pt x="1167" y="15"/>
                    <a:pt x="1132" y="45"/>
                  </a:cubicBezTo>
                  <a:cubicBezTo>
                    <a:pt x="1072" y="105"/>
                    <a:pt x="917" y="188"/>
                    <a:pt x="715" y="188"/>
                  </a:cubicBezTo>
                  <a:cubicBezTo>
                    <a:pt x="501" y="188"/>
                    <a:pt x="358" y="105"/>
                    <a:pt x="298" y="45"/>
                  </a:cubicBez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65"/>
            <p:cNvSpPr/>
            <p:nvPr/>
          </p:nvSpPr>
          <p:spPr>
            <a:xfrm>
              <a:off x="8047661" y="1501037"/>
              <a:ext cx="278404" cy="355260"/>
            </a:xfrm>
            <a:custGeom>
              <a:avLst/>
              <a:gdLst/>
              <a:ahLst/>
              <a:cxnLst/>
              <a:rect l="l" t="t" r="r" b="b"/>
              <a:pathLst>
                <a:path w="8788" h="11214" extrusionOk="0">
                  <a:moveTo>
                    <a:pt x="5358" y="344"/>
                  </a:moveTo>
                  <a:lnTo>
                    <a:pt x="5823" y="808"/>
                  </a:lnTo>
                  <a:cubicBezTo>
                    <a:pt x="5858" y="844"/>
                    <a:pt x="5894" y="856"/>
                    <a:pt x="5942" y="856"/>
                  </a:cubicBezTo>
                  <a:lnTo>
                    <a:pt x="6751" y="856"/>
                  </a:lnTo>
                  <a:lnTo>
                    <a:pt x="6477" y="1510"/>
                  </a:lnTo>
                  <a:cubicBezTo>
                    <a:pt x="6465" y="1558"/>
                    <a:pt x="6465" y="1618"/>
                    <a:pt x="6489" y="1653"/>
                  </a:cubicBezTo>
                  <a:cubicBezTo>
                    <a:pt x="6525" y="1701"/>
                    <a:pt x="6573" y="1737"/>
                    <a:pt x="6632" y="1737"/>
                  </a:cubicBezTo>
                  <a:lnTo>
                    <a:pt x="7287" y="1737"/>
                  </a:lnTo>
                  <a:lnTo>
                    <a:pt x="7001" y="2570"/>
                  </a:lnTo>
                  <a:cubicBezTo>
                    <a:pt x="6989" y="2630"/>
                    <a:pt x="7001" y="2689"/>
                    <a:pt x="7049" y="2725"/>
                  </a:cubicBezTo>
                  <a:lnTo>
                    <a:pt x="7311" y="2999"/>
                  </a:lnTo>
                  <a:lnTo>
                    <a:pt x="7025" y="3677"/>
                  </a:lnTo>
                  <a:cubicBezTo>
                    <a:pt x="6989" y="3665"/>
                    <a:pt x="6942" y="3665"/>
                    <a:pt x="6882" y="3665"/>
                  </a:cubicBezTo>
                  <a:lnTo>
                    <a:pt x="6608" y="3665"/>
                  </a:lnTo>
                  <a:cubicBezTo>
                    <a:pt x="6513" y="3665"/>
                    <a:pt x="6418" y="3582"/>
                    <a:pt x="6418" y="3475"/>
                  </a:cubicBezTo>
                  <a:lnTo>
                    <a:pt x="6418" y="3118"/>
                  </a:lnTo>
                  <a:cubicBezTo>
                    <a:pt x="6418" y="3058"/>
                    <a:pt x="6394" y="3011"/>
                    <a:pt x="6346" y="2987"/>
                  </a:cubicBezTo>
                  <a:lnTo>
                    <a:pt x="5287" y="2284"/>
                  </a:lnTo>
                  <a:cubicBezTo>
                    <a:pt x="5261" y="2265"/>
                    <a:pt x="5227" y="2256"/>
                    <a:pt x="5194" y="2256"/>
                  </a:cubicBezTo>
                  <a:cubicBezTo>
                    <a:pt x="5168" y="2256"/>
                    <a:pt x="5141" y="2262"/>
                    <a:pt x="5120" y="2272"/>
                  </a:cubicBezTo>
                  <a:cubicBezTo>
                    <a:pt x="5061" y="2296"/>
                    <a:pt x="5037" y="2356"/>
                    <a:pt x="5037" y="2415"/>
                  </a:cubicBezTo>
                  <a:lnTo>
                    <a:pt x="5037" y="2832"/>
                  </a:lnTo>
                  <a:lnTo>
                    <a:pt x="4049" y="2272"/>
                  </a:lnTo>
                  <a:cubicBezTo>
                    <a:pt x="4022" y="2255"/>
                    <a:pt x="3994" y="2247"/>
                    <a:pt x="3967" y="2247"/>
                  </a:cubicBezTo>
                  <a:cubicBezTo>
                    <a:pt x="3919" y="2247"/>
                    <a:pt x="3872" y="2270"/>
                    <a:pt x="3834" y="2308"/>
                  </a:cubicBezTo>
                  <a:lnTo>
                    <a:pt x="3560" y="2725"/>
                  </a:lnTo>
                  <a:lnTo>
                    <a:pt x="3156" y="2534"/>
                  </a:lnTo>
                  <a:cubicBezTo>
                    <a:pt x="3132" y="2521"/>
                    <a:pt x="3108" y="2515"/>
                    <a:pt x="3084" y="2515"/>
                  </a:cubicBezTo>
                  <a:cubicBezTo>
                    <a:pt x="3024" y="2515"/>
                    <a:pt x="2967" y="2554"/>
                    <a:pt x="2941" y="2606"/>
                  </a:cubicBezTo>
                  <a:cubicBezTo>
                    <a:pt x="2894" y="2701"/>
                    <a:pt x="2941" y="2784"/>
                    <a:pt x="3013" y="2832"/>
                  </a:cubicBezTo>
                  <a:lnTo>
                    <a:pt x="3537" y="3082"/>
                  </a:lnTo>
                  <a:cubicBezTo>
                    <a:pt x="3561" y="3094"/>
                    <a:pt x="3587" y="3101"/>
                    <a:pt x="3613" y="3101"/>
                  </a:cubicBezTo>
                  <a:cubicBezTo>
                    <a:pt x="3661" y="3101"/>
                    <a:pt x="3708" y="3077"/>
                    <a:pt x="3739" y="3022"/>
                  </a:cubicBezTo>
                  <a:lnTo>
                    <a:pt x="4013" y="2630"/>
                  </a:lnTo>
                  <a:lnTo>
                    <a:pt x="5108" y="3249"/>
                  </a:lnTo>
                  <a:cubicBezTo>
                    <a:pt x="5132" y="3267"/>
                    <a:pt x="5162" y="3275"/>
                    <a:pt x="5192" y="3275"/>
                  </a:cubicBezTo>
                  <a:cubicBezTo>
                    <a:pt x="5221" y="3275"/>
                    <a:pt x="5251" y="3267"/>
                    <a:pt x="5275" y="3249"/>
                  </a:cubicBezTo>
                  <a:cubicBezTo>
                    <a:pt x="5322" y="3225"/>
                    <a:pt x="5346" y="3165"/>
                    <a:pt x="5346" y="3106"/>
                  </a:cubicBezTo>
                  <a:lnTo>
                    <a:pt x="5346" y="2701"/>
                  </a:lnTo>
                  <a:lnTo>
                    <a:pt x="6073" y="3177"/>
                  </a:lnTo>
                  <a:lnTo>
                    <a:pt x="6073" y="3439"/>
                  </a:lnTo>
                  <a:cubicBezTo>
                    <a:pt x="6073" y="3725"/>
                    <a:pt x="6311" y="3963"/>
                    <a:pt x="6596" y="3963"/>
                  </a:cubicBezTo>
                  <a:lnTo>
                    <a:pt x="6870" y="3963"/>
                  </a:lnTo>
                  <a:cubicBezTo>
                    <a:pt x="6942" y="3963"/>
                    <a:pt x="7013" y="3999"/>
                    <a:pt x="7073" y="4058"/>
                  </a:cubicBezTo>
                  <a:cubicBezTo>
                    <a:pt x="7132" y="4118"/>
                    <a:pt x="7144" y="4189"/>
                    <a:pt x="7144" y="4261"/>
                  </a:cubicBezTo>
                  <a:cubicBezTo>
                    <a:pt x="7132" y="4392"/>
                    <a:pt x="7001" y="4511"/>
                    <a:pt x="6846" y="4511"/>
                  </a:cubicBezTo>
                  <a:lnTo>
                    <a:pt x="6775" y="4511"/>
                  </a:lnTo>
                  <a:lnTo>
                    <a:pt x="6775" y="4499"/>
                  </a:lnTo>
                  <a:cubicBezTo>
                    <a:pt x="6775" y="4416"/>
                    <a:pt x="6704" y="4332"/>
                    <a:pt x="6608" y="4332"/>
                  </a:cubicBezTo>
                  <a:cubicBezTo>
                    <a:pt x="6525" y="4332"/>
                    <a:pt x="6454" y="4416"/>
                    <a:pt x="6454" y="4499"/>
                  </a:cubicBezTo>
                  <a:cubicBezTo>
                    <a:pt x="6454" y="5666"/>
                    <a:pt x="5501" y="6618"/>
                    <a:pt x="4334" y="6618"/>
                  </a:cubicBezTo>
                  <a:cubicBezTo>
                    <a:pt x="4320" y="6618"/>
                    <a:pt x="4306" y="6619"/>
                    <a:pt x="4292" y="6619"/>
                  </a:cubicBezTo>
                  <a:cubicBezTo>
                    <a:pt x="3180" y="6619"/>
                    <a:pt x="2263" y="5687"/>
                    <a:pt x="2263" y="4535"/>
                  </a:cubicBezTo>
                  <a:cubicBezTo>
                    <a:pt x="2263" y="4439"/>
                    <a:pt x="2191" y="4368"/>
                    <a:pt x="2108" y="4368"/>
                  </a:cubicBezTo>
                  <a:cubicBezTo>
                    <a:pt x="2013" y="4368"/>
                    <a:pt x="1941" y="4439"/>
                    <a:pt x="1941" y="4535"/>
                  </a:cubicBezTo>
                  <a:lnTo>
                    <a:pt x="1941" y="4546"/>
                  </a:lnTo>
                  <a:lnTo>
                    <a:pt x="1834" y="4546"/>
                  </a:lnTo>
                  <a:cubicBezTo>
                    <a:pt x="1763" y="4546"/>
                    <a:pt x="1691" y="4511"/>
                    <a:pt x="1632" y="4451"/>
                  </a:cubicBezTo>
                  <a:cubicBezTo>
                    <a:pt x="1572" y="4392"/>
                    <a:pt x="1548" y="4320"/>
                    <a:pt x="1548" y="4249"/>
                  </a:cubicBezTo>
                  <a:cubicBezTo>
                    <a:pt x="1572" y="4118"/>
                    <a:pt x="1703" y="3999"/>
                    <a:pt x="1846" y="3999"/>
                  </a:cubicBezTo>
                  <a:lnTo>
                    <a:pt x="2084" y="3999"/>
                  </a:lnTo>
                  <a:cubicBezTo>
                    <a:pt x="2370" y="3999"/>
                    <a:pt x="2608" y="3761"/>
                    <a:pt x="2608" y="3475"/>
                  </a:cubicBezTo>
                  <a:lnTo>
                    <a:pt x="2608" y="2415"/>
                  </a:lnTo>
                  <a:cubicBezTo>
                    <a:pt x="2608" y="2332"/>
                    <a:pt x="2536" y="2249"/>
                    <a:pt x="2441" y="2249"/>
                  </a:cubicBezTo>
                  <a:cubicBezTo>
                    <a:pt x="2358" y="2249"/>
                    <a:pt x="2286" y="2332"/>
                    <a:pt x="2286" y="2415"/>
                  </a:cubicBezTo>
                  <a:lnTo>
                    <a:pt x="2286" y="3475"/>
                  </a:lnTo>
                  <a:cubicBezTo>
                    <a:pt x="2286" y="3582"/>
                    <a:pt x="2191" y="3665"/>
                    <a:pt x="2084" y="3665"/>
                  </a:cubicBezTo>
                  <a:lnTo>
                    <a:pt x="1846" y="3665"/>
                  </a:lnTo>
                  <a:cubicBezTo>
                    <a:pt x="1786" y="3665"/>
                    <a:pt x="1727" y="3677"/>
                    <a:pt x="1691" y="3701"/>
                  </a:cubicBezTo>
                  <a:lnTo>
                    <a:pt x="1405" y="2999"/>
                  </a:lnTo>
                  <a:lnTo>
                    <a:pt x="1667" y="2725"/>
                  </a:lnTo>
                  <a:cubicBezTo>
                    <a:pt x="1715" y="2689"/>
                    <a:pt x="1727" y="2630"/>
                    <a:pt x="1715" y="2570"/>
                  </a:cubicBezTo>
                  <a:lnTo>
                    <a:pt x="1429" y="1737"/>
                  </a:lnTo>
                  <a:lnTo>
                    <a:pt x="1905" y="1737"/>
                  </a:lnTo>
                  <a:cubicBezTo>
                    <a:pt x="2001" y="1737"/>
                    <a:pt x="2072" y="1653"/>
                    <a:pt x="2072" y="1570"/>
                  </a:cubicBezTo>
                  <a:lnTo>
                    <a:pt x="2072" y="856"/>
                  </a:lnTo>
                  <a:lnTo>
                    <a:pt x="2786" y="856"/>
                  </a:lnTo>
                  <a:cubicBezTo>
                    <a:pt x="2822" y="856"/>
                    <a:pt x="2858" y="832"/>
                    <a:pt x="2894" y="820"/>
                  </a:cubicBezTo>
                  <a:lnTo>
                    <a:pt x="3537" y="344"/>
                  </a:lnTo>
                  <a:lnTo>
                    <a:pt x="4156" y="510"/>
                  </a:lnTo>
                  <a:lnTo>
                    <a:pt x="4215" y="510"/>
                  </a:lnTo>
                  <a:lnTo>
                    <a:pt x="5358" y="344"/>
                  </a:lnTo>
                  <a:close/>
                  <a:moveTo>
                    <a:pt x="2882" y="7225"/>
                  </a:moveTo>
                  <a:lnTo>
                    <a:pt x="4096" y="7892"/>
                  </a:lnTo>
                  <a:lnTo>
                    <a:pt x="3203" y="8654"/>
                  </a:lnTo>
                  <a:lnTo>
                    <a:pt x="3191" y="8654"/>
                  </a:lnTo>
                  <a:lnTo>
                    <a:pt x="2644" y="7690"/>
                  </a:lnTo>
                  <a:lnTo>
                    <a:pt x="2858" y="7225"/>
                  </a:lnTo>
                  <a:close/>
                  <a:moveTo>
                    <a:pt x="5442" y="6737"/>
                  </a:moveTo>
                  <a:lnTo>
                    <a:pt x="5442" y="7094"/>
                  </a:lnTo>
                  <a:lnTo>
                    <a:pt x="5239" y="7190"/>
                  </a:lnTo>
                  <a:cubicBezTo>
                    <a:pt x="5168" y="7237"/>
                    <a:pt x="5144" y="7344"/>
                    <a:pt x="5180" y="7416"/>
                  </a:cubicBezTo>
                  <a:cubicBezTo>
                    <a:pt x="5212" y="7465"/>
                    <a:pt x="5273" y="7497"/>
                    <a:pt x="5331" y="7497"/>
                  </a:cubicBezTo>
                  <a:cubicBezTo>
                    <a:pt x="5357" y="7497"/>
                    <a:pt x="5383" y="7490"/>
                    <a:pt x="5406" y="7475"/>
                  </a:cubicBezTo>
                  <a:lnTo>
                    <a:pt x="5882" y="7213"/>
                  </a:lnTo>
                  <a:lnTo>
                    <a:pt x="5894" y="7213"/>
                  </a:lnTo>
                  <a:lnTo>
                    <a:pt x="6120" y="7666"/>
                  </a:lnTo>
                  <a:lnTo>
                    <a:pt x="5573" y="8654"/>
                  </a:lnTo>
                  <a:lnTo>
                    <a:pt x="5561" y="8654"/>
                  </a:lnTo>
                  <a:lnTo>
                    <a:pt x="4668" y="7892"/>
                  </a:lnTo>
                  <a:lnTo>
                    <a:pt x="4811" y="7821"/>
                  </a:lnTo>
                  <a:cubicBezTo>
                    <a:pt x="4882" y="7773"/>
                    <a:pt x="4918" y="7666"/>
                    <a:pt x="4870" y="7594"/>
                  </a:cubicBezTo>
                  <a:cubicBezTo>
                    <a:pt x="4837" y="7545"/>
                    <a:pt x="4782" y="7513"/>
                    <a:pt x="4724" y="7513"/>
                  </a:cubicBezTo>
                  <a:cubicBezTo>
                    <a:pt x="4697" y="7513"/>
                    <a:pt x="4670" y="7520"/>
                    <a:pt x="4644" y="7535"/>
                  </a:cubicBezTo>
                  <a:lnTo>
                    <a:pt x="4382" y="7690"/>
                  </a:lnTo>
                  <a:lnTo>
                    <a:pt x="3310" y="7094"/>
                  </a:lnTo>
                  <a:lnTo>
                    <a:pt x="3310" y="6737"/>
                  </a:lnTo>
                  <a:cubicBezTo>
                    <a:pt x="3632" y="6892"/>
                    <a:pt x="3989" y="6975"/>
                    <a:pt x="4382" y="6975"/>
                  </a:cubicBezTo>
                  <a:cubicBezTo>
                    <a:pt x="4763" y="6975"/>
                    <a:pt x="5120" y="6880"/>
                    <a:pt x="5442" y="6737"/>
                  </a:cubicBezTo>
                  <a:close/>
                  <a:moveTo>
                    <a:pt x="4382" y="8071"/>
                  </a:moveTo>
                  <a:lnTo>
                    <a:pt x="4572" y="8237"/>
                  </a:lnTo>
                  <a:lnTo>
                    <a:pt x="4560" y="9630"/>
                  </a:lnTo>
                  <a:lnTo>
                    <a:pt x="4203" y="9630"/>
                  </a:lnTo>
                  <a:cubicBezTo>
                    <a:pt x="4203" y="9630"/>
                    <a:pt x="4191" y="9630"/>
                    <a:pt x="4191" y="9619"/>
                  </a:cubicBezTo>
                  <a:lnTo>
                    <a:pt x="4191" y="8237"/>
                  </a:lnTo>
                  <a:lnTo>
                    <a:pt x="4382" y="8071"/>
                  </a:lnTo>
                  <a:close/>
                  <a:moveTo>
                    <a:pt x="453" y="8726"/>
                  </a:moveTo>
                  <a:lnTo>
                    <a:pt x="1393" y="9535"/>
                  </a:lnTo>
                  <a:cubicBezTo>
                    <a:pt x="1512" y="9630"/>
                    <a:pt x="1584" y="9785"/>
                    <a:pt x="1584" y="9928"/>
                  </a:cubicBezTo>
                  <a:lnTo>
                    <a:pt x="1584" y="10107"/>
                  </a:lnTo>
                  <a:lnTo>
                    <a:pt x="334" y="9833"/>
                  </a:lnTo>
                  <a:lnTo>
                    <a:pt x="334" y="9178"/>
                  </a:lnTo>
                  <a:cubicBezTo>
                    <a:pt x="334" y="9011"/>
                    <a:pt x="369" y="8857"/>
                    <a:pt x="453" y="8726"/>
                  </a:cubicBezTo>
                  <a:close/>
                  <a:moveTo>
                    <a:pt x="3504" y="0"/>
                  </a:moveTo>
                  <a:cubicBezTo>
                    <a:pt x="3468" y="0"/>
                    <a:pt x="3431" y="17"/>
                    <a:pt x="3406" y="34"/>
                  </a:cubicBezTo>
                  <a:lnTo>
                    <a:pt x="2751" y="522"/>
                  </a:lnTo>
                  <a:lnTo>
                    <a:pt x="1941" y="522"/>
                  </a:lnTo>
                  <a:cubicBezTo>
                    <a:pt x="1846" y="522"/>
                    <a:pt x="1774" y="606"/>
                    <a:pt x="1774" y="689"/>
                  </a:cubicBezTo>
                  <a:lnTo>
                    <a:pt x="1774" y="1403"/>
                  </a:lnTo>
                  <a:lnTo>
                    <a:pt x="1239" y="1403"/>
                  </a:lnTo>
                  <a:cubicBezTo>
                    <a:pt x="1179" y="1403"/>
                    <a:pt x="1131" y="1439"/>
                    <a:pt x="1108" y="1475"/>
                  </a:cubicBezTo>
                  <a:cubicBezTo>
                    <a:pt x="1072" y="1522"/>
                    <a:pt x="1060" y="1582"/>
                    <a:pt x="1072" y="1629"/>
                  </a:cubicBezTo>
                  <a:lnTo>
                    <a:pt x="1382" y="2582"/>
                  </a:lnTo>
                  <a:lnTo>
                    <a:pt x="1108" y="2868"/>
                  </a:lnTo>
                  <a:cubicBezTo>
                    <a:pt x="1060" y="2903"/>
                    <a:pt x="1048" y="2987"/>
                    <a:pt x="1072" y="3046"/>
                  </a:cubicBezTo>
                  <a:lnTo>
                    <a:pt x="1417" y="3892"/>
                  </a:lnTo>
                  <a:cubicBezTo>
                    <a:pt x="1322" y="3975"/>
                    <a:pt x="1262" y="4106"/>
                    <a:pt x="1251" y="4249"/>
                  </a:cubicBezTo>
                  <a:cubicBezTo>
                    <a:pt x="1239" y="4404"/>
                    <a:pt x="1298" y="4582"/>
                    <a:pt x="1405" y="4701"/>
                  </a:cubicBezTo>
                  <a:cubicBezTo>
                    <a:pt x="1524" y="4832"/>
                    <a:pt x="1679" y="4904"/>
                    <a:pt x="1846" y="4904"/>
                  </a:cubicBezTo>
                  <a:lnTo>
                    <a:pt x="1965" y="4904"/>
                  </a:lnTo>
                  <a:cubicBezTo>
                    <a:pt x="2060" y="5582"/>
                    <a:pt x="2441" y="6190"/>
                    <a:pt x="2989" y="6571"/>
                  </a:cubicBezTo>
                  <a:lnTo>
                    <a:pt x="2989" y="6940"/>
                  </a:lnTo>
                  <a:cubicBezTo>
                    <a:pt x="2953" y="6928"/>
                    <a:pt x="2917" y="6922"/>
                    <a:pt x="2883" y="6922"/>
                  </a:cubicBezTo>
                  <a:cubicBezTo>
                    <a:pt x="2849" y="6922"/>
                    <a:pt x="2816" y="6928"/>
                    <a:pt x="2786" y="6940"/>
                  </a:cubicBezTo>
                  <a:cubicBezTo>
                    <a:pt x="2691" y="6963"/>
                    <a:pt x="2620" y="7035"/>
                    <a:pt x="2572" y="7118"/>
                  </a:cubicBezTo>
                  <a:lnTo>
                    <a:pt x="2322" y="7618"/>
                  </a:lnTo>
                  <a:lnTo>
                    <a:pt x="881" y="8035"/>
                  </a:lnTo>
                  <a:cubicBezTo>
                    <a:pt x="358" y="8190"/>
                    <a:pt x="0" y="8666"/>
                    <a:pt x="0" y="9202"/>
                  </a:cubicBezTo>
                  <a:lnTo>
                    <a:pt x="0" y="11047"/>
                  </a:lnTo>
                  <a:cubicBezTo>
                    <a:pt x="0" y="11131"/>
                    <a:pt x="72" y="11214"/>
                    <a:pt x="167" y="11214"/>
                  </a:cubicBezTo>
                  <a:cubicBezTo>
                    <a:pt x="250" y="11214"/>
                    <a:pt x="334" y="11131"/>
                    <a:pt x="334" y="11047"/>
                  </a:cubicBezTo>
                  <a:lnTo>
                    <a:pt x="334" y="10202"/>
                  </a:lnTo>
                  <a:lnTo>
                    <a:pt x="1584" y="10476"/>
                  </a:lnTo>
                  <a:lnTo>
                    <a:pt x="1584" y="11047"/>
                  </a:lnTo>
                  <a:cubicBezTo>
                    <a:pt x="1584" y="11131"/>
                    <a:pt x="1655" y="11214"/>
                    <a:pt x="1739" y="11214"/>
                  </a:cubicBezTo>
                  <a:cubicBezTo>
                    <a:pt x="1834" y="11214"/>
                    <a:pt x="1905" y="11131"/>
                    <a:pt x="1905" y="11047"/>
                  </a:cubicBezTo>
                  <a:lnTo>
                    <a:pt x="1905" y="9952"/>
                  </a:lnTo>
                  <a:cubicBezTo>
                    <a:pt x="1905" y="9690"/>
                    <a:pt x="1798" y="9452"/>
                    <a:pt x="1608" y="9297"/>
                  </a:cubicBezTo>
                  <a:lnTo>
                    <a:pt x="667" y="8487"/>
                  </a:lnTo>
                  <a:cubicBezTo>
                    <a:pt x="762" y="8416"/>
                    <a:pt x="870" y="8368"/>
                    <a:pt x="965" y="8345"/>
                  </a:cubicBezTo>
                  <a:lnTo>
                    <a:pt x="2382" y="7928"/>
                  </a:lnTo>
                  <a:lnTo>
                    <a:pt x="2906" y="8833"/>
                  </a:lnTo>
                  <a:cubicBezTo>
                    <a:pt x="2953" y="8916"/>
                    <a:pt x="3036" y="8976"/>
                    <a:pt x="3144" y="8999"/>
                  </a:cubicBezTo>
                  <a:lnTo>
                    <a:pt x="3203" y="8999"/>
                  </a:lnTo>
                  <a:cubicBezTo>
                    <a:pt x="3275" y="8999"/>
                    <a:pt x="3370" y="8964"/>
                    <a:pt x="3429" y="8916"/>
                  </a:cubicBezTo>
                  <a:lnTo>
                    <a:pt x="3870" y="8535"/>
                  </a:lnTo>
                  <a:lnTo>
                    <a:pt x="3870" y="9630"/>
                  </a:lnTo>
                  <a:cubicBezTo>
                    <a:pt x="3870" y="9833"/>
                    <a:pt x="4025" y="9976"/>
                    <a:pt x="4215" y="9976"/>
                  </a:cubicBezTo>
                  <a:lnTo>
                    <a:pt x="4572" y="9976"/>
                  </a:lnTo>
                  <a:cubicBezTo>
                    <a:pt x="4763" y="9976"/>
                    <a:pt x="4918" y="9833"/>
                    <a:pt x="4918" y="9630"/>
                  </a:cubicBezTo>
                  <a:lnTo>
                    <a:pt x="4918" y="8535"/>
                  </a:lnTo>
                  <a:lnTo>
                    <a:pt x="5358" y="8916"/>
                  </a:lnTo>
                  <a:cubicBezTo>
                    <a:pt x="5418" y="8976"/>
                    <a:pt x="5489" y="8999"/>
                    <a:pt x="5584" y="8999"/>
                  </a:cubicBezTo>
                  <a:lnTo>
                    <a:pt x="5644" y="8999"/>
                  </a:lnTo>
                  <a:cubicBezTo>
                    <a:pt x="5751" y="8976"/>
                    <a:pt x="5834" y="8916"/>
                    <a:pt x="5882" y="8833"/>
                  </a:cubicBezTo>
                  <a:lnTo>
                    <a:pt x="6406" y="7928"/>
                  </a:lnTo>
                  <a:lnTo>
                    <a:pt x="7811" y="8345"/>
                  </a:lnTo>
                  <a:cubicBezTo>
                    <a:pt x="7918" y="8368"/>
                    <a:pt x="8025" y="8428"/>
                    <a:pt x="8109" y="8487"/>
                  </a:cubicBezTo>
                  <a:lnTo>
                    <a:pt x="7180" y="9297"/>
                  </a:lnTo>
                  <a:cubicBezTo>
                    <a:pt x="6977" y="9452"/>
                    <a:pt x="6882" y="9690"/>
                    <a:pt x="6882" y="9952"/>
                  </a:cubicBezTo>
                  <a:lnTo>
                    <a:pt x="6882" y="11035"/>
                  </a:lnTo>
                  <a:cubicBezTo>
                    <a:pt x="6882" y="11119"/>
                    <a:pt x="6954" y="11202"/>
                    <a:pt x="7037" y="11202"/>
                  </a:cubicBezTo>
                  <a:cubicBezTo>
                    <a:pt x="7132" y="11202"/>
                    <a:pt x="7204" y="11119"/>
                    <a:pt x="7204" y="11035"/>
                  </a:cubicBezTo>
                  <a:lnTo>
                    <a:pt x="7204" y="10464"/>
                  </a:lnTo>
                  <a:lnTo>
                    <a:pt x="7430" y="10428"/>
                  </a:lnTo>
                  <a:cubicBezTo>
                    <a:pt x="7513" y="10404"/>
                    <a:pt x="7573" y="10321"/>
                    <a:pt x="7549" y="10226"/>
                  </a:cubicBezTo>
                  <a:cubicBezTo>
                    <a:pt x="7539" y="10155"/>
                    <a:pt x="7469" y="10101"/>
                    <a:pt x="7397" y="10101"/>
                  </a:cubicBezTo>
                  <a:cubicBezTo>
                    <a:pt x="7384" y="10101"/>
                    <a:pt x="7371" y="10103"/>
                    <a:pt x="7358" y="10107"/>
                  </a:cubicBezTo>
                  <a:lnTo>
                    <a:pt x="7204" y="10142"/>
                  </a:lnTo>
                  <a:lnTo>
                    <a:pt x="7204" y="9952"/>
                  </a:lnTo>
                  <a:cubicBezTo>
                    <a:pt x="7204" y="9785"/>
                    <a:pt x="7275" y="9630"/>
                    <a:pt x="7394" y="9547"/>
                  </a:cubicBezTo>
                  <a:lnTo>
                    <a:pt x="8335" y="8737"/>
                  </a:lnTo>
                  <a:cubicBezTo>
                    <a:pt x="8406" y="8880"/>
                    <a:pt x="8454" y="9023"/>
                    <a:pt x="8454" y="9190"/>
                  </a:cubicBezTo>
                  <a:lnTo>
                    <a:pt x="8454" y="9845"/>
                  </a:lnTo>
                  <a:lnTo>
                    <a:pt x="8049" y="9928"/>
                  </a:lnTo>
                  <a:cubicBezTo>
                    <a:pt x="7966" y="9952"/>
                    <a:pt x="7906" y="10035"/>
                    <a:pt x="7930" y="10131"/>
                  </a:cubicBezTo>
                  <a:cubicBezTo>
                    <a:pt x="7954" y="10202"/>
                    <a:pt x="8025" y="10261"/>
                    <a:pt x="8097" y="10261"/>
                  </a:cubicBezTo>
                  <a:lnTo>
                    <a:pt x="8132" y="10261"/>
                  </a:lnTo>
                  <a:lnTo>
                    <a:pt x="8454" y="10190"/>
                  </a:lnTo>
                  <a:lnTo>
                    <a:pt x="8454" y="11035"/>
                  </a:lnTo>
                  <a:cubicBezTo>
                    <a:pt x="8454" y="11119"/>
                    <a:pt x="8525" y="11202"/>
                    <a:pt x="8621" y="11202"/>
                  </a:cubicBezTo>
                  <a:cubicBezTo>
                    <a:pt x="8704" y="11202"/>
                    <a:pt x="8787" y="11119"/>
                    <a:pt x="8787" y="11035"/>
                  </a:cubicBezTo>
                  <a:lnTo>
                    <a:pt x="8751" y="9190"/>
                  </a:lnTo>
                  <a:cubicBezTo>
                    <a:pt x="8751" y="8654"/>
                    <a:pt x="8394" y="8178"/>
                    <a:pt x="7870" y="8023"/>
                  </a:cubicBezTo>
                  <a:lnTo>
                    <a:pt x="6430" y="7606"/>
                  </a:lnTo>
                  <a:lnTo>
                    <a:pt x="6180" y="7106"/>
                  </a:lnTo>
                  <a:cubicBezTo>
                    <a:pt x="6132" y="7011"/>
                    <a:pt x="6061" y="6952"/>
                    <a:pt x="5965" y="6928"/>
                  </a:cubicBezTo>
                  <a:cubicBezTo>
                    <a:pt x="5930" y="6922"/>
                    <a:pt x="5894" y="6919"/>
                    <a:pt x="5860" y="6919"/>
                  </a:cubicBezTo>
                  <a:cubicBezTo>
                    <a:pt x="5826" y="6919"/>
                    <a:pt x="5793" y="6922"/>
                    <a:pt x="5763" y="6928"/>
                  </a:cubicBezTo>
                  <a:lnTo>
                    <a:pt x="5763" y="6559"/>
                  </a:lnTo>
                  <a:cubicBezTo>
                    <a:pt x="6311" y="6166"/>
                    <a:pt x="6704" y="5570"/>
                    <a:pt x="6787" y="4892"/>
                  </a:cubicBezTo>
                  <a:lnTo>
                    <a:pt x="6894" y="4892"/>
                  </a:lnTo>
                  <a:cubicBezTo>
                    <a:pt x="7216" y="4892"/>
                    <a:pt x="7489" y="4654"/>
                    <a:pt x="7513" y="4356"/>
                  </a:cubicBezTo>
                  <a:cubicBezTo>
                    <a:pt x="7537" y="4189"/>
                    <a:pt x="7478" y="4011"/>
                    <a:pt x="7370" y="3892"/>
                  </a:cubicBezTo>
                  <a:lnTo>
                    <a:pt x="7358" y="3868"/>
                  </a:lnTo>
                  <a:lnTo>
                    <a:pt x="7680" y="3034"/>
                  </a:lnTo>
                  <a:cubicBezTo>
                    <a:pt x="7716" y="2975"/>
                    <a:pt x="7692" y="2903"/>
                    <a:pt x="7656" y="2856"/>
                  </a:cubicBezTo>
                  <a:lnTo>
                    <a:pt x="7370" y="2582"/>
                  </a:lnTo>
                  <a:lnTo>
                    <a:pt x="7680" y="1629"/>
                  </a:lnTo>
                  <a:cubicBezTo>
                    <a:pt x="7692" y="1582"/>
                    <a:pt x="7692" y="1522"/>
                    <a:pt x="7656" y="1475"/>
                  </a:cubicBezTo>
                  <a:cubicBezTo>
                    <a:pt x="7620" y="1427"/>
                    <a:pt x="7573" y="1403"/>
                    <a:pt x="7513" y="1403"/>
                  </a:cubicBezTo>
                  <a:lnTo>
                    <a:pt x="6882" y="1403"/>
                  </a:lnTo>
                  <a:lnTo>
                    <a:pt x="7144" y="748"/>
                  </a:lnTo>
                  <a:cubicBezTo>
                    <a:pt x="7156" y="701"/>
                    <a:pt x="7156" y="641"/>
                    <a:pt x="7132" y="606"/>
                  </a:cubicBezTo>
                  <a:cubicBezTo>
                    <a:pt x="7097" y="558"/>
                    <a:pt x="7061" y="522"/>
                    <a:pt x="7001" y="522"/>
                  </a:cubicBezTo>
                  <a:lnTo>
                    <a:pt x="6013" y="522"/>
                  </a:lnTo>
                  <a:lnTo>
                    <a:pt x="5537" y="46"/>
                  </a:lnTo>
                  <a:cubicBezTo>
                    <a:pt x="5519" y="28"/>
                    <a:pt x="5479" y="2"/>
                    <a:pt x="5440" y="2"/>
                  </a:cubicBezTo>
                  <a:cubicBezTo>
                    <a:pt x="5429" y="2"/>
                    <a:pt x="5417" y="5"/>
                    <a:pt x="5406" y="10"/>
                  </a:cubicBezTo>
                  <a:lnTo>
                    <a:pt x="4215" y="165"/>
                  </a:lnTo>
                  <a:lnTo>
                    <a:pt x="3548" y="10"/>
                  </a:lnTo>
                  <a:cubicBezTo>
                    <a:pt x="3535" y="3"/>
                    <a:pt x="3520" y="0"/>
                    <a:pt x="35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2" name="Google Shape;11712;p65"/>
          <p:cNvGrpSpPr/>
          <p:nvPr/>
        </p:nvGrpSpPr>
        <p:grpSpPr>
          <a:xfrm>
            <a:off x="4903389" y="1324814"/>
            <a:ext cx="267854" cy="355735"/>
            <a:chOff x="4903389" y="1500214"/>
            <a:chExt cx="267854" cy="355735"/>
          </a:xfrm>
        </p:grpSpPr>
        <p:sp>
          <p:nvSpPr>
            <p:cNvPr id="11713" name="Google Shape;11713;p65"/>
            <p:cNvSpPr/>
            <p:nvPr/>
          </p:nvSpPr>
          <p:spPr>
            <a:xfrm>
              <a:off x="4997700" y="1611854"/>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65"/>
            <p:cNvSpPr/>
            <p:nvPr/>
          </p:nvSpPr>
          <p:spPr>
            <a:xfrm>
              <a:off x="5064830" y="1611854"/>
              <a:ext cx="10233" cy="16252"/>
            </a:xfrm>
            <a:custGeom>
              <a:avLst/>
              <a:gdLst/>
              <a:ahLst/>
              <a:cxnLst/>
              <a:rect l="l" t="t" r="r" b="b"/>
              <a:pathLst>
                <a:path w="323" h="513" extrusionOk="0">
                  <a:moveTo>
                    <a:pt x="156" y="1"/>
                  </a:moveTo>
                  <a:cubicBezTo>
                    <a:pt x="72" y="1"/>
                    <a:pt x="1" y="84"/>
                    <a:pt x="1" y="167"/>
                  </a:cubicBezTo>
                  <a:lnTo>
                    <a:pt x="1" y="346"/>
                  </a:lnTo>
                  <a:cubicBezTo>
                    <a:pt x="1" y="441"/>
                    <a:pt x="72" y="513"/>
                    <a:pt x="156" y="513"/>
                  </a:cubicBezTo>
                  <a:cubicBezTo>
                    <a:pt x="251" y="513"/>
                    <a:pt x="322" y="441"/>
                    <a:pt x="322" y="346"/>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5" name="Google Shape;11715;p65"/>
            <p:cNvSpPr/>
            <p:nvPr/>
          </p:nvSpPr>
          <p:spPr>
            <a:xfrm>
              <a:off x="5013160" y="1650820"/>
              <a:ext cx="45302" cy="15777"/>
            </a:xfrm>
            <a:custGeom>
              <a:avLst/>
              <a:gdLst/>
              <a:ahLst/>
              <a:cxnLst/>
              <a:rect l="l" t="t" r="r" b="b"/>
              <a:pathLst>
                <a:path w="1430" h="498" extrusionOk="0">
                  <a:moveTo>
                    <a:pt x="188" y="0"/>
                  </a:moveTo>
                  <a:cubicBezTo>
                    <a:pt x="146" y="0"/>
                    <a:pt x="102" y="15"/>
                    <a:pt x="60" y="45"/>
                  </a:cubicBezTo>
                  <a:cubicBezTo>
                    <a:pt x="1" y="104"/>
                    <a:pt x="1" y="199"/>
                    <a:pt x="60" y="283"/>
                  </a:cubicBezTo>
                  <a:cubicBezTo>
                    <a:pt x="203" y="414"/>
                    <a:pt x="453" y="497"/>
                    <a:pt x="703" y="497"/>
                  </a:cubicBezTo>
                  <a:cubicBezTo>
                    <a:pt x="953" y="497"/>
                    <a:pt x="1215" y="414"/>
                    <a:pt x="1346" y="283"/>
                  </a:cubicBezTo>
                  <a:cubicBezTo>
                    <a:pt x="1429" y="223"/>
                    <a:pt x="1429"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65"/>
            <p:cNvSpPr/>
            <p:nvPr/>
          </p:nvSpPr>
          <p:spPr>
            <a:xfrm>
              <a:off x="4903389" y="1500214"/>
              <a:ext cx="267854" cy="355735"/>
            </a:xfrm>
            <a:custGeom>
              <a:avLst/>
              <a:gdLst/>
              <a:ahLst/>
              <a:cxnLst/>
              <a:rect l="l" t="t" r="r" b="b"/>
              <a:pathLst>
                <a:path w="8455" h="11229" extrusionOk="0">
                  <a:moveTo>
                    <a:pt x="1382" y="3144"/>
                  </a:moveTo>
                  <a:lnTo>
                    <a:pt x="1382" y="3394"/>
                  </a:lnTo>
                  <a:cubicBezTo>
                    <a:pt x="1180" y="3489"/>
                    <a:pt x="1025" y="3691"/>
                    <a:pt x="1025" y="3941"/>
                  </a:cubicBezTo>
                  <a:cubicBezTo>
                    <a:pt x="1025" y="4275"/>
                    <a:pt x="1299" y="4537"/>
                    <a:pt x="1620" y="4537"/>
                  </a:cubicBezTo>
                  <a:lnTo>
                    <a:pt x="1739" y="4537"/>
                  </a:lnTo>
                  <a:cubicBezTo>
                    <a:pt x="1811" y="5073"/>
                    <a:pt x="2073" y="5549"/>
                    <a:pt x="2430" y="5930"/>
                  </a:cubicBezTo>
                  <a:cubicBezTo>
                    <a:pt x="2362" y="5952"/>
                    <a:pt x="2270" y="5961"/>
                    <a:pt x="2172" y="5961"/>
                  </a:cubicBezTo>
                  <a:cubicBezTo>
                    <a:pt x="2116" y="5961"/>
                    <a:pt x="2058" y="5958"/>
                    <a:pt x="2001" y="5954"/>
                  </a:cubicBezTo>
                  <a:cubicBezTo>
                    <a:pt x="1656" y="5894"/>
                    <a:pt x="1370" y="5644"/>
                    <a:pt x="1251" y="5299"/>
                  </a:cubicBezTo>
                  <a:cubicBezTo>
                    <a:pt x="1203" y="5168"/>
                    <a:pt x="1192" y="5037"/>
                    <a:pt x="1203" y="4894"/>
                  </a:cubicBezTo>
                  <a:cubicBezTo>
                    <a:pt x="1215" y="4715"/>
                    <a:pt x="1144" y="4537"/>
                    <a:pt x="989" y="4442"/>
                  </a:cubicBezTo>
                  <a:cubicBezTo>
                    <a:pt x="751" y="4275"/>
                    <a:pt x="620" y="3989"/>
                    <a:pt x="691" y="3703"/>
                  </a:cubicBezTo>
                  <a:cubicBezTo>
                    <a:pt x="751" y="3429"/>
                    <a:pt x="965" y="3203"/>
                    <a:pt x="1251" y="3156"/>
                  </a:cubicBezTo>
                  <a:cubicBezTo>
                    <a:pt x="1299" y="3144"/>
                    <a:pt x="1334" y="3144"/>
                    <a:pt x="1382" y="3144"/>
                  </a:cubicBezTo>
                  <a:close/>
                  <a:moveTo>
                    <a:pt x="7002" y="3144"/>
                  </a:moveTo>
                  <a:cubicBezTo>
                    <a:pt x="7037" y="3144"/>
                    <a:pt x="7085" y="3144"/>
                    <a:pt x="7145" y="3156"/>
                  </a:cubicBezTo>
                  <a:cubicBezTo>
                    <a:pt x="7430" y="3203"/>
                    <a:pt x="7669" y="3441"/>
                    <a:pt x="7716" y="3703"/>
                  </a:cubicBezTo>
                  <a:cubicBezTo>
                    <a:pt x="7776" y="3989"/>
                    <a:pt x="7657" y="4275"/>
                    <a:pt x="7418" y="4442"/>
                  </a:cubicBezTo>
                  <a:cubicBezTo>
                    <a:pt x="7264" y="4537"/>
                    <a:pt x="7180" y="4715"/>
                    <a:pt x="7192" y="4894"/>
                  </a:cubicBezTo>
                  <a:cubicBezTo>
                    <a:pt x="7204" y="5037"/>
                    <a:pt x="7192" y="5168"/>
                    <a:pt x="7145" y="5299"/>
                  </a:cubicBezTo>
                  <a:cubicBezTo>
                    <a:pt x="7037" y="5632"/>
                    <a:pt x="6740" y="5894"/>
                    <a:pt x="6406" y="5954"/>
                  </a:cubicBezTo>
                  <a:cubicBezTo>
                    <a:pt x="6348" y="5966"/>
                    <a:pt x="6290" y="5971"/>
                    <a:pt x="6233" y="5971"/>
                  </a:cubicBezTo>
                  <a:cubicBezTo>
                    <a:pt x="6126" y="5971"/>
                    <a:pt x="6023" y="5953"/>
                    <a:pt x="5930" y="5930"/>
                  </a:cubicBezTo>
                  <a:cubicBezTo>
                    <a:pt x="6287" y="5549"/>
                    <a:pt x="6537" y="5073"/>
                    <a:pt x="6609" y="4537"/>
                  </a:cubicBezTo>
                  <a:lnTo>
                    <a:pt x="6728" y="4537"/>
                  </a:lnTo>
                  <a:cubicBezTo>
                    <a:pt x="7061" y="4537"/>
                    <a:pt x="7323" y="4275"/>
                    <a:pt x="7323" y="3941"/>
                  </a:cubicBezTo>
                  <a:cubicBezTo>
                    <a:pt x="7323" y="3703"/>
                    <a:pt x="7168" y="3501"/>
                    <a:pt x="6966" y="3394"/>
                  </a:cubicBezTo>
                  <a:lnTo>
                    <a:pt x="6966" y="3144"/>
                  </a:lnTo>
                  <a:close/>
                  <a:moveTo>
                    <a:pt x="4216" y="346"/>
                  </a:moveTo>
                  <a:cubicBezTo>
                    <a:pt x="5585" y="346"/>
                    <a:pt x="6680" y="1441"/>
                    <a:pt x="6680" y="2810"/>
                  </a:cubicBezTo>
                  <a:lnTo>
                    <a:pt x="6680" y="3346"/>
                  </a:lnTo>
                  <a:lnTo>
                    <a:pt x="6668" y="3346"/>
                  </a:lnTo>
                  <a:cubicBezTo>
                    <a:pt x="6502" y="3346"/>
                    <a:pt x="6347" y="3322"/>
                    <a:pt x="6192" y="3287"/>
                  </a:cubicBezTo>
                  <a:cubicBezTo>
                    <a:pt x="6180" y="3283"/>
                    <a:pt x="6167" y="3281"/>
                    <a:pt x="6154" y="3281"/>
                  </a:cubicBezTo>
                  <a:cubicBezTo>
                    <a:pt x="6081" y="3281"/>
                    <a:pt x="6008" y="3335"/>
                    <a:pt x="5978" y="3406"/>
                  </a:cubicBezTo>
                  <a:cubicBezTo>
                    <a:pt x="5954" y="3501"/>
                    <a:pt x="6014" y="3584"/>
                    <a:pt x="6097" y="3620"/>
                  </a:cubicBezTo>
                  <a:cubicBezTo>
                    <a:pt x="6299" y="3680"/>
                    <a:pt x="6490" y="3691"/>
                    <a:pt x="6668" y="3691"/>
                  </a:cubicBezTo>
                  <a:lnTo>
                    <a:pt x="6752" y="3691"/>
                  </a:lnTo>
                  <a:cubicBezTo>
                    <a:pt x="6907" y="3691"/>
                    <a:pt x="7026" y="3810"/>
                    <a:pt x="7026" y="3965"/>
                  </a:cubicBezTo>
                  <a:cubicBezTo>
                    <a:pt x="7026" y="4108"/>
                    <a:pt x="6907" y="4227"/>
                    <a:pt x="6752" y="4227"/>
                  </a:cubicBezTo>
                  <a:lnTo>
                    <a:pt x="6656" y="4227"/>
                  </a:lnTo>
                  <a:lnTo>
                    <a:pt x="6656" y="4215"/>
                  </a:lnTo>
                  <a:cubicBezTo>
                    <a:pt x="6656" y="4120"/>
                    <a:pt x="6573" y="4049"/>
                    <a:pt x="6490" y="4049"/>
                  </a:cubicBezTo>
                  <a:cubicBezTo>
                    <a:pt x="6395" y="4049"/>
                    <a:pt x="6323" y="4120"/>
                    <a:pt x="6323" y="4215"/>
                  </a:cubicBezTo>
                  <a:cubicBezTo>
                    <a:pt x="6323" y="5370"/>
                    <a:pt x="5371" y="6323"/>
                    <a:pt x="4216" y="6323"/>
                  </a:cubicBezTo>
                  <a:cubicBezTo>
                    <a:pt x="3037" y="6311"/>
                    <a:pt x="2084" y="5358"/>
                    <a:pt x="2084" y="4203"/>
                  </a:cubicBezTo>
                  <a:cubicBezTo>
                    <a:pt x="2084" y="4108"/>
                    <a:pt x="2013" y="4037"/>
                    <a:pt x="1918" y="4037"/>
                  </a:cubicBezTo>
                  <a:cubicBezTo>
                    <a:pt x="1834" y="4037"/>
                    <a:pt x="1763" y="4108"/>
                    <a:pt x="1763" y="4203"/>
                  </a:cubicBezTo>
                  <a:lnTo>
                    <a:pt x="1763" y="4215"/>
                  </a:lnTo>
                  <a:lnTo>
                    <a:pt x="1656" y="4215"/>
                  </a:lnTo>
                  <a:cubicBezTo>
                    <a:pt x="1501" y="4215"/>
                    <a:pt x="1382" y="4096"/>
                    <a:pt x="1382" y="3941"/>
                  </a:cubicBezTo>
                  <a:cubicBezTo>
                    <a:pt x="1382" y="3799"/>
                    <a:pt x="1501" y="3680"/>
                    <a:pt x="1656" y="3680"/>
                  </a:cubicBezTo>
                  <a:lnTo>
                    <a:pt x="1739" y="3680"/>
                  </a:lnTo>
                  <a:cubicBezTo>
                    <a:pt x="2918" y="3680"/>
                    <a:pt x="3847" y="2667"/>
                    <a:pt x="4180" y="2215"/>
                  </a:cubicBezTo>
                  <a:lnTo>
                    <a:pt x="4216" y="2215"/>
                  </a:lnTo>
                  <a:cubicBezTo>
                    <a:pt x="4418" y="2489"/>
                    <a:pt x="4871" y="2977"/>
                    <a:pt x="5454" y="3322"/>
                  </a:cubicBezTo>
                  <a:cubicBezTo>
                    <a:pt x="5476" y="3337"/>
                    <a:pt x="5502" y="3344"/>
                    <a:pt x="5528" y="3344"/>
                  </a:cubicBezTo>
                  <a:cubicBezTo>
                    <a:pt x="5586" y="3344"/>
                    <a:pt x="5644" y="3312"/>
                    <a:pt x="5668" y="3263"/>
                  </a:cubicBezTo>
                  <a:cubicBezTo>
                    <a:pt x="5716" y="3191"/>
                    <a:pt x="5680" y="3084"/>
                    <a:pt x="5609" y="3037"/>
                  </a:cubicBezTo>
                  <a:cubicBezTo>
                    <a:pt x="5073" y="2727"/>
                    <a:pt x="4680" y="2263"/>
                    <a:pt x="4478" y="2025"/>
                  </a:cubicBezTo>
                  <a:cubicBezTo>
                    <a:pt x="4418" y="1929"/>
                    <a:pt x="4323" y="1894"/>
                    <a:pt x="4216" y="1894"/>
                  </a:cubicBezTo>
                  <a:cubicBezTo>
                    <a:pt x="4109" y="1894"/>
                    <a:pt x="4001" y="1941"/>
                    <a:pt x="3942" y="2025"/>
                  </a:cubicBezTo>
                  <a:cubicBezTo>
                    <a:pt x="2989" y="3227"/>
                    <a:pt x="2096" y="3346"/>
                    <a:pt x="1763" y="3346"/>
                  </a:cubicBezTo>
                  <a:lnTo>
                    <a:pt x="1739" y="3346"/>
                  </a:lnTo>
                  <a:lnTo>
                    <a:pt x="1739" y="2810"/>
                  </a:lnTo>
                  <a:cubicBezTo>
                    <a:pt x="1739" y="1453"/>
                    <a:pt x="2846" y="346"/>
                    <a:pt x="4216" y="346"/>
                  </a:cubicBezTo>
                  <a:close/>
                  <a:moveTo>
                    <a:pt x="5085" y="6477"/>
                  </a:moveTo>
                  <a:lnTo>
                    <a:pt x="5085" y="7359"/>
                  </a:lnTo>
                  <a:cubicBezTo>
                    <a:pt x="5085" y="7847"/>
                    <a:pt x="4692" y="8252"/>
                    <a:pt x="4192" y="8252"/>
                  </a:cubicBezTo>
                  <a:cubicBezTo>
                    <a:pt x="3704" y="8252"/>
                    <a:pt x="3299" y="7847"/>
                    <a:pt x="3299" y="7359"/>
                  </a:cubicBezTo>
                  <a:lnTo>
                    <a:pt x="3299" y="6477"/>
                  </a:lnTo>
                  <a:cubicBezTo>
                    <a:pt x="3573" y="6585"/>
                    <a:pt x="3882" y="6644"/>
                    <a:pt x="4192" y="6644"/>
                  </a:cubicBezTo>
                  <a:cubicBezTo>
                    <a:pt x="4513" y="6644"/>
                    <a:pt x="4811" y="6585"/>
                    <a:pt x="5085" y="6477"/>
                  </a:cubicBezTo>
                  <a:close/>
                  <a:moveTo>
                    <a:pt x="5430" y="7061"/>
                  </a:moveTo>
                  <a:lnTo>
                    <a:pt x="5883" y="7204"/>
                  </a:lnTo>
                  <a:cubicBezTo>
                    <a:pt x="5954" y="7239"/>
                    <a:pt x="6002" y="7299"/>
                    <a:pt x="6002" y="7370"/>
                  </a:cubicBezTo>
                  <a:cubicBezTo>
                    <a:pt x="6014" y="7990"/>
                    <a:pt x="5883" y="8502"/>
                    <a:pt x="5752" y="8799"/>
                  </a:cubicBezTo>
                  <a:cubicBezTo>
                    <a:pt x="5664" y="9003"/>
                    <a:pt x="5465" y="9128"/>
                    <a:pt x="5259" y="9128"/>
                  </a:cubicBezTo>
                  <a:cubicBezTo>
                    <a:pt x="5213" y="9128"/>
                    <a:pt x="5166" y="9122"/>
                    <a:pt x="5121" y="9109"/>
                  </a:cubicBezTo>
                  <a:lnTo>
                    <a:pt x="4240" y="8883"/>
                  </a:lnTo>
                  <a:lnTo>
                    <a:pt x="4168" y="8883"/>
                  </a:lnTo>
                  <a:lnTo>
                    <a:pt x="3287" y="9109"/>
                  </a:lnTo>
                  <a:cubicBezTo>
                    <a:pt x="3247" y="9118"/>
                    <a:pt x="3205" y="9123"/>
                    <a:pt x="3164" y="9123"/>
                  </a:cubicBezTo>
                  <a:cubicBezTo>
                    <a:pt x="2953" y="9123"/>
                    <a:pt x="2748" y="8999"/>
                    <a:pt x="2668" y="8799"/>
                  </a:cubicBezTo>
                  <a:cubicBezTo>
                    <a:pt x="2525" y="8490"/>
                    <a:pt x="2394" y="7990"/>
                    <a:pt x="2430" y="7370"/>
                  </a:cubicBezTo>
                  <a:cubicBezTo>
                    <a:pt x="2430" y="7299"/>
                    <a:pt x="2489" y="7216"/>
                    <a:pt x="2549" y="7204"/>
                  </a:cubicBezTo>
                  <a:lnTo>
                    <a:pt x="2989" y="7061"/>
                  </a:lnTo>
                  <a:lnTo>
                    <a:pt x="2989" y="7359"/>
                  </a:lnTo>
                  <a:cubicBezTo>
                    <a:pt x="2989" y="8025"/>
                    <a:pt x="3537" y="8573"/>
                    <a:pt x="4216" y="8573"/>
                  </a:cubicBezTo>
                  <a:cubicBezTo>
                    <a:pt x="4882" y="8573"/>
                    <a:pt x="5430" y="8025"/>
                    <a:pt x="5430" y="7359"/>
                  </a:cubicBezTo>
                  <a:lnTo>
                    <a:pt x="5430" y="7061"/>
                  </a:lnTo>
                  <a:close/>
                  <a:moveTo>
                    <a:pt x="4204" y="0"/>
                  </a:moveTo>
                  <a:cubicBezTo>
                    <a:pt x="2656" y="0"/>
                    <a:pt x="1406" y="1251"/>
                    <a:pt x="1406" y="2798"/>
                  </a:cubicBezTo>
                  <a:lnTo>
                    <a:pt x="1406" y="2810"/>
                  </a:lnTo>
                  <a:cubicBezTo>
                    <a:pt x="1346" y="2810"/>
                    <a:pt x="1263" y="2810"/>
                    <a:pt x="1203" y="2822"/>
                  </a:cubicBezTo>
                  <a:cubicBezTo>
                    <a:pt x="787" y="2906"/>
                    <a:pt x="453" y="3227"/>
                    <a:pt x="370" y="3644"/>
                  </a:cubicBezTo>
                  <a:cubicBezTo>
                    <a:pt x="287" y="4061"/>
                    <a:pt x="465" y="4477"/>
                    <a:pt x="811" y="4715"/>
                  </a:cubicBezTo>
                  <a:cubicBezTo>
                    <a:pt x="870" y="4751"/>
                    <a:pt x="894" y="4823"/>
                    <a:pt x="882" y="4882"/>
                  </a:cubicBezTo>
                  <a:cubicBezTo>
                    <a:pt x="870" y="5061"/>
                    <a:pt x="882" y="5239"/>
                    <a:pt x="941" y="5418"/>
                  </a:cubicBezTo>
                  <a:cubicBezTo>
                    <a:pt x="1084" y="5858"/>
                    <a:pt x="1477" y="6204"/>
                    <a:pt x="1942" y="6299"/>
                  </a:cubicBezTo>
                  <a:cubicBezTo>
                    <a:pt x="2013" y="6311"/>
                    <a:pt x="2096" y="6311"/>
                    <a:pt x="2180" y="6311"/>
                  </a:cubicBezTo>
                  <a:cubicBezTo>
                    <a:pt x="2370" y="6311"/>
                    <a:pt x="2561" y="6263"/>
                    <a:pt x="2739" y="6180"/>
                  </a:cubicBezTo>
                  <a:cubicBezTo>
                    <a:pt x="2811" y="6239"/>
                    <a:pt x="2894" y="6275"/>
                    <a:pt x="2977" y="6323"/>
                  </a:cubicBezTo>
                  <a:lnTo>
                    <a:pt x="2977" y="6716"/>
                  </a:lnTo>
                  <a:lnTo>
                    <a:pt x="2430" y="6906"/>
                  </a:lnTo>
                  <a:cubicBezTo>
                    <a:pt x="2239" y="6978"/>
                    <a:pt x="2096" y="7156"/>
                    <a:pt x="2084" y="7370"/>
                  </a:cubicBezTo>
                  <a:lnTo>
                    <a:pt x="2084" y="7394"/>
                  </a:lnTo>
                  <a:lnTo>
                    <a:pt x="822" y="7847"/>
                  </a:lnTo>
                  <a:cubicBezTo>
                    <a:pt x="334" y="8025"/>
                    <a:pt x="1" y="8466"/>
                    <a:pt x="1" y="8990"/>
                  </a:cubicBezTo>
                  <a:lnTo>
                    <a:pt x="1" y="11061"/>
                  </a:lnTo>
                  <a:cubicBezTo>
                    <a:pt x="1" y="11145"/>
                    <a:pt x="72" y="11228"/>
                    <a:pt x="168" y="11228"/>
                  </a:cubicBezTo>
                  <a:cubicBezTo>
                    <a:pt x="251" y="11228"/>
                    <a:pt x="334" y="11145"/>
                    <a:pt x="334" y="11061"/>
                  </a:cubicBezTo>
                  <a:lnTo>
                    <a:pt x="334" y="8990"/>
                  </a:lnTo>
                  <a:cubicBezTo>
                    <a:pt x="334" y="8883"/>
                    <a:pt x="346" y="8787"/>
                    <a:pt x="394" y="8680"/>
                  </a:cubicBezTo>
                  <a:lnTo>
                    <a:pt x="1227" y="9395"/>
                  </a:lnTo>
                  <a:cubicBezTo>
                    <a:pt x="1346" y="9490"/>
                    <a:pt x="1418" y="9645"/>
                    <a:pt x="1418" y="9787"/>
                  </a:cubicBezTo>
                  <a:lnTo>
                    <a:pt x="1418" y="11061"/>
                  </a:lnTo>
                  <a:cubicBezTo>
                    <a:pt x="1418" y="11145"/>
                    <a:pt x="1489" y="11228"/>
                    <a:pt x="1584" y="11228"/>
                  </a:cubicBezTo>
                  <a:cubicBezTo>
                    <a:pt x="1668" y="11228"/>
                    <a:pt x="1739" y="11145"/>
                    <a:pt x="1739" y="11061"/>
                  </a:cubicBezTo>
                  <a:lnTo>
                    <a:pt x="1739" y="9787"/>
                  </a:lnTo>
                  <a:cubicBezTo>
                    <a:pt x="1739" y="9537"/>
                    <a:pt x="1644" y="9299"/>
                    <a:pt x="1442" y="9144"/>
                  </a:cubicBezTo>
                  <a:lnTo>
                    <a:pt x="584" y="8394"/>
                  </a:lnTo>
                  <a:cubicBezTo>
                    <a:pt x="668" y="8287"/>
                    <a:pt x="811" y="8204"/>
                    <a:pt x="941" y="8156"/>
                  </a:cubicBezTo>
                  <a:lnTo>
                    <a:pt x="2096" y="7751"/>
                  </a:lnTo>
                  <a:cubicBezTo>
                    <a:pt x="2132" y="8263"/>
                    <a:pt x="2251" y="8680"/>
                    <a:pt x="2370" y="8942"/>
                  </a:cubicBezTo>
                  <a:cubicBezTo>
                    <a:pt x="2508" y="9277"/>
                    <a:pt x="2825" y="9481"/>
                    <a:pt x="3167" y="9481"/>
                  </a:cubicBezTo>
                  <a:cubicBezTo>
                    <a:pt x="3238" y="9481"/>
                    <a:pt x="3310" y="9473"/>
                    <a:pt x="3382" y="9454"/>
                  </a:cubicBezTo>
                  <a:lnTo>
                    <a:pt x="4061" y="9287"/>
                  </a:lnTo>
                  <a:lnTo>
                    <a:pt x="4061" y="9823"/>
                  </a:lnTo>
                  <a:cubicBezTo>
                    <a:pt x="4061" y="9918"/>
                    <a:pt x="4144" y="9990"/>
                    <a:pt x="4228" y="9990"/>
                  </a:cubicBezTo>
                  <a:cubicBezTo>
                    <a:pt x="4311" y="9990"/>
                    <a:pt x="4394" y="9918"/>
                    <a:pt x="4394" y="9823"/>
                  </a:cubicBezTo>
                  <a:lnTo>
                    <a:pt x="4394" y="9287"/>
                  </a:lnTo>
                  <a:lnTo>
                    <a:pt x="5073" y="9454"/>
                  </a:lnTo>
                  <a:cubicBezTo>
                    <a:pt x="5144" y="9466"/>
                    <a:pt x="5228" y="9478"/>
                    <a:pt x="5287" y="9478"/>
                  </a:cubicBezTo>
                  <a:cubicBezTo>
                    <a:pt x="5621" y="9478"/>
                    <a:pt x="5942" y="9275"/>
                    <a:pt x="6085" y="8942"/>
                  </a:cubicBezTo>
                  <a:cubicBezTo>
                    <a:pt x="6204" y="8680"/>
                    <a:pt x="6323" y="8263"/>
                    <a:pt x="6359" y="7751"/>
                  </a:cubicBezTo>
                  <a:lnTo>
                    <a:pt x="7514" y="8156"/>
                  </a:lnTo>
                  <a:cubicBezTo>
                    <a:pt x="7669" y="8204"/>
                    <a:pt x="7788" y="8287"/>
                    <a:pt x="7871" y="8394"/>
                  </a:cubicBezTo>
                  <a:lnTo>
                    <a:pt x="7014" y="9133"/>
                  </a:lnTo>
                  <a:cubicBezTo>
                    <a:pt x="6823" y="9299"/>
                    <a:pt x="6716" y="9537"/>
                    <a:pt x="6716" y="9787"/>
                  </a:cubicBezTo>
                  <a:lnTo>
                    <a:pt x="6716" y="11061"/>
                  </a:lnTo>
                  <a:cubicBezTo>
                    <a:pt x="6716" y="11145"/>
                    <a:pt x="6787" y="11216"/>
                    <a:pt x="6871" y="11216"/>
                  </a:cubicBezTo>
                  <a:cubicBezTo>
                    <a:pt x="6966" y="11216"/>
                    <a:pt x="7037" y="11145"/>
                    <a:pt x="7037" y="11061"/>
                  </a:cubicBezTo>
                  <a:lnTo>
                    <a:pt x="7037" y="9787"/>
                  </a:lnTo>
                  <a:cubicBezTo>
                    <a:pt x="7037" y="9633"/>
                    <a:pt x="7109" y="9478"/>
                    <a:pt x="7228" y="9395"/>
                  </a:cubicBezTo>
                  <a:lnTo>
                    <a:pt x="8061" y="8680"/>
                  </a:lnTo>
                  <a:cubicBezTo>
                    <a:pt x="8097" y="8775"/>
                    <a:pt x="8121" y="8883"/>
                    <a:pt x="8121" y="8990"/>
                  </a:cubicBezTo>
                  <a:lnTo>
                    <a:pt x="8121" y="11061"/>
                  </a:lnTo>
                  <a:cubicBezTo>
                    <a:pt x="8121" y="11145"/>
                    <a:pt x="8204" y="11216"/>
                    <a:pt x="8288" y="11216"/>
                  </a:cubicBezTo>
                  <a:cubicBezTo>
                    <a:pt x="8383" y="11216"/>
                    <a:pt x="8454" y="11145"/>
                    <a:pt x="8454" y="11061"/>
                  </a:cubicBezTo>
                  <a:lnTo>
                    <a:pt x="8454" y="8990"/>
                  </a:lnTo>
                  <a:cubicBezTo>
                    <a:pt x="8395" y="8466"/>
                    <a:pt x="8061" y="8013"/>
                    <a:pt x="7573" y="7847"/>
                  </a:cubicBezTo>
                  <a:lnTo>
                    <a:pt x="6311" y="7394"/>
                  </a:lnTo>
                  <a:lnTo>
                    <a:pt x="6311" y="7370"/>
                  </a:lnTo>
                  <a:cubicBezTo>
                    <a:pt x="6299" y="7156"/>
                    <a:pt x="6168" y="6978"/>
                    <a:pt x="5966" y="6906"/>
                  </a:cubicBezTo>
                  <a:lnTo>
                    <a:pt x="5418" y="6716"/>
                  </a:lnTo>
                  <a:lnTo>
                    <a:pt x="5418" y="6323"/>
                  </a:lnTo>
                  <a:cubicBezTo>
                    <a:pt x="5502" y="6275"/>
                    <a:pt x="5585" y="6216"/>
                    <a:pt x="5656" y="6180"/>
                  </a:cubicBezTo>
                  <a:cubicBezTo>
                    <a:pt x="5835" y="6263"/>
                    <a:pt x="6025" y="6311"/>
                    <a:pt x="6216" y="6311"/>
                  </a:cubicBezTo>
                  <a:cubicBezTo>
                    <a:pt x="6299" y="6311"/>
                    <a:pt x="6383" y="6311"/>
                    <a:pt x="6454" y="6299"/>
                  </a:cubicBezTo>
                  <a:cubicBezTo>
                    <a:pt x="6918" y="6204"/>
                    <a:pt x="7311" y="5858"/>
                    <a:pt x="7454" y="5418"/>
                  </a:cubicBezTo>
                  <a:cubicBezTo>
                    <a:pt x="7514" y="5239"/>
                    <a:pt x="7526" y="5061"/>
                    <a:pt x="7514" y="4882"/>
                  </a:cubicBezTo>
                  <a:cubicBezTo>
                    <a:pt x="7514" y="4823"/>
                    <a:pt x="7549" y="4751"/>
                    <a:pt x="7585" y="4715"/>
                  </a:cubicBezTo>
                  <a:cubicBezTo>
                    <a:pt x="7954" y="4477"/>
                    <a:pt x="8109" y="4061"/>
                    <a:pt x="8026" y="3644"/>
                  </a:cubicBezTo>
                  <a:cubicBezTo>
                    <a:pt x="7930" y="3227"/>
                    <a:pt x="7609" y="2906"/>
                    <a:pt x="7192" y="2822"/>
                  </a:cubicBezTo>
                  <a:cubicBezTo>
                    <a:pt x="7133" y="2810"/>
                    <a:pt x="7061" y="2810"/>
                    <a:pt x="7002" y="2810"/>
                  </a:cubicBezTo>
                  <a:lnTo>
                    <a:pt x="7002" y="2798"/>
                  </a:lnTo>
                  <a:cubicBezTo>
                    <a:pt x="7002" y="1251"/>
                    <a:pt x="5752"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65"/>
            <p:cNvSpPr/>
            <p:nvPr/>
          </p:nvSpPr>
          <p:spPr>
            <a:xfrm>
              <a:off x="5031281" y="1828007"/>
              <a:ext cx="10201" cy="15872"/>
            </a:xfrm>
            <a:custGeom>
              <a:avLst/>
              <a:gdLst/>
              <a:ahLst/>
              <a:cxnLst/>
              <a:rect l="l" t="t" r="r" b="b"/>
              <a:pathLst>
                <a:path w="322" h="501" extrusionOk="0">
                  <a:moveTo>
                    <a:pt x="155" y="0"/>
                  </a:moveTo>
                  <a:cubicBezTo>
                    <a:pt x="72" y="0"/>
                    <a:pt x="0" y="71"/>
                    <a:pt x="0" y="167"/>
                  </a:cubicBezTo>
                  <a:lnTo>
                    <a:pt x="0" y="345"/>
                  </a:lnTo>
                  <a:cubicBezTo>
                    <a:pt x="0" y="429"/>
                    <a:pt x="72" y="500"/>
                    <a:pt x="155" y="500"/>
                  </a:cubicBezTo>
                  <a:cubicBezTo>
                    <a:pt x="250" y="500"/>
                    <a:pt x="322" y="429"/>
                    <a:pt x="322" y="345"/>
                  </a:cubicBezTo>
                  <a:lnTo>
                    <a:pt x="322" y="167"/>
                  </a:lnTo>
                  <a:cubicBezTo>
                    <a:pt x="322" y="71"/>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8" name="Google Shape;11718;p65"/>
          <p:cNvGrpSpPr/>
          <p:nvPr/>
        </p:nvGrpSpPr>
        <p:grpSpPr>
          <a:xfrm>
            <a:off x="7613518" y="1325954"/>
            <a:ext cx="264433" cy="353074"/>
            <a:chOff x="7613518" y="1501354"/>
            <a:chExt cx="264433" cy="353074"/>
          </a:xfrm>
        </p:grpSpPr>
        <p:sp>
          <p:nvSpPr>
            <p:cNvPr id="11719" name="Google Shape;11719;p65"/>
            <p:cNvSpPr/>
            <p:nvPr/>
          </p:nvSpPr>
          <p:spPr>
            <a:xfrm>
              <a:off x="7707069" y="1628454"/>
              <a:ext cx="10201" cy="16252"/>
            </a:xfrm>
            <a:custGeom>
              <a:avLst/>
              <a:gdLst/>
              <a:ahLst/>
              <a:cxnLst/>
              <a:rect l="l" t="t" r="r" b="b"/>
              <a:pathLst>
                <a:path w="322" h="513" extrusionOk="0">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65"/>
            <p:cNvSpPr/>
            <p:nvPr/>
          </p:nvSpPr>
          <p:spPr>
            <a:xfrm>
              <a:off x="7773439" y="1628454"/>
              <a:ext cx="10201" cy="16252"/>
            </a:xfrm>
            <a:custGeom>
              <a:avLst/>
              <a:gdLst/>
              <a:ahLst/>
              <a:cxnLst/>
              <a:rect l="l" t="t" r="r" b="b"/>
              <a:pathLst>
                <a:path w="322" h="513" extrusionOk="0">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65"/>
            <p:cNvSpPr/>
            <p:nvPr/>
          </p:nvSpPr>
          <p:spPr>
            <a:xfrm>
              <a:off x="7613518" y="1501354"/>
              <a:ext cx="264433" cy="353074"/>
            </a:xfrm>
            <a:custGeom>
              <a:avLst/>
              <a:gdLst/>
              <a:ahLst/>
              <a:cxnLst/>
              <a:rect l="l" t="t" r="r" b="b"/>
              <a:pathLst>
                <a:path w="8347" h="11145" extrusionOk="0">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65"/>
            <p:cNvSpPr/>
            <p:nvPr/>
          </p:nvSpPr>
          <p:spPr>
            <a:xfrm>
              <a:off x="7701778" y="1611474"/>
              <a:ext cx="21162" cy="10613"/>
            </a:xfrm>
            <a:custGeom>
              <a:avLst/>
              <a:gdLst/>
              <a:ahLst/>
              <a:cxnLst/>
              <a:rect l="l" t="t" r="r" b="b"/>
              <a:pathLst>
                <a:path w="668" h="335" extrusionOk="0">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65"/>
            <p:cNvSpPr/>
            <p:nvPr/>
          </p:nvSpPr>
          <p:spPr>
            <a:xfrm>
              <a:off x="7768148" y="1611474"/>
              <a:ext cx="21162" cy="10613"/>
            </a:xfrm>
            <a:custGeom>
              <a:avLst/>
              <a:gdLst/>
              <a:ahLst/>
              <a:cxnLst/>
              <a:rect l="l" t="t" r="r" b="b"/>
              <a:pathLst>
                <a:path w="668" h="335" extrusionOk="0">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65"/>
            <p:cNvSpPr/>
            <p:nvPr/>
          </p:nvSpPr>
          <p:spPr>
            <a:xfrm>
              <a:off x="7715337" y="1659025"/>
              <a:ext cx="60382" cy="32820"/>
            </a:xfrm>
            <a:custGeom>
              <a:avLst/>
              <a:gdLst/>
              <a:ahLst/>
              <a:cxnLst/>
              <a:rect l="l" t="t" r="r" b="b"/>
              <a:pathLst>
                <a:path w="1906" h="1036" extrusionOk="0">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25" name="Google Shape;11725;p65"/>
          <p:cNvSpPr txBox="1"/>
          <p:nvPr/>
        </p:nvSpPr>
        <p:spPr>
          <a:xfrm>
            <a:off x="849675" y="715988"/>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Help &amp; Support Icons</a:t>
            </a:r>
            <a:endParaRPr sz="2400">
              <a:solidFill>
                <a:srgbClr val="FFFFFF"/>
              </a:solidFill>
            </a:endParaRPr>
          </a:p>
        </p:txBody>
      </p:sp>
      <p:sp>
        <p:nvSpPr>
          <p:cNvPr id="11726" name="Google Shape;11726;p65"/>
          <p:cNvSpPr txBox="1"/>
          <p:nvPr/>
        </p:nvSpPr>
        <p:spPr>
          <a:xfrm>
            <a:off x="4858400" y="715988"/>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Avatar Icons</a:t>
            </a:r>
            <a:endParaRPr sz="2400">
              <a:solidFill>
                <a:srgbClr val="FFFFFF"/>
              </a:solidFil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730"/>
        <p:cNvGrpSpPr/>
        <p:nvPr/>
      </p:nvGrpSpPr>
      <p:grpSpPr>
        <a:xfrm>
          <a:off x="0" y="0"/>
          <a:ext cx="0" cy="0"/>
          <a:chOff x="0" y="0"/>
          <a:chExt cx="0" cy="0"/>
        </a:xfrm>
      </p:grpSpPr>
      <p:grpSp>
        <p:nvGrpSpPr>
          <p:cNvPr id="11731" name="Google Shape;11731;p66"/>
          <p:cNvGrpSpPr/>
          <p:nvPr/>
        </p:nvGrpSpPr>
        <p:grpSpPr>
          <a:xfrm>
            <a:off x="1757085" y="1325225"/>
            <a:ext cx="371069" cy="359396"/>
            <a:chOff x="1757085" y="1500675"/>
            <a:chExt cx="371069" cy="359396"/>
          </a:xfrm>
        </p:grpSpPr>
        <p:sp>
          <p:nvSpPr>
            <p:cNvPr id="11732" name="Google Shape;11732;p66"/>
            <p:cNvSpPr/>
            <p:nvPr/>
          </p:nvSpPr>
          <p:spPr>
            <a:xfrm>
              <a:off x="2032389" y="1667206"/>
              <a:ext cx="66313" cy="60684"/>
            </a:xfrm>
            <a:custGeom>
              <a:avLst/>
              <a:gdLst/>
              <a:ahLst/>
              <a:cxnLst/>
              <a:rect l="l" t="t" r="r" b="b"/>
              <a:pathLst>
                <a:path w="2085" h="1908" extrusionOk="0">
                  <a:moveTo>
                    <a:pt x="978" y="0"/>
                  </a:moveTo>
                  <a:cubicBezTo>
                    <a:pt x="891" y="0"/>
                    <a:pt x="803" y="13"/>
                    <a:pt x="715" y="39"/>
                  </a:cubicBezTo>
                  <a:cubicBezTo>
                    <a:pt x="298" y="158"/>
                    <a:pt x="1" y="539"/>
                    <a:pt x="1" y="979"/>
                  </a:cubicBezTo>
                  <a:cubicBezTo>
                    <a:pt x="1" y="1348"/>
                    <a:pt x="215" y="1670"/>
                    <a:pt x="524" y="1836"/>
                  </a:cubicBezTo>
                  <a:cubicBezTo>
                    <a:pt x="546" y="1851"/>
                    <a:pt x="571" y="1858"/>
                    <a:pt x="597" y="1858"/>
                  </a:cubicBezTo>
                  <a:cubicBezTo>
                    <a:pt x="656" y="1858"/>
                    <a:pt x="718" y="1823"/>
                    <a:pt x="751" y="1765"/>
                  </a:cubicBezTo>
                  <a:cubicBezTo>
                    <a:pt x="798" y="1694"/>
                    <a:pt x="763" y="1586"/>
                    <a:pt x="679" y="1539"/>
                  </a:cubicBezTo>
                  <a:cubicBezTo>
                    <a:pt x="155" y="1277"/>
                    <a:pt x="239" y="503"/>
                    <a:pt x="810" y="348"/>
                  </a:cubicBezTo>
                  <a:cubicBezTo>
                    <a:pt x="866" y="333"/>
                    <a:pt x="922" y="326"/>
                    <a:pt x="977" y="326"/>
                  </a:cubicBezTo>
                  <a:cubicBezTo>
                    <a:pt x="1316" y="326"/>
                    <a:pt x="1608" y="600"/>
                    <a:pt x="1608" y="979"/>
                  </a:cubicBezTo>
                  <a:cubicBezTo>
                    <a:pt x="1608" y="1241"/>
                    <a:pt x="1429" y="1491"/>
                    <a:pt x="1179" y="1586"/>
                  </a:cubicBezTo>
                  <a:cubicBezTo>
                    <a:pt x="1001" y="1646"/>
                    <a:pt x="1048" y="1908"/>
                    <a:pt x="1239" y="1908"/>
                  </a:cubicBezTo>
                  <a:cubicBezTo>
                    <a:pt x="1477" y="1908"/>
                    <a:pt x="2084" y="1420"/>
                    <a:pt x="1906" y="717"/>
                  </a:cubicBezTo>
                  <a:cubicBezTo>
                    <a:pt x="1797" y="301"/>
                    <a:pt x="1407" y="0"/>
                    <a:pt x="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66"/>
            <p:cNvSpPr/>
            <p:nvPr/>
          </p:nvSpPr>
          <p:spPr>
            <a:xfrm>
              <a:off x="1971419" y="1747609"/>
              <a:ext cx="12531" cy="11513"/>
            </a:xfrm>
            <a:custGeom>
              <a:avLst/>
              <a:gdLst/>
              <a:ahLst/>
              <a:cxnLst/>
              <a:rect l="l" t="t" r="r" b="b"/>
              <a:pathLst>
                <a:path w="394" h="362" extrusionOk="0">
                  <a:moveTo>
                    <a:pt x="212" y="0"/>
                  </a:moveTo>
                  <a:cubicBezTo>
                    <a:pt x="194" y="0"/>
                    <a:pt x="175" y="4"/>
                    <a:pt x="155" y="11"/>
                  </a:cubicBezTo>
                  <a:cubicBezTo>
                    <a:pt x="60" y="35"/>
                    <a:pt x="1" y="130"/>
                    <a:pt x="36" y="237"/>
                  </a:cubicBezTo>
                  <a:cubicBezTo>
                    <a:pt x="57" y="308"/>
                    <a:pt x="128" y="361"/>
                    <a:pt x="208" y="361"/>
                  </a:cubicBezTo>
                  <a:cubicBezTo>
                    <a:pt x="222" y="361"/>
                    <a:pt x="236" y="360"/>
                    <a:pt x="251" y="356"/>
                  </a:cubicBezTo>
                  <a:cubicBezTo>
                    <a:pt x="346" y="320"/>
                    <a:pt x="394" y="213"/>
                    <a:pt x="370" y="130"/>
                  </a:cubicBezTo>
                  <a:cubicBezTo>
                    <a:pt x="351" y="54"/>
                    <a:pt x="286"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66"/>
            <p:cNvSpPr/>
            <p:nvPr/>
          </p:nvSpPr>
          <p:spPr>
            <a:xfrm>
              <a:off x="2032008" y="1776202"/>
              <a:ext cx="62910" cy="61702"/>
            </a:xfrm>
            <a:custGeom>
              <a:avLst/>
              <a:gdLst/>
              <a:ahLst/>
              <a:cxnLst/>
              <a:rect l="l" t="t" r="r" b="b"/>
              <a:pathLst>
                <a:path w="1978" h="1940" extrusionOk="0">
                  <a:moveTo>
                    <a:pt x="988" y="0"/>
                  </a:moveTo>
                  <a:cubicBezTo>
                    <a:pt x="490" y="0"/>
                    <a:pt x="1" y="379"/>
                    <a:pt x="1" y="969"/>
                  </a:cubicBezTo>
                  <a:cubicBezTo>
                    <a:pt x="1" y="1543"/>
                    <a:pt x="471" y="1940"/>
                    <a:pt x="975" y="1940"/>
                  </a:cubicBezTo>
                  <a:cubicBezTo>
                    <a:pt x="1161" y="1940"/>
                    <a:pt x="1351" y="1886"/>
                    <a:pt x="1525" y="1767"/>
                  </a:cubicBezTo>
                  <a:cubicBezTo>
                    <a:pt x="1596" y="1731"/>
                    <a:pt x="1608" y="1624"/>
                    <a:pt x="1560" y="1553"/>
                  </a:cubicBezTo>
                  <a:cubicBezTo>
                    <a:pt x="1538" y="1501"/>
                    <a:pt x="1489" y="1477"/>
                    <a:pt x="1438" y="1477"/>
                  </a:cubicBezTo>
                  <a:cubicBezTo>
                    <a:pt x="1406" y="1477"/>
                    <a:pt x="1374" y="1487"/>
                    <a:pt x="1346" y="1505"/>
                  </a:cubicBezTo>
                  <a:cubicBezTo>
                    <a:pt x="1237" y="1576"/>
                    <a:pt x="1111" y="1612"/>
                    <a:pt x="985" y="1612"/>
                  </a:cubicBezTo>
                  <a:cubicBezTo>
                    <a:pt x="795" y="1612"/>
                    <a:pt x="606" y="1532"/>
                    <a:pt x="477" y="1374"/>
                  </a:cubicBezTo>
                  <a:cubicBezTo>
                    <a:pt x="155" y="957"/>
                    <a:pt x="453" y="326"/>
                    <a:pt x="989" y="326"/>
                  </a:cubicBezTo>
                  <a:cubicBezTo>
                    <a:pt x="1370" y="326"/>
                    <a:pt x="1679" y="672"/>
                    <a:pt x="1620" y="1076"/>
                  </a:cubicBezTo>
                  <a:cubicBezTo>
                    <a:pt x="1608" y="1160"/>
                    <a:pt x="1668" y="1255"/>
                    <a:pt x="1763" y="1267"/>
                  </a:cubicBezTo>
                  <a:cubicBezTo>
                    <a:pt x="1770" y="1268"/>
                    <a:pt x="1777" y="1268"/>
                    <a:pt x="1784" y="1268"/>
                  </a:cubicBezTo>
                  <a:cubicBezTo>
                    <a:pt x="1862" y="1268"/>
                    <a:pt x="1942" y="1212"/>
                    <a:pt x="1953" y="1136"/>
                  </a:cubicBezTo>
                  <a:cubicBezTo>
                    <a:pt x="1977" y="862"/>
                    <a:pt x="1918" y="600"/>
                    <a:pt x="1739" y="374"/>
                  </a:cubicBezTo>
                  <a:cubicBezTo>
                    <a:pt x="1540" y="116"/>
                    <a:pt x="1263"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66"/>
            <p:cNvSpPr/>
            <p:nvPr/>
          </p:nvSpPr>
          <p:spPr>
            <a:xfrm>
              <a:off x="1976349"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66"/>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66"/>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8" name="Google Shape;11738;p66"/>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66"/>
            <p:cNvSpPr/>
            <p:nvPr/>
          </p:nvSpPr>
          <p:spPr>
            <a:xfrm>
              <a:off x="1976349" y="1730530"/>
              <a:ext cx="413" cy="32"/>
            </a:xfrm>
            <a:custGeom>
              <a:avLst/>
              <a:gdLst/>
              <a:ahLst/>
              <a:cxnLst/>
              <a:rect l="l" t="t" r="r" b="b"/>
              <a:pathLst>
                <a:path w="13" h="1" extrusionOk="0">
                  <a:moveTo>
                    <a:pt x="0" y="0"/>
                  </a:moveTo>
                  <a:lnTo>
                    <a:pt x="0" y="0"/>
                  </a:lnTo>
                  <a:cubicBezTo>
                    <a:pt x="12" y="0"/>
                    <a:pt x="12" y="0"/>
                    <a:pt x="0" y="0"/>
                  </a:cubicBezTo>
                  <a:cubicBezTo>
                    <a:pt x="12" y="0"/>
                    <a:pt x="12"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66"/>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66"/>
            <p:cNvSpPr/>
            <p:nvPr/>
          </p:nvSpPr>
          <p:spPr>
            <a:xfrm>
              <a:off x="1757085" y="1500675"/>
              <a:ext cx="371069" cy="359396"/>
            </a:xfrm>
            <a:custGeom>
              <a:avLst/>
              <a:gdLst/>
              <a:ahLst/>
              <a:cxnLst/>
              <a:rect l="l" t="t" r="r" b="b"/>
              <a:pathLst>
                <a:path w="11667" h="11300" extrusionOk="0">
                  <a:moveTo>
                    <a:pt x="9644" y="4908"/>
                  </a:moveTo>
                  <a:cubicBezTo>
                    <a:pt x="9857" y="4908"/>
                    <a:pt x="10077" y="4962"/>
                    <a:pt x="10288" y="5084"/>
                  </a:cubicBezTo>
                  <a:cubicBezTo>
                    <a:pt x="11264" y="5644"/>
                    <a:pt x="11085" y="7132"/>
                    <a:pt x="10002" y="7442"/>
                  </a:cubicBezTo>
                  <a:lnTo>
                    <a:pt x="9990" y="7442"/>
                  </a:lnTo>
                  <a:lnTo>
                    <a:pt x="8883" y="7739"/>
                  </a:lnTo>
                  <a:lnTo>
                    <a:pt x="7907" y="7477"/>
                  </a:lnTo>
                  <a:lnTo>
                    <a:pt x="7526" y="7370"/>
                  </a:lnTo>
                  <a:cubicBezTo>
                    <a:pt x="7978" y="7263"/>
                    <a:pt x="8145" y="7239"/>
                    <a:pt x="8168" y="7227"/>
                  </a:cubicBezTo>
                  <a:lnTo>
                    <a:pt x="8168" y="7227"/>
                  </a:lnTo>
                  <a:cubicBezTo>
                    <a:pt x="8139" y="7233"/>
                    <a:pt x="8037" y="7257"/>
                    <a:pt x="8029" y="7257"/>
                  </a:cubicBezTo>
                  <a:cubicBezTo>
                    <a:pt x="8020" y="7257"/>
                    <a:pt x="8103" y="7233"/>
                    <a:pt x="8442" y="7144"/>
                  </a:cubicBezTo>
                  <a:cubicBezTo>
                    <a:pt x="8538" y="7120"/>
                    <a:pt x="8597" y="7001"/>
                    <a:pt x="8538" y="6894"/>
                  </a:cubicBezTo>
                  <a:cubicBezTo>
                    <a:pt x="8466" y="6787"/>
                    <a:pt x="8418" y="6668"/>
                    <a:pt x="8395" y="6537"/>
                  </a:cubicBezTo>
                  <a:cubicBezTo>
                    <a:pt x="8160" y="5656"/>
                    <a:pt x="8855" y="4908"/>
                    <a:pt x="9644" y="4908"/>
                  </a:cubicBezTo>
                  <a:close/>
                  <a:moveTo>
                    <a:pt x="3874" y="6792"/>
                  </a:moveTo>
                  <a:cubicBezTo>
                    <a:pt x="3951" y="6792"/>
                    <a:pt x="4030" y="6802"/>
                    <a:pt x="4108" y="6822"/>
                  </a:cubicBezTo>
                  <a:lnTo>
                    <a:pt x="4632" y="6965"/>
                  </a:lnTo>
                  <a:lnTo>
                    <a:pt x="4954" y="7061"/>
                  </a:lnTo>
                  <a:cubicBezTo>
                    <a:pt x="4978" y="7072"/>
                    <a:pt x="5227" y="7132"/>
                    <a:pt x="6415" y="7452"/>
                  </a:cubicBezTo>
                  <a:lnTo>
                    <a:pt x="6415" y="7452"/>
                  </a:lnTo>
                  <a:cubicBezTo>
                    <a:pt x="6414" y="7452"/>
                    <a:pt x="6414" y="7452"/>
                    <a:pt x="6414" y="7452"/>
                  </a:cubicBezTo>
                  <a:cubicBezTo>
                    <a:pt x="6388" y="7452"/>
                    <a:pt x="6335" y="7537"/>
                    <a:pt x="6335" y="7537"/>
                  </a:cubicBezTo>
                  <a:cubicBezTo>
                    <a:pt x="6323" y="7549"/>
                    <a:pt x="6311" y="7561"/>
                    <a:pt x="6311" y="7596"/>
                  </a:cubicBezTo>
                  <a:cubicBezTo>
                    <a:pt x="6216" y="7751"/>
                    <a:pt x="6192" y="7954"/>
                    <a:pt x="6252" y="8108"/>
                  </a:cubicBezTo>
                  <a:cubicBezTo>
                    <a:pt x="4120" y="7537"/>
                    <a:pt x="5478" y="7906"/>
                    <a:pt x="3120" y="7275"/>
                  </a:cubicBezTo>
                  <a:cubicBezTo>
                    <a:pt x="3108" y="7275"/>
                    <a:pt x="3108" y="7263"/>
                    <a:pt x="3108" y="7251"/>
                  </a:cubicBezTo>
                  <a:cubicBezTo>
                    <a:pt x="3262" y="6963"/>
                    <a:pt x="3554" y="6792"/>
                    <a:pt x="3874" y="6792"/>
                  </a:cubicBezTo>
                  <a:close/>
                  <a:moveTo>
                    <a:pt x="4894" y="8096"/>
                  </a:moveTo>
                  <a:cubicBezTo>
                    <a:pt x="5966" y="8382"/>
                    <a:pt x="6204" y="8454"/>
                    <a:pt x="6252" y="8454"/>
                  </a:cubicBezTo>
                  <a:cubicBezTo>
                    <a:pt x="6216" y="8477"/>
                    <a:pt x="5954" y="8537"/>
                    <a:pt x="4097" y="9037"/>
                  </a:cubicBezTo>
                  <a:cubicBezTo>
                    <a:pt x="4020" y="9058"/>
                    <a:pt x="3943" y="9068"/>
                    <a:pt x="3866" y="9068"/>
                  </a:cubicBezTo>
                  <a:cubicBezTo>
                    <a:pt x="3550" y="9068"/>
                    <a:pt x="3250" y="8896"/>
                    <a:pt x="3096" y="8608"/>
                  </a:cubicBezTo>
                  <a:cubicBezTo>
                    <a:pt x="3096" y="8596"/>
                    <a:pt x="3096" y="8573"/>
                    <a:pt x="3108" y="8573"/>
                  </a:cubicBezTo>
                  <a:cubicBezTo>
                    <a:pt x="3096" y="8573"/>
                    <a:pt x="3180" y="8561"/>
                    <a:pt x="4894" y="8096"/>
                  </a:cubicBezTo>
                  <a:close/>
                  <a:moveTo>
                    <a:pt x="6895" y="7575"/>
                  </a:moveTo>
                  <a:cubicBezTo>
                    <a:pt x="6922" y="7575"/>
                    <a:pt x="6950" y="7578"/>
                    <a:pt x="6978" y="7584"/>
                  </a:cubicBezTo>
                  <a:cubicBezTo>
                    <a:pt x="8847" y="8084"/>
                    <a:pt x="9597" y="8275"/>
                    <a:pt x="9847" y="8346"/>
                  </a:cubicBezTo>
                  <a:cubicBezTo>
                    <a:pt x="9847" y="8346"/>
                    <a:pt x="9883" y="8370"/>
                    <a:pt x="9966" y="8394"/>
                  </a:cubicBezTo>
                  <a:cubicBezTo>
                    <a:pt x="10657" y="8596"/>
                    <a:pt x="11062" y="9311"/>
                    <a:pt x="10883" y="9978"/>
                  </a:cubicBezTo>
                  <a:cubicBezTo>
                    <a:pt x="10734" y="10545"/>
                    <a:pt x="10211" y="10929"/>
                    <a:pt x="9633" y="10929"/>
                  </a:cubicBezTo>
                  <a:cubicBezTo>
                    <a:pt x="9519" y="10929"/>
                    <a:pt x="9403" y="10914"/>
                    <a:pt x="9288" y="10882"/>
                  </a:cubicBezTo>
                  <a:cubicBezTo>
                    <a:pt x="8454" y="10656"/>
                    <a:pt x="8061" y="9692"/>
                    <a:pt x="8526" y="8954"/>
                  </a:cubicBezTo>
                  <a:cubicBezTo>
                    <a:pt x="8585" y="8858"/>
                    <a:pt x="8538" y="8727"/>
                    <a:pt x="8418" y="8692"/>
                  </a:cubicBezTo>
                  <a:lnTo>
                    <a:pt x="8157" y="8620"/>
                  </a:lnTo>
                  <a:cubicBezTo>
                    <a:pt x="8121" y="8608"/>
                    <a:pt x="7990" y="8573"/>
                    <a:pt x="7526" y="8454"/>
                  </a:cubicBezTo>
                  <a:cubicBezTo>
                    <a:pt x="7347" y="8418"/>
                    <a:pt x="7252" y="8382"/>
                    <a:pt x="7192" y="8370"/>
                  </a:cubicBezTo>
                  <a:lnTo>
                    <a:pt x="7192" y="8370"/>
                  </a:lnTo>
                  <a:cubicBezTo>
                    <a:pt x="7201" y="8373"/>
                    <a:pt x="7207" y="8375"/>
                    <a:pt x="7205" y="8375"/>
                  </a:cubicBezTo>
                  <a:cubicBezTo>
                    <a:pt x="7199" y="8375"/>
                    <a:pt x="7116" y="8354"/>
                    <a:pt x="6799" y="8263"/>
                  </a:cubicBezTo>
                  <a:cubicBezTo>
                    <a:pt x="6644" y="8215"/>
                    <a:pt x="6525" y="8084"/>
                    <a:pt x="6549" y="7906"/>
                  </a:cubicBezTo>
                  <a:lnTo>
                    <a:pt x="6549" y="7894"/>
                  </a:lnTo>
                  <a:cubicBezTo>
                    <a:pt x="6560" y="7708"/>
                    <a:pt x="6714" y="7575"/>
                    <a:pt x="6895" y="7575"/>
                  </a:cubicBezTo>
                  <a:close/>
                  <a:moveTo>
                    <a:pt x="2906" y="0"/>
                  </a:moveTo>
                  <a:cubicBezTo>
                    <a:pt x="2406" y="24"/>
                    <a:pt x="1930" y="143"/>
                    <a:pt x="1501" y="393"/>
                  </a:cubicBezTo>
                  <a:cubicBezTo>
                    <a:pt x="1084" y="631"/>
                    <a:pt x="739" y="953"/>
                    <a:pt x="489" y="1357"/>
                  </a:cubicBezTo>
                  <a:cubicBezTo>
                    <a:pt x="441" y="1429"/>
                    <a:pt x="465" y="1536"/>
                    <a:pt x="537" y="1584"/>
                  </a:cubicBezTo>
                  <a:cubicBezTo>
                    <a:pt x="562" y="1601"/>
                    <a:pt x="592" y="1608"/>
                    <a:pt x="622" y="1608"/>
                  </a:cubicBezTo>
                  <a:cubicBezTo>
                    <a:pt x="676" y="1608"/>
                    <a:pt x="732" y="1582"/>
                    <a:pt x="763" y="1536"/>
                  </a:cubicBezTo>
                  <a:cubicBezTo>
                    <a:pt x="977" y="1179"/>
                    <a:pt x="1299" y="881"/>
                    <a:pt x="1656" y="679"/>
                  </a:cubicBezTo>
                  <a:cubicBezTo>
                    <a:pt x="2056" y="446"/>
                    <a:pt x="2494" y="336"/>
                    <a:pt x="2927" y="336"/>
                  </a:cubicBezTo>
                  <a:cubicBezTo>
                    <a:pt x="3822" y="336"/>
                    <a:pt x="4695" y="805"/>
                    <a:pt x="5168" y="1631"/>
                  </a:cubicBezTo>
                  <a:cubicBezTo>
                    <a:pt x="5382" y="2012"/>
                    <a:pt x="5501" y="2465"/>
                    <a:pt x="5501" y="2905"/>
                  </a:cubicBezTo>
                  <a:cubicBezTo>
                    <a:pt x="5501" y="4336"/>
                    <a:pt x="4332" y="5485"/>
                    <a:pt x="2912" y="5485"/>
                  </a:cubicBezTo>
                  <a:cubicBezTo>
                    <a:pt x="2843" y="5485"/>
                    <a:pt x="2773" y="5483"/>
                    <a:pt x="2703" y="5477"/>
                  </a:cubicBezTo>
                  <a:cubicBezTo>
                    <a:pt x="1870" y="5406"/>
                    <a:pt x="1120" y="4929"/>
                    <a:pt x="679" y="4203"/>
                  </a:cubicBezTo>
                  <a:cubicBezTo>
                    <a:pt x="489" y="3858"/>
                    <a:pt x="370" y="3489"/>
                    <a:pt x="346" y="3084"/>
                  </a:cubicBezTo>
                  <a:cubicBezTo>
                    <a:pt x="310" y="2739"/>
                    <a:pt x="370" y="2405"/>
                    <a:pt x="465" y="2108"/>
                  </a:cubicBezTo>
                  <a:cubicBezTo>
                    <a:pt x="489" y="2012"/>
                    <a:pt x="441" y="1929"/>
                    <a:pt x="358" y="1893"/>
                  </a:cubicBezTo>
                  <a:cubicBezTo>
                    <a:pt x="339" y="1888"/>
                    <a:pt x="320" y="1886"/>
                    <a:pt x="303" y="1886"/>
                  </a:cubicBezTo>
                  <a:cubicBezTo>
                    <a:pt x="231" y="1886"/>
                    <a:pt x="172" y="1924"/>
                    <a:pt x="144" y="2000"/>
                  </a:cubicBezTo>
                  <a:cubicBezTo>
                    <a:pt x="48" y="2298"/>
                    <a:pt x="1" y="2608"/>
                    <a:pt x="1" y="2917"/>
                  </a:cubicBezTo>
                  <a:lnTo>
                    <a:pt x="1" y="2953"/>
                  </a:lnTo>
                  <a:lnTo>
                    <a:pt x="1" y="5679"/>
                  </a:lnTo>
                  <a:cubicBezTo>
                    <a:pt x="1" y="5763"/>
                    <a:pt x="72" y="5834"/>
                    <a:pt x="167" y="5834"/>
                  </a:cubicBezTo>
                  <a:cubicBezTo>
                    <a:pt x="251" y="5834"/>
                    <a:pt x="322" y="5763"/>
                    <a:pt x="322" y="5679"/>
                  </a:cubicBezTo>
                  <a:lnTo>
                    <a:pt x="322" y="4274"/>
                  </a:lnTo>
                  <a:cubicBezTo>
                    <a:pt x="346" y="4310"/>
                    <a:pt x="358" y="4334"/>
                    <a:pt x="382" y="4382"/>
                  </a:cubicBezTo>
                  <a:cubicBezTo>
                    <a:pt x="895" y="5257"/>
                    <a:pt x="1832" y="5835"/>
                    <a:pt x="2901" y="5835"/>
                  </a:cubicBezTo>
                  <a:cubicBezTo>
                    <a:pt x="2922" y="5835"/>
                    <a:pt x="2944" y="5835"/>
                    <a:pt x="2965" y="5834"/>
                  </a:cubicBezTo>
                  <a:lnTo>
                    <a:pt x="4549" y="5834"/>
                  </a:lnTo>
                  <a:lnTo>
                    <a:pt x="4549" y="6656"/>
                  </a:lnTo>
                  <a:lnTo>
                    <a:pt x="4120" y="6537"/>
                  </a:lnTo>
                  <a:cubicBezTo>
                    <a:pt x="4019" y="6510"/>
                    <a:pt x="3916" y="6497"/>
                    <a:pt x="3814" y="6497"/>
                  </a:cubicBezTo>
                  <a:cubicBezTo>
                    <a:pt x="3376" y="6497"/>
                    <a:pt x="2954" y="6736"/>
                    <a:pt x="2751" y="7132"/>
                  </a:cubicBezTo>
                  <a:cubicBezTo>
                    <a:pt x="2703" y="7227"/>
                    <a:pt x="2692" y="7346"/>
                    <a:pt x="2739" y="7430"/>
                  </a:cubicBezTo>
                  <a:cubicBezTo>
                    <a:pt x="2799" y="7584"/>
                    <a:pt x="2918" y="7620"/>
                    <a:pt x="3061" y="7656"/>
                  </a:cubicBezTo>
                  <a:cubicBezTo>
                    <a:pt x="3215" y="7703"/>
                    <a:pt x="4073" y="7918"/>
                    <a:pt x="4216" y="7965"/>
                  </a:cubicBezTo>
                  <a:cubicBezTo>
                    <a:pt x="3209" y="8241"/>
                    <a:pt x="3066" y="8279"/>
                    <a:pt x="3058" y="8279"/>
                  </a:cubicBezTo>
                  <a:cubicBezTo>
                    <a:pt x="3055" y="8279"/>
                    <a:pt x="3071" y="8274"/>
                    <a:pt x="3067" y="8274"/>
                  </a:cubicBezTo>
                  <a:cubicBezTo>
                    <a:pt x="3066" y="8274"/>
                    <a:pt x="3064" y="8274"/>
                    <a:pt x="3061" y="8275"/>
                  </a:cubicBezTo>
                  <a:cubicBezTo>
                    <a:pt x="3025" y="8299"/>
                    <a:pt x="2823" y="8311"/>
                    <a:pt x="2739" y="8501"/>
                  </a:cubicBezTo>
                  <a:cubicBezTo>
                    <a:pt x="2692" y="8608"/>
                    <a:pt x="2692" y="8716"/>
                    <a:pt x="2751" y="8799"/>
                  </a:cubicBezTo>
                  <a:cubicBezTo>
                    <a:pt x="2953" y="9192"/>
                    <a:pt x="3370" y="9439"/>
                    <a:pt x="3805" y="9439"/>
                  </a:cubicBezTo>
                  <a:cubicBezTo>
                    <a:pt x="3910" y="9439"/>
                    <a:pt x="4016" y="9424"/>
                    <a:pt x="4120" y="9394"/>
                  </a:cubicBezTo>
                  <a:lnTo>
                    <a:pt x="4549" y="9275"/>
                  </a:lnTo>
                  <a:lnTo>
                    <a:pt x="4549" y="10561"/>
                  </a:lnTo>
                  <a:cubicBezTo>
                    <a:pt x="4549" y="10704"/>
                    <a:pt x="4430" y="10823"/>
                    <a:pt x="4287" y="10823"/>
                  </a:cubicBezTo>
                  <a:lnTo>
                    <a:pt x="3632" y="10823"/>
                  </a:lnTo>
                  <a:cubicBezTo>
                    <a:pt x="3537" y="10823"/>
                    <a:pt x="3465" y="10894"/>
                    <a:pt x="3465" y="10990"/>
                  </a:cubicBezTo>
                  <a:cubicBezTo>
                    <a:pt x="3465" y="11073"/>
                    <a:pt x="3537" y="11156"/>
                    <a:pt x="3632" y="11156"/>
                  </a:cubicBezTo>
                  <a:lnTo>
                    <a:pt x="4287" y="11156"/>
                  </a:lnTo>
                  <a:cubicBezTo>
                    <a:pt x="4608" y="11156"/>
                    <a:pt x="4882" y="10882"/>
                    <a:pt x="4882" y="10561"/>
                  </a:cubicBezTo>
                  <a:lnTo>
                    <a:pt x="4882" y="9192"/>
                  </a:lnTo>
                  <a:lnTo>
                    <a:pt x="6835" y="8668"/>
                  </a:lnTo>
                  <a:cubicBezTo>
                    <a:pt x="6871" y="8680"/>
                    <a:pt x="7097" y="8739"/>
                    <a:pt x="8085" y="9013"/>
                  </a:cubicBezTo>
                  <a:cubicBezTo>
                    <a:pt x="7585" y="10085"/>
                    <a:pt x="8383" y="11299"/>
                    <a:pt x="9573" y="11299"/>
                  </a:cubicBezTo>
                  <a:cubicBezTo>
                    <a:pt x="10824" y="11299"/>
                    <a:pt x="11597" y="9942"/>
                    <a:pt x="10978" y="8870"/>
                  </a:cubicBezTo>
                  <a:cubicBezTo>
                    <a:pt x="10585" y="8037"/>
                    <a:pt x="9788" y="8037"/>
                    <a:pt x="9514" y="7918"/>
                  </a:cubicBezTo>
                  <a:cubicBezTo>
                    <a:pt x="9788" y="7799"/>
                    <a:pt x="10585" y="7799"/>
                    <a:pt x="11038" y="7001"/>
                  </a:cubicBezTo>
                  <a:cubicBezTo>
                    <a:pt x="11666" y="5883"/>
                    <a:pt x="10818" y="4574"/>
                    <a:pt x="9627" y="4574"/>
                  </a:cubicBezTo>
                  <a:cubicBezTo>
                    <a:pt x="9486" y="4574"/>
                    <a:pt x="9341" y="4593"/>
                    <a:pt x="9192" y="4632"/>
                  </a:cubicBezTo>
                  <a:cubicBezTo>
                    <a:pt x="8216" y="4906"/>
                    <a:pt x="7728" y="5977"/>
                    <a:pt x="8145" y="6882"/>
                  </a:cubicBezTo>
                  <a:cubicBezTo>
                    <a:pt x="7156" y="7144"/>
                    <a:pt x="6930" y="7203"/>
                    <a:pt x="6894" y="7227"/>
                  </a:cubicBezTo>
                  <a:lnTo>
                    <a:pt x="4942" y="6703"/>
                  </a:lnTo>
                  <a:lnTo>
                    <a:pt x="4942" y="5798"/>
                  </a:lnTo>
                  <a:cubicBezTo>
                    <a:pt x="5478" y="5763"/>
                    <a:pt x="6002" y="5584"/>
                    <a:pt x="6442" y="5287"/>
                  </a:cubicBezTo>
                  <a:cubicBezTo>
                    <a:pt x="6513" y="5227"/>
                    <a:pt x="6537" y="5144"/>
                    <a:pt x="6490" y="5060"/>
                  </a:cubicBezTo>
                  <a:cubicBezTo>
                    <a:pt x="6461" y="5017"/>
                    <a:pt x="6411" y="4996"/>
                    <a:pt x="6360" y="4996"/>
                  </a:cubicBezTo>
                  <a:cubicBezTo>
                    <a:pt x="6326" y="4996"/>
                    <a:pt x="6292" y="5006"/>
                    <a:pt x="6263" y="5025"/>
                  </a:cubicBezTo>
                  <a:cubicBezTo>
                    <a:pt x="5682" y="5429"/>
                    <a:pt x="5116" y="5476"/>
                    <a:pt x="4727" y="5476"/>
                  </a:cubicBezTo>
                  <a:cubicBezTo>
                    <a:pt x="4608" y="5476"/>
                    <a:pt x="4505" y="5472"/>
                    <a:pt x="4423" y="5472"/>
                  </a:cubicBezTo>
                  <a:cubicBezTo>
                    <a:pt x="4379" y="5472"/>
                    <a:pt x="4342" y="5473"/>
                    <a:pt x="4311" y="5477"/>
                  </a:cubicBezTo>
                  <a:cubicBezTo>
                    <a:pt x="4418" y="5417"/>
                    <a:pt x="4513" y="5358"/>
                    <a:pt x="4608" y="5298"/>
                  </a:cubicBezTo>
                  <a:cubicBezTo>
                    <a:pt x="4728" y="5227"/>
                    <a:pt x="4847" y="5120"/>
                    <a:pt x="4942" y="5036"/>
                  </a:cubicBezTo>
                  <a:cubicBezTo>
                    <a:pt x="5525" y="4489"/>
                    <a:pt x="5882" y="3715"/>
                    <a:pt x="5882" y="2905"/>
                  </a:cubicBezTo>
                  <a:cubicBezTo>
                    <a:pt x="5882" y="2405"/>
                    <a:pt x="5740" y="1905"/>
                    <a:pt x="5490" y="1465"/>
                  </a:cubicBezTo>
                  <a:cubicBezTo>
                    <a:pt x="5204" y="976"/>
                    <a:pt x="4787" y="584"/>
                    <a:pt x="4311" y="334"/>
                  </a:cubicBezTo>
                  <a:lnTo>
                    <a:pt x="4847" y="334"/>
                  </a:lnTo>
                  <a:cubicBezTo>
                    <a:pt x="6252" y="357"/>
                    <a:pt x="7383" y="1512"/>
                    <a:pt x="7383" y="2905"/>
                  </a:cubicBezTo>
                  <a:cubicBezTo>
                    <a:pt x="7383" y="3536"/>
                    <a:pt x="7156" y="4144"/>
                    <a:pt x="6728" y="4620"/>
                  </a:cubicBezTo>
                  <a:cubicBezTo>
                    <a:pt x="6633" y="4727"/>
                    <a:pt x="6716" y="4906"/>
                    <a:pt x="6847" y="4906"/>
                  </a:cubicBezTo>
                  <a:cubicBezTo>
                    <a:pt x="6894" y="4906"/>
                    <a:pt x="6930" y="4882"/>
                    <a:pt x="6966" y="4846"/>
                  </a:cubicBezTo>
                  <a:cubicBezTo>
                    <a:pt x="7442" y="4310"/>
                    <a:pt x="7692" y="3620"/>
                    <a:pt x="7692" y="2905"/>
                  </a:cubicBezTo>
                  <a:cubicBezTo>
                    <a:pt x="7692" y="2131"/>
                    <a:pt x="7395" y="1417"/>
                    <a:pt x="6859" y="869"/>
                  </a:cubicBezTo>
                  <a:cubicBezTo>
                    <a:pt x="6299" y="298"/>
                    <a:pt x="5537" y="0"/>
                    <a:pt x="4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66"/>
            <p:cNvSpPr/>
            <p:nvPr/>
          </p:nvSpPr>
          <p:spPr>
            <a:xfrm>
              <a:off x="1976349" y="1775216"/>
              <a:ext cx="413" cy="32"/>
            </a:xfrm>
            <a:custGeom>
              <a:avLst/>
              <a:gdLst/>
              <a:ahLst/>
              <a:cxnLst/>
              <a:rect l="l" t="t" r="r" b="b"/>
              <a:pathLst>
                <a:path w="13" h="1" extrusionOk="0">
                  <a:moveTo>
                    <a:pt x="0" y="0"/>
                  </a:moveTo>
                  <a:cubicBezTo>
                    <a:pt x="0" y="0"/>
                    <a:pt x="12" y="0"/>
                    <a:pt x="0" y="0"/>
                  </a:cubicBezTo>
                  <a:cubicBezTo>
                    <a:pt x="12" y="0"/>
                    <a:pt x="12" y="0"/>
                    <a:pt x="0" y="0"/>
                  </a:cubicBezTo>
                  <a:cubicBezTo>
                    <a:pt x="12" y="0"/>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66"/>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66"/>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66"/>
            <p:cNvSpPr/>
            <p:nvPr/>
          </p:nvSpPr>
          <p:spPr>
            <a:xfrm>
              <a:off x="2016868" y="177521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66"/>
            <p:cNvSpPr/>
            <p:nvPr/>
          </p:nvSpPr>
          <p:spPr>
            <a:xfrm>
              <a:off x="1914615" y="1724837"/>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66"/>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66"/>
            <p:cNvSpPr/>
            <p:nvPr/>
          </p:nvSpPr>
          <p:spPr>
            <a:xfrm>
              <a:off x="1955898" y="1769523"/>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66"/>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66"/>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66"/>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66"/>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66"/>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66"/>
            <p:cNvSpPr/>
            <p:nvPr/>
          </p:nvSpPr>
          <p:spPr>
            <a:xfrm>
              <a:off x="2016868"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66"/>
            <p:cNvSpPr/>
            <p:nvPr/>
          </p:nvSpPr>
          <p:spPr>
            <a:xfrm>
              <a:off x="1955898" y="1769523"/>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6" name="Google Shape;11756;p66"/>
            <p:cNvSpPr/>
            <p:nvPr/>
          </p:nvSpPr>
          <p:spPr>
            <a:xfrm>
              <a:off x="1955898" y="1769523"/>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66"/>
            <p:cNvSpPr/>
            <p:nvPr/>
          </p:nvSpPr>
          <p:spPr>
            <a:xfrm>
              <a:off x="1812744" y="1556302"/>
              <a:ext cx="77668" cy="72929"/>
            </a:xfrm>
            <a:custGeom>
              <a:avLst/>
              <a:gdLst/>
              <a:ahLst/>
              <a:cxnLst/>
              <a:rect l="l" t="t" r="r" b="b"/>
              <a:pathLst>
                <a:path w="2442" h="2293" extrusionOk="0">
                  <a:moveTo>
                    <a:pt x="1212" y="326"/>
                  </a:moveTo>
                  <a:cubicBezTo>
                    <a:pt x="1252" y="326"/>
                    <a:pt x="1293" y="329"/>
                    <a:pt x="1334" y="335"/>
                  </a:cubicBezTo>
                  <a:cubicBezTo>
                    <a:pt x="1811" y="394"/>
                    <a:pt x="2120" y="859"/>
                    <a:pt x="2013" y="1311"/>
                  </a:cubicBezTo>
                  <a:cubicBezTo>
                    <a:pt x="1923" y="1684"/>
                    <a:pt x="1585" y="1945"/>
                    <a:pt x="1209" y="1945"/>
                  </a:cubicBezTo>
                  <a:cubicBezTo>
                    <a:pt x="1141" y="1945"/>
                    <a:pt x="1071" y="1937"/>
                    <a:pt x="1001" y="1918"/>
                  </a:cubicBezTo>
                  <a:cubicBezTo>
                    <a:pt x="715" y="1847"/>
                    <a:pt x="501" y="1609"/>
                    <a:pt x="418" y="1311"/>
                  </a:cubicBezTo>
                  <a:cubicBezTo>
                    <a:pt x="307" y="793"/>
                    <a:pt x="708" y="326"/>
                    <a:pt x="1212" y="326"/>
                  </a:cubicBezTo>
                  <a:close/>
                  <a:moveTo>
                    <a:pt x="1259" y="1"/>
                  </a:moveTo>
                  <a:cubicBezTo>
                    <a:pt x="1205" y="1"/>
                    <a:pt x="1151" y="5"/>
                    <a:pt x="1096" y="13"/>
                  </a:cubicBezTo>
                  <a:cubicBezTo>
                    <a:pt x="453" y="85"/>
                    <a:pt x="1" y="680"/>
                    <a:pt x="108" y="1323"/>
                  </a:cubicBezTo>
                  <a:cubicBezTo>
                    <a:pt x="197" y="1881"/>
                    <a:pt x="685" y="2293"/>
                    <a:pt x="1246" y="2293"/>
                  </a:cubicBezTo>
                  <a:cubicBezTo>
                    <a:pt x="1283" y="2293"/>
                    <a:pt x="1320" y="2291"/>
                    <a:pt x="1358" y="2287"/>
                  </a:cubicBezTo>
                  <a:cubicBezTo>
                    <a:pt x="1989" y="2204"/>
                    <a:pt x="2442" y="1621"/>
                    <a:pt x="2358" y="978"/>
                  </a:cubicBezTo>
                  <a:cubicBezTo>
                    <a:pt x="2272" y="425"/>
                    <a:pt x="1800" y="1"/>
                    <a:pt x="1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66"/>
            <p:cNvSpPr/>
            <p:nvPr/>
          </p:nvSpPr>
          <p:spPr>
            <a:xfrm>
              <a:off x="1759375" y="1695671"/>
              <a:ext cx="99613" cy="158707"/>
            </a:xfrm>
            <a:custGeom>
              <a:avLst/>
              <a:gdLst/>
              <a:ahLst/>
              <a:cxnLst/>
              <a:rect l="l" t="t" r="r" b="b"/>
              <a:pathLst>
                <a:path w="3132" h="4990" extrusionOk="0">
                  <a:moveTo>
                    <a:pt x="167" y="1"/>
                  </a:moveTo>
                  <a:cubicBezTo>
                    <a:pt x="72" y="1"/>
                    <a:pt x="0" y="72"/>
                    <a:pt x="0" y="168"/>
                  </a:cubicBezTo>
                  <a:lnTo>
                    <a:pt x="0" y="4394"/>
                  </a:lnTo>
                  <a:cubicBezTo>
                    <a:pt x="0" y="4728"/>
                    <a:pt x="274" y="4990"/>
                    <a:pt x="596" y="4990"/>
                  </a:cubicBezTo>
                  <a:lnTo>
                    <a:pt x="2965" y="4990"/>
                  </a:lnTo>
                  <a:cubicBezTo>
                    <a:pt x="3048" y="4990"/>
                    <a:pt x="3120" y="4918"/>
                    <a:pt x="3120" y="4823"/>
                  </a:cubicBezTo>
                  <a:cubicBezTo>
                    <a:pt x="3132" y="4740"/>
                    <a:pt x="3048" y="4668"/>
                    <a:pt x="2965" y="4668"/>
                  </a:cubicBezTo>
                  <a:lnTo>
                    <a:pt x="596" y="4668"/>
                  </a:lnTo>
                  <a:cubicBezTo>
                    <a:pt x="453" y="4668"/>
                    <a:pt x="334" y="4549"/>
                    <a:pt x="334" y="4394"/>
                  </a:cubicBezTo>
                  <a:lnTo>
                    <a:pt x="334" y="1965"/>
                  </a:lnTo>
                  <a:lnTo>
                    <a:pt x="762" y="1965"/>
                  </a:lnTo>
                  <a:cubicBezTo>
                    <a:pt x="846" y="1965"/>
                    <a:pt x="929" y="1894"/>
                    <a:pt x="929" y="1799"/>
                  </a:cubicBezTo>
                  <a:cubicBezTo>
                    <a:pt x="929" y="1715"/>
                    <a:pt x="846" y="1644"/>
                    <a:pt x="762" y="1644"/>
                  </a:cubicBezTo>
                  <a:lnTo>
                    <a:pt x="334" y="1644"/>
                  </a:ln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66"/>
            <p:cNvSpPr/>
            <p:nvPr/>
          </p:nvSpPr>
          <p:spPr>
            <a:xfrm>
              <a:off x="1794965" y="1747195"/>
              <a:ext cx="38261" cy="10623"/>
            </a:xfrm>
            <a:custGeom>
              <a:avLst/>
              <a:gdLst/>
              <a:ahLst/>
              <a:cxnLst/>
              <a:rect l="l" t="t" r="r" b="b"/>
              <a:pathLst>
                <a:path w="1203" h="334" extrusionOk="0">
                  <a:moveTo>
                    <a:pt x="167" y="0"/>
                  </a:moveTo>
                  <a:cubicBezTo>
                    <a:pt x="72" y="0"/>
                    <a:pt x="0" y="83"/>
                    <a:pt x="0" y="167"/>
                  </a:cubicBezTo>
                  <a:cubicBezTo>
                    <a:pt x="0" y="262"/>
                    <a:pt x="72" y="333"/>
                    <a:pt x="167" y="333"/>
                  </a:cubicBezTo>
                  <a:lnTo>
                    <a:pt x="1024" y="333"/>
                  </a:lnTo>
                  <a:cubicBezTo>
                    <a:pt x="1120" y="333"/>
                    <a:pt x="1191" y="262"/>
                    <a:pt x="1191" y="167"/>
                  </a:cubicBezTo>
                  <a:cubicBezTo>
                    <a:pt x="1203" y="83"/>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66"/>
            <p:cNvSpPr/>
            <p:nvPr/>
          </p:nvSpPr>
          <p:spPr>
            <a:xfrm>
              <a:off x="1839269" y="1747195"/>
              <a:ext cx="37912" cy="10623"/>
            </a:xfrm>
            <a:custGeom>
              <a:avLst/>
              <a:gdLst/>
              <a:ahLst/>
              <a:cxnLst/>
              <a:rect l="l" t="t" r="r" b="b"/>
              <a:pathLst>
                <a:path w="1192" h="334" extrusionOk="0">
                  <a:moveTo>
                    <a:pt x="167" y="0"/>
                  </a:moveTo>
                  <a:cubicBezTo>
                    <a:pt x="84" y="0"/>
                    <a:pt x="0" y="83"/>
                    <a:pt x="0" y="167"/>
                  </a:cubicBezTo>
                  <a:cubicBezTo>
                    <a:pt x="0" y="262"/>
                    <a:pt x="84" y="333"/>
                    <a:pt x="167" y="333"/>
                  </a:cubicBezTo>
                  <a:lnTo>
                    <a:pt x="1036" y="333"/>
                  </a:lnTo>
                  <a:cubicBezTo>
                    <a:pt x="1120" y="333"/>
                    <a:pt x="1191" y="262"/>
                    <a:pt x="1191" y="167"/>
                  </a:cubicBezTo>
                  <a:cubicBezTo>
                    <a:pt x="1191" y="83"/>
                    <a:pt x="1120" y="0"/>
                    <a:pt x="1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1" name="Google Shape;11761;p66"/>
          <p:cNvGrpSpPr/>
          <p:nvPr/>
        </p:nvGrpSpPr>
        <p:grpSpPr>
          <a:xfrm>
            <a:off x="2774209" y="1779241"/>
            <a:ext cx="116693" cy="374186"/>
            <a:chOff x="2774209" y="1954691"/>
            <a:chExt cx="116693" cy="374186"/>
          </a:xfrm>
        </p:grpSpPr>
        <p:sp>
          <p:nvSpPr>
            <p:cNvPr id="11762" name="Google Shape;11762;p66"/>
            <p:cNvSpPr/>
            <p:nvPr/>
          </p:nvSpPr>
          <p:spPr>
            <a:xfrm>
              <a:off x="2774209" y="2181525"/>
              <a:ext cx="115166" cy="147353"/>
            </a:xfrm>
            <a:custGeom>
              <a:avLst/>
              <a:gdLst/>
              <a:ahLst/>
              <a:cxnLst/>
              <a:rect l="l" t="t" r="r" b="b"/>
              <a:pathLst>
                <a:path w="3621" h="4633" extrusionOk="0">
                  <a:moveTo>
                    <a:pt x="3263" y="3263"/>
                  </a:moveTo>
                  <a:lnTo>
                    <a:pt x="3263" y="4013"/>
                  </a:lnTo>
                  <a:lnTo>
                    <a:pt x="3275" y="4013"/>
                  </a:lnTo>
                  <a:cubicBezTo>
                    <a:pt x="3275" y="4168"/>
                    <a:pt x="3156" y="4287"/>
                    <a:pt x="3025" y="4287"/>
                  </a:cubicBezTo>
                  <a:lnTo>
                    <a:pt x="3025" y="3751"/>
                  </a:lnTo>
                  <a:cubicBezTo>
                    <a:pt x="3025" y="3656"/>
                    <a:pt x="2954" y="3572"/>
                    <a:pt x="2847" y="3572"/>
                  </a:cubicBezTo>
                  <a:cubicBezTo>
                    <a:pt x="2739" y="3572"/>
                    <a:pt x="2668" y="3644"/>
                    <a:pt x="2668" y="3751"/>
                  </a:cubicBezTo>
                  <a:lnTo>
                    <a:pt x="2668" y="4287"/>
                  </a:lnTo>
                  <a:lnTo>
                    <a:pt x="2335" y="4287"/>
                  </a:lnTo>
                  <a:lnTo>
                    <a:pt x="2335" y="3751"/>
                  </a:lnTo>
                  <a:cubicBezTo>
                    <a:pt x="2335" y="3656"/>
                    <a:pt x="2263" y="3572"/>
                    <a:pt x="2156" y="3572"/>
                  </a:cubicBezTo>
                  <a:cubicBezTo>
                    <a:pt x="2073" y="3572"/>
                    <a:pt x="1977" y="3644"/>
                    <a:pt x="1977" y="3751"/>
                  </a:cubicBezTo>
                  <a:lnTo>
                    <a:pt x="1977" y="4287"/>
                  </a:lnTo>
                  <a:lnTo>
                    <a:pt x="1656" y="4287"/>
                  </a:lnTo>
                  <a:lnTo>
                    <a:pt x="1656" y="3751"/>
                  </a:lnTo>
                  <a:cubicBezTo>
                    <a:pt x="1656" y="3656"/>
                    <a:pt x="1573" y="3572"/>
                    <a:pt x="1477" y="3572"/>
                  </a:cubicBezTo>
                  <a:cubicBezTo>
                    <a:pt x="1370" y="3572"/>
                    <a:pt x="1299" y="3644"/>
                    <a:pt x="1299" y="3751"/>
                  </a:cubicBezTo>
                  <a:lnTo>
                    <a:pt x="1299" y="4287"/>
                  </a:lnTo>
                  <a:lnTo>
                    <a:pt x="965" y="4287"/>
                  </a:lnTo>
                  <a:lnTo>
                    <a:pt x="965" y="3751"/>
                  </a:lnTo>
                  <a:cubicBezTo>
                    <a:pt x="965" y="3656"/>
                    <a:pt x="894" y="3572"/>
                    <a:pt x="787" y="3572"/>
                  </a:cubicBezTo>
                  <a:cubicBezTo>
                    <a:pt x="680" y="3572"/>
                    <a:pt x="608" y="3644"/>
                    <a:pt x="608" y="3751"/>
                  </a:cubicBezTo>
                  <a:lnTo>
                    <a:pt x="608" y="4287"/>
                  </a:lnTo>
                  <a:cubicBezTo>
                    <a:pt x="465" y="4287"/>
                    <a:pt x="358" y="4168"/>
                    <a:pt x="358" y="4013"/>
                  </a:cubicBezTo>
                  <a:lnTo>
                    <a:pt x="358" y="3263"/>
                  </a:lnTo>
                  <a:close/>
                  <a:moveTo>
                    <a:pt x="3442" y="1"/>
                  </a:moveTo>
                  <a:cubicBezTo>
                    <a:pt x="3347" y="1"/>
                    <a:pt x="3263" y="72"/>
                    <a:pt x="3263" y="179"/>
                  </a:cubicBezTo>
                  <a:lnTo>
                    <a:pt x="3263" y="2906"/>
                  </a:lnTo>
                  <a:lnTo>
                    <a:pt x="358" y="2906"/>
                  </a:lnTo>
                  <a:lnTo>
                    <a:pt x="358" y="1429"/>
                  </a:lnTo>
                  <a:cubicBezTo>
                    <a:pt x="358" y="1334"/>
                    <a:pt x="287" y="1251"/>
                    <a:pt x="180" y="1251"/>
                  </a:cubicBezTo>
                  <a:cubicBezTo>
                    <a:pt x="84" y="1251"/>
                    <a:pt x="1" y="1322"/>
                    <a:pt x="1" y="1429"/>
                  </a:cubicBezTo>
                  <a:lnTo>
                    <a:pt x="1" y="4013"/>
                  </a:lnTo>
                  <a:cubicBezTo>
                    <a:pt x="1" y="4358"/>
                    <a:pt x="287" y="4632"/>
                    <a:pt x="608" y="4632"/>
                  </a:cubicBezTo>
                  <a:lnTo>
                    <a:pt x="2978" y="4632"/>
                  </a:lnTo>
                  <a:cubicBezTo>
                    <a:pt x="3323" y="4632"/>
                    <a:pt x="3585" y="4346"/>
                    <a:pt x="3585" y="4013"/>
                  </a:cubicBezTo>
                  <a:lnTo>
                    <a:pt x="3585" y="191"/>
                  </a:lnTo>
                  <a:cubicBezTo>
                    <a:pt x="3620" y="84"/>
                    <a:pt x="3549" y="1"/>
                    <a:pt x="3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66"/>
            <p:cNvSpPr/>
            <p:nvPr/>
          </p:nvSpPr>
          <p:spPr>
            <a:xfrm>
              <a:off x="2774591" y="1954691"/>
              <a:ext cx="116311" cy="255649"/>
            </a:xfrm>
            <a:custGeom>
              <a:avLst/>
              <a:gdLst/>
              <a:ahLst/>
              <a:cxnLst/>
              <a:rect l="l" t="t" r="r" b="b"/>
              <a:pathLst>
                <a:path w="3657" h="8038" extrusionOk="0">
                  <a:moveTo>
                    <a:pt x="1156" y="1870"/>
                  </a:moveTo>
                  <a:lnTo>
                    <a:pt x="1156" y="2537"/>
                  </a:lnTo>
                  <a:lnTo>
                    <a:pt x="644" y="2537"/>
                  </a:lnTo>
                  <a:lnTo>
                    <a:pt x="644" y="2144"/>
                  </a:lnTo>
                  <a:cubicBezTo>
                    <a:pt x="644" y="2001"/>
                    <a:pt x="763" y="1870"/>
                    <a:pt x="918" y="1870"/>
                  </a:cubicBezTo>
                  <a:close/>
                  <a:moveTo>
                    <a:pt x="2108" y="1882"/>
                  </a:moveTo>
                  <a:lnTo>
                    <a:pt x="2108" y="2537"/>
                  </a:lnTo>
                  <a:lnTo>
                    <a:pt x="1513" y="2537"/>
                  </a:lnTo>
                  <a:lnTo>
                    <a:pt x="1513" y="1882"/>
                  </a:lnTo>
                  <a:close/>
                  <a:moveTo>
                    <a:pt x="2680" y="1882"/>
                  </a:moveTo>
                  <a:cubicBezTo>
                    <a:pt x="2835" y="1882"/>
                    <a:pt x="2954" y="2001"/>
                    <a:pt x="2954" y="2144"/>
                  </a:cubicBezTo>
                  <a:lnTo>
                    <a:pt x="2954" y="2537"/>
                  </a:lnTo>
                  <a:lnTo>
                    <a:pt x="2442" y="2537"/>
                  </a:lnTo>
                  <a:lnTo>
                    <a:pt x="2442" y="1882"/>
                  </a:lnTo>
                  <a:close/>
                  <a:moveTo>
                    <a:pt x="1180" y="1"/>
                  </a:moveTo>
                  <a:cubicBezTo>
                    <a:pt x="834" y="1"/>
                    <a:pt x="572" y="286"/>
                    <a:pt x="572" y="608"/>
                  </a:cubicBezTo>
                  <a:lnTo>
                    <a:pt x="572" y="1644"/>
                  </a:lnTo>
                  <a:cubicBezTo>
                    <a:pt x="406" y="1739"/>
                    <a:pt x="299" y="1941"/>
                    <a:pt x="299" y="2144"/>
                  </a:cubicBezTo>
                  <a:lnTo>
                    <a:pt x="299" y="2596"/>
                  </a:lnTo>
                  <a:cubicBezTo>
                    <a:pt x="120" y="2680"/>
                    <a:pt x="1" y="2870"/>
                    <a:pt x="1" y="3084"/>
                  </a:cubicBezTo>
                  <a:lnTo>
                    <a:pt x="1" y="7859"/>
                  </a:lnTo>
                  <a:cubicBezTo>
                    <a:pt x="1" y="7954"/>
                    <a:pt x="84" y="8037"/>
                    <a:pt x="179" y="8037"/>
                  </a:cubicBezTo>
                  <a:cubicBezTo>
                    <a:pt x="287" y="8037"/>
                    <a:pt x="358" y="7966"/>
                    <a:pt x="358" y="7859"/>
                  </a:cubicBezTo>
                  <a:lnTo>
                    <a:pt x="358" y="3084"/>
                  </a:lnTo>
                  <a:cubicBezTo>
                    <a:pt x="358" y="2965"/>
                    <a:pt x="453" y="2870"/>
                    <a:pt x="572" y="2870"/>
                  </a:cubicBezTo>
                  <a:lnTo>
                    <a:pt x="1549" y="2870"/>
                  </a:lnTo>
                  <a:lnTo>
                    <a:pt x="1549" y="5168"/>
                  </a:lnTo>
                  <a:cubicBezTo>
                    <a:pt x="1549" y="5466"/>
                    <a:pt x="1787" y="5716"/>
                    <a:pt x="2108" y="5716"/>
                  </a:cubicBezTo>
                  <a:cubicBezTo>
                    <a:pt x="2406" y="5716"/>
                    <a:pt x="2656" y="5478"/>
                    <a:pt x="2656" y="5168"/>
                  </a:cubicBezTo>
                  <a:lnTo>
                    <a:pt x="2656" y="4477"/>
                  </a:lnTo>
                  <a:cubicBezTo>
                    <a:pt x="2656" y="4394"/>
                    <a:pt x="2585" y="4299"/>
                    <a:pt x="2477" y="4299"/>
                  </a:cubicBezTo>
                  <a:cubicBezTo>
                    <a:pt x="2382" y="4299"/>
                    <a:pt x="2299" y="4382"/>
                    <a:pt x="2299" y="4477"/>
                  </a:cubicBezTo>
                  <a:lnTo>
                    <a:pt x="2299" y="5168"/>
                  </a:lnTo>
                  <a:cubicBezTo>
                    <a:pt x="2299" y="5275"/>
                    <a:pt x="2204" y="5359"/>
                    <a:pt x="2108" y="5359"/>
                  </a:cubicBezTo>
                  <a:cubicBezTo>
                    <a:pt x="2001" y="5359"/>
                    <a:pt x="1906" y="5275"/>
                    <a:pt x="1906" y="5168"/>
                  </a:cubicBezTo>
                  <a:lnTo>
                    <a:pt x="1906" y="2870"/>
                  </a:lnTo>
                  <a:lnTo>
                    <a:pt x="2311" y="2870"/>
                  </a:lnTo>
                  <a:lnTo>
                    <a:pt x="2311" y="3799"/>
                  </a:lnTo>
                  <a:cubicBezTo>
                    <a:pt x="2311" y="3882"/>
                    <a:pt x="2382" y="3977"/>
                    <a:pt x="2489" y="3977"/>
                  </a:cubicBezTo>
                  <a:cubicBezTo>
                    <a:pt x="2585" y="3977"/>
                    <a:pt x="2668" y="3906"/>
                    <a:pt x="2668" y="3799"/>
                  </a:cubicBezTo>
                  <a:lnTo>
                    <a:pt x="2668" y="2870"/>
                  </a:lnTo>
                  <a:lnTo>
                    <a:pt x="3085" y="2870"/>
                  </a:lnTo>
                  <a:cubicBezTo>
                    <a:pt x="3204" y="2870"/>
                    <a:pt x="3299" y="2965"/>
                    <a:pt x="3299" y="3084"/>
                  </a:cubicBezTo>
                  <a:lnTo>
                    <a:pt x="3299" y="6609"/>
                  </a:lnTo>
                  <a:cubicBezTo>
                    <a:pt x="3299" y="6704"/>
                    <a:pt x="3370" y="6787"/>
                    <a:pt x="3477" y="6787"/>
                  </a:cubicBezTo>
                  <a:cubicBezTo>
                    <a:pt x="3561" y="6787"/>
                    <a:pt x="3656" y="6716"/>
                    <a:pt x="3656" y="6609"/>
                  </a:cubicBezTo>
                  <a:lnTo>
                    <a:pt x="3656" y="3084"/>
                  </a:lnTo>
                  <a:cubicBezTo>
                    <a:pt x="3608" y="2870"/>
                    <a:pt x="3489" y="2680"/>
                    <a:pt x="3311" y="2596"/>
                  </a:cubicBezTo>
                  <a:lnTo>
                    <a:pt x="3311" y="2144"/>
                  </a:lnTo>
                  <a:cubicBezTo>
                    <a:pt x="3311" y="1941"/>
                    <a:pt x="3204" y="1739"/>
                    <a:pt x="3037" y="1644"/>
                  </a:cubicBezTo>
                  <a:lnTo>
                    <a:pt x="3037" y="1132"/>
                  </a:lnTo>
                  <a:cubicBezTo>
                    <a:pt x="3037" y="1048"/>
                    <a:pt x="2966" y="953"/>
                    <a:pt x="2858" y="953"/>
                  </a:cubicBezTo>
                  <a:cubicBezTo>
                    <a:pt x="2775" y="953"/>
                    <a:pt x="2680" y="1025"/>
                    <a:pt x="2680" y="1132"/>
                  </a:cubicBezTo>
                  <a:lnTo>
                    <a:pt x="2680" y="1537"/>
                  </a:lnTo>
                  <a:lnTo>
                    <a:pt x="918" y="1537"/>
                  </a:lnTo>
                  <a:lnTo>
                    <a:pt x="918" y="608"/>
                  </a:lnTo>
                  <a:cubicBezTo>
                    <a:pt x="918" y="465"/>
                    <a:pt x="1025" y="346"/>
                    <a:pt x="1180" y="346"/>
                  </a:cubicBezTo>
                  <a:lnTo>
                    <a:pt x="2418" y="346"/>
                  </a:lnTo>
                  <a:cubicBezTo>
                    <a:pt x="2513" y="346"/>
                    <a:pt x="2620" y="406"/>
                    <a:pt x="2668" y="513"/>
                  </a:cubicBezTo>
                  <a:cubicBezTo>
                    <a:pt x="2702" y="573"/>
                    <a:pt x="2756" y="615"/>
                    <a:pt x="2819" y="615"/>
                  </a:cubicBezTo>
                  <a:cubicBezTo>
                    <a:pt x="2843" y="615"/>
                    <a:pt x="2868" y="609"/>
                    <a:pt x="2894" y="596"/>
                  </a:cubicBezTo>
                  <a:cubicBezTo>
                    <a:pt x="2977" y="548"/>
                    <a:pt x="3025" y="465"/>
                    <a:pt x="2977" y="370"/>
                  </a:cubicBezTo>
                  <a:cubicBezTo>
                    <a:pt x="2894" y="155"/>
                    <a:pt x="2668" y="1"/>
                    <a:pt x="2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4" name="Google Shape;11764;p66"/>
          <p:cNvGrpSpPr/>
          <p:nvPr/>
        </p:nvGrpSpPr>
        <p:grpSpPr>
          <a:xfrm>
            <a:off x="4017435" y="1324462"/>
            <a:ext cx="315092" cy="359397"/>
            <a:chOff x="4017435" y="1499912"/>
            <a:chExt cx="315092" cy="359397"/>
          </a:xfrm>
        </p:grpSpPr>
        <p:sp>
          <p:nvSpPr>
            <p:cNvPr id="11765" name="Google Shape;11765;p66"/>
            <p:cNvSpPr/>
            <p:nvPr/>
          </p:nvSpPr>
          <p:spPr>
            <a:xfrm>
              <a:off x="4017816" y="1499912"/>
              <a:ext cx="314710" cy="359397"/>
            </a:xfrm>
            <a:custGeom>
              <a:avLst/>
              <a:gdLst/>
              <a:ahLst/>
              <a:cxnLst/>
              <a:rect l="l" t="t" r="r" b="b"/>
              <a:pathLst>
                <a:path w="9895" h="11300" extrusionOk="0">
                  <a:moveTo>
                    <a:pt x="4929" y="0"/>
                  </a:moveTo>
                  <a:cubicBezTo>
                    <a:pt x="4810" y="0"/>
                    <a:pt x="4691" y="24"/>
                    <a:pt x="4584" y="84"/>
                  </a:cubicBezTo>
                  <a:lnTo>
                    <a:pt x="4048" y="405"/>
                  </a:lnTo>
                  <a:cubicBezTo>
                    <a:pt x="3977" y="441"/>
                    <a:pt x="3941" y="548"/>
                    <a:pt x="3989" y="643"/>
                  </a:cubicBezTo>
                  <a:cubicBezTo>
                    <a:pt x="4022" y="693"/>
                    <a:pt x="4077" y="719"/>
                    <a:pt x="4140" y="719"/>
                  </a:cubicBezTo>
                  <a:cubicBezTo>
                    <a:pt x="4168" y="719"/>
                    <a:pt x="4197" y="714"/>
                    <a:pt x="4227" y="703"/>
                  </a:cubicBezTo>
                  <a:lnTo>
                    <a:pt x="4763" y="381"/>
                  </a:lnTo>
                  <a:cubicBezTo>
                    <a:pt x="4816" y="352"/>
                    <a:pt x="4876" y="337"/>
                    <a:pt x="4935" y="337"/>
                  </a:cubicBezTo>
                  <a:cubicBezTo>
                    <a:pt x="4995" y="337"/>
                    <a:pt x="5054" y="352"/>
                    <a:pt x="5108" y="381"/>
                  </a:cubicBezTo>
                  <a:lnTo>
                    <a:pt x="9335" y="2822"/>
                  </a:lnTo>
                  <a:cubicBezTo>
                    <a:pt x="9346" y="2846"/>
                    <a:pt x="9358" y="2846"/>
                    <a:pt x="9370" y="2858"/>
                  </a:cubicBezTo>
                  <a:lnTo>
                    <a:pt x="4941" y="5382"/>
                  </a:lnTo>
                  <a:lnTo>
                    <a:pt x="4298" y="5013"/>
                  </a:lnTo>
                  <a:cubicBezTo>
                    <a:pt x="4276" y="4998"/>
                    <a:pt x="4250" y="4991"/>
                    <a:pt x="4223" y="4991"/>
                  </a:cubicBezTo>
                  <a:cubicBezTo>
                    <a:pt x="4165" y="4991"/>
                    <a:pt x="4105" y="5023"/>
                    <a:pt x="4072" y="5072"/>
                  </a:cubicBezTo>
                  <a:cubicBezTo>
                    <a:pt x="4036" y="5144"/>
                    <a:pt x="4060" y="5251"/>
                    <a:pt x="4132" y="5299"/>
                  </a:cubicBezTo>
                  <a:lnTo>
                    <a:pt x="4774" y="5668"/>
                  </a:lnTo>
                  <a:lnTo>
                    <a:pt x="4774" y="10823"/>
                  </a:lnTo>
                  <a:lnTo>
                    <a:pt x="488" y="8347"/>
                  </a:lnTo>
                  <a:cubicBezTo>
                    <a:pt x="381" y="8287"/>
                    <a:pt x="322" y="8180"/>
                    <a:pt x="322" y="8073"/>
                  </a:cubicBezTo>
                  <a:lnTo>
                    <a:pt x="322" y="7704"/>
                  </a:lnTo>
                  <a:cubicBezTo>
                    <a:pt x="322" y="7620"/>
                    <a:pt x="250" y="7537"/>
                    <a:pt x="167" y="7537"/>
                  </a:cubicBezTo>
                  <a:cubicBezTo>
                    <a:pt x="72" y="7537"/>
                    <a:pt x="0" y="7620"/>
                    <a:pt x="0" y="7704"/>
                  </a:cubicBezTo>
                  <a:lnTo>
                    <a:pt x="0" y="8073"/>
                  </a:lnTo>
                  <a:cubicBezTo>
                    <a:pt x="0" y="8323"/>
                    <a:pt x="119" y="8525"/>
                    <a:pt x="322" y="8644"/>
                  </a:cubicBezTo>
                  <a:lnTo>
                    <a:pt x="4870" y="11264"/>
                  </a:lnTo>
                  <a:cubicBezTo>
                    <a:pt x="4894" y="11276"/>
                    <a:pt x="4929" y="11299"/>
                    <a:pt x="4953" y="11299"/>
                  </a:cubicBezTo>
                  <a:cubicBezTo>
                    <a:pt x="4989" y="11299"/>
                    <a:pt x="5013" y="11276"/>
                    <a:pt x="5048" y="11264"/>
                  </a:cubicBezTo>
                  <a:lnTo>
                    <a:pt x="6715" y="10311"/>
                  </a:lnTo>
                  <a:cubicBezTo>
                    <a:pt x="6787" y="10263"/>
                    <a:pt x="6810" y="10168"/>
                    <a:pt x="6775" y="10073"/>
                  </a:cubicBezTo>
                  <a:cubicBezTo>
                    <a:pt x="6742" y="10024"/>
                    <a:pt x="6681" y="9992"/>
                    <a:pt x="6620" y="9992"/>
                  </a:cubicBezTo>
                  <a:cubicBezTo>
                    <a:pt x="6591" y="9992"/>
                    <a:pt x="6563" y="9999"/>
                    <a:pt x="6537" y="10013"/>
                  </a:cubicBezTo>
                  <a:lnTo>
                    <a:pt x="5120" y="10835"/>
                  </a:lnTo>
                  <a:lnTo>
                    <a:pt x="5120" y="5680"/>
                  </a:lnTo>
                  <a:lnTo>
                    <a:pt x="9549" y="3155"/>
                  </a:lnTo>
                  <a:lnTo>
                    <a:pt x="9549" y="3167"/>
                  </a:lnTo>
                  <a:lnTo>
                    <a:pt x="9549" y="3179"/>
                  </a:lnTo>
                  <a:lnTo>
                    <a:pt x="9549" y="3215"/>
                  </a:lnTo>
                  <a:lnTo>
                    <a:pt x="9549" y="8108"/>
                  </a:lnTo>
                  <a:cubicBezTo>
                    <a:pt x="9549" y="8228"/>
                    <a:pt x="9489" y="8335"/>
                    <a:pt x="9394" y="8382"/>
                  </a:cubicBezTo>
                  <a:lnTo>
                    <a:pt x="7096" y="9704"/>
                  </a:lnTo>
                  <a:cubicBezTo>
                    <a:pt x="7025" y="9752"/>
                    <a:pt x="6989" y="9847"/>
                    <a:pt x="7037" y="9942"/>
                  </a:cubicBezTo>
                  <a:cubicBezTo>
                    <a:pt x="7069" y="9991"/>
                    <a:pt x="7130" y="10023"/>
                    <a:pt x="7192" y="10023"/>
                  </a:cubicBezTo>
                  <a:cubicBezTo>
                    <a:pt x="7220" y="10023"/>
                    <a:pt x="7249" y="10017"/>
                    <a:pt x="7275" y="10002"/>
                  </a:cubicBezTo>
                  <a:lnTo>
                    <a:pt x="9573" y="8680"/>
                  </a:lnTo>
                  <a:cubicBezTo>
                    <a:pt x="9775" y="8561"/>
                    <a:pt x="9894" y="8347"/>
                    <a:pt x="9894" y="8108"/>
                  </a:cubicBezTo>
                  <a:lnTo>
                    <a:pt x="9894" y="3215"/>
                  </a:lnTo>
                  <a:cubicBezTo>
                    <a:pt x="9882" y="3060"/>
                    <a:pt x="9847" y="2929"/>
                    <a:pt x="9775" y="2810"/>
                  </a:cubicBezTo>
                  <a:cubicBezTo>
                    <a:pt x="9704" y="2691"/>
                    <a:pt x="9608" y="2608"/>
                    <a:pt x="9489" y="2524"/>
                  </a:cubicBezTo>
                  <a:lnTo>
                    <a:pt x="5263" y="84"/>
                  </a:lnTo>
                  <a:cubicBezTo>
                    <a:pt x="5167" y="24"/>
                    <a:pt x="504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66"/>
            <p:cNvSpPr/>
            <p:nvPr/>
          </p:nvSpPr>
          <p:spPr>
            <a:xfrm>
              <a:off x="4017435" y="1522302"/>
              <a:ext cx="121591" cy="207114"/>
            </a:xfrm>
            <a:custGeom>
              <a:avLst/>
              <a:gdLst/>
              <a:ahLst/>
              <a:cxnLst/>
              <a:rect l="l" t="t" r="r" b="b"/>
              <a:pathLst>
                <a:path w="3823" h="6512" extrusionOk="0">
                  <a:moveTo>
                    <a:pt x="3552" y="1"/>
                  </a:moveTo>
                  <a:cubicBezTo>
                    <a:pt x="3525" y="1"/>
                    <a:pt x="3499" y="8"/>
                    <a:pt x="3477" y="23"/>
                  </a:cubicBezTo>
                  <a:lnTo>
                    <a:pt x="429" y="1809"/>
                  </a:lnTo>
                  <a:cubicBezTo>
                    <a:pt x="298" y="1880"/>
                    <a:pt x="191" y="1987"/>
                    <a:pt x="119" y="2118"/>
                  </a:cubicBezTo>
                  <a:cubicBezTo>
                    <a:pt x="36" y="2261"/>
                    <a:pt x="0" y="2404"/>
                    <a:pt x="0" y="2559"/>
                  </a:cubicBezTo>
                  <a:lnTo>
                    <a:pt x="0" y="6345"/>
                  </a:lnTo>
                  <a:cubicBezTo>
                    <a:pt x="0" y="6440"/>
                    <a:pt x="72" y="6512"/>
                    <a:pt x="155" y="6512"/>
                  </a:cubicBezTo>
                  <a:cubicBezTo>
                    <a:pt x="250" y="6512"/>
                    <a:pt x="322" y="6440"/>
                    <a:pt x="322" y="6345"/>
                  </a:cubicBezTo>
                  <a:lnTo>
                    <a:pt x="322" y="2559"/>
                  </a:lnTo>
                  <a:lnTo>
                    <a:pt x="322" y="2511"/>
                  </a:lnTo>
                  <a:lnTo>
                    <a:pt x="322" y="2487"/>
                  </a:lnTo>
                  <a:lnTo>
                    <a:pt x="322" y="2451"/>
                  </a:lnTo>
                  <a:lnTo>
                    <a:pt x="3524" y="4273"/>
                  </a:lnTo>
                  <a:cubicBezTo>
                    <a:pt x="3550" y="4290"/>
                    <a:pt x="3580" y="4298"/>
                    <a:pt x="3610" y="4298"/>
                  </a:cubicBezTo>
                  <a:cubicBezTo>
                    <a:pt x="3664" y="4298"/>
                    <a:pt x="3720" y="4272"/>
                    <a:pt x="3751" y="4226"/>
                  </a:cubicBezTo>
                  <a:cubicBezTo>
                    <a:pt x="3822" y="4130"/>
                    <a:pt x="3810" y="4023"/>
                    <a:pt x="3715" y="3987"/>
                  </a:cubicBezTo>
                  <a:lnTo>
                    <a:pt x="512" y="2154"/>
                  </a:lnTo>
                  <a:cubicBezTo>
                    <a:pt x="548" y="2142"/>
                    <a:pt x="560" y="2106"/>
                    <a:pt x="595" y="2094"/>
                  </a:cubicBezTo>
                  <a:lnTo>
                    <a:pt x="3643" y="320"/>
                  </a:lnTo>
                  <a:cubicBezTo>
                    <a:pt x="3715" y="273"/>
                    <a:pt x="3751" y="177"/>
                    <a:pt x="3703" y="82"/>
                  </a:cubicBezTo>
                  <a:cubicBezTo>
                    <a:pt x="3670" y="33"/>
                    <a:pt x="3610" y="1"/>
                    <a:pt x="35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7" name="Google Shape;11767;p66"/>
          <p:cNvGrpSpPr/>
          <p:nvPr/>
        </p:nvGrpSpPr>
        <p:grpSpPr>
          <a:xfrm>
            <a:off x="3963652" y="1824309"/>
            <a:ext cx="374154" cy="284050"/>
            <a:chOff x="3963652" y="1999759"/>
            <a:chExt cx="374154" cy="284050"/>
          </a:xfrm>
        </p:grpSpPr>
        <p:sp>
          <p:nvSpPr>
            <p:cNvPr id="11768" name="Google Shape;11768;p66"/>
            <p:cNvSpPr/>
            <p:nvPr/>
          </p:nvSpPr>
          <p:spPr>
            <a:xfrm>
              <a:off x="4123441" y="2104652"/>
              <a:ext cx="214366" cy="179158"/>
            </a:xfrm>
            <a:custGeom>
              <a:avLst/>
              <a:gdLst/>
              <a:ahLst/>
              <a:cxnLst/>
              <a:rect l="l" t="t" r="r" b="b"/>
              <a:pathLst>
                <a:path w="6740" h="5633" extrusionOk="0">
                  <a:moveTo>
                    <a:pt x="6573" y="1"/>
                  </a:moveTo>
                  <a:cubicBezTo>
                    <a:pt x="6490" y="1"/>
                    <a:pt x="6395" y="84"/>
                    <a:pt x="6395" y="179"/>
                  </a:cubicBezTo>
                  <a:lnTo>
                    <a:pt x="6395" y="5275"/>
                  </a:lnTo>
                  <a:lnTo>
                    <a:pt x="180" y="5275"/>
                  </a:lnTo>
                  <a:cubicBezTo>
                    <a:pt x="84" y="5275"/>
                    <a:pt x="1" y="5346"/>
                    <a:pt x="1" y="5454"/>
                  </a:cubicBezTo>
                  <a:cubicBezTo>
                    <a:pt x="1" y="5549"/>
                    <a:pt x="72" y="5632"/>
                    <a:pt x="180" y="5632"/>
                  </a:cubicBezTo>
                  <a:lnTo>
                    <a:pt x="6561" y="5632"/>
                  </a:lnTo>
                  <a:cubicBezTo>
                    <a:pt x="6645" y="5632"/>
                    <a:pt x="6740" y="5549"/>
                    <a:pt x="6740" y="5454"/>
                  </a:cubicBezTo>
                  <a:lnTo>
                    <a:pt x="6740" y="179"/>
                  </a:lnTo>
                  <a:cubicBezTo>
                    <a:pt x="6740" y="84"/>
                    <a:pt x="6668" y="1"/>
                    <a:pt x="6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66"/>
            <p:cNvSpPr/>
            <p:nvPr/>
          </p:nvSpPr>
          <p:spPr>
            <a:xfrm>
              <a:off x="3963652" y="1999759"/>
              <a:ext cx="374154" cy="283669"/>
            </a:xfrm>
            <a:custGeom>
              <a:avLst/>
              <a:gdLst/>
              <a:ahLst/>
              <a:cxnLst/>
              <a:rect l="l" t="t" r="r" b="b"/>
              <a:pathLst>
                <a:path w="11764" h="8919" extrusionOk="0">
                  <a:moveTo>
                    <a:pt x="1036" y="1"/>
                  </a:moveTo>
                  <a:cubicBezTo>
                    <a:pt x="465" y="1"/>
                    <a:pt x="0" y="465"/>
                    <a:pt x="0" y="1024"/>
                  </a:cubicBezTo>
                  <a:lnTo>
                    <a:pt x="0" y="7847"/>
                  </a:lnTo>
                  <a:cubicBezTo>
                    <a:pt x="0" y="8418"/>
                    <a:pt x="477" y="8918"/>
                    <a:pt x="1072" y="8918"/>
                  </a:cubicBezTo>
                  <a:lnTo>
                    <a:pt x="4513" y="8918"/>
                  </a:lnTo>
                  <a:cubicBezTo>
                    <a:pt x="4608" y="8918"/>
                    <a:pt x="4692" y="8835"/>
                    <a:pt x="4692" y="8740"/>
                  </a:cubicBezTo>
                  <a:cubicBezTo>
                    <a:pt x="4692" y="8644"/>
                    <a:pt x="4620" y="8561"/>
                    <a:pt x="4513" y="8561"/>
                  </a:cubicBezTo>
                  <a:lnTo>
                    <a:pt x="1072" y="8561"/>
                  </a:lnTo>
                  <a:cubicBezTo>
                    <a:pt x="679" y="8561"/>
                    <a:pt x="358" y="8228"/>
                    <a:pt x="358" y="7847"/>
                  </a:cubicBezTo>
                  <a:lnTo>
                    <a:pt x="358" y="7799"/>
                  </a:lnTo>
                  <a:lnTo>
                    <a:pt x="358" y="7763"/>
                  </a:lnTo>
                  <a:cubicBezTo>
                    <a:pt x="405" y="7430"/>
                    <a:pt x="691" y="7168"/>
                    <a:pt x="1036" y="7168"/>
                  </a:cubicBezTo>
                  <a:lnTo>
                    <a:pt x="1358" y="7168"/>
                  </a:lnTo>
                  <a:cubicBezTo>
                    <a:pt x="1453" y="7168"/>
                    <a:pt x="1536" y="7097"/>
                    <a:pt x="1536" y="6990"/>
                  </a:cubicBezTo>
                  <a:cubicBezTo>
                    <a:pt x="1536" y="6906"/>
                    <a:pt x="1465" y="6811"/>
                    <a:pt x="1358" y="6811"/>
                  </a:cubicBezTo>
                  <a:cubicBezTo>
                    <a:pt x="1335" y="6814"/>
                    <a:pt x="1309" y="6815"/>
                    <a:pt x="1278" y="6815"/>
                  </a:cubicBezTo>
                  <a:cubicBezTo>
                    <a:pt x="1232" y="6815"/>
                    <a:pt x="1177" y="6813"/>
                    <a:pt x="1116" y="6813"/>
                  </a:cubicBezTo>
                  <a:cubicBezTo>
                    <a:pt x="905" y="6813"/>
                    <a:pt x="620" y="6839"/>
                    <a:pt x="346" y="7073"/>
                  </a:cubicBezTo>
                  <a:lnTo>
                    <a:pt x="346" y="1013"/>
                  </a:lnTo>
                  <a:cubicBezTo>
                    <a:pt x="346" y="643"/>
                    <a:pt x="655" y="322"/>
                    <a:pt x="1036" y="322"/>
                  </a:cubicBezTo>
                  <a:lnTo>
                    <a:pt x="2465" y="322"/>
                  </a:lnTo>
                  <a:lnTo>
                    <a:pt x="2465" y="6811"/>
                  </a:lnTo>
                  <a:lnTo>
                    <a:pt x="2048" y="6811"/>
                  </a:lnTo>
                  <a:cubicBezTo>
                    <a:pt x="1953" y="6811"/>
                    <a:pt x="1870" y="6894"/>
                    <a:pt x="1870" y="6990"/>
                  </a:cubicBezTo>
                  <a:cubicBezTo>
                    <a:pt x="1870" y="7085"/>
                    <a:pt x="1941" y="7168"/>
                    <a:pt x="2048" y="7168"/>
                  </a:cubicBezTo>
                  <a:lnTo>
                    <a:pt x="2620" y="7168"/>
                  </a:lnTo>
                  <a:cubicBezTo>
                    <a:pt x="2715" y="7168"/>
                    <a:pt x="2798" y="7097"/>
                    <a:pt x="2798" y="6990"/>
                  </a:cubicBezTo>
                  <a:lnTo>
                    <a:pt x="2798" y="1191"/>
                  </a:lnTo>
                  <a:lnTo>
                    <a:pt x="11407" y="1191"/>
                  </a:lnTo>
                  <a:lnTo>
                    <a:pt x="11407" y="2763"/>
                  </a:lnTo>
                  <a:cubicBezTo>
                    <a:pt x="11407" y="2858"/>
                    <a:pt x="11478" y="2941"/>
                    <a:pt x="11585" y="2941"/>
                  </a:cubicBezTo>
                  <a:cubicBezTo>
                    <a:pt x="11669" y="2941"/>
                    <a:pt x="11764" y="2870"/>
                    <a:pt x="11764" y="2763"/>
                  </a:cubicBezTo>
                  <a:lnTo>
                    <a:pt x="11764" y="1024"/>
                  </a:lnTo>
                  <a:cubicBezTo>
                    <a:pt x="11764" y="941"/>
                    <a:pt x="11692" y="858"/>
                    <a:pt x="11597" y="858"/>
                  </a:cubicBezTo>
                  <a:lnTo>
                    <a:pt x="2822" y="858"/>
                  </a:lnTo>
                  <a:lnTo>
                    <a:pt x="2822" y="179"/>
                  </a:lnTo>
                  <a:cubicBezTo>
                    <a:pt x="2822" y="84"/>
                    <a:pt x="2739" y="1"/>
                    <a:pt x="2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66"/>
            <p:cNvSpPr/>
            <p:nvPr/>
          </p:nvSpPr>
          <p:spPr>
            <a:xfrm>
              <a:off x="4069309" y="2061874"/>
              <a:ext cx="234435" cy="182911"/>
            </a:xfrm>
            <a:custGeom>
              <a:avLst/>
              <a:gdLst/>
              <a:ahLst/>
              <a:cxnLst/>
              <a:rect l="l" t="t" r="r" b="b"/>
              <a:pathLst>
                <a:path w="7371" h="5751" extrusionOk="0">
                  <a:moveTo>
                    <a:pt x="5477" y="357"/>
                  </a:moveTo>
                  <a:lnTo>
                    <a:pt x="5477" y="1631"/>
                  </a:lnTo>
                  <a:lnTo>
                    <a:pt x="3013" y="1631"/>
                  </a:lnTo>
                  <a:lnTo>
                    <a:pt x="3013" y="357"/>
                  </a:lnTo>
                  <a:close/>
                  <a:moveTo>
                    <a:pt x="2667" y="3036"/>
                  </a:moveTo>
                  <a:lnTo>
                    <a:pt x="2667" y="5394"/>
                  </a:lnTo>
                  <a:lnTo>
                    <a:pt x="1643" y="5394"/>
                  </a:lnTo>
                  <a:cubicBezTo>
                    <a:pt x="929" y="5394"/>
                    <a:pt x="358" y="4822"/>
                    <a:pt x="358" y="4120"/>
                  </a:cubicBezTo>
                  <a:lnTo>
                    <a:pt x="358" y="3036"/>
                  </a:lnTo>
                  <a:close/>
                  <a:moveTo>
                    <a:pt x="7013" y="334"/>
                  </a:moveTo>
                  <a:lnTo>
                    <a:pt x="7013" y="5394"/>
                  </a:lnTo>
                  <a:lnTo>
                    <a:pt x="3013" y="5394"/>
                  </a:lnTo>
                  <a:lnTo>
                    <a:pt x="3013" y="1977"/>
                  </a:lnTo>
                  <a:lnTo>
                    <a:pt x="5656" y="1977"/>
                  </a:lnTo>
                  <a:cubicBezTo>
                    <a:pt x="5751" y="1977"/>
                    <a:pt x="5834" y="1905"/>
                    <a:pt x="5834" y="1798"/>
                  </a:cubicBezTo>
                  <a:lnTo>
                    <a:pt x="5834" y="334"/>
                  </a:lnTo>
                  <a:close/>
                  <a:moveTo>
                    <a:pt x="179" y="0"/>
                  </a:moveTo>
                  <a:cubicBezTo>
                    <a:pt x="96" y="0"/>
                    <a:pt x="0" y="72"/>
                    <a:pt x="0" y="179"/>
                  </a:cubicBezTo>
                  <a:lnTo>
                    <a:pt x="0" y="4120"/>
                  </a:lnTo>
                  <a:cubicBezTo>
                    <a:pt x="0" y="5025"/>
                    <a:pt x="727" y="5751"/>
                    <a:pt x="1643" y="5751"/>
                  </a:cubicBezTo>
                  <a:lnTo>
                    <a:pt x="7192" y="5751"/>
                  </a:lnTo>
                  <a:cubicBezTo>
                    <a:pt x="7275" y="5751"/>
                    <a:pt x="7370" y="5679"/>
                    <a:pt x="7370" y="5572"/>
                  </a:cubicBezTo>
                  <a:lnTo>
                    <a:pt x="7370" y="179"/>
                  </a:lnTo>
                  <a:cubicBezTo>
                    <a:pt x="7358" y="72"/>
                    <a:pt x="7275" y="0"/>
                    <a:pt x="7192" y="0"/>
                  </a:cubicBezTo>
                  <a:lnTo>
                    <a:pt x="2024" y="0"/>
                  </a:lnTo>
                  <a:cubicBezTo>
                    <a:pt x="1941" y="0"/>
                    <a:pt x="1846" y="72"/>
                    <a:pt x="1846" y="179"/>
                  </a:cubicBezTo>
                  <a:cubicBezTo>
                    <a:pt x="1846" y="262"/>
                    <a:pt x="1917" y="357"/>
                    <a:pt x="2024" y="357"/>
                  </a:cubicBezTo>
                  <a:lnTo>
                    <a:pt x="2667" y="357"/>
                  </a:lnTo>
                  <a:lnTo>
                    <a:pt x="2667" y="2691"/>
                  </a:lnTo>
                  <a:lnTo>
                    <a:pt x="358" y="2691"/>
                  </a:lnTo>
                  <a:lnTo>
                    <a:pt x="358" y="357"/>
                  </a:lnTo>
                  <a:lnTo>
                    <a:pt x="1322" y="357"/>
                  </a:lnTo>
                  <a:cubicBezTo>
                    <a:pt x="1417" y="357"/>
                    <a:pt x="1501" y="274"/>
                    <a:pt x="1501" y="179"/>
                  </a:cubicBezTo>
                  <a:cubicBezTo>
                    <a:pt x="1501" y="84"/>
                    <a:pt x="1429" y="0"/>
                    <a:pt x="1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1" name="Google Shape;11771;p66"/>
          <p:cNvGrpSpPr/>
          <p:nvPr/>
        </p:nvGrpSpPr>
        <p:grpSpPr>
          <a:xfrm>
            <a:off x="1777536" y="1839416"/>
            <a:ext cx="376444" cy="253772"/>
            <a:chOff x="1777536" y="2014866"/>
            <a:chExt cx="376444" cy="253772"/>
          </a:xfrm>
        </p:grpSpPr>
        <p:sp>
          <p:nvSpPr>
            <p:cNvPr id="11772" name="Google Shape;11772;p66"/>
            <p:cNvSpPr/>
            <p:nvPr/>
          </p:nvSpPr>
          <p:spPr>
            <a:xfrm>
              <a:off x="1777536" y="2178503"/>
              <a:ext cx="376444" cy="90135"/>
            </a:xfrm>
            <a:custGeom>
              <a:avLst/>
              <a:gdLst/>
              <a:ahLst/>
              <a:cxnLst/>
              <a:rect l="l" t="t" r="r" b="b"/>
              <a:pathLst>
                <a:path w="11836" h="2834" extrusionOk="0">
                  <a:moveTo>
                    <a:pt x="11431" y="357"/>
                  </a:moveTo>
                  <a:lnTo>
                    <a:pt x="11431" y="2489"/>
                  </a:lnTo>
                  <a:lnTo>
                    <a:pt x="10966" y="2489"/>
                  </a:lnTo>
                  <a:lnTo>
                    <a:pt x="10966" y="357"/>
                  </a:lnTo>
                  <a:close/>
                  <a:moveTo>
                    <a:pt x="10966" y="0"/>
                  </a:moveTo>
                  <a:cubicBezTo>
                    <a:pt x="10764" y="0"/>
                    <a:pt x="10621" y="167"/>
                    <a:pt x="10621" y="346"/>
                  </a:cubicBezTo>
                  <a:lnTo>
                    <a:pt x="10621" y="738"/>
                  </a:lnTo>
                  <a:lnTo>
                    <a:pt x="5525" y="738"/>
                  </a:lnTo>
                  <a:lnTo>
                    <a:pt x="5525" y="631"/>
                  </a:lnTo>
                  <a:cubicBezTo>
                    <a:pt x="5525" y="536"/>
                    <a:pt x="5454" y="453"/>
                    <a:pt x="5359" y="453"/>
                  </a:cubicBezTo>
                  <a:cubicBezTo>
                    <a:pt x="5251" y="453"/>
                    <a:pt x="5180" y="524"/>
                    <a:pt x="5180" y="631"/>
                  </a:cubicBezTo>
                  <a:lnTo>
                    <a:pt x="5180" y="738"/>
                  </a:lnTo>
                  <a:lnTo>
                    <a:pt x="5180" y="2227"/>
                  </a:lnTo>
                  <a:cubicBezTo>
                    <a:pt x="5180" y="2370"/>
                    <a:pt x="5061" y="2489"/>
                    <a:pt x="4906" y="2489"/>
                  </a:cubicBezTo>
                  <a:lnTo>
                    <a:pt x="620" y="2489"/>
                  </a:lnTo>
                  <a:cubicBezTo>
                    <a:pt x="465" y="2489"/>
                    <a:pt x="346" y="2370"/>
                    <a:pt x="346" y="2227"/>
                  </a:cubicBezTo>
                  <a:lnTo>
                    <a:pt x="346" y="1370"/>
                  </a:lnTo>
                  <a:cubicBezTo>
                    <a:pt x="346" y="1286"/>
                    <a:pt x="275" y="1191"/>
                    <a:pt x="167" y="1191"/>
                  </a:cubicBezTo>
                  <a:cubicBezTo>
                    <a:pt x="84" y="1191"/>
                    <a:pt x="1" y="1274"/>
                    <a:pt x="1" y="1370"/>
                  </a:cubicBezTo>
                  <a:lnTo>
                    <a:pt x="1" y="2227"/>
                  </a:lnTo>
                  <a:cubicBezTo>
                    <a:pt x="1" y="2560"/>
                    <a:pt x="275" y="2834"/>
                    <a:pt x="608" y="2834"/>
                  </a:cubicBezTo>
                  <a:lnTo>
                    <a:pt x="6144" y="2834"/>
                  </a:lnTo>
                  <a:cubicBezTo>
                    <a:pt x="6228" y="2834"/>
                    <a:pt x="6323" y="2763"/>
                    <a:pt x="6323" y="2655"/>
                  </a:cubicBezTo>
                  <a:cubicBezTo>
                    <a:pt x="6323" y="2548"/>
                    <a:pt x="6251" y="2477"/>
                    <a:pt x="6144" y="2477"/>
                  </a:cubicBezTo>
                  <a:lnTo>
                    <a:pt x="5454" y="2477"/>
                  </a:lnTo>
                  <a:cubicBezTo>
                    <a:pt x="5561" y="2251"/>
                    <a:pt x="5501" y="2143"/>
                    <a:pt x="5513" y="1072"/>
                  </a:cubicBezTo>
                  <a:lnTo>
                    <a:pt x="5728" y="1072"/>
                  </a:lnTo>
                  <a:lnTo>
                    <a:pt x="5728" y="1465"/>
                  </a:lnTo>
                  <a:cubicBezTo>
                    <a:pt x="5728" y="1548"/>
                    <a:pt x="5799" y="1643"/>
                    <a:pt x="5906" y="1643"/>
                  </a:cubicBezTo>
                  <a:cubicBezTo>
                    <a:pt x="6001" y="1643"/>
                    <a:pt x="6085" y="1572"/>
                    <a:pt x="6085" y="1465"/>
                  </a:cubicBezTo>
                  <a:lnTo>
                    <a:pt x="6085" y="1072"/>
                  </a:lnTo>
                  <a:lnTo>
                    <a:pt x="6275" y="1072"/>
                  </a:lnTo>
                  <a:lnTo>
                    <a:pt x="6275" y="1941"/>
                  </a:lnTo>
                  <a:cubicBezTo>
                    <a:pt x="6275" y="2024"/>
                    <a:pt x="6347" y="2120"/>
                    <a:pt x="6454" y="2120"/>
                  </a:cubicBezTo>
                  <a:cubicBezTo>
                    <a:pt x="6561" y="2120"/>
                    <a:pt x="6632" y="2048"/>
                    <a:pt x="6632" y="1941"/>
                  </a:cubicBezTo>
                  <a:lnTo>
                    <a:pt x="6632" y="1072"/>
                  </a:lnTo>
                  <a:lnTo>
                    <a:pt x="6823" y="1072"/>
                  </a:lnTo>
                  <a:lnTo>
                    <a:pt x="6823" y="1465"/>
                  </a:lnTo>
                  <a:cubicBezTo>
                    <a:pt x="6823" y="1548"/>
                    <a:pt x="6894" y="1643"/>
                    <a:pt x="7002" y="1643"/>
                  </a:cubicBezTo>
                  <a:cubicBezTo>
                    <a:pt x="7109" y="1643"/>
                    <a:pt x="7180" y="1572"/>
                    <a:pt x="7180" y="1465"/>
                  </a:cubicBezTo>
                  <a:lnTo>
                    <a:pt x="7180" y="1072"/>
                  </a:lnTo>
                  <a:lnTo>
                    <a:pt x="7371" y="1072"/>
                  </a:lnTo>
                  <a:lnTo>
                    <a:pt x="7371" y="1465"/>
                  </a:lnTo>
                  <a:cubicBezTo>
                    <a:pt x="7371" y="1548"/>
                    <a:pt x="7454" y="1643"/>
                    <a:pt x="7549" y="1643"/>
                  </a:cubicBezTo>
                  <a:cubicBezTo>
                    <a:pt x="7656" y="1643"/>
                    <a:pt x="7728" y="1572"/>
                    <a:pt x="7728" y="1465"/>
                  </a:cubicBezTo>
                  <a:lnTo>
                    <a:pt x="7728" y="1072"/>
                  </a:lnTo>
                  <a:lnTo>
                    <a:pt x="7930" y="1072"/>
                  </a:lnTo>
                  <a:lnTo>
                    <a:pt x="7930" y="1465"/>
                  </a:lnTo>
                  <a:cubicBezTo>
                    <a:pt x="7930" y="1548"/>
                    <a:pt x="8002" y="1643"/>
                    <a:pt x="8109" y="1643"/>
                  </a:cubicBezTo>
                  <a:cubicBezTo>
                    <a:pt x="8192" y="1643"/>
                    <a:pt x="8287" y="1572"/>
                    <a:pt x="8287" y="1465"/>
                  </a:cubicBezTo>
                  <a:lnTo>
                    <a:pt x="8287" y="1072"/>
                  </a:lnTo>
                  <a:lnTo>
                    <a:pt x="8478" y="1072"/>
                  </a:lnTo>
                  <a:lnTo>
                    <a:pt x="8478" y="1941"/>
                  </a:lnTo>
                  <a:cubicBezTo>
                    <a:pt x="8478" y="2024"/>
                    <a:pt x="8549" y="2120"/>
                    <a:pt x="8657" y="2120"/>
                  </a:cubicBezTo>
                  <a:cubicBezTo>
                    <a:pt x="8764" y="2120"/>
                    <a:pt x="8835" y="2048"/>
                    <a:pt x="8835" y="1941"/>
                  </a:cubicBezTo>
                  <a:lnTo>
                    <a:pt x="8835" y="1072"/>
                  </a:lnTo>
                  <a:lnTo>
                    <a:pt x="9026" y="1072"/>
                  </a:lnTo>
                  <a:lnTo>
                    <a:pt x="9026" y="1465"/>
                  </a:lnTo>
                  <a:cubicBezTo>
                    <a:pt x="9026" y="1548"/>
                    <a:pt x="9097" y="1643"/>
                    <a:pt x="9204" y="1643"/>
                  </a:cubicBezTo>
                  <a:cubicBezTo>
                    <a:pt x="9311" y="1643"/>
                    <a:pt x="9383" y="1572"/>
                    <a:pt x="9383" y="1465"/>
                  </a:cubicBezTo>
                  <a:lnTo>
                    <a:pt x="9383" y="1072"/>
                  </a:lnTo>
                  <a:lnTo>
                    <a:pt x="9573" y="1072"/>
                  </a:lnTo>
                  <a:lnTo>
                    <a:pt x="9573" y="1465"/>
                  </a:lnTo>
                  <a:cubicBezTo>
                    <a:pt x="9573" y="1548"/>
                    <a:pt x="9657" y="1643"/>
                    <a:pt x="9752" y="1643"/>
                  </a:cubicBezTo>
                  <a:cubicBezTo>
                    <a:pt x="9859" y="1643"/>
                    <a:pt x="9931" y="1572"/>
                    <a:pt x="9931" y="1465"/>
                  </a:cubicBezTo>
                  <a:lnTo>
                    <a:pt x="9931" y="1072"/>
                  </a:lnTo>
                  <a:lnTo>
                    <a:pt x="10133" y="1072"/>
                  </a:lnTo>
                  <a:lnTo>
                    <a:pt x="10133" y="1465"/>
                  </a:lnTo>
                  <a:cubicBezTo>
                    <a:pt x="10133" y="1548"/>
                    <a:pt x="10204" y="1643"/>
                    <a:pt x="10312" y="1643"/>
                  </a:cubicBezTo>
                  <a:cubicBezTo>
                    <a:pt x="10407" y="1643"/>
                    <a:pt x="10490" y="1572"/>
                    <a:pt x="10490" y="1465"/>
                  </a:cubicBezTo>
                  <a:lnTo>
                    <a:pt x="10490" y="1072"/>
                  </a:lnTo>
                  <a:lnTo>
                    <a:pt x="10693" y="1072"/>
                  </a:lnTo>
                  <a:lnTo>
                    <a:pt x="10693" y="2477"/>
                  </a:lnTo>
                  <a:lnTo>
                    <a:pt x="6930" y="2477"/>
                  </a:lnTo>
                  <a:cubicBezTo>
                    <a:pt x="6835" y="2477"/>
                    <a:pt x="6752" y="2548"/>
                    <a:pt x="6752" y="2655"/>
                  </a:cubicBezTo>
                  <a:cubicBezTo>
                    <a:pt x="6752" y="2763"/>
                    <a:pt x="6823" y="2834"/>
                    <a:pt x="6930" y="2834"/>
                  </a:cubicBezTo>
                  <a:lnTo>
                    <a:pt x="11502" y="2834"/>
                  </a:lnTo>
                  <a:cubicBezTo>
                    <a:pt x="11693" y="2834"/>
                    <a:pt x="11836" y="2667"/>
                    <a:pt x="11836" y="2489"/>
                  </a:cubicBezTo>
                  <a:lnTo>
                    <a:pt x="11836" y="357"/>
                  </a:lnTo>
                  <a:cubicBezTo>
                    <a:pt x="11764" y="155"/>
                    <a:pt x="11621" y="0"/>
                    <a:pt x="114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66"/>
            <p:cNvSpPr/>
            <p:nvPr/>
          </p:nvSpPr>
          <p:spPr>
            <a:xfrm>
              <a:off x="1859338" y="2014866"/>
              <a:ext cx="107565" cy="167072"/>
            </a:xfrm>
            <a:custGeom>
              <a:avLst/>
              <a:gdLst/>
              <a:ahLst/>
              <a:cxnLst/>
              <a:rect l="l" t="t" r="r" b="b"/>
              <a:pathLst>
                <a:path w="3382" h="5253" extrusionOk="0">
                  <a:moveTo>
                    <a:pt x="1434" y="0"/>
                  </a:moveTo>
                  <a:cubicBezTo>
                    <a:pt x="1356" y="0"/>
                    <a:pt x="1274" y="67"/>
                    <a:pt x="1263" y="145"/>
                  </a:cubicBezTo>
                  <a:cubicBezTo>
                    <a:pt x="1251" y="240"/>
                    <a:pt x="1322" y="323"/>
                    <a:pt x="1417" y="347"/>
                  </a:cubicBezTo>
                  <a:cubicBezTo>
                    <a:pt x="1453" y="347"/>
                    <a:pt x="1501" y="359"/>
                    <a:pt x="1536" y="371"/>
                  </a:cubicBezTo>
                  <a:cubicBezTo>
                    <a:pt x="2465" y="728"/>
                    <a:pt x="2917" y="1454"/>
                    <a:pt x="2917" y="1776"/>
                  </a:cubicBezTo>
                  <a:cubicBezTo>
                    <a:pt x="2917" y="1931"/>
                    <a:pt x="2822" y="2097"/>
                    <a:pt x="2691" y="2193"/>
                  </a:cubicBezTo>
                  <a:cubicBezTo>
                    <a:pt x="2346" y="1454"/>
                    <a:pt x="1691" y="895"/>
                    <a:pt x="905" y="680"/>
                  </a:cubicBezTo>
                  <a:cubicBezTo>
                    <a:pt x="917" y="645"/>
                    <a:pt x="941" y="597"/>
                    <a:pt x="965" y="561"/>
                  </a:cubicBezTo>
                  <a:cubicBezTo>
                    <a:pt x="1024" y="490"/>
                    <a:pt x="1012" y="371"/>
                    <a:pt x="917" y="323"/>
                  </a:cubicBezTo>
                  <a:cubicBezTo>
                    <a:pt x="888" y="299"/>
                    <a:pt x="852" y="287"/>
                    <a:pt x="815" y="287"/>
                  </a:cubicBezTo>
                  <a:cubicBezTo>
                    <a:pt x="761" y="287"/>
                    <a:pt x="708" y="314"/>
                    <a:pt x="679" y="371"/>
                  </a:cubicBezTo>
                  <a:cubicBezTo>
                    <a:pt x="620" y="442"/>
                    <a:pt x="572" y="538"/>
                    <a:pt x="560" y="621"/>
                  </a:cubicBezTo>
                  <a:cubicBezTo>
                    <a:pt x="370" y="597"/>
                    <a:pt x="179" y="597"/>
                    <a:pt x="179" y="597"/>
                  </a:cubicBezTo>
                  <a:cubicBezTo>
                    <a:pt x="84" y="597"/>
                    <a:pt x="0" y="669"/>
                    <a:pt x="0" y="776"/>
                  </a:cubicBezTo>
                  <a:cubicBezTo>
                    <a:pt x="0" y="859"/>
                    <a:pt x="72" y="954"/>
                    <a:pt x="179" y="954"/>
                  </a:cubicBezTo>
                  <a:cubicBezTo>
                    <a:pt x="179" y="954"/>
                    <a:pt x="322" y="954"/>
                    <a:pt x="536" y="978"/>
                  </a:cubicBezTo>
                  <a:cubicBezTo>
                    <a:pt x="1691" y="1145"/>
                    <a:pt x="2596" y="2157"/>
                    <a:pt x="2596" y="3359"/>
                  </a:cubicBezTo>
                  <a:lnTo>
                    <a:pt x="2596" y="5074"/>
                  </a:lnTo>
                  <a:cubicBezTo>
                    <a:pt x="2596" y="5169"/>
                    <a:pt x="2679" y="5252"/>
                    <a:pt x="2775" y="5252"/>
                  </a:cubicBezTo>
                  <a:cubicBezTo>
                    <a:pt x="2882" y="5252"/>
                    <a:pt x="2953" y="5181"/>
                    <a:pt x="2953" y="5074"/>
                  </a:cubicBezTo>
                  <a:cubicBezTo>
                    <a:pt x="2929" y="3514"/>
                    <a:pt x="3037" y="3145"/>
                    <a:pt x="2822" y="2502"/>
                  </a:cubicBezTo>
                  <a:cubicBezTo>
                    <a:pt x="3203" y="2312"/>
                    <a:pt x="3382" y="1847"/>
                    <a:pt x="3203" y="1442"/>
                  </a:cubicBezTo>
                  <a:cubicBezTo>
                    <a:pt x="2941" y="835"/>
                    <a:pt x="2394" y="323"/>
                    <a:pt x="1667" y="49"/>
                  </a:cubicBezTo>
                  <a:cubicBezTo>
                    <a:pt x="1596" y="14"/>
                    <a:pt x="1513" y="2"/>
                    <a:pt x="1453" y="2"/>
                  </a:cubicBezTo>
                  <a:cubicBezTo>
                    <a:pt x="1447" y="1"/>
                    <a:pt x="1441" y="0"/>
                    <a:pt x="14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66"/>
            <p:cNvSpPr/>
            <p:nvPr/>
          </p:nvSpPr>
          <p:spPr>
            <a:xfrm>
              <a:off x="1777536" y="2036335"/>
              <a:ext cx="71243" cy="169457"/>
            </a:xfrm>
            <a:custGeom>
              <a:avLst/>
              <a:gdLst/>
              <a:ahLst/>
              <a:cxnLst/>
              <a:rect l="l" t="t" r="r" b="b"/>
              <a:pathLst>
                <a:path w="2240" h="5328" extrusionOk="0">
                  <a:moveTo>
                    <a:pt x="2048" y="0"/>
                  </a:moveTo>
                  <a:cubicBezTo>
                    <a:pt x="2033" y="0"/>
                    <a:pt x="2017" y="2"/>
                    <a:pt x="2001" y="5"/>
                  </a:cubicBezTo>
                  <a:cubicBezTo>
                    <a:pt x="834" y="351"/>
                    <a:pt x="1" y="1434"/>
                    <a:pt x="1" y="2661"/>
                  </a:cubicBezTo>
                  <a:lnTo>
                    <a:pt x="1" y="5149"/>
                  </a:lnTo>
                  <a:cubicBezTo>
                    <a:pt x="1" y="5232"/>
                    <a:pt x="72" y="5328"/>
                    <a:pt x="179" y="5328"/>
                  </a:cubicBezTo>
                  <a:cubicBezTo>
                    <a:pt x="263" y="5328"/>
                    <a:pt x="358" y="5244"/>
                    <a:pt x="358" y="5149"/>
                  </a:cubicBezTo>
                  <a:lnTo>
                    <a:pt x="358" y="2661"/>
                  </a:lnTo>
                  <a:cubicBezTo>
                    <a:pt x="358" y="1589"/>
                    <a:pt x="1072" y="636"/>
                    <a:pt x="2108" y="339"/>
                  </a:cubicBezTo>
                  <a:cubicBezTo>
                    <a:pt x="2203" y="303"/>
                    <a:pt x="2239" y="220"/>
                    <a:pt x="2227" y="125"/>
                  </a:cubicBezTo>
                  <a:cubicBezTo>
                    <a:pt x="2207" y="54"/>
                    <a:pt x="213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66"/>
            <p:cNvSpPr/>
            <p:nvPr/>
          </p:nvSpPr>
          <p:spPr>
            <a:xfrm>
              <a:off x="1817197" y="2078794"/>
              <a:ext cx="85714" cy="54291"/>
            </a:xfrm>
            <a:custGeom>
              <a:avLst/>
              <a:gdLst/>
              <a:ahLst/>
              <a:cxnLst/>
              <a:rect l="l" t="t" r="r" b="b"/>
              <a:pathLst>
                <a:path w="2695" h="1707" extrusionOk="0">
                  <a:moveTo>
                    <a:pt x="1528" y="0"/>
                  </a:moveTo>
                  <a:cubicBezTo>
                    <a:pt x="754" y="0"/>
                    <a:pt x="1" y="618"/>
                    <a:pt x="63" y="1552"/>
                  </a:cubicBezTo>
                  <a:cubicBezTo>
                    <a:pt x="63" y="1635"/>
                    <a:pt x="147" y="1707"/>
                    <a:pt x="242" y="1707"/>
                  </a:cubicBezTo>
                  <a:cubicBezTo>
                    <a:pt x="325" y="1707"/>
                    <a:pt x="397" y="1623"/>
                    <a:pt x="397" y="1528"/>
                  </a:cubicBezTo>
                  <a:cubicBezTo>
                    <a:pt x="350" y="837"/>
                    <a:pt x="918" y="369"/>
                    <a:pt x="1506" y="369"/>
                  </a:cubicBezTo>
                  <a:cubicBezTo>
                    <a:pt x="1810" y="369"/>
                    <a:pt x="2118" y="494"/>
                    <a:pt x="2349" y="778"/>
                  </a:cubicBezTo>
                  <a:cubicBezTo>
                    <a:pt x="2383" y="818"/>
                    <a:pt x="2432" y="840"/>
                    <a:pt x="2484" y="840"/>
                  </a:cubicBezTo>
                  <a:cubicBezTo>
                    <a:pt x="2523" y="840"/>
                    <a:pt x="2563" y="827"/>
                    <a:pt x="2599" y="802"/>
                  </a:cubicBezTo>
                  <a:cubicBezTo>
                    <a:pt x="2695" y="718"/>
                    <a:pt x="2695" y="599"/>
                    <a:pt x="2635" y="540"/>
                  </a:cubicBezTo>
                  <a:cubicBezTo>
                    <a:pt x="2335" y="166"/>
                    <a:pt x="1929" y="0"/>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66"/>
            <p:cNvSpPr/>
            <p:nvPr/>
          </p:nvSpPr>
          <p:spPr>
            <a:xfrm>
              <a:off x="1826007" y="2113716"/>
              <a:ext cx="88641" cy="56867"/>
            </a:xfrm>
            <a:custGeom>
              <a:avLst/>
              <a:gdLst/>
              <a:ahLst/>
              <a:cxnLst/>
              <a:rect l="l" t="t" r="r" b="b"/>
              <a:pathLst>
                <a:path w="2787" h="1788" extrusionOk="0">
                  <a:moveTo>
                    <a:pt x="2496" y="0"/>
                  </a:moveTo>
                  <a:cubicBezTo>
                    <a:pt x="2489" y="0"/>
                    <a:pt x="2483" y="0"/>
                    <a:pt x="2477" y="1"/>
                  </a:cubicBezTo>
                  <a:cubicBezTo>
                    <a:pt x="2382" y="13"/>
                    <a:pt x="2311" y="108"/>
                    <a:pt x="2322" y="192"/>
                  </a:cubicBezTo>
                  <a:cubicBezTo>
                    <a:pt x="2418" y="870"/>
                    <a:pt x="1894" y="1442"/>
                    <a:pt x="1239" y="1442"/>
                  </a:cubicBezTo>
                  <a:cubicBezTo>
                    <a:pt x="882" y="1442"/>
                    <a:pt x="560" y="1263"/>
                    <a:pt x="346" y="990"/>
                  </a:cubicBezTo>
                  <a:cubicBezTo>
                    <a:pt x="309" y="938"/>
                    <a:pt x="253" y="909"/>
                    <a:pt x="200" y="909"/>
                  </a:cubicBezTo>
                  <a:cubicBezTo>
                    <a:pt x="167" y="909"/>
                    <a:pt x="135" y="919"/>
                    <a:pt x="108" y="942"/>
                  </a:cubicBezTo>
                  <a:cubicBezTo>
                    <a:pt x="36" y="1001"/>
                    <a:pt x="1" y="1109"/>
                    <a:pt x="60" y="1180"/>
                  </a:cubicBezTo>
                  <a:cubicBezTo>
                    <a:pt x="334" y="1561"/>
                    <a:pt x="775" y="1787"/>
                    <a:pt x="1239" y="1787"/>
                  </a:cubicBezTo>
                  <a:cubicBezTo>
                    <a:pt x="2108" y="1787"/>
                    <a:pt x="2787" y="1025"/>
                    <a:pt x="2668" y="156"/>
                  </a:cubicBezTo>
                  <a:cubicBezTo>
                    <a:pt x="2657" y="68"/>
                    <a:pt x="2574" y="0"/>
                    <a:pt x="2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7" name="Google Shape;11777;p66"/>
          <p:cNvGrpSpPr/>
          <p:nvPr/>
        </p:nvGrpSpPr>
        <p:grpSpPr>
          <a:xfrm>
            <a:off x="1309875" y="1881876"/>
            <a:ext cx="374154" cy="169680"/>
            <a:chOff x="1309875" y="2057326"/>
            <a:chExt cx="374154" cy="169680"/>
          </a:xfrm>
        </p:grpSpPr>
        <p:sp>
          <p:nvSpPr>
            <p:cNvPr id="11778" name="Google Shape;11778;p66"/>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9" name="Google Shape;11779;p66"/>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0" name="Google Shape;11780;p66"/>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66"/>
            <p:cNvSpPr/>
            <p:nvPr/>
          </p:nvSpPr>
          <p:spPr>
            <a:xfrm>
              <a:off x="1480286" y="2212566"/>
              <a:ext cx="413" cy="32"/>
            </a:xfrm>
            <a:custGeom>
              <a:avLst/>
              <a:gdLst/>
              <a:ahLst/>
              <a:cxnLst/>
              <a:rect l="l" t="t" r="r" b="b"/>
              <a:pathLst>
                <a:path w="13" h="1" extrusionOk="0">
                  <a:moveTo>
                    <a:pt x="12" y="1"/>
                  </a:moveTo>
                  <a:cubicBezTo>
                    <a:pt x="0" y="1"/>
                    <a:pt x="0" y="1"/>
                    <a:pt x="12" y="1"/>
                  </a:cubicBezTo>
                  <a:lnTo>
                    <a:pt x="12" y="1"/>
                  </a:lnTo>
                  <a:cubicBezTo>
                    <a:pt x="0" y="1"/>
                    <a:pt x="0" y="1"/>
                    <a:pt x="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66"/>
            <p:cNvSpPr/>
            <p:nvPr/>
          </p:nvSpPr>
          <p:spPr>
            <a:xfrm>
              <a:off x="1480668" y="2212566"/>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66"/>
            <p:cNvSpPr/>
            <p:nvPr/>
          </p:nvSpPr>
          <p:spPr>
            <a:xfrm>
              <a:off x="1460599" y="2082993"/>
              <a:ext cx="223430" cy="142232"/>
            </a:xfrm>
            <a:custGeom>
              <a:avLst/>
              <a:gdLst/>
              <a:ahLst/>
              <a:cxnLst/>
              <a:rect l="l" t="t" r="r" b="b"/>
              <a:pathLst>
                <a:path w="7025" h="4472" extrusionOk="0">
                  <a:moveTo>
                    <a:pt x="6763" y="491"/>
                  </a:moveTo>
                  <a:lnTo>
                    <a:pt x="6763" y="1729"/>
                  </a:lnTo>
                  <a:lnTo>
                    <a:pt x="1762" y="1729"/>
                  </a:lnTo>
                  <a:cubicBezTo>
                    <a:pt x="1762" y="1479"/>
                    <a:pt x="1774" y="1444"/>
                    <a:pt x="1738" y="1372"/>
                  </a:cubicBezTo>
                  <a:lnTo>
                    <a:pt x="1286" y="491"/>
                  </a:lnTo>
                  <a:lnTo>
                    <a:pt x="1786" y="491"/>
                  </a:lnTo>
                  <a:lnTo>
                    <a:pt x="1786" y="884"/>
                  </a:lnTo>
                  <a:cubicBezTo>
                    <a:pt x="1786" y="967"/>
                    <a:pt x="1858" y="1063"/>
                    <a:pt x="1965" y="1063"/>
                  </a:cubicBezTo>
                  <a:cubicBezTo>
                    <a:pt x="2060" y="1063"/>
                    <a:pt x="2143" y="979"/>
                    <a:pt x="2143" y="884"/>
                  </a:cubicBezTo>
                  <a:lnTo>
                    <a:pt x="2143" y="491"/>
                  </a:lnTo>
                  <a:lnTo>
                    <a:pt x="2334" y="491"/>
                  </a:lnTo>
                  <a:lnTo>
                    <a:pt x="2334" y="1360"/>
                  </a:lnTo>
                  <a:cubicBezTo>
                    <a:pt x="2334" y="1444"/>
                    <a:pt x="2417" y="1539"/>
                    <a:pt x="2512" y="1539"/>
                  </a:cubicBezTo>
                  <a:cubicBezTo>
                    <a:pt x="2608" y="1539"/>
                    <a:pt x="2691" y="1455"/>
                    <a:pt x="2691" y="1360"/>
                  </a:cubicBezTo>
                  <a:lnTo>
                    <a:pt x="2691" y="491"/>
                  </a:lnTo>
                  <a:lnTo>
                    <a:pt x="2893" y="491"/>
                  </a:lnTo>
                  <a:lnTo>
                    <a:pt x="2893" y="884"/>
                  </a:lnTo>
                  <a:cubicBezTo>
                    <a:pt x="2893" y="967"/>
                    <a:pt x="2965" y="1063"/>
                    <a:pt x="3072" y="1063"/>
                  </a:cubicBezTo>
                  <a:cubicBezTo>
                    <a:pt x="3155" y="1063"/>
                    <a:pt x="3251" y="979"/>
                    <a:pt x="3251" y="884"/>
                  </a:cubicBezTo>
                  <a:lnTo>
                    <a:pt x="3251" y="491"/>
                  </a:lnTo>
                  <a:lnTo>
                    <a:pt x="3441" y="491"/>
                  </a:lnTo>
                  <a:lnTo>
                    <a:pt x="3441" y="884"/>
                  </a:lnTo>
                  <a:cubicBezTo>
                    <a:pt x="3441" y="967"/>
                    <a:pt x="3513" y="1063"/>
                    <a:pt x="3620" y="1063"/>
                  </a:cubicBezTo>
                  <a:cubicBezTo>
                    <a:pt x="3703" y="1063"/>
                    <a:pt x="3798" y="979"/>
                    <a:pt x="3798" y="884"/>
                  </a:cubicBezTo>
                  <a:lnTo>
                    <a:pt x="3798" y="491"/>
                  </a:lnTo>
                  <a:lnTo>
                    <a:pt x="3989" y="491"/>
                  </a:lnTo>
                  <a:lnTo>
                    <a:pt x="3989" y="884"/>
                  </a:lnTo>
                  <a:cubicBezTo>
                    <a:pt x="3989" y="967"/>
                    <a:pt x="4060" y="1063"/>
                    <a:pt x="4167" y="1063"/>
                  </a:cubicBezTo>
                  <a:cubicBezTo>
                    <a:pt x="4263" y="1063"/>
                    <a:pt x="4346" y="979"/>
                    <a:pt x="4346" y="884"/>
                  </a:cubicBezTo>
                  <a:lnTo>
                    <a:pt x="4346" y="491"/>
                  </a:lnTo>
                  <a:lnTo>
                    <a:pt x="4536" y="491"/>
                  </a:lnTo>
                  <a:lnTo>
                    <a:pt x="4536" y="1360"/>
                  </a:lnTo>
                  <a:cubicBezTo>
                    <a:pt x="4536" y="1444"/>
                    <a:pt x="4620" y="1539"/>
                    <a:pt x="4715" y="1539"/>
                  </a:cubicBezTo>
                  <a:cubicBezTo>
                    <a:pt x="4822" y="1539"/>
                    <a:pt x="4894" y="1455"/>
                    <a:pt x="4894" y="1360"/>
                  </a:cubicBezTo>
                  <a:lnTo>
                    <a:pt x="4894" y="491"/>
                  </a:lnTo>
                  <a:lnTo>
                    <a:pt x="5096" y="491"/>
                  </a:lnTo>
                  <a:lnTo>
                    <a:pt x="5096" y="884"/>
                  </a:lnTo>
                  <a:cubicBezTo>
                    <a:pt x="5096" y="967"/>
                    <a:pt x="5167" y="1063"/>
                    <a:pt x="5275" y="1063"/>
                  </a:cubicBezTo>
                  <a:cubicBezTo>
                    <a:pt x="5358" y="1063"/>
                    <a:pt x="5453" y="979"/>
                    <a:pt x="5453" y="884"/>
                  </a:cubicBezTo>
                  <a:lnTo>
                    <a:pt x="5453" y="491"/>
                  </a:lnTo>
                  <a:lnTo>
                    <a:pt x="5644" y="491"/>
                  </a:lnTo>
                  <a:lnTo>
                    <a:pt x="5644" y="884"/>
                  </a:lnTo>
                  <a:cubicBezTo>
                    <a:pt x="5644" y="967"/>
                    <a:pt x="5715" y="1063"/>
                    <a:pt x="5822" y="1063"/>
                  </a:cubicBezTo>
                  <a:cubicBezTo>
                    <a:pt x="5906" y="1063"/>
                    <a:pt x="6001" y="979"/>
                    <a:pt x="6001" y="884"/>
                  </a:cubicBezTo>
                  <a:lnTo>
                    <a:pt x="6001" y="491"/>
                  </a:lnTo>
                  <a:lnTo>
                    <a:pt x="6191" y="491"/>
                  </a:lnTo>
                  <a:lnTo>
                    <a:pt x="6191" y="884"/>
                  </a:lnTo>
                  <a:cubicBezTo>
                    <a:pt x="6191" y="967"/>
                    <a:pt x="6263" y="1063"/>
                    <a:pt x="6370" y="1063"/>
                  </a:cubicBezTo>
                  <a:cubicBezTo>
                    <a:pt x="6465" y="1063"/>
                    <a:pt x="6549" y="979"/>
                    <a:pt x="6549" y="884"/>
                  </a:cubicBezTo>
                  <a:lnTo>
                    <a:pt x="6549" y="491"/>
                  </a:lnTo>
                  <a:close/>
                  <a:moveTo>
                    <a:pt x="914" y="1"/>
                  </a:moveTo>
                  <a:cubicBezTo>
                    <a:pt x="831" y="1"/>
                    <a:pt x="745" y="55"/>
                    <a:pt x="738" y="146"/>
                  </a:cubicBezTo>
                  <a:cubicBezTo>
                    <a:pt x="738" y="182"/>
                    <a:pt x="738" y="229"/>
                    <a:pt x="750" y="253"/>
                  </a:cubicBezTo>
                  <a:lnTo>
                    <a:pt x="881" y="503"/>
                  </a:lnTo>
                  <a:lnTo>
                    <a:pt x="1405" y="1503"/>
                  </a:lnTo>
                  <a:lnTo>
                    <a:pt x="1405" y="2087"/>
                  </a:lnTo>
                  <a:lnTo>
                    <a:pt x="1405" y="3158"/>
                  </a:lnTo>
                  <a:cubicBezTo>
                    <a:pt x="762" y="3896"/>
                    <a:pt x="631" y="4063"/>
                    <a:pt x="619" y="4075"/>
                  </a:cubicBezTo>
                  <a:cubicBezTo>
                    <a:pt x="584" y="4122"/>
                    <a:pt x="536" y="4122"/>
                    <a:pt x="512" y="4122"/>
                  </a:cubicBezTo>
                  <a:cubicBezTo>
                    <a:pt x="453" y="4122"/>
                    <a:pt x="357" y="4075"/>
                    <a:pt x="357" y="3968"/>
                  </a:cubicBezTo>
                  <a:lnTo>
                    <a:pt x="357" y="2860"/>
                  </a:lnTo>
                  <a:cubicBezTo>
                    <a:pt x="357" y="2765"/>
                    <a:pt x="286" y="2682"/>
                    <a:pt x="179" y="2682"/>
                  </a:cubicBezTo>
                  <a:cubicBezTo>
                    <a:pt x="84" y="2682"/>
                    <a:pt x="0" y="2753"/>
                    <a:pt x="0" y="2860"/>
                  </a:cubicBezTo>
                  <a:lnTo>
                    <a:pt x="0" y="3968"/>
                  </a:lnTo>
                  <a:cubicBezTo>
                    <a:pt x="0" y="4274"/>
                    <a:pt x="254" y="4471"/>
                    <a:pt x="512" y="4471"/>
                  </a:cubicBezTo>
                  <a:cubicBezTo>
                    <a:pt x="645" y="4471"/>
                    <a:pt x="780" y="4419"/>
                    <a:pt x="881" y="4301"/>
                  </a:cubicBezTo>
                  <a:lnTo>
                    <a:pt x="1655" y="3372"/>
                  </a:lnTo>
                  <a:lnTo>
                    <a:pt x="3155" y="3372"/>
                  </a:lnTo>
                  <a:cubicBezTo>
                    <a:pt x="3251" y="3372"/>
                    <a:pt x="3334" y="3301"/>
                    <a:pt x="3334" y="3194"/>
                  </a:cubicBezTo>
                  <a:cubicBezTo>
                    <a:pt x="3334" y="3110"/>
                    <a:pt x="3262" y="3027"/>
                    <a:pt x="3155" y="3027"/>
                  </a:cubicBezTo>
                  <a:lnTo>
                    <a:pt x="1762" y="3027"/>
                  </a:lnTo>
                  <a:lnTo>
                    <a:pt x="1762" y="2051"/>
                  </a:lnTo>
                  <a:lnTo>
                    <a:pt x="6668" y="2051"/>
                  </a:lnTo>
                  <a:lnTo>
                    <a:pt x="6668" y="3027"/>
                  </a:lnTo>
                  <a:lnTo>
                    <a:pt x="3858" y="3027"/>
                  </a:lnTo>
                  <a:cubicBezTo>
                    <a:pt x="3774" y="3027"/>
                    <a:pt x="3679" y="3099"/>
                    <a:pt x="3679" y="3194"/>
                  </a:cubicBezTo>
                  <a:cubicBezTo>
                    <a:pt x="3679" y="3289"/>
                    <a:pt x="3751" y="3372"/>
                    <a:pt x="3858" y="3372"/>
                  </a:cubicBezTo>
                  <a:lnTo>
                    <a:pt x="6846" y="3372"/>
                  </a:lnTo>
                  <a:cubicBezTo>
                    <a:pt x="6942" y="3372"/>
                    <a:pt x="7025" y="3301"/>
                    <a:pt x="7025" y="3194"/>
                  </a:cubicBezTo>
                  <a:lnTo>
                    <a:pt x="7025" y="301"/>
                  </a:lnTo>
                  <a:cubicBezTo>
                    <a:pt x="7025" y="229"/>
                    <a:pt x="6953" y="146"/>
                    <a:pt x="6846" y="146"/>
                  </a:cubicBezTo>
                  <a:lnTo>
                    <a:pt x="1096" y="146"/>
                  </a:lnTo>
                  <a:lnTo>
                    <a:pt x="1060" y="86"/>
                  </a:lnTo>
                  <a:cubicBezTo>
                    <a:pt x="1030" y="27"/>
                    <a:pt x="973" y="1"/>
                    <a:pt x="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66"/>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66"/>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66"/>
            <p:cNvSpPr/>
            <p:nvPr/>
          </p:nvSpPr>
          <p:spPr>
            <a:xfrm>
              <a:off x="1397339" y="218343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66"/>
            <p:cNvSpPr/>
            <p:nvPr/>
          </p:nvSpPr>
          <p:spPr>
            <a:xfrm>
              <a:off x="1309875" y="2057326"/>
              <a:ext cx="132945" cy="169680"/>
            </a:xfrm>
            <a:custGeom>
              <a:avLst/>
              <a:gdLst/>
              <a:ahLst/>
              <a:cxnLst/>
              <a:rect l="l" t="t" r="r" b="b"/>
              <a:pathLst>
                <a:path w="4180" h="5335" extrusionOk="0">
                  <a:moveTo>
                    <a:pt x="2406" y="2894"/>
                  </a:moveTo>
                  <a:lnTo>
                    <a:pt x="2406" y="3858"/>
                  </a:lnTo>
                  <a:lnTo>
                    <a:pt x="358" y="3858"/>
                  </a:lnTo>
                  <a:lnTo>
                    <a:pt x="358" y="2894"/>
                  </a:lnTo>
                  <a:close/>
                  <a:moveTo>
                    <a:pt x="3775" y="0"/>
                  </a:moveTo>
                  <a:cubicBezTo>
                    <a:pt x="3644" y="0"/>
                    <a:pt x="3525" y="84"/>
                    <a:pt x="3453" y="203"/>
                  </a:cubicBezTo>
                  <a:lnTo>
                    <a:pt x="3048" y="953"/>
                  </a:lnTo>
                  <a:lnTo>
                    <a:pt x="179" y="953"/>
                  </a:lnTo>
                  <a:cubicBezTo>
                    <a:pt x="84" y="953"/>
                    <a:pt x="0" y="1036"/>
                    <a:pt x="0" y="1131"/>
                  </a:cubicBezTo>
                  <a:lnTo>
                    <a:pt x="0" y="1512"/>
                  </a:lnTo>
                  <a:cubicBezTo>
                    <a:pt x="0" y="1596"/>
                    <a:pt x="72" y="1691"/>
                    <a:pt x="179" y="1691"/>
                  </a:cubicBezTo>
                  <a:cubicBezTo>
                    <a:pt x="262" y="1691"/>
                    <a:pt x="358" y="1608"/>
                    <a:pt x="358" y="1512"/>
                  </a:cubicBezTo>
                  <a:lnTo>
                    <a:pt x="358" y="1310"/>
                  </a:lnTo>
                  <a:lnTo>
                    <a:pt x="596" y="1310"/>
                  </a:lnTo>
                  <a:lnTo>
                    <a:pt x="596" y="2179"/>
                  </a:lnTo>
                  <a:cubicBezTo>
                    <a:pt x="596" y="2262"/>
                    <a:pt x="667" y="2358"/>
                    <a:pt x="774" y="2358"/>
                  </a:cubicBezTo>
                  <a:cubicBezTo>
                    <a:pt x="858" y="2358"/>
                    <a:pt x="953" y="2286"/>
                    <a:pt x="953" y="2179"/>
                  </a:cubicBezTo>
                  <a:lnTo>
                    <a:pt x="953" y="1310"/>
                  </a:lnTo>
                  <a:lnTo>
                    <a:pt x="1143" y="1310"/>
                  </a:lnTo>
                  <a:lnTo>
                    <a:pt x="1143" y="1703"/>
                  </a:lnTo>
                  <a:cubicBezTo>
                    <a:pt x="1143" y="1786"/>
                    <a:pt x="1215" y="1881"/>
                    <a:pt x="1322" y="1881"/>
                  </a:cubicBezTo>
                  <a:cubicBezTo>
                    <a:pt x="1405" y="1881"/>
                    <a:pt x="1501" y="1810"/>
                    <a:pt x="1501" y="1703"/>
                  </a:cubicBezTo>
                  <a:lnTo>
                    <a:pt x="1501" y="1310"/>
                  </a:lnTo>
                  <a:lnTo>
                    <a:pt x="1691" y="1310"/>
                  </a:lnTo>
                  <a:lnTo>
                    <a:pt x="1691" y="1703"/>
                  </a:lnTo>
                  <a:cubicBezTo>
                    <a:pt x="1691" y="1786"/>
                    <a:pt x="1763" y="1881"/>
                    <a:pt x="1870" y="1881"/>
                  </a:cubicBezTo>
                  <a:cubicBezTo>
                    <a:pt x="1965" y="1881"/>
                    <a:pt x="2048" y="1810"/>
                    <a:pt x="2048" y="1703"/>
                  </a:cubicBezTo>
                  <a:lnTo>
                    <a:pt x="2048" y="1310"/>
                  </a:lnTo>
                  <a:lnTo>
                    <a:pt x="2239" y="1310"/>
                  </a:lnTo>
                  <a:lnTo>
                    <a:pt x="2239" y="1703"/>
                  </a:lnTo>
                  <a:cubicBezTo>
                    <a:pt x="2239" y="1786"/>
                    <a:pt x="2310" y="1881"/>
                    <a:pt x="2417" y="1881"/>
                  </a:cubicBezTo>
                  <a:cubicBezTo>
                    <a:pt x="2513" y="1881"/>
                    <a:pt x="2596" y="1810"/>
                    <a:pt x="2596" y="1703"/>
                  </a:cubicBezTo>
                  <a:lnTo>
                    <a:pt x="2596" y="1310"/>
                  </a:lnTo>
                  <a:lnTo>
                    <a:pt x="2787" y="1310"/>
                  </a:lnTo>
                  <a:lnTo>
                    <a:pt x="2787" y="1572"/>
                  </a:lnTo>
                  <a:cubicBezTo>
                    <a:pt x="2334" y="2465"/>
                    <a:pt x="2465" y="2084"/>
                    <a:pt x="2453" y="2548"/>
                  </a:cubicBezTo>
                  <a:lnTo>
                    <a:pt x="393" y="2548"/>
                  </a:lnTo>
                  <a:lnTo>
                    <a:pt x="393" y="2227"/>
                  </a:lnTo>
                  <a:cubicBezTo>
                    <a:pt x="393" y="2132"/>
                    <a:pt x="322" y="2048"/>
                    <a:pt x="215" y="2048"/>
                  </a:cubicBezTo>
                  <a:cubicBezTo>
                    <a:pt x="131" y="2048"/>
                    <a:pt x="36" y="2120"/>
                    <a:pt x="36" y="2227"/>
                  </a:cubicBezTo>
                  <a:lnTo>
                    <a:pt x="36" y="4048"/>
                  </a:lnTo>
                  <a:cubicBezTo>
                    <a:pt x="36" y="4144"/>
                    <a:pt x="108" y="4227"/>
                    <a:pt x="215" y="4227"/>
                  </a:cubicBezTo>
                  <a:lnTo>
                    <a:pt x="2537" y="4227"/>
                  </a:lnTo>
                  <a:lnTo>
                    <a:pt x="2751" y="4489"/>
                  </a:lnTo>
                  <a:cubicBezTo>
                    <a:pt x="2783" y="4528"/>
                    <a:pt x="2833" y="4549"/>
                    <a:pt x="2883" y="4549"/>
                  </a:cubicBezTo>
                  <a:cubicBezTo>
                    <a:pt x="2925" y="4549"/>
                    <a:pt x="2968" y="4534"/>
                    <a:pt x="3001" y="4501"/>
                  </a:cubicBezTo>
                  <a:cubicBezTo>
                    <a:pt x="3072" y="4441"/>
                    <a:pt x="3084" y="4322"/>
                    <a:pt x="3013" y="4251"/>
                  </a:cubicBezTo>
                  <a:cubicBezTo>
                    <a:pt x="2834" y="4037"/>
                    <a:pt x="2810" y="3989"/>
                    <a:pt x="2787" y="3989"/>
                  </a:cubicBezTo>
                  <a:lnTo>
                    <a:pt x="2787" y="2346"/>
                  </a:lnTo>
                  <a:cubicBezTo>
                    <a:pt x="3762" y="490"/>
                    <a:pt x="3804" y="379"/>
                    <a:pt x="3817" y="379"/>
                  </a:cubicBezTo>
                  <a:cubicBezTo>
                    <a:pt x="3818" y="379"/>
                    <a:pt x="3820" y="381"/>
                    <a:pt x="3822" y="381"/>
                  </a:cubicBezTo>
                  <a:cubicBezTo>
                    <a:pt x="3825" y="381"/>
                    <a:pt x="3828" y="377"/>
                    <a:pt x="3829" y="377"/>
                  </a:cubicBezTo>
                  <a:cubicBezTo>
                    <a:pt x="3844" y="377"/>
                    <a:pt x="3834" y="626"/>
                    <a:pt x="3834" y="4822"/>
                  </a:cubicBezTo>
                  <a:cubicBezTo>
                    <a:pt x="3834" y="4929"/>
                    <a:pt x="3739" y="4977"/>
                    <a:pt x="3680" y="4977"/>
                  </a:cubicBezTo>
                  <a:cubicBezTo>
                    <a:pt x="3584" y="4977"/>
                    <a:pt x="3549" y="4870"/>
                    <a:pt x="3465" y="4787"/>
                  </a:cubicBezTo>
                  <a:cubicBezTo>
                    <a:pt x="3432" y="4740"/>
                    <a:pt x="3380" y="4716"/>
                    <a:pt x="3327" y="4716"/>
                  </a:cubicBezTo>
                  <a:cubicBezTo>
                    <a:pt x="3284" y="4716"/>
                    <a:pt x="3240" y="4731"/>
                    <a:pt x="3203" y="4763"/>
                  </a:cubicBezTo>
                  <a:cubicBezTo>
                    <a:pt x="3132" y="4822"/>
                    <a:pt x="3120" y="4941"/>
                    <a:pt x="3191" y="5025"/>
                  </a:cubicBezTo>
                  <a:lnTo>
                    <a:pt x="3310" y="5156"/>
                  </a:lnTo>
                  <a:cubicBezTo>
                    <a:pt x="3406" y="5275"/>
                    <a:pt x="3537" y="5334"/>
                    <a:pt x="3680" y="5334"/>
                  </a:cubicBezTo>
                  <a:cubicBezTo>
                    <a:pt x="3965" y="5334"/>
                    <a:pt x="4180" y="5108"/>
                    <a:pt x="4180" y="4834"/>
                  </a:cubicBezTo>
                  <a:lnTo>
                    <a:pt x="4180" y="405"/>
                  </a:lnTo>
                  <a:cubicBezTo>
                    <a:pt x="4144" y="167"/>
                    <a:pt x="398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66"/>
            <p:cNvSpPr/>
            <p:nvPr/>
          </p:nvSpPr>
          <p:spPr>
            <a:xfrm>
              <a:off x="1460599" y="2057326"/>
              <a:ext cx="25380" cy="101140"/>
            </a:xfrm>
            <a:custGeom>
              <a:avLst/>
              <a:gdLst/>
              <a:ahLst/>
              <a:cxnLst/>
              <a:rect l="l" t="t" r="r" b="b"/>
              <a:pathLst>
                <a:path w="798" h="3180" extrusionOk="0">
                  <a:moveTo>
                    <a:pt x="381" y="0"/>
                  </a:moveTo>
                  <a:cubicBezTo>
                    <a:pt x="167" y="0"/>
                    <a:pt x="0" y="167"/>
                    <a:pt x="0" y="381"/>
                  </a:cubicBezTo>
                  <a:lnTo>
                    <a:pt x="0" y="3001"/>
                  </a:lnTo>
                  <a:cubicBezTo>
                    <a:pt x="0" y="3084"/>
                    <a:pt x="84" y="3179"/>
                    <a:pt x="179" y="3179"/>
                  </a:cubicBezTo>
                  <a:cubicBezTo>
                    <a:pt x="274" y="3179"/>
                    <a:pt x="357" y="3096"/>
                    <a:pt x="357" y="3001"/>
                  </a:cubicBezTo>
                  <a:lnTo>
                    <a:pt x="357" y="381"/>
                  </a:lnTo>
                  <a:cubicBezTo>
                    <a:pt x="357" y="381"/>
                    <a:pt x="357" y="357"/>
                    <a:pt x="381" y="357"/>
                  </a:cubicBezTo>
                  <a:cubicBezTo>
                    <a:pt x="381" y="357"/>
                    <a:pt x="393" y="357"/>
                    <a:pt x="393" y="381"/>
                  </a:cubicBezTo>
                  <a:lnTo>
                    <a:pt x="441" y="453"/>
                  </a:lnTo>
                  <a:cubicBezTo>
                    <a:pt x="465" y="511"/>
                    <a:pt x="525" y="545"/>
                    <a:pt x="590" y="545"/>
                  </a:cubicBezTo>
                  <a:cubicBezTo>
                    <a:pt x="619" y="545"/>
                    <a:pt x="650" y="539"/>
                    <a:pt x="679" y="524"/>
                  </a:cubicBezTo>
                  <a:cubicBezTo>
                    <a:pt x="762" y="465"/>
                    <a:pt x="798" y="357"/>
                    <a:pt x="750" y="274"/>
                  </a:cubicBezTo>
                  <a:lnTo>
                    <a:pt x="703" y="203"/>
                  </a:lnTo>
                  <a:cubicBezTo>
                    <a:pt x="643" y="84"/>
                    <a:pt x="524" y="0"/>
                    <a:pt x="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89" name="Google Shape;11789;p66"/>
          <p:cNvSpPr/>
          <p:nvPr/>
        </p:nvSpPr>
        <p:spPr>
          <a:xfrm>
            <a:off x="862283" y="1900800"/>
            <a:ext cx="374536" cy="130305"/>
          </a:xfrm>
          <a:custGeom>
            <a:avLst/>
            <a:gdLst/>
            <a:ahLst/>
            <a:cxnLst/>
            <a:rect l="l" t="t" r="r" b="b"/>
            <a:pathLst>
              <a:path w="11776" h="4097" extrusionOk="0">
                <a:moveTo>
                  <a:pt x="179" y="1"/>
                </a:moveTo>
                <a:cubicBezTo>
                  <a:pt x="96" y="1"/>
                  <a:pt x="0" y="84"/>
                  <a:pt x="0" y="179"/>
                </a:cubicBezTo>
                <a:lnTo>
                  <a:pt x="0" y="3906"/>
                </a:lnTo>
                <a:cubicBezTo>
                  <a:pt x="0" y="3989"/>
                  <a:pt x="84" y="4084"/>
                  <a:pt x="179" y="4084"/>
                </a:cubicBezTo>
                <a:lnTo>
                  <a:pt x="1215" y="4084"/>
                </a:lnTo>
                <a:cubicBezTo>
                  <a:pt x="1298" y="4084"/>
                  <a:pt x="1393" y="4013"/>
                  <a:pt x="1393" y="3906"/>
                </a:cubicBezTo>
                <a:cubicBezTo>
                  <a:pt x="1393" y="3811"/>
                  <a:pt x="1310" y="3727"/>
                  <a:pt x="1215" y="3727"/>
                </a:cubicBezTo>
                <a:lnTo>
                  <a:pt x="357" y="3727"/>
                </a:lnTo>
                <a:lnTo>
                  <a:pt x="357" y="1929"/>
                </a:lnTo>
                <a:lnTo>
                  <a:pt x="11418" y="1929"/>
                </a:lnTo>
                <a:lnTo>
                  <a:pt x="11418" y="3739"/>
                </a:lnTo>
                <a:lnTo>
                  <a:pt x="1893" y="3739"/>
                </a:lnTo>
                <a:cubicBezTo>
                  <a:pt x="1810" y="3739"/>
                  <a:pt x="1715" y="3811"/>
                  <a:pt x="1715" y="3918"/>
                </a:cubicBezTo>
                <a:cubicBezTo>
                  <a:pt x="1715" y="4013"/>
                  <a:pt x="1786" y="4096"/>
                  <a:pt x="1893" y="4096"/>
                </a:cubicBezTo>
                <a:lnTo>
                  <a:pt x="11585" y="4096"/>
                </a:lnTo>
                <a:cubicBezTo>
                  <a:pt x="11668" y="4096"/>
                  <a:pt x="11764" y="4025"/>
                  <a:pt x="11764" y="3918"/>
                </a:cubicBezTo>
                <a:lnTo>
                  <a:pt x="11764" y="1537"/>
                </a:lnTo>
                <a:cubicBezTo>
                  <a:pt x="11764" y="1453"/>
                  <a:pt x="11692" y="1358"/>
                  <a:pt x="11585" y="1358"/>
                </a:cubicBezTo>
                <a:cubicBezTo>
                  <a:pt x="11490" y="1358"/>
                  <a:pt x="11406" y="1429"/>
                  <a:pt x="11406" y="1537"/>
                </a:cubicBezTo>
                <a:lnTo>
                  <a:pt x="11406" y="1596"/>
                </a:lnTo>
                <a:lnTo>
                  <a:pt x="334" y="1596"/>
                </a:lnTo>
                <a:lnTo>
                  <a:pt x="334" y="358"/>
                </a:lnTo>
                <a:lnTo>
                  <a:pt x="1155" y="358"/>
                </a:lnTo>
                <a:lnTo>
                  <a:pt x="1155" y="1132"/>
                </a:lnTo>
                <a:cubicBezTo>
                  <a:pt x="1155" y="1227"/>
                  <a:pt x="1227" y="1310"/>
                  <a:pt x="1334" y="1310"/>
                </a:cubicBezTo>
                <a:cubicBezTo>
                  <a:pt x="1429" y="1310"/>
                  <a:pt x="1500" y="1239"/>
                  <a:pt x="1500" y="1132"/>
                </a:cubicBezTo>
                <a:lnTo>
                  <a:pt x="1500" y="358"/>
                </a:lnTo>
                <a:lnTo>
                  <a:pt x="2072" y="358"/>
                </a:lnTo>
                <a:lnTo>
                  <a:pt x="2072" y="834"/>
                </a:lnTo>
                <a:cubicBezTo>
                  <a:pt x="2072" y="929"/>
                  <a:pt x="2143" y="1013"/>
                  <a:pt x="2251" y="1013"/>
                </a:cubicBezTo>
                <a:cubicBezTo>
                  <a:pt x="2334" y="1013"/>
                  <a:pt x="2429" y="941"/>
                  <a:pt x="2429" y="834"/>
                </a:cubicBezTo>
                <a:lnTo>
                  <a:pt x="2429" y="358"/>
                </a:lnTo>
                <a:lnTo>
                  <a:pt x="2977" y="358"/>
                </a:lnTo>
                <a:lnTo>
                  <a:pt x="2977" y="1132"/>
                </a:lnTo>
                <a:cubicBezTo>
                  <a:pt x="2977" y="1227"/>
                  <a:pt x="3048" y="1310"/>
                  <a:pt x="3155" y="1310"/>
                </a:cubicBezTo>
                <a:cubicBezTo>
                  <a:pt x="3263" y="1310"/>
                  <a:pt x="3334" y="1239"/>
                  <a:pt x="3334" y="1132"/>
                </a:cubicBezTo>
                <a:lnTo>
                  <a:pt x="3334" y="358"/>
                </a:lnTo>
                <a:lnTo>
                  <a:pt x="3906" y="358"/>
                </a:lnTo>
                <a:lnTo>
                  <a:pt x="3906" y="834"/>
                </a:lnTo>
                <a:cubicBezTo>
                  <a:pt x="3906" y="929"/>
                  <a:pt x="3977" y="1013"/>
                  <a:pt x="4084" y="1013"/>
                </a:cubicBezTo>
                <a:cubicBezTo>
                  <a:pt x="4167" y="1013"/>
                  <a:pt x="4263" y="941"/>
                  <a:pt x="4263" y="834"/>
                </a:cubicBezTo>
                <a:lnTo>
                  <a:pt x="4263" y="358"/>
                </a:lnTo>
                <a:lnTo>
                  <a:pt x="4810" y="358"/>
                </a:lnTo>
                <a:lnTo>
                  <a:pt x="4810" y="1132"/>
                </a:lnTo>
                <a:cubicBezTo>
                  <a:pt x="4810" y="1227"/>
                  <a:pt x="4882" y="1310"/>
                  <a:pt x="4989" y="1310"/>
                </a:cubicBezTo>
                <a:cubicBezTo>
                  <a:pt x="5096" y="1310"/>
                  <a:pt x="5168" y="1239"/>
                  <a:pt x="5168" y="1132"/>
                </a:cubicBezTo>
                <a:lnTo>
                  <a:pt x="5168" y="358"/>
                </a:lnTo>
                <a:lnTo>
                  <a:pt x="5727" y="358"/>
                </a:lnTo>
                <a:lnTo>
                  <a:pt x="5727" y="834"/>
                </a:lnTo>
                <a:cubicBezTo>
                  <a:pt x="5727" y="929"/>
                  <a:pt x="5811" y="1013"/>
                  <a:pt x="5906" y="1013"/>
                </a:cubicBezTo>
                <a:cubicBezTo>
                  <a:pt x="6001" y="1013"/>
                  <a:pt x="6084" y="941"/>
                  <a:pt x="6084" y="834"/>
                </a:cubicBezTo>
                <a:lnTo>
                  <a:pt x="6084" y="358"/>
                </a:lnTo>
                <a:lnTo>
                  <a:pt x="6644" y="358"/>
                </a:lnTo>
                <a:lnTo>
                  <a:pt x="6644" y="1132"/>
                </a:lnTo>
                <a:cubicBezTo>
                  <a:pt x="6644" y="1227"/>
                  <a:pt x="6715" y="1310"/>
                  <a:pt x="6823" y="1310"/>
                </a:cubicBezTo>
                <a:cubicBezTo>
                  <a:pt x="6906" y="1310"/>
                  <a:pt x="7001" y="1239"/>
                  <a:pt x="7001" y="1132"/>
                </a:cubicBezTo>
                <a:lnTo>
                  <a:pt x="7001" y="358"/>
                </a:lnTo>
                <a:lnTo>
                  <a:pt x="7561" y="358"/>
                </a:lnTo>
                <a:lnTo>
                  <a:pt x="7561" y="834"/>
                </a:lnTo>
                <a:cubicBezTo>
                  <a:pt x="7561" y="929"/>
                  <a:pt x="7632" y="1013"/>
                  <a:pt x="7739" y="1013"/>
                </a:cubicBezTo>
                <a:cubicBezTo>
                  <a:pt x="7835" y="1013"/>
                  <a:pt x="7918" y="941"/>
                  <a:pt x="7918" y="834"/>
                </a:cubicBezTo>
                <a:lnTo>
                  <a:pt x="7918" y="358"/>
                </a:lnTo>
                <a:lnTo>
                  <a:pt x="8466" y="358"/>
                </a:lnTo>
                <a:lnTo>
                  <a:pt x="8466" y="1132"/>
                </a:lnTo>
                <a:cubicBezTo>
                  <a:pt x="8466" y="1227"/>
                  <a:pt x="8549" y="1310"/>
                  <a:pt x="8644" y="1310"/>
                </a:cubicBezTo>
                <a:cubicBezTo>
                  <a:pt x="8739" y="1310"/>
                  <a:pt x="8823" y="1239"/>
                  <a:pt x="8823" y="1132"/>
                </a:cubicBezTo>
                <a:lnTo>
                  <a:pt x="8823" y="358"/>
                </a:lnTo>
                <a:lnTo>
                  <a:pt x="9394" y="358"/>
                </a:lnTo>
                <a:lnTo>
                  <a:pt x="9394" y="834"/>
                </a:lnTo>
                <a:cubicBezTo>
                  <a:pt x="9394" y="929"/>
                  <a:pt x="9466" y="1013"/>
                  <a:pt x="9573" y="1013"/>
                </a:cubicBezTo>
                <a:cubicBezTo>
                  <a:pt x="9656" y="1013"/>
                  <a:pt x="9752" y="941"/>
                  <a:pt x="9752" y="834"/>
                </a:cubicBezTo>
                <a:lnTo>
                  <a:pt x="9752" y="358"/>
                </a:lnTo>
                <a:lnTo>
                  <a:pt x="10299" y="358"/>
                </a:lnTo>
                <a:lnTo>
                  <a:pt x="10299" y="1132"/>
                </a:lnTo>
                <a:cubicBezTo>
                  <a:pt x="10299" y="1227"/>
                  <a:pt x="10371" y="1310"/>
                  <a:pt x="10478" y="1310"/>
                </a:cubicBezTo>
                <a:cubicBezTo>
                  <a:pt x="10573" y="1310"/>
                  <a:pt x="10656" y="1239"/>
                  <a:pt x="10656" y="1132"/>
                </a:cubicBezTo>
                <a:lnTo>
                  <a:pt x="10656" y="358"/>
                </a:lnTo>
                <a:lnTo>
                  <a:pt x="11478" y="358"/>
                </a:lnTo>
                <a:lnTo>
                  <a:pt x="11478" y="834"/>
                </a:lnTo>
                <a:cubicBezTo>
                  <a:pt x="11418" y="941"/>
                  <a:pt x="11490" y="1013"/>
                  <a:pt x="11597" y="1013"/>
                </a:cubicBezTo>
                <a:cubicBezTo>
                  <a:pt x="11692" y="1013"/>
                  <a:pt x="11776" y="941"/>
                  <a:pt x="11776" y="834"/>
                </a:cubicBezTo>
                <a:lnTo>
                  <a:pt x="11776" y="179"/>
                </a:lnTo>
                <a:cubicBezTo>
                  <a:pt x="11776" y="96"/>
                  <a:pt x="11704" y="1"/>
                  <a:pt x="11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90" name="Google Shape;11790;p66"/>
          <p:cNvGrpSpPr/>
          <p:nvPr/>
        </p:nvGrpSpPr>
        <p:grpSpPr>
          <a:xfrm>
            <a:off x="2347450" y="1779114"/>
            <a:ext cx="113639" cy="373168"/>
            <a:chOff x="2347450" y="1954564"/>
            <a:chExt cx="113639" cy="373168"/>
          </a:xfrm>
        </p:grpSpPr>
        <p:sp>
          <p:nvSpPr>
            <p:cNvPr id="11791" name="Google Shape;11791;p66"/>
            <p:cNvSpPr/>
            <p:nvPr/>
          </p:nvSpPr>
          <p:spPr>
            <a:xfrm>
              <a:off x="2347450" y="1954564"/>
              <a:ext cx="89022" cy="261819"/>
            </a:xfrm>
            <a:custGeom>
              <a:avLst/>
              <a:gdLst/>
              <a:ahLst/>
              <a:cxnLst/>
              <a:rect l="l" t="t" r="r" b="b"/>
              <a:pathLst>
                <a:path w="2799" h="8232" extrusionOk="0">
                  <a:moveTo>
                    <a:pt x="1799" y="0"/>
                  </a:moveTo>
                  <a:cubicBezTo>
                    <a:pt x="1610" y="0"/>
                    <a:pt x="1422" y="78"/>
                    <a:pt x="1286" y="231"/>
                  </a:cubicBezTo>
                  <a:lnTo>
                    <a:pt x="786" y="814"/>
                  </a:lnTo>
                  <a:cubicBezTo>
                    <a:pt x="274" y="1386"/>
                    <a:pt x="1" y="2124"/>
                    <a:pt x="1" y="2898"/>
                  </a:cubicBezTo>
                  <a:lnTo>
                    <a:pt x="1" y="4874"/>
                  </a:lnTo>
                  <a:cubicBezTo>
                    <a:pt x="1" y="5077"/>
                    <a:pt x="394" y="5124"/>
                    <a:pt x="394" y="5434"/>
                  </a:cubicBezTo>
                  <a:cubicBezTo>
                    <a:pt x="394" y="5636"/>
                    <a:pt x="239" y="5708"/>
                    <a:pt x="60" y="5934"/>
                  </a:cubicBezTo>
                  <a:cubicBezTo>
                    <a:pt x="24" y="5958"/>
                    <a:pt x="13" y="6005"/>
                    <a:pt x="13" y="6053"/>
                  </a:cubicBezTo>
                  <a:lnTo>
                    <a:pt x="13" y="7279"/>
                  </a:lnTo>
                  <a:cubicBezTo>
                    <a:pt x="13" y="7577"/>
                    <a:pt x="72" y="7863"/>
                    <a:pt x="191" y="8137"/>
                  </a:cubicBezTo>
                  <a:cubicBezTo>
                    <a:pt x="215" y="8196"/>
                    <a:pt x="274" y="8232"/>
                    <a:pt x="358" y="8232"/>
                  </a:cubicBezTo>
                  <a:cubicBezTo>
                    <a:pt x="477" y="8232"/>
                    <a:pt x="560" y="8101"/>
                    <a:pt x="513" y="7982"/>
                  </a:cubicBezTo>
                  <a:cubicBezTo>
                    <a:pt x="417" y="7756"/>
                    <a:pt x="394" y="7089"/>
                    <a:pt x="370" y="6113"/>
                  </a:cubicBezTo>
                  <a:cubicBezTo>
                    <a:pt x="489" y="5958"/>
                    <a:pt x="775" y="5815"/>
                    <a:pt x="775" y="5422"/>
                  </a:cubicBezTo>
                  <a:cubicBezTo>
                    <a:pt x="775" y="5005"/>
                    <a:pt x="441" y="4839"/>
                    <a:pt x="370" y="4779"/>
                  </a:cubicBezTo>
                  <a:lnTo>
                    <a:pt x="370" y="2874"/>
                  </a:lnTo>
                  <a:cubicBezTo>
                    <a:pt x="370" y="2195"/>
                    <a:pt x="620" y="1541"/>
                    <a:pt x="1072" y="1029"/>
                  </a:cubicBezTo>
                  <a:lnTo>
                    <a:pt x="1572" y="457"/>
                  </a:lnTo>
                  <a:cubicBezTo>
                    <a:pt x="1636" y="381"/>
                    <a:pt x="1727" y="343"/>
                    <a:pt x="1816" y="343"/>
                  </a:cubicBezTo>
                  <a:cubicBezTo>
                    <a:pt x="1908" y="343"/>
                    <a:pt x="2000" y="384"/>
                    <a:pt x="2060" y="469"/>
                  </a:cubicBezTo>
                  <a:lnTo>
                    <a:pt x="2477" y="969"/>
                  </a:lnTo>
                  <a:cubicBezTo>
                    <a:pt x="2512" y="1018"/>
                    <a:pt x="2567" y="1042"/>
                    <a:pt x="2623" y="1042"/>
                  </a:cubicBezTo>
                  <a:cubicBezTo>
                    <a:pt x="2663" y="1042"/>
                    <a:pt x="2704" y="1030"/>
                    <a:pt x="2739" y="1005"/>
                  </a:cubicBezTo>
                  <a:cubicBezTo>
                    <a:pt x="2799" y="933"/>
                    <a:pt x="2799" y="826"/>
                    <a:pt x="2739" y="755"/>
                  </a:cubicBezTo>
                  <a:lnTo>
                    <a:pt x="2322" y="243"/>
                  </a:lnTo>
                  <a:cubicBezTo>
                    <a:pt x="2184" y="81"/>
                    <a:pt x="1991"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66"/>
            <p:cNvSpPr/>
            <p:nvPr/>
          </p:nvSpPr>
          <p:spPr>
            <a:xfrm>
              <a:off x="2362970" y="1994352"/>
              <a:ext cx="98118" cy="333380"/>
            </a:xfrm>
            <a:custGeom>
              <a:avLst/>
              <a:gdLst/>
              <a:ahLst/>
              <a:cxnLst/>
              <a:rect l="l" t="t" r="r" b="b"/>
              <a:pathLst>
                <a:path w="3085" h="10482" extrusionOk="0">
                  <a:moveTo>
                    <a:pt x="2488" y="0"/>
                  </a:moveTo>
                  <a:cubicBezTo>
                    <a:pt x="2461" y="0"/>
                    <a:pt x="2434" y="5"/>
                    <a:pt x="2406" y="16"/>
                  </a:cubicBezTo>
                  <a:cubicBezTo>
                    <a:pt x="2322" y="63"/>
                    <a:pt x="2287" y="171"/>
                    <a:pt x="2334" y="254"/>
                  </a:cubicBezTo>
                  <a:cubicBezTo>
                    <a:pt x="2703" y="1004"/>
                    <a:pt x="2620" y="1623"/>
                    <a:pt x="2632" y="1742"/>
                  </a:cubicBezTo>
                  <a:lnTo>
                    <a:pt x="2227" y="2159"/>
                  </a:lnTo>
                  <a:cubicBezTo>
                    <a:pt x="1965" y="2445"/>
                    <a:pt x="1989" y="2909"/>
                    <a:pt x="2287" y="3147"/>
                  </a:cubicBezTo>
                  <a:lnTo>
                    <a:pt x="2632" y="3433"/>
                  </a:lnTo>
                  <a:lnTo>
                    <a:pt x="2632" y="5957"/>
                  </a:lnTo>
                  <a:cubicBezTo>
                    <a:pt x="2632" y="6326"/>
                    <a:pt x="2513" y="6683"/>
                    <a:pt x="2287" y="6981"/>
                  </a:cubicBezTo>
                  <a:lnTo>
                    <a:pt x="1406" y="8172"/>
                  </a:lnTo>
                  <a:lnTo>
                    <a:pt x="1406" y="4171"/>
                  </a:lnTo>
                  <a:lnTo>
                    <a:pt x="2203" y="3588"/>
                  </a:lnTo>
                  <a:cubicBezTo>
                    <a:pt x="2275" y="3528"/>
                    <a:pt x="2287" y="3433"/>
                    <a:pt x="2251" y="3350"/>
                  </a:cubicBezTo>
                  <a:cubicBezTo>
                    <a:pt x="2215" y="3307"/>
                    <a:pt x="2162" y="3285"/>
                    <a:pt x="2108" y="3285"/>
                  </a:cubicBezTo>
                  <a:cubicBezTo>
                    <a:pt x="2071" y="3285"/>
                    <a:pt x="2034" y="3295"/>
                    <a:pt x="2001" y="3314"/>
                  </a:cubicBezTo>
                  <a:lnTo>
                    <a:pt x="1430" y="3742"/>
                  </a:lnTo>
                  <a:lnTo>
                    <a:pt x="1430" y="230"/>
                  </a:lnTo>
                  <a:cubicBezTo>
                    <a:pt x="1430" y="123"/>
                    <a:pt x="1358" y="51"/>
                    <a:pt x="1251" y="51"/>
                  </a:cubicBezTo>
                  <a:cubicBezTo>
                    <a:pt x="1144" y="51"/>
                    <a:pt x="1072" y="123"/>
                    <a:pt x="1072" y="230"/>
                  </a:cubicBezTo>
                  <a:lnTo>
                    <a:pt x="1072" y="1349"/>
                  </a:lnTo>
                  <a:lnTo>
                    <a:pt x="656" y="992"/>
                  </a:lnTo>
                  <a:cubicBezTo>
                    <a:pt x="622" y="964"/>
                    <a:pt x="579" y="949"/>
                    <a:pt x="537" y="949"/>
                  </a:cubicBezTo>
                  <a:cubicBezTo>
                    <a:pt x="490" y="949"/>
                    <a:pt x="443" y="967"/>
                    <a:pt x="406" y="1004"/>
                  </a:cubicBezTo>
                  <a:cubicBezTo>
                    <a:pt x="346" y="1075"/>
                    <a:pt x="346" y="1183"/>
                    <a:pt x="417" y="1254"/>
                  </a:cubicBezTo>
                  <a:cubicBezTo>
                    <a:pt x="906" y="1683"/>
                    <a:pt x="1037" y="1826"/>
                    <a:pt x="1060" y="1826"/>
                  </a:cubicBezTo>
                  <a:lnTo>
                    <a:pt x="1060" y="5135"/>
                  </a:lnTo>
                  <a:lnTo>
                    <a:pt x="703" y="4814"/>
                  </a:lnTo>
                  <a:cubicBezTo>
                    <a:pt x="663" y="4786"/>
                    <a:pt x="621" y="4771"/>
                    <a:pt x="578" y="4771"/>
                  </a:cubicBezTo>
                  <a:cubicBezTo>
                    <a:pt x="532" y="4771"/>
                    <a:pt x="485" y="4789"/>
                    <a:pt x="441" y="4826"/>
                  </a:cubicBezTo>
                  <a:cubicBezTo>
                    <a:pt x="382" y="4897"/>
                    <a:pt x="382" y="5004"/>
                    <a:pt x="465" y="5076"/>
                  </a:cubicBezTo>
                  <a:lnTo>
                    <a:pt x="1060" y="5636"/>
                  </a:lnTo>
                  <a:lnTo>
                    <a:pt x="1060" y="8267"/>
                  </a:lnTo>
                  <a:lnTo>
                    <a:pt x="358" y="7267"/>
                  </a:lnTo>
                  <a:cubicBezTo>
                    <a:pt x="319" y="7220"/>
                    <a:pt x="261" y="7189"/>
                    <a:pt x="205" y="7189"/>
                  </a:cubicBezTo>
                  <a:cubicBezTo>
                    <a:pt x="174" y="7189"/>
                    <a:pt x="145" y="7198"/>
                    <a:pt x="120" y="7219"/>
                  </a:cubicBezTo>
                  <a:cubicBezTo>
                    <a:pt x="48" y="7279"/>
                    <a:pt x="13" y="7386"/>
                    <a:pt x="72" y="7457"/>
                  </a:cubicBezTo>
                  <a:lnTo>
                    <a:pt x="1072" y="8850"/>
                  </a:lnTo>
                  <a:lnTo>
                    <a:pt x="1072" y="9231"/>
                  </a:lnTo>
                  <a:lnTo>
                    <a:pt x="322" y="8517"/>
                  </a:lnTo>
                  <a:cubicBezTo>
                    <a:pt x="288" y="8483"/>
                    <a:pt x="246" y="8468"/>
                    <a:pt x="203" y="8468"/>
                  </a:cubicBezTo>
                  <a:cubicBezTo>
                    <a:pt x="157" y="8468"/>
                    <a:pt x="110" y="8486"/>
                    <a:pt x="72" y="8517"/>
                  </a:cubicBezTo>
                  <a:cubicBezTo>
                    <a:pt x="1" y="8588"/>
                    <a:pt x="13" y="8695"/>
                    <a:pt x="72" y="8767"/>
                  </a:cubicBezTo>
                  <a:lnTo>
                    <a:pt x="1060" y="9719"/>
                  </a:lnTo>
                  <a:lnTo>
                    <a:pt x="1060" y="10303"/>
                  </a:lnTo>
                  <a:cubicBezTo>
                    <a:pt x="1060" y="10410"/>
                    <a:pt x="1132" y="10481"/>
                    <a:pt x="1239" y="10481"/>
                  </a:cubicBezTo>
                  <a:cubicBezTo>
                    <a:pt x="1334" y="10481"/>
                    <a:pt x="1418" y="10410"/>
                    <a:pt x="1418" y="10303"/>
                  </a:cubicBezTo>
                  <a:lnTo>
                    <a:pt x="1418" y="9719"/>
                  </a:lnTo>
                  <a:lnTo>
                    <a:pt x="2430" y="8695"/>
                  </a:lnTo>
                  <a:cubicBezTo>
                    <a:pt x="2501" y="8624"/>
                    <a:pt x="2501" y="8517"/>
                    <a:pt x="2430" y="8445"/>
                  </a:cubicBezTo>
                  <a:cubicBezTo>
                    <a:pt x="2388" y="8410"/>
                    <a:pt x="2343" y="8392"/>
                    <a:pt x="2299" y="8392"/>
                  </a:cubicBezTo>
                  <a:cubicBezTo>
                    <a:pt x="2254" y="8392"/>
                    <a:pt x="2209" y="8410"/>
                    <a:pt x="2168" y="8445"/>
                  </a:cubicBezTo>
                  <a:lnTo>
                    <a:pt x="1394" y="9219"/>
                  </a:lnTo>
                  <a:lnTo>
                    <a:pt x="1394" y="8767"/>
                  </a:lnTo>
                  <a:lnTo>
                    <a:pt x="2561" y="7183"/>
                  </a:lnTo>
                  <a:cubicBezTo>
                    <a:pt x="2823" y="6826"/>
                    <a:pt x="2965" y="6386"/>
                    <a:pt x="2965" y="5945"/>
                  </a:cubicBezTo>
                  <a:lnTo>
                    <a:pt x="2965" y="3338"/>
                  </a:lnTo>
                  <a:cubicBezTo>
                    <a:pt x="3001" y="3326"/>
                    <a:pt x="2977" y="3266"/>
                    <a:pt x="2930" y="3230"/>
                  </a:cubicBezTo>
                  <a:lnTo>
                    <a:pt x="2513" y="2897"/>
                  </a:lnTo>
                  <a:cubicBezTo>
                    <a:pt x="2370" y="2778"/>
                    <a:pt x="2346" y="2552"/>
                    <a:pt x="2489" y="2421"/>
                  </a:cubicBezTo>
                  <a:cubicBezTo>
                    <a:pt x="2918" y="1956"/>
                    <a:pt x="2989" y="1945"/>
                    <a:pt x="2989" y="1826"/>
                  </a:cubicBezTo>
                  <a:cubicBezTo>
                    <a:pt x="2977" y="1671"/>
                    <a:pt x="3084" y="944"/>
                    <a:pt x="2644" y="99"/>
                  </a:cubicBezTo>
                  <a:cubicBezTo>
                    <a:pt x="2610" y="32"/>
                    <a:pt x="2553" y="0"/>
                    <a:pt x="2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93" name="Google Shape;11793;p66"/>
          <p:cNvSpPr/>
          <p:nvPr/>
        </p:nvSpPr>
        <p:spPr>
          <a:xfrm>
            <a:off x="861520" y="1411385"/>
            <a:ext cx="360160" cy="184628"/>
          </a:xfrm>
          <a:custGeom>
            <a:avLst/>
            <a:gdLst/>
            <a:ahLst/>
            <a:cxnLst/>
            <a:rect l="l" t="t" r="r" b="b"/>
            <a:pathLst>
              <a:path w="11324" h="5805" extrusionOk="0">
                <a:moveTo>
                  <a:pt x="5525" y="339"/>
                </a:moveTo>
                <a:lnTo>
                  <a:pt x="5525" y="4066"/>
                </a:lnTo>
                <a:cubicBezTo>
                  <a:pt x="5430" y="4078"/>
                  <a:pt x="5323" y="4090"/>
                  <a:pt x="5239" y="4125"/>
                </a:cubicBezTo>
                <a:lnTo>
                  <a:pt x="3810" y="684"/>
                </a:lnTo>
                <a:cubicBezTo>
                  <a:pt x="4013" y="601"/>
                  <a:pt x="4239" y="542"/>
                  <a:pt x="4477" y="482"/>
                </a:cubicBezTo>
                <a:lnTo>
                  <a:pt x="4692" y="1542"/>
                </a:lnTo>
                <a:cubicBezTo>
                  <a:pt x="4702" y="1618"/>
                  <a:pt x="4773" y="1674"/>
                  <a:pt x="4858" y="1674"/>
                </a:cubicBezTo>
                <a:cubicBezTo>
                  <a:pt x="4866" y="1674"/>
                  <a:pt x="4874" y="1674"/>
                  <a:pt x="4882" y="1673"/>
                </a:cubicBezTo>
                <a:cubicBezTo>
                  <a:pt x="4965" y="1649"/>
                  <a:pt x="5025" y="1565"/>
                  <a:pt x="5013" y="1470"/>
                </a:cubicBezTo>
                <a:lnTo>
                  <a:pt x="4811" y="422"/>
                </a:lnTo>
                <a:cubicBezTo>
                  <a:pt x="5049" y="375"/>
                  <a:pt x="5263" y="363"/>
                  <a:pt x="5525" y="339"/>
                </a:cubicBezTo>
                <a:close/>
                <a:moveTo>
                  <a:pt x="5846" y="351"/>
                </a:moveTo>
                <a:cubicBezTo>
                  <a:pt x="6085" y="351"/>
                  <a:pt x="6323" y="375"/>
                  <a:pt x="6561" y="422"/>
                </a:cubicBezTo>
                <a:lnTo>
                  <a:pt x="6358" y="1458"/>
                </a:lnTo>
                <a:cubicBezTo>
                  <a:pt x="6335" y="1554"/>
                  <a:pt x="6394" y="1637"/>
                  <a:pt x="6489" y="1661"/>
                </a:cubicBezTo>
                <a:cubicBezTo>
                  <a:pt x="6496" y="1662"/>
                  <a:pt x="6504" y="1662"/>
                  <a:pt x="6511" y="1662"/>
                </a:cubicBezTo>
                <a:cubicBezTo>
                  <a:pt x="6588" y="1662"/>
                  <a:pt x="6669" y="1605"/>
                  <a:pt x="6680" y="1518"/>
                </a:cubicBezTo>
                <a:lnTo>
                  <a:pt x="6894" y="482"/>
                </a:lnTo>
                <a:cubicBezTo>
                  <a:pt x="7109" y="542"/>
                  <a:pt x="7347" y="601"/>
                  <a:pt x="7573" y="684"/>
                </a:cubicBezTo>
                <a:lnTo>
                  <a:pt x="6144" y="4125"/>
                </a:lnTo>
                <a:cubicBezTo>
                  <a:pt x="6061" y="4102"/>
                  <a:pt x="5954" y="4078"/>
                  <a:pt x="5846" y="4066"/>
                </a:cubicBezTo>
                <a:lnTo>
                  <a:pt x="5846" y="351"/>
                </a:lnTo>
                <a:close/>
                <a:moveTo>
                  <a:pt x="3477" y="803"/>
                </a:moveTo>
                <a:lnTo>
                  <a:pt x="4906" y="4232"/>
                </a:lnTo>
                <a:cubicBezTo>
                  <a:pt x="4823" y="4280"/>
                  <a:pt x="4727" y="4328"/>
                  <a:pt x="4644" y="4399"/>
                </a:cubicBezTo>
                <a:lnTo>
                  <a:pt x="2036" y="1792"/>
                </a:lnTo>
                <a:cubicBezTo>
                  <a:pt x="2215" y="1625"/>
                  <a:pt x="2394" y="1470"/>
                  <a:pt x="2584" y="1339"/>
                </a:cubicBezTo>
                <a:lnTo>
                  <a:pt x="3179" y="2232"/>
                </a:lnTo>
                <a:cubicBezTo>
                  <a:pt x="3215" y="2280"/>
                  <a:pt x="3275" y="2316"/>
                  <a:pt x="3322" y="2316"/>
                </a:cubicBezTo>
                <a:cubicBezTo>
                  <a:pt x="3346" y="2316"/>
                  <a:pt x="3382" y="2292"/>
                  <a:pt x="3406" y="2280"/>
                </a:cubicBezTo>
                <a:cubicBezTo>
                  <a:pt x="3477" y="2232"/>
                  <a:pt x="3513" y="2137"/>
                  <a:pt x="3453" y="2042"/>
                </a:cubicBezTo>
                <a:lnTo>
                  <a:pt x="2858" y="1149"/>
                </a:lnTo>
                <a:cubicBezTo>
                  <a:pt x="3048" y="1030"/>
                  <a:pt x="3263" y="911"/>
                  <a:pt x="3477" y="803"/>
                </a:cubicBezTo>
                <a:close/>
                <a:moveTo>
                  <a:pt x="7859" y="803"/>
                </a:moveTo>
                <a:cubicBezTo>
                  <a:pt x="8085" y="911"/>
                  <a:pt x="8287" y="1030"/>
                  <a:pt x="8502" y="1149"/>
                </a:cubicBezTo>
                <a:lnTo>
                  <a:pt x="7906" y="2042"/>
                </a:lnTo>
                <a:cubicBezTo>
                  <a:pt x="7823" y="2161"/>
                  <a:pt x="7906" y="2316"/>
                  <a:pt x="8037" y="2316"/>
                </a:cubicBezTo>
                <a:cubicBezTo>
                  <a:pt x="8097" y="2316"/>
                  <a:pt x="8144" y="2280"/>
                  <a:pt x="8168" y="2232"/>
                </a:cubicBezTo>
                <a:lnTo>
                  <a:pt x="8763" y="1339"/>
                </a:lnTo>
                <a:cubicBezTo>
                  <a:pt x="8954" y="1470"/>
                  <a:pt x="9133" y="1625"/>
                  <a:pt x="9311" y="1792"/>
                </a:cubicBezTo>
                <a:cubicBezTo>
                  <a:pt x="6804" y="4299"/>
                  <a:pt x="6713" y="4400"/>
                  <a:pt x="6696" y="4400"/>
                </a:cubicBezTo>
                <a:cubicBezTo>
                  <a:pt x="6695" y="4400"/>
                  <a:pt x="6694" y="4399"/>
                  <a:pt x="6692" y="4399"/>
                </a:cubicBezTo>
                <a:cubicBezTo>
                  <a:pt x="6608" y="4340"/>
                  <a:pt x="6537" y="4280"/>
                  <a:pt x="6442" y="4232"/>
                </a:cubicBezTo>
                <a:lnTo>
                  <a:pt x="7859" y="803"/>
                </a:lnTo>
                <a:close/>
                <a:moveTo>
                  <a:pt x="9549" y="2042"/>
                </a:moveTo>
                <a:cubicBezTo>
                  <a:pt x="9716" y="2220"/>
                  <a:pt x="9859" y="2399"/>
                  <a:pt x="10002" y="2589"/>
                </a:cubicBezTo>
                <a:lnTo>
                  <a:pt x="9109" y="3185"/>
                </a:lnTo>
                <a:cubicBezTo>
                  <a:pt x="9037" y="3232"/>
                  <a:pt x="9002" y="3340"/>
                  <a:pt x="9061" y="3423"/>
                </a:cubicBezTo>
                <a:cubicBezTo>
                  <a:pt x="9091" y="3475"/>
                  <a:pt x="9139" y="3504"/>
                  <a:pt x="9194" y="3504"/>
                </a:cubicBezTo>
                <a:cubicBezTo>
                  <a:pt x="9227" y="3504"/>
                  <a:pt x="9263" y="3493"/>
                  <a:pt x="9299" y="3470"/>
                </a:cubicBezTo>
                <a:lnTo>
                  <a:pt x="10192" y="2875"/>
                </a:lnTo>
                <a:cubicBezTo>
                  <a:pt x="10311" y="3066"/>
                  <a:pt x="10430" y="3292"/>
                  <a:pt x="10514" y="3506"/>
                </a:cubicBezTo>
                <a:lnTo>
                  <a:pt x="7144" y="4887"/>
                </a:lnTo>
                <a:cubicBezTo>
                  <a:pt x="7085" y="4792"/>
                  <a:pt x="7025" y="4709"/>
                  <a:pt x="6954" y="4637"/>
                </a:cubicBezTo>
                <a:lnTo>
                  <a:pt x="9549" y="2042"/>
                </a:lnTo>
                <a:close/>
                <a:moveTo>
                  <a:pt x="703" y="3780"/>
                </a:moveTo>
                <a:lnTo>
                  <a:pt x="4061" y="5185"/>
                </a:lnTo>
                <a:cubicBezTo>
                  <a:pt x="4037" y="5292"/>
                  <a:pt x="4001" y="5375"/>
                  <a:pt x="3989" y="5483"/>
                </a:cubicBezTo>
                <a:lnTo>
                  <a:pt x="370" y="5483"/>
                </a:lnTo>
                <a:cubicBezTo>
                  <a:pt x="370" y="5245"/>
                  <a:pt x="405" y="5018"/>
                  <a:pt x="429" y="4792"/>
                </a:cubicBezTo>
                <a:lnTo>
                  <a:pt x="1489" y="5006"/>
                </a:lnTo>
                <a:lnTo>
                  <a:pt x="1513" y="5006"/>
                </a:lnTo>
                <a:cubicBezTo>
                  <a:pt x="1596" y="5006"/>
                  <a:pt x="1667" y="4947"/>
                  <a:pt x="1679" y="4875"/>
                </a:cubicBezTo>
                <a:cubicBezTo>
                  <a:pt x="1691" y="4780"/>
                  <a:pt x="1632" y="4697"/>
                  <a:pt x="1548" y="4673"/>
                </a:cubicBezTo>
                <a:lnTo>
                  <a:pt x="489" y="4471"/>
                </a:lnTo>
                <a:cubicBezTo>
                  <a:pt x="548" y="4244"/>
                  <a:pt x="608" y="4006"/>
                  <a:pt x="703" y="3780"/>
                </a:cubicBezTo>
                <a:close/>
                <a:moveTo>
                  <a:pt x="5680" y="4399"/>
                </a:moveTo>
                <a:cubicBezTo>
                  <a:pt x="6335" y="4399"/>
                  <a:pt x="6906" y="4852"/>
                  <a:pt x="7037" y="5483"/>
                </a:cubicBezTo>
                <a:lnTo>
                  <a:pt x="4334" y="5483"/>
                </a:lnTo>
                <a:cubicBezTo>
                  <a:pt x="4465" y="4852"/>
                  <a:pt x="5025" y="4399"/>
                  <a:pt x="5680" y="4399"/>
                </a:cubicBezTo>
                <a:close/>
                <a:moveTo>
                  <a:pt x="5632" y="0"/>
                </a:moveTo>
                <a:cubicBezTo>
                  <a:pt x="4161" y="0"/>
                  <a:pt x="2669" y="573"/>
                  <a:pt x="1513" y="1816"/>
                </a:cubicBezTo>
                <a:cubicBezTo>
                  <a:pt x="1453" y="1899"/>
                  <a:pt x="1453" y="1994"/>
                  <a:pt x="1536" y="2054"/>
                </a:cubicBezTo>
                <a:cubicBezTo>
                  <a:pt x="1570" y="2082"/>
                  <a:pt x="1613" y="2097"/>
                  <a:pt x="1654" y="2097"/>
                </a:cubicBezTo>
                <a:cubicBezTo>
                  <a:pt x="1699" y="2097"/>
                  <a:pt x="1743" y="2079"/>
                  <a:pt x="1775" y="2042"/>
                </a:cubicBezTo>
                <a:cubicBezTo>
                  <a:pt x="1775" y="2030"/>
                  <a:pt x="1786" y="2030"/>
                  <a:pt x="1786" y="2018"/>
                </a:cubicBezTo>
                <a:lnTo>
                  <a:pt x="4394" y="4613"/>
                </a:lnTo>
                <a:cubicBezTo>
                  <a:pt x="4311" y="4697"/>
                  <a:pt x="4251" y="4780"/>
                  <a:pt x="4191" y="4875"/>
                </a:cubicBezTo>
                <a:lnTo>
                  <a:pt x="822" y="3470"/>
                </a:lnTo>
                <a:cubicBezTo>
                  <a:pt x="917" y="3268"/>
                  <a:pt x="1024" y="3042"/>
                  <a:pt x="1143" y="2851"/>
                </a:cubicBezTo>
                <a:cubicBezTo>
                  <a:pt x="2084" y="3459"/>
                  <a:pt x="2036" y="3470"/>
                  <a:pt x="2120" y="3470"/>
                </a:cubicBezTo>
                <a:cubicBezTo>
                  <a:pt x="2286" y="3470"/>
                  <a:pt x="2358" y="3268"/>
                  <a:pt x="2215" y="3161"/>
                </a:cubicBezTo>
                <a:lnTo>
                  <a:pt x="1322" y="2566"/>
                </a:lnTo>
                <a:cubicBezTo>
                  <a:pt x="1322" y="2542"/>
                  <a:pt x="1334" y="2542"/>
                  <a:pt x="1334" y="2530"/>
                </a:cubicBezTo>
                <a:cubicBezTo>
                  <a:pt x="1394" y="2458"/>
                  <a:pt x="1370" y="2351"/>
                  <a:pt x="1286" y="2292"/>
                </a:cubicBezTo>
                <a:cubicBezTo>
                  <a:pt x="1261" y="2271"/>
                  <a:pt x="1232" y="2262"/>
                  <a:pt x="1202" y="2262"/>
                </a:cubicBezTo>
                <a:cubicBezTo>
                  <a:pt x="1146" y="2262"/>
                  <a:pt x="1087" y="2293"/>
                  <a:pt x="1048" y="2339"/>
                </a:cubicBezTo>
                <a:cubicBezTo>
                  <a:pt x="381" y="3256"/>
                  <a:pt x="0" y="4411"/>
                  <a:pt x="0" y="5637"/>
                </a:cubicBezTo>
                <a:cubicBezTo>
                  <a:pt x="0" y="5733"/>
                  <a:pt x="72" y="5804"/>
                  <a:pt x="155" y="5804"/>
                </a:cubicBezTo>
                <a:lnTo>
                  <a:pt x="7740" y="5804"/>
                </a:lnTo>
                <a:cubicBezTo>
                  <a:pt x="7823" y="5804"/>
                  <a:pt x="7894" y="5733"/>
                  <a:pt x="7894" y="5637"/>
                </a:cubicBezTo>
                <a:cubicBezTo>
                  <a:pt x="7894" y="5554"/>
                  <a:pt x="7823" y="5483"/>
                  <a:pt x="7740" y="5483"/>
                </a:cubicBezTo>
                <a:lnTo>
                  <a:pt x="7347" y="5483"/>
                </a:lnTo>
                <a:cubicBezTo>
                  <a:pt x="7335" y="5375"/>
                  <a:pt x="7299" y="5268"/>
                  <a:pt x="7263" y="5161"/>
                </a:cubicBezTo>
                <a:lnTo>
                  <a:pt x="10609" y="3780"/>
                </a:lnTo>
                <a:cubicBezTo>
                  <a:pt x="10692" y="4006"/>
                  <a:pt x="10752" y="4232"/>
                  <a:pt x="10823" y="4471"/>
                </a:cubicBezTo>
                <a:lnTo>
                  <a:pt x="9776" y="4673"/>
                </a:lnTo>
                <a:cubicBezTo>
                  <a:pt x="9692" y="4685"/>
                  <a:pt x="9633" y="4780"/>
                  <a:pt x="9645" y="4864"/>
                </a:cubicBezTo>
                <a:cubicBezTo>
                  <a:pt x="9655" y="4951"/>
                  <a:pt x="9726" y="5008"/>
                  <a:pt x="9811" y="5008"/>
                </a:cubicBezTo>
                <a:cubicBezTo>
                  <a:pt x="9819" y="5008"/>
                  <a:pt x="9827" y="5007"/>
                  <a:pt x="9835" y="5006"/>
                </a:cubicBezTo>
                <a:lnTo>
                  <a:pt x="10883" y="4792"/>
                </a:lnTo>
                <a:cubicBezTo>
                  <a:pt x="10907" y="5018"/>
                  <a:pt x="10942" y="5256"/>
                  <a:pt x="10942" y="5483"/>
                </a:cubicBezTo>
                <a:lnTo>
                  <a:pt x="8394" y="5483"/>
                </a:lnTo>
                <a:cubicBezTo>
                  <a:pt x="8299" y="5483"/>
                  <a:pt x="8228" y="5554"/>
                  <a:pt x="8228" y="5637"/>
                </a:cubicBezTo>
                <a:cubicBezTo>
                  <a:pt x="8228" y="5733"/>
                  <a:pt x="8299" y="5804"/>
                  <a:pt x="8394" y="5804"/>
                </a:cubicBezTo>
                <a:lnTo>
                  <a:pt x="11097" y="5804"/>
                </a:lnTo>
                <a:cubicBezTo>
                  <a:pt x="11192" y="5804"/>
                  <a:pt x="11264" y="5733"/>
                  <a:pt x="11264" y="5637"/>
                </a:cubicBezTo>
                <a:cubicBezTo>
                  <a:pt x="11323" y="4911"/>
                  <a:pt x="11180" y="4185"/>
                  <a:pt x="10895" y="3506"/>
                </a:cubicBezTo>
                <a:cubicBezTo>
                  <a:pt x="9975" y="1275"/>
                  <a:pt x="7827" y="0"/>
                  <a:pt x="5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94" name="Google Shape;11794;p66"/>
          <p:cNvGrpSpPr/>
          <p:nvPr/>
        </p:nvGrpSpPr>
        <p:grpSpPr>
          <a:xfrm>
            <a:off x="3110102" y="1324430"/>
            <a:ext cx="330613" cy="358379"/>
            <a:chOff x="3110102" y="1499880"/>
            <a:chExt cx="330613" cy="358379"/>
          </a:xfrm>
        </p:grpSpPr>
        <p:sp>
          <p:nvSpPr>
            <p:cNvPr id="11795" name="Google Shape;11795;p66"/>
            <p:cNvSpPr/>
            <p:nvPr/>
          </p:nvSpPr>
          <p:spPr>
            <a:xfrm>
              <a:off x="3385024" y="1775979"/>
              <a:ext cx="55341" cy="71211"/>
            </a:xfrm>
            <a:custGeom>
              <a:avLst/>
              <a:gdLst/>
              <a:ahLst/>
              <a:cxnLst/>
              <a:rect l="l" t="t" r="r" b="b"/>
              <a:pathLst>
                <a:path w="1740" h="2239" extrusionOk="0">
                  <a:moveTo>
                    <a:pt x="1248" y="0"/>
                  </a:moveTo>
                  <a:cubicBezTo>
                    <a:pt x="1180" y="0"/>
                    <a:pt x="1124" y="45"/>
                    <a:pt x="1096" y="119"/>
                  </a:cubicBezTo>
                  <a:cubicBezTo>
                    <a:pt x="1072" y="202"/>
                    <a:pt x="1108" y="286"/>
                    <a:pt x="1203" y="321"/>
                  </a:cubicBezTo>
                  <a:cubicBezTo>
                    <a:pt x="1275" y="333"/>
                    <a:pt x="1334" y="369"/>
                    <a:pt x="1406" y="369"/>
                  </a:cubicBezTo>
                  <a:lnTo>
                    <a:pt x="1406" y="1095"/>
                  </a:lnTo>
                  <a:cubicBezTo>
                    <a:pt x="1320" y="1097"/>
                    <a:pt x="1242" y="1097"/>
                    <a:pt x="1171" y="1097"/>
                  </a:cubicBezTo>
                  <a:cubicBezTo>
                    <a:pt x="861" y="1097"/>
                    <a:pt x="689" y="1088"/>
                    <a:pt x="585" y="1088"/>
                  </a:cubicBezTo>
                  <a:cubicBezTo>
                    <a:pt x="472" y="1088"/>
                    <a:pt x="438" y="1098"/>
                    <a:pt x="394" y="1143"/>
                  </a:cubicBezTo>
                  <a:cubicBezTo>
                    <a:pt x="370" y="1167"/>
                    <a:pt x="358" y="1214"/>
                    <a:pt x="358" y="1262"/>
                  </a:cubicBezTo>
                  <a:cubicBezTo>
                    <a:pt x="370" y="1524"/>
                    <a:pt x="263" y="1774"/>
                    <a:pt x="96" y="1953"/>
                  </a:cubicBezTo>
                  <a:cubicBezTo>
                    <a:pt x="1" y="2060"/>
                    <a:pt x="72" y="2238"/>
                    <a:pt x="215" y="2238"/>
                  </a:cubicBezTo>
                  <a:cubicBezTo>
                    <a:pt x="263" y="2238"/>
                    <a:pt x="310" y="2226"/>
                    <a:pt x="334" y="2179"/>
                  </a:cubicBezTo>
                  <a:cubicBezTo>
                    <a:pt x="537" y="1976"/>
                    <a:pt x="667" y="1703"/>
                    <a:pt x="679" y="1417"/>
                  </a:cubicBezTo>
                  <a:lnTo>
                    <a:pt x="1572" y="1417"/>
                  </a:lnTo>
                  <a:cubicBezTo>
                    <a:pt x="1668" y="1417"/>
                    <a:pt x="1739" y="1345"/>
                    <a:pt x="1739" y="1262"/>
                  </a:cubicBezTo>
                  <a:lnTo>
                    <a:pt x="1739" y="238"/>
                  </a:lnTo>
                  <a:cubicBezTo>
                    <a:pt x="1739" y="131"/>
                    <a:pt x="1680" y="60"/>
                    <a:pt x="1572" y="60"/>
                  </a:cubicBezTo>
                  <a:cubicBezTo>
                    <a:pt x="1489" y="60"/>
                    <a:pt x="1382" y="36"/>
                    <a:pt x="1310" y="12"/>
                  </a:cubicBezTo>
                  <a:cubicBezTo>
                    <a:pt x="1289" y="4"/>
                    <a:pt x="1268" y="0"/>
                    <a:pt x="12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6" name="Google Shape;11796;p66"/>
            <p:cNvSpPr/>
            <p:nvPr/>
          </p:nvSpPr>
          <p:spPr>
            <a:xfrm>
              <a:off x="3347176" y="1535501"/>
              <a:ext cx="93189" cy="61765"/>
            </a:xfrm>
            <a:custGeom>
              <a:avLst/>
              <a:gdLst/>
              <a:ahLst/>
              <a:cxnLst/>
              <a:rect l="l" t="t" r="r" b="b"/>
              <a:pathLst>
                <a:path w="2930" h="1942" extrusionOk="0">
                  <a:moveTo>
                    <a:pt x="1703" y="1"/>
                  </a:moveTo>
                  <a:cubicBezTo>
                    <a:pt x="1619" y="1"/>
                    <a:pt x="1524" y="72"/>
                    <a:pt x="1536" y="179"/>
                  </a:cubicBezTo>
                  <a:cubicBezTo>
                    <a:pt x="1572" y="655"/>
                    <a:pt x="1155" y="1132"/>
                    <a:pt x="595" y="1132"/>
                  </a:cubicBezTo>
                  <a:cubicBezTo>
                    <a:pt x="476" y="1132"/>
                    <a:pt x="345" y="1108"/>
                    <a:pt x="250" y="1072"/>
                  </a:cubicBezTo>
                  <a:cubicBezTo>
                    <a:pt x="228" y="1064"/>
                    <a:pt x="206" y="1060"/>
                    <a:pt x="186" y="1060"/>
                  </a:cubicBezTo>
                  <a:cubicBezTo>
                    <a:pt x="118" y="1060"/>
                    <a:pt x="60" y="1101"/>
                    <a:pt x="24" y="1155"/>
                  </a:cubicBezTo>
                  <a:cubicBezTo>
                    <a:pt x="0" y="1251"/>
                    <a:pt x="36" y="1334"/>
                    <a:pt x="119" y="1382"/>
                  </a:cubicBezTo>
                  <a:cubicBezTo>
                    <a:pt x="262" y="1441"/>
                    <a:pt x="429" y="1465"/>
                    <a:pt x="595" y="1465"/>
                  </a:cubicBezTo>
                  <a:cubicBezTo>
                    <a:pt x="1250" y="1465"/>
                    <a:pt x="1798" y="977"/>
                    <a:pt x="1869" y="334"/>
                  </a:cubicBezTo>
                  <a:lnTo>
                    <a:pt x="2596" y="334"/>
                  </a:lnTo>
                  <a:lnTo>
                    <a:pt x="2596" y="1786"/>
                  </a:lnTo>
                  <a:cubicBezTo>
                    <a:pt x="2596" y="1870"/>
                    <a:pt x="2679" y="1941"/>
                    <a:pt x="2762" y="1941"/>
                  </a:cubicBezTo>
                  <a:cubicBezTo>
                    <a:pt x="2858" y="1941"/>
                    <a:pt x="2929" y="1870"/>
                    <a:pt x="2929" y="1786"/>
                  </a:cubicBezTo>
                  <a:lnTo>
                    <a:pt x="2929" y="155"/>
                  </a:lnTo>
                  <a:cubicBezTo>
                    <a:pt x="2929" y="72"/>
                    <a:pt x="2858" y="1"/>
                    <a:pt x="2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7" name="Google Shape;11797;p66"/>
            <p:cNvSpPr/>
            <p:nvPr/>
          </p:nvSpPr>
          <p:spPr>
            <a:xfrm>
              <a:off x="3110102" y="1580728"/>
              <a:ext cx="330613" cy="277530"/>
            </a:xfrm>
            <a:custGeom>
              <a:avLst/>
              <a:gdLst/>
              <a:ahLst/>
              <a:cxnLst/>
              <a:rect l="l" t="t" r="r" b="b"/>
              <a:pathLst>
                <a:path w="10395" h="8726" extrusionOk="0">
                  <a:moveTo>
                    <a:pt x="5044" y="1"/>
                  </a:moveTo>
                  <a:cubicBezTo>
                    <a:pt x="4997" y="1"/>
                    <a:pt x="4950" y="22"/>
                    <a:pt x="4918" y="67"/>
                  </a:cubicBezTo>
                  <a:cubicBezTo>
                    <a:pt x="4251" y="817"/>
                    <a:pt x="4692" y="2055"/>
                    <a:pt x="5704" y="2186"/>
                  </a:cubicBezTo>
                  <a:lnTo>
                    <a:pt x="5704" y="2924"/>
                  </a:lnTo>
                  <a:lnTo>
                    <a:pt x="4823" y="2924"/>
                  </a:lnTo>
                  <a:cubicBezTo>
                    <a:pt x="4739" y="2924"/>
                    <a:pt x="4668" y="2996"/>
                    <a:pt x="4668" y="3079"/>
                  </a:cubicBezTo>
                  <a:cubicBezTo>
                    <a:pt x="4668" y="3630"/>
                    <a:pt x="4207" y="4034"/>
                    <a:pt x="3710" y="4034"/>
                  </a:cubicBezTo>
                  <a:cubicBezTo>
                    <a:pt x="3573" y="4034"/>
                    <a:pt x="3433" y="4003"/>
                    <a:pt x="3299" y="3936"/>
                  </a:cubicBezTo>
                  <a:cubicBezTo>
                    <a:pt x="2977" y="3770"/>
                    <a:pt x="2775" y="3460"/>
                    <a:pt x="2775" y="3079"/>
                  </a:cubicBezTo>
                  <a:cubicBezTo>
                    <a:pt x="2775" y="2996"/>
                    <a:pt x="2704" y="2924"/>
                    <a:pt x="2608" y="2924"/>
                  </a:cubicBezTo>
                  <a:lnTo>
                    <a:pt x="1727" y="2924"/>
                  </a:lnTo>
                  <a:lnTo>
                    <a:pt x="1727" y="2043"/>
                  </a:lnTo>
                  <a:cubicBezTo>
                    <a:pt x="1727" y="1948"/>
                    <a:pt x="1656" y="1877"/>
                    <a:pt x="1572" y="1877"/>
                  </a:cubicBezTo>
                  <a:cubicBezTo>
                    <a:pt x="834" y="1865"/>
                    <a:pt x="394" y="1055"/>
                    <a:pt x="763" y="436"/>
                  </a:cubicBezTo>
                  <a:cubicBezTo>
                    <a:pt x="810" y="364"/>
                    <a:pt x="799" y="257"/>
                    <a:pt x="703" y="210"/>
                  </a:cubicBezTo>
                  <a:cubicBezTo>
                    <a:pt x="679" y="193"/>
                    <a:pt x="650" y="185"/>
                    <a:pt x="621" y="185"/>
                  </a:cubicBezTo>
                  <a:cubicBezTo>
                    <a:pt x="565" y="185"/>
                    <a:pt x="508" y="214"/>
                    <a:pt x="477" y="269"/>
                  </a:cubicBezTo>
                  <a:cubicBezTo>
                    <a:pt x="1" y="1055"/>
                    <a:pt x="501" y="2067"/>
                    <a:pt x="1406" y="2210"/>
                  </a:cubicBezTo>
                  <a:lnTo>
                    <a:pt x="1406" y="3651"/>
                  </a:lnTo>
                  <a:cubicBezTo>
                    <a:pt x="1406" y="3734"/>
                    <a:pt x="1477" y="3817"/>
                    <a:pt x="1572" y="3817"/>
                  </a:cubicBezTo>
                  <a:cubicBezTo>
                    <a:pt x="1656" y="3817"/>
                    <a:pt x="1727" y="3734"/>
                    <a:pt x="1727" y="3651"/>
                  </a:cubicBezTo>
                  <a:lnTo>
                    <a:pt x="1727" y="3246"/>
                  </a:lnTo>
                  <a:lnTo>
                    <a:pt x="2465" y="3246"/>
                  </a:lnTo>
                  <a:cubicBezTo>
                    <a:pt x="2537" y="3817"/>
                    <a:pt x="2977" y="4258"/>
                    <a:pt x="3549" y="4341"/>
                  </a:cubicBezTo>
                  <a:cubicBezTo>
                    <a:pt x="3614" y="4351"/>
                    <a:pt x="3678" y="4356"/>
                    <a:pt x="3742" y="4356"/>
                  </a:cubicBezTo>
                  <a:cubicBezTo>
                    <a:pt x="4376" y="4356"/>
                    <a:pt x="4914" y="3884"/>
                    <a:pt x="4990" y="3246"/>
                  </a:cubicBezTo>
                  <a:lnTo>
                    <a:pt x="5716" y="3246"/>
                  </a:lnTo>
                  <a:lnTo>
                    <a:pt x="5716" y="4127"/>
                  </a:lnTo>
                  <a:cubicBezTo>
                    <a:pt x="5716" y="4210"/>
                    <a:pt x="5799" y="4294"/>
                    <a:pt x="5882" y="4294"/>
                  </a:cubicBezTo>
                  <a:cubicBezTo>
                    <a:pt x="6406" y="4294"/>
                    <a:pt x="6835" y="4722"/>
                    <a:pt x="6835" y="5234"/>
                  </a:cubicBezTo>
                  <a:cubicBezTo>
                    <a:pt x="6835" y="5758"/>
                    <a:pt x="6406" y="6187"/>
                    <a:pt x="5882" y="6187"/>
                  </a:cubicBezTo>
                  <a:cubicBezTo>
                    <a:pt x="5799" y="6187"/>
                    <a:pt x="5716" y="6270"/>
                    <a:pt x="5716" y="6353"/>
                  </a:cubicBezTo>
                  <a:lnTo>
                    <a:pt x="5716" y="7234"/>
                  </a:lnTo>
                  <a:lnTo>
                    <a:pt x="4990" y="7234"/>
                  </a:lnTo>
                  <a:cubicBezTo>
                    <a:pt x="4906" y="7234"/>
                    <a:pt x="4823" y="7306"/>
                    <a:pt x="4823" y="7401"/>
                  </a:cubicBezTo>
                  <a:cubicBezTo>
                    <a:pt x="4823" y="7484"/>
                    <a:pt x="4906" y="7568"/>
                    <a:pt x="4990" y="7568"/>
                  </a:cubicBezTo>
                  <a:lnTo>
                    <a:pt x="6775" y="7568"/>
                  </a:lnTo>
                  <a:cubicBezTo>
                    <a:pt x="6839" y="8230"/>
                    <a:pt x="7403" y="8726"/>
                    <a:pt x="8059" y="8726"/>
                  </a:cubicBezTo>
                  <a:cubicBezTo>
                    <a:pt x="8146" y="8726"/>
                    <a:pt x="8234" y="8717"/>
                    <a:pt x="8323" y="8699"/>
                  </a:cubicBezTo>
                  <a:cubicBezTo>
                    <a:pt x="8419" y="8675"/>
                    <a:pt x="8478" y="8592"/>
                    <a:pt x="8454" y="8496"/>
                  </a:cubicBezTo>
                  <a:cubicBezTo>
                    <a:pt x="8443" y="8420"/>
                    <a:pt x="8373" y="8364"/>
                    <a:pt x="8288" y="8364"/>
                  </a:cubicBezTo>
                  <a:cubicBezTo>
                    <a:pt x="8280" y="8364"/>
                    <a:pt x="8272" y="8364"/>
                    <a:pt x="8264" y="8365"/>
                  </a:cubicBezTo>
                  <a:cubicBezTo>
                    <a:pt x="8195" y="8380"/>
                    <a:pt x="8127" y="8387"/>
                    <a:pt x="8061" y="8387"/>
                  </a:cubicBezTo>
                  <a:cubicBezTo>
                    <a:pt x="7535" y="8387"/>
                    <a:pt x="7089" y="7950"/>
                    <a:pt x="7121" y="7401"/>
                  </a:cubicBezTo>
                  <a:cubicBezTo>
                    <a:pt x="7121" y="7353"/>
                    <a:pt x="7109" y="7306"/>
                    <a:pt x="7073" y="7282"/>
                  </a:cubicBezTo>
                  <a:cubicBezTo>
                    <a:pt x="7034" y="7237"/>
                    <a:pt x="7003" y="7227"/>
                    <a:pt x="6891" y="7227"/>
                  </a:cubicBezTo>
                  <a:cubicBezTo>
                    <a:pt x="6787" y="7227"/>
                    <a:pt x="6613" y="7236"/>
                    <a:pt x="6299" y="7236"/>
                  </a:cubicBezTo>
                  <a:cubicBezTo>
                    <a:pt x="6227" y="7236"/>
                    <a:pt x="6148" y="7236"/>
                    <a:pt x="6061" y="7234"/>
                  </a:cubicBezTo>
                  <a:lnTo>
                    <a:pt x="6061" y="6508"/>
                  </a:lnTo>
                  <a:cubicBezTo>
                    <a:pt x="6811" y="6401"/>
                    <a:pt x="7299" y="5698"/>
                    <a:pt x="7145" y="4972"/>
                  </a:cubicBezTo>
                  <a:cubicBezTo>
                    <a:pt x="7049" y="4472"/>
                    <a:pt x="6633" y="4032"/>
                    <a:pt x="6061" y="3960"/>
                  </a:cubicBezTo>
                  <a:lnTo>
                    <a:pt x="6061" y="3234"/>
                  </a:lnTo>
                  <a:lnTo>
                    <a:pt x="6787" y="3234"/>
                  </a:lnTo>
                  <a:cubicBezTo>
                    <a:pt x="6878" y="3888"/>
                    <a:pt x="7448" y="4334"/>
                    <a:pt x="8061" y="4334"/>
                  </a:cubicBezTo>
                  <a:cubicBezTo>
                    <a:pt x="8252" y="4334"/>
                    <a:pt x="8447" y="4291"/>
                    <a:pt x="8633" y="4198"/>
                  </a:cubicBezTo>
                  <a:cubicBezTo>
                    <a:pt x="9026" y="4008"/>
                    <a:pt x="9276" y="3651"/>
                    <a:pt x="9335" y="3234"/>
                  </a:cubicBezTo>
                  <a:lnTo>
                    <a:pt x="10062" y="3234"/>
                  </a:lnTo>
                  <a:lnTo>
                    <a:pt x="10062" y="3960"/>
                  </a:lnTo>
                  <a:cubicBezTo>
                    <a:pt x="9109" y="4091"/>
                    <a:pt x="8633" y="5246"/>
                    <a:pt x="9228" y="6020"/>
                  </a:cubicBezTo>
                  <a:cubicBezTo>
                    <a:pt x="9262" y="6060"/>
                    <a:pt x="9311" y="6082"/>
                    <a:pt x="9360" y="6082"/>
                  </a:cubicBezTo>
                  <a:cubicBezTo>
                    <a:pt x="9398" y="6082"/>
                    <a:pt x="9435" y="6069"/>
                    <a:pt x="9466" y="6044"/>
                  </a:cubicBezTo>
                  <a:cubicBezTo>
                    <a:pt x="9550" y="5984"/>
                    <a:pt x="9562" y="5877"/>
                    <a:pt x="9502" y="5806"/>
                  </a:cubicBezTo>
                  <a:cubicBezTo>
                    <a:pt x="9026" y="5198"/>
                    <a:pt x="9454" y="4294"/>
                    <a:pt x="10228" y="4270"/>
                  </a:cubicBezTo>
                  <a:cubicBezTo>
                    <a:pt x="10324" y="4270"/>
                    <a:pt x="10395" y="4198"/>
                    <a:pt x="10395" y="4103"/>
                  </a:cubicBezTo>
                  <a:lnTo>
                    <a:pt x="10395" y="1007"/>
                  </a:lnTo>
                  <a:cubicBezTo>
                    <a:pt x="10383" y="936"/>
                    <a:pt x="10312" y="865"/>
                    <a:pt x="10216" y="865"/>
                  </a:cubicBezTo>
                  <a:cubicBezTo>
                    <a:pt x="10133" y="865"/>
                    <a:pt x="10050" y="936"/>
                    <a:pt x="10050" y="1031"/>
                  </a:cubicBezTo>
                  <a:lnTo>
                    <a:pt x="10050" y="2900"/>
                  </a:lnTo>
                  <a:lnTo>
                    <a:pt x="9157" y="2900"/>
                  </a:lnTo>
                  <a:cubicBezTo>
                    <a:pt x="9073" y="2900"/>
                    <a:pt x="8990" y="2984"/>
                    <a:pt x="8990" y="3067"/>
                  </a:cubicBezTo>
                  <a:cubicBezTo>
                    <a:pt x="8990" y="3293"/>
                    <a:pt x="8907" y="3520"/>
                    <a:pt x="8740" y="3698"/>
                  </a:cubicBezTo>
                  <a:cubicBezTo>
                    <a:pt x="8542" y="3912"/>
                    <a:pt x="8291" y="4008"/>
                    <a:pt x="8045" y="4008"/>
                  </a:cubicBezTo>
                  <a:cubicBezTo>
                    <a:pt x="7564" y="4008"/>
                    <a:pt x="7101" y="3642"/>
                    <a:pt x="7085" y="3067"/>
                  </a:cubicBezTo>
                  <a:cubicBezTo>
                    <a:pt x="7085" y="2984"/>
                    <a:pt x="7014" y="2900"/>
                    <a:pt x="6930" y="2900"/>
                  </a:cubicBezTo>
                  <a:lnTo>
                    <a:pt x="6049" y="2900"/>
                  </a:lnTo>
                  <a:lnTo>
                    <a:pt x="6049" y="2031"/>
                  </a:lnTo>
                  <a:cubicBezTo>
                    <a:pt x="6049" y="1936"/>
                    <a:pt x="5978" y="1865"/>
                    <a:pt x="5882" y="1865"/>
                  </a:cubicBezTo>
                  <a:cubicBezTo>
                    <a:pt x="5061" y="1865"/>
                    <a:pt x="4632" y="900"/>
                    <a:pt x="5168" y="281"/>
                  </a:cubicBezTo>
                  <a:cubicBezTo>
                    <a:pt x="5228" y="210"/>
                    <a:pt x="5228" y="103"/>
                    <a:pt x="5156" y="43"/>
                  </a:cubicBezTo>
                  <a:cubicBezTo>
                    <a:pt x="5123" y="16"/>
                    <a:pt x="5083" y="1"/>
                    <a:pt x="50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66"/>
            <p:cNvSpPr/>
            <p:nvPr/>
          </p:nvSpPr>
          <p:spPr>
            <a:xfrm>
              <a:off x="3139267" y="1504428"/>
              <a:ext cx="77668" cy="78113"/>
            </a:xfrm>
            <a:custGeom>
              <a:avLst/>
              <a:gdLst/>
              <a:ahLst/>
              <a:cxnLst/>
              <a:rect l="l" t="t" r="r" b="b"/>
              <a:pathLst>
                <a:path w="2442" h="2456" extrusionOk="0">
                  <a:moveTo>
                    <a:pt x="2255" y="1"/>
                  </a:moveTo>
                  <a:cubicBezTo>
                    <a:pt x="2226" y="1"/>
                    <a:pt x="2196" y="9"/>
                    <a:pt x="2168" y="25"/>
                  </a:cubicBezTo>
                  <a:cubicBezTo>
                    <a:pt x="1810" y="216"/>
                    <a:pt x="1572" y="573"/>
                    <a:pt x="1513" y="978"/>
                  </a:cubicBezTo>
                  <a:lnTo>
                    <a:pt x="620" y="978"/>
                  </a:lnTo>
                  <a:cubicBezTo>
                    <a:pt x="536" y="978"/>
                    <a:pt x="465" y="1049"/>
                    <a:pt x="465" y="1132"/>
                  </a:cubicBezTo>
                  <a:lnTo>
                    <a:pt x="465" y="2025"/>
                  </a:lnTo>
                  <a:cubicBezTo>
                    <a:pt x="346" y="2049"/>
                    <a:pt x="215" y="2073"/>
                    <a:pt x="120" y="2132"/>
                  </a:cubicBezTo>
                  <a:cubicBezTo>
                    <a:pt x="24" y="2180"/>
                    <a:pt x="1" y="2263"/>
                    <a:pt x="24" y="2359"/>
                  </a:cubicBezTo>
                  <a:cubicBezTo>
                    <a:pt x="60" y="2420"/>
                    <a:pt x="121" y="2456"/>
                    <a:pt x="184" y="2456"/>
                  </a:cubicBezTo>
                  <a:cubicBezTo>
                    <a:pt x="206" y="2456"/>
                    <a:pt x="229" y="2451"/>
                    <a:pt x="251" y="2442"/>
                  </a:cubicBezTo>
                  <a:cubicBezTo>
                    <a:pt x="370" y="2382"/>
                    <a:pt x="501" y="2359"/>
                    <a:pt x="620" y="2359"/>
                  </a:cubicBezTo>
                  <a:cubicBezTo>
                    <a:pt x="715" y="2359"/>
                    <a:pt x="786" y="2275"/>
                    <a:pt x="786" y="2192"/>
                  </a:cubicBezTo>
                  <a:lnTo>
                    <a:pt x="786" y="1299"/>
                  </a:lnTo>
                  <a:lnTo>
                    <a:pt x="1667" y="1299"/>
                  </a:lnTo>
                  <a:cubicBezTo>
                    <a:pt x="1751" y="1299"/>
                    <a:pt x="1834" y="1228"/>
                    <a:pt x="1834" y="1132"/>
                  </a:cubicBezTo>
                  <a:cubicBezTo>
                    <a:pt x="1834" y="1132"/>
                    <a:pt x="1810" y="585"/>
                    <a:pt x="2322" y="299"/>
                  </a:cubicBezTo>
                  <a:cubicBezTo>
                    <a:pt x="2406" y="263"/>
                    <a:pt x="2441" y="168"/>
                    <a:pt x="2394" y="85"/>
                  </a:cubicBezTo>
                  <a:cubicBezTo>
                    <a:pt x="2362" y="30"/>
                    <a:pt x="2311"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66"/>
            <p:cNvSpPr/>
            <p:nvPr/>
          </p:nvSpPr>
          <p:spPr>
            <a:xfrm>
              <a:off x="3226381" y="1499880"/>
              <a:ext cx="116279" cy="82661"/>
            </a:xfrm>
            <a:custGeom>
              <a:avLst/>
              <a:gdLst/>
              <a:ahLst/>
              <a:cxnLst/>
              <a:rect l="l" t="t" r="r" b="b"/>
              <a:pathLst>
                <a:path w="3656" h="2599" extrusionOk="0">
                  <a:moveTo>
                    <a:pt x="170" y="0"/>
                  </a:moveTo>
                  <a:cubicBezTo>
                    <a:pt x="83" y="0"/>
                    <a:pt x="12" y="67"/>
                    <a:pt x="12" y="144"/>
                  </a:cubicBezTo>
                  <a:cubicBezTo>
                    <a:pt x="0" y="239"/>
                    <a:pt x="71" y="323"/>
                    <a:pt x="155" y="323"/>
                  </a:cubicBezTo>
                  <a:cubicBezTo>
                    <a:pt x="631" y="370"/>
                    <a:pt x="1024" y="775"/>
                    <a:pt x="1024" y="1275"/>
                  </a:cubicBezTo>
                  <a:cubicBezTo>
                    <a:pt x="1024" y="1371"/>
                    <a:pt x="1095" y="1442"/>
                    <a:pt x="1191" y="1442"/>
                  </a:cubicBezTo>
                  <a:lnTo>
                    <a:pt x="2084" y="1442"/>
                  </a:lnTo>
                  <a:lnTo>
                    <a:pt x="2084" y="2168"/>
                  </a:lnTo>
                  <a:cubicBezTo>
                    <a:pt x="1965" y="2192"/>
                    <a:pt x="1822" y="2228"/>
                    <a:pt x="1738" y="2275"/>
                  </a:cubicBezTo>
                  <a:cubicBezTo>
                    <a:pt x="1643" y="2299"/>
                    <a:pt x="1619" y="2406"/>
                    <a:pt x="1643" y="2502"/>
                  </a:cubicBezTo>
                  <a:cubicBezTo>
                    <a:pt x="1669" y="2563"/>
                    <a:pt x="1735" y="2599"/>
                    <a:pt x="1801" y="2599"/>
                  </a:cubicBezTo>
                  <a:cubicBezTo>
                    <a:pt x="1824" y="2599"/>
                    <a:pt x="1848" y="2594"/>
                    <a:pt x="1869" y="2585"/>
                  </a:cubicBezTo>
                  <a:cubicBezTo>
                    <a:pt x="1988" y="2549"/>
                    <a:pt x="2107" y="2514"/>
                    <a:pt x="2238" y="2514"/>
                  </a:cubicBezTo>
                  <a:cubicBezTo>
                    <a:pt x="2334" y="2514"/>
                    <a:pt x="2405" y="2442"/>
                    <a:pt x="2405" y="2347"/>
                  </a:cubicBezTo>
                  <a:lnTo>
                    <a:pt x="2405" y="1454"/>
                  </a:lnTo>
                  <a:lnTo>
                    <a:pt x="3131" y="1454"/>
                  </a:lnTo>
                  <a:cubicBezTo>
                    <a:pt x="3167" y="1668"/>
                    <a:pt x="3227" y="1859"/>
                    <a:pt x="3346" y="2025"/>
                  </a:cubicBezTo>
                  <a:cubicBezTo>
                    <a:pt x="3376" y="2072"/>
                    <a:pt x="3427" y="2098"/>
                    <a:pt x="3485" y="2098"/>
                  </a:cubicBezTo>
                  <a:cubicBezTo>
                    <a:pt x="3516" y="2098"/>
                    <a:pt x="3550" y="2090"/>
                    <a:pt x="3584" y="2073"/>
                  </a:cubicBezTo>
                  <a:cubicBezTo>
                    <a:pt x="3643" y="2013"/>
                    <a:pt x="3655" y="1906"/>
                    <a:pt x="3620" y="1823"/>
                  </a:cubicBezTo>
                  <a:cubicBezTo>
                    <a:pt x="3500" y="1656"/>
                    <a:pt x="3453" y="1442"/>
                    <a:pt x="3453" y="1299"/>
                  </a:cubicBezTo>
                  <a:cubicBezTo>
                    <a:pt x="3453" y="1204"/>
                    <a:pt x="3381" y="1121"/>
                    <a:pt x="3286" y="1121"/>
                  </a:cubicBezTo>
                  <a:lnTo>
                    <a:pt x="1334" y="1121"/>
                  </a:lnTo>
                  <a:cubicBezTo>
                    <a:pt x="1262" y="525"/>
                    <a:pt x="774" y="61"/>
                    <a:pt x="191" y="1"/>
                  </a:cubicBezTo>
                  <a:cubicBezTo>
                    <a:pt x="183" y="0"/>
                    <a:pt x="177"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66"/>
            <p:cNvSpPr/>
            <p:nvPr/>
          </p:nvSpPr>
          <p:spPr>
            <a:xfrm>
              <a:off x="3179786" y="1775216"/>
              <a:ext cx="86764" cy="46594"/>
            </a:xfrm>
            <a:custGeom>
              <a:avLst/>
              <a:gdLst/>
              <a:ahLst/>
              <a:cxnLst/>
              <a:rect l="l" t="t" r="r" b="b"/>
              <a:pathLst>
                <a:path w="2728" h="1465" extrusionOk="0">
                  <a:moveTo>
                    <a:pt x="1525" y="0"/>
                  </a:moveTo>
                  <a:cubicBezTo>
                    <a:pt x="870" y="0"/>
                    <a:pt x="322" y="500"/>
                    <a:pt x="239" y="1131"/>
                  </a:cubicBezTo>
                  <a:lnTo>
                    <a:pt x="167" y="1131"/>
                  </a:lnTo>
                  <a:cubicBezTo>
                    <a:pt x="84" y="1131"/>
                    <a:pt x="1" y="1215"/>
                    <a:pt x="1" y="1298"/>
                  </a:cubicBezTo>
                  <a:cubicBezTo>
                    <a:pt x="1" y="1393"/>
                    <a:pt x="84" y="1465"/>
                    <a:pt x="167" y="1465"/>
                  </a:cubicBezTo>
                  <a:lnTo>
                    <a:pt x="405" y="1465"/>
                  </a:lnTo>
                  <a:cubicBezTo>
                    <a:pt x="501" y="1465"/>
                    <a:pt x="584" y="1393"/>
                    <a:pt x="572" y="1286"/>
                  </a:cubicBezTo>
                  <a:cubicBezTo>
                    <a:pt x="560" y="798"/>
                    <a:pt x="953" y="322"/>
                    <a:pt x="1525" y="322"/>
                  </a:cubicBezTo>
                  <a:cubicBezTo>
                    <a:pt x="1882" y="322"/>
                    <a:pt x="2227" y="524"/>
                    <a:pt x="2382" y="857"/>
                  </a:cubicBezTo>
                  <a:cubicBezTo>
                    <a:pt x="2415" y="915"/>
                    <a:pt x="2471" y="950"/>
                    <a:pt x="2530" y="950"/>
                  </a:cubicBezTo>
                  <a:cubicBezTo>
                    <a:pt x="2556" y="950"/>
                    <a:pt x="2583" y="943"/>
                    <a:pt x="2608" y="929"/>
                  </a:cubicBezTo>
                  <a:cubicBezTo>
                    <a:pt x="2679" y="905"/>
                    <a:pt x="2727" y="810"/>
                    <a:pt x="2679" y="738"/>
                  </a:cubicBezTo>
                  <a:cubicBezTo>
                    <a:pt x="2477" y="286"/>
                    <a:pt x="2013"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66"/>
            <p:cNvSpPr/>
            <p:nvPr/>
          </p:nvSpPr>
          <p:spPr>
            <a:xfrm>
              <a:off x="3154024" y="1712337"/>
              <a:ext cx="15203" cy="109473"/>
            </a:xfrm>
            <a:custGeom>
              <a:avLst/>
              <a:gdLst/>
              <a:ahLst/>
              <a:cxnLst/>
              <a:rect l="l" t="t" r="r" b="b"/>
              <a:pathLst>
                <a:path w="478" h="3442" extrusionOk="0">
                  <a:moveTo>
                    <a:pt x="156" y="1"/>
                  </a:moveTo>
                  <a:cubicBezTo>
                    <a:pt x="72" y="1"/>
                    <a:pt x="1" y="72"/>
                    <a:pt x="1" y="167"/>
                  </a:cubicBezTo>
                  <a:lnTo>
                    <a:pt x="1" y="3275"/>
                  </a:lnTo>
                  <a:cubicBezTo>
                    <a:pt x="1" y="3370"/>
                    <a:pt x="72" y="3442"/>
                    <a:pt x="156" y="3442"/>
                  </a:cubicBezTo>
                  <a:lnTo>
                    <a:pt x="310" y="3442"/>
                  </a:lnTo>
                  <a:cubicBezTo>
                    <a:pt x="394" y="3442"/>
                    <a:pt x="477" y="3370"/>
                    <a:pt x="477" y="3275"/>
                  </a:cubicBezTo>
                  <a:cubicBezTo>
                    <a:pt x="477" y="3203"/>
                    <a:pt x="418" y="3132"/>
                    <a:pt x="322" y="3108"/>
                  </a:cubicBez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2" name="Google Shape;11802;p66"/>
          <p:cNvSpPr/>
          <p:nvPr/>
        </p:nvSpPr>
        <p:spPr>
          <a:xfrm>
            <a:off x="3196834" y="1778764"/>
            <a:ext cx="118537" cy="373518"/>
          </a:xfrm>
          <a:custGeom>
            <a:avLst/>
            <a:gdLst/>
            <a:ahLst/>
            <a:cxnLst/>
            <a:rect l="l" t="t" r="r" b="b"/>
            <a:pathLst>
              <a:path w="3727" h="11744" extrusionOk="0">
                <a:moveTo>
                  <a:pt x="3273" y="1"/>
                </a:moveTo>
                <a:cubicBezTo>
                  <a:pt x="2520" y="1"/>
                  <a:pt x="1832" y="264"/>
                  <a:pt x="1239" y="802"/>
                </a:cubicBezTo>
                <a:cubicBezTo>
                  <a:pt x="762" y="1254"/>
                  <a:pt x="453" y="1790"/>
                  <a:pt x="286" y="2147"/>
                </a:cubicBezTo>
                <a:cubicBezTo>
                  <a:pt x="238" y="2230"/>
                  <a:pt x="286" y="2337"/>
                  <a:pt x="381" y="2385"/>
                </a:cubicBezTo>
                <a:cubicBezTo>
                  <a:pt x="404" y="2398"/>
                  <a:pt x="428" y="2404"/>
                  <a:pt x="452" y="2404"/>
                </a:cubicBezTo>
                <a:cubicBezTo>
                  <a:pt x="518" y="2404"/>
                  <a:pt x="585" y="2360"/>
                  <a:pt x="619" y="2290"/>
                </a:cubicBezTo>
                <a:cubicBezTo>
                  <a:pt x="1148" y="1163"/>
                  <a:pt x="2035" y="349"/>
                  <a:pt x="3314" y="349"/>
                </a:cubicBezTo>
                <a:cubicBezTo>
                  <a:pt x="3333" y="349"/>
                  <a:pt x="3351" y="349"/>
                  <a:pt x="3370" y="349"/>
                </a:cubicBezTo>
                <a:cubicBezTo>
                  <a:pt x="3084" y="694"/>
                  <a:pt x="2858" y="1040"/>
                  <a:pt x="2727" y="1421"/>
                </a:cubicBezTo>
                <a:cubicBezTo>
                  <a:pt x="2489" y="2135"/>
                  <a:pt x="2739" y="2564"/>
                  <a:pt x="2846" y="2814"/>
                </a:cubicBezTo>
                <a:cubicBezTo>
                  <a:pt x="3179" y="3611"/>
                  <a:pt x="2644" y="4540"/>
                  <a:pt x="1786" y="4588"/>
                </a:cubicBezTo>
                <a:cubicBezTo>
                  <a:pt x="1761" y="4588"/>
                  <a:pt x="1725" y="4589"/>
                  <a:pt x="1681" y="4589"/>
                </a:cubicBezTo>
                <a:cubicBezTo>
                  <a:pt x="1560" y="4589"/>
                  <a:pt x="1374" y="4577"/>
                  <a:pt x="1155" y="4481"/>
                </a:cubicBezTo>
                <a:cubicBezTo>
                  <a:pt x="584" y="4231"/>
                  <a:pt x="274" y="3576"/>
                  <a:pt x="393" y="2897"/>
                </a:cubicBezTo>
                <a:cubicBezTo>
                  <a:pt x="405" y="2814"/>
                  <a:pt x="346" y="2718"/>
                  <a:pt x="238" y="2695"/>
                </a:cubicBezTo>
                <a:cubicBezTo>
                  <a:pt x="231" y="2694"/>
                  <a:pt x="224" y="2693"/>
                  <a:pt x="217" y="2693"/>
                </a:cubicBezTo>
                <a:cubicBezTo>
                  <a:pt x="139" y="2693"/>
                  <a:pt x="58" y="2750"/>
                  <a:pt x="36" y="2837"/>
                </a:cubicBezTo>
                <a:cubicBezTo>
                  <a:pt x="24" y="2957"/>
                  <a:pt x="0" y="3064"/>
                  <a:pt x="0" y="3183"/>
                </a:cubicBezTo>
                <a:cubicBezTo>
                  <a:pt x="0" y="3826"/>
                  <a:pt x="298" y="4361"/>
                  <a:pt x="750" y="4659"/>
                </a:cubicBezTo>
                <a:cubicBezTo>
                  <a:pt x="393" y="6921"/>
                  <a:pt x="441" y="9553"/>
                  <a:pt x="1465" y="11612"/>
                </a:cubicBezTo>
                <a:cubicBezTo>
                  <a:pt x="1501" y="11684"/>
                  <a:pt x="1584" y="11743"/>
                  <a:pt x="1667" y="11743"/>
                </a:cubicBezTo>
                <a:cubicBezTo>
                  <a:pt x="1762" y="11743"/>
                  <a:pt x="1834" y="11696"/>
                  <a:pt x="1882" y="11612"/>
                </a:cubicBezTo>
                <a:cubicBezTo>
                  <a:pt x="2143" y="11077"/>
                  <a:pt x="2358" y="10457"/>
                  <a:pt x="2501" y="9803"/>
                </a:cubicBezTo>
                <a:cubicBezTo>
                  <a:pt x="2524" y="9719"/>
                  <a:pt x="2477" y="9612"/>
                  <a:pt x="2370" y="9600"/>
                </a:cubicBezTo>
                <a:cubicBezTo>
                  <a:pt x="2360" y="9599"/>
                  <a:pt x="2349" y="9598"/>
                  <a:pt x="2338" y="9598"/>
                </a:cubicBezTo>
                <a:cubicBezTo>
                  <a:pt x="2262" y="9598"/>
                  <a:pt x="2178" y="9637"/>
                  <a:pt x="2167" y="9731"/>
                </a:cubicBezTo>
                <a:cubicBezTo>
                  <a:pt x="2048" y="10267"/>
                  <a:pt x="1870" y="10779"/>
                  <a:pt x="1667" y="11231"/>
                </a:cubicBezTo>
                <a:cubicBezTo>
                  <a:pt x="1060" y="9862"/>
                  <a:pt x="869" y="8302"/>
                  <a:pt x="893" y="6814"/>
                </a:cubicBezTo>
                <a:lnTo>
                  <a:pt x="1155" y="6814"/>
                </a:lnTo>
                <a:cubicBezTo>
                  <a:pt x="1250" y="6814"/>
                  <a:pt x="1334" y="6743"/>
                  <a:pt x="1334" y="6636"/>
                </a:cubicBezTo>
                <a:cubicBezTo>
                  <a:pt x="1334" y="6552"/>
                  <a:pt x="1250" y="6457"/>
                  <a:pt x="1155" y="6457"/>
                </a:cubicBezTo>
                <a:lnTo>
                  <a:pt x="917" y="6457"/>
                </a:lnTo>
                <a:cubicBezTo>
                  <a:pt x="917" y="6397"/>
                  <a:pt x="929" y="6112"/>
                  <a:pt x="953" y="5838"/>
                </a:cubicBezTo>
                <a:lnTo>
                  <a:pt x="1584" y="5838"/>
                </a:lnTo>
                <a:cubicBezTo>
                  <a:pt x="1691" y="5838"/>
                  <a:pt x="1762" y="5755"/>
                  <a:pt x="1762" y="5659"/>
                </a:cubicBezTo>
                <a:cubicBezTo>
                  <a:pt x="1762" y="5552"/>
                  <a:pt x="1691" y="5481"/>
                  <a:pt x="1584" y="5481"/>
                </a:cubicBezTo>
                <a:lnTo>
                  <a:pt x="989" y="5481"/>
                </a:lnTo>
                <a:cubicBezTo>
                  <a:pt x="1012" y="5243"/>
                  <a:pt x="1048" y="5016"/>
                  <a:pt x="1072" y="4814"/>
                </a:cubicBezTo>
                <a:cubicBezTo>
                  <a:pt x="1250" y="4879"/>
                  <a:pt x="1456" y="4912"/>
                  <a:pt x="1661" y="4912"/>
                </a:cubicBezTo>
                <a:cubicBezTo>
                  <a:pt x="1867" y="4912"/>
                  <a:pt x="2072" y="4879"/>
                  <a:pt x="2251" y="4814"/>
                </a:cubicBezTo>
                <a:cubicBezTo>
                  <a:pt x="2286" y="5016"/>
                  <a:pt x="2310" y="5243"/>
                  <a:pt x="2346" y="5481"/>
                </a:cubicBezTo>
                <a:lnTo>
                  <a:pt x="2286" y="5481"/>
                </a:lnTo>
                <a:cubicBezTo>
                  <a:pt x="2191" y="5481"/>
                  <a:pt x="2108" y="5552"/>
                  <a:pt x="2108" y="5659"/>
                </a:cubicBezTo>
                <a:cubicBezTo>
                  <a:pt x="2108" y="5755"/>
                  <a:pt x="2179" y="5838"/>
                  <a:pt x="2286" y="5838"/>
                </a:cubicBezTo>
                <a:lnTo>
                  <a:pt x="2370" y="5838"/>
                </a:lnTo>
                <a:cubicBezTo>
                  <a:pt x="2382" y="6052"/>
                  <a:pt x="2405" y="6231"/>
                  <a:pt x="2417" y="6457"/>
                </a:cubicBezTo>
                <a:lnTo>
                  <a:pt x="1870" y="6457"/>
                </a:lnTo>
                <a:cubicBezTo>
                  <a:pt x="1774" y="6457"/>
                  <a:pt x="1691" y="6528"/>
                  <a:pt x="1691" y="6636"/>
                </a:cubicBezTo>
                <a:cubicBezTo>
                  <a:pt x="1691" y="6743"/>
                  <a:pt x="1762" y="6814"/>
                  <a:pt x="1870" y="6814"/>
                </a:cubicBezTo>
                <a:lnTo>
                  <a:pt x="2441" y="6814"/>
                </a:lnTo>
                <a:cubicBezTo>
                  <a:pt x="2465" y="7540"/>
                  <a:pt x="2429" y="8314"/>
                  <a:pt x="2310" y="9064"/>
                </a:cubicBezTo>
                <a:cubicBezTo>
                  <a:pt x="2298" y="9160"/>
                  <a:pt x="2358" y="9243"/>
                  <a:pt x="2465" y="9255"/>
                </a:cubicBezTo>
                <a:cubicBezTo>
                  <a:pt x="2476" y="9258"/>
                  <a:pt x="2487" y="9260"/>
                  <a:pt x="2498" y="9260"/>
                </a:cubicBezTo>
                <a:cubicBezTo>
                  <a:pt x="2572" y="9260"/>
                  <a:pt x="2645" y="9195"/>
                  <a:pt x="2655" y="9112"/>
                </a:cubicBezTo>
                <a:cubicBezTo>
                  <a:pt x="2882" y="7671"/>
                  <a:pt x="2834" y="6088"/>
                  <a:pt x="2596" y="4647"/>
                </a:cubicBezTo>
                <a:cubicBezTo>
                  <a:pt x="3191" y="4231"/>
                  <a:pt x="3477" y="3409"/>
                  <a:pt x="3179" y="2659"/>
                </a:cubicBezTo>
                <a:cubicBezTo>
                  <a:pt x="3072" y="2397"/>
                  <a:pt x="2691" y="1849"/>
                  <a:pt x="3417" y="849"/>
                </a:cubicBezTo>
                <a:cubicBezTo>
                  <a:pt x="3667" y="492"/>
                  <a:pt x="3727" y="492"/>
                  <a:pt x="3727" y="325"/>
                </a:cubicBezTo>
                <a:cubicBezTo>
                  <a:pt x="3727" y="147"/>
                  <a:pt x="3596" y="16"/>
                  <a:pt x="3417" y="4"/>
                </a:cubicBezTo>
                <a:cubicBezTo>
                  <a:pt x="3369" y="2"/>
                  <a:pt x="3321" y="1"/>
                  <a:pt x="3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03" name="Google Shape;11803;p66"/>
          <p:cNvGrpSpPr/>
          <p:nvPr/>
        </p:nvGrpSpPr>
        <p:grpSpPr>
          <a:xfrm>
            <a:off x="3485575" y="1824309"/>
            <a:ext cx="373772" cy="284050"/>
            <a:chOff x="3531200" y="1999759"/>
            <a:chExt cx="373772" cy="284050"/>
          </a:xfrm>
        </p:grpSpPr>
        <p:sp>
          <p:nvSpPr>
            <p:cNvPr id="11804" name="Google Shape;11804;p66"/>
            <p:cNvSpPr/>
            <p:nvPr/>
          </p:nvSpPr>
          <p:spPr>
            <a:xfrm>
              <a:off x="3531200" y="1999759"/>
              <a:ext cx="373772" cy="283669"/>
            </a:xfrm>
            <a:custGeom>
              <a:avLst/>
              <a:gdLst/>
              <a:ahLst/>
              <a:cxnLst/>
              <a:rect l="l" t="t" r="r" b="b"/>
              <a:pathLst>
                <a:path w="11752" h="8919" extrusionOk="0">
                  <a:moveTo>
                    <a:pt x="1024" y="1"/>
                  </a:moveTo>
                  <a:cubicBezTo>
                    <a:pt x="465" y="1"/>
                    <a:pt x="1" y="465"/>
                    <a:pt x="1" y="1024"/>
                  </a:cubicBezTo>
                  <a:lnTo>
                    <a:pt x="1" y="7847"/>
                  </a:lnTo>
                  <a:cubicBezTo>
                    <a:pt x="1" y="8418"/>
                    <a:pt x="477" y="8918"/>
                    <a:pt x="1072" y="8918"/>
                  </a:cubicBezTo>
                  <a:lnTo>
                    <a:pt x="4513" y="8918"/>
                  </a:lnTo>
                  <a:cubicBezTo>
                    <a:pt x="4596" y="8918"/>
                    <a:pt x="4692" y="8835"/>
                    <a:pt x="4692" y="8740"/>
                  </a:cubicBezTo>
                  <a:cubicBezTo>
                    <a:pt x="4692" y="8633"/>
                    <a:pt x="4608" y="8561"/>
                    <a:pt x="4513" y="8561"/>
                  </a:cubicBezTo>
                  <a:lnTo>
                    <a:pt x="1072" y="8561"/>
                  </a:lnTo>
                  <a:cubicBezTo>
                    <a:pt x="667" y="8561"/>
                    <a:pt x="358" y="8228"/>
                    <a:pt x="358" y="7847"/>
                  </a:cubicBezTo>
                  <a:lnTo>
                    <a:pt x="358" y="7763"/>
                  </a:lnTo>
                  <a:cubicBezTo>
                    <a:pt x="405" y="7430"/>
                    <a:pt x="679" y="7168"/>
                    <a:pt x="1024" y="7168"/>
                  </a:cubicBezTo>
                  <a:lnTo>
                    <a:pt x="1358" y="7168"/>
                  </a:lnTo>
                  <a:cubicBezTo>
                    <a:pt x="1441" y="7168"/>
                    <a:pt x="1536" y="7097"/>
                    <a:pt x="1536" y="6990"/>
                  </a:cubicBezTo>
                  <a:cubicBezTo>
                    <a:pt x="1536" y="6906"/>
                    <a:pt x="1453" y="6811"/>
                    <a:pt x="1358" y="6811"/>
                  </a:cubicBezTo>
                  <a:cubicBezTo>
                    <a:pt x="1335" y="6814"/>
                    <a:pt x="1308" y="6815"/>
                    <a:pt x="1278" y="6815"/>
                  </a:cubicBezTo>
                  <a:cubicBezTo>
                    <a:pt x="1231" y="6815"/>
                    <a:pt x="1176" y="6813"/>
                    <a:pt x="1114" y="6813"/>
                  </a:cubicBezTo>
                  <a:cubicBezTo>
                    <a:pt x="900" y="6813"/>
                    <a:pt x="612" y="6839"/>
                    <a:pt x="346" y="7073"/>
                  </a:cubicBezTo>
                  <a:cubicBezTo>
                    <a:pt x="358" y="679"/>
                    <a:pt x="322" y="1001"/>
                    <a:pt x="358" y="834"/>
                  </a:cubicBezTo>
                  <a:cubicBezTo>
                    <a:pt x="429" y="536"/>
                    <a:pt x="703" y="322"/>
                    <a:pt x="1013" y="322"/>
                  </a:cubicBezTo>
                  <a:lnTo>
                    <a:pt x="2441" y="322"/>
                  </a:lnTo>
                  <a:lnTo>
                    <a:pt x="2441" y="6811"/>
                  </a:lnTo>
                  <a:lnTo>
                    <a:pt x="2025" y="6811"/>
                  </a:lnTo>
                  <a:cubicBezTo>
                    <a:pt x="1929" y="6811"/>
                    <a:pt x="1846" y="6894"/>
                    <a:pt x="1846" y="6990"/>
                  </a:cubicBezTo>
                  <a:cubicBezTo>
                    <a:pt x="1846" y="7085"/>
                    <a:pt x="1917" y="7168"/>
                    <a:pt x="2025" y="7168"/>
                  </a:cubicBezTo>
                  <a:lnTo>
                    <a:pt x="2608" y="7168"/>
                  </a:lnTo>
                  <a:cubicBezTo>
                    <a:pt x="2644" y="7168"/>
                    <a:pt x="2691" y="7156"/>
                    <a:pt x="2727" y="7132"/>
                  </a:cubicBezTo>
                  <a:cubicBezTo>
                    <a:pt x="2751" y="7097"/>
                    <a:pt x="2763" y="7049"/>
                    <a:pt x="2763" y="7013"/>
                  </a:cubicBezTo>
                  <a:lnTo>
                    <a:pt x="2763" y="1203"/>
                  </a:lnTo>
                  <a:lnTo>
                    <a:pt x="11371" y="1203"/>
                  </a:lnTo>
                  <a:lnTo>
                    <a:pt x="11371" y="2787"/>
                  </a:lnTo>
                  <a:cubicBezTo>
                    <a:pt x="11371" y="2870"/>
                    <a:pt x="11442" y="2965"/>
                    <a:pt x="11550" y="2965"/>
                  </a:cubicBezTo>
                  <a:cubicBezTo>
                    <a:pt x="11633" y="2965"/>
                    <a:pt x="11728" y="2882"/>
                    <a:pt x="11728" y="2787"/>
                  </a:cubicBezTo>
                  <a:lnTo>
                    <a:pt x="11728" y="1036"/>
                  </a:lnTo>
                  <a:cubicBezTo>
                    <a:pt x="11752" y="941"/>
                    <a:pt x="11681" y="858"/>
                    <a:pt x="11597" y="858"/>
                  </a:cubicBezTo>
                  <a:lnTo>
                    <a:pt x="2810" y="858"/>
                  </a:lnTo>
                  <a:lnTo>
                    <a:pt x="2810" y="179"/>
                  </a:lnTo>
                  <a:cubicBezTo>
                    <a:pt x="2810" y="84"/>
                    <a:pt x="2739" y="1"/>
                    <a:pt x="2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66"/>
            <p:cNvSpPr/>
            <p:nvPr/>
          </p:nvSpPr>
          <p:spPr>
            <a:xfrm>
              <a:off x="3690638" y="2104652"/>
              <a:ext cx="214334" cy="179158"/>
            </a:xfrm>
            <a:custGeom>
              <a:avLst/>
              <a:gdLst/>
              <a:ahLst/>
              <a:cxnLst/>
              <a:rect l="l" t="t" r="r" b="b"/>
              <a:pathLst>
                <a:path w="6739" h="5633" extrusionOk="0">
                  <a:moveTo>
                    <a:pt x="6584" y="1"/>
                  </a:moveTo>
                  <a:cubicBezTo>
                    <a:pt x="6489" y="1"/>
                    <a:pt x="6406" y="84"/>
                    <a:pt x="6406" y="179"/>
                  </a:cubicBezTo>
                  <a:lnTo>
                    <a:pt x="6406" y="5275"/>
                  </a:lnTo>
                  <a:lnTo>
                    <a:pt x="179" y="5275"/>
                  </a:lnTo>
                  <a:cubicBezTo>
                    <a:pt x="95" y="5275"/>
                    <a:pt x="0" y="5346"/>
                    <a:pt x="0" y="5454"/>
                  </a:cubicBezTo>
                  <a:cubicBezTo>
                    <a:pt x="0" y="5549"/>
                    <a:pt x="72" y="5632"/>
                    <a:pt x="179" y="5632"/>
                  </a:cubicBezTo>
                  <a:lnTo>
                    <a:pt x="6560" y="5632"/>
                  </a:lnTo>
                  <a:cubicBezTo>
                    <a:pt x="6656" y="5632"/>
                    <a:pt x="6739" y="5549"/>
                    <a:pt x="6739" y="5454"/>
                  </a:cubicBezTo>
                  <a:lnTo>
                    <a:pt x="6739" y="179"/>
                  </a:lnTo>
                  <a:cubicBezTo>
                    <a:pt x="6739" y="84"/>
                    <a:pt x="6668" y="1"/>
                    <a:pt x="6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6" name="Google Shape;11806;p66"/>
            <p:cNvSpPr/>
            <p:nvPr/>
          </p:nvSpPr>
          <p:spPr>
            <a:xfrm>
              <a:off x="3631163" y="2148193"/>
              <a:ext cx="259433" cy="84856"/>
            </a:xfrm>
            <a:custGeom>
              <a:avLst/>
              <a:gdLst/>
              <a:ahLst/>
              <a:cxnLst/>
              <a:rect l="l" t="t" r="r" b="b"/>
              <a:pathLst>
                <a:path w="8157" h="2668" extrusionOk="0">
                  <a:moveTo>
                    <a:pt x="179" y="1"/>
                  </a:moveTo>
                  <a:cubicBezTo>
                    <a:pt x="84" y="1"/>
                    <a:pt x="1" y="84"/>
                    <a:pt x="1" y="179"/>
                  </a:cubicBezTo>
                  <a:lnTo>
                    <a:pt x="1" y="2489"/>
                  </a:lnTo>
                  <a:cubicBezTo>
                    <a:pt x="1" y="2584"/>
                    <a:pt x="72" y="2668"/>
                    <a:pt x="179" y="2668"/>
                  </a:cubicBezTo>
                  <a:lnTo>
                    <a:pt x="4954" y="2668"/>
                  </a:lnTo>
                  <a:cubicBezTo>
                    <a:pt x="5037" y="2668"/>
                    <a:pt x="5132" y="2596"/>
                    <a:pt x="5132" y="2489"/>
                  </a:cubicBezTo>
                  <a:cubicBezTo>
                    <a:pt x="5132" y="2382"/>
                    <a:pt x="5061" y="2311"/>
                    <a:pt x="4954" y="2311"/>
                  </a:cubicBezTo>
                  <a:lnTo>
                    <a:pt x="358" y="2311"/>
                  </a:lnTo>
                  <a:lnTo>
                    <a:pt x="358" y="346"/>
                  </a:lnTo>
                  <a:lnTo>
                    <a:pt x="501" y="346"/>
                  </a:lnTo>
                  <a:lnTo>
                    <a:pt x="501" y="1227"/>
                  </a:lnTo>
                  <a:cubicBezTo>
                    <a:pt x="501" y="1310"/>
                    <a:pt x="572" y="1406"/>
                    <a:pt x="679" y="1406"/>
                  </a:cubicBezTo>
                  <a:cubicBezTo>
                    <a:pt x="787" y="1406"/>
                    <a:pt x="858" y="1334"/>
                    <a:pt x="858" y="1227"/>
                  </a:cubicBezTo>
                  <a:lnTo>
                    <a:pt x="858" y="346"/>
                  </a:lnTo>
                  <a:lnTo>
                    <a:pt x="1072" y="346"/>
                  </a:lnTo>
                  <a:lnTo>
                    <a:pt x="1072" y="739"/>
                  </a:lnTo>
                  <a:cubicBezTo>
                    <a:pt x="1072" y="822"/>
                    <a:pt x="1144" y="918"/>
                    <a:pt x="1251" y="918"/>
                  </a:cubicBezTo>
                  <a:cubicBezTo>
                    <a:pt x="1346" y="918"/>
                    <a:pt x="1430" y="834"/>
                    <a:pt x="1430" y="739"/>
                  </a:cubicBezTo>
                  <a:lnTo>
                    <a:pt x="1430" y="346"/>
                  </a:lnTo>
                  <a:lnTo>
                    <a:pt x="1632" y="346"/>
                  </a:lnTo>
                  <a:lnTo>
                    <a:pt x="1632" y="739"/>
                  </a:lnTo>
                  <a:cubicBezTo>
                    <a:pt x="1632" y="822"/>
                    <a:pt x="1703" y="918"/>
                    <a:pt x="1811" y="918"/>
                  </a:cubicBezTo>
                  <a:cubicBezTo>
                    <a:pt x="1918" y="918"/>
                    <a:pt x="1989" y="834"/>
                    <a:pt x="1989" y="739"/>
                  </a:cubicBezTo>
                  <a:lnTo>
                    <a:pt x="1989" y="346"/>
                  </a:lnTo>
                  <a:lnTo>
                    <a:pt x="2203" y="346"/>
                  </a:lnTo>
                  <a:lnTo>
                    <a:pt x="2203" y="739"/>
                  </a:lnTo>
                  <a:cubicBezTo>
                    <a:pt x="2203" y="822"/>
                    <a:pt x="2275" y="918"/>
                    <a:pt x="2382" y="918"/>
                  </a:cubicBezTo>
                  <a:cubicBezTo>
                    <a:pt x="2477" y="918"/>
                    <a:pt x="2561" y="834"/>
                    <a:pt x="2561" y="739"/>
                  </a:cubicBezTo>
                  <a:lnTo>
                    <a:pt x="2561" y="346"/>
                  </a:lnTo>
                  <a:lnTo>
                    <a:pt x="2763" y="346"/>
                  </a:lnTo>
                  <a:lnTo>
                    <a:pt x="2763" y="1227"/>
                  </a:lnTo>
                  <a:cubicBezTo>
                    <a:pt x="2763" y="1310"/>
                    <a:pt x="2834" y="1406"/>
                    <a:pt x="2942" y="1406"/>
                  </a:cubicBezTo>
                  <a:cubicBezTo>
                    <a:pt x="3049" y="1406"/>
                    <a:pt x="3120" y="1334"/>
                    <a:pt x="3120" y="1227"/>
                  </a:cubicBezTo>
                  <a:lnTo>
                    <a:pt x="3120" y="346"/>
                  </a:lnTo>
                  <a:lnTo>
                    <a:pt x="3335" y="346"/>
                  </a:lnTo>
                  <a:lnTo>
                    <a:pt x="3335" y="739"/>
                  </a:lnTo>
                  <a:cubicBezTo>
                    <a:pt x="3335" y="822"/>
                    <a:pt x="3406" y="918"/>
                    <a:pt x="3513" y="918"/>
                  </a:cubicBezTo>
                  <a:cubicBezTo>
                    <a:pt x="3608" y="918"/>
                    <a:pt x="3692" y="834"/>
                    <a:pt x="3692" y="739"/>
                  </a:cubicBezTo>
                  <a:lnTo>
                    <a:pt x="3692" y="346"/>
                  </a:lnTo>
                  <a:lnTo>
                    <a:pt x="3894" y="346"/>
                  </a:lnTo>
                  <a:lnTo>
                    <a:pt x="3894" y="739"/>
                  </a:lnTo>
                  <a:cubicBezTo>
                    <a:pt x="3894" y="822"/>
                    <a:pt x="3966" y="918"/>
                    <a:pt x="4073" y="918"/>
                  </a:cubicBezTo>
                  <a:cubicBezTo>
                    <a:pt x="4168" y="918"/>
                    <a:pt x="4251" y="834"/>
                    <a:pt x="4251" y="739"/>
                  </a:cubicBezTo>
                  <a:lnTo>
                    <a:pt x="4251" y="346"/>
                  </a:lnTo>
                  <a:lnTo>
                    <a:pt x="4466" y="346"/>
                  </a:lnTo>
                  <a:lnTo>
                    <a:pt x="4466" y="739"/>
                  </a:lnTo>
                  <a:cubicBezTo>
                    <a:pt x="4466" y="822"/>
                    <a:pt x="4537" y="918"/>
                    <a:pt x="4644" y="918"/>
                  </a:cubicBezTo>
                  <a:cubicBezTo>
                    <a:pt x="4739" y="918"/>
                    <a:pt x="4823" y="834"/>
                    <a:pt x="4823" y="739"/>
                  </a:cubicBezTo>
                  <a:lnTo>
                    <a:pt x="4823" y="346"/>
                  </a:lnTo>
                  <a:lnTo>
                    <a:pt x="5025" y="346"/>
                  </a:lnTo>
                  <a:lnTo>
                    <a:pt x="5025" y="1227"/>
                  </a:lnTo>
                  <a:cubicBezTo>
                    <a:pt x="5025" y="1310"/>
                    <a:pt x="5097" y="1406"/>
                    <a:pt x="5204" y="1406"/>
                  </a:cubicBezTo>
                  <a:cubicBezTo>
                    <a:pt x="5311" y="1406"/>
                    <a:pt x="5382" y="1334"/>
                    <a:pt x="5382" y="1227"/>
                  </a:cubicBezTo>
                  <a:lnTo>
                    <a:pt x="5382" y="346"/>
                  </a:lnTo>
                  <a:lnTo>
                    <a:pt x="5597" y="346"/>
                  </a:lnTo>
                  <a:lnTo>
                    <a:pt x="5597" y="739"/>
                  </a:lnTo>
                  <a:cubicBezTo>
                    <a:pt x="5597" y="822"/>
                    <a:pt x="5668" y="918"/>
                    <a:pt x="5775" y="918"/>
                  </a:cubicBezTo>
                  <a:cubicBezTo>
                    <a:pt x="5871" y="918"/>
                    <a:pt x="5954" y="834"/>
                    <a:pt x="5954" y="739"/>
                  </a:cubicBezTo>
                  <a:lnTo>
                    <a:pt x="5954" y="346"/>
                  </a:lnTo>
                  <a:lnTo>
                    <a:pt x="6156" y="346"/>
                  </a:lnTo>
                  <a:lnTo>
                    <a:pt x="6156" y="739"/>
                  </a:lnTo>
                  <a:cubicBezTo>
                    <a:pt x="6156" y="822"/>
                    <a:pt x="6228" y="918"/>
                    <a:pt x="6335" y="918"/>
                  </a:cubicBezTo>
                  <a:cubicBezTo>
                    <a:pt x="6442" y="918"/>
                    <a:pt x="6514" y="834"/>
                    <a:pt x="6514" y="739"/>
                  </a:cubicBezTo>
                  <a:lnTo>
                    <a:pt x="6514" y="346"/>
                  </a:lnTo>
                  <a:lnTo>
                    <a:pt x="6728" y="346"/>
                  </a:lnTo>
                  <a:lnTo>
                    <a:pt x="6728" y="739"/>
                  </a:lnTo>
                  <a:cubicBezTo>
                    <a:pt x="6728" y="822"/>
                    <a:pt x="6799" y="918"/>
                    <a:pt x="6906" y="918"/>
                  </a:cubicBezTo>
                  <a:cubicBezTo>
                    <a:pt x="7002" y="918"/>
                    <a:pt x="7085" y="834"/>
                    <a:pt x="7085" y="739"/>
                  </a:cubicBezTo>
                  <a:lnTo>
                    <a:pt x="7085" y="346"/>
                  </a:lnTo>
                  <a:lnTo>
                    <a:pt x="7287" y="346"/>
                  </a:lnTo>
                  <a:lnTo>
                    <a:pt x="7287" y="1227"/>
                  </a:lnTo>
                  <a:cubicBezTo>
                    <a:pt x="7287" y="1310"/>
                    <a:pt x="7359" y="1406"/>
                    <a:pt x="7466" y="1406"/>
                  </a:cubicBezTo>
                  <a:cubicBezTo>
                    <a:pt x="7573" y="1406"/>
                    <a:pt x="7645" y="1334"/>
                    <a:pt x="7645" y="1227"/>
                  </a:cubicBezTo>
                  <a:lnTo>
                    <a:pt x="7645" y="346"/>
                  </a:lnTo>
                  <a:lnTo>
                    <a:pt x="7799" y="346"/>
                  </a:lnTo>
                  <a:lnTo>
                    <a:pt x="7799" y="2311"/>
                  </a:lnTo>
                  <a:lnTo>
                    <a:pt x="5835" y="2311"/>
                  </a:lnTo>
                  <a:cubicBezTo>
                    <a:pt x="5740" y="2311"/>
                    <a:pt x="5656" y="2382"/>
                    <a:pt x="5656" y="2489"/>
                  </a:cubicBezTo>
                  <a:cubicBezTo>
                    <a:pt x="5656" y="2596"/>
                    <a:pt x="5728" y="2668"/>
                    <a:pt x="5835" y="2668"/>
                  </a:cubicBezTo>
                  <a:lnTo>
                    <a:pt x="7978" y="2668"/>
                  </a:lnTo>
                  <a:cubicBezTo>
                    <a:pt x="8061" y="2668"/>
                    <a:pt x="8157" y="2596"/>
                    <a:pt x="8157" y="2489"/>
                  </a:cubicBezTo>
                  <a:lnTo>
                    <a:pt x="8157" y="179"/>
                  </a:lnTo>
                  <a:cubicBezTo>
                    <a:pt x="7954" y="96"/>
                    <a:pt x="7883"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7" name="Google Shape;11807;p66"/>
            <p:cNvSpPr/>
            <p:nvPr/>
          </p:nvSpPr>
          <p:spPr>
            <a:xfrm>
              <a:off x="3639496" y="2058089"/>
              <a:ext cx="206414" cy="73120"/>
            </a:xfrm>
            <a:custGeom>
              <a:avLst/>
              <a:gdLst/>
              <a:ahLst/>
              <a:cxnLst/>
              <a:rect l="l" t="t" r="r" b="b"/>
              <a:pathLst>
                <a:path w="6490" h="2299" extrusionOk="0">
                  <a:moveTo>
                    <a:pt x="179" y="0"/>
                  </a:moveTo>
                  <a:cubicBezTo>
                    <a:pt x="84" y="0"/>
                    <a:pt x="1" y="72"/>
                    <a:pt x="1" y="179"/>
                  </a:cubicBezTo>
                  <a:cubicBezTo>
                    <a:pt x="1" y="274"/>
                    <a:pt x="72" y="357"/>
                    <a:pt x="179" y="357"/>
                  </a:cubicBezTo>
                  <a:lnTo>
                    <a:pt x="3013" y="357"/>
                  </a:lnTo>
                  <a:cubicBezTo>
                    <a:pt x="3168" y="357"/>
                    <a:pt x="3311" y="488"/>
                    <a:pt x="3311" y="655"/>
                  </a:cubicBezTo>
                  <a:lnTo>
                    <a:pt x="3311" y="691"/>
                  </a:lnTo>
                  <a:cubicBezTo>
                    <a:pt x="3311" y="857"/>
                    <a:pt x="3168" y="988"/>
                    <a:pt x="3013" y="988"/>
                  </a:cubicBezTo>
                  <a:lnTo>
                    <a:pt x="2799" y="988"/>
                  </a:lnTo>
                  <a:cubicBezTo>
                    <a:pt x="2442" y="988"/>
                    <a:pt x="2144" y="1286"/>
                    <a:pt x="2144" y="1643"/>
                  </a:cubicBezTo>
                  <a:cubicBezTo>
                    <a:pt x="2144" y="2000"/>
                    <a:pt x="2442" y="2298"/>
                    <a:pt x="2799" y="2298"/>
                  </a:cubicBezTo>
                  <a:lnTo>
                    <a:pt x="6311" y="2298"/>
                  </a:lnTo>
                  <a:cubicBezTo>
                    <a:pt x="6406" y="2298"/>
                    <a:pt x="6490" y="2227"/>
                    <a:pt x="6490" y="2119"/>
                  </a:cubicBezTo>
                  <a:cubicBezTo>
                    <a:pt x="6490" y="2024"/>
                    <a:pt x="6418" y="1941"/>
                    <a:pt x="6311" y="1941"/>
                  </a:cubicBezTo>
                  <a:lnTo>
                    <a:pt x="2799" y="1941"/>
                  </a:lnTo>
                  <a:cubicBezTo>
                    <a:pt x="2632" y="1941"/>
                    <a:pt x="2501" y="1810"/>
                    <a:pt x="2501" y="1643"/>
                  </a:cubicBezTo>
                  <a:cubicBezTo>
                    <a:pt x="2501" y="1488"/>
                    <a:pt x="2632" y="1346"/>
                    <a:pt x="2799" y="1346"/>
                  </a:cubicBezTo>
                  <a:lnTo>
                    <a:pt x="3013" y="1346"/>
                  </a:lnTo>
                  <a:cubicBezTo>
                    <a:pt x="3358" y="1346"/>
                    <a:pt x="3656" y="1048"/>
                    <a:pt x="3656" y="691"/>
                  </a:cubicBezTo>
                  <a:lnTo>
                    <a:pt x="3656" y="655"/>
                  </a:lnTo>
                  <a:cubicBezTo>
                    <a:pt x="3656" y="298"/>
                    <a:pt x="3358"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8" name="Google Shape;11808;p66"/>
          <p:cNvGrpSpPr/>
          <p:nvPr/>
        </p:nvGrpSpPr>
        <p:grpSpPr>
          <a:xfrm>
            <a:off x="2667058" y="1324843"/>
            <a:ext cx="330231" cy="359015"/>
            <a:chOff x="2667058" y="1500293"/>
            <a:chExt cx="330231" cy="359015"/>
          </a:xfrm>
        </p:grpSpPr>
        <p:sp>
          <p:nvSpPr>
            <p:cNvPr id="11809" name="Google Shape;11809;p66"/>
            <p:cNvSpPr/>
            <p:nvPr/>
          </p:nvSpPr>
          <p:spPr>
            <a:xfrm>
              <a:off x="2944239" y="1581714"/>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66"/>
            <p:cNvSpPr/>
            <p:nvPr/>
          </p:nvSpPr>
          <p:spPr>
            <a:xfrm>
              <a:off x="2667058" y="1500293"/>
              <a:ext cx="330231" cy="359015"/>
            </a:xfrm>
            <a:custGeom>
              <a:avLst/>
              <a:gdLst/>
              <a:ahLst/>
              <a:cxnLst/>
              <a:rect l="l" t="t" r="r" b="b"/>
              <a:pathLst>
                <a:path w="10383" h="11288" extrusionOk="0">
                  <a:moveTo>
                    <a:pt x="1036" y="322"/>
                  </a:moveTo>
                  <a:lnTo>
                    <a:pt x="1036" y="1048"/>
                  </a:lnTo>
                  <a:lnTo>
                    <a:pt x="322" y="1048"/>
                  </a:lnTo>
                  <a:lnTo>
                    <a:pt x="322" y="322"/>
                  </a:lnTo>
                  <a:close/>
                  <a:moveTo>
                    <a:pt x="5561" y="334"/>
                  </a:moveTo>
                  <a:lnTo>
                    <a:pt x="5561" y="1048"/>
                  </a:lnTo>
                  <a:lnTo>
                    <a:pt x="4846" y="1048"/>
                  </a:lnTo>
                  <a:lnTo>
                    <a:pt x="4846" y="334"/>
                  </a:lnTo>
                  <a:close/>
                  <a:moveTo>
                    <a:pt x="10049" y="334"/>
                  </a:moveTo>
                  <a:lnTo>
                    <a:pt x="10049" y="1048"/>
                  </a:lnTo>
                  <a:lnTo>
                    <a:pt x="9335" y="1048"/>
                  </a:lnTo>
                  <a:lnTo>
                    <a:pt x="9335" y="334"/>
                  </a:lnTo>
                  <a:close/>
                  <a:moveTo>
                    <a:pt x="8799" y="1905"/>
                  </a:moveTo>
                  <a:lnTo>
                    <a:pt x="8799" y="1905"/>
                  </a:lnTo>
                  <a:cubicBezTo>
                    <a:pt x="8740" y="2381"/>
                    <a:pt x="8728" y="2536"/>
                    <a:pt x="8728" y="2560"/>
                  </a:cubicBezTo>
                  <a:lnTo>
                    <a:pt x="8549" y="2381"/>
                  </a:lnTo>
                  <a:lnTo>
                    <a:pt x="8311" y="2143"/>
                  </a:lnTo>
                  <a:lnTo>
                    <a:pt x="8132" y="1965"/>
                  </a:lnTo>
                  <a:lnTo>
                    <a:pt x="8132" y="1965"/>
                  </a:lnTo>
                  <a:cubicBezTo>
                    <a:pt x="8140" y="1967"/>
                    <a:pt x="8153" y="1969"/>
                    <a:pt x="8173" y="1969"/>
                  </a:cubicBezTo>
                  <a:cubicBezTo>
                    <a:pt x="8242" y="1969"/>
                    <a:pt x="8402" y="1951"/>
                    <a:pt x="8799" y="1905"/>
                  </a:cubicBezTo>
                  <a:close/>
                  <a:moveTo>
                    <a:pt x="7061" y="3048"/>
                  </a:moveTo>
                  <a:lnTo>
                    <a:pt x="7656" y="3644"/>
                  </a:lnTo>
                  <a:cubicBezTo>
                    <a:pt x="7156" y="3703"/>
                    <a:pt x="7347" y="3679"/>
                    <a:pt x="6989" y="3727"/>
                  </a:cubicBezTo>
                  <a:cubicBezTo>
                    <a:pt x="6989" y="3727"/>
                    <a:pt x="7001" y="3644"/>
                    <a:pt x="7061" y="3048"/>
                  </a:cubicBezTo>
                  <a:close/>
                  <a:moveTo>
                    <a:pt x="1036" y="5299"/>
                  </a:moveTo>
                  <a:lnTo>
                    <a:pt x="1036" y="6013"/>
                  </a:lnTo>
                  <a:lnTo>
                    <a:pt x="322" y="6013"/>
                  </a:lnTo>
                  <a:lnTo>
                    <a:pt x="322" y="5299"/>
                  </a:lnTo>
                  <a:close/>
                  <a:moveTo>
                    <a:pt x="10049" y="5299"/>
                  </a:moveTo>
                  <a:lnTo>
                    <a:pt x="10049" y="6013"/>
                  </a:lnTo>
                  <a:lnTo>
                    <a:pt x="9335" y="6013"/>
                  </a:lnTo>
                  <a:lnTo>
                    <a:pt x="9335" y="5299"/>
                  </a:lnTo>
                  <a:close/>
                  <a:moveTo>
                    <a:pt x="6728" y="3227"/>
                  </a:moveTo>
                  <a:lnTo>
                    <a:pt x="6656" y="3894"/>
                  </a:lnTo>
                  <a:cubicBezTo>
                    <a:pt x="6644" y="4001"/>
                    <a:pt x="6751" y="4096"/>
                    <a:pt x="6847" y="4096"/>
                  </a:cubicBezTo>
                  <a:lnTo>
                    <a:pt x="7418" y="4036"/>
                  </a:lnTo>
                  <a:lnTo>
                    <a:pt x="7418" y="10418"/>
                  </a:lnTo>
                  <a:lnTo>
                    <a:pt x="5906" y="10418"/>
                  </a:lnTo>
                  <a:lnTo>
                    <a:pt x="5906" y="10061"/>
                  </a:lnTo>
                  <a:cubicBezTo>
                    <a:pt x="5906" y="9978"/>
                    <a:pt x="5823" y="9894"/>
                    <a:pt x="5739" y="9894"/>
                  </a:cubicBezTo>
                  <a:lnTo>
                    <a:pt x="4680" y="9894"/>
                  </a:lnTo>
                  <a:cubicBezTo>
                    <a:pt x="4596" y="9894"/>
                    <a:pt x="4513" y="9978"/>
                    <a:pt x="4513" y="10061"/>
                  </a:cubicBezTo>
                  <a:lnTo>
                    <a:pt x="4513" y="10418"/>
                  </a:lnTo>
                  <a:lnTo>
                    <a:pt x="1394" y="10418"/>
                  </a:lnTo>
                  <a:lnTo>
                    <a:pt x="1394" y="10061"/>
                  </a:lnTo>
                  <a:cubicBezTo>
                    <a:pt x="1394" y="9978"/>
                    <a:pt x="1322" y="9894"/>
                    <a:pt x="1227" y="9894"/>
                  </a:cubicBezTo>
                  <a:lnTo>
                    <a:pt x="870" y="9894"/>
                  </a:lnTo>
                  <a:lnTo>
                    <a:pt x="870" y="6346"/>
                  </a:lnTo>
                  <a:lnTo>
                    <a:pt x="1227" y="6346"/>
                  </a:lnTo>
                  <a:cubicBezTo>
                    <a:pt x="1322" y="6346"/>
                    <a:pt x="1394" y="6263"/>
                    <a:pt x="1394" y="6180"/>
                  </a:cubicBezTo>
                  <a:lnTo>
                    <a:pt x="1394" y="5120"/>
                  </a:lnTo>
                  <a:cubicBezTo>
                    <a:pt x="1394" y="5025"/>
                    <a:pt x="1322" y="4953"/>
                    <a:pt x="1227" y="4953"/>
                  </a:cubicBezTo>
                  <a:lnTo>
                    <a:pt x="870" y="4953"/>
                  </a:lnTo>
                  <a:lnTo>
                    <a:pt x="870" y="3227"/>
                  </a:lnTo>
                  <a:close/>
                  <a:moveTo>
                    <a:pt x="9002" y="834"/>
                  </a:moveTo>
                  <a:lnTo>
                    <a:pt x="9002" y="1191"/>
                  </a:lnTo>
                  <a:cubicBezTo>
                    <a:pt x="9002" y="1274"/>
                    <a:pt x="9073" y="1358"/>
                    <a:pt x="9156" y="1358"/>
                  </a:cubicBezTo>
                  <a:lnTo>
                    <a:pt x="9514" y="1358"/>
                  </a:lnTo>
                  <a:lnTo>
                    <a:pt x="9514" y="4929"/>
                  </a:lnTo>
                  <a:lnTo>
                    <a:pt x="9156" y="4929"/>
                  </a:lnTo>
                  <a:cubicBezTo>
                    <a:pt x="9073" y="4929"/>
                    <a:pt x="9002" y="5001"/>
                    <a:pt x="9002" y="5084"/>
                  </a:cubicBezTo>
                  <a:lnTo>
                    <a:pt x="9002" y="6144"/>
                  </a:lnTo>
                  <a:cubicBezTo>
                    <a:pt x="9002" y="6239"/>
                    <a:pt x="9073" y="6311"/>
                    <a:pt x="9156" y="6311"/>
                  </a:cubicBezTo>
                  <a:lnTo>
                    <a:pt x="9514" y="6311"/>
                  </a:lnTo>
                  <a:lnTo>
                    <a:pt x="9514" y="9870"/>
                  </a:lnTo>
                  <a:lnTo>
                    <a:pt x="9156" y="9870"/>
                  </a:lnTo>
                  <a:cubicBezTo>
                    <a:pt x="9073" y="9894"/>
                    <a:pt x="9002" y="9978"/>
                    <a:pt x="9002" y="10061"/>
                  </a:cubicBezTo>
                  <a:lnTo>
                    <a:pt x="9002" y="10418"/>
                  </a:lnTo>
                  <a:lnTo>
                    <a:pt x="7716" y="10418"/>
                  </a:lnTo>
                  <a:lnTo>
                    <a:pt x="7716" y="3977"/>
                  </a:lnTo>
                  <a:lnTo>
                    <a:pt x="8049" y="3929"/>
                  </a:lnTo>
                  <a:cubicBezTo>
                    <a:pt x="8180" y="3917"/>
                    <a:pt x="8240" y="3739"/>
                    <a:pt x="8144" y="3644"/>
                  </a:cubicBezTo>
                  <a:lnTo>
                    <a:pt x="7728" y="3227"/>
                  </a:lnTo>
                  <a:lnTo>
                    <a:pt x="8323" y="2632"/>
                  </a:lnTo>
                  <a:cubicBezTo>
                    <a:pt x="8728" y="3024"/>
                    <a:pt x="8740" y="3096"/>
                    <a:pt x="8859" y="3096"/>
                  </a:cubicBezTo>
                  <a:cubicBezTo>
                    <a:pt x="8954" y="3096"/>
                    <a:pt x="9025" y="3036"/>
                    <a:pt x="9025" y="2953"/>
                  </a:cubicBezTo>
                  <a:lnTo>
                    <a:pt x="9025" y="2929"/>
                  </a:lnTo>
                  <a:cubicBezTo>
                    <a:pt x="9025" y="2882"/>
                    <a:pt x="9061" y="2667"/>
                    <a:pt x="9180" y="1715"/>
                  </a:cubicBezTo>
                  <a:cubicBezTo>
                    <a:pt x="9192" y="1608"/>
                    <a:pt x="9097" y="1512"/>
                    <a:pt x="8978" y="1512"/>
                  </a:cubicBezTo>
                  <a:lnTo>
                    <a:pt x="7763" y="1667"/>
                  </a:lnTo>
                  <a:cubicBezTo>
                    <a:pt x="7632" y="1679"/>
                    <a:pt x="7573" y="1858"/>
                    <a:pt x="7656" y="1953"/>
                  </a:cubicBezTo>
                  <a:lnTo>
                    <a:pt x="8085" y="2381"/>
                  </a:lnTo>
                  <a:lnTo>
                    <a:pt x="7513" y="2965"/>
                  </a:lnTo>
                  <a:lnTo>
                    <a:pt x="7406" y="2858"/>
                  </a:lnTo>
                  <a:lnTo>
                    <a:pt x="7073" y="2524"/>
                  </a:lnTo>
                  <a:cubicBezTo>
                    <a:pt x="7041" y="2493"/>
                    <a:pt x="7001" y="2478"/>
                    <a:pt x="6962" y="2478"/>
                  </a:cubicBezTo>
                  <a:cubicBezTo>
                    <a:pt x="6884" y="2478"/>
                    <a:pt x="6807" y="2536"/>
                    <a:pt x="6799" y="2632"/>
                  </a:cubicBezTo>
                  <a:lnTo>
                    <a:pt x="6763" y="2858"/>
                  </a:lnTo>
                  <a:lnTo>
                    <a:pt x="870" y="2858"/>
                  </a:lnTo>
                  <a:lnTo>
                    <a:pt x="870" y="1358"/>
                  </a:lnTo>
                  <a:lnTo>
                    <a:pt x="1227" y="1358"/>
                  </a:lnTo>
                  <a:cubicBezTo>
                    <a:pt x="1322" y="1358"/>
                    <a:pt x="1394" y="1274"/>
                    <a:pt x="1394" y="1191"/>
                  </a:cubicBezTo>
                  <a:lnTo>
                    <a:pt x="1394" y="834"/>
                  </a:lnTo>
                  <a:lnTo>
                    <a:pt x="4513" y="834"/>
                  </a:lnTo>
                  <a:lnTo>
                    <a:pt x="4513" y="1191"/>
                  </a:lnTo>
                  <a:cubicBezTo>
                    <a:pt x="4513" y="1274"/>
                    <a:pt x="4596" y="1358"/>
                    <a:pt x="4680" y="1358"/>
                  </a:cubicBezTo>
                  <a:lnTo>
                    <a:pt x="5739" y="1358"/>
                  </a:lnTo>
                  <a:cubicBezTo>
                    <a:pt x="5823" y="1358"/>
                    <a:pt x="5906" y="1274"/>
                    <a:pt x="5906" y="1191"/>
                  </a:cubicBezTo>
                  <a:lnTo>
                    <a:pt x="5906" y="834"/>
                  </a:lnTo>
                  <a:close/>
                  <a:moveTo>
                    <a:pt x="1036" y="10228"/>
                  </a:moveTo>
                  <a:lnTo>
                    <a:pt x="1036" y="10942"/>
                  </a:lnTo>
                  <a:lnTo>
                    <a:pt x="322" y="10942"/>
                  </a:lnTo>
                  <a:lnTo>
                    <a:pt x="322" y="10228"/>
                  </a:lnTo>
                  <a:close/>
                  <a:moveTo>
                    <a:pt x="5561" y="10228"/>
                  </a:moveTo>
                  <a:lnTo>
                    <a:pt x="5561" y="10942"/>
                  </a:lnTo>
                  <a:lnTo>
                    <a:pt x="4846" y="10942"/>
                  </a:lnTo>
                  <a:lnTo>
                    <a:pt x="4846" y="10228"/>
                  </a:lnTo>
                  <a:close/>
                  <a:moveTo>
                    <a:pt x="10049" y="10228"/>
                  </a:moveTo>
                  <a:lnTo>
                    <a:pt x="10049" y="10942"/>
                  </a:lnTo>
                  <a:lnTo>
                    <a:pt x="9335" y="10942"/>
                  </a:lnTo>
                  <a:lnTo>
                    <a:pt x="9335" y="10228"/>
                  </a:lnTo>
                  <a:close/>
                  <a:moveTo>
                    <a:pt x="167" y="0"/>
                  </a:moveTo>
                  <a:cubicBezTo>
                    <a:pt x="84" y="0"/>
                    <a:pt x="0" y="72"/>
                    <a:pt x="0" y="167"/>
                  </a:cubicBezTo>
                  <a:lnTo>
                    <a:pt x="0" y="1215"/>
                  </a:lnTo>
                  <a:cubicBezTo>
                    <a:pt x="0" y="1310"/>
                    <a:pt x="84" y="1381"/>
                    <a:pt x="167" y="1381"/>
                  </a:cubicBezTo>
                  <a:lnTo>
                    <a:pt x="524" y="1381"/>
                  </a:lnTo>
                  <a:lnTo>
                    <a:pt x="524" y="4953"/>
                  </a:lnTo>
                  <a:lnTo>
                    <a:pt x="167" y="4953"/>
                  </a:lnTo>
                  <a:cubicBezTo>
                    <a:pt x="84" y="4953"/>
                    <a:pt x="0" y="5025"/>
                    <a:pt x="0" y="5120"/>
                  </a:cubicBezTo>
                  <a:lnTo>
                    <a:pt x="0" y="6180"/>
                  </a:lnTo>
                  <a:cubicBezTo>
                    <a:pt x="0" y="6263"/>
                    <a:pt x="84" y="6346"/>
                    <a:pt x="167" y="6346"/>
                  </a:cubicBezTo>
                  <a:lnTo>
                    <a:pt x="524" y="6346"/>
                  </a:lnTo>
                  <a:lnTo>
                    <a:pt x="524" y="9894"/>
                  </a:lnTo>
                  <a:lnTo>
                    <a:pt x="167" y="9894"/>
                  </a:lnTo>
                  <a:cubicBezTo>
                    <a:pt x="84" y="9894"/>
                    <a:pt x="0" y="9978"/>
                    <a:pt x="0" y="10061"/>
                  </a:cubicBezTo>
                  <a:lnTo>
                    <a:pt x="0" y="11121"/>
                  </a:lnTo>
                  <a:cubicBezTo>
                    <a:pt x="0" y="11204"/>
                    <a:pt x="84" y="11287"/>
                    <a:pt x="167" y="11287"/>
                  </a:cubicBezTo>
                  <a:lnTo>
                    <a:pt x="1227" y="11287"/>
                  </a:lnTo>
                  <a:cubicBezTo>
                    <a:pt x="1322" y="11287"/>
                    <a:pt x="1394" y="11204"/>
                    <a:pt x="1394" y="11121"/>
                  </a:cubicBezTo>
                  <a:lnTo>
                    <a:pt x="1394" y="10763"/>
                  </a:lnTo>
                  <a:lnTo>
                    <a:pt x="4513" y="10763"/>
                  </a:lnTo>
                  <a:lnTo>
                    <a:pt x="4513" y="11121"/>
                  </a:lnTo>
                  <a:cubicBezTo>
                    <a:pt x="4513" y="11204"/>
                    <a:pt x="4596" y="11287"/>
                    <a:pt x="4680" y="11287"/>
                  </a:cubicBezTo>
                  <a:lnTo>
                    <a:pt x="5739" y="11287"/>
                  </a:lnTo>
                  <a:cubicBezTo>
                    <a:pt x="5823" y="11287"/>
                    <a:pt x="5906" y="11204"/>
                    <a:pt x="5906" y="11121"/>
                  </a:cubicBezTo>
                  <a:lnTo>
                    <a:pt x="5906" y="10763"/>
                  </a:lnTo>
                  <a:lnTo>
                    <a:pt x="9002" y="10763"/>
                  </a:lnTo>
                  <a:lnTo>
                    <a:pt x="9002" y="11121"/>
                  </a:lnTo>
                  <a:cubicBezTo>
                    <a:pt x="9002" y="11204"/>
                    <a:pt x="9073" y="11287"/>
                    <a:pt x="9156" y="11287"/>
                  </a:cubicBezTo>
                  <a:lnTo>
                    <a:pt x="10216" y="11287"/>
                  </a:lnTo>
                  <a:cubicBezTo>
                    <a:pt x="10311" y="11287"/>
                    <a:pt x="10383" y="11204"/>
                    <a:pt x="10383" y="11121"/>
                  </a:cubicBezTo>
                  <a:lnTo>
                    <a:pt x="10383" y="10061"/>
                  </a:lnTo>
                  <a:cubicBezTo>
                    <a:pt x="10383" y="9978"/>
                    <a:pt x="10311" y="9894"/>
                    <a:pt x="10216" y="9894"/>
                  </a:cubicBezTo>
                  <a:lnTo>
                    <a:pt x="9859" y="9894"/>
                  </a:lnTo>
                  <a:lnTo>
                    <a:pt x="9859" y="6346"/>
                  </a:lnTo>
                  <a:lnTo>
                    <a:pt x="10216" y="6346"/>
                  </a:lnTo>
                  <a:cubicBezTo>
                    <a:pt x="10311" y="6346"/>
                    <a:pt x="10383" y="6263"/>
                    <a:pt x="10383" y="6180"/>
                  </a:cubicBezTo>
                  <a:lnTo>
                    <a:pt x="10383" y="5120"/>
                  </a:lnTo>
                  <a:cubicBezTo>
                    <a:pt x="10383" y="5025"/>
                    <a:pt x="10311" y="4953"/>
                    <a:pt x="10216" y="4953"/>
                  </a:cubicBezTo>
                  <a:lnTo>
                    <a:pt x="9859" y="4953"/>
                  </a:lnTo>
                  <a:lnTo>
                    <a:pt x="9859" y="1381"/>
                  </a:lnTo>
                  <a:lnTo>
                    <a:pt x="10216" y="1381"/>
                  </a:lnTo>
                  <a:cubicBezTo>
                    <a:pt x="10311" y="1381"/>
                    <a:pt x="10383" y="1310"/>
                    <a:pt x="10383" y="1215"/>
                  </a:cubicBezTo>
                  <a:lnTo>
                    <a:pt x="10383" y="167"/>
                  </a:lnTo>
                  <a:cubicBezTo>
                    <a:pt x="10383" y="72"/>
                    <a:pt x="10311" y="0"/>
                    <a:pt x="10216" y="0"/>
                  </a:cubicBezTo>
                  <a:lnTo>
                    <a:pt x="9156" y="0"/>
                  </a:lnTo>
                  <a:cubicBezTo>
                    <a:pt x="9073" y="0"/>
                    <a:pt x="9002" y="72"/>
                    <a:pt x="9002" y="167"/>
                  </a:cubicBezTo>
                  <a:lnTo>
                    <a:pt x="9002" y="524"/>
                  </a:lnTo>
                  <a:lnTo>
                    <a:pt x="5882" y="524"/>
                  </a:lnTo>
                  <a:lnTo>
                    <a:pt x="5882" y="167"/>
                  </a:lnTo>
                  <a:cubicBezTo>
                    <a:pt x="5882" y="72"/>
                    <a:pt x="5811" y="0"/>
                    <a:pt x="5727" y="0"/>
                  </a:cubicBezTo>
                  <a:lnTo>
                    <a:pt x="4680" y="0"/>
                  </a:lnTo>
                  <a:cubicBezTo>
                    <a:pt x="4596" y="0"/>
                    <a:pt x="4513" y="72"/>
                    <a:pt x="4513" y="167"/>
                  </a:cubicBezTo>
                  <a:lnTo>
                    <a:pt x="4513" y="524"/>
                  </a:lnTo>
                  <a:lnTo>
                    <a:pt x="1394" y="524"/>
                  </a:lnTo>
                  <a:lnTo>
                    <a:pt x="1394" y="167"/>
                  </a:lnTo>
                  <a:cubicBezTo>
                    <a:pt x="1394" y="72"/>
                    <a:pt x="1322" y="0"/>
                    <a:pt x="1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66"/>
            <p:cNvSpPr/>
            <p:nvPr/>
          </p:nvSpPr>
          <p:spPr>
            <a:xfrm>
              <a:off x="2925696" y="1563140"/>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66"/>
            <p:cNvSpPr/>
            <p:nvPr/>
          </p:nvSpPr>
          <p:spPr>
            <a:xfrm>
              <a:off x="2953717" y="159456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66"/>
            <p:cNvSpPr/>
            <p:nvPr/>
          </p:nvSpPr>
          <p:spPr>
            <a:xfrm>
              <a:off x="2953717" y="1594182"/>
              <a:ext cx="32" cy="413"/>
            </a:xfrm>
            <a:custGeom>
              <a:avLst/>
              <a:gdLst/>
              <a:ahLst/>
              <a:cxnLst/>
              <a:rect l="l" t="t" r="r" b="b"/>
              <a:pathLst>
                <a:path w="1" h="13" extrusionOk="0">
                  <a:moveTo>
                    <a:pt x="1" y="1"/>
                  </a:moveTo>
                  <a:cubicBezTo>
                    <a:pt x="1" y="1"/>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4" name="Google Shape;11814;p66"/>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66"/>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66"/>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66"/>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66"/>
            <p:cNvSpPr/>
            <p:nvPr/>
          </p:nvSpPr>
          <p:spPr>
            <a:xfrm>
              <a:off x="2923788" y="157640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66"/>
            <p:cNvSpPr/>
            <p:nvPr/>
          </p:nvSpPr>
          <p:spPr>
            <a:xfrm>
              <a:off x="2953717" y="1594182"/>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66"/>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1" name="Google Shape;11821;p66"/>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2" name="Google Shape;11822;p66"/>
            <p:cNvSpPr/>
            <p:nvPr/>
          </p:nvSpPr>
          <p:spPr>
            <a:xfrm>
              <a:off x="2923438" y="1576784"/>
              <a:ext cx="0" cy="32"/>
            </a:xfrm>
            <a:custGeom>
              <a:avLst/>
              <a:gdLst/>
              <a:ahLst/>
              <a:cxnLst/>
              <a:rect l="l" t="t" r="r" b="b"/>
              <a:pathLst>
                <a:path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66"/>
            <p:cNvSpPr/>
            <p:nvPr/>
          </p:nvSpPr>
          <p:spPr>
            <a:xfrm>
              <a:off x="2792783" y="1631298"/>
              <a:ext cx="87877" cy="101140"/>
            </a:xfrm>
            <a:custGeom>
              <a:avLst/>
              <a:gdLst/>
              <a:ahLst/>
              <a:cxnLst/>
              <a:rect l="l" t="t" r="r" b="b"/>
              <a:pathLst>
                <a:path w="2763" h="3180" extrusionOk="0">
                  <a:moveTo>
                    <a:pt x="167" y="1"/>
                  </a:moveTo>
                  <a:cubicBezTo>
                    <a:pt x="72" y="1"/>
                    <a:pt x="0" y="72"/>
                    <a:pt x="0" y="167"/>
                  </a:cubicBezTo>
                  <a:cubicBezTo>
                    <a:pt x="0" y="263"/>
                    <a:pt x="72" y="334"/>
                    <a:pt x="167" y="334"/>
                  </a:cubicBezTo>
                  <a:lnTo>
                    <a:pt x="2167" y="334"/>
                  </a:lnTo>
                  <a:cubicBezTo>
                    <a:pt x="2310" y="334"/>
                    <a:pt x="2429" y="453"/>
                    <a:pt x="2429" y="584"/>
                  </a:cubicBezTo>
                  <a:lnTo>
                    <a:pt x="2429" y="3013"/>
                  </a:lnTo>
                  <a:cubicBezTo>
                    <a:pt x="2429" y="3096"/>
                    <a:pt x="2501" y="3180"/>
                    <a:pt x="2584" y="3180"/>
                  </a:cubicBezTo>
                  <a:cubicBezTo>
                    <a:pt x="2679" y="3180"/>
                    <a:pt x="2751" y="3096"/>
                    <a:pt x="2751" y="3013"/>
                  </a:cubicBezTo>
                  <a:lnTo>
                    <a:pt x="2751" y="584"/>
                  </a:lnTo>
                  <a:cubicBezTo>
                    <a:pt x="2763" y="275"/>
                    <a:pt x="250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66"/>
            <p:cNvSpPr/>
            <p:nvPr/>
          </p:nvSpPr>
          <p:spPr>
            <a:xfrm>
              <a:off x="2715147" y="1631298"/>
              <a:ext cx="66695" cy="122735"/>
            </a:xfrm>
            <a:custGeom>
              <a:avLst/>
              <a:gdLst/>
              <a:ahLst/>
              <a:cxnLst/>
              <a:rect l="l" t="t" r="r" b="b"/>
              <a:pathLst>
                <a:path w="2097" h="3859" extrusionOk="0">
                  <a:moveTo>
                    <a:pt x="596" y="1"/>
                  </a:moveTo>
                  <a:cubicBezTo>
                    <a:pt x="263" y="1"/>
                    <a:pt x="1" y="275"/>
                    <a:pt x="1" y="596"/>
                  </a:cubicBezTo>
                  <a:lnTo>
                    <a:pt x="1" y="3692"/>
                  </a:lnTo>
                  <a:cubicBezTo>
                    <a:pt x="1" y="3787"/>
                    <a:pt x="72" y="3858"/>
                    <a:pt x="167" y="3858"/>
                  </a:cubicBezTo>
                  <a:cubicBezTo>
                    <a:pt x="251" y="3858"/>
                    <a:pt x="322" y="3787"/>
                    <a:pt x="322" y="3692"/>
                  </a:cubicBezTo>
                  <a:lnTo>
                    <a:pt x="322" y="596"/>
                  </a:lnTo>
                  <a:cubicBezTo>
                    <a:pt x="322" y="453"/>
                    <a:pt x="441" y="346"/>
                    <a:pt x="584" y="346"/>
                  </a:cubicBezTo>
                  <a:lnTo>
                    <a:pt x="1917" y="346"/>
                  </a:lnTo>
                  <a:cubicBezTo>
                    <a:pt x="2013" y="346"/>
                    <a:pt x="2084" y="275"/>
                    <a:pt x="2084" y="179"/>
                  </a:cubicBezTo>
                  <a:cubicBezTo>
                    <a:pt x="2096" y="72"/>
                    <a:pt x="2025"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66"/>
            <p:cNvSpPr/>
            <p:nvPr/>
          </p:nvSpPr>
          <p:spPr>
            <a:xfrm>
              <a:off x="2715911" y="1707789"/>
              <a:ext cx="166277" cy="93570"/>
            </a:xfrm>
            <a:custGeom>
              <a:avLst/>
              <a:gdLst/>
              <a:ahLst/>
              <a:cxnLst/>
              <a:rect l="l" t="t" r="r" b="b"/>
              <a:pathLst>
                <a:path w="5228" h="2942" extrusionOk="0">
                  <a:moveTo>
                    <a:pt x="2001" y="358"/>
                  </a:moveTo>
                  <a:cubicBezTo>
                    <a:pt x="2132" y="358"/>
                    <a:pt x="2239" y="429"/>
                    <a:pt x="2298" y="537"/>
                  </a:cubicBezTo>
                  <a:lnTo>
                    <a:pt x="2596" y="1132"/>
                  </a:lnTo>
                  <a:cubicBezTo>
                    <a:pt x="2429" y="1287"/>
                    <a:pt x="2215" y="1382"/>
                    <a:pt x="2001" y="1382"/>
                  </a:cubicBezTo>
                  <a:cubicBezTo>
                    <a:pt x="1763" y="1382"/>
                    <a:pt x="1548" y="1287"/>
                    <a:pt x="1382" y="1132"/>
                  </a:cubicBezTo>
                  <a:lnTo>
                    <a:pt x="1703" y="537"/>
                  </a:lnTo>
                  <a:cubicBezTo>
                    <a:pt x="1763" y="418"/>
                    <a:pt x="1870" y="358"/>
                    <a:pt x="2001" y="358"/>
                  </a:cubicBezTo>
                  <a:close/>
                  <a:moveTo>
                    <a:pt x="2739" y="1453"/>
                  </a:moveTo>
                  <a:lnTo>
                    <a:pt x="3334" y="2632"/>
                  </a:lnTo>
                  <a:lnTo>
                    <a:pt x="631" y="2632"/>
                  </a:lnTo>
                  <a:lnTo>
                    <a:pt x="1227" y="1453"/>
                  </a:lnTo>
                  <a:cubicBezTo>
                    <a:pt x="1429" y="1632"/>
                    <a:pt x="1703" y="1739"/>
                    <a:pt x="1989" y="1739"/>
                  </a:cubicBezTo>
                  <a:cubicBezTo>
                    <a:pt x="2263" y="1739"/>
                    <a:pt x="2536" y="1632"/>
                    <a:pt x="2739" y="1453"/>
                  </a:cubicBezTo>
                  <a:close/>
                  <a:moveTo>
                    <a:pt x="2001" y="1"/>
                  </a:moveTo>
                  <a:cubicBezTo>
                    <a:pt x="1739" y="1"/>
                    <a:pt x="1524" y="132"/>
                    <a:pt x="1405" y="370"/>
                  </a:cubicBezTo>
                  <a:lnTo>
                    <a:pt x="1048" y="1072"/>
                  </a:lnTo>
                  <a:lnTo>
                    <a:pt x="346" y="2454"/>
                  </a:lnTo>
                  <a:cubicBezTo>
                    <a:pt x="334" y="2418"/>
                    <a:pt x="334" y="2382"/>
                    <a:pt x="334" y="2346"/>
                  </a:cubicBezTo>
                  <a:lnTo>
                    <a:pt x="334" y="1930"/>
                  </a:lnTo>
                  <a:cubicBezTo>
                    <a:pt x="334" y="1834"/>
                    <a:pt x="250" y="1763"/>
                    <a:pt x="167" y="1763"/>
                  </a:cubicBezTo>
                  <a:cubicBezTo>
                    <a:pt x="72" y="1763"/>
                    <a:pt x="0" y="1834"/>
                    <a:pt x="0" y="1930"/>
                  </a:cubicBezTo>
                  <a:lnTo>
                    <a:pt x="0" y="2346"/>
                  </a:lnTo>
                  <a:cubicBezTo>
                    <a:pt x="0" y="2680"/>
                    <a:pt x="274" y="2942"/>
                    <a:pt x="596" y="2942"/>
                  </a:cubicBezTo>
                  <a:lnTo>
                    <a:pt x="4632" y="2942"/>
                  </a:lnTo>
                  <a:cubicBezTo>
                    <a:pt x="4953" y="2942"/>
                    <a:pt x="5227" y="2680"/>
                    <a:pt x="5227" y="2346"/>
                  </a:cubicBezTo>
                  <a:lnTo>
                    <a:pt x="5227" y="1263"/>
                  </a:lnTo>
                  <a:cubicBezTo>
                    <a:pt x="5180" y="1191"/>
                    <a:pt x="5108" y="1108"/>
                    <a:pt x="5025" y="1108"/>
                  </a:cubicBezTo>
                  <a:cubicBezTo>
                    <a:pt x="4930" y="1108"/>
                    <a:pt x="4858" y="1191"/>
                    <a:pt x="4858" y="1275"/>
                  </a:cubicBezTo>
                  <a:lnTo>
                    <a:pt x="4858" y="2358"/>
                  </a:lnTo>
                  <a:cubicBezTo>
                    <a:pt x="4858" y="2513"/>
                    <a:pt x="4739" y="2620"/>
                    <a:pt x="4596" y="2620"/>
                  </a:cubicBezTo>
                  <a:lnTo>
                    <a:pt x="3739" y="2620"/>
                  </a:lnTo>
                  <a:lnTo>
                    <a:pt x="2608" y="370"/>
                  </a:lnTo>
                  <a:cubicBezTo>
                    <a:pt x="2548" y="251"/>
                    <a:pt x="2465" y="156"/>
                    <a:pt x="2358" y="96"/>
                  </a:cubicBezTo>
                  <a:cubicBezTo>
                    <a:pt x="2251" y="37"/>
                    <a:pt x="2132"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66"/>
            <p:cNvSpPr/>
            <p:nvPr/>
          </p:nvSpPr>
          <p:spPr>
            <a:xfrm>
              <a:off x="2799589" y="1654706"/>
              <a:ext cx="61384" cy="62974"/>
            </a:xfrm>
            <a:custGeom>
              <a:avLst/>
              <a:gdLst/>
              <a:ahLst/>
              <a:cxnLst/>
              <a:rect l="l" t="t" r="r" b="b"/>
              <a:pathLst>
                <a:path w="1930" h="1980" extrusionOk="0">
                  <a:moveTo>
                    <a:pt x="644" y="432"/>
                  </a:moveTo>
                  <a:cubicBezTo>
                    <a:pt x="608" y="932"/>
                    <a:pt x="965" y="1384"/>
                    <a:pt x="1441" y="1467"/>
                  </a:cubicBezTo>
                  <a:cubicBezTo>
                    <a:pt x="1322" y="1587"/>
                    <a:pt x="1167" y="1646"/>
                    <a:pt x="989" y="1646"/>
                  </a:cubicBezTo>
                  <a:cubicBezTo>
                    <a:pt x="620" y="1646"/>
                    <a:pt x="334" y="1348"/>
                    <a:pt x="334" y="991"/>
                  </a:cubicBezTo>
                  <a:cubicBezTo>
                    <a:pt x="334" y="753"/>
                    <a:pt x="453" y="551"/>
                    <a:pt x="644" y="432"/>
                  </a:cubicBezTo>
                  <a:close/>
                  <a:moveTo>
                    <a:pt x="898" y="0"/>
                  </a:moveTo>
                  <a:cubicBezTo>
                    <a:pt x="889" y="0"/>
                    <a:pt x="880" y="1"/>
                    <a:pt x="870" y="3"/>
                  </a:cubicBezTo>
                  <a:cubicBezTo>
                    <a:pt x="382" y="74"/>
                    <a:pt x="1" y="491"/>
                    <a:pt x="1" y="979"/>
                  </a:cubicBezTo>
                  <a:cubicBezTo>
                    <a:pt x="1" y="1527"/>
                    <a:pt x="453" y="1979"/>
                    <a:pt x="1001" y="1979"/>
                  </a:cubicBezTo>
                  <a:cubicBezTo>
                    <a:pt x="1406" y="1979"/>
                    <a:pt x="1763" y="1741"/>
                    <a:pt x="1918" y="1384"/>
                  </a:cubicBezTo>
                  <a:cubicBezTo>
                    <a:pt x="1929" y="1336"/>
                    <a:pt x="1929" y="1265"/>
                    <a:pt x="1894" y="1217"/>
                  </a:cubicBezTo>
                  <a:cubicBezTo>
                    <a:pt x="1874" y="1178"/>
                    <a:pt x="1830" y="1155"/>
                    <a:pt x="1768" y="1155"/>
                  </a:cubicBezTo>
                  <a:cubicBezTo>
                    <a:pt x="1755" y="1155"/>
                    <a:pt x="1741" y="1156"/>
                    <a:pt x="1727" y="1158"/>
                  </a:cubicBezTo>
                  <a:lnTo>
                    <a:pt x="1644" y="1158"/>
                  </a:lnTo>
                  <a:cubicBezTo>
                    <a:pt x="1275" y="1158"/>
                    <a:pt x="989" y="860"/>
                    <a:pt x="989" y="503"/>
                  </a:cubicBezTo>
                  <a:cubicBezTo>
                    <a:pt x="989" y="420"/>
                    <a:pt x="1001" y="324"/>
                    <a:pt x="1048" y="241"/>
                  </a:cubicBezTo>
                  <a:cubicBezTo>
                    <a:pt x="1092" y="131"/>
                    <a:pt x="1014" y="0"/>
                    <a:pt x="8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7" name="Google Shape;11827;p66"/>
          <p:cNvGrpSpPr/>
          <p:nvPr/>
        </p:nvGrpSpPr>
        <p:grpSpPr>
          <a:xfrm>
            <a:off x="3567553" y="1324462"/>
            <a:ext cx="320022" cy="359778"/>
            <a:chOff x="3567553" y="1499912"/>
            <a:chExt cx="320022" cy="359778"/>
          </a:xfrm>
        </p:grpSpPr>
        <p:sp>
          <p:nvSpPr>
            <p:cNvPr id="11828" name="Google Shape;11828;p66"/>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66"/>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66"/>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66"/>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66"/>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66"/>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4" name="Google Shape;11834;p66"/>
          <p:cNvGrpSpPr/>
          <p:nvPr/>
        </p:nvGrpSpPr>
        <p:grpSpPr>
          <a:xfrm>
            <a:off x="1309875" y="1324462"/>
            <a:ext cx="359015" cy="358633"/>
            <a:chOff x="1309875" y="1499912"/>
            <a:chExt cx="359015" cy="358633"/>
          </a:xfrm>
        </p:grpSpPr>
        <p:sp>
          <p:nvSpPr>
            <p:cNvPr id="11835" name="Google Shape;11835;p66"/>
            <p:cNvSpPr/>
            <p:nvPr/>
          </p:nvSpPr>
          <p:spPr>
            <a:xfrm>
              <a:off x="1309875" y="1499912"/>
              <a:ext cx="133708" cy="204665"/>
            </a:xfrm>
            <a:custGeom>
              <a:avLst/>
              <a:gdLst/>
              <a:ahLst/>
              <a:cxnLst/>
              <a:rect l="l" t="t" r="r" b="b"/>
              <a:pathLst>
                <a:path w="4204" h="6435" extrusionOk="0">
                  <a:moveTo>
                    <a:pt x="1310" y="0"/>
                  </a:moveTo>
                  <a:cubicBezTo>
                    <a:pt x="608" y="0"/>
                    <a:pt x="24" y="560"/>
                    <a:pt x="24" y="1274"/>
                  </a:cubicBezTo>
                  <a:cubicBezTo>
                    <a:pt x="36" y="6323"/>
                    <a:pt x="0" y="6037"/>
                    <a:pt x="72" y="6311"/>
                  </a:cubicBezTo>
                  <a:cubicBezTo>
                    <a:pt x="82" y="6381"/>
                    <a:pt x="152" y="6435"/>
                    <a:pt x="231" y="6435"/>
                  </a:cubicBezTo>
                  <a:cubicBezTo>
                    <a:pt x="246" y="6435"/>
                    <a:pt x="260" y="6433"/>
                    <a:pt x="274" y="6430"/>
                  </a:cubicBezTo>
                  <a:cubicBezTo>
                    <a:pt x="370" y="6394"/>
                    <a:pt x="429" y="6311"/>
                    <a:pt x="393" y="6215"/>
                  </a:cubicBezTo>
                  <a:cubicBezTo>
                    <a:pt x="358" y="6013"/>
                    <a:pt x="381" y="6180"/>
                    <a:pt x="370" y="1262"/>
                  </a:cubicBezTo>
                  <a:cubicBezTo>
                    <a:pt x="370" y="739"/>
                    <a:pt x="786" y="322"/>
                    <a:pt x="1310" y="322"/>
                  </a:cubicBezTo>
                  <a:lnTo>
                    <a:pt x="4049" y="322"/>
                  </a:lnTo>
                  <a:cubicBezTo>
                    <a:pt x="4132" y="322"/>
                    <a:pt x="4203" y="250"/>
                    <a:pt x="4203" y="167"/>
                  </a:cubicBezTo>
                  <a:cubicBezTo>
                    <a:pt x="4203" y="72"/>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6" name="Google Shape;11836;p66"/>
            <p:cNvSpPr/>
            <p:nvPr/>
          </p:nvSpPr>
          <p:spPr>
            <a:xfrm>
              <a:off x="1454524" y="1499912"/>
              <a:ext cx="213602" cy="123467"/>
            </a:xfrm>
            <a:custGeom>
              <a:avLst/>
              <a:gdLst/>
              <a:ahLst/>
              <a:cxnLst/>
              <a:rect l="l" t="t" r="r" b="b"/>
              <a:pathLst>
                <a:path w="6716" h="3882" extrusionOk="0">
                  <a:moveTo>
                    <a:pt x="167" y="0"/>
                  </a:moveTo>
                  <a:cubicBezTo>
                    <a:pt x="72" y="0"/>
                    <a:pt x="1" y="72"/>
                    <a:pt x="1" y="167"/>
                  </a:cubicBezTo>
                  <a:cubicBezTo>
                    <a:pt x="1" y="250"/>
                    <a:pt x="72" y="322"/>
                    <a:pt x="167" y="322"/>
                  </a:cubicBezTo>
                  <a:lnTo>
                    <a:pt x="5430" y="322"/>
                  </a:lnTo>
                  <a:cubicBezTo>
                    <a:pt x="5954" y="322"/>
                    <a:pt x="6371" y="739"/>
                    <a:pt x="6371" y="1262"/>
                  </a:cubicBezTo>
                  <a:lnTo>
                    <a:pt x="6371" y="3715"/>
                  </a:lnTo>
                  <a:cubicBezTo>
                    <a:pt x="6371" y="3810"/>
                    <a:pt x="6442" y="3882"/>
                    <a:pt x="6537" y="3882"/>
                  </a:cubicBezTo>
                  <a:cubicBezTo>
                    <a:pt x="6621" y="3882"/>
                    <a:pt x="6704" y="3810"/>
                    <a:pt x="6704" y="3715"/>
                  </a:cubicBezTo>
                  <a:lnTo>
                    <a:pt x="6704" y="1262"/>
                  </a:lnTo>
                  <a:cubicBezTo>
                    <a:pt x="6716" y="584"/>
                    <a:pt x="6144" y="0"/>
                    <a:pt x="5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7" name="Google Shape;11837;p66"/>
            <p:cNvSpPr/>
            <p:nvPr/>
          </p:nvSpPr>
          <p:spPr>
            <a:xfrm>
              <a:off x="1322756" y="1634701"/>
              <a:ext cx="346134" cy="223844"/>
            </a:xfrm>
            <a:custGeom>
              <a:avLst/>
              <a:gdLst/>
              <a:ahLst/>
              <a:cxnLst/>
              <a:rect l="l" t="t" r="r" b="b"/>
              <a:pathLst>
                <a:path w="10883" h="7038" extrusionOk="0">
                  <a:moveTo>
                    <a:pt x="5930" y="3037"/>
                  </a:moveTo>
                  <a:lnTo>
                    <a:pt x="5930" y="5656"/>
                  </a:lnTo>
                  <a:lnTo>
                    <a:pt x="4560" y="5656"/>
                  </a:lnTo>
                  <a:lnTo>
                    <a:pt x="4560" y="3037"/>
                  </a:lnTo>
                  <a:close/>
                  <a:moveTo>
                    <a:pt x="7370" y="5990"/>
                  </a:moveTo>
                  <a:cubicBezTo>
                    <a:pt x="7549" y="5990"/>
                    <a:pt x="7716" y="6133"/>
                    <a:pt x="7716" y="6323"/>
                  </a:cubicBezTo>
                  <a:lnTo>
                    <a:pt x="7716" y="6383"/>
                  </a:lnTo>
                  <a:cubicBezTo>
                    <a:pt x="7716" y="6561"/>
                    <a:pt x="7573" y="6728"/>
                    <a:pt x="7370" y="6728"/>
                  </a:cubicBezTo>
                  <a:lnTo>
                    <a:pt x="3120" y="6728"/>
                  </a:lnTo>
                  <a:cubicBezTo>
                    <a:pt x="2941" y="6728"/>
                    <a:pt x="2774" y="6585"/>
                    <a:pt x="2774" y="6383"/>
                  </a:cubicBezTo>
                  <a:lnTo>
                    <a:pt x="2774" y="6323"/>
                  </a:lnTo>
                  <a:cubicBezTo>
                    <a:pt x="2774" y="6145"/>
                    <a:pt x="2929" y="5990"/>
                    <a:pt x="3120" y="5990"/>
                  </a:cubicBezTo>
                  <a:close/>
                  <a:moveTo>
                    <a:pt x="10692" y="1"/>
                  </a:moveTo>
                  <a:cubicBezTo>
                    <a:pt x="10597" y="1"/>
                    <a:pt x="10525" y="72"/>
                    <a:pt x="10525" y="168"/>
                  </a:cubicBezTo>
                  <a:lnTo>
                    <a:pt x="10525" y="1763"/>
                  </a:lnTo>
                  <a:cubicBezTo>
                    <a:pt x="10525" y="2275"/>
                    <a:pt x="10109" y="2692"/>
                    <a:pt x="9585" y="2692"/>
                  </a:cubicBezTo>
                  <a:lnTo>
                    <a:pt x="917" y="2692"/>
                  </a:lnTo>
                  <a:cubicBezTo>
                    <a:pt x="691" y="2692"/>
                    <a:pt x="465" y="2608"/>
                    <a:pt x="298" y="2454"/>
                  </a:cubicBezTo>
                  <a:cubicBezTo>
                    <a:pt x="265" y="2426"/>
                    <a:pt x="225" y="2412"/>
                    <a:pt x="185" y="2412"/>
                  </a:cubicBezTo>
                  <a:cubicBezTo>
                    <a:pt x="138" y="2412"/>
                    <a:pt x="92" y="2432"/>
                    <a:pt x="60" y="2477"/>
                  </a:cubicBezTo>
                  <a:cubicBezTo>
                    <a:pt x="0" y="2549"/>
                    <a:pt x="0" y="2656"/>
                    <a:pt x="84" y="2716"/>
                  </a:cubicBezTo>
                  <a:cubicBezTo>
                    <a:pt x="322" y="2918"/>
                    <a:pt x="619" y="3025"/>
                    <a:pt x="917" y="3025"/>
                  </a:cubicBezTo>
                  <a:lnTo>
                    <a:pt x="4227" y="3025"/>
                  </a:lnTo>
                  <a:lnTo>
                    <a:pt x="4227" y="5644"/>
                  </a:lnTo>
                  <a:lnTo>
                    <a:pt x="3132" y="5644"/>
                  </a:lnTo>
                  <a:cubicBezTo>
                    <a:pt x="2763" y="5644"/>
                    <a:pt x="2465" y="5942"/>
                    <a:pt x="2465" y="6311"/>
                  </a:cubicBezTo>
                  <a:lnTo>
                    <a:pt x="2465" y="6371"/>
                  </a:lnTo>
                  <a:cubicBezTo>
                    <a:pt x="2465" y="6740"/>
                    <a:pt x="2763" y="7038"/>
                    <a:pt x="3132" y="7038"/>
                  </a:cubicBezTo>
                  <a:lnTo>
                    <a:pt x="7394" y="7038"/>
                  </a:lnTo>
                  <a:cubicBezTo>
                    <a:pt x="7763" y="7038"/>
                    <a:pt x="8061" y="6740"/>
                    <a:pt x="8061" y="6371"/>
                  </a:cubicBezTo>
                  <a:lnTo>
                    <a:pt x="8061" y="6311"/>
                  </a:lnTo>
                  <a:cubicBezTo>
                    <a:pt x="8061" y="5942"/>
                    <a:pt x="7763" y="5644"/>
                    <a:pt x="7394" y="5644"/>
                  </a:cubicBezTo>
                  <a:lnTo>
                    <a:pt x="6287" y="5644"/>
                  </a:lnTo>
                  <a:lnTo>
                    <a:pt x="6287" y="3037"/>
                  </a:lnTo>
                  <a:lnTo>
                    <a:pt x="9609" y="3037"/>
                  </a:lnTo>
                  <a:cubicBezTo>
                    <a:pt x="10311" y="3037"/>
                    <a:pt x="10883" y="2477"/>
                    <a:pt x="10883" y="1751"/>
                  </a:cubicBezTo>
                  <a:lnTo>
                    <a:pt x="10883" y="168"/>
                  </a:lnTo>
                  <a:cubicBezTo>
                    <a:pt x="10859" y="72"/>
                    <a:pt x="10787" y="1"/>
                    <a:pt x="10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66"/>
            <p:cNvSpPr/>
            <p:nvPr/>
          </p:nvSpPr>
          <p:spPr>
            <a:xfrm>
              <a:off x="1331852" y="1519217"/>
              <a:ext cx="191243" cy="140514"/>
            </a:xfrm>
            <a:custGeom>
              <a:avLst/>
              <a:gdLst/>
              <a:ahLst/>
              <a:cxnLst/>
              <a:rect l="l" t="t" r="r" b="b"/>
              <a:pathLst>
                <a:path w="6013" h="4418" extrusionOk="0">
                  <a:moveTo>
                    <a:pt x="869" y="1"/>
                  </a:moveTo>
                  <a:cubicBezTo>
                    <a:pt x="393" y="1"/>
                    <a:pt x="0" y="393"/>
                    <a:pt x="0" y="870"/>
                  </a:cubicBezTo>
                  <a:lnTo>
                    <a:pt x="0" y="4263"/>
                  </a:lnTo>
                  <a:cubicBezTo>
                    <a:pt x="0" y="4346"/>
                    <a:pt x="83" y="4418"/>
                    <a:pt x="167" y="4418"/>
                  </a:cubicBezTo>
                  <a:cubicBezTo>
                    <a:pt x="262" y="4418"/>
                    <a:pt x="333" y="4346"/>
                    <a:pt x="333" y="4263"/>
                  </a:cubicBezTo>
                  <a:lnTo>
                    <a:pt x="333" y="870"/>
                  </a:lnTo>
                  <a:cubicBezTo>
                    <a:pt x="333" y="572"/>
                    <a:pt x="572" y="334"/>
                    <a:pt x="869" y="334"/>
                  </a:cubicBezTo>
                  <a:lnTo>
                    <a:pt x="5834" y="334"/>
                  </a:lnTo>
                  <a:cubicBezTo>
                    <a:pt x="5929" y="334"/>
                    <a:pt x="6001" y="251"/>
                    <a:pt x="6001" y="167"/>
                  </a:cubicBezTo>
                  <a:cubicBezTo>
                    <a:pt x="6013" y="72"/>
                    <a:pt x="5929" y="1"/>
                    <a:pt x="5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66"/>
            <p:cNvSpPr/>
            <p:nvPr/>
          </p:nvSpPr>
          <p:spPr>
            <a:xfrm>
              <a:off x="1331852" y="1519217"/>
              <a:ext cx="315442" cy="190512"/>
            </a:xfrm>
            <a:custGeom>
              <a:avLst/>
              <a:gdLst/>
              <a:ahLst/>
              <a:cxnLst/>
              <a:rect l="l" t="t" r="r" b="b"/>
              <a:pathLst>
                <a:path w="9918" h="5990" extrusionOk="0">
                  <a:moveTo>
                    <a:pt x="6513" y="1"/>
                  </a:moveTo>
                  <a:cubicBezTo>
                    <a:pt x="6418" y="1"/>
                    <a:pt x="6346" y="72"/>
                    <a:pt x="6346" y="167"/>
                  </a:cubicBezTo>
                  <a:cubicBezTo>
                    <a:pt x="6346" y="251"/>
                    <a:pt x="6418" y="322"/>
                    <a:pt x="6513" y="322"/>
                  </a:cubicBezTo>
                  <a:lnTo>
                    <a:pt x="9049" y="322"/>
                  </a:lnTo>
                  <a:cubicBezTo>
                    <a:pt x="9346" y="322"/>
                    <a:pt x="9585" y="560"/>
                    <a:pt x="9585" y="870"/>
                  </a:cubicBezTo>
                  <a:lnTo>
                    <a:pt x="9585" y="5120"/>
                  </a:lnTo>
                  <a:cubicBezTo>
                    <a:pt x="9585" y="5418"/>
                    <a:pt x="9346" y="5656"/>
                    <a:pt x="9049" y="5656"/>
                  </a:cubicBezTo>
                  <a:lnTo>
                    <a:pt x="869" y="5656"/>
                  </a:lnTo>
                  <a:cubicBezTo>
                    <a:pt x="572" y="5656"/>
                    <a:pt x="333" y="5418"/>
                    <a:pt x="333" y="5120"/>
                  </a:cubicBezTo>
                  <a:lnTo>
                    <a:pt x="333" y="4930"/>
                  </a:lnTo>
                  <a:cubicBezTo>
                    <a:pt x="333" y="4834"/>
                    <a:pt x="262" y="4763"/>
                    <a:pt x="167" y="4763"/>
                  </a:cubicBezTo>
                  <a:cubicBezTo>
                    <a:pt x="71" y="4763"/>
                    <a:pt x="0" y="4834"/>
                    <a:pt x="0" y="4930"/>
                  </a:cubicBezTo>
                  <a:lnTo>
                    <a:pt x="0" y="5120"/>
                  </a:lnTo>
                  <a:cubicBezTo>
                    <a:pt x="0" y="5596"/>
                    <a:pt x="393" y="5989"/>
                    <a:pt x="869" y="5989"/>
                  </a:cubicBezTo>
                  <a:lnTo>
                    <a:pt x="9049" y="5989"/>
                  </a:lnTo>
                  <a:cubicBezTo>
                    <a:pt x="9525" y="5989"/>
                    <a:pt x="9918" y="5596"/>
                    <a:pt x="9918" y="5120"/>
                  </a:cubicBezTo>
                  <a:lnTo>
                    <a:pt x="9918" y="870"/>
                  </a:lnTo>
                  <a:cubicBezTo>
                    <a:pt x="9918" y="393"/>
                    <a:pt x="9525"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66"/>
            <p:cNvSpPr/>
            <p:nvPr/>
          </p:nvSpPr>
          <p:spPr>
            <a:xfrm>
              <a:off x="1587056" y="1669178"/>
              <a:ext cx="32" cy="32"/>
            </a:xfrm>
            <a:custGeom>
              <a:avLst/>
              <a:gdLst/>
              <a:ahLst/>
              <a:cxnLst/>
              <a:rect l="l" t="t" r="r" b="b"/>
              <a:pathLst>
                <a:path w="1" h="1" extrusionOk="0">
                  <a:moveTo>
                    <a:pt x="1" y="0"/>
                  </a:moveTo>
                  <a:lnTo>
                    <a:pt x="1" y="0"/>
                  </a:lnTo>
                  <a:lnTo>
                    <a:pt x="1" y="0"/>
                  </a:ln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66"/>
            <p:cNvSpPr/>
            <p:nvPr/>
          </p:nvSpPr>
          <p:spPr>
            <a:xfrm>
              <a:off x="1471190" y="1538523"/>
              <a:ext cx="160965" cy="141278"/>
            </a:xfrm>
            <a:custGeom>
              <a:avLst/>
              <a:gdLst/>
              <a:ahLst/>
              <a:cxnLst/>
              <a:rect l="l" t="t" r="r" b="b"/>
              <a:pathLst>
                <a:path w="5061" h="4442" extrusionOk="0">
                  <a:moveTo>
                    <a:pt x="2489" y="346"/>
                  </a:moveTo>
                  <a:lnTo>
                    <a:pt x="1536" y="1096"/>
                  </a:lnTo>
                  <a:lnTo>
                    <a:pt x="548" y="346"/>
                  </a:lnTo>
                  <a:close/>
                  <a:moveTo>
                    <a:pt x="322" y="596"/>
                  </a:moveTo>
                  <a:lnTo>
                    <a:pt x="1251" y="1299"/>
                  </a:lnTo>
                  <a:lnTo>
                    <a:pt x="322" y="2013"/>
                  </a:lnTo>
                  <a:lnTo>
                    <a:pt x="322" y="596"/>
                  </a:lnTo>
                  <a:close/>
                  <a:moveTo>
                    <a:pt x="2739" y="584"/>
                  </a:moveTo>
                  <a:lnTo>
                    <a:pt x="2739" y="2013"/>
                  </a:lnTo>
                  <a:lnTo>
                    <a:pt x="1810" y="1299"/>
                  </a:lnTo>
                  <a:lnTo>
                    <a:pt x="2739" y="584"/>
                  </a:lnTo>
                  <a:close/>
                  <a:moveTo>
                    <a:pt x="1536" y="1501"/>
                  </a:moveTo>
                  <a:lnTo>
                    <a:pt x="2525" y="2263"/>
                  </a:lnTo>
                  <a:lnTo>
                    <a:pt x="548" y="2263"/>
                  </a:lnTo>
                  <a:lnTo>
                    <a:pt x="1536" y="1501"/>
                  </a:lnTo>
                  <a:close/>
                  <a:moveTo>
                    <a:pt x="3239" y="2680"/>
                  </a:moveTo>
                  <a:lnTo>
                    <a:pt x="3239" y="2680"/>
                  </a:lnTo>
                  <a:cubicBezTo>
                    <a:pt x="3261" y="2702"/>
                    <a:pt x="4644" y="3120"/>
                    <a:pt x="4644" y="3120"/>
                  </a:cubicBezTo>
                  <a:cubicBezTo>
                    <a:pt x="4639" y="3122"/>
                    <a:pt x="4637" y="3122"/>
                    <a:pt x="4636" y="3122"/>
                  </a:cubicBezTo>
                  <a:cubicBezTo>
                    <a:pt x="4636" y="3122"/>
                    <a:pt x="4642" y="3120"/>
                    <a:pt x="4640" y="3120"/>
                  </a:cubicBezTo>
                  <a:cubicBezTo>
                    <a:pt x="4636" y="3120"/>
                    <a:pt x="4565" y="3136"/>
                    <a:pt x="4049" y="3263"/>
                  </a:cubicBezTo>
                  <a:cubicBezTo>
                    <a:pt x="3930" y="3287"/>
                    <a:pt x="3834" y="3382"/>
                    <a:pt x="3811" y="3501"/>
                  </a:cubicBezTo>
                  <a:cubicBezTo>
                    <a:pt x="3686" y="3957"/>
                    <a:pt x="3662" y="4068"/>
                    <a:pt x="3659" y="4091"/>
                  </a:cubicBezTo>
                  <a:lnTo>
                    <a:pt x="3659" y="4091"/>
                  </a:lnTo>
                  <a:cubicBezTo>
                    <a:pt x="3658" y="4092"/>
                    <a:pt x="3657" y="4094"/>
                    <a:pt x="3656" y="4097"/>
                  </a:cubicBezTo>
                  <a:cubicBezTo>
                    <a:pt x="3656" y="4085"/>
                    <a:pt x="3620" y="3954"/>
                    <a:pt x="3239" y="2680"/>
                  </a:cubicBezTo>
                  <a:close/>
                  <a:moveTo>
                    <a:pt x="322" y="1"/>
                  </a:moveTo>
                  <a:cubicBezTo>
                    <a:pt x="143" y="1"/>
                    <a:pt x="1" y="156"/>
                    <a:pt x="1" y="334"/>
                  </a:cubicBezTo>
                  <a:lnTo>
                    <a:pt x="1" y="2263"/>
                  </a:lnTo>
                  <a:cubicBezTo>
                    <a:pt x="1" y="2442"/>
                    <a:pt x="143" y="2596"/>
                    <a:pt x="322" y="2596"/>
                  </a:cubicBezTo>
                  <a:lnTo>
                    <a:pt x="2739" y="2596"/>
                  </a:lnTo>
                  <a:cubicBezTo>
                    <a:pt x="2810" y="2596"/>
                    <a:pt x="2882" y="2561"/>
                    <a:pt x="2941" y="2513"/>
                  </a:cubicBezTo>
                  <a:lnTo>
                    <a:pt x="2941" y="2513"/>
                  </a:lnTo>
                  <a:cubicBezTo>
                    <a:pt x="2894" y="2596"/>
                    <a:pt x="2882" y="2692"/>
                    <a:pt x="2918" y="2787"/>
                  </a:cubicBezTo>
                  <a:lnTo>
                    <a:pt x="3334" y="4204"/>
                  </a:lnTo>
                  <a:cubicBezTo>
                    <a:pt x="3375" y="4362"/>
                    <a:pt x="3511" y="4442"/>
                    <a:pt x="3650" y="4442"/>
                  </a:cubicBezTo>
                  <a:cubicBezTo>
                    <a:pt x="3793" y="4442"/>
                    <a:pt x="3941" y="4356"/>
                    <a:pt x="3989" y="4180"/>
                  </a:cubicBezTo>
                  <a:lnTo>
                    <a:pt x="4132" y="3585"/>
                  </a:lnTo>
                  <a:lnTo>
                    <a:pt x="4727" y="3442"/>
                  </a:lnTo>
                  <a:cubicBezTo>
                    <a:pt x="5061" y="3358"/>
                    <a:pt x="5061" y="2894"/>
                    <a:pt x="4727" y="2787"/>
                  </a:cubicBezTo>
                  <a:lnTo>
                    <a:pt x="3322" y="2370"/>
                  </a:lnTo>
                  <a:cubicBezTo>
                    <a:pt x="3290" y="2363"/>
                    <a:pt x="3256" y="2359"/>
                    <a:pt x="3223" y="2359"/>
                  </a:cubicBezTo>
                  <a:cubicBezTo>
                    <a:pt x="3147" y="2359"/>
                    <a:pt x="3075" y="2380"/>
                    <a:pt x="3025" y="2430"/>
                  </a:cubicBezTo>
                  <a:cubicBezTo>
                    <a:pt x="3096" y="2299"/>
                    <a:pt x="3049" y="2334"/>
                    <a:pt x="3060" y="334"/>
                  </a:cubicBezTo>
                  <a:cubicBezTo>
                    <a:pt x="3060" y="287"/>
                    <a:pt x="3060" y="251"/>
                    <a:pt x="3049" y="215"/>
                  </a:cubicBezTo>
                  <a:cubicBezTo>
                    <a:pt x="3049" y="179"/>
                    <a:pt x="3037" y="156"/>
                    <a:pt x="3025" y="132"/>
                  </a:cubicBezTo>
                  <a:cubicBezTo>
                    <a:pt x="3001" y="120"/>
                    <a:pt x="2989" y="108"/>
                    <a:pt x="2977" y="108"/>
                  </a:cubicBezTo>
                  <a:cubicBezTo>
                    <a:pt x="2918" y="48"/>
                    <a:pt x="2822" y="1"/>
                    <a:pt x="2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66"/>
            <p:cNvSpPr/>
            <p:nvPr/>
          </p:nvSpPr>
          <p:spPr>
            <a:xfrm>
              <a:off x="1354943" y="1540049"/>
              <a:ext cx="124230" cy="148847"/>
            </a:xfrm>
            <a:custGeom>
              <a:avLst/>
              <a:gdLst/>
              <a:ahLst/>
              <a:cxnLst/>
              <a:rect l="l" t="t" r="r" b="b"/>
              <a:pathLst>
                <a:path w="3906" h="4680" extrusionOk="0">
                  <a:moveTo>
                    <a:pt x="1834" y="0"/>
                  </a:moveTo>
                  <a:cubicBezTo>
                    <a:pt x="1489" y="0"/>
                    <a:pt x="1179" y="227"/>
                    <a:pt x="1072" y="548"/>
                  </a:cubicBezTo>
                  <a:cubicBezTo>
                    <a:pt x="0" y="3929"/>
                    <a:pt x="24" y="3751"/>
                    <a:pt x="24" y="3941"/>
                  </a:cubicBezTo>
                  <a:cubicBezTo>
                    <a:pt x="24" y="4346"/>
                    <a:pt x="346" y="4680"/>
                    <a:pt x="750" y="4680"/>
                  </a:cubicBezTo>
                  <a:cubicBezTo>
                    <a:pt x="1060" y="4680"/>
                    <a:pt x="1346" y="4477"/>
                    <a:pt x="1429" y="4168"/>
                  </a:cubicBezTo>
                  <a:lnTo>
                    <a:pt x="1524" y="3882"/>
                  </a:lnTo>
                  <a:cubicBezTo>
                    <a:pt x="1572" y="3739"/>
                    <a:pt x="1703" y="3644"/>
                    <a:pt x="1846" y="3644"/>
                  </a:cubicBezTo>
                  <a:lnTo>
                    <a:pt x="2024" y="3644"/>
                  </a:lnTo>
                  <a:cubicBezTo>
                    <a:pt x="2179" y="3644"/>
                    <a:pt x="2310" y="3739"/>
                    <a:pt x="2358" y="3882"/>
                  </a:cubicBezTo>
                  <a:lnTo>
                    <a:pt x="2441" y="4168"/>
                  </a:lnTo>
                  <a:cubicBezTo>
                    <a:pt x="2548" y="4465"/>
                    <a:pt x="2822" y="4680"/>
                    <a:pt x="3132" y="4680"/>
                  </a:cubicBezTo>
                  <a:cubicBezTo>
                    <a:pt x="3536" y="4680"/>
                    <a:pt x="3858" y="4346"/>
                    <a:pt x="3858" y="3941"/>
                  </a:cubicBezTo>
                  <a:cubicBezTo>
                    <a:pt x="3906" y="3751"/>
                    <a:pt x="3858" y="3739"/>
                    <a:pt x="3489" y="2501"/>
                  </a:cubicBezTo>
                  <a:cubicBezTo>
                    <a:pt x="3470" y="2424"/>
                    <a:pt x="3405" y="2386"/>
                    <a:pt x="3337" y="2386"/>
                  </a:cubicBezTo>
                  <a:cubicBezTo>
                    <a:pt x="3320" y="2386"/>
                    <a:pt x="3303" y="2389"/>
                    <a:pt x="3286" y="2394"/>
                  </a:cubicBezTo>
                  <a:cubicBezTo>
                    <a:pt x="3191" y="2429"/>
                    <a:pt x="3144" y="2513"/>
                    <a:pt x="3179" y="2608"/>
                  </a:cubicBezTo>
                  <a:cubicBezTo>
                    <a:pt x="3584" y="3882"/>
                    <a:pt x="3596" y="3834"/>
                    <a:pt x="3596" y="3941"/>
                  </a:cubicBezTo>
                  <a:cubicBezTo>
                    <a:pt x="3596" y="4168"/>
                    <a:pt x="3417" y="4334"/>
                    <a:pt x="3203" y="4334"/>
                  </a:cubicBezTo>
                  <a:cubicBezTo>
                    <a:pt x="3048" y="4334"/>
                    <a:pt x="2894" y="4227"/>
                    <a:pt x="2834" y="4060"/>
                  </a:cubicBezTo>
                  <a:lnTo>
                    <a:pt x="2751" y="3787"/>
                  </a:lnTo>
                  <a:cubicBezTo>
                    <a:pt x="2655" y="3501"/>
                    <a:pt x="2393" y="3310"/>
                    <a:pt x="2096" y="3310"/>
                  </a:cubicBezTo>
                  <a:lnTo>
                    <a:pt x="1882" y="3310"/>
                  </a:lnTo>
                  <a:cubicBezTo>
                    <a:pt x="1584" y="3310"/>
                    <a:pt x="1334" y="3501"/>
                    <a:pt x="1227" y="3787"/>
                  </a:cubicBezTo>
                  <a:lnTo>
                    <a:pt x="1143" y="4084"/>
                  </a:lnTo>
                  <a:cubicBezTo>
                    <a:pt x="1084" y="4239"/>
                    <a:pt x="929" y="4346"/>
                    <a:pt x="762" y="4346"/>
                  </a:cubicBezTo>
                  <a:cubicBezTo>
                    <a:pt x="500" y="4346"/>
                    <a:pt x="298" y="4096"/>
                    <a:pt x="393" y="3822"/>
                  </a:cubicBezTo>
                  <a:lnTo>
                    <a:pt x="1417" y="655"/>
                  </a:lnTo>
                  <a:cubicBezTo>
                    <a:pt x="1477" y="465"/>
                    <a:pt x="1655" y="346"/>
                    <a:pt x="1846" y="346"/>
                  </a:cubicBezTo>
                  <a:lnTo>
                    <a:pt x="2084" y="346"/>
                  </a:lnTo>
                  <a:cubicBezTo>
                    <a:pt x="2286" y="346"/>
                    <a:pt x="2465" y="477"/>
                    <a:pt x="2524" y="655"/>
                  </a:cubicBezTo>
                  <a:lnTo>
                    <a:pt x="2941" y="1965"/>
                  </a:lnTo>
                  <a:cubicBezTo>
                    <a:pt x="2960" y="2041"/>
                    <a:pt x="3025" y="2079"/>
                    <a:pt x="3093" y="2079"/>
                  </a:cubicBezTo>
                  <a:cubicBezTo>
                    <a:pt x="3110" y="2079"/>
                    <a:pt x="3127" y="2077"/>
                    <a:pt x="3144" y="2072"/>
                  </a:cubicBezTo>
                  <a:cubicBezTo>
                    <a:pt x="3239" y="2036"/>
                    <a:pt x="3275" y="1953"/>
                    <a:pt x="3251" y="1858"/>
                  </a:cubicBezTo>
                  <a:lnTo>
                    <a:pt x="2834" y="548"/>
                  </a:lnTo>
                  <a:cubicBezTo>
                    <a:pt x="2727" y="227"/>
                    <a:pt x="241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66"/>
            <p:cNvSpPr/>
            <p:nvPr/>
          </p:nvSpPr>
          <p:spPr>
            <a:xfrm>
              <a:off x="1399629" y="1581714"/>
              <a:ext cx="37148" cy="52669"/>
            </a:xfrm>
            <a:custGeom>
              <a:avLst/>
              <a:gdLst/>
              <a:ahLst/>
              <a:cxnLst/>
              <a:rect l="l" t="t" r="r" b="b"/>
              <a:pathLst>
                <a:path w="1168" h="1656" extrusionOk="0">
                  <a:moveTo>
                    <a:pt x="596" y="738"/>
                  </a:moveTo>
                  <a:lnTo>
                    <a:pt x="774" y="1310"/>
                  </a:lnTo>
                  <a:lnTo>
                    <a:pt x="417" y="1310"/>
                  </a:lnTo>
                  <a:lnTo>
                    <a:pt x="596" y="738"/>
                  </a:lnTo>
                  <a:close/>
                  <a:moveTo>
                    <a:pt x="584" y="0"/>
                  </a:moveTo>
                  <a:cubicBezTo>
                    <a:pt x="512" y="0"/>
                    <a:pt x="453" y="48"/>
                    <a:pt x="417" y="119"/>
                  </a:cubicBezTo>
                  <a:lnTo>
                    <a:pt x="36" y="1429"/>
                  </a:lnTo>
                  <a:cubicBezTo>
                    <a:pt x="0" y="1536"/>
                    <a:pt x="72" y="1655"/>
                    <a:pt x="191" y="1655"/>
                  </a:cubicBezTo>
                  <a:lnTo>
                    <a:pt x="1000" y="1655"/>
                  </a:lnTo>
                  <a:cubicBezTo>
                    <a:pt x="1060" y="1655"/>
                    <a:pt x="1108" y="1619"/>
                    <a:pt x="1131" y="1584"/>
                  </a:cubicBezTo>
                  <a:cubicBezTo>
                    <a:pt x="1167" y="1536"/>
                    <a:pt x="1167" y="1488"/>
                    <a:pt x="1143" y="1429"/>
                  </a:cubicBezTo>
                  <a:lnTo>
                    <a:pt x="750" y="119"/>
                  </a:lnTo>
                  <a:cubicBezTo>
                    <a:pt x="727" y="48"/>
                    <a:pt x="65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4" name="Google Shape;11844;p66"/>
          <p:cNvGrpSpPr/>
          <p:nvPr/>
        </p:nvGrpSpPr>
        <p:grpSpPr>
          <a:xfrm>
            <a:off x="2219466" y="1324843"/>
            <a:ext cx="330613" cy="359015"/>
            <a:chOff x="2219466" y="1500293"/>
            <a:chExt cx="330613" cy="359015"/>
          </a:xfrm>
        </p:grpSpPr>
        <p:sp>
          <p:nvSpPr>
            <p:cNvPr id="11845" name="Google Shape;11845;p66"/>
            <p:cNvSpPr/>
            <p:nvPr/>
          </p:nvSpPr>
          <p:spPr>
            <a:xfrm>
              <a:off x="2353906" y="1635560"/>
              <a:ext cx="65518" cy="82121"/>
            </a:xfrm>
            <a:custGeom>
              <a:avLst/>
              <a:gdLst/>
              <a:ahLst/>
              <a:cxnLst/>
              <a:rect l="l" t="t" r="r" b="b"/>
              <a:pathLst>
                <a:path w="2060" h="2582" extrusionOk="0">
                  <a:moveTo>
                    <a:pt x="994" y="319"/>
                  </a:moveTo>
                  <a:cubicBezTo>
                    <a:pt x="1051" y="319"/>
                    <a:pt x="1107" y="355"/>
                    <a:pt x="1131" y="426"/>
                  </a:cubicBezTo>
                  <a:lnTo>
                    <a:pt x="1631" y="2093"/>
                  </a:lnTo>
                  <a:cubicBezTo>
                    <a:pt x="1667" y="2165"/>
                    <a:pt x="1607" y="2236"/>
                    <a:pt x="1536" y="2236"/>
                  </a:cubicBezTo>
                  <a:lnTo>
                    <a:pt x="476" y="2236"/>
                  </a:lnTo>
                  <a:cubicBezTo>
                    <a:pt x="405" y="2236"/>
                    <a:pt x="345" y="2165"/>
                    <a:pt x="357" y="2093"/>
                  </a:cubicBezTo>
                  <a:lnTo>
                    <a:pt x="857" y="426"/>
                  </a:lnTo>
                  <a:cubicBezTo>
                    <a:pt x="881" y="355"/>
                    <a:pt x="938" y="319"/>
                    <a:pt x="994" y="319"/>
                  </a:cubicBezTo>
                  <a:close/>
                  <a:moveTo>
                    <a:pt x="1006" y="1"/>
                  </a:moveTo>
                  <a:cubicBezTo>
                    <a:pt x="813" y="1"/>
                    <a:pt x="619" y="111"/>
                    <a:pt x="548" y="331"/>
                  </a:cubicBezTo>
                  <a:lnTo>
                    <a:pt x="48" y="1998"/>
                  </a:lnTo>
                  <a:cubicBezTo>
                    <a:pt x="0" y="2129"/>
                    <a:pt x="36" y="2284"/>
                    <a:pt x="119" y="2403"/>
                  </a:cubicBezTo>
                  <a:cubicBezTo>
                    <a:pt x="214" y="2522"/>
                    <a:pt x="345" y="2581"/>
                    <a:pt x="476" y="2581"/>
                  </a:cubicBezTo>
                  <a:lnTo>
                    <a:pt x="1536" y="2581"/>
                  </a:lnTo>
                  <a:cubicBezTo>
                    <a:pt x="1845" y="2581"/>
                    <a:pt x="2060" y="2284"/>
                    <a:pt x="1965" y="1998"/>
                  </a:cubicBezTo>
                  <a:lnTo>
                    <a:pt x="1464" y="331"/>
                  </a:lnTo>
                  <a:cubicBezTo>
                    <a:pt x="1393" y="111"/>
                    <a:pt x="1200" y="1"/>
                    <a:pt x="1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66"/>
            <p:cNvSpPr/>
            <p:nvPr/>
          </p:nvSpPr>
          <p:spPr>
            <a:xfrm>
              <a:off x="2219466" y="1500293"/>
              <a:ext cx="330613" cy="359015"/>
            </a:xfrm>
            <a:custGeom>
              <a:avLst/>
              <a:gdLst/>
              <a:ahLst/>
              <a:cxnLst/>
              <a:rect l="l" t="t" r="r" b="b"/>
              <a:pathLst>
                <a:path w="10395" h="11288" extrusionOk="0">
                  <a:moveTo>
                    <a:pt x="1048" y="322"/>
                  </a:moveTo>
                  <a:lnTo>
                    <a:pt x="1048" y="1048"/>
                  </a:lnTo>
                  <a:lnTo>
                    <a:pt x="334" y="1048"/>
                  </a:lnTo>
                  <a:lnTo>
                    <a:pt x="334" y="322"/>
                  </a:lnTo>
                  <a:close/>
                  <a:moveTo>
                    <a:pt x="5549" y="334"/>
                  </a:moveTo>
                  <a:lnTo>
                    <a:pt x="5549" y="1048"/>
                  </a:lnTo>
                  <a:lnTo>
                    <a:pt x="4834" y="1048"/>
                  </a:lnTo>
                  <a:lnTo>
                    <a:pt x="4834" y="334"/>
                  </a:lnTo>
                  <a:close/>
                  <a:moveTo>
                    <a:pt x="10049" y="322"/>
                  </a:moveTo>
                  <a:lnTo>
                    <a:pt x="10049" y="1048"/>
                  </a:lnTo>
                  <a:lnTo>
                    <a:pt x="9335" y="1048"/>
                  </a:lnTo>
                  <a:lnTo>
                    <a:pt x="9335" y="322"/>
                  </a:lnTo>
                  <a:close/>
                  <a:moveTo>
                    <a:pt x="10061" y="5287"/>
                  </a:moveTo>
                  <a:lnTo>
                    <a:pt x="10061" y="6001"/>
                  </a:lnTo>
                  <a:lnTo>
                    <a:pt x="9347" y="6001"/>
                  </a:lnTo>
                  <a:lnTo>
                    <a:pt x="9347" y="5287"/>
                  </a:lnTo>
                  <a:close/>
                  <a:moveTo>
                    <a:pt x="1048" y="5299"/>
                  </a:moveTo>
                  <a:lnTo>
                    <a:pt x="1048" y="6013"/>
                  </a:lnTo>
                  <a:lnTo>
                    <a:pt x="334" y="6013"/>
                  </a:lnTo>
                  <a:lnTo>
                    <a:pt x="334" y="5299"/>
                  </a:lnTo>
                  <a:close/>
                  <a:moveTo>
                    <a:pt x="1381" y="10287"/>
                  </a:moveTo>
                  <a:lnTo>
                    <a:pt x="1524" y="10418"/>
                  </a:lnTo>
                  <a:lnTo>
                    <a:pt x="1381" y="10418"/>
                  </a:lnTo>
                  <a:lnTo>
                    <a:pt x="1381" y="10287"/>
                  </a:lnTo>
                  <a:close/>
                  <a:moveTo>
                    <a:pt x="9001" y="10287"/>
                  </a:moveTo>
                  <a:lnTo>
                    <a:pt x="9001" y="10418"/>
                  </a:lnTo>
                  <a:lnTo>
                    <a:pt x="8870" y="10418"/>
                  </a:lnTo>
                  <a:lnTo>
                    <a:pt x="9001" y="10287"/>
                  </a:lnTo>
                  <a:close/>
                  <a:moveTo>
                    <a:pt x="9025" y="857"/>
                  </a:moveTo>
                  <a:lnTo>
                    <a:pt x="9025" y="1215"/>
                  </a:lnTo>
                  <a:cubicBezTo>
                    <a:pt x="9025" y="1310"/>
                    <a:pt x="9097" y="1381"/>
                    <a:pt x="9180" y="1381"/>
                  </a:cubicBezTo>
                  <a:lnTo>
                    <a:pt x="9537" y="1381"/>
                  </a:lnTo>
                  <a:lnTo>
                    <a:pt x="9537" y="4953"/>
                  </a:lnTo>
                  <a:lnTo>
                    <a:pt x="9180" y="4953"/>
                  </a:lnTo>
                  <a:cubicBezTo>
                    <a:pt x="9097" y="4953"/>
                    <a:pt x="9025" y="5025"/>
                    <a:pt x="9025" y="5120"/>
                  </a:cubicBezTo>
                  <a:lnTo>
                    <a:pt x="9025" y="6180"/>
                  </a:lnTo>
                  <a:cubicBezTo>
                    <a:pt x="9025" y="6263"/>
                    <a:pt x="9097" y="6346"/>
                    <a:pt x="9180" y="6346"/>
                  </a:cubicBezTo>
                  <a:lnTo>
                    <a:pt x="9537" y="6346"/>
                  </a:lnTo>
                  <a:lnTo>
                    <a:pt x="9537" y="9894"/>
                  </a:lnTo>
                  <a:lnTo>
                    <a:pt x="9275" y="9894"/>
                  </a:lnTo>
                  <a:cubicBezTo>
                    <a:pt x="9406" y="9573"/>
                    <a:pt x="9442" y="9216"/>
                    <a:pt x="9323" y="8870"/>
                  </a:cubicBezTo>
                  <a:lnTo>
                    <a:pt x="7311" y="2632"/>
                  </a:lnTo>
                  <a:cubicBezTo>
                    <a:pt x="7283" y="2567"/>
                    <a:pt x="7227" y="2524"/>
                    <a:pt x="7160" y="2524"/>
                  </a:cubicBezTo>
                  <a:cubicBezTo>
                    <a:pt x="7139" y="2524"/>
                    <a:pt x="7118" y="2528"/>
                    <a:pt x="7096" y="2536"/>
                  </a:cubicBezTo>
                  <a:cubicBezTo>
                    <a:pt x="7013" y="2560"/>
                    <a:pt x="6965" y="2655"/>
                    <a:pt x="7001" y="2739"/>
                  </a:cubicBezTo>
                  <a:lnTo>
                    <a:pt x="9001" y="8978"/>
                  </a:lnTo>
                  <a:cubicBezTo>
                    <a:pt x="9263" y="9780"/>
                    <a:pt x="8624" y="10429"/>
                    <a:pt x="7936" y="10429"/>
                  </a:cubicBezTo>
                  <a:cubicBezTo>
                    <a:pt x="7685" y="10429"/>
                    <a:pt x="7427" y="10342"/>
                    <a:pt x="7204" y="10144"/>
                  </a:cubicBezTo>
                  <a:cubicBezTo>
                    <a:pt x="7171" y="10123"/>
                    <a:pt x="7132" y="10111"/>
                    <a:pt x="7093" y="10111"/>
                  </a:cubicBezTo>
                  <a:cubicBezTo>
                    <a:pt x="7045" y="10111"/>
                    <a:pt x="6998" y="10129"/>
                    <a:pt x="6965" y="10168"/>
                  </a:cubicBezTo>
                  <a:cubicBezTo>
                    <a:pt x="6906" y="10240"/>
                    <a:pt x="6906" y="10347"/>
                    <a:pt x="6977" y="10406"/>
                  </a:cubicBezTo>
                  <a:cubicBezTo>
                    <a:pt x="7001" y="10418"/>
                    <a:pt x="7013" y="10430"/>
                    <a:pt x="7025" y="10430"/>
                  </a:cubicBezTo>
                  <a:lnTo>
                    <a:pt x="5906" y="10430"/>
                  </a:lnTo>
                  <a:lnTo>
                    <a:pt x="5906" y="10073"/>
                  </a:lnTo>
                  <a:cubicBezTo>
                    <a:pt x="5906" y="9990"/>
                    <a:pt x="5834" y="9918"/>
                    <a:pt x="5751" y="9918"/>
                  </a:cubicBezTo>
                  <a:lnTo>
                    <a:pt x="4691" y="9918"/>
                  </a:lnTo>
                  <a:cubicBezTo>
                    <a:pt x="4596" y="9918"/>
                    <a:pt x="4525" y="9990"/>
                    <a:pt x="4525" y="10073"/>
                  </a:cubicBezTo>
                  <a:lnTo>
                    <a:pt x="4525" y="10430"/>
                  </a:lnTo>
                  <a:lnTo>
                    <a:pt x="3382" y="10430"/>
                  </a:lnTo>
                  <a:cubicBezTo>
                    <a:pt x="3834" y="10049"/>
                    <a:pt x="3858" y="9585"/>
                    <a:pt x="4037" y="9144"/>
                  </a:cubicBezTo>
                  <a:cubicBezTo>
                    <a:pt x="4167" y="8728"/>
                    <a:pt x="4548" y="8442"/>
                    <a:pt x="5001" y="8442"/>
                  </a:cubicBezTo>
                  <a:lnTo>
                    <a:pt x="5418" y="8442"/>
                  </a:lnTo>
                  <a:cubicBezTo>
                    <a:pt x="5846" y="8442"/>
                    <a:pt x="6239" y="8728"/>
                    <a:pt x="6382" y="9144"/>
                  </a:cubicBezTo>
                  <a:lnTo>
                    <a:pt x="6596" y="9775"/>
                  </a:lnTo>
                  <a:cubicBezTo>
                    <a:pt x="6615" y="9849"/>
                    <a:pt x="6676" y="9894"/>
                    <a:pt x="6742" y="9894"/>
                  </a:cubicBezTo>
                  <a:cubicBezTo>
                    <a:pt x="6761" y="9894"/>
                    <a:pt x="6780" y="9890"/>
                    <a:pt x="6799" y="9882"/>
                  </a:cubicBezTo>
                  <a:cubicBezTo>
                    <a:pt x="6894" y="9859"/>
                    <a:pt x="6930" y="9763"/>
                    <a:pt x="6906" y="9680"/>
                  </a:cubicBezTo>
                  <a:lnTo>
                    <a:pt x="6692" y="9037"/>
                  </a:lnTo>
                  <a:cubicBezTo>
                    <a:pt x="6513" y="8489"/>
                    <a:pt x="6001" y="8108"/>
                    <a:pt x="5418" y="8108"/>
                  </a:cubicBezTo>
                  <a:lnTo>
                    <a:pt x="5001" y="8108"/>
                  </a:lnTo>
                  <a:cubicBezTo>
                    <a:pt x="4418" y="8108"/>
                    <a:pt x="3894" y="8489"/>
                    <a:pt x="3715" y="9037"/>
                  </a:cubicBezTo>
                  <a:lnTo>
                    <a:pt x="3513" y="9680"/>
                  </a:lnTo>
                  <a:cubicBezTo>
                    <a:pt x="3358" y="10132"/>
                    <a:pt x="2929" y="10430"/>
                    <a:pt x="2453" y="10430"/>
                  </a:cubicBezTo>
                  <a:cubicBezTo>
                    <a:pt x="1846" y="10430"/>
                    <a:pt x="1334" y="9942"/>
                    <a:pt x="1334" y="9323"/>
                  </a:cubicBezTo>
                  <a:cubicBezTo>
                    <a:pt x="1334" y="9025"/>
                    <a:pt x="1429" y="8906"/>
                    <a:pt x="1751" y="7846"/>
                  </a:cubicBezTo>
                  <a:cubicBezTo>
                    <a:pt x="1786" y="7751"/>
                    <a:pt x="1739" y="7668"/>
                    <a:pt x="1655" y="7632"/>
                  </a:cubicBezTo>
                  <a:cubicBezTo>
                    <a:pt x="1639" y="7628"/>
                    <a:pt x="1622" y="7626"/>
                    <a:pt x="1607" y="7626"/>
                  </a:cubicBezTo>
                  <a:cubicBezTo>
                    <a:pt x="1532" y="7626"/>
                    <a:pt x="1470" y="7670"/>
                    <a:pt x="1441" y="7739"/>
                  </a:cubicBezTo>
                  <a:lnTo>
                    <a:pt x="1084" y="8870"/>
                  </a:lnTo>
                  <a:cubicBezTo>
                    <a:pt x="977" y="9216"/>
                    <a:pt x="1000" y="9573"/>
                    <a:pt x="1143" y="9894"/>
                  </a:cubicBezTo>
                  <a:lnTo>
                    <a:pt x="881" y="9894"/>
                  </a:lnTo>
                  <a:lnTo>
                    <a:pt x="881" y="6346"/>
                  </a:lnTo>
                  <a:lnTo>
                    <a:pt x="1239" y="6346"/>
                  </a:lnTo>
                  <a:cubicBezTo>
                    <a:pt x="1322" y="6346"/>
                    <a:pt x="1393" y="6263"/>
                    <a:pt x="1393" y="6180"/>
                  </a:cubicBezTo>
                  <a:lnTo>
                    <a:pt x="1393" y="5120"/>
                  </a:lnTo>
                  <a:cubicBezTo>
                    <a:pt x="1393" y="5037"/>
                    <a:pt x="1322" y="4953"/>
                    <a:pt x="1239" y="4953"/>
                  </a:cubicBezTo>
                  <a:lnTo>
                    <a:pt x="881" y="4953"/>
                  </a:lnTo>
                  <a:lnTo>
                    <a:pt x="881" y="1381"/>
                  </a:lnTo>
                  <a:lnTo>
                    <a:pt x="1239" y="1381"/>
                  </a:lnTo>
                  <a:cubicBezTo>
                    <a:pt x="1322" y="1381"/>
                    <a:pt x="1393" y="1310"/>
                    <a:pt x="1393" y="1227"/>
                  </a:cubicBezTo>
                  <a:lnTo>
                    <a:pt x="1393" y="869"/>
                  </a:lnTo>
                  <a:lnTo>
                    <a:pt x="3953" y="869"/>
                  </a:lnTo>
                  <a:cubicBezTo>
                    <a:pt x="3703" y="1060"/>
                    <a:pt x="3513" y="1322"/>
                    <a:pt x="3417" y="1643"/>
                  </a:cubicBezTo>
                  <a:lnTo>
                    <a:pt x="1643" y="7096"/>
                  </a:lnTo>
                  <a:cubicBezTo>
                    <a:pt x="1608" y="7204"/>
                    <a:pt x="1679" y="7323"/>
                    <a:pt x="1798" y="7323"/>
                  </a:cubicBezTo>
                  <a:cubicBezTo>
                    <a:pt x="1881" y="7323"/>
                    <a:pt x="1941" y="7275"/>
                    <a:pt x="1965" y="7204"/>
                  </a:cubicBezTo>
                  <a:lnTo>
                    <a:pt x="3739" y="1727"/>
                  </a:lnTo>
                  <a:cubicBezTo>
                    <a:pt x="3858" y="1334"/>
                    <a:pt x="4156" y="1036"/>
                    <a:pt x="4525" y="917"/>
                  </a:cubicBezTo>
                  <a:lnTo>
                    <a:pt x="4525" y="1215"/>
                  </a:lnTo>
                  <a:cubicBezTo>
                    <a:pt x="4525" y="1310"/>
                    <a:pt x="4596" y="1381"/>
                    <a:pt x="4691" y="1381"/>
                  </a:cubicBezTo>
                  <a:lnTo>
                    <a:pt x="5751" y="1381"/>
                  </a:lnTo>
                  <a:cubicBezTo>
                    <a:pt x="5834" y="1381"/>
                    <a:pt x="5906" y="1310"/>
                    <a:pt x="5906" y="1215"/>
                  </a:cubicBezTo>
                  <a:lnTo>
                    <a:pt x="5906" y="941"/>
                  </a:lnTo>
                  <a:cubicBezTo>
                    <a:pt x="6263" y="1072"/>
                    <a:pt x="6549" y="1358"/>
                    <a:pt x="6680" y="1739"/>
                  </a:cubicBezTo>
                  <a:lnTo>
                    <a:pt x="6799" y="2096"/>
                  </a:lnTo>
                  <a:cubicBezTo>
                    <a:pt x="6827" y="2172"/>
                    <a:pt x="6886" y="2210"/>
                    <a:pt x="6958" y="2210"/>
                  </a:cubicBezTo>
                  <a:cubicBezTo>
                    <a:pt x="6975" y="2210"/>
                    <a:pt x="6994" y="2208"/>
                    <a:pt x="7013" y="2203"/>
                  </a:cubicBezTo>
                  <a:cubicBezTo>
                    <a:pt x="7096" y="2167"/>
                    <a:pt x="7144" y="2084"/>
                    <a:pt x="7120" y="1989"/>
                  </a:cubicBezTo>
                  <a:cubicBezTo>
                    <a:pt x="7025" y="1786"/>
                    <a:pt x="6977" y="1262"/>
                    <a:pt x="6465" y="857"/>
                  </a:cubicBezTo>
                  <a:close/>
                  <a:moveTo>
                    <a:pt x="1048" y="10228"/>
                  </a:moveTo>
                  <a:lnTo>
                    <a:pt x="1048" y="10942"/>
                  </a:lnTo>
                  <a:lnTo>
                    <a:pt x="334" y="10942"/>
                  </a:lnTo>
                  <a:lnTo>
                    <a:pt x="334" y="10228"/>
                  </a:lnTo>
                  <a:close/>
                  <a:moveTo>
                    <a:pt x="5572" y="10228"/>
                  </a:moveTo>
                  <a:lnTo>
                    <a:pt x="5572" y="10942"/>
                  </a:lnTo>
                  <a:lnTo>
                    <a:pt x="4858" y="10942"/>
                  </a:lnTo>
                  <a:lnTo>
                    <a:pt x="4858" y="10228"/>
                  </a:lnTo>
                  <a:close/>
                  <a:moveTo>
                    <a:pt x="10061" y="10228"/>
                  </a:moveTo>
                  <a:lnTo>
                    <a:pt x="10061" y="10942"/>
                  </a:lnTo>
                  <a:lnTo>
                    <a:pt x="9347" y="10942"/>
                  </a:lnTo>
                  <a:lnTo>
                    <a:pt x="9347" y="10228"/>
                  </a:lnTo>
                  <a:close/>
                  <a:moveTo>
                    <a:pt x="167" y="0"/>
                  </a:moveTo>
                  <a:cubicBezTo>
                    <a:pt x="72" y="0"/>
                    <a:pt x="0" y="72"/>
                    <a:pt x="0" y="167"/>
                  </a:cubicBezTo>
                  <a:lnTo>
                    <a:pt x="0" y="1227"/>
                  </a:lnTo>
                  <a:cubicBezTo>
                    <a:pt x="0" y="1310"/>
                    <a:pt x="72" y="1381"/>
                    <a:pt x="167" y="1381"/>
                  </a:cubicBezTo>
                  <a:lnTo>
                    <a:pt x="524" y="1381"/>
                  </a:lnTo>
                  <a:lnTo>
                    <a:pt x="524" y="4953"/>
                  </a:lnTo>
                  <a:lnTo>
                    <a:pt x="167" y="4953"/>
                  </a:lnTo>
                  <a:cubicBezTo>
                    <a:pt x="72" y="4953"/>
                    <a:pt x="0" y="5037"/>
                    <a:pt x="0" y="5120"/>
                  </a:cubicBezTo>
                  <a:lnTo>
                    <a:pt x="0" y="6180"/>
                  </a:lnTo>
                  <a:cubicBezTo>
                    <a:pt x="0" y="6263"/>
                    <a:pt x="72" y="6346"/>
                    <a:pt x="167" y="6346"/>
                  </a:cubicBezTo>
                  <a:lnTo>
                    <a:pt x="524" y="6346"/>
                  </a:lnTo>
                  <a:lnTo>
                    <a:pt x="524" y="9894"/>
                  </a:lnTo>
                  <a:lnTo>
                    <a:pt x="167" y="9894"/>
                  </a:lnTo>
                  <a:cubicBezTo>
                    <a:pt x="72" y="9894"/>
                    <a:pt x="0" y="9978"/>
                    <a:pt x="0" y="10061"/>
                  </a:cubicBezTo>
                  <a:lnTo>
                    <a:pt x="0" y="11121"/>
                  </a:lnTo>
                  <a:cubicBezTo>
                    <a:pt x="0" y="11204"/>
                    <a:pt x="72" y="11287"/>
                    <a:pt x="167" y="11287"/>
                  </a:cubicBezTo>
                  <a:lnTo>
                    <a:pt x="1215" y="11287"/>
                  </a:lnTo>
                  <a:cubicBezTo>
                    <a:pt x="1310" y="11287"/>
                    <a:pt x="1381" y="11204"/>
                    <a:pt x="1381" y="11121"/>
                  </a:cubicBezTo>
                  <a:lnTo>
                    <a:pt x="1381" y="10763"/>
                  </a:lnTo>
                  <a:lnTo>
                    <a:pt x="4513" y="10763"/>
                  </a:lnTo>
                  <a:lnTo>
                    <a:pt x="4513" y="11121"/>
                  </a:lnTo>
                  <a:cubicBezTo>
                    <a:pt x="4513" y="11204"/>
                    <a:pt x="4584" y="11287"/>
                    <a:pt x="4679" y="11287"/>
                  </a:cubicBezTo>
                  <a:lnTo>
                    <a:pt x="5727" y="11287"/>
                  </a:lnTo>
                  <a:cubicBezTo>
                    <a:pt x="5822" y="11287"/>
                    <a:pt x="5894" y="11204"/>
                    <a:pt x="5894" y="11121"/>
                  </a:cubicBezTo>
                  <a:lnTo>
                    <a:pt x="5894" y="10763"/>
                  </a:lnTo>
                  <a:lnTo>
                    <a:pt x="9001" y="10763"/>
                  </a:lnTo>
                  <a:lnTo>
                    <a:pt x="9001" y="11121"/>
                  </a:lnTo>
                  <a:cubicBezTo>
                    <a:pt x="9001" y="11204"/>
                    <a:pt x="9085" y="11287"/>
                    <a:pt x="9168" y="11287"/>
                  </a:cubicBezTo>
                  <a:lnTo>
                    <a:pt x="10228" y="11287"/>
                  </a:lnTo>
                  <a:cubicBezTo>
                    <a:pt x="10311" y="11287"/>
                    <a:pt x="10394" y="11204"/>
                    <a:pt x="10394" y="11121"/>
                  </a:cubicBezTo>
                  <a:lnTo>
                    <a:pt x="10394" y="10061"/>
                  </a:lnTo>
                  <a:cubicBezTo>
                    <a:pt x="10394" y="9978"/>
                    <a:pt x="10311" y="9894"/>
                    <a:pt x="10228" y="9894"/>
                  </a:cubicBezTo>
                  <a:lnTo>
                    <a:pt x="9871" y="9894"/>
                  </a:lnTo>
                  <a:lnTo>
                    <a:pt x="9871" y="6346"/>
                  </a:lnTo>
                  <a:lnTo>
                    <a:pt x="10228" y="6346"/>
                  </a:lnTo>
                  <a:cubicBezTo>
                    <a:pt x="10311" y="6346"/>
                    <a:pt x="10394" y="6263"/>
                    <a:pt x="10394" y="6180"/>
                  </a:cubicBezTo>
                  <a:lnTo>
                    <a:pt x="10394" y="5120"/>
                  </a:lnTo>
                  <a:cubicBezTo>
                    <a:pt x="10394" y="5037"/>
                    <a:pt x="10311" y="4953"/>
                    <a:pt x="10228" y="4953"/>
                  </a:cubicBezTo>
                  <a:lnTo>
                    <a:pt x="9871" y="4953"/>
                  </a:lnTo>
                  <a:lnTo>
                    <a:pt x="9871" y="1381"/>
                  </a:lnTo>
                  <a:lnTo>
                    <a:pt x="10228" y="1381"/>
                  </a:lnTo>
                  <a:cubicBezTo>
                    <a:pt x="10311" y="1381"/>
                    <a:pt x="10394" y="1310"/>
                    <a:pt x="10394" y="1227"/>
                  </a:cubicBezTo>
                  <a:lnTo>
                    <a:pt x="10394" y="167"/>
                  </a:lnTo>
                  <a:cubicBezTo>
                    <a:pt x="10394" y="72"/>
                    <a:pt x="10311" y="0"/>
                    <a:pt x="10228" y="0"/>
                  </a:cubicBezTo>
                  <a:lnTo>
                    <a:pt x="9168" y="0"/>
                  </a:lnTo>
                  <a:cubicBezTo>
                    <a:pt x="9085" y="0"/>
                    <a:pt x="9001" y="72"/>
                    <a:pt x="9001" y="167"/>
                  </a:cubicBezTo>
                  <a:lnTo>
                    <a:pt x="9001" y="524"/>
                  </a:lnTo>
                  <a:lnTo>
                    <a:pt x="5894" y="524"/>
                  </a:lnTo>
                  <a:lnTo>
                    <a:pt x="5894" y="167"/>
                  </a:lnTo>
                  <a:cubicBezTo>
                    <a:pt x="5894" y="72"/>
                    <a:pt x="5822" y="0"/>
                    <a:pt x="5727" y="0"/>
                  </a:cubicBezTo>
                  <a:lnTo>
                    <a:pt x="4679" y="0"/>
                  </a:lnTo>
                  <a:cubicBezTo>
                    <a:pt x="4584" y="0"/>
                    <a:pt x="4513" y="72"/>
                    <a:pt x="4513" y="167"/>
                  </a:cubicBezTo>
                  <a:lnTo>
                    <a:pt x="4513" y="524"/>
                  </a:lnTo>
                  <a:lnTo>
                    <a:pt x="1381" y="524"/>
                  </a:lnTo>
                  <a:lnTo>
                    <a:pt x="1381" y="167"/>
                  </a:lnTo>
                  <a:cubicBezTo>
                    <a:pt x="1381"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7" name="Google Shape;11847;p66"/>
          <p:cNvGrpSpPr/>
          <p:nvPr/>
        </p:nvGrpSpPr>
        <p:grpSpPr>
          <a:xfrm>
            <a:off x="5343544" y="1333908"/>
            <a:ext cx="244676" cy="351095"/>
            <a:chOff x="5343544" y="1509358"/>
            <a:chExt cx="244676" cy="351095"/>
          </a:xfrm>
        </p:grpSpPr>
        <p:sp>
          <p:nvSpPr>
            <p:cNvPr id="11848" name="Google Shape;11848;p66"/>
            <p:cNvSpPr/>
            <p:nvPr/>
          </p:nvSpPr>
          <p:spPr>
            <a:xfrm>
              <a:off x="5430658" y="1574494"/>
              <a:ext cx="25031" cy="10655"/>
            </a:xfrm>
            <a:custGeom>
              <a:avLst/>
              <a:gdLst/>
              <a:ahLst/>
              <a:cxnLst/>
              <a:rect l="l" t="t" r="r" b="b"/>
              <a:pathLst>
                <a:path w="787" h="335" extrusionOk="0">
                  <a:moveTo>
                    <a:pt x="167" y="1"/>
                  </a:moveTo>
                  <a:cubicBezTo>
                    <a:pt x="72" y="1"/>
                    <a:pt x="0" y="72"/>
                    <a:pt x="0" y="168"/>
                  </a:cubicBezTo>
                  <a:cubicBezTo>
                    <a:pt x="0" y="263"/>
                    <a:pt x="72" y="334"/>
                    <a:pt x="167" y="334"/>
                  </a:cubicBezTo>
                  <a:lnTo>
                    <a:pt x="619" y="334"/>
                  </a:lnTo>
                  <a:cubicBezTo>
                    <a:pt x="715" y="334"/>
                    <a:pt x="786" y="263"/>
                    <a:pt x="786" y="168"/>
                  </a:cubicBezTo>
                  <a:cubicBezTo>
                    <a:pt x="786" y="72"/>
                    <a:pt x="715" y="1"/>
                    <a:pt x="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66"/>
            <p:cNvSpPr/>
            <p:nvPr/>
          </p:nvSpPr>
          <p:spPr>
            <a:xfrm>
              <a:off x="5447706" y="1613137"/>
              <a:ext cx="39025" cy="38643"/>
            </a:xfrm>
            <a:custGeom>
              <a:avLst/>
              <a:gdLst/>
              <a:ahLst/>
              <a:cxnLst/>
              <a:rect l="l" t="t" r="r" b="b"/>
              <a:pathLst>
                <a:path w="1227" h="1215" extrusionOk="0">
                  <a:moveTo>
                    <a:pt x="607" y="322"/>
                  </a:moveTo>
                  <a:cubicBezTo>
                    <a:pt x="774" y="322"/>
                    <a:pt x="893" y="453"/>
                    <a:pt x="893" y="608"/>
                  </a:cubicBezTo>
                  <a:cubicBezTo>
                    <a:pt x="893" y="750"/>
                    <a:pt x="774" y="893"/>
                    <a:pt x="607" y="893"/>
                  </a:cubicBezTo>
                  <a:cubicBezTo>
                    <a:pt x="453" y="893"/>
                    <a:pt x="322" y="750"/>
                    <a:pt x="322" y="608"/>
                  </a:cubicBezTo>
                  <a:cubicBezTo>
                    <a:pt x="322" y="453"/>
                    <a:pt x="464" y="322"/>
                    <a:pt x="607" y="322"/>
                  </a:cubicBezTo>
                  <a:close/>
                  <a:moveTo>
                    <a:pt x="607" y="0"/>
                  </a:moveTo>
                  <a:cubicBezTo>
                    <a:pt x="274" y="0"/>
                    <a:pt x="0" y="262"/>
                    <a:pt x="0" y="608"/>
                  </a:cubicBezTo>
                  <a:cubicBezTo>
                    <a:pt x="0" y="953"/>
                    <a:pt x="274" y="1215"/>
                    <a:pt x="607" y="1215"/>
                  </a:cubicBezTo>
                  <a:cubicBezTo>
                    <a:pt x="953" y="1215"/>
                    <a:pt x="1215" y="953"/>
                    <a:pt x="1215" y="608"/>
                  </a:cubicBezTo>
                  <a:cubicBezTo>
                    <a:pt x="1226" y="262"/>
                    <a:pt x="953"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66"/>
            <p:cNvSpPr/>
            <p:nvPr/>
          </p:nvSpPr>
          <p:spPr>
            <a:xfrm>
              <a:off x="5343544" y="1509358"/>
              <a:ext cx="244676" cy="351095"/>
            </a:xfrm>
            <a:custGeom>
              <a:avLst/>
              <a:gdLst/>
              <a:ahLst/>
              <a:cxnLst/>
              <a:rect l="l" t="t" r="r" b="b"/>
              <a:pathLst>
                <a:path w="7693" h="11039" extrusionOk="0">
                  <a:moveTo>
                    <a:pt x="4728" y="311"/>
                  </a:moveTo>
                  <a:lnTo>
                    <a:pt x="4728" y="1192"/>
                  </a:lnTo>
                  <a:cubicBezTo>
                    <a:pt x="4728" y="1275"/>
                    <a:pt x="4811" y="1346"/>
                    <a:pt x="4894" y="1346"/>
                  </a:cubicBezTo>
                  <a:cubicBezTo>
                    <a:pt x="4990" y="1346"/>
                    <a:pt x="5061" y="1275"/>
                    <a:pt x="5061" y="1192"/>
                  </a:cubicBezTo>
                  <a:lnTo>
                    <a:pt x="5061" y="322"/>
                  </a:lnTo>
                  <a:cubicBezTo>
                    <a:pt x="5716" y="418"/>
                    <a:pt x="6216" y="965"/>
                    <a:pt x="6216" y="1644"/>
                  </a:cubicBezTo>
                  <a:lnTo>
                    <a:pt x="6216" y="2037"/>
                  </a:lnTo>
                  <a:lnTo>
                    <a:pt x="4418" y="2037"/>
                  </a:lnTo>
                  <a:cubicBezTo>
                    <a:pt x="4335" y="2037"/>
                    <a:pt x="4251" y="2108"/>
                    <a:pt x="4251" y="2204"/>
                  </a:cubicBezTo>
                  <a:cubicBezTo>
                    <a:pt x="4251" y="2287"/>
                    <a:pt x="4335" y="2358"/>
                    <a:pt x="4418" y="2358"/>
                  </a:cubicBezTo>
                  <a:lnTo>
                    <a:pt x="6216" y="2358"/>
                  </a:lnTo>
                  <a:lnTo>
                    <a:pt x="6216" y="2704"/>
                  </a:lnTo>
                  <a:lnTo>
                    <a:pt x="4418" y="2704"/>
                  </a:lnTo>
                  <a:cubicBezTo>
                    <a:pt x="4335" y="2704"/>
                    <a:pt x="4251" y="2775"/>
                    <a:pt x="4251" y="2870"/>
                  </a:cubicBezTo>
                  <a:cubicBezTo>
                    <a:pt x="4251" y="2966"/>
                    <a:pt x="4335" y="3037"/>
                    <a:pt x="4418" y="3037"/>
                  </a:cubicBezTo>
                  <a:lnTo>
                    <a:pt x="6216" y="3037"/>
                  </a:lnTo>
                  <a:lnTo>
                    <a:pt x="6216" y="3382"/>
                  </a:lnTo>
                  <a:lnTo>
                    <a:pt x="4894" y="3382"/>
                  </a:lnTo>
                  <a:cubicBezTo>
                    <a:pt x="4811" y="3382"/>
                    <a:pt x="4728" y="3454"/>
                    <a:pt x="4728" y="3537"/>
                  </a:cubicBezTo>
                  <a:cubicBezTo>
                    <a:pt x="4728" y="3632"/>
                    <a:pt x="4811" y="3704"/>
                    <a:pt x="4894" y="3704"/>
                  </a:cubicBezTo>
                  <a:lnTo>
                    <a:pt x="6216" y="3704"/>
                  </a:lnTo>
                  <a:lnTo>
                    <a:pt x="6216" y="4049"/>
                  </a:lnTo>
                  <a:lnTo>
                    <a:pt x="4894" y="4049"/>
                  </a:lnTo>
                  <a:cubicBezTo>
                    <a:pt x="4811" y="4049"/>
                    <a:pt x="4728" y="4121"/>
                    <a:pt x="4728" y="4216"/>
                  </a:cubicBezTo>
                  <a:cubicBezTo>
                    <a:pt x="4728" y="4299"/>
                    <a:pt x="4811" y="4371"/>
                    <a:pt x="4894" y="4371"/>
                  </a:cubicBezTo>
                  <a:lnTo>
                    <a:pt x="6216" y="4371"/>
                  </a:lnTo>
                  <a:lnTo>
                    <a:pt x="6216" y="4716"/>
                  </a:lnTo>
                  <a:lnTo>
                    <a:pt x="4418" y="4716"/>
                  </a:lnTo>
                  <a:cubicBezTo>
                    <a:pt x="4335" y="4716"/>
                    <a:pt x="4251" y="4787"/>
                    <a:pt x="4251" y="4883"/>
                  </a:cubicBezTo>
                  <a:cubicBezTo>
                    <a:pt x="4251" y="4966"/>
                    <a:pt x="4335" y="5049"/>
                    <a:pt x="4418" y="5049"/>
                  </a:cubicBezTo>
                  <a:lnTo>
                    <a:pt x="6216" y="5049"/>
                  </a:lnTo>
                  <a:lnTo>
                    <a:pt x="6216" y="5383"/>
                  </a:lnTo>
                  <a:lnTo>
                    <a:pt x="4418" y="5383"/>
                  </a:lnTo>
                  <a:cubicBezTo>
                    <a:pt x="4335" y="5383"/>
                    <a:pt x="4251" y="5466"/>
                    <a:pt x="4251" y="5549"/>
                  </a:cubicBezTo>
                  <a:cubicBezTo>
                    <a:pt x="4251" y="5645"/>
                    <a:pt x="4335" y="5716"/>
                    <a:pt x="4418" y="5716"/>
                  </a:cubicBezTo>
                  <a:lnTo>
                    <a:pt x="6216" y="5716"/>
                  </a:lnTo>
                  <a:lnTo>
                    <a:pt x="6216" y="6097"/>
                  </a:lnTo>
                  <a:cubicBezTo>
                    <a:pt x="6216" y="6788"/>
                    <a:pt x="5716" y="7335"/>
                    <a:pt x="5061" y="7430"/>
                  </a:cubicBezTo>
                  <a:lnTo>
                    <a:pt x="5061" y="6538"/>
                  </a:lnTo>
                  <a:cubicBezTo>
                    <a:pt x="5061" y="6442"/>
                    <a:pt x="4990" y="6371"/>
                    <a:pt x="4894" y="6371"/>
                  </a:cubicBezTo>
                  <a:cubicBezTo>
                    <a:pt x="4811" y="6371"/>
                    <a:pt x="4728" y="6442"/>
                    <a:pt x="4728" y="6538"/>
                  </a:cubicBezTo>
                  <a:lnTo>
                    <a:pt x="4728" y="7407"/>
                  </a:lnTo>
                  <a:lnTo>
                    <a:pt x="4394" y="7407"/>
                  </a:lnTo>
                  <a:lnTo>
                    <a:pt x="4394" y="6538"/>
                  </a:lnTo>
                  <a:cubicBezTo>
                    <a:pt x="4394" y="6442"/>
                    <a:pt x="4311" y="6371"/>
                    <a:pt x="4228" y="6371"/>
                  </a:cubicBezTo>
                  <a:cubicBezTo>
                    <a:pt x="4132" y="6371"/>
                    <a:pt x="4061" y="6442"/>
                    <a:pt x="4061" y="6538"/>
                  </a:cubicBezTo>
                  <a:lnTo>
                    <a:pt x="4061" y="7407"/>
                  </a:lnTo>
                  <a:lnTo>
                    <a:pt x="3716" y="7407"/>
                  </a:lnTo>
                  <a:lnTo>
                    <a:pt x="3716" y="6538"/>
                  </a:lnTo>
                  <a:cubicBezTo>
                    <a:pt x="3716" y="6442"/>
                    <a:pt x="3644" y="6371"/>
                    <a:pt x="3561" y="6371"/>
                  </a:cubicBezTo>
                  <a:cubicBezTo>
                    <a:pt x="3466" y="6371"/>
                    <a:pt x="3394" y="6442"/>
                    <a:pt x="3394" y="6538"/>
                  </a:cubicBezTo>
                  <a:lnTo>
                    <a:pt x="3394" y="7407"/>
                  </a:lnTo>
                  <a:lnTo>
                    <a:pt x="3049" y="7407"/>
                  </a:lnTo>
                  <a:lnTo>
                    <a:pt x="3049" y="6538"/>
                  </a:lnTo>
                  <a:cubicBezTo>
                    <a:pt x="3049" y="6442"/>
                    <a:pt x="2977" y="6371"/>
                    <a:pt x="2882" y="6371"/>
                  </a:cubicBezTo>
                  <a:cubicBezTo>
                    <a:pt x="2799" y="6371"/>
                    <a:pt x="2727" y="6442"/>
                    <a:pt x="2727" y="6538"/>
                  </a:cubicBezTo>
                  <a:lnTo>
                    <a:pt x="2727" y="7395"/>
                  </a:lnTo>
                  <a:cubicBezTo>
                    <a:pt x="2073" y="7311"/>
                    <a:pt x="1561" y="6752"/>
                    <a:pt x="1561" y="6073"/>
                  </a:cubicBezTo>
                  <a:lnTo>
                    <a:pt x="1561" y="5680"/>
                  </a:lnTo>
                  <a:lnTo>
                    <a:pt x="3358" y="5680"/>
                  </a:lnTo>
                  <a:cubicBezTo>
                    <a:pt x="3454" y="5680"/>
                    <a:pt x="3525" y="5609"/>
                    <a:pt x="3525" y="5525"/>
                  </a:cubicBezTo>
                  <a:cubicBezTo>
                    <a:pt x="3525" y="5430"/>
                    <a:pt x="3454" y="5359"/>
                    <a:pt x="3358" y="5359"/>
                  </a:cubicBezTo>
                  <a:lnTo>
                    <a:pt x="1561" y="5359"/>
                  </a:lnTo>
                  <a:lnTo>
                    <a:pt x="1561" y="5014"/>
                  </a:lnTo>
                  <a:lnTo>
                    <a:pt x="3358" y="5014"/>
                  </a:lnTo>
                  <a:cubicBezTo>
                    <a:pt x="3454" y="5014"/>
                    <a:pt x="3525" y="4942"/>
                    <a:pt x="3525" y="4847"/>
                  </a:cubicBezTo>
                  <a:cubicBezTo>
                    <a:pt x="3525" y="4763"/>
                    <a:pt x="3454" y="4680"/>
                    <a:pt x="3358" y="4680"/>
                  </a:cubicBezTo>
                  <a:lnTo>
                    <a:pt x="1561" y="4680"/>
                  </a:lnTo>
                  <a:lnTo>
                    <a:pt x="1561" y="4347"/>
                  </a:lnTo>
                  <a:lnTo>
                    <a:pt x="2894" y="4347"/>
                  </a:lnTo>
                  <a:cubicBezTo>
                    <a:pt x="2977" y="4347"/>
                    <a:pt x="3049" y="4263"/>
                    <a:pt x="3049" y="4180"/>
                  </a:cubicBezTo>
                  <a:cubicBezTo>
                    <a:pt x="3049" y="4085"/>
                    <a:pt x="2977" y="4013"/>
                    <a:pt x="2894" y="4013"/>
                  </a:cubicBezTo>
                  <a:lnTo>
                    <a:pt x="1561" y="4013"/>
                  </a:lnTo>
                  <a:lnTo>
                    <a:pt x="1561" y="3668"/>
                  </a:lnTo>
                  <a:lnTo>
                    <a:pt x="2894" y="3668"/>
                  </a:lnTo>
                  <a:cubicBezTo>
                    <a:pt x="2977" y="3668"/>
                    <a:pt x="3049" y="3597"/>
                    <a:pt x="3049" y="3513"/>
                  </a:cubicBezTo>
                  <a:cubicBezTo>
                    <a:pt x="3049" y="3418"/>
                    <a:pt x="2977" y="3347"/>
                    <a:pt x="2894" y="3347"/>
                  </a:cubicBezTo>
                  <a:lnTo>
                    <a:pt x="1561" y="3347"/>
                  </a:lnTo>
                  <a:lnTo>
                    <a:pt x="1561" y="3001"/>
                  </a:lnTo>
                  <a:lnTo>
                    <a:pt x="3358" y="3001"/>
                  </a:lnTo>
                  <a:cubicBezTo>
                    <a:pt x="3454" y="3001"/>
                    <a:pt x="3525" y="2930"/>
                    <a:pt x="3525" y="2835"/>
                  </a:cubicBezTo>
                  <a:cubicBezTo>
                    <a:pt x="3525" y="2751"/>
                    <a:pt x="3454" y="2680"/>
                    <a:pt x="3358" y="2680"/>
                  </a:cubicBezTo>
                  <a:lnTo>
                    <a:pt x="1561" y="2680"/>
                  </a:lnTo>
                  <a:lnTo>
                    <a:pt x="1561" y="2370"/>
                  </a:lnTo>
                  <a:lnTo>
                    <a:pt x="2156" y="2370"/>
                  </a:lnTo>
                  <a:cubicBezTo>
                    <a:pt x="2251" y="2370"/>
                    <a:pt x="2323" y="2287"/>
                    <a:pt x="2323" y="2204"/>
                  </a:cubicBezTo>
                  <a:cubicBezTo>
                    <a:pt x="2323" y="2108"/>
                    <a:pt x="2251" y="2037"/>
                    <a:pt x="2156" y="2037"/>
                  </a:cubicBezTo>
                  <a:lnTo>
                    <a:pt x="1561" y="2037"/>
                  </a:lnTo>
                  <a:lnTo>
                    <a:pt x="1561" y="1644"/>
                  </a:lnTo>
                  <a:cubicBezTo>
                    <a:pt x="1561" y="965"/>
                    <a:pt x="2073" y="418"/>
                    <a:pt x="2727" y="322"/>
                  </a:cubicBezTo>
                  <a:lnTo>
                    <a:pt x="2727" y="1192"/>
                  </a:lnTo>
                  <a:cubicBezTo>
                    <a:pt x="2727" y="1275"/>
                    <a:pt x="2799" y="1346"/>
                    <a:pt x="2882" y="1346"/>
                  </a:cubicBezTo>
                  <a:cubicBezTo>
                    <a:pt x="2977" y="1346"/>
                    <a:pt x="3049" y="1275"/>
                    <a:pt x="3049" y="1192"/>
                  </a:cubicBezTo>
                  <a:lnTo>
                    <a:pt x="3049" y="311"/>
                  </a:lnTo>
                  <a:lnTo>
                    <a:pt x="3394" y="311"/>
                  </a:lnTo>
                  <a:lnTo>
                    <a:pt x="3394" y="1192"/>
                  </a:lnTo>
                  <a:cubicBezTo>
                    <a:pt x="3394" y="1275"/>
                    <a:pt x="3466" y="1346"/>
                    <a:pt x="3561" y="1346"/>
                  </a:cubicBezTo>
                  <a:cubicBezTo>
                    <a:pt x="3644" y="1346"/>
                    <a:pt x="3716" y="1275"/>
                    <a:pt x="3716" y="1192"/>
                  </a:cubicBezTo>
                  <a:lnTo>
                    <a:pt x="3716" y="311"/>
                  </a:lnTo>
                  <a:lnTo>
                    <a:pt x="4061" y="311"/>
                  </a:lnTo>
                  <a:lnTo>
                    <a:pt x="4061" y="1192"/>
                  </a:lnTo>
                  <a:cubicBezTo>
                    <a:pt x="4061" y="1275"/>
                    <a:pt x="4132" y="1346"/>
                    <a:pt x="4228" y="1346"/>
                  </a:cubicBezTo>
                  <a:cubicBezTo>
                    <a:pt x="4311" y="1346"/>
                    <a:pt x="4394" y="1275"/>
                    <a:pt x="4394" y="1192"/>
                  </a:cubicBezTo>
                  <a:lnTo>
                    <a:pt x="4394" y="311"/>
                  </a:lnTo>
                  <a:close/>
                  <a:moveTo>
                    <a:pt x="6776" y="5025"/>
                  </a:moveTo>
                  <a:lnTo>
                    <a:pt x="6776" y="6192"/>
                  </a:lnTo>
                  <a:cubicBezTo>
                    <a:pt x="6776" y="7216"/>
                    <a:pt x="5942" y="8050"/>
                    <a:pt x="4906" y="8050"/>
                  </a:cubicBezTo>
                  <a:lnTo>
                    <a:pt x="2882" y="8050"/>
                  </a:lnTo>
                  <a:cubicBezTo>
                    <a:pt x="1858" y="8050"/>
                    <a:pt x="1025" y="7216"/>
                    <a:pt x="1025" y="6192"/>
                  </a:cubicBezTo>
                  <a:lnTo>
                    <a:pt x="1013" y="5025"/>
                  </a:lnTo>
                  <a:lnTo>
                    <a:pt x="1251" y="5025"/>
                  </a:lnTo>
                  <a:lnTo>
                    <a:pt x="1251" y="6085"/>
                  </a:lnTo>
                  <a:cubicBezTo>
                    <a:pt x="1251" y="6990"/>
                    <a:pt x="1977" y="7728"/>
                    <a:pt x="2882" y="7740"/>
                  </a:cubicBezTo>
                  <a:lnTo>
                    <a:pt x="4894" y="7740"/>
                  </a:lnTo>
                  <a:cubicBezTo>
                    <a:pt x="5799" y="7728"/>
                    <a:pt x="6537" y="6978"/>
                    <a:pt x="6537" y="6085"/>
                  </a:cubicBezTo>
                  <a:lnTo>
                    <a:pt x="6537" y="5025"/>
                  </a:lnTo>
                  <a:close/>
                  <a:moveTo>
                    <a:pt x="4144" y="8966"/>
                  </a:moveTo>
                  <a:lnTo>
                    <a:pt x="4144" y="9966"/>
                  </a:lnTo>
                  <a:lnTo>
                    <a:pt x="3620" y="9966"/>
                  </a:lnTo>
                  <a:lnTo>
                    <a:pt x="3620" y="8966"/>
                  </a:lnTo>
                  <a:close/>
                  <a:moveTo>
                    <a:pt x="6299" y="10300"/>
                  </a:moveTo>
                  <a:cubicBezTo>
                    <a:pt x="6561" y="10300"/>
                    <a:pt x="6787" y="10478"/>
                    <a:pt x="6859" y="10717"/>
                  </a:cubicBezTo>
                  <a:lnTo>
                    <a:pt x="918" y="10717"/>
                  </a:lnTo>
                  <a:cubicBezTo>
                    <a:pt x="1001" y="10478"/>
                    <a:pt x="1215" y="10300"/>
                    <a:pt x="1489" y="10300"/>
                  </a:cubicBezTo>
                  <a:close/>
                  <a:moveTo>
                    <a:pt x="2835" y="1"/>
                  </a:moveTo>
                  <a:cubicBezTo>
                    <a:pt x="1918" y="13"/>
                    <a:pt x="1191" y="763"/>
                    <a:pt x="1191" y="1656"/>
                  </a:cubicBezTo>
                  <a:lnTo>
                    <a:pt x="1191" y="4704"/>
                  </a:lnTo>
                  <a:lnTo>
                    <a:pt x="953" y="4704"/>
                  </a:lnTo>
                  <a:lnTo>
                    <a:pt x="953" y="4502"/>
                  </a:lnTo>
                  <a:cubicBezTo>
                    <a:pt x="953" y="4252"/>
                    <a:pt x="751" y="4037"/>
                    <a:pt x="477" y="4037"/>
                  </a:cubicBezTo>
                  <a:cubicBezTo>
                    <a:pt x="227" y="4037"/>
                    <a:pt x="1" y="4240"/>
                    <a:pt x="1" y="4502"/>
                  </a:cubicBezTo>
                  <a:lnTo>
                    <a:pt x="1" y="6168"/>
                  </a:lnTo>
                  <a:cubicBezTo>
                    <a:pt x="1" y="7716"/>
                    <a:pt x="1251" y="8966"/>
                    <a:pt x="2799" y="8966"/>
                  </a:cubicBezTo>
                  <a:lnTo>
                    <a:pt x="3227" y="8966"/>
                  </a:lnTo>
                  <a:lnTo>
                    <a:pt x="3227" y="9966"/>
                  </a:lnTo>
                  <a:lnTo>
                    <a:pt x="1406" y="9966"/>
                  </a:lnTo>
                  <a:cubicBezTo>
                    <a:pt x="906" y="9966"/>
                    <a:pt x="489" y="10371"/>
                    <a:pt x="489" y="10883"/>
                  </a:cubicBezTo>
                  <a:cubicBezTo>
                    <a:pt x="489" y="10967"/>
                    <a:pt x="572" y="11038"/>
                    <a:pt x="656" y="11038"/>
                  </a:cubicBezTo>
                  <a:lnTo>
                    <a:pt x="6966" y="11038"/>
                  </a:lnTo>
                  <a:cubicBezTo>
                    <a:pt x="7061" y="11038"/>
                    <a:pt x="7133" y="10967"/>
                    <a:pt x="7133" y="10883"/>
                  </a:cubicBezTo>
                  <a:cubicBezTo>
                    <a:pt x="7133" y="10383"/>
                    <a:pt x="6728" y="9966"/>
                    <a:pt x="6228" y="9966"/>
                  </a:cubicBezTo>
                  <a:lnTo>
                    <a:pt x="4466" y="9966"/>
                  </a:lnTo>
                  <a:lnTo>
                    <a:pt x="4466" y="8966"/>
                  </a:lnTo>
                  <a:lnTo>
                    <a:pt x="4894" y="8966"/>
                  </a:lnTo>
                  <a:cubicBezTo>
                    <a:pt x="6442" y="8966"/>
                    <a:pt x="7692" y="7728"/>
                    <a:pt x="7692" y="6168"/>
                  </a:cubicBezTo>
                  <a:lnTo>
                    <a:pt x="7692" y="5978"/>
                  </a:lnTo>
                  <a:cubicBezTo>
                    <a:pt x="7692" y="5895"/>
                    <a:pt x="7621" y="5811"/>
                    <a:pt x="7538" y="5811"/>
                  </a:cubicBezTo>
                  <a:cubicBezTo>
                    <a:pt x="7442" y="5811"/>
                    <a:pt x="7371" y="5895"/>
                    <a:pt x="7371" y="5978"/>
                  </a:cubicBezTo>
                  <a:lnTo>
                    <a:pt x="7371" y="6168"/>
                  </a:lnTo>
                  <a:cubicBezTo>
                    <a:pt x="7371" y="7538"/>
                    <a:pt x="6252" y="8657"/>
                    <a:pt x="4882" y="8657"/>
                  </a:cubicBezTo>
                  <a:lnTo>
                    <a:pt x="2858" y="8657"/>
                  </a:lnTo>
                  <a:cubicBezTo>
                    <a:pt x="1489" y="8657"/>
                    <a:pt x="370" y="7538"/>
                    <a:pt x="370" y="6168"/>
                  </a:cubicBezTo>
                  <a:lnTo>
                    <a:pt x="370" y="4502"/>
                  </a:lnTo>
                  <a:cubicBezTo>
                    <a:pt x="370" y="4418"/>
                    <a:pt x="453" y="4359"/>
                    <a:pt x="525" y="4359"/>
                  </a:cubicBezTo>
                  <a:cubicBezTo>
                    <a:pt x="596" y="4359"/>
                    <a:pt x="668" y="4430"/>
                    <a:pt x="668" y="4502"/>
                  </a:cubicBezTo>
                  <a:lnTo>
                    <a:pt x="668" y="6168"/>
                  </a:lnTo>
                  <a:cubicBezTo>
                    <a:pt x="668" y="7383"/>
                    <a:pt x="1656" y="8347"/>
                    <a:pt x="2846" y="8347"/>
                  </a:cubicBezTo>
                  <a:lnTo>
                    <a:pt x="4871" y="8347"/>
                  </a:lnTo>
                  <a:cubicBezTo>
                    <a:pt x="6073" y="8347"/>
                    <a:pt x="7037" y="7359"/>
                    <a:pt x="7037" y="6168"/>
                  </a:cubicBezTo>
                  <a:lnTo>
                    <a:pt x="7037" y="4502"/>
                  </a:lnTo>
                  <a:cubicBezTo>
                    <a:pt x="7037" y="4418"/>
                    <a:pt x="7121" y="4359"/>
                    <a:pt x="7192" y="4359"/>
                  </a:cubicBezTo>
                  <a:cubicBezTo>
                    <a:pt x="7276" y="4359"/>
                    <a:pt x="7335" y="4430"/>
                    <a:pt x="7335" y="4502"/>
                  </a:cubicBezTo>
                  <a:lnTo>
                    <a:pt x="7335" y="5252"/>
                  </a:lnTo>
                  <a:cubicBezTo>
                    <a:pt x="7335" y="5347"/>
                    <a:pt x="7418" y="5418"/>
                    <a:pt x="7502" y="5418"/>
                  </a:cubicBezTo>
                  <a:cubicBezTo>
                    <a:pt x="7585" y="5418"/>
                    <a:pt x="7668" y="5347"/>
                    <a:pt x="7668" y="5252"/>
                  </a:cubicBezTo>
                  <a:lnTo>
                    <a:pt x="7668" y="4502"/>
                  </a:lnTo>
                  <a:cubicBezTo>
                    <a:pt x="7668" y="4252"/>
                    <a:pt x="7454" y="4037"/>
                    <a:pt x="7192" y="4037"/>
                  </a:cubicBezTo>
                  <a:cubicBezTo>
                    <a:pt x="6930" y="4037"/>
                    <a:pt x="6716" y="4240"/>
                    <a:pt x="6716" y="4502"/>
                  </a:cubicBezTo>
                  <a:lnTo>
                    <a:pt x="6716" y="4704"/>
                  </a:lnTo>
                  <a:lnTo>
                    <a:pt x="6478" y="4704"/>
                  </a:lnTo>
                  <a:lnTo>
                    <a:pt x="6478" y="1656"/>
                  </a:lnTo>
                  <a:cubicBezTo>
                    <a:pt x="6478" y="739"/>
                    <a:pt x="5740" y="13"/>
                    <a:pt x="4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1" name="Google Shape;11851;p66"/>
          <p:cNvGrpSpPr/>
          <p:nvPr/>
        </p:nvGrpSpPr>
        <p:grpSpPr>
          <a:xfrm>
            <a:off x="4882340" y="1333908"/>
            <a:ext cx="246171" cy="351095"/>
            <a:chOff x="4882340" y="1509358"/>
            <a:chExt cx="246171" cy="351095"/>
          </a:xfrm>
        </p:grpSpPr>
        <p:sp>
          <p:nvSpPr>
            <p:cNvPr id="11852" name="Google Shape;11852;p66"/>
            <p:cNvSpPr/>
            <p:nvPr/>
          </p:nvSpPr>
          <p:spPr>
            <a:xfrm>
              <a:off x="4935709" y="1576784"/>
              <a:ext cx="30724" cy="30692"/>
            </a:xfrm>
            <a:custGeom>
              <a:avLst/>
              <a:gdLst/>
              <a:ahLst/>
              <a:cxnLst/>
              <a:rect l="l" t="t" r="r" b="b"/>
              <a:pathLst>
                <a:path w="966" h="965" extrusionOk="0">
                  <a:moveTo>
                    <a:pt x="787" y="0"/>
                  </a:moveTo>
                  <a:cubicBezTo>
                    <a:pt x="346" y="0"/>
                    <a:pt x="1" y="357"/>
                    <a:pt x="1" y="798"/>
                  </a:cubicBezTo>
                  <a:cubicBezTo>
                    <a:pt x="1" y="881"/>
                    <a:pt x="72" y="965"/>
                    <a:pt x="156" y="965"/>
                  </a:cubicBezTo>
                  <a:cubicBezTo>
                    <a:pt x="251" y="965"/>
                    <a:pt x="322" y="881"/>
                    <a:pt x="322" y="798"/>
                  </a:cubicBezTo>
                  <a:cubicBezTo>
                    <a:pt x="322" y="548"/>
                    <a:pt x="525" y="322"/>
                    <a:pt x="799" y="322"/>
                  </a:cubicBezTo>
                  <a:cubicBezTo>
                    <a:pt x="882" y="322"/>
                    <a:pt x="965" y="250"/>
                    <a:pt x="965" y="155"/>
                  </a:cubicBezTo>
                  <a:cubicBezTo>
                    <a:pt x="953" y="84"/>
                    <a:pt x="870"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66"/>
            <p:cNvSpPr/>
            <p:nvPr/>
          </p:nvSpPr>
          <p:spPr>
            <a:xfrm>
              <a:off x="5043655" y="1597235"/>
              <a:ext cx="30692" cy="31073"/>
            </a:xfrm>
            <a:custGeom>
              <a:avLst/>
              <a:gdLst/>
              <a:ahLst/>
              <a:cxnLst/>
              <a:rect l="l" t="t" r="r" b="b"/>
              <a:pathLst>
                <a:path w="965" h="977" extrusionOk="0">
                  <a:moveTo>
                    <a:pt x="155" y="0"/>
                  </a:moveTo>
                  <a:cubicBezTo>
                    <a:pt x="72" y="0"/>
                    <a:pt x="0" y="84"/>
                    <a:pt x="0" y="167"/>
                  </a:cubicBezTo>
                  <a:cubicBezTo>
                    <a:pt x="0" y="262"/>
                    <a:pt x="72" y="334"/>
                    <a:pt x="155" y="334"/>
                  </a:cubicBezTo>
                  <a:cubicBezTo>
                    <a:pt x="417" y="334"/>
                    <a:pt x="631" y="536"/>
                    <a:pt x="631" y="810"/>
                  </a:cubicBezTo>
                  <a:cubicBezTo>
                    <a:pt x="631" y="893"/>
                    <a:pt x="714" y="977"/>
                    <a:pt x="798" y="977"/>
                  </a:cubicBezTo>
                  <a:cubicBezTo>
                    <a:pt x="881" y="977"/>
                    <a:pt x="965" y="893"/>
                    <a:pt x="965" y="810"/>
                  </a:cubicBezTo>
                  <a:cubicBezTo>
                    <a:pt x="953" y="357"/>
                    <a:pt x="584"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66"/>
            <p:cNvSpPr/>
            <p:nvPr/>
          </p:nvSpPr>
          <p:spPr>
            <a:xfrm>
              <a:off x="4993657" y="1538046"/>
              <a:ext cx="36003" cy="26271"/>
            </a:xfrm>
            <a:custGeom>
              <a:avLst/>
              <a:gdLst/>
              <a:ahLst/>
              <a:cxnLst/>
              <a:rect l="l" t="t" r="r" b="b"/>
              <a:pathLst>
                <a:path w="1132" h="826" extrusionOk="0">
                  <a:moveTo>
                    <a:pt x="315" y="0"/>
                  </a:moveTo>
                  <a:cubicBezTo>
                    <a:pt x="262" y="0"/>
                    <a:pt x="209" y="5"/>
                    <a:pt x="155" y="16"/>
                  </a:cubicBezTo>
                  <a:cubicBezTo>
                    <a:pt x="60" y="28"/>
                    <a:pt x="0" y="123"/>
                    <a:pt x="36" y="206"/>
                  </a:cubicBezTo>
                  <a:cubicBezTo>
                    <a:pt x="46" y="282"/>
                    <a:pt x="109" y="336"/>
                    <a:pt x="176" y="336"/>
                  </a:cubicBezTo>
                  <a:cubicBezTo>
                    <a:pt x="193" y="336"/>
                    <a:pt x="210" y="332"/>
                    <a:pt x="227" y="325"/>
                  </a:cubicBezTo>
                  <a:cubicBezTo>
                    <a:pt x="257" y="320"/>
                    <a:pt x="288" y="317"/>
                    <a:pt x="318" y="317"/>
                  </a:cubicBezTo>
                  <a:cubicBezTo>
                    <a:pt x="537" y="317"/>
                    <a:pt x="744" y="463"/>
                    <a:pt x="786" y="683"/>
                  </a:cubicBezTo>
                  <a:cubicBezTo>
                    <a:pt x="810" y="766"/>
                    <a:pt x="882" y="825"/>
                    <a:pt x="953" y="825"/>
                  </a:cubicBezTo>
                  <a:lnTo>
                    <a:pt x="989" y="825"/>
                  </a:lnTo>
                  <a:cubicBezTo>
                    <a:pt x="1072" y="790"/>
                    <a:pt x="1132" y="718"/>
                    <a:pt x="1108" y="623"/>
                  </a:cubicBezTo>
                  <a:cubicBezTo>
                    <a:pt x="1024" y="248"/>
                    <a:pt x="686" y="0"/>
                    <a:pt x="3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66"/>
            <p:cNvSpPr/>
            <p:nvPr/>
          </p:nvSpPr>
          <p:spPr>
            <a:xfrm>
              <a:off x="4931924" y="1693795"/>
              <a:ext cx="146589" cy="104161"/>
            </a:xfrm>
            <a:custGeom>
              <a:avLst/>
              <a:gdLst/>
              <a:ahLst/>
              <a:cxnLst/>
              <a:rect l="l" t="t" r="r" b="b"/>
              <a:pathLst>
                <a:path w="4609" h="3275" extrusionOk="0">
                  <a:moveTo>
                    <a:pt x="2299" y="334"/>
                  </a:moveTo>
                  <a:cubicBezTo>
                    <a:pt x="2834" y="334"/>
                    <a:pt x="3346" y="477"/>
                    <a:pt x="3716" y="727"/>
                  </a:cubicBezTo>
                  <a:cubicBezTo>
                    <a:pt x="4073" y="989"/>
                    <a:pt x="4263" y="1298"/>
                    <a:pt x="4263" y="1643"/>
                  </a:cubicBezTo>
                  <a:cubicBezTo>
                    <a:pt x="4287" y="1977"/>
                    <a:pt x="4073" y="2298"/>
                    <a:pt x="3716" y="2548"/>
                  </a:cubicBezTo>
                  <a:cubicBezTo>
                    <a:pt x="3346" y="2798"/>
                    <a:pt x="2834" y="2953"/>
                    <a:pt x="2299" y="2953"/>
                  </a:cubicBezTo>
                  <a:cubicBezTo>
                    <a:pt x="1763" y="2953"/>
                    <a:pt x="1263" y="2798"/>
                    <a:pt x="894" y="2548"/>
                  </a:cubicBezTo>
                  <a:cubicBezTo>
                    <a:pt x="525" y="2298"/>
                    <a:pt x="334" y="1977"/>
                    <a:pt x="334" y="1643"/>
                  </a:cubicBezTo>
                  <a:cubicBezTo>
                    <a:pt x="334" y="1298"/>
                    <a:pt x="525" y="989"/>
                    <a:pt x="894" y="727"/>
                  </a:cubicBezTo>
                  <a:cubicBezTo>
                    <a:pt x="1263" y="477"/>
                    <a:pt x="1763" y="334"/>
                    <a:pt x="2299" y="334"/>
                  </a:cubicBezTo>
                  <a:close/>
                  <a:moveTo>
                    <a:pt x="2299" y="0"/>
                  </a:moveTo>
                  <a:cubicBezTo>
                    <a:pt x="1703" y="0"/>
                    <a:pt x="1120" y="167"/>
                    <a:pt x="691" y="465"/>
                  </a:cubicBezTo>
                  <a:cubicBezTo>
                    <a:pt x="251" y="774"/>
                    <a:pt x="1" y="1191"/>
                    <a:pt x="1" y="1643"/>
                  </a:cubicBezTo>
                  <a:cubicBezTo>
                    <a:pt x="1" y="2084"/>
                    <a:pt x="251" y="2501"/>
                    <a:pt x="691" y="2810"/>
                  </a:cubicBezTo>
                  <a:cubicBezTo>
                    <a:pt x="1132" y="3108"/>
                    <a:pt x="1691" y="3275"/>
                    <a:pt x="2299" y="3275"/>
                  </a:cubicBezTo>
                  <a:cubicBezTo>
                    <a:pt x="2894" y="3275"/>
                    <a:pt x="3477" y="3108"/>
                    <a:pt x="3906" y="2810"/>
                  </a:cubicBezTo>
                  <a:cubicBezTo>
                    <a:pt x="4358" y="2501"/>
                    <a:pt x="4608" y="2084"/>
                    <a:pt x="4608" y="1643"/>
                  </a:cubicBezTo>
                  <a:cubicBezTo>
                    <a:pt x="4597" y="1191"/>
                    <a:pt x="4358" y="774"/>
                    <a:pt x="3906" y="465"/>
                  </a:cubicBezTo>
                  <a:cubicBezTo>
                    <a:pt x="3477" y="167"/>
                    <a:pt x="2906" y="0"/>
                    <a:pt x="2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66"/>
            <p:cNvSpPr/>
            <p:nvPr/>
          </p:nvSpPr>
          <p:spPr>
            <a:xfrm>
              <a:off x="4882340" y="1509358"/>
              <a:ext cx="246171" cy="351095"/>
            </a:xfrm>
            <a:custGeom>
              <a:avLst/>
              <a:gdLst/>
              <a:ahLst/>
              <a:cxnLst/>
              <a:rect l="l" t="t" r="r" b="b"/>
              <a:pathLst>
                <a:path w="7740" h="11039" extrusionOk="0">
                  <a:moveTo>
                    <a:pt x="3953" y="311"/>
                  </a:moveTo>
                  <a:cubicBezTo>
                    <a:pt x="4096" y="322"/>
                    <a:pt x="4251" y="406"/>
                    <a:pt x="4334" y="525"/>
                  </a:cubicBezTo>
                  <a:cubicBezTo>
                    <a:pt x="4371" y="571"/>
                    <a:pt x="4415" y="589"/>
                    <a:pt x="4466" y="589"/>
                  </a:cubicBezTo>
                  <a:cubicBezTo>
                    <a:pt x="4481" y="589"/>
                    <a:pt x="4496" y="587"/>
                    <a:pt x="4513" y="584"/>
                  </a:cubicBezTo>
                  <a:cubicBezTo>
                    <a:pt x="4572" y="561"/>
                    <a:pt x="4632" y="549"/>
                    <a:pt x="4691" y="549"/>
                  </a:cubicBezTo>
                  <a:cubicBezTo>
                    <a:pt x="5036" y="549"/>
                    <a:pt x="5322" y="799"/>
                    <a:pt x="5322" y="1096"/>
                  </a:cubicBezTo>
                  <a:cubicBezTo>
                    <a:pt x="5322" y="1144"/>
                    <a:pt x="5334" y="1192"/>
                    <a:pt x="5382" y="1215"/>
                  </a:cubicBezTo>
                  <a:cubicBezTo>
                    <a:pt x="5405" y="1251"/>
                    <a:pt x="5453" y="1263"/>
                    <a:pt x="5513" y="1263"/>
                  </a:cubicBezTo>
                  <a:lnTo>
                    <a:pt x="5608" y="1263"/>
                  </a:lnTo>
                  <a:cubicBezTo>
                    <a:pt x="5977" y="1263"/>
                    <a:pt x="6275" y="1537"/>
                    <a:pt x="6275" y="1870"/>
                  </a:cubicBezTo>
                  <a:cubicBezTo>
                    <a:pt x="6275" y="1966"/>
                    <a:pt x="6263" y="2037"/>
                    <a:pt x="6215" y="2108"/>
                  </a:cubicBezTo>
                  <a:cubicBezTo>
                    <a:pt x="6179" y="2168"/>
                    <a:pt x="6203" y="2227"/>
                    <a:pt x="6227" y="2275"/>
                  </a:cubicBezTo>
                  <a:cubicBezTo>
                    <a:pt x="6263" y="2323"/>
                    <a:pt x="6322" y="2347"/>
                    <a:pt x="6382" y="2347"/>
                  </a:cubicBezTo>
                  <a:lnTo>
                    <a:pt x="6441" y="2347"/>
                  </a:lnTo>
                  <a:cubicBezTo>
                    <a:pt x="6810" y="2347"/>
                    <a:pt x="7108" y="2620"/>
                    <a:pt x="7108" y="2966"/>
                  </a:cubicBezTo>
                  <a:cubicBezTo>
                    <a:pt x="7108" y="3049"/>
                    <a:pt x="7096" y="3120"/>
                    <a:pt x="7049" y="3204"/>
                  </a:cubicBezTo>
                  <a:cubicBezTo>
                    <a:pt x="7037" y="3216"/>
                    <a:pt x="7037" y="3239"/>
                    <a:pt x="7037" y="3275"/>
                  </a:cubicBezTo>
                  <a:cubicBezTo>
                    <a:pt x="7037" y="3359"/>
                    <a:pt x="7108" y="3442"/>
                    <a:pt x="7191" y="3442"/>
                  </a:cubicBezTo>
                  <a:lnTo>
                    <a:pt x="7299" y="3442"/>
                  </a:lnTo>
                  <a:cubicBezTo>
                    <a:pt x="7465" y="3442"/>
                    <a:pt x="7489" y="3561"/>
                    <a:pt x="7489" y="3597"/>
                  </a:cubicBezTo>
                  <a:cubicBezTo>
                    <a:pt x="7418" y="3680"/>
                    <a:pt x="7370" y="3763"/>
                    <a:pt x="7275" y="3811"/>
                  </a:cubicBezTo>
                  <a:cubicBezTo>
                    <a:pt x="7239" y="3811"/>
                    <a:pt x="7227" y="3823"/>
                    <a:pt x="7215" y="3835"/>
                  </a:cubicBezTo>
                  <a:lnTo>
                    <a:pt x="7191" y="3823"/>
                  </a:lnTo>
                  <a:lnTo>
                    <a:pt x="7180" y="3811"/>
                  </a:lnTo>
                  <a:cubicBezTo>
                    <a:pt x="7168" y="3811"/>
                    <a:pt x="7168" y="3787"/>
                    <a:pt x="7156" y="3787"/>
                  </a:cubicBezTo>
                  <a:cubicBezTo>
                    <a:pt x="7108" y="3763"/>
                    <a:pt x="7072" y="3728"/>
                    <a:pt x="7037" y="3716"/>
                  </a:cubicBezTo>
                  <a:cubicBezTo>
                    <a:pt x="7013" y="3716"/>
                    <a:pt x="7013" y="3704"/>
                    <a:pt x="7001" y="3704"/>
                  </a:cubicBezTo>
                  <a:cubicBezTo>
                    <a:pt x="6989" y="3704"/>
                    <a:pt x="6989" y="3692"/>
                    <a:pt x="6977" y="3692"/>
                  </a:cubicBezTo>
                  <a:cubicBezTo>
                    <a:pt x="6941" y="3668"/>
                    <a:pt x="6918" y="3668"/>
                    <a:pt x="6882" y="3656"/>
                  </a:cubicBezTo>
                  <a:lnTo>
                    <a:pt x="6477" y="3656"/>
                  </a:lnTo>
                  <a:cubicBezTo>
                    <a:pt x="6418" y="3668"/>
                    <a:pt x="6358" y="3704"/>
                    <a:pt x="6298" y="3728"/>
                  </a:cubicBezTo>
                  <a:cubicBezTo>
                    <a:pt x="6287" y="3728"/>
                    <a:pt x="6287" y="3751"/>
                    <a:pt x="6275" y="3751"/>
                  </a:cubicBezTo>
                  <a:cubicBezTo>
                    <a:pt x="6275" y="3751"/>
                    <a:pt x="6263" y="3751"/>
                    <a:pt x="6263" y="3763"/>
                  </a:cubicBezTo>
                  <a:cubicBezTo>
                    <a:pt x="6239" y="3763"/>
                    <a:pt x="6239" y="3775"/>
                    <a:pt x="6227" y="3775"/>
                  </a:cubicBezTo>
                  <a:cubicBezTo>
                    <a:pt x="6227" y="3775"/>
                    <a:pt x="6215" y="3775"/>
                    <a:pt x="6215" y="3787"/>
                  </a:cubicBezTo>
                  <a:cubicBezTo>
                    <a:pt x="6203" y="3787"/>
                    <a:pt x="6203" y="3811"/>
                    <a:pt x="6179" y="3811"/>
                  </a:cubicBezTo>
                  <a:lnTo>
                    <a:pt x="6167" y="3823"/>
                  </a:lnTo>
                  <a:lnTo>
                    <a:pt x="6156" y="3835"/>
                  </a:lnTo>
                  <a:cubicBezTo>
                    <a:pt x="6144" y="3835"/>
                    <a:pt x="6144" y="3859"/>
                    <a:pt x="6120" y="3859"/>
                  </a:cubicBezTo>
                  <a:lnTo>
                    <a:pt x="6108" y="3871"/>
                  </a:lnTo>
                  <a:lnTo>
                    <a:pt x="6084" y="3894"/>
                  </a:lnTo>
                  <a:cubicBezTo>
                    <a:pt x="6060" y="3918"/>
                    <a:pt x="6037" y="3942"/>
                    <a:pt x="6025" y="3978"/>
                  </a:cubicBezTo>
                  <a:cubicBezTo>
                    <a:pt x="6001" y="3990"/>
                    <a:pt x="6001" y="4001"/>
                    <a:pt x="5989" y="4013"/>
                  </a:cubicBezTo>
                  <a:cubicBezTo>
                    <a:pt x="5989" y="4001"/>
                    <a:pt x="5977" y="4001"/>
                    <a:pt x="5977" y="3990"/>
                  </a:cubicBezTo>
                  <a:lnTo>
                    <a:pt x="5965" y="3978"/>
                  </a:lnTo>
                  <a:cubicBezTo>
                    <a:pt x="5941" y="3954"/>
                    <a:pt x="5941" y="3942"/>
                    <a:pt x="5929" y="3942"/>
                  </a:cubicBezTo>
                  <a:lnTo>
                    <a:pt x="5906" y="3918"/>
                  </a:lnTo>
                  <a:lnTo>
                    <a:pt x="5882" y="3918"/>
                  </a:lnTo>
                  <a:lnTo>
                    <a:pt x="5858" y="3882"/>
                  </a:lnTo>
                  <a:lnTo>
                    <a:pt x="5846" y="3882"/>
                  </a:lnTo>
                  <a:cubicBezTo>
                    <a:pt x="5822" y="3871"/>
                    <a:pt x="5822" y="3871"/>
                    <a:pt x="5810" y="3871"/>
                  </a:cubicBezTo>
                  <a:cubicBezTo>
                    <a:pt x="5798" y="3871"/>
                    <a:pt x="5798" y="3859"/>
                    <a:pt x="5786" y="3859"/>
                  </a:cubicBezTo>
                  <a:cubicBezTo>
                    <a:pt x="5763" y="3859"/>
                    <a:pt x="5763" y="3835"/>
                    <a:pt x="5751" y="3835"/>
                  </a:cubicBezTo>
                  <a:cubicBezTo>
                    <a:pt x="5739" y="3835"/>
                    <a:pt x="5739" y="3823"/>
                    <a:pt x="5727" y="3823"/>
                  </a:cubicBezTo>
                  <a:cubicBezTo>
                    <a:pt x="5703" y="3823"/>
                    <a:pt x="5691" y="3811"/>
                    <a:pt x="5691" y="3811"/>
                  </a:cubicBezTo>
                  <a:cubicBezTo>
                    <a:pt x="5679" y="3811"/>
                    <a:pt x="5667" y="3787"/>
                    <a:pt x="5644" y="3787"/>
                  </a:cubicBezTo>
                  <a:cubicBezTo>
                    <a:pt x="5632" y="3787"/>
                    <a:pt x="5620" y="3775"/>
                    <a:pt x="5608" y="3775"/>
                  </a:cubicBezTo>
                  <a:cubicBezTo>
                    <a:pt x="5584" y="3775"/>
                    <a:pt x="5572" y="3763"/>
                    <a:pt x="5560" y="3763"/>
                  </a:cubicBezTo>
                  <a:cubicBezTo>
                    <a:pt x="5548" y="3763"/>
                    <a:pt x="5525" y="3751"/>
                    <a:pt x="5513" y="3751"/>
                  </a:cubicBezTo>
                  <a:cubicBezTo>
                    <a:pt x="5501" y="3751"/>
                    <a:pt x="5489" y="3751"/>
                    <a:pt x="5465" y="3728"/>
                  </a:cubicBezTo>
                  <a:lnTo>
                    <a:pt x="5132" y="3728"/>
                  </a:lnTo>
                  <a:cubicBezTo>
                    <a:pt x="5108" y="3728"/>
                    <a:pt x="5096" y="3728"/>
                    <a:pt x="5084" y="3751"/>
                  </a:cubicBezTo>
                  <a:lnTo>
                    <a:pt x="5072" y="3751"/>
                  </a:lnTo>
                  <a:cubicBezTo>
                    <a:pt x="5048" y="3751"/>
                    <a:pt x="5036" y="3763"/>
                    <a:pt x="5024" y="3763"/>
                  </a:cubicBezTo>
                  <a:lnTo>
                    <a:pt x="5013" y="3763"/>
                  </a:lnTo>
                  <a:cubicBezTo>
                    <a:pt x="4989" y="3763"/>
                    <a:pt x="4989" y="3763"/>
                    <a:pt x="4977" y="3775"/>
                  </a:cubicBezTo>
                  <a:lnTo>
                    <a:pt x="4965" y="3775"/>
                  </a:lnTo>
                  <a:cubicBezTo>
                    <a:pt x="4953" y="3775"/>
                    <a:pt x="4953" y="3787"/>
                    <a:pt x="4929" y="3787"/>
                  </a:cubicBezTo>
                  <a:lnTo>
                    <a:pt x="4917" y="3787"/>
                  </a:lnTo>
                  <a:cubicBezTo>
                    <a:pt x="4905" y="3787"/>
                    <a:pt x="4905" y="3811"/>
                    <a:pt x="4894" y="3811"/>
                  </a:cubicBezTo>
                  <a:lnTo>
                    <a:pt x="4870" y="3811"/>
                  </a:lnTo>
                  <a:cubicBezTo>
                    <a:pt x="4858" y="3811"/>
                    <a:pt x="4846" y="3823"/>
                    <a:pt x="4834" y="3823"/>
                  </a:cubicBezTo>
                  <a:lnTo>
                    <a:pt x="4810" y="3823"/>
                  </a:lnTo>
                  <a:cubicBezTo>
                    <a:pt x="4798" y="3823"/>
                    <a:pt x="4798" y="3835"/>
                    <a:pt x="4786" y="3835"/>
                  </a:cubicBezTo>
                  <a:cubicBezTo>
                    <a:pt x="4786" y="3835"/>
                    <a:pt x="4774" y="3835"/>
                    <a:pt x="4774" y="3859"/>
                  </a:cubicBezTo>
                  <a:cubicBezTo>
                    <a:pt x="4751" y="3859"/>
                    <a:pt x="4751" y="3871"/>
                    <a:pt x="4739" y="3871"/>
                  </a:cubicBezTo>
                  <a:cubicBezTo>
                    <a:pt x="4739" y="3871"/>
                    <a:pt x="4727" y="3871"/>
                    <a:pt x="4727" y="3882"/>
                  </a:cubicBezTo>
                  <a:cubicBezTo>
                    <a:pt x="4715" y="3882"/>
                    <a:pt x="4715" y="3894"/>
                    <a:pt x="4691" y="3894"/>
                  </a:cubicBezTo>
                  <a:lnTo>
                    <a:pt x="4679" y="3918"/>
                  </a:lnTo>
                  <a:lnTo>
                    <a:pt x="4655" y="3942"/>
                  </a:lnTo>
                  <a:lnTo>
                    <a:pt x="4620" y="3978"/>
                  </a:lnTo>
                  <a:cubicBezTo>
                    <a:pt x="4620" y="3978"/>
                    <a:pt x="4620" y="3990"/>
                    <a:pt x="4608" y="3990"/>
                  </a:cubicBezTo>
                  <a:cubicBezTo>
                    <a:pt x="4608" y="4001"/>
                    <a:pt x="4596" y="4001"/>
                    <a:pt x="4596" y="4013"/>
                  </a:cubicBezTo>
                  <a:cubicBezTo>
                    <a:pt x="4596" y="4013"/>
                    <a:pt x="4596" y="4037"/>
                    <a:pt x="4572" y="4037"/>
                  </a:cubicBezTo>
                  <a:cubicBezTo>
                    <a:pt x="4572" y="4049"/>
                    <a:pt x="4560" y="4049"/>
                    <a:pt x="4560" y="4061"/>
                  </a:cubicBezTo>
                  <a:lnTo>
                    <a:pt x="4560" y="4073"/>
                  </a:lnTo>
                  <a:cubicBezTo>
                    <a:pt x="4536" y="4049"/>
                    <a:pt x="4513" y="4013"/>
                    <a:pt x="4489" y="3990"/>
                  </a:cubicBezTo>
                  <a:cubicBezTo>
                    <a:pt x="4322" y="3823"/>
                    <a:pt x="4120" y="3740"/>
                    <a:pt x="3881" y="3740"/>
                  </a:cubicBezTo>
                  <a:lnTo>
                    <a:pt x="3858" y="3740"/>
                  </a:lnTo>
                  <a:cubicBezTo>
                    <a:pt x="3620" y="3740"/>
                    <a:pt x="3417" y="3823"/>
                    <a:pt x="3250" y="3990"/>
                  </a:cubicBezTo>
                  <a:cubicBezTo>
                    <a:pt x="3227" y="4013"/>
                    <a:pt x="3191" y="4049"/>
                    <a:pt x="3179" y="4073"/>
                  </a:cubicBezTo>
                  <a:lnTo>
                    <a:pt x="3179" y="4061"/>
                  </a:lnTo>
                  <a:cubicBezTo>
                    <a:pt x="3179" y="4049"/>
                    <a:pt x="3167" y="4049"/>
                    <a:pt x="3167" y="4037"/>
                  </a:cubicBezTo>
                  <a:cubicBezTo>
                    <a:pt x="3167" y="4037"/>
                    <a:pt x="3167" y="4013"/>
                    <a:pt x="3143" y="4013"/>
                  </a:cubicBezTo>
                  <a:cubicBezTo>
                    <a:pt x="3143" y="4001"/>
                    <a:pt x="3131" y="4001"/>
                    <a:pt x="3131" y="3990"/>
                  </a:cubicBezTo>
                  <a:lnTo>
                    <a:pt x="3119" y="3978"/>
                  </a:lnTo>
                  <a:lnTo>
                    <a:pt x="3084" y="3942"/>
                  </a:lnTo>
                  <a:lnTo>
                    <a:pt x="3060" y="3918"/>
                  </a:lnTo>
                  <a:lnTo>
                    <a:pt x="3048" y="3894"/>
                  </a:lnTo>
                  <a:cubicBezTo>
                    <a:pt x="3024" y="3894"/>
                    <a:pt x="3024" y="3882"/>
                    <a:pt x="3012" y="3882"/>
                  </a:cubicBezTo>
                  <a:cubicBezTo>
                    <a:pt x="3012" y="3882"/>
                    <a:pt x="3000" y="3882"/>
                    <a:pt x="3000" y="3871"/>
                  </a:cubicBezTo>
                  <a:cubicBezTo>
                    <a:pt x="2989" y="3871"/>
                    <a:pt x="2989" y="3859"/>
                    <a:pt x="2965" y="3859"/>
                  </a:cubicBezTo>
                  <a:cubicBezTo>
                    <a:pt x="2965" y="3859"/>
                    <a:pt x="2953" y="3859"/>
                    <a:pt x="2953" y="3835"/>
                  </a:cubicBezTo>
                  <a:cubicBezTo>
                    <a:pt x="2941" y="3835"/>
                    <a:pt x="2941" y="3823"/>
                    <a:pt x="2929" y="3823"/>
                  </a:cubicBezTo>
                  <a:lnTo>
                    <a:pt x="2905" y="3823"/>
                  </a:lnTo>
                  <a:cubicBezTo>
                    <a:pt x="2893" y="3811"/>
                    <a:pt x="2881" y="3811"/>
                    <a:pt x="2869" y="3811"/>
                  </a:cubicBezTo>
                  <a:lnTo>
                    <a:pt x="2846" y="3811"/>
                  </a:lnTo>
                  <a:cubicBezTo>
                    <a:pt x="2834" y="3811"/>
                    <a:pt x="2834" y="3787"/>
                    <a:pt x="2822" y="3787"/>
                  </a:cubicBezTo>
                  <a:lnTo>
                    <a:pt x="2810" y="3787"/>
                  </a:lnTo>
                  <a:cubicBezTo>
                    <a:pt x="2786" y="3787"/>
                    <a:pt x="2786" y="3775"/>
                    <a:pt x="2774" y="3775"/>
                  </a:cubicBezTo>
                  <a:lnTo>
                    <a:pt x="2762" y="3775"/>
                  </a:lnTo>
                  <a:cubicBezTo>
                    <a:pt x="2750" y="3775"/>
                    <a:pt x="2750" y="3775"/>
                    <a:pt x="2727" y="3763"/>
                  </a:cubicBezTo>
                  <a:lnTo>
                    <a:pt x="2715" y="3763"/>
                  </a:lnTo>
                  <a:cubicBezTo>
                    <a:pt x="2703" y="3763"/>
                    <a:pt x="2691" y="3751"/>
                    <a:pt x="2667" y="3751"/>
                  </a:cubicBezTo>
                  <a:lnTo>
                    <a:pt x="2655" y="3751"/>
                  </a:lnTo>
                  <a:cubicBezTo>
                    <a:pt x="2643" y="3751"/>
                    <a:pt x="2631" y="3751"/>
                    <a:pt x="2608" y="3728"/>
                  </a:cubicBezTo>
                  <a:lnTo>
                    <a:pt x="2310" y="3728"/>
                  </a:lnTo>
                  <a:cubicBezTo>
                    <a:pt x="2298" y="3728"/>
                    <a:pt x="2286" y="3728"/>
                    <a:pt x="2274" y="3751"/>
                  </a:cubicBezTo>
                  <a:cubicBezTo>
                    <a:pt x="2250" y="3751"/>
                    <a:pt x="2238" y="3751"/>
                    <a:pt x="2227" y="3763"/>
                  </a:cubicBezTo>
                  <a:cubicBezTo>
                    <a:pt x="2179" y="3775"/>
                    <a:pt x="2131" y="3787"/>
                    <a:pt x="2107" y="3811"/>
                  </a:cubicBezTo>
                  <a:cubicBezTo>
                    <a:pt x="2096" y="3811"/>
                    <a:pt x="2072" y="3823"/>
                    <a:pt x="2060" y="3823"/>
                  </a:cubicBezTo>
                  <a:cubicBezTo>
                    <a:pt x="2048" y="3823"/>
                    <a:pt x="2036" y="3835"/>
                    <a:pt x="2036" y="3835"/>
                  </a:cubicBezTo>
                  <a:cubicBezTo>
                    <a:pt x="2012" y="3835"/>
                    <a:pt x="2000" y="3859"/>
                    <a:pt x="2000" y="3859"/>
                  </a:cubicBezTo>
                  <a:cubicBezTo>
                    <a:pt x="1988" y="3859"/>
                    <a:pt x="1988" y="3871"/>
                    <a:pt x="1976" y="3871"/>
                  </a:cubicBezTo>
                  <a:cubicBezTo>
                    <a:pt x="1953" y="3871"/>
                    <a:pt x="1953" y="3882"/>
                    <a:pt x="1941" y="3882"/>
                  </a:cubicBezTo>
                  <a:cubicBezTo>
                    <a:pt x="1929" y="3882"/>
                    <a:pt x="1929" y="3894"/>
                    <a:pt x="1917" y="3918"/>
                  </a:cubicBezTo>
                  <a:cubicBezTo>
                    <a:pt x="1893" y="3918"/>
                    <a:pt x="1893" y="3930"/>
                    <a:pt x="1881" y="3930"/>
                  </a:cubicBezTo>
                  <a:lnTo>
                    <a:pt x="1857" y="3954"/>
                  </a:lnTo>
                  <a:cubicBezTo>
                    <a:pt x="1834" y="3978"/>
                    <a:pt x="1834" y="3990"/>
                    <a:pt x="1822" y="3990"/>
                  </a:cubicBezTo>
                  <a:cubicBezTo>
                    <a:pt x="1822" y="3990"/>
                    <a:pt x="1822" y="4001"/>
                    <a:pt x="1810" y="4001"/>
                  </a:cubicBezTo>
                  <a:cubicBezTo>
                    <a:pt x="1810" y="4013"/>
                    <a:pt x="1798" y="4013"/>
                    <a:pt x="1798" y="4037"/>
                  </a:cubicBezTo>
                  <a:cubicBezTo>
                    <a:pt x="1774" y="4013"/>
                    <a:pt x="1774" y="4001"/>
                    <a:pt x="1762" y="3990"/>
                  </a:cubicBezTo>
                  <a:cubicBezTo>
                    <a:pt x="1762" y="3978"/>
                    <a:pt x="1750" y="3978"/>
                    <a:pt x="1738" y="3954"/>
                  </a:cubicBezTo>
                  <a:cubicBezTo>
                    <a:pt x="1738" y="3954"/>
                    <a:pt x="1738" y="3942"/>
                    <a:pt x="1715" y="3942"/>
                  </a:cubicBezTo>
                  <a:cubicBezTo>
                    <a:pt x="1572" y="3763"/>
                    <a:pt x="1334" y="3656"/>
                    <a:pt x="1095" y="3656"/>
                  </a:cubicBezTo>
                  <a:lnTo>
                    <a:pt x="905" y="3656"/>
                  </a:lnTo>
                  <a:cubicBezTo>
                    <a:pt x="869" y="3680"/>
                    <a:pt x="845" y="3680"/>
                    <a:pt x="810" y="3692"/>
                  </a:cubicBezTo>
                  <a:cubicBezTo>
                    <a:pt x="798" y="3692"/>
                    <a:pt x="798" y="3704"/>
                    <a:pt x="786" y="3704"/>
                  </a:cubicBezTo>
                  <a:cubicBezTo>
                    <a:pt x="762" y="3704"/>
                    <a:pt x="762" y="3716"/>
                    <a:pt x="750" y="3716"/>
                  </a:cubicBezTo>
                  <a:cubicBezTo>
                    <a:pt x="703" y="3740"/>
                    <a:pt x="667" y="3763"/>
                    <a:pt x="631" y="3799"/>
                  </a:cubicBezTo>
                  <a:cubicBezTo>
                    <a:pt x="619" y="3799"/>
                    <a:pt x="619" y="3811"/>
                    <a:pt x="607" y="3811"/>
                  </a:cubicBezTo>
                  <a:lnTo>
                    <a:pt x="583" y="3823"/>
                  </a:lnTo>
                  <a:lnTo>
                    <a:pt x="572" y="3835"/>
                  </a:lnTo>
                  <a:cubicBezTo>
                    <a:pt x="560" y="3823"/>
                    <a:pt x="524" y="3811"/>
                    <a:pt x="512" y="3811"/>
                  </a:cubicBezTo>
                  <a:cubicBezTo>
                    <a:pt x="405" y="3775"/>
                    <a:pt x="369" y="3692"/>
                    <a:pt x="381" y="3597"/>
                  </a:cubicBezTo>
                  <a:cubicBezTo>
                    <a:pt x="381" y="3561"/>
                    <a:pt x="405" y="3454"/>
                    <a:pt x="572" y="3442"/>
                  </a:cubicBezTo>
                  <a:lnTo>
                    <a:pt x="667" y="3442"/>
                  </a:lnTo>
                  <a:cubicBezTo>
                    <a:pt x="726" y="3442"/>
                    <a:pt x="786" y="3418"/>
                    <a:pt x="810" y="3359"/>
                  </a:cubicBezTo>
                  <a:cubicBezTo>
                    <a:pt x="845" y="3323"/>
                    <a:pt x="857" y="3263"/>
                    <a:pt x="822" y="3204"/>
                  </a:cubicBezTo>
                  <a:cubicBezTo>
                    <a:pt x="798" y="3120"/>
                    <a:pt x="762" y="3037"/>
                    <a:pt x="762" y="2966"/>
                  </a:cubicBezTo>
                  <a:cubicBezTo>
                    <a:pt x="762" y="2620"/>
                    <a:pt x="1084" y="2347"/>
                    <a:pt x="1441" y="2347"/>
                  </a:cubicBezTo>
                  <a:lnTo>
                    <a:pt x="1500" y="2347"/>
                  </a:lnTo>
                  <a:cubicBezTo>
                    <a:pt x="1560" y="2347"/>
                    <a:pt x="1619" y="2335"/>
                    <a:pt x="1643" y="2275"/>
                  </a:cubicBezTo>
                  <a:cubicBezTo>
                    <a:pt x="1679" y="2227"/>
                    <a:pt x="1691" y="2168"/>
                    <a:pt x="1655" y="2108"/>
                  </a:cubicBezTo>
                  <a:cubicBezTo>
                    <a:pt x="1631" y="2037"/>
                    <a:pt x="1595" y="1954"/>
                    <a:pt x="1595" y="1870"/>
                  </a:cubicBezTo>
                  <a:cubicBezTo>
                    <a:pt x="1595" y="1537"/>
                    <a:pt x="1893" y="1263"/>
                    <a:pt x="2274" y="1263"/>
                  </a:cubicBezTo>
                  <a:lnTo>
                    <a:pt x="2357" y="1263"/>
                  </a:lnTo>
                  <a:cubicBezTo>
                    <a:pt x="2405" y="1263"/>
                    <a:pt x="2453" y="1251"/>
                    <a:pt x="2488" y="1215"/>
                  </a:cubicBezTo>
                  <a:cubicBezTo>
                    <a:pt x="2524" y="1192"/>
                    <a:pt x="2548" y="1144"/>
                    <a:pt x="2548" y="1096"/>
                  </a:cubicBezTo>
                  <a:cubicBezTo>
                    <a:pt x="2548" y="787"/>
                    <a:pt x="2834" y="549"/>
                    <a:pt x="3179" y="549"/>
                  </a:cubicBezTo>
                  <a:cubicBezTo>
                    <a:pt x="3239" y="549"/>
                    <a:pt x="3298" y="561"/>
                    <a:pt x="3358" y="584"/>
                  </a:cubicBezTo>
                  <a:cubicBezTo>
                    <a:pt x="3371" y="587"/>
                    <a:pt x="3385" y="589"/>
                    <a:pt x="3399" y="589"/>
                  </a:cubicBezTo>
                  <a:cubicBezTo>
                    <a:pt x="3448" y="589"/>
                    <a:pt x="3499" y="571"/>
                    <a:pt x="3536" y="525"/>
                  </a:cubicBezTo>
                  <a:cubicBezTo>
                    <a:pt x="3620" y="406"/>
                    <a:pt x="3762" y="322"/>
                    <a:pt x="3917" y="311"/>
                  </a:cubicBezTo>
                  <a:close/>
                  <a:moveTo>
                    <a:pt x="1072" y="3930"/>
                  </a:moveTo>
                  <a:cubicBezTo>
                    <a:pt x="1179" y="3930"/>
                    <a:pt x="1274" y="3954"/>
                    <a:pt x="1345" y="4001"/>
                  </a:cubicBezTo>
                  <a:cubicBezTo>
                    <a:pt x="1476" y="4085"/>
                    <a:pt x="1572" y="4228"/>
                    <a:pt x="1595" y="4382"/>
                  </a:cubicBezTo>
                  <a:lnTo>
                    <a:pt x="1595" y="4430"/>
                  </a:lnTo>
                  <a:lnTo>
                    <a:pt x="1607" y="4537"/>
                  </a:lnTo>
                  <a:lnTo>
                    <a:pt x="1607" y="4549"/>
                  </a:lnTo>
                  <a:lnTo>
                    <a:pt x="1762" y="5895"/>
                  </a:lnTo>
                  <a:cubicBezTo>
                    <a:pt x="1774" y="5978"/>
                    <a:pt x="1834" y="6037"/>
                    <a:pt x="1929" y="6037"/>
                  </a:cubicBezTo>
                  <a:lnTo>
                    <a:pt x="1941" y="6037"/>
                  </a:lnTo>
                  <a:cubicBezTo>
                    <a:pt x="2024" y="6026"/>
                    <a:pt x="2084" y="5954"/>
                    <a:pt x="2084" y="5859"/>
                  </a:cubicBezTo>
                  <a:lnTo>
                    <a:pt x="1941" y="4525"/>
                  </a:lnTo>
                  <a:lnTo>
                    <a:pt x="1941" y="4466"/>
                  </a:lnTo>
                  <a:lnTo>
                    <a:pt x="1941" y="4454"/>
                  </a:lnTo>
                  <a:lnTo>
                    <a:pt x="1941" y="4430"/>
                  </a:lnTo>
                  <a:lnTo>
                    <a:pt x="1941" y="4418"/>
                  </a:lnTo>
                  <a:lnTo>
                    <a:pt x="1941" y="4382"/>
                  </a:lnTo>
                  <a:lnTo>
                    <a:pt x="1941" y="4359"/>
                  </a:lnTo>
                  <a:lnTo>
                    <a:pt x="1941" y="4347"/>
                  </a:lnTo>
                  <a:lnTo>
                    <a:pt x="1941" y="4323"/>
                  </a:lnTo>
                  <a:lnTo>
                    <a:pt x="1941" y="4311"/>
                  </a:lnTo>
                  <a:cubicBezTo>
                    <a:pt x="1941" y="4311"/>
                    <a:pt x="1941" y="4299"/>
                    <a:pt x="1953" y="4299"/>
                  </a:cubicBezTo>
                  <a:cubicBezTo>
                    <a:pt x="1953" y="4299"/>
                    <a:pt x="1953" y="4287"/>
                    <a:pt x="1965" y="4287"/>
                  </a:cubicBezTo>
                  <a:lnTo>
                    <a:pt x="1965" y="4263"/>
                  </a:lnTo>
                  <a:cubicBezTo>
                    <a:pt x="1965" y="4263"/>
                    <a:pt x="1965" y="4252"/>
                    <a:pt x="1988" y="4252"/>
                  </a:cubicBezTo>
                  <a:cubicBezTo>
                    <a:pt x="1988" y="4252"/>
                    <a:pt x="1988" y="4240"/>
                    <a:pt x="2000" y="4240"/>
                  </a:cubicBezTo>
                  <a:lnTo>
                    <a:pt x="2000" y="4228"/>
                  </a:lnTo>
                  <a:cubicBezTo>
                    <a:pt x="2000" y="4228"/>
                    <a:pt x="2000" y="4204"/>
                    <a:pt x="2012" y="4204"/>
                  </a:cubicBezTo>
                  <a:lnTo>
                    <a:pt x="2024" y="4192"/>
                  </a:lnTo>
                  <a:cubicBezTo>
                    <a:pt x="2024" y="4192"/>
                    <a:pt x="2024" y="4180"/>
                    <a:pt x="2048" y="4180"/>
                  </a:cubicBezTo>
                  <a:lnTo>
                    <a:pt x="2060" y="4168"/>
                  </a:lnTo>
                  <a:lnTo>
                    <a:pt x="2072" y="4144"/>
                  </a:lnTo>
                  <a:lnTo>
                    <a:pt x="2084" y="4132"/>
                  </a:lnTo>
                  <a:cubicBezTo>
                    <a:pt x="2179" y="4049"/>
                    <a:pt x="2310" y="4001"/>
                    <a:pt x="2441" y="4001"/>
                  </a:cubicBezTo>
                  <a:lnTo>
                    <a:pt x="2465" y="4001"/>
                  </a:lnTo>
                  <a:cubicBezTo>
                    <a:pt x="2536" y="4001"/>
                    <a:pt x="2596" y="4013"/>
                    <a:pt x="2655" y="4049"/>
                  </a:cubicBezTo>
                  <a:cubicBezTo>
                    <a:pt x="2834" y="4121"/>
                    <a:pt x="2965" y="4299"/>
                    <a:pt x="2977" y="4502"/>
                  </a:cubicBezTo>
                  <a:lnTo>
                    <a:pt x="3012" y="5335"/>
                  </a:lnTo>
                  <a:cubicBezTo>
                    <a:pt x="3012" y="5423"/>
                    <a:pt x="3074" y="5491"/>
                    <a:pt x="3158" y="5491"/>
                  </a:cubicBezTo>
                  <a:cubicBezTo>
                    <a:pt x="3165" y="5491"/>
                    <a:pt x="3172" y="5491"/>
                    <a:pt x="3179" y="5490"/>
                  </a:cubicBezTo>
                  <a:cubicBezTo>
                    <a:pt x="3262" y="5490"/>
                    <a:pt x="3334" y="5418"/>
                    <a:pt x="3322" y="5323"/>
                  </a:cubicBezTo>
                  <a:lnTo>
                    <a:pt x="3298" y="4537"/>
                  </a:lnTo>
                  <a:lnTo>
                    <a:pt x="3298" y="4525"/>
                  </a:lnTo>
                  <a:lnTo>
                    <a:pt x="3298" y="4502"/>
                  </a:lnTo>
                  <a:lnTo>
                    <a:pt x="3298" y="4490"/>
                  </a:lnTo>
                  <a:lnTo>
                    <a:pt x="3298" y="4478"/>
                  </a:lnTo>
                  <a:lnTo>
                    <a:pt x="3298" y="4466"/>
                  </a:lnTo>
                  <a:lnTo>
                    <a:pt x="3298" y="4442"/>
                  </a:lnTo>
                  <a:lnTo>
                    <a:pt x="3298" y="4430"/>
                  </a:lnTo>
                  <a:lnTo>
                    <a:pt x="3298" y="4418"/>
                  </a:lnTo>
                  <a:lnTo>
                    <a:pt x="3298" y="4406"/>
                  </a:lnTo>
                  <a:lnTo>
                    <a:pt x="3298" y="4382"/>
                  </a:lnTo>
                  <a:lnTo>
                    <a:pt x="3298" y="4371"/>
                  </a:lnTo>
                  <a:lnTo>
                    <a:pt x="3298" y="4359"/>
                  </a:lnTo>
                  <a:lnTo>
                    <a:pt x="3298" y="4347"/>
                  </a:lnTo>
                  <a:lnTo>
                    <a:pt x="3298" y="4323"/>
                  </a:lnTo>
                  <a:lnTo>
                    <a:pt x="3298" y="4311"/>
                  </a:lnTo>
                  <a:lnTo>
                    <a:pt x="3298" y="4299"/>
                  </a:lnTo>
                  <a:lnTo>
                    <a:pt x="3298" y="4287"/>
                  </a:lnTo>
                  <a:lnTo>
                    <a:pt x="3298" y="4263"/>
                  </a:lnTo>
                  <a:lnTo>
                    <a:pt x="3298" y="4252"/>
                  </a:lnTo>
                  <a:lnTo>
                    <a:pt x="3298" y="4240"/>
                  </a:lnTo>
                  <a:lnTo>
                    <a:pt x="3298" y="4228"/>
                  </a:lnTo>
                  <a:lnTo>
                    <a:pt x="3298" y="4204"/>
                  </a:lnTo>
                  <a:lnTo>
                    <a:pt x="3298" y="4192"/>
                  </a:lnTo>
                  <a:lnTo>
                    <a:pt x="3298" y="4180"/>
                  </a:lnTo>
                  <a:cubicBezTo>
                    <a:pt x="3298" y="4180"/>
                    <a:pt x="3298" y="4168"/>
                    <a:pt x="3310" y="4168"/>
                  </a:cubicBezTo>
                  <a:lnTo>
                    <a:pt x="3310" y="4144"/>
                  </a:lnTo>
                  <a:cubicBezTo>
                    <a:pt x="3310" y="4144"/>
                    <a:pt x="3310" y="4132"/>
                    <a:pt x="3322" y="4132"/>
                  </a:cubicBezTo>
                  <a:lnTo>
                    <a:pt x="3322" y="4121"/>
                  </a:lnTo>
                  <a:lnTo>
                    <a:pt x="3334" y="4109"/>
                  </a:lnTo>
                  <a:lnTo>
                    <a:pt x="3358" y="4085"/>
                  </a:lnTo>
                  <a:cubicBezTo>
                    <a:pt x="3429" y="4001"/>
                    <a:pt x="3536" y="3954"/>
                    <a:pt x="3655" y="3942"/>
                  </a:cubicBezTo>
                  <a:lnTo>
                    <a:pt x="3739" y="3942"/>
                  </a:lnTo>
                  <a:cubicBezTo>
                    <a:pt x="3893" y="3942"/>
                    <a:pt x="4024" y="4001"/>
                    <a:pt x="4108" y="4109"/>
                  </a:cubicBezTo>
                  <a:cubicBezTo>
                    <a:pt x="4191" y="4180"/>
                    <a:pt x="4227" y="4287"/>
                    <a:pt x="4251" y="4382"/>
                  </a:cubicBezTo>
                  <a:lnTo>
                    <a:pt x="4251" y="4418"/>
                  </a:lnTo>
                  <a:lnTo>
                    <a:pt x="4251" y="4442"/>
                  </a:lnTo>
                  <a:lnTo>
                    <a:pt x="4251" y="4478"/>
                  </a:lnTo>
                  <a:lnTo>
                    <a:pt x="4251" y="4490"/>
                  </a:lnTo>
                  <a:lnTo>
                    <a:pt x="4215" y="5264"/>
                  </a:lnTo>
                  <a:cubicBezTo>
                    <a:pt x="4215" y="5359"/>
                    <a:pt x="4274" y="5430"/>
                    <a:pt x="4370" y="5430"/>
                  </a:cubicBezTo>
                  <a:cubicBezTo>
                    <a:pt x="4453" y="5430"/>
                    <a:pt x="4524" y="5371"/>
                    <a:pt x="4524" y="5275"/>
                  </a:cubicBezTo>
                  <a:lnTo>
                    <a:pt x="4560" y="4442"/>
                  </a:lnTo>
                  <a:cubicBezTo>
                    <a:pt x="4572" y="4168"/>
                    <a:pt x="4798" y="3942"/>
                    <a:pt x="5084" y="3942"/>
                  </a:cubicBezTo>
                  <a:lnTo>
                    <a:pt x="5096" y="3942"/>
                  </a:lnTo>
                  <a:cubicBezTo>
                    <a:pt x="5227" y="3942"/>
                    <a:pt x="5346" y="3990"/>
                    <a:pt x="5453" y="4073"/>
                  </a:cubicBezTo>
                  <a:lnTo>
                    <a:pt x="5465" y="4085"/>
                  </a:lnTo>
                  <a:lnTo>
                    <a:pt x="5477" y="4109"/>
                  </a:lnTo>
                  <a:lnTo>
                    <a:pt x="5501" y="4121"/>
                  </a:lnTo>
                  <a:cubicBezTo>
                    <a:pt x="5501" y="4121"/>
                    <a:pt x="5501" y="4132"/>
                    <a:pt x="5513" y="4132"/>
                  </a:cubicBezTo>
                  <a:lnTo>
                    <a:pt x="5525" y="4144"/>
                  </a:lnTo>
                  <a:cubicBezTo>
                    <a:pt x="5536" y="4168"/>
                    <a:pt x="5536" y="4180"/>
                    <a:pt x="5560" y="4192"/>
                  </a:cubicBezTo>
                  <a:cubicBezTo>
                    <a:pt x="5560" y="4204"/>
                    <a:pt x="5572" y="4204"/>
                    <a:pt x="5572" y="4228"/>
                  </a:cubicBezTo>
                  <a:cubicBezTo>
                    <a:pt x="5572" y="4228"/>
                    <a:pt x="5572" y="4240"/>
                    <a:pt x="5584" y="4240"/>
                  </a:cubicBezTo>
                  <a:lnTo>
                    <a:pt x="5584" y="4252"/>
                  </a:lnTo>
                  <a:lnTo>
                    <a:pt x="5584" y="4263"/>
                  </a:lnTo>
                  <a:lnTo>
                    <a:pt x="5584" y="4287"/>
                  </a:lnTo>
                  <a:lnTo>
                    <a:pt x="5584" y="4299"/>
                  </a:lnTo>
                  <a:lnTo>
                    <a:pt x="5584" y="4311"/>
                  </a:lnTo>
                  <a:lnTo>
                    <a:pt x="5584" y="4323"/>
                  </a:lnTo>
                  <a:lnTo>
                    <a:pt x="5584" y="4347"/>
                  </a:lnTo>
                  <a:lnTo>
                    <a:pt x="5584" y="4359"/>
                  </a:lnTo>
                  <a:lnTo>
                    <a:pt x="5584" y="4371"/>
                  </a:lnTo>
                  <a:lnTo>
                    <a:pt x="5584" y="4382"/>
                  </a:lnTo>
                  <a:lnTo>
                    <a:pt x="5584" y="4406"/>
                  </a:lnTo>
                  <a:lnTo>
                    <a:pt x="5584" y="4418"/>
                  </a:lnTo>
                  <a:lnTo>
                    <a:pt x="5584" y="4430"/>
                  </a:lnTo>
                  <a:lnTo>
                    <a:pt x="5584" y="4442"/>
                  </a:lnTo>
                  <a:lnTo>
                    <a:pt x="5584" y="4466"/>
                  </a:lnTo>
                  <a:lnTo>
                    <a:pt x="5584" y="4490"/>
                  </a:lnTo>
                  <a:lnTo>
                    <a:pt x="5584" y="4525"/>
                  </a:lnTo>
                  <a:lnTo>
                    <a:pt x="5441" y="5847"/>
                  </a:lnTo>
                  <a:cubicBezTo>
                    <a:pt x="5417" y="5930"/>
                    <a:pt x="5501" y="6014"/>
                    <a:pt x="5584" y="6026"/>
                  </a:cubicBezTo>
                  <a:lnTo>
                    <a:pt x="5596" y="6026"/>
                  </a:lnTo>
                  <a:cubicBezTo>
                    <a:pt x="5679" y="6026"/>
                    <a:pt x="5751" y="5966"/>
                    <a:pt x="5763" y="5871"/>
                  </a:cubicBezTo>
                  <a:lnTo>
                    <a:pt x="5917" y="4549"/>
                  </a:lnTo>
                  <a:lnTo>
                    <a:pt x="5929" y="4406"/>
                  </a:lnTo>
                  <a:cubicBezTo>
                    <a:pt x="5953" y="4132"/>
                    <a:pt x="6179" y="3942"/>
                    <a:pt x="6453" y="3942"/>
                  </a:cubicBezTo>
                  <a:lnTo>
                    <a:pt x="6513" y="3942"/>
                  </a:lnTo>
                  <a:cubicBezTo>
                    <a:pt x="6537" y="3942"/>
                    <a:pt x="6572" y="3942"/>
                    <a:pt x="6584" y="3954"/>
                  </a:cubicBezTo>
                  <a:cubicBezTo>
                    <a:pt x="6608" y="3954"/>
                    <a:pt x="6644" y="3966"/>
                    <a:pt x="6656" y="3990"/>
                  </a:cubicBezTo>
                  <a:cubicBezTo>
                    <a:pt x="6691" y="4001"/>
                    <a:pt x="6703" y="4013"/>
                    <a:pt x="6727" y="4025"/>
                  </a:cubicBezTo>
                  <a:cubicBezTo>
                    <a:pt x="6763" y="4049"/>
                    <a:pt x="6775" y="4061"/>
                    <a:pt x="6787" y="4073"/>
                  </a:cubicBezTo>
                  <a:lnTo>
                    <a:pt x="6822" y="4109"/>
                  </a:lnTo>
                  <a:lnTo>
                    <a:pt x="6846" y="4132"/>
                  </a:lnTo>
                  <a:lnTo>
                    <a:pt x="6870" y="4144"/>
                  </a:lnTo>
                  <a:cubicBezTo>
                    <a:pt x="6870" y="4168"/>
                    <a:pt x="6882" y="4168"/>
                    <a:pt x="6882" y="4180"/>
                  </a:cubicBezTo>
                  <a:lnTo>
                    <a:pt x="6882" y="4192"/>
                  </a:lnTo>
                  <a:cubicBezTo>
                    <a:pt x="6882" y="4204"/>
                    <a:pt x="6894" y="4204"/>
                    <a:pt x="6894" y="4228"/>
                  </a:cubicBezTo>
                  <a:lnTo>
                    <a:pt x="6894" y="4240"/>
                  </a:lnTo>
                  <a:cubicBezTo>
                    <a:pt x="6894" y="4252"/>
                    <a:pt x="6906" y="4252"/>
                    <a:pt x="6906" y="4263"/>
                  </a:cubicBezTo>
                  <a:cubicBezTo>
                    <a:pt x="6906" y="4287"/>
                    <a:pt x="6929" y="4299"/>
                    <a:pt x="6929" y="4299"/>
                  </a:cubicBezTo>
                  <a:lnTo>
                    <a:pt x="6929" y="4311"/>
                  </a:lnTo>
                  <a:cubicBezTo>
                    <a:pt x="6929" y="4323"/>
                    <a:pt x="6929" y="4347"/>
                    <a:pt x="6941" y="4347"/>
                  </a:cubicBezTo>
                  <a:cubicBezTo>
                    <a:pt x="7168" y="4406"/>
                    <a:pt x="7168" y="4490"/>
                    <a:pt x="7144" y="4573"/>
                  </a:cubicBezTo>
                  <a:lnTo>
                    <a:pt x="6048" y="10478"/>
                  </a:lnTo>
                  <a:cubicBezTo>
                    <a:pt x="6013" y="10609"/>
                    <a:pt x="5894" y="10717"/>
                    <a:pt x="5751" y="10717"/>
                  </a:cubicBezTo>
                  <a:lnTo>
                    <a:pt x="5394" y="10717"/>
                  </a:lnTo>
                  <a:lnTo>
                    <a:pt x="5572" y="9157"/>
                  </a:lnTo>
                  <a:cubicBezTo>
                    <a:pt x="5584" y="9062"/>
                    <a:pt x="5513" y="8990"/>
                    <a:pt x="5417" y="8978"/>
                  </a:cubicBezTo>
                  <a:cubicBezTo>
                    <a:pt x="5408" y="8975"/>
                    <a:pt x="5398" y="8974"/>
                    <a:pt x="5388" y="8974"/>
                  </a:cubicBezTo>
                  <a:cubicBezTo>
                    <a:pt x="5318" y="8974"/>
                    <a:pt x="5260" y="9048"/>
                    <a:pt x="5239" y="9121"/>
                  </a:cubicBezTo>
                  <a:lnTo>
                    <a:pt x="5060" y="10717"/>
                  </a:lnTo>
                  <a:lnTo>
                    <a:pt x="4465" y="10717"/>
                  </a:lnTo>
                  <a:lnTo>
                    <a:pt x="4513" y="9609"/>
                  </a:lnTo>
                  <a:cubicBezTo>
                    <a:pt x="4513" y="9526"/>
                    <a:pt x="4453" y="9455"/>
                    <a:pt x="4370" y="9455"/>
                  </a:cubicBezTo>
                  <a:cubicBezTo>
                    <a:pt x="4274" y="9455"/>
                    <a:pt x="4203" y="9514"/>
                    <a:pt x="4203" y="9597"/>
                  </a:cubicBezTo>
                  <a:lnTo>
                    <a:pt x="4155" y="10705"/>
                  </a:lnTo>
                  <a:lnTo>
                    <a:pt x="3560" y="10705"/>
                  </a:lnTo>
                  <a:lnTo>
                    <a:pt x="3512" y="9585"/>
                  </a:lnTo>
                  <a:cubicBezTo>
                    <a:pt x="3512" y="9497"/>
                    <a:pt x="3451" y="9429"/>
                    <a:pt x="3376" y="9429"/>
                  </a:cubicBezTo>
                  <a:cubicBezTo>
                    <a:pt x="3370" y="9429"/>
                    <a:pt x="3364" y="9430"/>
                    <a:pt x="3358" y="9431"/>
                  </a:cubicBezTo>
                  <a:cubicBezTo>
                    <a:pt x="3262" y="9431"/>
                    <a:pt x="3191" y="9514"/>
                    <a:pt x="3203" y="9597"/>
                  </a:cubicBezTo>
                  <a:lnTo>
                    <a:pt x="3250" y="10705"/>
                  </a:lnTo>
                  <a:lnTo>
                    <a:pt x="2655" y="10705"/>
                  </a:lnTo>
                  <a:lnTo>
                    <a:pt x="2477" y="9109"/>
                  </a:lnTo>
                  <a:cubicBezTo>
                    <a:pt x="2465" y="9014"/>
                    <a:pt x="2381" y="8954"/>
                    <a:pt x="2298" y="8954"/>
                  </a:cubicBezTo>
                  <a:cubicBezTo>
                    <a:pt x="2203" y="8978"/>
                    <a:pt x="2143" y="9050"/>
                    <a:pt x="2143" y="9133"/>
                  </a:cubicBezTo>
                  <a:lnTo>
                    <a:pt x="2322" y="10705"/>
                  </a:lnTo>
                  <a:lnTo>
                    <a:pt x="1965" y="10705"/>
                  </a:lnTo>
                  <a:cubicBezTo>
                    <a:pt x="1822" y="10705"/>
                    <a:pt x="1703" y="10598"/>
                    <a:pt x="1667" y="10455"/>
                  </a:cubicBezTo>
                  <a:lnTo>
                    <a:pt x="572" y="4549"/>
                  </a:lnTo>
                  <a:cubicBezTo>
                    <a:pt x="560" y="4478"/>
                    <a:pt x="560" y="4406"/>
                    <a:pt x="583" y="4335"/>
                  </a:cubicBezTo>
                  <a:cubicBezTo>
                    <a:pt x="583" y="4311"/>
                    <a:pt x="583" y="4299"/>
                    <a:pt x="595" y="4299"/>
                  </a:cubicBezTo>
                  <a:lnTo>
                    <a:pt x="595" y="4287"/>
                  </a:lnTo>
                  <a:cubicBezTo>
                    <a:pt x="595" y="4263"/>
                    <a:pt x="619" y="4252"/>
                    <a:pt x="619" y="4252"/>
                  </a:cubicBezTo>
                  <a:cubicBezTo>
                    <a:pt x="619" y="4240"/>
                    <a:pt x="631" y="4240"/>
                    <a:pt x="631" y="4228"/>
                  </a:cubicBezTo>
                  <a:lnTo>
                    <a:pt x="631" y="4204"/>
                  </a:lnTo>
                  <a:cubicBezTo>
                    <a:pt x="631" y="4192"/>
                    <a:pt x="643" y="4192"/>
                    <a:pt x="643" y="4180"/>
                  </a:cubicBezTo>
                  <a:lnTo>
                    <a:pt x="643" y="4168"/>
                  </a:lnTo>
                  <a:cubicBezTo>
                    <a:pt x="643" y="4144"/>
                    <a:pt x="655" y="4144"/>
                    <a:pt x="655" y="4132"/>
                  </a:cubicBezTo>
                  <a:lnTo>
                    <a:pt x="679" y="4121"/>
                  </a:lnTo>
                  <a:lnTo>
                    <a:pt x="703" y="4085"/>
                  </a:lnTo>
                  <a:lnTo>
                    <a:pt x="738" y="4061"/>
                  </a:lnTo>
                  <a:cubicBezTo>
                    <a:pt x="750" y="4049"/>
                    <a:pt x="774" y="4037"/>
                    <a:pt x="798" y="4013"/>
                  </a:cubicBezTo>
                  <a:cubicBezTo>
                    <a:pt x="822" y="4001"/>
                    <a:pt x="833" y="3990"/>
                    <a:pt x="869" y="3966"/>
                  </a:cubicBezTo>
                  <a:cubicBezTo>
                    <a:pt x="893" y="3954"/>
                    <a:pt x="917" y="3954"/>
                    <a:pt x="941" y="3942"/>
                  </a:cubicBezTo>
                  <a:cubicBezTo>
                    <a:pt x="976" y="3942"/>
                    <a:pt x="988" y="3930"/>
                    <a:pt x="1012" y="3930"/>
                  </a:cubicBezTo>
                  <a:close/>
                  <a:moveTo>
                    <a:pt x="3822" y="1"/>
                  </a:moveTo>
                  <a:cubicBezTo>
                    <a:pt x="3620" y="25"/>
                    <a:pt x="3429" y="120"/>
                    <a:pt x="3298" y="251"/>
                  </a:cubicBezTo>
                  <a:cubicBezTo>
                    <a:pt x="3250" y="239"/>
                    <a:pt x="3191" y="239"/>
                    <a:pt x="3143" y="239"/>
                  </a:cubicBezTo>
                  <a:cubicBezTo>
                    <a:pt x="2691" y="239"/>
                    <a:pt x="2298" y="549"/>
                    <a:pt x="2227" y="953"/>
                  </a:cubicBezTo>
                  <a:cubicBezTo>
                    <a:pt x="1691" y="965"/>
                    <a:pt x="1262" y="1382"/>
                    <a:pt x="1262" y="1870"/>
                  </a:cubicBezTo>
                  <a:cubicBezTo>
                    <a:pt x="1262" y="1930"/>
                    <a:pt x="1262" y="1977"/>
                    <a:pt x="1274" y="2037"/>
                  </a:cubicBezTo>
                  <a:cubicBezTo>
                    <a:pt x="798" y="2096"/>
                    <a:pt x="417" y="2489"/>
                    <a:pt x="417" y="2966"/>
                  </a:cubicBezTo>
                  <a:cubicBezTo>
                    <a:pt x="417" y="3013"/>
                    <a:pt x="417" y="3061"/>
                    <a:pt x="441" y="3120"/>
                  </a:cubicBezTo>
                  <a:cubicBezTo>
                    <a:pt x="250" y="3168"/>
                    <a:pt x="60" y="3299"/>
                    <a:pt x="36" y="3561"/>
                  </a:cubicBezTo>
                  <a:cubicBezTo>
                    <a:pt x="0" y="3751"/>
                    <a:pt x="95" y="3942"/>
                    <a:pt x="262" y="4049"/>
                  </a:cubicBezTo>
                  <a:lnTo>
                    <a:pt x="262" y="4121"/>
                  </a:lnTo>
                  <a:cubicBezTo>
                    <a:pt x="262" y="4192"/>
                    <a:pt x="274" y="4252"/>
                    <a:pt x="298" y="4311"/>
                  </a:cubicBezTo>
                  <a:cubicBezTo>
                    <a:pt x="286" y="4418"/>
                    <a:pt x="286" y="4525"/>
                    <a:pt x="298" y="4633"/>
                  </a:cubicBezTo>
                  <a:lnTo>
                    <a:pt x="1405" y="10538"/>
                  </a:lnTo>
                  <a:cubicBezTo>
                    <a:pt x="1465" y="10836"/>
                    <a:pt x="1715" y="11038"/>
                    <a:pt x="2012" y="11038"/>
                  </a:cubicBezTo>
                  <a:lnTo>
                    <a:pt x="5822" y="11038"/>
                  </a:lnTo>
                  <a:cubicBezTo>
                    <a:pt x="6120" y="11038"/>
                    <a:pt x="6370" y="10836"/>
                    <a:pt x="6429" y="10538"/>
                  </a:cubicBezTo>
                  <a:lnTo>
                    <a:pt x="7537" y="4633"/>
                  </a:lnTo>
                  <a:cubicBezTo>
                    <a:pt x="7549" y="4525"/>
                    <a:pt x="7549" y="4418"/>
                    <a:pt x="7537" y="4311"/>
                  </a:cubicBezTo>
                  <a:cubicBezTo>
                    <a:pt x="7561" y="4252"/>
                    <a:pt x="7584" y="4180"/>
                    <a:pt x="7584" y="4121"/>
                  </a:cubicBezTo>
                  <a:lnTo>
                    <a:pt x="7584" y="4049"/>
                  </a:lnTo>
                  <a:cubicBezTo>
                    <a:pt x="7656" y="3942"/>
                    <a:pt x="7739" y="3751"/>
                    <a:pt x="7727" y="3561"/>
                  </a:cubicBezTo>
                  <a:cubicBezTo>
                    <a:pt x="7703" y="3299"/>
                    <a:pt x="7525" y="3168"/>
                    <a:pt x="7334" y="3120"/>
                  </a:cubicBezTo>
                  <a:cubicBezTo>
                    <a:pt x="7346" y="3061"/>
                    <a:pt x="7346" y="3025"/>
                    <a:pt x="7346" y="2966"/>
                  </a:cubicBezTo>
                  <a:cubicBezTo>
                    <a:pt x="7346" y="2501"/>
                    <a:pt x="6965" y="2108"/>
                    <a:pt x="6489" y="2037"/>
                  </a:cubicBezTo>
                  <a:cubicBezTo>
                    <a:pt x="6513" y="1989"/>
                    <a:pt x="6513" y="1930"/>
                    <a:pt x="6513" y="1870"/>
                  </a:cubicBezTo>
                  <a:cubicBezTo>
                    <a:pt x="6513" y="1370"/>
                    <a:pt x="6072" y="965"/>
                    <a:pt x="5536" y="953"/>
                  </a:cubicBezTo>
                  <a:cubicBezTo>
                    <a:pt x="5455" y="545"/>
                    <a:pt x="5075" y="239"/>
                    <a:pt x="4633" y="239"/>
                  </a:cubicBezTo>
                  <a:cubicBezTo>
                    <a:pt x="4625" y="239"/>
                    <a:pt x="4616" y="239"/>
                    <a:pt x="4608" y="239"/>
                  </a:cubicBezTo>
                  <a:cubicBezTo>
                    <a:pt x="4560" y="239"/>
                    <a:pt x="4501" y="239"/>
                    <a:pt x="4453" y="251"/>
                  </a:cubicBezTo>
                  <a:cubicBezTo>
                    <a:pt x="4322" y="120"/>
                    <a:pt x="4143" y="25"/>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7" name="Google Shape;11857;p66"/>
          <p:cNvGrpSpPr/>
          <p:nvPr/>
        </p:nvGrpSpPr>
        <p:grpSpPr>
          <a:xfrm>
            <a:off x="6273204" y="1333558"/>
            <a:ext cx="236343" cy="351445"/>
            <a:chOff x="6273204" y="1509008"/>
            <a:chExt cx="236343" cy="351445"/>
          </a:xfrm>
        </p:grpSpPr>
        <p:sp>
          <p:nvSpPr>
            <p:cNvPr id="11858" name="Google Shape;11858;p66"/>
            <p:cNvSpPr/>
            <p:nvPr/>
          </p:nvSpPr>
          <p:spPr>
            <a:xfrm>
              <a:off x="6273204" y="1509008"/>
              <a:ext cx="236343" cy="351445"/>
            </a:xfrm>
            <a:custGeom>
              <a:avLst/>
              <a:gdLst/>
              <a:ahLst/>
              <a:cxnLst/>
              <a:rect l="l" t="t" r="r" b="b"/>
              <a:pathLst>
                <a:path w="7431" h="11050" extrusionOk="0">
                  <a:moveTo>
                    <a:pt x="5751" y="2417"/>
                  </a:moveTo>
                  <a:cubicBezTo>
                    <a:pt x="5787" y="2417"/>
                    <a:pt x="5835" y="2453"/>
                    <a:pt x="5847" y="2500"/>
                  </a:cubicBezTo>
                  <a:lnTo>
                    <a:pt x="5990" y="3000"/>
                  </a:lnTo>
                  <a:lnTo>
                    <a:pt x="1429" y="3000"/>
                  </a:lnTo>
                  <a:lnTo>
                    <a:pt x="1560" y="2500"/>
                  </a:lnTo>
                  <a:cubicBezTo>
                    <a:pt x="1584" y="2453"/>
                    <a:pt x="1620" y="2417"/>
                    <a:pt x="1668" y="2417"/>
                  </a:cubicBezTo>
                  <a:close/>
                  <a:moveTo>
                    <a:pt x="7085" y="3310"/>
                  </a:moveTo>
                  <a:lnTo>
                    <a:pt x="7085" y="3882"/>
                  </a:lnTo>
                  <a:lnTo>
                    <a:pt x="334" y="3882"/>
                  </a:lnTo>
                  <a:lnTo>
                    <a:pt x="334" y="3310"/>
                  </a:lnTo>
                  <a:close/>
                  <a:moveTo>
                    <a:pt x="5228" y="4191"/>
                  </a:moveTo>
                  <a:lnTo>
                    <a:pt x="5085" y="6001"/>
                  </a:lnTo>
                  <a:cubicBezTo>
                    <a:pt x="5085" y="6096"/>
                    <a:pt x="5144" y="6168"/>
                    <a:pt x="5239" y="6179"/>
                  </a:cubicBezTo>
                  <a:lnTo>
                    <a:pt x="5251" y="6179"/>
                  </a:lnTo>
                  <a:cubicBezTo>
                    <a:pt x="5347" y="6179"/>
                    <a:pt x="5406" y="6120"/>
                    <a:pt x="5418" y="6037"/>
                  </a:cubicBezTo>
                  <a:lnTo>
                    <a:pt x="5549" y="4203"/>
                  </a:lnTo>
                  <a:lnTo>
                    <a:pt x="6335" y="4203"/>
                  </a:lnTo>
                  <a:lnTo>
                    <a:pt x="5585" y="10382"/>
                  </a:lnTo>
                  <a:cubicBezTo>
                    <a:pt x="5549" y="10573"/>
                    <a:pt x="5394" y="10739"/>
                    <a:pt x="5192" y="10739"/>
                  </a:cubicBezTo>
                  <a:lnTo>
                    <a:pt x="5073" y="10739"/>
                  </a:lnTo>
                  <a:lnTo>
                    <a:pt x="5192" y="8954"/>
                  </a:lnTo>
                  <a:cubicBezTo>
                    <a:pt x="5192" y="8858"/>
                    <a:pt x="5132" y="8787"/>
                    <a:pt x="5049" y="8775"/>
                  </a:cubicBezTo>
                  <a:cubicBezTo>
                    <a:pt x="4954" y="8775"/>
                    <a:pt x="4882" y="8834"/>
                    <a:pt x="4870" y="8930"/>
                  </a:cubicBezTo>
                  <a:lnTo>
                    <a:pt x="4739" y="10739"/>
                  </a:lnTo>
                  <a:lnTo>
                    <a:pt x="4263" y="10739"/>
                  </a:lnTo>
                  <a:lnTo>
                    <a:pt x="4287" y="9358"/>
                  </a:lnTo>
                  <a:cubicBezTo>
                    <a:pt x="4287" y="9263"/>
                    <a:pt x="4216" y="9192"/>
                    <a:pt x="4120" y="9192"/>
                  </a:cubicBezTo>
                  <a:cubicBezTo>
                    <a:pt x="4037" y="9192"/>
                    <a:pt x="3965" y="9263"/>
                    <a:pt x="3965" y="9358"/>
                  </a:cubicBezTo>
                  <a:lnTo>
                    <a:pt x="3930" y="10739"/>
                  </a:lnTo>
                  <a:lnTo>
                    <a:pt x="3454" y="10739"/>
                  </a:lnTo>
                  <a:lnTo>
                    <a:pt x="3430" y="9358"/>
                  </a:lnTo>
                  <a:cubicBezTo>
                    <a:pt x="3430" y="9263"/>
                    <a:pt x="3346" y="9192"/>
                    <a:pt x="3263" y="9192"/>
                  </a:cubicBezTo>
                  <a:cubicBezTo>
                    <a:pt x="3168" y="9192"/>
                    <a:pt x="3096" y="9263"/>
                    <a:pt x="3096" y="9358"/>
                  </a:cubicBezTo>
                  <a:lnTo>
                    <a:pt x="3132" y="10739"/>
                  </a:lnTo>
                  <a:lnTo>
                    <a:pt x="2656" y="10739"/>
                  </a:lnTo>
                  <a:lnTo>
                    <a:pt x="2513" y="8930"/>
                  </a:lnTo>
                  <a:cubicBezTo>
                    <a:pt x="2513" y="8834"/>
                    <a:pt x="2430" y="8775"/>
                    <a:pt x="2334" y="8775"/>
                  </a:cubicBezTo>
                  <a:cubicBezTo>
                    <a:pt x="2251" y="8775"/>
                    <a:pt x="2180" y="8870"/>
                    <a:pt x="2191" y="8954"/>
                  </a:cubicBezTo>
                  <a:lnTo>
                    <a:pt x="2311" y="10739"/>
                  </a:lnTo>
                  <a:lnTo>
                    <a:pt x="2191" y="10739"/>
                  </a:lnTo>
                  <a:cubicBezTo>
                    <a:pt x="2001" y="10739"/>
                    <a:pt x="1822" y="10597"/>
                    <a:pt x="1799" y="10382"/>
                  </a:cubicBezTo>
                  <a:lnTo>
                    <a:pt x="1084" y="4203"/>
                  </a:lnTo>
                  <a:lnTo>
                    <a:pt x="1882" y="4203"/>
                  </a:lnTo>
                  <a:lnTo>
                    <a:pt x="2013" y="6048"/>
                  </a:lnTo>
                  <a:cubicBezTo>
                    <a:pt x="2013" y="6144"/>
                    <a:pt x="2084" y="6203"/>
                    <a:pt x="2180" y="6203"/>
                  </a:cubicBezTo>
                  <a:lnTo>
                    <a:pt x="2191" y="6203"/>
                  </a:lnTo>
                  <a:cubicBezTo>
                    <a:pt x="2275" y="6203"/>
                    <a:pt x="2358" y="6108"/>
                    <a:pt x="2334" y="6025"/>
                  </a:cubicBezTo>
                  <a:lnTo>
                    <a:pt x="2203" y="4191"/>
                  </a:lnTo>
                  <a:lnTo>
                    <a:pt x="2989" y="4191"/>
                  </a:lnTo>
                  <a:lnTo>
                    <a:pt x="3025" y="5560"/>
                  </a:lnTo>
                  <a:cubicBezTo>
                    <a:pt x="3025" y="5656"/>
                    <a:pt x="3096" y="5727"/>
                    <a:pt x="3192" y="5727"/>
                  </a:cubicBezTo>
                  <a:cubicBezTo>
                    <a:pt x="3275" y="5727"/>
                    <a:pt x="3346" y="5656"/>
                    <a:pt x="3346" y="5560"/>
                  </a:cubicBezTo>
                  <a:lnTo>
                    <a:pt x="3323" y="4203"/>
                  </a:lnTo>
                  <a:lnTo>
                    <a:pt x="4108" y="4203"/>
                  </a:lnTo>
                  <a:lnTo>
                    <a:pt x="4073" y="5548"/>
                  </a:lnTo>
                  <a:cubicBezTo>
                    <a:pt x="4073" y="5632"/>
                    <a:pt x="4156" y="5703"/>
                    <a:pt x="4239" y="5703"/>
                  </a:cubicBezTo>
                  <a:cubicBezTo>
                    <a:pt x="4335" y="5703"/>
                    <a:pt x="4406" y="5632"/>
                    <a:pt x="4406" y="5548"/>
                  </a:cubicBezTo>
                  <a:lnTo>
                    <a:pt x="4430" y="4191"/>
                  </a:lnTo>
                  <a:close/>
                  <a:moveTo>
                    <a:pt x="4108" y="0"/>
                  </a:moveTo>
                  <a:cubicBezTo>
                    <a:pt x="4037" y="0"/>
                    <a:pt x="3977" y="36"/>
                    <a:pt x="3942" y="119"/>
                  </a:cubicBezTo>
                  <a:lnTo>
                    <a:pt x="3442" y="2084"/>
                  </a:lnTo>
                  <a:lnTo>
                    <a:pt x="1656" y="2084"/>
                  </a:lnTo>
                  <a:cubicBezTo>
                    <a:pt x="1465" y="2084"/>
                    <a:pt x="1287" y="2215"/>
                    <a:pt x="1239" y="2405"/>
                  </a:cubicBezTo>
                  <a:lnTo>
                    <a:pt x="1084" y="3000"/>
                  </a:lnTo>
                  <a:lnTo>
                    <a:pt x="310" y="3000"/>
                  </a:lnTo>
                  <a:cubicBezTo>
                    <a:pt x="132" y="3000"/>
                    <a:pt x="1" y="3155"/>
                    <a:pt x="1" y="3310"/>
                  </a:cubicBezTo>
                  <a:lnTo>
                    <a:pt x="1" y="3893"/>
                  </a:lnTo>
                  <a:cubicBezTo>
                    <a:pt x="1" y="4072"/>
                    <a:pt x="155" y="4203"/>
                    <a:pt x="310" y="4203"/>
                  </a:cubicBezTo>
                  <a:lnTo>
                    <a:pt x="775" y="4203"/>
                  </a:lnTo>
                  <a:lnTo>
                    <a:pt x="1501" y="10418"/>
                  </a:lnTo>
                  <a:cubicBezTo>
                    <a:pt x="1549" y="10763"/>
                    <a:pt x="1846" y="11049"/>
                    <a:pt x="2215" y="11049"/>
                  </a:cubicBezTo>
                  <a:lnTo>
                    <a:pt x="5216" y="11049"/>
                  </a:lnTo>
                  <a:cubicBezTo>
                    <a:pt x="5585" y="11049"/>
                    <a:pt x="5882" y="10787"/>
                    <a:pt x="5918" y="10418"/>
                  </a:cubicBezTo>
                  <a:lnTo>
                    <a:pt x="6656" y="4203"/>
                  </a:lnTo>
                  <a:lnTo>
                    <a:pt x="7109" y="4203"/>
                  </a:lnTo>
                  <a:cubicBezTo>
                    <a:pt x="7299" y="4203"/>
                    <a:pt x="7430" y="4060"/>
                    <a:pt x="7430" y="3893"/>
                  </a:cubicBezTo>
                  <a:lnTo>
                    <a:pt x="7430" y="3310"/>
                  </a:lnTo>
                  <a:cubicBezTo>
                    <a:pt x="7418" y="3131"/>
                    <a:pt x="7264" y="3000"/>
                    <a:pt x="7085" y="3000"/>
                  </a:cubicBezTo>
                  <a:lnTo>
                    <a:pt x="6311" y="3000"/>
                  </a:lnTo>
                  <a:lnTo>
                    <a:pt x="6168" y="2405"/>
                  </a:lnTo>
                  <a:cubicBezTo>
                    <a:pt x="6121" y="2215"/>
                    <a:pt x="5942" y="2084"/>
                    <a:pt x="5751" y="2084"/>
                  </a:cubicBezTo>
                  <a:lnTo>
                    <a:pt x="3799" y="2084"/>
                  </a:lnTo>
                  <a:lnTo>
                    <a:pt x="4263" y="322"/>
                  </a:lnTo>
                  <a:lnTo>
                    <a:pt x="6001" y="322"/>
                  </a:lnTo>
                  <a:cubicBezTo>
                    <a:pt x="6085" y="322"/>
                    <a:pt x="6168" y="250"/>
                    <a:pt x="6168" y="155"/>
                  </a:cubicBezTo>
                  <a:cubicBezTo>
                    <a:pt x="6168" y="72"/>
                    <a:pt x="6085"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66"/>
            <p:cNvSpPr/>
            <p:nvPr/>
          </p:nvSpPr>
          <p:spPr>
            <a:xfrm>
              <a:off x="6330390" y="1703241"/>
              <a:ext cx="120064" cy="85237"/>
            </a:xfrm>
            <a:custGeom>
              <a:avLst/>
              <a:gdLst/>
              <a:ahLst/>
              <a:cxnLst/>
              <a:rect l="l" t="t" r="r" b="b"/>
              <a:pathLst>
                <a:path w="3775" h="2680" extrusionOk="0">
                  <a:moveTo>
                    <a:pt x="1894" y="334"/>
                  </a:moveTo>
                  <a:cubicBezTo>
                    <a:pt x="2310" y="334"/>
                    <a:pt x="2715" y="453"/>
                    <a:pt x="3013" y="644"/>
                  </a:cubicBezTo>
                  <a:cubicBezTo>
                    <a:pt x="3299" y="834"/>
                    <a:pt x="3441" y="1096"/>
                    <a:pt x="3441" y="1346"/>
                  </a:cubicBezTo>
                  <a:cubicBezTo>
                    <a:pt x="3441" y="1608"/>
                    <a:pt x="3299" y="1846"/>
                    <a:pt x="3013" y="2049"/>
                  </a:cubicBezTo>
                  <a:cubicBezTo>
                    <a:pt x="2715" y="2251"/>
                    <a:pt x="2310" y="2358"/>
                    <a:pt x="1894" y="2358"/>
                  </a:cubicBezTo>
                  <a:cubicBezTo>
                    <a:pt x="1477" y="2358"/>
                    <a:pt x="1072" y="2239"/>
                    <a:pt x="774" y="2049"/>
                  </a:cubicBezTo>
                  <a:cubicBezTo>
                    <a:pt x="501" y="1846"/>
                    <a:pt x="346" y="1596"/>
                    <a:pt x="346" y="1346"/>
                  </a:cubicBezTo>
                  <a:cubicBezTo>
                    <a:pt x="346" y="1073"/>
                    <a:pt x="501" y="834"/>
                    <a:pt x="774" y="644"/>
                  </a:cubicBezTo>
                  <a:cubicBezTo>
                    <a:pt x="1072" y="442"/>
                    <a:pt x="1477" y="334"/>
                    <a:pt x="1894" y="334"/>
                  </a:cubicBezTo>
                  <a:close/>
                  <a:moveTo>
                    <a:pt x="1882" y="1"/>
                  </a:moveTo>
                  <a:cubicBezTo>
                    <a:pt x="1394" y="1"/>
                    <a:pt x="929" y="144"/>
                    <a:pt x="572" y="382"/>
                  </a:cubicBezTo>
                  <a:cubicBezTo>
                    <a:pt x="203" y="632"/>
                    <a:pt x="1" y="977"/>
                    <a:pt x="1" y="1346"/>
                  </a:cubicBezTo>
                  <a:cubicBezTo>
                    <a:pt x="1" y="1715"/>
                    <a:pt x="215" y="2061"/>
                    <a:pt x="572" y="2311"/>
                  </a:cubicBezTo>
                  <a:cubicBezTo>
                    <a:pt x="929" y="2549"/>
                    <a:pt x="1394" y="2680"/>
                    <a:pt x="1882" y="2680"/>
                  </a:cubicBezTo>
                  <a:cubicBezTo>
                    <a:pt x="2370" y="2680"/>
                    <a:pt x="2834" y="2549"/>
                    <a:pt x="3191" y="2311"/>
                  </a:cubicBezTo>
                  <a:cubicBezTo>
                    <a:pt x="3561" y="2061"/>
                    <a:pt x="3751" y="1715"/>
                    <a:pt x="3751" y="1346"/>
                  </a:cubicBezTo>
                  <a:cubicBezTo>
                    <a:pt x="3775" y="977"/>
                    <a:pt x="3561" y="632"/>
                    <a:pt x="3191" y="382"/>
                  </a:cubicBezTo>
                  <a:cubicBezTo>
                    <a:pt x="2834" y="144"/>
                    <a:pt x="2370"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60" name="Google Shape;11860;p66"/>
          <p:cNvSpPr/>
          <p:nvPr/>
        </p:nvSpPr>
        <p:spPr>
          <a:xfrm>
            <a:off x="5809710" y="1334289"/>
            <a:ext cx="243913" cy="351445"/>
          </a:xfrm>
          <a:custGeom>
            <a:avLst/>
            <a:gdLst/>
            <a:ahLst/>
            <a:cxnLst/>
            <a:rect l="l" t="t" r="r" b="b"/>
            <a:pathLst>
              <a:path w="7669" h="11050" extrusionOk="0">
                <a:moveTo>
                  <a:pt x="1644" y="299"/>
                </a:moveTo>
                <a:lnTo>
                  <a:pt x="1501" y="1180"/>
                </a:lnTo>
                <a:lnTo>
                  <a:pt x="1012" y="1180"/>
                </a:lnTo>
                <a:lnTo>
                  <a:pt x="882" y="299"/>
                </a:lnTo>
                <a:close/>
                <a:moveTo>
                  <a:pt x="1691" y="1501"/>
                </a:moveTo>
                <a:lnTo>
                  <a:pt x="1691" y="1703"/>
                </a:lnTo>
                <a:lnTo>
                  <a:pt x="834" y="1703"/>
                </a:lnTo>
                <a:lnTo>
                  <a:pt x="834" y="1501"/>
                </a:lnTo>
                <a:close/>
                <a:moveTo>
                  <a:pt x="6579" y="3583"/>
                </a:moveTo>
                <a:cubicBezTo>
                  <a:pt x="6612" y="3583"/>
                  <a:pt x="6633" y="3589"/>
                  <a:pt x="6644" y="3597"/>
                </a:cubicBezTo>
                <a:cubicBezTo>
                  <a:pt x="6716" y="3680"/>
                  <a:pt x="6608" y="3870"/>
                  <a:pt x="6394" y="4144"/>
                </a:cubicBezTo>
                <a:cubicBezTo>
                  <a:pt x="6394" y="4144"/>
                  <a:pt x="6275" y="4287"/>
                  <a:pt x="6073" y="4525"/>
                </a:cubicBezTo>
                <a:lnTo>
                  <a:pt x="6073" y="3751"/>
                </a:lnTo>
                <a:lnTo>
                  <a:pt x="6061" y="3751"/>
                </a:lnTo>
                <a:cubicBezTo>
                  <a:pt x="6073" y="3739"/>
                  <a:pt x="6108" y="3739"/>
                  <a:pt x="6120" y="3728"/>
                </a:cubicBezTo>
                <a:cubicBezTo>
                  <a:pt x="6366" y="3613"/>
                  <a:pt x="6504" y="3583"/>
                  <a:pt x="6579" y="3583"/>
                </a:cubicBezTo>
                <a:close/>
                <a:moveTo>
                  <a:pt x="5751" y="3882"/>
                </a:moveTo>
                <a:lnTo>
                  <a:pt x="5751" y="4930"/>
                </a:lnTo>
                <a:cubicBezTo>
                  <a:pt x="5584" y="5132"/>
                  <a:pt x="5406" y="5359"/>
                  <a:pt x="5203" y="5609"/>
                </a:cubicBezTo>
                <a:lnTo>
                  <a:pt x="5203" y="3989"/>
                </a:lnTo>
                <a:cubicBezTo>
                  <a:pt x="5358" y="3989"/>
                  <a:pt x="5537" y="3966"/>
                  <a:pt x="5751" y="3882"/>
                </a:cubicBezTo>
                <a:close/>
                <a:moveTo>
                  <a:pt x="4322" y="3585"/>
                </a:moveTo>
                <a:cubicBezTo>
                  <a:pt x="4441" y="3739"/>
                  <a:pt x="4584" y="3859"/>
                  <a:pt x="4799" y="3930"/>
                </a:cubicBezTo>
                <a:cubicBezTo>
                  <a:pt x="4822" y="3942"/>
                  <a:pt x="4846" y="3942"/>
                  <a:pt x="4870" y="3966"/>
                </a:cubicBezTo>
                <a:lnTo>
                  <a:pt x="4870" y="6061"/>
                </a:lnTo>
                <a:cubicBezTo>
                  <a:pt x="4692" y="6299"/>
                  <a:pt x="4513" y="6537"/>
                  <a:pt x="4322" y="6787"/>
                </a:cubicBezTo>
                <a:lnTo>
                  <a:pt x="4322" y="3585"/>
                </a:lnTo>
                <a:close/>
                <a:moveTo>
                  <a:pt x="3453" y="2501"/>
                </a:moveTo>
                <a:cubicBezTo>
                  <a:pt x="3679" y="2608"/>
                  <a:pt x="3870" y="2775"/>
                  <a:pt x="4013" y="3025"/>
                </a:cubicBezTo>
                <a:lnTo>
                  <a:pt x="4013" y="7216"/>
                </a:lnTo>
                <a:cubicBezTo>
                  <a:pt x="3810" y="7466"/>
                  <a:pt x="3632" y="7740"/>
                  <a:pt x="3453" y="7990"/>
                </a:cubicBezTo>
                <a:lnTo>
                  <a:pt x="3453" y="2501"/>
                </a:lnTo>
                <a:close/>
                <a:moveTo>
                  <a:pt x="1691" y="8621"/>
                </a:moveTo>
                <a:lnTo>
                  <a:pt x="1691" y="8811"/>
                </a:lnTo>
                <a:lnTo>
                  <a:pt x="834" y="8811"/>
                </a:lnTo>
                <a:lnTo>
                  <a:pt x="834" y="8621"/>
                </a:lnTo>
                <a:close/>
                <a:moveTo>
                  <a:pt x="2584" y="2299"/>
                </a:moveTo>
                <a:cubicBezTo>
                  <a:pt x="2775" y="2311"/>
                  <a:pt x="2953" y="2323"/>
                  <a:pt x="3132" y="2370"/>
                </a:cubicBezTo>
                <a:lnTo>
                  <a:pt x="3132" y="8454"/>
                </a:lnTo>
                <a:lnTo>
                  <a:pt x="3132" y="8466"/>
                </a:lnTo>
                <a:cubicBezTo>
                  <a:pt x="2917" y="8788"/>
                  <a:pt x="2739" y="9097"/>
                  <a:pt x="2584" y="9383"/>
                </a:cubicBezTo>
                <a:lnTo>
                  <a:pt x="2584" y="2299"/>
                </a:lnTo>
                <a:close/>
                <a:moveTo>
                  <a:pt x="1513" y="9133"/>
                </a:moveTo>
                <a:lnTo>
                  <a:pt x="1644" y="9978"/>
                </a:lnTo>
                <a:lnTo>
                  <a:pt x="882" y="9978"/>
                </a:lnTo>
                <a:lnTo>
                  <a:pt x="1012" y="9133"/>
                </a:lnTo>
                <a:close/>
                <a:moveTo>
                  <a:pt x="2251" y="2299"/>
                </a:moveTo>
                <a:lnTo>
                  <a:pt x="2251" y="9978"/>
                </a:lnTo>
                <a:lnTo>
                  <a:pt x="1953" y="9978"/>
                </a:lnTo>
                <a:lnTo>
                  <a:pt x="1822" y="9121"/>
                </a:lnTo>
                <a:cubicBezTo>
                  <a:pt x="1917" y="9097"/>
                  <a:pt x="2001" y="9002"/>
                  <a:pt x="2001" y="8907"/>
                </a:cubicBezTo>
                <a:lnTo>
                  <a:pt x="2001" y="8526"/>
                </a:lnTo>
                <a:cubicBezTo>
                  <a:pt x="2001" y="8395"/>
                  <a:pt x="1894" y="8311"/>
                  <a:pt x="1774" y="8288"/>
                </a:cubicBezTo>
                <a:lnTo>
                  <a:pt x="1774" y="2299"/>
                </a:lnTo>
                <a:close/>
                <a:moveTo>
                  <a:pt x="4156" y="10300"/>
                </a:moveTo>
                <a:cubicBezTo>
                  <a:pt x="4168" y="10300"/>
                  <a:pt x="4191" y="10312"/>
                  <a:pt x="4191" y="10324"/>
                </a:cubicBezTo>
                <a:lnTo>
                  <a:pt x="4191" y="10669"/>
                </a:lnTo>
                <a:cubicBezTo>
                  <a:pt x="4191" y="10693"/>
                  <a:pt x="4168" y="10705"/>
                  <a:pt x="4156" y="10705"/>
                </a:cubicBezTo>
                <a:lnTo>
                  <a:pt x="346" y="10705"/>
                </a:lnTo>
                <a:cubicBezTo>
                  <a:pt x="334" y="10705"/>
                  <a:pt x="322" y="10681"/>
                  <a:pt x="322" y="10669"/>
                </a:cubicBezTo>
                <a:lnTo>
                  <a:pt x="322" y="10324"/>
                </a:lnTo>
                <a:cubicBezTo>
                  <a:pt x="322" y="10312"/>
                  <a:pt x="334" y="10300"/>
                  <a:pt x="346" y="10300"/>
                </a:cubicBezTo>
                <a:close/>
                <a:moveTo>
                  <a:pt x="703" y="1"/>
                </a:moveTo>
                <a:cubicBezTo>
                  <a:pt x="643" y="1"/>
                  <a:pt x="596" y="25"/>
                  <a:pt x="572" y="60"/>
                </a:cubicBezTo>
                <a:cubicBezTo>
                  <a:pt x="536" y="108"/>
                  <a:pt x="524" y="168"/>
                  <a:pt x="524" y="215"/>
                </a:cubicBezTo>
                <a:lnTo>
                  <a:pt x="691" y="1203"/>
                </a:lnTo>
                <a:cubicBezTo>
                  <a:pt x="584" y="1239"/>
                  <a:pt x="512" y="1322"/>
                  <a:pt x="512" y="1430"/>
                </a:cubicBezTo>
                <a:lnTo>
                  <a:pt x="512" y="1799"/>
                </a:lnTo>
                <a:cubicBezTo>
                  <a:pt x="512" y="1942"/>
                  <a:pt x="608" y="2025"/>
                  <a:pt x="727" y="2037"/>
                </a:cubicBezTo>
                <a:lnTo>
                  <a:pt x="727" y="2846"/>
                </a:lnTo>
                <a:cubicBezTo>
                  <a:pt x="727" y="2930"/>
                  <a:pt x="810" y="3013"/>
                  <a:pt x="893" y="3013"/>
                </a:cubicBezTo>
                <a:cubicBezTo>
                  <a:pt x="989" y="3013"/>
                  <a:pt x="1060" y="2930"/>
                  <a:pt x="1060" y="2846"/>
                </a:cubicBezTo>
                <a:lnTo>
                  <a:pt x="1060" y="2037"/>
                </a:lnTo>
                <a:lnTo>
                  <a:pt x="1441" y="2037"/>
                </a:lnTo>
                <a:lnTo>
                  <a:pt x="1441" y="8311"/>
                </a:lnTo>
                <a:lnTo>
                  <a:pt x="1060" y="8311"/>
                </a:lnTo>
                <a:lnTo>
                  <a:pt x="1060" y="3608"/>
                </a:lnTo>
                <a:cubicBezTo>
                  <a:pt x="1060" y="3513"/>
                  <a:pt x="989" y="3442"/>
                  <a:pt x="893" y="3442"/>
                </a:cubicBezTo>
                <a:cubicBezTo>
                  <a:pt x="810" y="3442"/>
                  <a:pt x="727" y="3513"/>
                  <a:pt x="727" y="3608"/>
                </a:cubicBezTo>
                <a:lnTo>
                  <a:pt x="727" y="8311"/>
                </a:lnTo>
                <a:cubicBezTo>
                  <a:pt x="608" y="8311"/>
                  <a:pt x="512" y="8407"/>
                  <a:pt x="512" y="8550"/>
                </a:cubicBezTo>
                <a:lnTo>
                  <a:pt x="512" y="8919"/>
                </a:lnTo>
                <a:cubicBezTo>
                  <a:pt x="512" y="9026"/>
                  <a:pt x="584" y="9109"/>
                  <a:pt x="691" y="9145"/>
                </a:cubicBezTo>
                <a:lnTo>
                  <a:pt x="548" y="9990"/>
                </a:lnTo>
                <a:lnTo>
                  <a:pt x="358" y="9990"/>
                </a:lnTo>
                <a:cubicBezTo>
                  <a:pt x="167" y="9990"/>
                  <a:pt x="0" y="10157"/>
                  <a:pt x="0" y="10347"/>
                </a:cubicBezTo>
                <a:lnTo>
                  <a:pt x="0" y="10693"/>
                </a:lnTo>
                <a:cubicBezTo>
                  <a:pt x="0" y="10883"/>
                  <a:pt x="167" y="11050"/>
                  <a:pt x="358" y="11050"/>
                </a:cubicBezTo>
                <a:lnTo>
                  <a:pt x="4168" y="11050"/>
                </a:lnTo>
                <a:cubicBezTo>
                  <a:pt x="4358" y="11050"/>
                  <a:pt x="4525" y="10883"/>
                  <a:pt x="4525" y="10693"/>
                </a:cubicBezTo>
                <a:lnTo>
                  <a:pt x="4525" y="10347"/>
                </a:lnTo>
                <a:cubicBezTo>
                  <a:pt x="4525" y="10157"/>
                  <a:pt x="4370" y="9990"/>
                  <a:pt x="4168" y="9990"/>
                </a:cubicBezTo>
                <a:lnTo>
                  <a:pt x="4108" y="9990"/>
                </a:lnTo>
                <a:cubicBezTo>
                  <a:pt x="4203" y="9585"/>
                  <a:pt x="4334" y="9216"/>
                  <a:pt x="4501" y="8823"/>
                </a:cubicBezTo>
                <a:cubicBezTo>
                  <a:pt x="4525" y="8740"/>
                  <a:pt x="4501" y="8645"/>
                  <a:pt x="4406" y="8621"/>
                </a:cubicBezTo>
                <a:cubicBezTo>
                  <a:pt x="4384" y="8612"/>
                  <a:pt x="4361" y="8607"/>
                  <a:pt x="4339" y="8607"/>
                </a:cubicBezTo>
                <a:cubicBezTo>
                  <a:pt x="4278" y="8607"/>
                  <a:pt x="4221" y="8643"/>
                  <a:pt x="4203" y="8704"/>
                </a:cubicBezTo>
                <a:cubicBezTo>
                  <a:pt x="4001" y="9157"/>
                  <a:pt x="3870" y="9562"/>
                  <a:pt x="3763" y="10002"/>
                </a:cubicBezTo>
                <a:lnTo>
                  <a:pt x="2632" y="10002"/>
                </a:lnTo>
                <a:cubicBezTo>
                  <a:pt x="2977" y="9288"/>
                  <a:pt x="3620" y="8323"/>
                  <a:pt x="4275" y="7395"/>
                </a:cubicBezTo>
                <a:cubicBezTo>
                  <a:pt x="4287" y="7383"/>
                  <a:pt x="4287" y="7383"/>
                  <a:pt x="4287" y="7371"/>
                </a:cubicBezTo>
                <a:cubicBezTo>
                  <a:pt x="5406" y="5835"/>
                  <a:pt x="6597" y="4406"/>
                  <a:pt x="6608" y="4394"/>
                </a:cubicBezTo>
                <a:cubicBezTo>
                  <a:pt x="6739" y="4228"/>
                  <a:pt x="7180" y="3739"/>
                  <a:pt x="6847" y="3406"/>
                </a:cubicBezTo>
                <a:cubicBezTo>
                  <a:pt x="6772" y="3336"/>
                  <a:pt x="6670" y="3301"/>
                  <a:pt x="6542" y="3301"/>
                </a:cubicBezTo>
                <a:cubicBezTo>
                  <a:pt x="6386" y="3301"/>
                  <a:pt x="6189" y="3354"/>
                  <a:pt x="5954" y="3466"/>
                </a:cubicBezTo>
                <a:cubicBezTo>
                  <a:pt x="5655" y="3619"/>
                  <a:pt x="5383" y="3696"/>
                  <a:pt x="5158" y="3696"/>
                </a:cubicBezTo>
                <a:cubicBezTo>
                  <a:pt x="5051" y="3696"/>
                  <a:pt x="4954" y="3679"/>
                  <a:pt x="4870" y="3644"/>
                </a:cubicBezTo>
                <a:cubicBezTo>
                  <a:pt x="4572" y="3549"/>
                  <a:pt x="4418" y="3251"/>
                  <a:pt x="4322" y="3013"/>
                </a:cubicBezTo>
                <a:cubicBezTo>
                  <a:pt x="4299" y="2989"/>
                  <a:pt x="4299" y="2977"/>
                  <a:pt x="4287" y="2966"/>
                </a:cubicBezTo>
                <a:cubicBezTo>
                  <a:pt x="3918" y="2192"/>
                  <a:pt x="3132" y="2025"/>
                  <a:pt x="2394" y="2001"/>
                </a:cubicBezTo>
                <a:lnTo>
                  <a:pt x="1894" y="2001"/>
                </a:lnTo>
                <a:lnTo>
                  <a:pt x="1905" y="1977"/>
                </a:lnTo>
                <a:lnTo>
                  <a:pt x="1917" y="1965"/>
                </a:lnTo>
                <a:cubicBezTo>
                  <a:pt x="1917" y="1965"/>
                  <a:pt x="1917" y="1954"/>
                  <a:pt x="1941" y="1954"/>
                </a:cubicBezTo>
                <a:lnTo>
                  <a:pt x="1941" y="1930"/>
                </a:lnTo>
                <a:lnTo>
                  <a:pt x="1941" y="1918"/>
                </a:lnTo>
                <a:lnTo>
                  <a:pt x="1941" y="1906"/>
                </a:lnTo>
                <a:lnTo>
                  <a:pt x="1941" y="1894"/>
                </a:lnTo>
                <a:lnTo>
                  <a:pt x="1941" y="1870"/>
                </a:lnTo>
                <a:lnTo>
                  <a:pt x="1941" y="1858"/>
                </a:lnTo>
                <a:lnTo>
                  <a:pt x="1941" y="1846"/>
                </a:lnTo>
                <a:lnTo>
                  <a:pt x="1941" y="1834"/>
                </a:lnTo>
                <a:lnTo>
                  <a:pt x="1941" y="1811"/>
                </a:lnTo>
                <a:lnTo>
                  <a:pt x="1941" y="1787"/>
                </a:lnTo>
                <a:lnTo>
                  <a:pt x="1941" y="1418"/>
                </a:lnTo>
                <a:lnTo>
                  <a:pt x="1941" y="1394"/>
                </a:lnTo>
                <a:lnTo>
                  <a:pt x="1941" y="1382"/>
                </a:lnTo>
                <a:lnTo>
                  <a:pt x="1941" y="1370"/>
                </a:lnTo>
                <a:lnTo>
                  <a:pt x="1941" y="1358"/>
                </a:lnTo>
                <a:lnTo>
                  <a:pt x="1941" y="1334"/>
                </a:lnTo>
                <a:lnTo>
                  <a:pt x="1941" y="1322"/>
                </a:lnTo>
                <a:cubicBezTo>
                  <a:pt x="1941" y="1322"/>
                  <a:pt x="1941" y="1311"/>
                  <a:pt x="1917" y="1311"/>
                </a:cubicBezTo>
                <a:cubicBezTo>
                  <a:pt x="1917" y="1311"/>
                  <a:pt x="1917" y="1299"/>
                  <a:pt x="1905" y="1299"/>
                </a:cubicBezTo>
                <a:cubicBezTo>
                  <a:pt x="1905" y="1299"/>
                  <a:pt x="1905" y="1275"/>
                  <a:pt x="1894" y="1275"/>
                </a:cubicBezTo>
                <a:lnTo>
                  <a:pt x="1882" y="1263"/>
                </a:lnTo>
                <a:lnTo>
                  <a:pt x="1858" y="1251"/>
                </a:lnTo>
                <a:cubicBezTo>
                  <a:pt x="1858" y="1251"/>
                  <a:pt x="1846" y="1251"/>
                  <a:pt x="1846" y="1239"/>
                </a:cubicBezTo>
                <a:lnTo>
                  <a:pt x="1834" y="1215"/>
                </a:lnTo>
                <a:lnTo>
                  <a:pt x="1786" y="1215"/>
                </a:lnTo>
                <a:lnTo>
                  <a:pt x="1822" y="1072"/>
                </a:lnTo>
                <a:lnTo>
                  <a:pt x="1834" y="965"/>
                </a:lnTo>
                <a:cubicBezTo>
                  <a:pt x="1994" y="962"/>
                  <a:pt x="2158" y="960"/>
                  <a:pt x="2316" y="960"/>
                </a:cubicBezTo>
                <a:cubicBezTo>
                  <a:pt x="2736" y="960"/>
                  <a:pt x="3120" y="976"/>
                  <a:pt x="3310" y="1037"/>
                </a:cubicBezTo>
                <a:cubicBezTo>
                  <a:pt x="3608" y="1144"/>
                  <a:pt x="4037" y="1394"/>
                  <a:pt x="4334" y="2049"/>
                </a:cubicBezTo>
                <a:cubicBezTo>
                  <a:pt x="4418" y="2263"/>
                  <a:pt x="4501" y="2454"/>
                  <a:pt x="4572" y="2620"/>
                </a:cubicBezTo>
                <a:cubicBezTo>
                  <a:pt x="4715" y="2989"/>
                  <a:pt x="4822" y="3227"/>
                  <a:pt x="4977" y="3323"/>
                </a:cubicBezTo>
                <a:cubicBezTo>
                  <a:pt x="5026" y="3349"/>
                  <a:pt x="5085" y="3362"/>
                  <a:pt x="5158" y="3362"/>
                </a:cubicBezTo>
                <a:cubicBezTo>
                  <a:pt x="5317" y="3362"/>
                  <a:pt x="5543" y="3299"/>
                  <a:pt x="5870" y="3168"/>
                </a:cubicBezTo>
                <a:cubicBezTo>
                  <a:pt x="6100" y="3082"/>
                  <a:pt x="6291" y="3042"/>
                  <a:pt x="6469" y="3042"/>
                </a:cubicBezTo>
                <a:cubicBezTo>
                  <a:pt x="6512" y="3042"/>
                  <a:pt x="6554" y="3044"/>
                  <a:pt x="6597" y="3049"/>
                </a:cubicBezTo>
                <a:cubicBezTo>
                  <a:pt x="6787" y="3085"/>
                  <a:pt x="6942" y="3168"/>
                  <a:pt x="7049" y="3323"/>
                </a:cubicBezTo>
                <a:cubicBezTo>
                  <a:pt x="7228" y="3620"/>
                  <a:pt x="7228" y="3870"/>
                  <a:pt x="6704" y="4585"/>
                </a:cubicBezTo>
                <a:cubicBezTo>
                  <a:pt x="5656" y="6037"/>
                  <a:pt x="4965" y="7145"/>
                  <a:pt x="4501" y="8002"/>
                </a:cubicBezTo>
                <a:cubicBezTo>
                  <a:pt x="4453" y="8085"/>
                  <a:pt x="4489" y="8180"/>
                  <a:pt x="4572" y="8228"/>
                </a:cubicBezTo>
                <a:cubicBezTo>
                  <a:pt x="4594" y="8243"/>
                  <a:pt x="4619" y="8249"/>
                  <a:pt x="4645" y="8249"/>
                </a:cubicBezTo>
                <a:cubicBezTo>
                  <a:pt x="4704" y="8249"/>
                  <a:pt x="4766" y="8215"/>
                  <a:pt x="4799" y="8157"/>
                </a:cubicBezTo>
                <a:cubicBezTo>
                  <a:pt x="5263" y="7288"/>
                  <a:pt x="5942" y="6216"/>
                  <a:pt x="6989" y="4763"/>
                </a:cubicBezTo>
                <a:cubicBezTo>
                  <a:pt x="7489" y="4061"/>
                  <a:pt x="7668" y="3632"/>
                  <a:pt x="7347" y="3108"/>
                </a:cubicBezTo>
                <a:cubicBezTo>
                  <a:pt x="7192" y="2894"/>
                  <a:pt x="6966" y="2739"/>
                  <a:pt x="6668" y="2692"/>
                </a:cubicBezTo>
                <a:cubicBezTo>
                  <a:pt x="6620" y="2685"/>
                  <a:pt x="6570" y="2681"/>
                  <a:pt x="6518" y="2681"/>
                </a:cubicBezTo>
                <a:cubicBezTo>
                  <a:pt x="6298" y="2681"/>
                  <a:pt x="6044" y="2741"/>
                  <a:pt x="5775" y="2846"/>
                </a:cubicBezTo>
                <a:cubicBezTo>
                  <a:pt x="5394" y="2999"/>
                  <a:pt x="5242" y="3014"/>
                  <a:pt x="5190" y="3014"/>
                </a:cubicBezTo>
                <a:cubicBezTo>
                  <a:pt x="5177" y="3014"/>
                  <a:pt x="5170" y="3013"/>
                  <a:pt x="5168" y="3013"/>
                </a:cubicBezTo>
                <a:cubicBezTo>
                  <a:pt x="5108" y="2966"/>
                  <a:pt x="4989" y="2680"/>
                  <a:pt x="4906" y="2477"/>
                </a:cubicBezTo>
                <a:cubicBezTo>
                  <a:pt x="4822" y="2311"/>
                  <a:pt x="4751" y="2120"/>
                  <a:pt x="4668" y="1906"/>
                </a:cubicBezTo>
                <a:cubicBezTo>
                  <a:pt x="4322" y="1144"/>
                  <a:pt x="3799" y="834"/>
                  <a:pt x="3441" y="715"/>
                </a:cubicBezTo>
                <a:cubicBezTo>
                  <a:pt x="3239" y="642"/>
                  <a:pt x="2905" y="619"/>
                  <a:pt x="2513" y="619"/>
                </a:cubicBezTo>
                <a:cubicBezTo>
                  <a:pt x="2329" y="619"/>
                  <a:pt x="2131" y="624"/>
                  <a:pt x="1929" y="632"/>
                </a:cubicBezTo>
                <a:lnTo>
                  <a:pt x="1989" y="215"/>
                </a:lnTo>
                <a:cubicBezTo>
                  <a:pt x="2001" y="156"/>
                  <a:pt x="1989" y="108"/>
                  <a:pt x="1941" y="60"/>
                </a:cubicBezTo>
                <a:cubicBezTo>
                  <a:pt x="1905" y="13"/>
                  <a:pt x="1846"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61" name="Google Shape;11861;p66"/>
          <p:cNvGrpSpPr/>
          <p:nvPr/>
        </p:nvGrpSpPr>
        <p:grpSpPr>
          <a:xfrm>
            <a:off x="7219530" y="1332794"/>
            <a:ext cx="191625" cy="352209"/>
            <a:chOff x="7219530" y="1508244"/>
            <a:chExt cx="191625" cy="352209"/>
          </a:xfrm>
        </p:grpSpPr>
        <p:sp>
          <p:nvSpPr>
            <p:cNvPr id="11862" name="Google Shape;11862;p66"/>
            <p:cNvSpPr/>
            <p:nvPr/>
          </p:nvSpPr>
          <p:spPr>
            <a:xfrm>
              <a:off x="7219530" y="1508244"/>
              <a:ext cx="191625" cy="352209"/>
            </a:xfrm>
            <a:custGeom>
              <a:avLst/>
              <a:gdLst/>
              <a:ahLst/>
              <a:cxnLst/>
              <a:rect l="l" t="t" r="r" b="b"/>
              <a:pathLst>
                <a:path w="6025" h="11074" extrusionOk="0">
                  <a:moveTo>
                    <a:pt x="4453" y="357"/>
                  </a:moveTo>
                  <a:cubicBezTo>
                    <a:pt x="4572" y="357"/>
                    <a:pt x="4656" y="453"/>
                    <a:pt x="4656" y="572"/>
                  </a:cubicBezTo>
                  <a:cubicBezTo>
                    <a:pt x="4656" y="691"/>
                    <a:pt x="4572" y="774"/>
                    <a:pt x="4453" y="774"/>
                  </a:cubicBezTo>
                  <a:lnTo>
                    <a:pt x="524" y="774"/>
                  </a:lnTo>
                  <a:cubicBezTo>
                    <a:pt x="405" y="774"/>
                    <a:pt x="310" y="691"/>
                    <a:pt x="310" y="572"/>
                  </a:cubicBezTo>
                  <a:cubicBezTo>
                    <a:pt x="310" y="453"/>
                    <a:pt x="393" y="357"/>
                    <a:pt x="524" y="357"/>
                  </a:cubicBezTo>
                  <a:close/>
                  <a:moveTo>
                    <a:pt x="3858" y="1108"/>
                  </a:moveTo>
                  <a:cubicBezTo>
                    <a:pt x="3382" y="1691"/>
                    <a:pt x="2763" y="2584"/>
                    <a:pt x="2739" y="3477"/>
                  </a:cubicBezTo>
                  <a:lnTo>
                    <a:pt x="2739" y="3501"/>
                  </a:lnTo>
                  <a:lnTo>
                    <a:pt x="2739" y="4263"/>
                  </a:lnTo>
                  <a:lnTo>
                    <a:pt x="2215" y="4263"/>
                  </a:lnTo>
                  <a:lnTo>
                    <a:pt x="2215" y="3501"/>
                  </a:lnTo>
                  <a:cubicBezTo>
                    <a:pt x="2203" y="2596"/>
                    <a:pt x="1608" y="1691"/>
                    <a:pt x="1120" y="1108"/>
                  </a:cubicBezTo>
                  <a:close/>
                  <a:moveTo>
                    <a:pt x="5489" y="4584"/>
                  </a:moveTo>
                  <a:cubicBezTo>
                    <a:pt x="5596" y="4584"/>
                    <a:pt x="5680" y="4679"/>
                    <a:pt x="5680" y="4787"/>
                  </a:cubicBezTo>
                  <a:cubicBezTo>
                    <a:pt x="5680" y="4882"/>
                    <a:pt x="5596" y="4977"/>
                    <a:pt x="5489" y="4977"/>
                  </a:cubicBezTo>
                  <a:lnTo>
                    <a:pt x="1679" y="4977"/>
                  </a:lnTo>
                  <a:lnTo>
                    <a:pt x="1679" y="4584"/>
                  </a:lnTo>
                  <a:close/>
                  <a:moveTo>
                    <a:pt x="2739" y="5287"/>
                  </a:moveTo>
                  <a:lnTo>
                    <a:pt x="2739" y="5787"/>
                  </a:lnTo>
                  <a:lnTo>
                    <a:pt x="2215" y="5787"/>
                  </a:lnTo>
                  <a:lnTo>
                    <a:pt x="2215" y="5287"/>
                  </a:lnTo>
                  <a:close/>
                  <a:moveTo>
                    <a:pt x="4287" y="5287"/>
                  </a:moveTo>
                  <a:lnTo>
                    <a:pt x="4287" y="5787"/>
                  </a:lnTo>
                  <a:lnTo>
                    <a:pt x="3060" y="5787"/>
                  </a:lnTo>
                  <a:lnTo>
                    <a:pt x="3060" y="5287"/>
                  </a:lnTo>
                  <a:close/>
                  <a:moveTo>
                    <a:pt x="5108" y="5287"/>
                  </a:moveTo>
                  <a:lnTo>
                    <a:pt x="5108" y="5787"/>
                  </a:lnTo>
                  <a:lnTo>
                    <a:pt x="4608" y="5787"/>
                  </a:lnTo>
                  <a:lnTo>
                    <a:pt x="4608" y="5287"/>
                  </a:lnTo>
                  <a:close/>
                  <a:moveTo>
                    <a:pt x="5489" y="6120"/>
                  </a:moveTo>
                  <a:cubicBezTo>
                    <a:pt x="5596" y="6120"/>
                    <a:pt x="5680" y="6215"/>
                    <a:pt x="5680" y="6311"/>
                  </a:cubicBezTo>
                  <a:cubicBezTo>
                    <a:pt x="5680" y="6418"/>
                    <a:pt x="5596" y="6513"/>
                    <a:pt x="5489" y="6513"/>
                  </a:cubicBezTo>
                  <a:lnTo>
                    <a:pt x="1679" y="6513"/>
                  </a:lnTo>
                  <a:lnTo>
                    <a:pt x="1679" y="6120"/>
                  </a:lnTo>
                  <a:close/>
                  <a:moveTo>
                    <a:pt x="2739" y="6834"/>
                  </a:moveTo>
                  <a:lnTo>
                    <a:pt x="2739" y="7346"/>
                  </a:lnTo>
                  <a:lnTo>
                    <a:pt x="2215" y="7346"/>
                  </a:lnTo>
                  <a:lnTo>
                    <a:pt x="2215" y="6834"/>
                  </a:lnTo>
                  <a:close/>
                  <a:moveTo>
                    <a:pt x="4287" y="6834"/>
                  </a:moveTo>
                  <a:lnTo>
                    <a:pt x="4287" y="7346"/>
                  </a:lnTo>
                  <a:lnTo>
                    <a:pt x="3060" y="7346"/>
                  </a:lnTo>
                  <a:lnTo>
                    <a:pt x="3060" y="6834"/>
                  </a:lnTo>
                  <a:close/>
                  <a:moveTo>
                    <a:pt x="5108" y="6834"/>
                  </a:moveTo>
                  <a:lnTo>
                    <a:pt x="5108" y="7346"/>
                  </a:lnTo>
                  <a:lnTo>
                    <a:pt x="4608" y="7346"/>
                  </a:lnTo>
                  <a:lnTo>
                    <a:pt x="4608" y="6834"/>
                  </a:lnTo>
                  <a:close/>
                  <a:moveTo>
                    <a:pt x="5489" y="7656"/>
                  </a:moveTo>
                  <a:cubicBezTo>
                    <a:pt x="5596" y="7656"/>
                    <a:pt x="5680" y="7739"/>
                    <a:pt x="5680" y="7846"/>
                  </a:cubicBezTo>
                  <a:cubicBezTo>
                    <a:pt x="5680" y="7954"/>
                    <a:pt x="5596" y="8037"/>
                    <a:pt x="5489" y="8037"/>
                  </a:cubicBezTo>
                  <a:lnTo>
                    <a:pt x="1679" y="8037"/>
                  </a:lnTo>
                  <a:lnTo>
                    <a:pt x="1679" y="7656"/>
                  </a:lnTo>
                  <a:close/>
                  <a:moveTo>
                    <a:pt x="2751" y="8370"/>
                  </a:moveTo>
                  <a:lnTo>
                    <a:pt x="2751" y="10001"/>
                  </a:lnTo>
                  <a:lnTo>
                    <a:pt x="2227" y="10001"/>
                  </a:lnTo>
                  <a:lnTo>
                    <a:pt x="2227" y="8370"/>
                  </a:lnTo>
                  <a:close/>
                  <a:moveTo>
                    <a:pt x="2917" y="10335"/>
                  </a:moveTo>
                  <a:lnTo>
                    <a:pt x="3060" y="10752"/>
                  </a:lnTo>
                  <a:lnTo>
                    <a:pt x="1894" y="10752"/>
                  </a:lnTo>
                  <a:lnTo>
                    <a:pt x="2024" y="10335"/>
                  </a:lnTo>
                  <a:close/>
                  <a:moveTo>
                    <a:pt x="536" y="0"/>
                  </a:moveTo>
                  <a:cubicBezTo>
                    <a:pt x="239" y="0"/>
                    <a:pt x="0" y="238"/>
                    <a:pt x="0" y="536"/>
                  </a:cubicBezTo>
                  <a:cubicBezTo>
                    <a:pt x="0" y="834"/>
                    <a:pt x="239" y="1072"/>
                    <a:pt x="536" y="1072"/>
                  </a:cubicBezTo>
                  <a:lnTo>
                    <a:pt x="715" y="1072"/>
                  </a:lnTo>
                  <a:cubicBezTo>
                    <a:pt x="1739" y="2239"/>
                    <a:pt x="1917" y="3072"/>
                    <a:pt x="1917" y="3477"/>
                  </a:cubicBezTo>
                  <a:lnTo>
                    <a:pt x="1917" y="4227"/>
                  </a:lnTo>
                  <a:lnTo>
                    <a:pt x="1620" y="4227"/>
                  </a:lnTo>
                  <a:cubicBezTo>
                    <a:pt x="1489" y="4227"/>
                    <a:pt x="1370" y="4346"/>
                    <a:pt x="1370" y="4489"/>
                  </a:cubicBezTo>
                  <a:lnTo>
                    <a:pt x="1370" y="4584"/>
                  </a:lnTo>
                  <a:lnTo>
                    <a:pt x="1155" y="4584"/>
                  </a:lnTo>
                  <a:lnTo>
                    <a:pt x="1155" y="4370"/>
                  </a:lnTo>
                  <a:cubicBezTo>
                    <a:pt x="1155" y="4275"/>
                    <a:pt x="1084" y="4203"/>
                    <a:pt x="989" y="4203"/>
                  </a:cubicBezTo>
                  <a:cubicBezTo>
                    <a:pt x="905" y="4203"/>
                    <a:pt x="834" y="4275"/>
                    <a:pt x="834" y="4370"/>
                  </a:cubicBezTo>
                  <a:lnTo>
                    <a:pt x="834" y="5144"/>
                  </a:lnTo>
                  <a:cubicBezTo>
                    <a:pt x="834" y="5227"/>
                    <a:pt x="905" y="5299"/>
                    <a:pt x="989" y="5299"/>
                  </a:cubicBezTo>
                  <a:cubicBezTo>
                    <a:pt x="1084" y="5299"/>
                    <a:pt x="1155" y="5227"/>
                    <a:pt x="1155" y="5144"/>
                  </a:cubicBezTo>
                  <a:lnTo>
                    <a:pt x="1155" y="4918"/>
                  </a:lnTo>
                  <a:lnTo>
                    <a:pt x="1370" y="4918"/>
                  </a:lnTo>
                  <a:lnTo>
                    <a:pt x="1370" y="5025"/>
                  </a:lnTo>
                  <a:cubicBezTo>
                    <a:pt x="1370" y="5156"/>
                    <a:pt x="1489" y="5275"/>
                    <a:pt x="1620" y="5275"/>
                  </a:cubicBezTo>
                  <a:lnTo>
                    <a:pt x="1917" y="5275"/>
                  </a:lnTo>
                  <a:lnTo>
                    <a:pt x="1917" y="5775"/>
                  </a:lnTo>
                  <a:lnTo>
                    <a:pt x="1620" y="5775"/>
                  </a:lnTo>
                  <a:cubicBezTo>
                    <a:pt x="1489" y="5775"/>
                    <a:pt x="1370" y="5894"/>
                    <a:pt x="1370" y="6037"/>
                  </a:cubicBezTo>
                  <a:lnTo>
                    <a:pt x="1370" y="6156"/>
                  </a:lnTo>
                  <a:lnTo>
                    <a:pt x="1155" y="6156"/>
                  </a:lnTo>
                  <a:lnTo>
                    <a:pt x="1155" y="5930"/>
                  </a:lnTo>
                  <a:cubicBezTo>
                    <a:pt x="1155" y="5834"/>
                    <a:pt x="1084" y="5763"/>
                    <a:pt x="989" y="5763"/>
                  </a:cubicBezTo>
                  <a:cubicBezTo>
                    <a:pt x="905" y="5763"/>
                    <a:pt x="834" y="5834"/>
                    <a:pt x="834" y="5930"/>
                  </a:cubicBezTo>
                  <a:lnTo>
                    <a:pt x="834" y="6703"/>
                  </a:lnTo>
                  <a:cubicBezTo>
                    <a:pt x="834" y="6787"/>
                    <a:pt x="905" y="6870"/>
                    <a:pt x="989" y="6870"/>
                  </a:cubicBezTo>
                  <a:cubicBezTo>
                    <a:pt x="1084" y="6870"/>
                    <a:pt x="1155" y="6787"/>
                    <a:pt x="1155" y="6703"/>
                  </a:cubicBezTo>
                  <a:lnTo>
                    <a:pt x="1155" y="6477"/>
                  </a:lnTo>
                  <a:lnTo>
                    <a:pt x="1370" y="6477"/>
                  </a:lnTo>
                  <a:lnTo>
                    <a:pt x="1370" y="6573"/>
                  </a:lnTo>
                  <a:cubicBezTo>
                    <a:pt x="1370" y="6703"/>
                    <a:pt x="1489" y="6823"/>
                    <a:pt x="1620" y="6823"/>
                  </a:cubicBezTo>
                  <a:lnTo>
                    <a:pt x="1917" y="6823"/>
                  </a:lnTo>
                  <a:lnTo>
                    <a:pt x="1917" y="7323"/>
                  </a:lnTo>
                  <a:lnTo>
                    <a:pt x="1620" y="7323"/>
                  </a:lnTo>
                  <a:cubicBezTo>
                    <a:pt x="1489" y="7323"/>
                    <a:pt x="1370" y="7442"/>
                    <a:pt x="1370" y="7585"/>
                  </a:cubicBezTo>
                  <a:lnTo>
                    <a:pt x="1370" y="7680"/>
                  </a:lnTo>
                  <a:lnTo>
                    <a:pt x="1155" y="7680"/>
                  </a:lnTo>
                  <a:lnTo>
                    <a:pt x="1155" y="7465"/>
                  </a:lnTo>
                  <a:cubicBezTo>
                    <a:pt x="1155" y="7370"/>
                    <a:pt x="1084" y="7299"/>
                    <a:pt x="989" y="7299"/>
                  </a:cubicBezTo>
                  <a:cubicBezTo>
                    <a:pt x="905" y="7299"/>
                    <a:pt x="834" y="7370"/>
                    <a:pt x="834" y="7465"/>
                  </a:cubicBezTo>
                  <a:lnTo>
                    <a:pt x="834" y="8239"/>
                  </a:lnTo>
                  <a:cubicBezTo>
                    <a:pt x="834" y="8323"/>
                    <a:pt x="905" y="8394"/>
                    <a:pt x="989" y="8394"/>
                  </a:cubicBezTo>
                  <a:cubicBezTo>
                    <a:pt x="1084" y="8394"/>
                    <a:pt x="1155" y="8323"/>
                    <a:pt x="1155" y="8239"/>
                  </a:cubicBezTo>
                  <a:lnTo>
                    <a:pt x="1155" y="8013"/>
                  </a:lnTo>
                  <a:lnTo>
                    <a:pt x="1370" y="8013"/>
                  </a:lnTo>
                  <a:lnTo>
                    <a:pt x="1370" y="8108"/>
                  </a:lnTo>
                  <a:cubicBezTo>
                    <a:pt x="1370" y="8251"/>
                    <a:pt x="1489" y="8370"/>
                    <a:pt x="1620" y="8370"/>
                  </a:cubicBezTo>
                  <a:lnTo>
                    <a:pt x="1917" y="8370"/>
                  </a:lnTo>
                  <a:lnTo>
                    <a:pt x="1917" y="10025"/>
                  </a:lnTo>
                  <a:cubicBezTo>
                    <a:pt x="1846" y="10049"/>
                    <a:pt x="1786" y="10109"/>
                    <a:pt x="1763" y="10180"/>
                  </a:cubicBezTo>
                  <a:lnTo>
                    <a:pt x="1572" y="10752"/>
                  </a:lnTo>
                  <a:cubicBezTo>
                    <a:pt x="1548" y="10823"/>
                    <a:pt x="1560" y="10918"/>
                    <a:pt x="1608" y="10978"/>
                  </a:cubicBezTo>
                  <a:cubicBezTo>
                    <a:pt x="1655" y="11037"/>
                    <a:pt x="1727" y="11073"/>
                    <a:pt x="1810" y="11073"/>
                  </a:cubicBezTo>
                  <a:lnTo>
                    <a:pt x="3179" y="11073"/>
                  </a:lnTo>
                  <a:cubicBezTo>
                    <a:pt x="3263" y="11073"/>
                    <a:pt x="3346" y="11037"/>
                    <a:pt x="3394" y="10978"/>
                  </a:cubicBezTo>
                  <a:cubicBezTo>
                    <a:pt x="3441" y="10918"/>
                    <a:pt x="3453" y="10823"/>
                    <a:pt x="3418" y="10752"/>
                  </a:cubicBezTo>
                  <a:lnTo>
                    <a:pt x="3227" y="10180"/>
                  </a:lnTo>
                  <a:cubicBezTo>
                    <a:pt x="3203" y="10109"/>
                    <a:pt x="3144" y="10049"/>
                    <a:pt x="3084" y="10025"/>
                  </a:cubicBezTo>
                  <a:lnTo>
                    <a:pt x="3084" y="8370"/>
                  </a:lnTo>
                  <a:lnTo>
                    <a:pt x="4239" y="8370"/>
                  </a:lnTo>
                  <a:cubicBezTo>
                    <a:pt x="4156" y="8585"/>
                    <a:pt x="3929" y="8739"/>
                    <a:pt x="3679" y="8739"/>
                  </a:cubicBezTo>
                  <a:cubicBezTo>
                    <a:pt x="3584" y="8739"/>
                    <a:pt x="3513" y="8811"/>
                    <a:pt x="3513" y="8906"/>
                  </a:cubicBezTo>
                  <a:cubicBezTo>
                    <a:pt x="3513" y="8989"/>
                    <a:pt x="3584" y="9073"/>
                    <a:pt x="3679" y="9073"/>
                  </a:cubicBezTo>
                  <a:cubicBezTo>
                    <a:pt x="4108" y="9073"/>
                    <a:pt x="4477" y="8775"/>
                    <a:pt x="4584" y="8370"/>
                  </a:cubicBezTo>
                  <a:lnTo>
                    <a:pt x="5084" y="8370"/>
                  </a:lnTo>
                  <a:cubicBezTo>
                    <a:pt x="4965" y="9037"/>
                    <a:pt x="4394" y="9561"/>
                    <a:pt x="3679" y="9561"/>
                  </a:cubicBezTo>
                  <a:cubicBezTo>
                    <a:pt x="3584" y="9561"/>
                    <a:pt x="3513" y="9632"/>
                    <a:pt x="3513" y="9728"/>
                  </a:cubicBezTo>
                  <a:cubicBezTo>
                    <a:pt x="3513" y="9811"/>
                    <a:pt x="3584" y="9882"/>
                    <a:pt x="3679" y="9882"/>
                  </a:cubicBezTo>
                  <a:cubicBezTo>
                    <a:pt x="4549" y="9882"/>
                    <a:pt x="5299" y="9228"/>
                    <a:pt x="5418" y="8382"/>
                  </a:cubicBezTo>
                  <a:lnTo>
                    <a:pt x="5501" y="8382"/>
                  </a:lnTo>
                  <a:cubicBezTo>
                    <a:pt x="5787" y="8382"/>
                    <a:pt x="6025" y="8144"/>
                    <a:pt x="6025" y="7858"/>
                  </a:cubicBezTo>
                  <a:cubicBezTo>
                    <a:pt x="6013" y="7561"/>
                    <a:pt x="5775" y="7323"/>
                    <a:pt x="5489" y="7323"/>
                  </a:cubicBezTo>
                  <a:lnTo>
                    <a:pt x="5418" y="7323"/>
                  </a:lnTo>
                  <a:lnTo>
                    <a:pt x="5418" y="6823"/>
                  </a:lnTo>
                  <a:lnTo>
                    <a:pt x="5489" y="6823"/>
                  </a:lnTo>
                  <a:cubicBezTo>
                    <a:pt x="5775" y="6823"/>
                    <a:pt x="6013" y="6584"/>
                    <a:pt x="6013" y="6299"/>
                  </a:cubicBezTo>
                  <a:cubicBezTo>
                    <a:pt x="6013" y="6013"/>
                    <a:pt x="5775" y="5775"/>
                    <a:pt x="5489" y="5775"/>
                  </a:cubicBezTo>
                  <a:lnTo>
                    <a:pt x="5418" y="5775"/>
                  </a:lnTo>
                  <a:lnTo>
                    <a:pt x="5418" y="5275"/>
                  </a:lnTo>
                  <a:lnTo>
                    <a:pt x="5489" y="5275"/>
                  </a:lnTo>
                  <a:cubicBezTo>
                    <a:pt x="5775" y="5275"/>
                    <a:pt x="6013" y="5037"/>
                    <a:pt x="6013" y="4751"/>
                  </a:cubicBezTo>
                  <a:cubicBezTo>
                    <a:pt x="6013" y="4465"/>
                    <a:pt x="5775" y="4227"/>
                    <a:pt x="5489" y="4227"/>
                  </a:cubicBezTo>
                  <a:lnTo>
                    <a:pt x="5406" y="4227"/>
                  </a:lnTo>
                  <a:cubicBezTo>
                    <a:pt x="5263" y="3441"/>
                    <a:pt x="4608" y="2822"/>
                    <a:pt x="3810" y="2763"/>
                  </a:cubicBezTo>
                  <a:cubicBezTo>
                    <a:pt x="3715" y="2763"/>
                    <a:pt x="3644" y="2822"/>
                    <a:pt x="3632" y="2905"/>
                  </a:cubicBezTo>
                  <a:cubicBezTo>
                    <a:pt x="3632" y="3001"/>
                    <a:pt x="3691" y="3072"/>
                    <a:pt x="3775" y="3084"/>
                  </a:cubicBezTo>
                  <a:cubicBezTo>
                    <a:pt x="4418" y="3132"/>
                    <a:pt x="4953" y="3608"/>
                    <a:pt x="5072" y="4227"/>
                  </a:cubicBezTo>
                  <a:lnTo>
                    <a:pt x="4572" y="4227"/>
                  </a:lnTo>
                  <a:cubicBezTo>
                    <a:pt x="4453" y="3846"/>
                    <a:pt x="4072" y="3572"/>
                    <a:pt x="3679" y="3572"/>
                  </a:cubicBezTo>
                  <a:cubicBezTo>
                    <a:pt x="3584" y="3572"/>
                    <a:pt x="3513" y="3655"/>
                    <a:pt x="3513" y="3739"/>
                  </a:cubicBezTo>
                  <a:cubicBezTo>
                    <a:pt x="3513" y="3834"/>
                    <a:pt x="3584" y="3906"/>
                    <a:pt x="3679" y="3906"/>
                  </a:cubicBezTo>
                  <a:cubicBezTo>
                    <a:pt x="3918" y="3906"/>
                    <a:pt x="4120" y="4036"/>
                    <a:pt x="4227" y="4227"/>
                  </a:cubicBezTo>
                  <a:lnTo>
                    <a:pt x="3084" y="4227"/>
                  </a:lnTo>
                  <a:lnTo>
                    <a:pt x="3084" y="3489"/>
                  </a:lnTo>
                  <a:lnTo>
                    <a:pt x="3084" y="3477"/>
                  </a:lnTo>
                  <a:cubicBezTo>
                    <a:pt x="3096" y="3072"/>
                    <a:pt x="3263" y="2227"/>
                    <a:pt x="4287" y="1072"/>
                  </a:cubicBezTo>
                  <a:lnTo>
                    <a:pt x="4465" y="1072"/>
                  </a:lnTo>
                  <a:cubicBezTo>
                    <a:pt x="4763" y="1072"/>
                    <a:pt x="5001" y="834"/>
                    <a:pt x="5001" y="536"/>
                  </a:cubicBezTo>
                  <a:cubicBezTo>
                    <a:pt x="5001" y="238"/>
                    <a:pt x="4763"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66"/>
            <p:cNvSpPr/>
            <p:nvPr/>
          </p:nvSpPr>
          <p:spPr>
            <a:xfrm>
              <a:off x="7376679" y="1654039"/>
              <a:ext cx="795" cy="32"/>
            </a:xfrm>
            <a:custGeom>
              <a:avLst/>
              <a:gdLst/>
              <a:ahLst/>
              <a:cxnLst/>
              <a:rect l="l" t="t" r="r" b="b"/>
              <a:pathLst>
                <a:path w="25" h="1" extrusionOk="0">
                  <a:moveTo>
                    <a:pt x="24"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4" name="Google Shape;11864;p66"/>
          <p:cNvGrpSpPr/>
          <p:nvPr/>
        </p:nvGrpSpPr>
        <p:grpSpPr>
          <a:xfrm>
            <a:off x="7699309" y="1333176"/>
            <a:ext cx="154922" cy="351827"/>
            <a:chOff x="7699309" y="1508626"/>
            <a:chExt cx="154922" cy="351827"/>
          </a:xfrm>
        </p:grpSpPr>
        <p:sp>
          <p:nvSpPr>
            <p:cNvPr id="11865" name="Google Shape;11865;p66"/>
            <p:cNvSpPr/>
            <p:nvPr/>
          </p:nvSpPr>
          <p:spPr>
            <a:xfrm>
              <a:off x="7733022" y="1737336"/>
              <a:ext cx="24267" cy="57599"/>
            </a:xfrm>
            <a:custGeom>
              <a:avLst/>
              <a:gdLst/>
              <a:ahLst/>
              <a:cxnLst/>
              <a:rect l="l" t="t" r="r" b="b"/>
              <a:pathLst>
                <a:path w="763" h="1811" extrusionOk="0">
                  <a:moveTo>
                    <a:pt x="584" y="1"/>
                  </a:moveTo>
                  <a:cubicBezTo>
                    <a:pt x="488" y="1"/>
                    <a:pt x="417" y="84"/>
                    <a:pt x="417" y="167"/>
                  </a:cubicBezTo>
                  <a:lnTo>
                    <a:pt x="417" y="501"/>
                  </a:lnTo>
                  <a:cubicBezTo>
                    <a:pt x="417" y="596"/>
                    <a:pt x="369" y="715"/>
                    <a:pt x="298" y="798"/>
                  </a:cubicBezTo>
                  <a:cubicBezTo>
                    <a:pt x="72" y="1013"/>
                    <a:pt x="0" y="1358"/>
                    <a:pt x="155" y="1644"/>
                  </a:cubicBezTo>
                  <a:lnTo>
                    <a:pt x="179" y="1715"/>
                  </a:lnTo>
                  <a:cubicBezTo>
                    <a:pt x="215" y="1775"/>
                    <a:pt x="274" y="1810"/>
                    <a:pt x="334" y="1810"/>
                  </a:cubicBezTo>
                  <a:cubicBezTo>
                    <a:pt x="357" y="1810"/>
                    <a:pt x="369" y="1810"/>
                    <a:pt x="405" y="1786"/>
                  </a:cubicBezTo>
                  <a:cubicBezTo>
                    <a:pt x="477" y="1751"/>
                    <a:pt x="524" y="1655"/>
                    <a:pt x="477" y="1572"/>
                  </a:cubicBezTo>
                  <a:lnTo>
                    <a:pt x="453" y="1489"/>
                  </a:lnTo>
                  <a:cubicBezTo>
                    <a:pt x="369" y="1334"/>
                    <a:pt x="405" y="1155"/>
                    <a:pt x="536" y="1013"/>
                  </a:cubicBezTo>
                  <a:cubicBezTo>
                    <a:pt x="691" y="882"/>
                    <a:pt x="762" y="691"/>
                    <a:pt x="762" y="501"/>
                  </a:cubicBezTo>
                  <a:lnTo>
                    <a:pt x="762" y="167"/>
                  </a:lnTo>
                  <a:cubicBezTo>
                    <a:pt x="750" y="84"/>
                    <a:pt x="667"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66"/>
            <p:cNvSpPr/>
            <p:nvPr/>
          </p:nvSpPr>
          <p:spPr>
            <a:xfrm>
              <a:off x="7796632" y="1737336"/>
              <a:ext cx="23504" cy="57599"/>
            </a:xfrm>
            <a:custGeom>
              <a:avLst/>
              <a:gdLst/>
              <a:ahLst/>
              <a:cxnLst/>
              <a:rect l="l" t="t" r="r" b="b"/>
              <a:pathLst>
                <a:path w="739" h="1811" extrusionOk="0">
                  <a:moveTo>
                    <a:pt x="155" y="1"/>
                  </a:moveTo>
                  <a:cubicBezTo>
                    <a:pt x="72" y="1"/>
                    <a:pt x="1" y="84"/>
                    <a:pt x="1" y="167"/>
                  </a:cubicBezTo>
                  <a:lnTo>
                    <a:pt x="1" y="501"/>
                  </a:lnTo>
                  <a:cubicBezTo>
                    <a:pt x="1" y="691"/>
                    <a:pt x="84" y="882"/>
                    <a:pt x="215" y="1013"/>
                  </a:cubicBezTo>
                  <a:cubicBezTo>
                    <a:pt x="358" y="1132"/>
                    <a:pt x="382" y="1334"/>
                    <a:pt x="310" y="1489"/>
                  </a:cubicBezTo>
                  <a:lnTo>
                    <a:pt x="274" y="1572"/>
                  </a:lnTo>
                  <a:cubicBezTo>
                    <a:pt x="239" y="1644"/>
                    <a:pt x="274" y="1751"/>
                    <a:pt x="358" y="1786"/>
                  </a:cubicBezTo>
                  <a:cubicBezTo>
                    <a:pt x="382" y="1810"/>
                    <a:pt x="393" y="1810"/>
                    <a:pt x="429" y="1810"/>
                  </a:cubicBezTo>
                  <a:cubicBezTo>
                    <a:pt x="489" y="1810"/>
                    <a:pt x="548" y="1775"/>
                    <a:pt x="572" y="1715"/>
                  </a:cubicBezTo>
                  <a:lnTo>
                    <a:pt x="608" y="1644"/>
                  </a:lnTo>
                  <a:cubicBezTo>
                    <a:pt x="739" y="1346"/>
                    <a:pt x="679" y="1013"/>
                    <a:pt x="441" y="798"/>
                  </a:cubicBezTo>
                  <a:cubicBezTo>
                    <a:pt x="370" y="715"/>
                    <a:pt x="322" y="620"/>
                    <a:pt x="322" y="501"/>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7" name="Google Shape;11867;p66"/>
            <p:cNvSpPr/>
            <p:nvPr/>
          </p:nvSpPr>
          <p:spPr>
            <a:xfrm>
              <a:off x="7757639" y="1792231"/>
              <a:ext cx="32" cy="795"/>
            </a:xfrm>
            <a:custGeom>
              <a:avLst/>
              <a:gdLst/>
              <a:ahLst/>
              <a:cxnLst/>
              <a:rect l="l" t="t" r="r" b="b"/>
              <a:pathLst>
                <a:path w="1" h="25" extrusionOk="0">
                  <a:moveTo>
                    <a:pt x="0" y="1"/>
                  </a:moveTo>
                  <a:cubicBezTo>
                    <a:pt x="0" y="1"/>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66"/>
            <p:cNvSpPr/>
            <p:nvPr/>
          </p:nvSpPr>
          <p:spPr>
            <a:xfrm>
              <a:off x="7757639" y="1784280"/>
              <a:ext cx="39406" cy="76173"/>
            </a:xfrm>
            <a:custGeom>
              <a:avLst/>
              <a:gdLst/>
              <a:ahLst/>
              <a:cxnLst/>
              <a:rect l="l" t="t" r="r" b="b"/>
              <a:pathLst>
                <a:path w="1239" h="2395" extrusionOk="0">
                  <a:moveTo>
                    <a:pt x="857" y="322"/>
                  </a:moveTo>
                  <a:lnTo>
                    <a:pt x="834" y="894"/>
                  </a:lnTo>
                  <a:lnTo>
                    <a:pt x="357" y="894"/>
                  </a:lnTo>
                  <a:lnTo>
                    <a:pt x="322" y="322"/>
                  </a:lnTo>
                  <a:close/>
                  <a:moveTo>
                    <a:pt x="822" y="1227"/>
                  </a:moveTo>
                  <a:lnTo>
                    <a:pt x="762" y="2073"/>
                  </a:lnTo>
                  <a:lnTo>
                    <a:pt x="429" y="2073"/>
                  </a:lnTo>
                  <a:lnTo>
                    <a:pt x="393" y="1227"/>
                  </a:lnTo>
                  <a:close/>
                  <a:moveTo>
                    <a:pt x="250" y="1"/>
                  </a:moveTo>
                  <a:cubicBezTo>
                    <a:pt x="179" y="1"/>
                    <a:pt x="119" y="25"/>
                    <a:pt x="72" y="72"/>
                  </a:cubicBezTo>
                  <a:cubicBezTo>
                    <a:pt x="24" y="120"/>
                    <a:pt x="0" y="191"/>
                    <a:pt x="12" y="251"/>
                  </a:cubicBezTo>
                  <a:cubicBezTo>
                    <a:pt x="12" y="275"/>
                    <a:pt x="119" y="2144"/>
                    <a:pt x="131" y="2156"/>
                  </a:cubicBezTo>
                  <a:cubicBezTo>
                    <a:pt x="143" y="2287"/>
                    <a:pt x="250" y="2394"/>
                    <a:pt x="381" y="2394"/>
                  </a:cubicBezTo>
                  <a:lnTo>
                    <a:pt x="857" y="2394"/>
                  </a:lnTo>
                  <a:cubicBezTo>
                    <a:pt x="1000" y="2394"/>
                    <a:pt x="1096" y="2299"/>
                    <a:pt x="1119" y="2156"/>
                  </a:cubicBezTo>
                  <a:lnTo>
                    <a:pt x="1238" y="251"/>
                  </a:lnTo>
                  <a:cubicBezTo>
                    <a:pt x="1191" y="191"/>
                    <a:pt x="1179" y="120"/>
                    <a:pt x="1131" y="72"/>
                  </a:cubicBezTo>
                  <a:cubicBezTo>
                    <a:pt x="1084" y="25"/>
                    <a:pt x="1024"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66"/>
            <p:cNvSpPr/>
            <p:nvPr/>
          </p:nvSpPr>
          <p:spPr>
            <a:xfrm>
              <a:off x="7805347" y="1642016"/>
              <a:ext cx="48884" cy="201771"/>
            </a:xfrm>
            <a:custGeom>
              <a:avLst/>
              <a:gdLst/>
              <a:ahLst/>
              <a:cxnLst/>
              <a:rect l="l" t="t" r="r" b="b"/>
              <a:pathLst>
                <a:path w="1537" h="6344" extrusionOk="0">
                  <a:moveTo>
                    <a:pt x="180" y="0"/>
                  </a:moveTo>
                  <a:cubicBezTo>
                    <a:pt x="119" y="0"/>
                    <a:pt x="54" y="27"/>
                    <a:pt x="36" y="81"/>
                  </a:cubicBezTo>
                  <a:cubicBezTo>
                    <a:pt x="0" y="164"/>
                    <a:pt x="36" y="259"/>
                    <a:pt x="108" y="295"/>
                  </a:cubicBezTo>
                  <a:cubicBezTo>
                    <a:pt x="584" y="497"/>
                    <a:pt x="893" y="985"/>
                    <a:pt x="893" y="1509"/>
                  </a:cubicBezTo>
                  <a:lnTo>
                    <a:pt x="893" y="2497"/>
                  </a:lnTo>
                  <a:cubicBezTo>
                    <a:pt x="893" y="2521"/>
                    <a:pt x="870" y="2569"/>
                    <a:pt x="834" y="2569"/>
                  </a:cubicBezTo>
                  <a:cubicBezTo>
                    <a:pt x="572" y="2628"/>
                    <a:pt x="381" y="2867"/>
                    <a:pt x="381" y="3140"/>
                  </a:cubicBezTo>
                  <a:lnTo>
                    <a:pt x="381" y="3307"/>
                  </a:lnTo>
                  <a:cubicBezTo>
                    <a:pt x="381" y="3605"/>
                    <a:pt x="596" y="3867"/>
                    <a:pt x="893" y="3891"/>
                  </a:cubicBezTo>
                  <a:cubicBezTo>
                    <a:pt x="1072" y="3902"/>
                    <a:pt x="1203" y="4057"/>
                    <a:pt x="1203" y="4236"/>
                  </a:cubicBezTo>
                  <a:lnTo>
                    <a:pt x="1203" y="4545"/>
                  </a:lnTo>
                  <a:cubicBezTo>
                    <a:pt x="1203" y="5224"/>
                    <a:pt x="774" y="5819"/>
                    <a:pt x="155" y="6034"/>
                  </a:cubicBezTo>
                  <a:cubicBezTo>
                    <a:pt x="60" y="6069"/>
                    <a:pt x="12" y="6153"/>
                    <a:pt x="48" y="6248"/>
                  </a:cubicBezTo>
                  <a:cubicBezTo>
                    <a:pt x="84" y="6319"/>
                    <a:pt x="131" y="6343"/>
                    <a:pt x="203" y="6343"/>
                  </a:cubicBezTo>
                  <a:cubicBezTo>
                    <a:pt x="215" y="6343"/>
                    <a:pt x="227" y="6343"/>
                    <a:pt x="262" y="6331"/>
                  </a:cubicBezTo>
                  <a:cubicBezTo>
                    <a:pt x="1012" y="6069"/>
                    <a:pt x="1536" y="5355"/>
                    <a:pt x="1536" y="4545"/>
                  </a:cubicBezTo>
                  <a:lnTo>
                    <a:pt x="1536" y="4236"/>
                  </a:lnTo>
                  <a:cubicBezTo>
                    <a:pt x="1536" y="3891"/>
                    <a:pt x="1274" y="3605"/>
                    <a:pt x="929" y="3581"/>
                  </a:cubicBezTo>
                  <a:cubicBezTo>
                    <a:pt x="798" y="3569"/>
                    <a:pt x="703" y="3462"/>
                    <a:pt x="703" y="3331"/>
                  </a:cubicBezTo>
                  <a:lnTo>
                    <a:pt x="703" y="3152"/>
                  </a:lnTo>
                  <a:cubicBezTo>
                    <a:pt x="703" y="3033"/>
                    <a:pt x="798" y="2926"/>
                    <a:pt x="917" y="2902"/>
                  </a:cubicBezTo>
                  <a:cubicBezTo>
                    <a:pt x="1096" y="2855"/>
                    <a:pt x="1227" y="2688"/>
                    <a:pt x="1227" y="2509"/>
                  </a:cubicBezTo>
                  <a:lnTo>
                    <a:pt x="1227" y="1521"/>
                  </a:lnTo>
                  <a:cubicBezTo>
                    <a:pt x="1227" y="878"/>
                    <a:pt x="834" y="283"/>
                    <a:pt x="239" y="9"/>
                  </a:cubicBezTo>
                  <a:cubicBezTo>
                    <a:pt x="221" y="3"/>
                    <a:pt x="201"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66"/>
            <p:cNvSpPr/>
            <p:nvPr/>
          </p:nvSpPr>
          <p:spPr>
            <a:xfrm>
              <a:off x="7699309" y="1642239"/>
              <a:ext cx="48884" cy="202661"/>
            </a:xfrm>
            <a:custGeom>
              <a:avLst/>
              <a:gdLst/>
              <a:ahLst/>
              <a:cxnLst/>
              <a:rect l="l" t="t" r="r" b="b"/>
              <a:pathLst>
                <a:path w="1537" h="6372" extrusionOk="0">
                  <a:moveTo>
                    <a:pt x="1348" y="0"/>
                  </a:moveTo>
                  <a:cubicBezTo>
                    <a:pt x="1326" y="0"/>
                    <a:pt x="1305" y="5"/>
                    <a:pt x="1287" y="14"/>
                  </a:cubicBezTo>
                  <a:cubicBezTo>
                    <a:pt x="691" y="288"/>
                    <a:pt x="310" y="883"/>
                    <a:pt x="310" y="1526"/>
                  </a:cubicBezTo>
                  <a:lnTo>
                    <a:pt x="310" y="2502"/>
                  </a:lnTo>
                  <a:cubicBezTo>
                    <a:pt x="310" y="2693"/>
                    <a:pt x="453" y="2860"/>
                    <a:pt x="632" y="2895"/>
                  </a:cubicBezTo>
                  <a:cubicBezTo>
                    <a:pt x="751" y="2919"/>
                    <a:pt x="834" y="3026"/>
                    <a:pt x="834" y="3145"/>
                  </a:cubicBezTo>
                  <a:lnTo>
                    <a:pt x="834" y="3324"/>
                  </a:lnTo>
                  <a:cubicBezTo>
                    <a:pt x="834" y="3455"/>
                    <a:pt x="727" y="3562"/>
                    <a:pt x="608" y="3574"/>
                  </a:cubicBezTo>
                  <a:cubicBezTo>
                    <a:pt x="274" y="3610"/>
                    <a:pt x="1" y="3907"/>
                    <a:pt x="1" y="4241"/>
                  </a:cubicBezTo>
                  <a:lnTo>
                    <a:pt x="1" y="4562"/>
                  </a:lnTo>
                  <a:cubicBezTo>
                    <a:pt x="1" y="5372"/>
                    <a:pt x="525" y="6086"/>
                    <a:pt x="1298" y="6360"/>
                  </a:cubicBezTo>
                  <a:cubicBezTo>
                    <a:pt x="1310" y="6360"/>
                    <a:pt x="1334" y="6372"/>
                    <a:pt x="1346" y="6372"/>
                  </a:cubicBezTo>
                  <a:cubicBezTo>
                    <a:pt x="1417" y="6372"/>
                    <a:pt x="1477" y="6324"/>
                    <a:pt x="1489" y="6265"/>
                  </a:cubicBezTo>
                  <a:cubicBezTo>
                    <a:pt x="1525" y="6169"/>
                    <a:pt x="1477" y="6074"/>
                    <a:pt x="1394" y="6050"/>
                  </a:cubicBezTo>
                  <a:cubicBezTo>
                    <a:pt x="751" y="5836"/>
                    <a:pt x="322" y="5229"/>
                    <a:pt x="322" y="4562"/>
                  </a:cubicBezTo>
                  <a:lnTo>
                    <a:pt x="322" y="4241"/>
                  </a:lnTo>
                  <a:cubicBezTo>
                    <a:pt x="322" y="4062"/>
                    <a:pt x="453" y="3919"/>
                    <a:pt x="632" y="3895"/>
                  </a:cubicBezTo>
                  <a:cubicBezTo>
                    <a:pt x="929" y="3872"/>
                    <a:pt x="1156" y="3622"/>
                    <a:pt x="1156" y="3324"/>
                  </a:cubicBezTo>
                  <a:lnTo>
                    <a:pt x="1156" y="3145"/>
                  </a:lnTo>
                  <a:cubicBezTo>
                    <a:pt x="1156" y="2871"/>
                    <a:pt x="953" y="2633"/>
                    <a:pt x="691" y="2574"/>
                  </a:cubicBezTo>
                  <a:cubicBezTo>
                    <a:pt x="655" y="2574"/>
                    <a:pt x="632" y="2538"/>
                    <a:pt x="632" y="2502"/>
                  </a:cubicBezTo>
                  <a:lnTo>
                    <a:pt x="632" y="1514"/>
                  </a:lnTo>
                  <a:cubicBezTo>
                    <a:pt x="632" y="1002"/>
                    <a:pt x="941" y="526"/>
                    <a:pt x="1417" y="300"/>
                  </a:cubicBezTo>
                  <a:cubicBezTo>
                    <a:pt x="1489" y="276"/>
                    <a:pt x="1537" y="169"/>
                    <a:pt x="1489" y="97"/>
                  </a:cubicBezTo>
                  <a:cubicBezTo>
                    <a:pt x="1471" y="36"/>
                    <a:pt x="1408" y="0"/>
                    <a:pt x="1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66"/>
            <p:cNvSpPr/>
            <p:nvPr/>
          </p:nvSpPr>
          <p:spPr>
            <a:xfrm>
              <a:off x="7743613" y="1508626"/>
              <a:ext cx="66313" cy="208673"/>
            </a:xfrm>
            <a:custGeom>
              <a:avLst/>
              <a:gdLst/>
              <a:ahLst/>
              <a:cxnLst/>
              <a:rect l="l" t="t" r="r" b="b"/>
              <a:pathLst>
                <a:path w="2085" h="6561" extrusionOk="0">
                  <a:moveTo>
                    <a:pt x="1191" y="345"/>
                  </a:moveTo>
                  <a:lnTo>
                    <a:pt x="1310" y="1250"/>
                  </a:lnTo>
                  <a:lnTo>
                    <a:pt x="775" y="1250"/>
                  </a:lnTo>
                  <a:lnTo>
                    <a:pt x="894" y="345"/>
                  </a:lnTo>
                  <a:close/>
                  <a:moveTo>
                    <a:pt x="1108" y="1572"/>
                  </a:moveTo>
                  <a:lnTo>
                    <a:pt x="1263" y="6215"/>
                  </a:lnTo>
                  <a:lnTo>
                    <a:pt x="810" y="6215"/>
                  </a:lnTo>
                  <a:lnTo>
                    <a:pt x="810" y="6191"/>
                  </a:lnTo>
                  <a:lnTo>
                    <a:pt x="977" y="1572"/>
                  </a:lnTo>
                  <a:close/>
                  <a:moveTo>
                    <a:pt x="1263" y="6215"/>
                  </a:moveTo>
                  <a:lnTo>
                    <a:pt x="1263" y="6215"/>
                  </a:lnTo>
                  <a:cubicBezTo>
                    <a:pt x="1263" y="6221"/>
                    <a:pt x="1260" y="6224"/>
                    <a:pt x="1258" y="6224"/>
                  </a:cubicBezTo>
                  <a:cubicBezTo>
                    <a:pt x="1257" y="6224"/>
                    <a:pt x="1257" y="6221"/>
                    <a:pt x="1263" y="6215"/>
                  </a:cubicBezTo>
                  <a:close/>
                  <a:moveTo>
                    <a:pt x="798" y="0"/>
                  </a:moveTo>
                  <a:cubicBezTo>
                    <a:pt x="679" y="0"/>
                    <a:pt x="596" y="95"/>
                    <a:pt x="572" y="203"/>
                  </a:cubicBezTo>
                  <a:lnTo>
                    <a:pt x="572" y="250"/>
                  </a:lnTo>
                  <a:lnTo>
                    <a:pt x="263" y="250"/>
                  </a:lnTo>
                  <a:cubicBezTo>
                    <a:pt x="179" y="250"/>
                    <a:pt x="96" y="322"/>
                    <a:pt x="96" y="405"/>
                  </a:cubicBezTo>
                  <a:cubicBezTo>
                    <a:pt x="96" y="500"/>
                    <a:pt x="179" y="572"/>
                    <a:pt x="263" y="572"/>
                  </a:cubicBezTo>
                  <a:lnTo>
                    <a:pt x="536" y="572"/>
                  </a:lnTo>
                  <a:lnTo>
                    <a:pt x="477" y="988"/>
                  </a:lnTo>
                  <a:lnTo>
                    <a:pt x="155" y="988"/>
                  </a:lnTo>
                  <a:cubicBezTo>
                    <a:pt x="72" y="988"/>
                    <a:pt x="1" y="1060"/>
                    <a:pt x="1" y="1155"/>
                  </a:cubicBezTo>
                  <a:cubicBezTo>
                    <a:pt x="1" y="1238"/>
                    <a:pt x="72" y="1322"/>
                    <a:pt x="155" y="1322"/>
                  </a:cubicBezTo>
                  <a:lnTo>
                    <a:pt x="441" y="1322"/>
                  </a:lnTo>
                  <a:cubicBezTo>
                    <a:pt x="441" y="1381"/>
                    <a:pt x="453" y="1453"/>
                    <a:pt x="501" y="1500"/>
                  </a:cubicBezTo>
                  <a:cubicBezTo>
                    <a:pt x="548" y="1536"/>
                    <a:pt x="608" y="1572"/>
                    <a:pt x="667" y="1572"/>
                  </a:cubicBezTo>
                  <a:lnTo>
                    <a:pt x="501" y="6203"/>
                  </a:lnTo>
                  <a:cubicBezTo>
                    <a:pt x="501" y="6287"/>
                    <a:pt x="536" y="6382"/>
                    <a:pt x="596" y="6453"/>
                  </a:cubicBezTo>
                  <a:cubicBezTo>
                    <a:pt x="656" y="6513"/>
                    <a:pt x="739" y="6561"/>
                    <a:pt x="834" y="6561"/>
                  </a:cubicBezTo>
                  <a:lnTo>
                    <a:pt x="1251" y="6561"/>
                  </a:lnTo>
                  <a:cubicBezTo>
                    <a:pt x="1334" y="6561"/>
                    <a:pt x="1429" y="6525"/>
                    <a:pt x="1489" y="6453"/>
                  </a:cubicBezTo>
                  <a:cubicBezTo>
                    <a:pt x="1548" y="6394"/>
                    <a:pt x="1584" y="6299"/>
                    <a:pt x="1572" y="6203"/>
                  </a:cubicBezTo>
                  <a:lnTo>
                    <a:pt x="1406" y="1572"/>
                  </a:lnTo>
                  <a:cubicBezTo>
                    <a:pt x="1465" y="1572"/>
                    <a:pt x="1525" y="1536"/>
                    <a:pt x="1572" y="1500"/>
                  </a:cubicBezTo>
                  <a:cubicBezTo>
                    <a:pt x="1620" y="1453"/>
                    <a:pt x="1632" y="1393"/>
                    <a:pt x="1632" y="1334"/>
                  </a:cubicBezTo>
                  <a:lnTo>
                    <a:pt x="1918" y="1334"/>
                  </a:lnTo>
                  <a:cubicBezTo>
                    <a:pt x="2001" y="1334"/>
                    <a:pt x="2084" y="1250"/>
                    <a:pt x="2084" y="1167"/>
                  </a:cubicBezTo>
                  <a:cubicBezTo>
                    <a:pt x="2084" y="1072"/>
                    <a:pt x="2001" y="1000"/>
                    <a:pt x="1918" y="1000"/>
                  </a:cubicBezTo>
                  <a:lnTo>
                    <a:pt x="1608" y="1000"/>
                  </a:lnTo>
                  <a:lnTo>
                    <a:pt x="1548" y="584"/>
                  </a:lnTo>
                  <a:lnTo>
                    <a:pt x="1810" y="584"/>
                  </a:lnTo>
                  <a:cubicBezTo>
                    <a:pt x="1906" y="584"/>
                    <a:pt x="1977" y="512"/>
                    <a:pt x="1977" y="429"/>
                  </a:cubicBezTo>
                  <a:cubicBezTo>
                    <a:pt x="1977" y="334"/>
                    <a:pt x="1906" y="262"/>
                    <a:pt x="1810" y="262"/>
                  </a:cubicBezTo>
                  <a:lnTo>
                    <a:pt x="1501" y="262"/>
                  </a:lnTo>
                  <a:lnTo>
                    <a:pt x="1489" y="203"/>
                  </a:lnTo>
                  <a:cubicBezTo>
                    <a:pt x="1465" y="84"/>
                    <a:pt x="1382"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2" name="Google Shape;11872;p66"/>
          <p:cNvGrpSpPr/>
          <p:nvPr/>
        </p:nvGrpSpPr>
        <p:grpSpPr>
          <a:xfrm>
            <a:off x="8161690" y="1333558"/>
            <a:ext cx="153396" cy="351064"/>
            <a:chOff x="8161690" y="1509008"/>
            <a:chExt cx="153396" cy="351064"/>
          </a:xfrm>
        </p:grpSpPr>
        <p:sp>
          <p:nvSpPr>
            <p:cNvPr id="11873" name="Google Shape;11873;p66"/>
            <p:cNvSpPr/>
            <p:nvPr/>
          </p:nvSpPr>
          <p:spPr>
            <a:xfrm>
              <a:off x="8207871" y="1699838"/>
              <a:ext cx="61384" cy="61765"/>
            </a:xfrm>
            <a:custGeom>
              <a:avLst/>
              <a:gdLst/>
              <a:ahLst/>
              <a:cxnLst/>
              <a:rect l="l" t="t" r="r" b="b"/>
              <a:pathLst>
                <a:path w="1930" h="1942" extrusionOk="0">
                  <a:moveTo>
                    <a:pt x="965" y="334"/>
                  </a:moveTo>
                  <a:cubicBezTo>
                    <a:pt x="1322" y="334"/>
                    <a:pt x="1608" y="620"/>
                    <a:pt x="1608" y="977"/>
                  </a:cubicBezTo>
                  <a:cubicBezTo>
                    <a:pt x="1608" y="1334"/>
                    <a:pt x="1322" y="1620"/>
                    <a:pt x="965" y="1620"/>
                  </a:cubicBezTo>
                  <a:cubicBezTo>
                    <a:pt x="608" y="1620"/>
                    <a:pt x="322" y="1334"/>
                    <a:pt x="322" y="977"/>
                  </a:cubicBezTo>
                  <a:cubicBezTo>
                    <a:pt x="322" y="620"/>
                    <a:pt x="608" y="334"/>
                    <a:pt x="965" y="334"/>
                  </a:cubicBezTo>
                  <a:close/>
                  <a:moveTo>
                    <a:pt x="965" y="1"/>
                  </a:moveTo>
                  <a:cubicBezTo>
                    <a:pt x="429" y="1"/>
                    <a:pt x="1" y="441"/>
                    <a:pt x="1" y="977"/>
                  </a:cubicBezTo>
                  <a:cubicBezTo>
                    <a:pt x="1" y="1513"/>
                    <a:pt x="429" y="1942"/>
                    <a:pt x="965" y="1942"/>
                  </a:cubicBezTo>
                  <a:cubicBezTo>
                    <a:pt x="1501" y="1942"/>
                    <a:pt x="1930" y="1513"/>
                    <a:pt x="1930" y="977"/>
                  </a:cubicBezTo>
                  <a:cubicBezTo>
                    <a:pt x="1930" y="441"/>
                    <a:pt x="1501"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66"/>
            <p:cNvSpPr/>
            <p:nvPr/>
          </p:nvSpPr>
          <p:spPr>
            <a:xfrm>
              <a:off x="8199919" y="1800564"/>
              <a:ext cx="77668" cy="29579"/>
            </a:xfrm>
            <a:custGeom>
              <a:avLst/>
              <a:gdLst/>
              <a:ahLst/>
              <a:cxnLst/>
              <a:rect l="l" t="t" r="r" b="b"/>
              <a:pathLst>
                <a:path w="2442" h="930" extrusionOk="0">
                  <a:moveTo>
                    <a:pt x="2120" y="322"/>
                  </a:moveTo>
                  <a:lnTo>
                    <a:pt x="2120" y="620"/>
                  </a:lnTo>
                  <a:lnTo>
                    <a:pt x="322" y="620"/>
                  </a:lnTo>
                  <a:lnTo>
                    <a:pt x="322" y="322"/>
                  </a:lnTo>
                  <a:close/>
                  <a:moveTo>
                    <a:pt x="239" y="1"/>
                  </a:moveTo>
                  <a:cubicBezTo>
                    <a:pt x="96" y="1"/>
                    <a:pt x="1" y="96"/>
                    <a:pt x="1" y="239"/>
                  </a:cubicBezTo>
                  <a:lnTo>
                    <a:pt x="1" y="691"/>
                  </a:lnTo>
                  <a:cubicBezTo>
                    <a:pt x="1" y="834"/>
                    <a:pt x="96" y="930"/>
                    <a:pt x="239" y="930"/>
                  </a:cubicBezTo>
                  <a:lnTo>
                    <a:pt x="2203" y="930"/>
                  </a:lnTo>
                  <a:cubicBezTo>
                    <a:pt x="2334" y="930"/>
                    <a:pt x="2441" y="834"/>
                    <a:pt x="2441" y="691"/>
                  </a:cubicBezTo>
                  <a:lnTo>
                    <a:pt x="2441" y="239"/>
                  </a:lnTo>
                  <a:cubicBezTo>
                    <a:pt x="2441" y="108"/>
                    <a:pt x="2334"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66"/>
            <p:cNvSpPr/>
            <p:nvPr/>
          </p:nvSpPr>
          <p:spPr>
            <a:xfrm>
              <a:off x="8161690" y="1664598"/>
              <a:ext cx="153396" cy="195474"/>
            </a:xfrm>
            <a:custGeom>
              <a:avLst/>
              <a:gdLst/>
              <a:ahLst/>
              <a:cxnLst/>
              <a:rect l="l" t="t" r="r" b="b"/>
              <a:pathLst>
                <a:path w="4823" h="6146" extrusionOk="0">
                  <a:moveTo>
                    <a:pt x="1264" y="1"/>
                  </a:moveTo>
                  <a:cubicBezTo>
                    <a:pt x="1234" y="1"/>
                    <a:pt x="1204" y="8"/>
                    <a:pt x="1179" y="25"/>
                  </a:cubicBezTo>
                  <a:cubicBezTo>
                    <a:pt x="1167" y="49"/>
                    <a:pt x="1155" y="61"/>
                    <a:pt x="1119" y="61"/>
                  </a:cubicBezTo>
                  <a:cubicBezTo>
                    <a:pt x="762" y="311"/>
                    <a:pt x="572" y="716"/>
                    <a:pt x="572" y="1192"/>
                  </a:cubicBezTo>
                  <a:cubicBezTo>
                    <a:pt x="572" y="1430"/>
                    <a:pt x="619" y="1668"/>
                    <a:pt x="703" y="1871"/>
                  </a:cubicBezTo>
                  <a:cubicBezTo>
                    <a:pt x="822" y="2157"/>
                    <a:pt x="774" y="2490"/>
                    <a:pt x="572" y="2728"/>
                  </a:cubicBezTo>
                  <a:cubicBezTo>
                    <a:pt x="214" y="3145"/>
                    <a:pt x="0" y="3692"/>
                    <a:pt x="0" y="4240"/>
                  </a:cubicBezTo>
                  <a:cubicBezTo>
                    <a:pt x="0" y="4824"/>
                    <a:pt x="226" y="5312"/>
                    <a:pt x="643" y="5633"/>
                  </a:cubicBezTo>
                  <a:cubicBezTo>
                    <a:pt x="1012" y="5931"/>
                    <a:pt x="1536" y="6109"/>
                    <a:pt x="2143" y="6145"/>
                  </a:cubicBezTo>
                  <a:lnTo>
                    <a:pt x="2679" y="6145"/>
                  </a:lnTo>
                  <a:cubicBezTo>
                    <a:pt x="3298" y="6109"/>
                    <a:pt x="3810" y="5931"/>
                    <a:pt x="4191" y="5633"/>
                  </a:cubicBezTo>
                  <a:cubicBezTo>
                    <a:pt x="4608" y="5300"/>
                    <a:pt x="4822" y="4824"/>
                    <a:pt x="4822" y="4240"/>
                  </a:cubicBezTo>
                  <a:cubicBezTo>
                    <a:pt x="4810" y="3681"/>
                    <a:pt x="4620" y="3145"/>
                    <a:pt x="4251" y="2728"/>
                  </a:cubicBezTo>
                  <a:cubicBezTo>
                    <a:pt x="4036" y="2478"/>
                    <a:pt x="4001" y="2157"/>
                    <a:pt x="4120" y="1871"/>
                  </a:cubicBezTo>
                  <a:cubicBezTo>
                    <a:pt x="4203" y="1657"/>
                    <a:pt x="4251" y="1430"/>
                    <a:pt x="4251" y="1192"/>
                  </a:cubicBezTo>
                  <a:cubicBezTo>
                    <a:pt x="4251" y="716"/>
                    <a:pt x="4060" y="323"/>
                    <a:pt x="3703" y="61"/>
                  </a:cubicBezTo>
                  <a:cubicBezTo>
                    <a:pt x="3679" y="37"/>
                    <a:pt x="3667" y="25"/>
                    <a:pt x="3655" y="25"/>
                  </a:cubicBezTo>
                  <a:cubicBezTo>
                    <a:pt x="3630" y="8"/>
                    <a:pt x="3600" y="1"/>
                    <a:pt x="3570" y="1"/>
                  </a:cubicBezTo>
                  <a:cubicBezTo>
                    <a:pt x="3516" y="1"/>
                    <a:pt x="3460" y="27"/>
                    <a:pt x="3429" y="73"/>
                  </a:cubicBezTo>
                  <a:cubicBezTo>
                    <a:pt x="3382" y="144"/>
                    <a:pt x="3405" y="252"/>
                    <a:pt x="3477" y="299"/>
                  </a:cubicBezTo>
                  <a:cubicBezTo>
                    <a:pt x="3489" y="311"/>
                    <a:pt x="3501" y="311"/>
                    <a:pt x="3524" y="323"/>
                  </a:cubicBezTo>
                  <a:cubicBezTo>
                    <a:pt x="3798" y="514"/>
                    <a:pt x="3941" y="811"/>
                    <a:pt x="3941" y="1192"/>
                  </a:cubicBezTo>
                  <a:cubicBezTo>
                    <a:pt x="3941" y="1383"/>
                    <a:pt x="3894" y="1573"/>
                    <a:pt x="3822" y="1752"/>
                  </a:cubicBezTo>
                  <a:cubicBezTo>
                    <a:pt x="3655" y="2157"/>
                    <a:pt x="3727" y="2597"/>
                    <a:pt x="4013" y="2930"/>
                  </a:cubicBezTo>
                  <a:cubicBezTo>
                    <a:pt x="4322" y="3288"/>
                    <a:pt x="4489" y="3764"/>
                    <a:pt x="4489" y="4240"/>
                  </a:cubicBezTo>
                  <a:cubicBezTo>
                    <a:pt x="4489" y="4728"/>
                    <a:pt x="4310" y="5121"/>
                    <a:pt x="3977" y="5407"/>
                  </a:cubicBezTo>
                  <a:cubicBezTo>
                    <a:pt x="3667" y="5657"/>
                    <a:pt x="3203" y="5824"/>
                    <a:pt x="2667" y="5836"/>
                  </a:cubicBezTo>
                  <a:lnTo>
                    <a:pt x="2167" y="5836"/>
                  </a:lnTo>
                  <a:cubicBezTo>
                    <a:pt x="1631" y="5800"/>
                    <a:pt x="1167" y="5657"/>
                    <a:pt x="857" y="5407"/>
                  </a:cubicBezTo>
                  <a:cubicBezTo>
                    <a:pt x="512" y="5121"/>
                    <a:pt x="345" y="4728"/>
                    <a:pt x="345" y="4240"/>
                  </a:cubicBezTo>
                  <a:cubicBezTo>
                    <a:pt x="345" y="3764"/>
                    <a:pt x="524" y="3300"/>
                    <a:pt x="822" y="2930"/>
                  </a:cubicBezTo>
                  <a:cubicBezTo>
                    <a:pt x="1107" y="2597"/>
                    <a:pt x="1179" y="2157"/>
                    <a:pt x="1012" y="1752"/>
                  </a:cubicBezTo>
                  <a:cubicBezTo>
                    <a:pt x="941" y="1573"/>
                    <a:pt x="905" y="1383"/>
                    <a:pt x="905" y="1192"/>
                  </a:cubicBezTo>
                  <a:cubicBezTo>
                    <a:pt x="905" y="811"/>
                    <a:pt x="1036" y="514"/>
                    <a:pt x="1310" y="323"/>
                  </a:cubicBezTo>
                  <a:cubicBezTo>
                    <a:pt x="1334" y="311"/>
                    <a:pt x="1346" y="311"/>
                    <a:pt x="1357" y="299"/>
                  </a:cubicBezTo>
                  <a:cubicBezTo>
                    <a:pt x="1429" y="252"/>
                    <a:pt x="1453" y="144"/>
                    <a:pt x="1405" y="73"/>
                  </a:cubicBezTo>
                  <a:cubicBezTo>
                    <a:pt x="1374" y="27"/>
                    <a:pt x="1319" y="1"/>
                    <a:pt x="1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66"/>
            <p:cNvSpPr/>
            <p:nvPr/>
          </p:nvSpPr>
          <p:spPr>
            <a:xfrm>
              <a:off x="8201828" y="1509008"/>
              <a:ext cx="73851" cy="181034"/>
            </a:xfrm>
            <a:custGeom>
              <a:avLst/>
              <a:gdLst/>
              <a:ahLst/>
              <a:cxnLst/>
              <a:rect l="l" t="t" r="r" b="b"/>
              <a:pathLst>
                <a:path w="2322" h="5692" extrusionOk="0">
                  <a:moveTo>
                    <a:pt x="1608" y="322"/>
                  </a:moveTo>
                  <a:lnTo>
                    <a:pt x="1500" y="1488"/>
                  </a:lnTo>
                  <a:lnTo>
                    <a:pt x="798" y="1488"/>
                  </a:lnTo>
                  <a:lnTo>
                    <a:pt x="691" y="322"/>
                  </a:lnTo>
                  <a:close/>
                  <a:moveTo>
                    <a:pt x="1286" y="1810"/>
                  </a:moveTo>
                  <a:lnTo>
                    <a:pt x="1429" y="5394"/>
                  </a:lnTo>
                  <a:lnTo>
                    <a:pt x="857" y="5394"/>
                  </a:lnTo>
                  <a:lnTo>
                    <a:pt x="988" y="1810"/>
                  </a:lnTo>
                  <a:close/>
                  <a:moveTo>
                    <a:pt x="679" y="0"/>
                  </a:moveTo>
                  <a:cubicBezTo>
                    <a:pt x="596" y="0"/>
                    <a:pt x="512" y="24"/>
                    <a:pt x="453" y="95"/>
                  </a:cubicBezTo>
                  <a:cubicBezTo>
                    <a:pt x="393" y="155"/>
                    <a:pt x="369" y="250"/>
                    <a:pt x="381" y="333"/>
                  </a:cubicBezTo>
                  <a:lnTo>
                    <a:pt x="381" y="369"/>
                  </a:lnTo>
                  <a:lnTo>
                    <a:pt x="155" y="369"/>
                  </a:lnTo>
                  <a:cubicBezTo>
                    <a:pt x="72" y="369"/>
                    <a:pt x="0" y="441"/>
                    <a:pt x="0" y="536"/>
                  </a:cubicBezTo>
                  <a:cubicBezTo>
                    <a:pt x="0" y="619"/>
                    <a:pt x="72" y="691"/>
                    <a:pt x="155" y="691"/>
                  </a:cubicBezTo>
                  <a:lnTo>
                    <a:pt x="393" y="691"/>
                  </a:lnTo>
                  <a:lnTo>
                    <a:pt x="441" y="1155"/>
                  </a:lnTo>
                  <a:lnTo>
                    <a:pt x="203" y="1155"/>
                  </a:lnTo>
                  <a:cubicBezTo>
                    <a:pt x="119" y="1155"/>
                    <a:pt x="36" y="1226"/>
                    <a:pt x="36" y="1322"/>
                  </a:cubicBezTo>
                  <a:cubicBezTo>
                    <a:pt x="36" y="1405"/>
                    <a:pt x="119" y="1488"/>
                    <a:pt x="203" y="1488"/>
                  </a:cubicBezTo>
                  <a:lnTo>
                    <a:pt x="465" y="1488"/>
                  </a:lnTo>
                  <a:lnTo>
                    <a:pt x="465" y="1524"/>
                  </a:lnTo>
                  <a:cubicBezTo>
                    <a:pt x="488" y="1643"/>
                    <a:pt x="560" y="1750"/>
                    <a:pt x="667" y="1786"/>
                  </a:cubicBezTo>
                  <a:lnTo>
                    <a:pt x="524" y="5441"/>
                  </a:lnTo>
                  <a:cubicBezTo>
                    <a:pt x="524" y="5513"/>
                    <a:pt x="560" y="5572"/>
                    <a:pt x="607" y="5620"/>
                  </a:cubicBezTo>
                  <a:cubicBezTo>
                    <a:pt x="643" y="5667"/>
                    <a:pt x="703" y="5691"/>
                    <a:pt x="786" y="5691"/>
                  </a:cubicBezTo>
                  <a:lnTo>
                    <a:pt x="1512" y="5691"/>
                  </a:lnTo>
                  <a:cubicBezTo>
                    <a:pt x="1584" y="5691"/>
                    <a:pt x="1643" y="5667"/>
                    <a:pt x="1691" y="5620"/>
                  </a:cubicBezTo>
                  <a:cubicBezTo>
                    <a:pt x="1739" y="5572"/>
                    <a:pt x="1762" y="5501"/>
                    <a:pt x="1762" y="5441"/>
                  </a:cubicBezTo>
                  <a:lnTo>
                    <a:pt x="1631" y="1786"/>
                  </a:lnTo>
                  <a:cubicBezTo>
                    <a:pt x="1739" y="1738"/>
                    <a:pt x="1810" y="1643"/>
                    <a:pt x="1822" y="1524"/>
                  </a:cubicBezTo>
                  <a:lnTo>
                    <a:pt x="1822" y="1488"/>
                  </a:lnTo>
                  <a:lnTo>
                    <a:pt x="2096" y="1488"/>
                  </a:lnTo>
                  <a:cubicBezTo>
                    <a:pt x="2179" y="1488"/>
                    <a:pt x="2251" y="1405"/>
                    <a:pt x="2251" y="1322"/>
                  </a:cubicBezTo>
                  <a:cubicBezTo>
                    <a:pt x="2251" y="1226"/>
                    <a:pt x="2203" y="1155"/>
                    <a:pt x="2108" y="1155"/>
                  </a:cubicBezTo>
                  <a:lnTo>
                    <a:pt x="1870" y="1155"/>
                  </a:lnTo>
                  <a:lnTo>
                    <a:pt x="1917" y="691"/>
                  </a:lnTo>
                  <a:lnTo>
                    <a:pt x="2155" y="691"/>
                  </a:lnTo>
                  <a:cubicBezTo>
                    <a:pt x="2239" y="691"/>
                    <a:pt x="2322" y="619"/>
                    <a:pt x="2322" y="536"/>
                  </a:cubicBezTo>
                  <a:cubicBezTo>
                    <a:pt x="2322" y="441"/>
                    <a:pt x="2239" y="369"/>
                    <a:pt x="2155" y="369"/>
                  </a:cubicBezTo>
                  <a:lnTo>
                    <a:pt x="1929" y="369"/>
                  </a:lnTo>
                  <a:lnTo>
                    <a:pt x="1929" y="333"/>
                  </a:lnTo>
                  <a:cubicBezTo>
                    <a:pt x="1941" y="250"/>
                    <a:pt x="1917" y="179"/>
                    <a:pt x="1858" y="95"/>
                  </a:cubicBezTo>
                  <a:cubicBezTo>
                    <a:pt x="1798" y="36"/>
                    <a:pt x="1727" y="0"/>
                    <a:pt x="1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7" name="Google Shape;11877;p66"/>
          <p:cNvGrpSpPr/>
          <p:nvPr/>
        </p:nvGrpSpPr>
        <p:grpSpPr>
          <a:xfrm>
            <a:off x="6746940" y="1333431"/>
            <a:ext cx="213221" cy="352304"/>
            <a:chOff x="6746940" y="1508881"/>
            <a:chExt cx="213221" cy="352304"/>
          </a:xfrm>
        </p:grpSpPr>
        <p:sp>
          <p:nvSpPr>
            <p:cNvPr id="11878" name="Google Shape;11878;p66"/>
            <p:cNvSpPr/>
            <p:nvPr/>
          </p:nvSpPr>
          <p:spPr>
            <a:xfrm>
              <a:off x="6805238" y="1661227"/>
              <a:ext cx="10655" cy="1024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66"/>
            <p:cNvSpPr/>
            <p:nvPr/>
          </p:nvSpPr>
          <p:spPr>
            <a:xfrm>
              <a:off x="6804125" y="1706294"/>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62"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66"/>
            <p:cNvSpPr/>
            <p:nvPr/>
          </p:nvSpPr>
          <p:spPr>
            <a:xfrm>
              <a:off x="6803362" y="1754002"/>
              <a:ext cx="10623" cy="10241"/>
            </a:xfrm>
            <a:custGeom>
              <a:avLst/>
              <a:gdLst/>
              <a:ahLst/>
              <a:cxnLst/>
              <a:rect l="l" t="t" r="r" b="b"/>
              <a:pathLst>
                <a:path w="334" h="322" extrusionOk="0">
                  <a:moveTo>
                    <a:pt x="167" y="0"/>
                  </a:moveTo>
                  <a:cubicBezTo>
                    <a:pt x="72" y="0"/>
                    <a:pt x="0" y="72"/>
                    <a:pt x="0" y="167"/>
                  </a:cubicBezTo>
                  <a:cubicBezTo>
                    <a:pt x="0" y="250"/>
                    <a:pt x="72" y="322"/>
                    <a:pt x="167" y="322"/>
                  </a:cubicBezTo>
                  <a:cubicBezTo>
                    <a:pt x="250" y="322"/>
                    <a:pt x="334" y="250"/>
                    <a:pt x="334" y="167"/>
                  </a:cubicBez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66"/>
            <p:cNvSpPr/>
            <p:nvPr/>
          </p:nvSpPr>
          <p:spPr>
            <a:xfrm>
              <a:off x="6746940" y="1508881"/>
              <a:ext cx="213221" cy="352304"/>
            </a:xfrm>
            <a:custGeom>
              <a:avLst/>
              <a:gdLst/>
              <a:ahLst/>
              <a:cxnLst/>
              <a:rect l="l" t="t" r="r" b="b"/>
              <a:pathLst>
                <a:path w="6704" h="11077" extrusionOk="0">
                  <a:moveTo>
                    <a:pt x="4072" y="3897"/>
                  </a:moveTo>
                  <a:lnTo>
                    <a:pt x="4822" y="4886"/>
                  </a:lnTo>
                  <a:lnTo>
                    <a:pt x="5453" y="5683"/>
                  </a:lnTo>
                  <a:cubicBezTo>
                    <a:pt x="4703" y="6302"/>
                    <a:pt x="4263" y="7243"/>
                    <a:pt x="4263" y="8231"/>
                  </a:cubicBezTo>
                  <a:lnTo>
                    <a:pt x="4263" y="8612"/>
                  </a:lnTo>
                  <a:lnTo>
                    <a:pt x="3298" y="8612"/>
                  </a:lnTo>
                  <a:lnTo>
                    <a:pt x="3298" y="6029"/>
                  </a:lnTo>
                  <a:cubicBezTo>
                    <a:pt x="3298" y="5493"/>
                    <a:pt x="3441" y="4969"/>
                    <a:pt x="3715" y="4505"/>
                  </a:cubicBezTo>
                  <a:lnTo>
                    <a:pt x="4072" y="3897"/>
                  </a:lnTo>
                  <a:close/>
                  <a:moveTo>
                    <a:pt x="4263" y="8934"/>
                  </a:moveTo>
                  <a:lnTo>
                    <a:pt x="4263" y="9374"/>
                  </a:lnTo>
                  <a:cubicBezTo>
                    <a:pt x="4263" y="10124"/>
                    <a:pt x="3656" y="10732"/>
                    <a:pt x="2906" y="10732"/>
                  </a:cubicBezTo>
                  <a:cubicBezTo>
                    <a:pt x="2536" y="10732"/>
                    <a:pt x="2191" y="10577"/>
                    <a:pt x="1941" y="10315"/>
                  </a:cubicBezTo>
                  <a:cubicBezTo>
                    <a:pt x="1691" y="10041"/>
                    <a:pt x="1548" y="9684"/>
                    <a:pt x="1572" y="9315"/>
                  </a:cubicBezTo>
                  <a:lnTo>
                    <a:pt x="1584" y="8934"/>
                  </a:lnTo>
                  <a:lnTo>
                    <a:pt x="2239" y="8934"/>
                  </a:lnTo>
                  <a:lnTo>
                    <a:pt x="2239" y="9005"/>
                  </a:lnTo>
                  <a:cubicBezTo>
                    <a:pt x="2239" y="9279"/>
                    <a:pt x="2477" y="9529"/>
                    <a:pt x="2763" y="9541"/>
                  </a:cubicBezTo>
                  <a:cubicBezTo>
                    <a:pt x="2894" y="9541"/>
                    <a:pt x="3025" y="9493"/>
                    <a:pt x="3132" y="9386"/>
                  </a:cubicBezTo>
                  <a:cubicBezTo>
                    <a:pt x="3239" y="9291"/>
                    <a:pt x="3298" y="9148"/>
                    <a:pt x="3298" y="9005"/>
                  </a:cubicBezTo>
                  <a:lnTo>
                    <a:pt x="3298" y="8934"/>
                  </a:lnTo>
                  <a:close/>
                  <a:moveTo>
                    <a:pt x="1602" y="0"/>
                  </a:moveTo>
                  <a:cubicBezTo>
                    <a:pt x="1462" y="0"/>
                    <a:pt x="1323" y="33"/>
                    <a:pt x="1191" y="99"/>
                  </a:cubicBezTo>
                  <a:lnTo>
                    <a:pt x="548" y="421"/>
                  </a:lnTo>
                  <a:lnTo>
                    <a:pt x="167" y="421"/>
                  </a:lnTo>
                  <a:cubicBezTo>
                    <a:pt x="84" y="421"/>
                    <a:pt x="0" y="492"/>
                    <a:pt x="0" y="576"/>
                  </a:cubicBezTo>
                  <a:cubicBezTo>
                    <a:pt x="0" y="671"/>
                    <a:pt x="84" y="742"/>
                    <a:pt x="167" y="742"/>
                  </a:cubicBezTo>
                  <a:lnTo>
                    <a:pt x="1048" y="742"/>
                  </a:lnTo>
                  <a:lnTo>
                    <a:pt x="1393" y="754"/>
                  </a:lnTo>
                  <a:cubicBezTo>
                    <a:pt x="1524" y="790"/>
                    <a:pt x="1632" y="909"/>
                    <a:pt x="1632" y="1052"/>
                  </a:cubicBezTo>
                  <a:lnTo>
                    <a:pt x="1596" y="1647"/>
                  </a:lnTo>
                  <a:cubicBezTo>
                    <a:pt x="1596" y="1742"/>
                    <a:pt x="1655" y="1814"/>
                    <a:pt x="1739" y="1814"/>
                  </a:cubicBezTo>
                  <a:cubicBezTo>
                    <a:pt x="1834" y="1814"/>
                    <a:pt x="1905" y="1754"/>
                    <a:pt x="1905" y="1671"/>
                  </a:cubicBezTo>
                  <a:lnTo>
                    <a:pt x="1941" y="1076"/>
                  </a:lnTo>
                  <a:cubicBezTo>
                    <a:pt x="1953" y="754"/>
                    <a:pt x="1727" y="492"/>
                    <a:pt x="1417" y="445"/>
                  </a:cubicBezTo>
                  <a:lnTo>
                    <a:pt x="1286" y="445"/>
                  </a:lnTo>
                  <a:lnTo>
                    <a:pt x="1358" y="421"/>
                  </a:lnTo>
                  <a:cubicBezTo>
                    <a:pt x="1448" y="376"/>
                    <a:pt x="1546" y="352"/>
                    <a:pt x="1643" y="352"/>
                  </a:cubicBezTo>
                  <a:cubicBezTo>
                    <a:pt x="1751" y="352"/>
                    <a:pt x="1859" y="382"/>
                    <a:pt x="1953" y="445"/>
                  </a:cubicBezTo>
                  <a:cubicBezTo>
                    <a:pt x="2132" y="552"/>
                    <a:pt x="2239" y="730"/>
                    <a:pt x="2251" y="933"/>
                  </a:cubicBezTo>
                  <a:lnTo>
                    <a:pt x="2251" y="968"/>
                  </a:lnTo>
                  <a:lnTo>
                    <a:pt x="2251" y="3219"/>
                  </a:lnTo>
                  <a:lnTo>
                    <a:pt x="2251" y="8648"/>
                  </a:lnTo>
                  <a:lnTo>
                    <a:pt x="1608" y="8648"/>
                  </a:lnTo>
                  <a:lnTo>
                    <a:pt x="1894" y="2445"/>
                  </a:lnTo>
                  <a:cubicBezTo>
                    <a:pt x="1894" y="2350"/>
                    <a:pt x="1834" y="2278"/>
                    <a:pt x="1751" y="2278"/>
                  </a:cubicBezTo>
                  <a:cubicBezTo>
                    <a:pt x="1655" y="2278"/>
                    <a:pt x="1584" y="2338"/>
                    <a:pt x="1584" y="2421"/>
                  </a:cubicBezTo>
                  <a:lnTo>
                    <a:pt x="1393" y="6648"/>
                  </a:lnTo>
                  <a:lnTo>
                    <a:pt x="1155" y="6648"/>
                  </a:lnTo>
                  <a:lnTo>
                    <a:pt x="1155" y="6469"/>
                  </a:lnTo>
                  <a:cubicBezTo>
                    <a:pt x="1155" y="6386"/>
                    <a:pt x="1072" y="6314"/>
                    <a:pt x="989" y="6314"/>
                  </a:cubicBezTo>
                  <a:cubicBezTo>
                    <a:pt x="893" y="6314"/>
                    <a:pt x="822" y="6386"/>
                    <a:pt x="822" y="6469"/>
                  </a:cubicBezTo>
                  <a:lnTo>
                    <a:pt x="822" y="7160"/>
                  </a:lnTo>
                  <a:cubicBezTo>
                    <a:pt x="822" y="7243"/>
                    <a:pt x="893" y="7326"/>
                    <a:pt x="989" y="7326"/>
                  </a:cubicBezTo>
                  <a:cubicBezTo>
                    <a:pt x="1072" y="7326"/>
                    <a:pt x="1155" y="7243"/>
                    <a:pt x="1155" y="7160"/>
                  </a:cubicBezTo>
                  <a:lnTo>
                    <a:pt x="1155" y="6981"/>
                  </a:lnTo>
                  <a:lnTo>
                    <a:pt x="1370" y="6981"/>
                  </a:lnTo>
                  <a:lnTo>
                    <a:pt x="1334" y="7946"/>
                  </a:lnTo>
                  <a:lnTo>
                    <a:pt x="1155" y="7946"/>
                  </a:lnTo>
                  <a:lnTo>
                    <a:pt x="1155" y="7743"/>
                  </a:lnTo>
                  <a:cubicBezTo>
                    <a:pt x="1155" y="7648"/>
                    <a:pt x="1072" y="7576"/>
                    <a:pt x="989" y="7576"/>
                  </a:cubicBezTo>
                  <a:cubicBezTo>
                    <a:pt x="893" y="7576"/>
                    <a:pt x="822" y="7648"/>
                    <a:pt x="822" y="7743"/>
                  </a:cubicBezTo>
                  <a:lnTo>
                    <a:pt x="822" y="8422"/>
                  </a:lnTo>
                  <a:cubicBezTo>
                    <a:pt x="822" y="8517"/>
                    <a:pt x="893" y="8588"/>
                    <a:pt x="989" y="8588"/>
                  </a:cubicBezTo>
                  <a:cubicBezTo>
                    <a:pt x="1072" y="8588"/>
                    <a:pt x="1155" y="8517"/>
                    <a:pt x="1155" y="8422"/>
                  </a:cubicBezTo>
                  <a:lnTo>
                    <a:pt x="1155" y="8243"/>
                  </a:lnTo>
                  <a:lnTo>
                    <a:pt x="1310" y="8243"/>
                  </a:lnTo>
                  <a:lnTo>
                    <a:pt x="1274" y="9315"/>
                  </a:lnTo>
                  <a:cubicBezTo>
                    <a:pt x="1251" y="9779"/>
                    <a:pt x="1417" y="10208"/>
                    <a:pt x="1727" y="10553"/>
                  </a:cubicBezTo>
                  <a:cubicBezTo>
                    <a:pt x="2048" y="10874"/>
                    <a:pt x="2477" y="11077"/>
                    <a:pt x="2941" y="11077"/>
                  </a:cubicBezTo>
                  <a:cubicBezTo>
                    <a:pt x="3858" y="11077"/>
                    <a:pt x="4608" y="10327"/>
                    <a:pt x="4608" y="9410"/>
                  </a:cubicBezTo>
                  <a:lnTo>
                    <a:pt x="4608" y="8243"/>
                  </a:lnTo>
                  <a:cubicBezTo>
                    <a:pt x="4608" y="7362"/>
                    <a:pt x="5001" y="6529"/>
                    <a:pt x="5680" y="5969"/>
                  </a:cubicBezTo>
                  <a:lnTo>
                    <a:pt x="5680" y="5981"/>
                  </a:lnTo>
                  <a:cubicBezTo>
                    <a:pt x="5763" y="6100"/>
                    <a:pt x="5894" y="6172"/>
                    <a:pt x="6049" y="6195"/>
                  </a:cubicBezTo>
                  <a:lnTo>
                    <a:pt x="6120" y="6195"/>
                  </a:lnTo>
                  <a:cubicBezTo>
                    <a:pt x="6239" y="6195"/>
                    <a:pt x="6358" y="6148"/>
                    <a:pt x="6466" y="6076"/>
                  </a:cubicBezTo>
                  <a:cubicBezTo>
                    <a:pt x="6668" y="5862"/>
                    <a:pt x="6704" y="5517"/>
                    <a:pt x="6525" y="5279"/>
                  </a:cubicBezTo>
                  <a:lnTo>
                    <a:pt x="6108" y="4743"/>
                  </a:lnTo>
                  <a:cubicBezTo>
                    <a:pt x="6075" y="4702"/>
                    <a:pt x="6029" y="4681"/>
                    <a:pt x="5983" y="4681"/>
                  </a:cubicBezTo>
                  <a:cubicBezTo>
                    <a:pt x="5948" y="4681"/>
                    <a:pt x="5913" y="4693"/>
                    <a:pt x="5882" y="4719"/>
                  </a:cubicBezTo>
                  <a:cubicBezTo>
                    <a:pt x="5811" y="4778"/>
                    <a:pt x="5799" y="4862"/>
                    <a:pt x="5858" y="4945"/>
                  </a:cubicBezTo>
                  <a:lnTo>
                    <a:pt x="6275" y="5481"/>
                  </a:lnTo>
                  <a:cubicBezTo>
                    <a:pt x="6346" y="5576"/>
                    <a:pt x="6335" y="5719"/>
                    <a:pt x="6227" y="5791"/>
                  </a:cubicBezTo>
                  <a:cubicBezTo>
                    <a:pt x="6186" y="5811"/>
                    <a:pt x="6136" y="5840"/>
                    <a:pt x="6085" y="5840"/>
                  </a:cubicBezTo>
                  <a:cubicBezTo>
                    <a:pt x="6077" y="5840"/>
                    <a:pt x="6069" y="5840"/>
                    <a:pt x="6061" y="5838"/>
                  </a:cubicBezTo>
                  <a:cubicBezTo>
                    <a:pt x="6001" y="5814"/>
                    <a:pt x="5942" y="5791"/>
                    <a:pt x="5918" y="5743"/>
                  </a:cubicBezTo>
                  <a:lnTo>
                    <a:pt x="4561" y="3969"/>
                  </a:lnTo>
                  <a:lnTo>
                    <a:pt x="4191" y="3493"/>
                  </a:lnTo>
                  <a:lnTo>
                    <a:pt x="4025" y="3290"/>
                  </a:lnTo>
                  <a:cubicBezTo>
                    <a:pt x="3953" y="3183"/>
                    <a:pt x="3965" y="3052"/>
                    <a:pt x="4072" y="2981"/>
                  </a:cubicBezTo>
                  <a:cubicBezTo>
                    <a:pt x="4102" y="2951"/>
                    <a:pt x="4147" y="2930"/>
                    <a:pt x="4196" y="2930"/>
                  </a:cubicBezTo>
                  <a:cubicBezTo>
                    <a:pt x="4206" y="2930"/>
                    <a:pt x="4217" y="2931"/>
                    <a:pt x="4227" y="2933"/>
                  </a:cubicBezTo>
                  <a:cubicBezTo>
                    <a:pt x="4287" y="2945"/>
                    <a:pt x="4346" y="2981"/>
                    <a:pt x="4382" y="3016"/>
                  </a:cubicBezTo>
                  <a:lnTo>
                    <a:pt x="5394" y="4350"/>
                  </a:lnTo>
                  <a:cubicBezTo>
                    <a:pt x="5428" y="4390"/>
                    <a:pt x="5469" y="4412"/>
                    <a:pt x="5514" y="4412"/>
                  </a:cubicBezTo>
                  <a:cubicBezTo>
                    <a:pt x="5548" y="4412"/>
                    <a:pt x="5584" y="4399"/>
                    <a:pt x="5620" y="4374"/>
                  </a:cubicBezTo>
                  <a:cubicBezTo>
                    <a:pt x="5692" y="4314"/>
                    <a:pt x="5704" y="4231"/>
                    <a:pt x="5644" y="4147"/>
                  </a:cubicBezTo>
                  <a:lnTo>
                    <a:pt x="4632" y="2826"/>
                  </a:lnTo>
                  <a:cubicBezTo>
                    <a:pt x="4549" y="2707"/>
                    <a:pt x="4406" y="2635"/>
                    <a:pt x="4263" y="2623"/>
                  </a:cubicBezTo>
                  <a:cubicBezTo>
                    <a:pt x="4231" y="2619"/>
                    <a:pt x="4201" y="2616"/>
                    <a:pt x="4171" y="2616"/>
                  </a:cubicBezTo>
                  <a:cubicBezTo>
                    <a:pt x="4055" y="2616"/>
                    <a:pt x="3953" y="2652"/>
                    <a:pt x="3858" y="2719"/>
                  </a:cubicBezTo>
                  <a:cubicBezTo>
                    <a:pt x="3620" y="2897"/>
                    <a:pt x="3572" y="3254"/>
                    <a:pt x="3751" y="3493"/>
                  </a:cubicBezTo>
                  <a:lnTo>
                    <a:pt x="3846" y="3612"/>
                  </a:lnTo>
                  <a:lnTo>
                    <a:pt x="3418" y="4326"/>
                  </a:lnTo>
                  <a:cubicBezTo>
                    <a:pt x="3120" y="4838"/>
                    <a:pt x="2953" y="5421"/>
                    <a:pt x="2953" y="6017"/>
                  </a:cubicBezTo>
                  <a:lnTo>
                    <a:pt x="2953" y="9005"/>
                  </a:lnTo>
                  <a:cubicBezTo>
                    <a:pt x="2953" y="9065"/>
                    <a:pt x="2917" y="9124"/>
                    <a:pt x="2894" y="9172"/>
                  </a:cubicBezTo>
                  <a:cubicBezTo>
                    <a:pt x="2846" y="9208"/>
                    <a:pt x="2798" y="9231"/>
                    <a:pt x="2739" y="9231"/>
                  </a:cubicBezTo>
                  <a:cubicBezTo>
                    <a:pt x="2620" y="9231"/>
                    <a:pt x="2536" y="9136"/>
                    <a:pt x="2536" y="9017"/>
                  </a:cubicBezTo>
                  <a:lnTo>
                    <a:pt x="2536" y="4493"/>
                  </a:lnTo>
                  <a:lnTo>
                    <a:pt x="2715" y="4493"/>
                  </a:lnTo>
                  <a:lnTo>
                    <a:pt x="2715" y="4671"/>
                  </a:lnTo>
                  <a:cubicBezTo>
                    <a:pt x="2715" y="4767"/>
                    <a:pt x="2786" y="4838"/>
                    <a:pt x="2870" y="4838"/>
                  </a:cubicBezTo>
                  <a:cubicBezTo>
                    <a:pt x="2965" y="4838"/>
                    <a:pt x="3037" y="4767"/>
                    <a:pt x="3037" y="4671"/>
                  </a:cubicBezTo>
                  <a:lnTo>
                    <a:pt x="3037" y="3993"/>
                  </a:lnTo>
                  <a:cubicBezTo>
                    <a:pt x="3037" y="3897"/>
                    <a:pt x="2965" y="3826"/>
                    <a:pt x="2870" y="3826"/>
                  </a:cubicBezTo>
                  <a:cubicBezTo>
                    <a:pt x="2786" y="3826"/>
                    <a:pt x="2715" y="3897"/>
                    <a:pt x="2715" y="3993"/>
                  </a:cubicBezTo>
                  <a:lnTo>
                    <a:pt x="2715" y="4171"/>
                  </a:lnTo>
                  <a:lnTo>
                    <a:pt x="2536" y="4171"/>
                  </a:lnTo>
                  <a:lnTo>
                    <a:pt x="2536" y="3350"/>
                  </a:lnTo>
                  <a:lnTo>
                    <a:pt x="2715" y="3350"/>
                  </a:lnTo>
                  <a:lnTo>
                    <a:pt x="2715" y="3528"/>
                  </a:lnTo>
                  <a:cubicBezTo>
                    <a:pt x="2715" y="3612"/>
                    <a:pt x="2786" y="3695"/>
                    <a:pt x="2870" y="3695"/>
                  </a:cubicBezTo>
                  <a:cubicBezTo>
                    <a:pt x="2965" y="3695"/>
                    <a:pt x="3037" y="3612"/>
                    <a:pt x="3037" y="3528"/>
                  </a:cubicBezTo>
                  <a:lnTo>
                    <a:pt x="3037" y="2838"/>
                  </a:lnTo>
                  <a:cubicBezTo>
                    <a:pt x="3037" y="2754"/>
                    <a:pt x="2965" y="2683"/>
                    <a:pt x="2870" y="2683"/>
                  </a:cubicBezTo>
                  <a:cubicBezTo>
                    <a:pt x="2786" y="2683"/>
                    <a:pt x="2715" y="2754"/>
                    <a:pt x="2715" y="2838"/>
                  </a:cubicBezTo>
                  <a:lnTo>
                    <a:pt x="2715" y="3016"/>
                  </a:lnTo>
                  <a:lnTo>
                    <a:pt x="2536" y="3016"/>
                  </a:lnTo>
                  <a:lnTo>
                    <a:pt x="2536" y="921"/>
                  </a:lnTo>
                  <a:lnTo>
                    <a:pt x="2536" y="873"/>
                  </a:lnTo>
                  <a:cubicBezTo>
                    <a:pt x="2525" y="564"/>
                    <a:pt x="2358" y="278"/>
                    <a:pt x="2084" y="135"/>
                  </a:cubicBezTo>
                  <a:cubicBezTo>
                    <a:pt x="1930" y="45"/>
                    <a:pt x="1766" y="0"/>
                    <a:pt x="16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2" name="Google Shape;11882;p66"/>
          <p:cNvGrpSpPr/>
          <p:nvPr/>
        </p:nvGrpSpPr>
        <p:grpSpPr>
          <a:xfrm>
            <a:off x="5770336" y="1832165"/>
            <a:ext cx="350682" cy="292097"/>
            <a:chOff x="5770336" y="2007615"/>
            <a:chExt cx="350682" cy="292097"/>
          </a:xfrm>
        </p:grpSpPr>
        <p:sp>
          <p:nvSpPr>
            <p:cNvPr id="11883" name="Google Shape;11883;p66"/>
            <p:cNvSpPr/>
            <p:nvPr/>
          </p:nvSpPr>
          <p:spPr>
            <a:xfrm>
              <a:off x="5780545" y="2007615"/>
              <a:ext cx="329500" cy="75855"/>
            </a:xfrm>
            <a:custGeom>
              <a:avLst/>
              <a:gdLst/>
              <a:ahLst/>
              <a:cxnLst/>
              <a:rect l="l" t="t" r="r" b="b"/>
              <a:pathLst>
                <a:path w="10360" h="2385" extrusionOk="0">
                  <a:moveTo>
                    <a:pt x="245" y="1"/>
                  </a:moveTo>
                  <a:cubicBezTo>
                    <a:pt x="179" y="1"/>
                    <a:pt x="123" y="24"/>
                    <a:pt x="84" y="63"/>
                  </a:cubicBezTo>
                  <a:cubicBezTo>
                    <a:pt x="24" y="111"/>
                    <a:pt x="1" y="182"/>
                    <a:pt x="1" y="254"/>
                  </a:cubicBezTo>
                  <a:lnTo>
                    <a:pt x="1" y="2218"/>
                  </a:lnTo>
                  <a:cubicBezTo>
                    <a:pt x="1" y="2313"/>
                    <a:pt x="72" y="2385"/>
                    <a:pt x="167" y="2385"/>
                  </a:cubicBezTo>
                  <a:cubicBezTo>
                    <a:pt x="251" y="2385"/>
                    <a:pt x="322" y="2313"/>
                    <a:pt x="322" y="2218"/>
                  </a:cubicBezTo>
                  <a:lnTo>
                    <a:pt x="322" y="349"/>
                  </a:lnTo>
                  <a:cubicBezTo>
                    <a:pt x="977" y="456"/>
                    <a:pt x="2882" y="718"/>
                    <a:pt x="5180" y="718"/>
                  </a:cubicBezTo>
                  <a:cubicBezTo>
                    <a:pt x="7466" y="718"/>
                    <a:pt x="9371" y="456"/>
                    <a:pt x="10026" y="349"/>
                  </a:cubicBezTo>
                  <a:lnTo>
                    <a:pt x="10026" y="2218"/>
                  </a:lnTo>
                  <a:cubicBezTo>
                    <a:pt x="10026" y="2313"/>
                    <a:pt x="10097" y="2385"/>
                    <a:pt x="10192" y="2385"/>
                  </a:cubicBezTo>
                  <a:cubicBezTo>
                    <a:pt x="10276" y="2385"/>
                    <a:pt x="10359" y="2313"/>
                    <a:pt x="10359" y="2218"/>
                  </a:cubicBezTo>
                  <a:lnTo>
                    <a:pt x="10359" y="254"/>
                  </a:lnTo>
                  <a:cubicBezTo>
                    <a:pt x="10323" y="182"/>
                    <a:pt x="10300" y="111"/>
                    <a:pt x="10240" y="63"/>
                  </a:cubicBezTo>
                  <a:cubicBezTo>
                    <a:pt x="10191" y="24"/>
                    <a:pt x="10125" y="1"/>
                    <a:pt x="10077" y="1"/>
                  </a:cubicBezTo>
                  <a:cubicBezTo>
                    <a:pt x="10067" y="1"/>
                    <a:pt x="10058" y="2"/>
                    <a:pt x="10050" y="4"/>
                  </a:cubicBezTo>
                  <a:cubicBezTo>
                    <a:pt x="9657" y="63"/>
                    <a:pt x="7597" y="396"/>
                    <a:pt x="5168" y="396"/>
                  </a:cubicBezTo>
                  <a:cubicBezTo>
                    <a:pt x="2727" y="396"/>
                    <a:pt x="667" y="75"/>
                    <a:pt x="286" y="4"/>
                  </a:cubicBezTo>
                  <a:cubicBezTo>
                    <a:pt x="272" y="2"/>
                    <a:pt x="258" y="1"/>
                    <a:pt x="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66"/>
            <p:cNvSpPr/>
            <p:nvPr/>
          </p:nvSpPr>
          <p:spPr>
            <a:xfrm>
              <a:off x="5779400" y="2097082"/>
              <a:ext cx="329500" cy="76014"/>
            </a:xfrm>
            <a:custGeom>
              <a:avLst/>
              <a:gdLst/>
              <a:ahLst/>
              <a:cxnLst/>
              <a:rect l="l" t="t" r="r" b="b"/>
              <a:pathLst>
                <a:path w="10360" h="2390" extrusionOk="0">
                  <a:moveTo>
                    <a:pt x="168" y="0"/>
                  </a:moveTo>
                  <a:cubicBezTo>
                    <a:pt x="84" y="0"/>
                    <a:pt x="1" y="72"/>
                    <a:pt x="1" y="167"/>
                  </a:cubicBezTo>
                  <a:lnTo>
                    <a:pt x="1" y="2132"/>
                  </a:lnTo>
                  <a:cubicBezTo>
                    <a:pt x="1" y="2203"/>
                    <a:pt x="37" y="2286"/>
                    <a:pt x="96" y="2322"/>
                  </a:cubicBezTo>
                  <a:cubicBezTo>
                    <a:pt x="144" y="2370"/>
                    <a:pt x="203" y="2382"/>
                    <a:pt x="263" y="2382"/>
                  </a:cubicBezTo>
                  <a:lnTo>
                    <a:pt x="299" y="2382"/>
                  </a:lnTo>
                  <a:cubicBezTo>
                    <a:pt x="692" y="2322"/>
                    <a:pt x="2739" y="2001"/>
                    <a:pt x="5180" y="2001"/>
                  </a:cubicBezTo>
                  <a:cubicBezTo>
                    <a:pt x="7621" y="2001"/>
                    <a:pt x="9681" y="2310"/>
                    <a:pt x="10062" y="2382"/>
                  </a:cubicBezTo>
                  <a:cubicBezTo>
                    <a:pt x="10080" y="2387"/>
                    <a:pt x="10098" y="2389"/>
                    <a:pt x="10115" y="2389"/>
                  </a:cubicBezTo>
                  <a:cubicBezTo>
                    <a:pt x="10175" y="2389"/>
                    <a:pt x="10227" y="2359"/>
                    <a:pt x="10264" y="2322"/>
                  </a:cubicBezTo>
                  <a:cubicBezTo>
                    <a:pt x="10324" y="2286"/>
                    <a:pt x="10347" y="2203"/>
                    <a:pt x="10347" y="2132"/>
                  </a:cubicBezTo>
                  <a:lnTo>
                    <a:pt x="10347" y="167"/>
                  </a:lnTo>
                  <a:cubicBezTo>
                    <a:pt x="10359" y="84"/>
                    <a:pt x="10288" y="0"/>
                    <a:pt x="10193" y="0"/>
                  </a:cubicBezTo>
                  <a:cubicBezTo>
                    <a:pt x="10109" y="0"/>
                    <a:pt x="10038" y="84"/>
                    <a:pt x="10038" y="167"/>
                  </a:cubicBezTo>
                  <a:lnTo>
                    <a:pt x="10038" y="2048"/>
                  </a:lnTo>
                  <a:cubicBezTo>
                    <a:pt x="9383" y="1941"/>
                    <a:pt x="7478" y="1667"/>
                    <a:pt x="5180" y="1667"/>
                  </a:cubicBezTo>
                  <a:cubicBezTo>
                    <a:pt x="2894" y="1667"/>
                    <a:pt x="989" y="1941"/>
                    <a:pt x="334" y="2048"/>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66"/>
            <p:cNvSpPr/>
            <p:nvPr/>
          </p:nvSpPr>
          <p:spPr>
            <a:xfrm>
              <a:off x="5800996" y="2031850"/>
              <a:ext cx="288217" cy="117201"/>
            </a:xfrm>
            <a:custGeom>
              <a:avLst/>
              <a:gdLst/>
              <a:ahLst/>
              <a:cxnLst/>
              <a:rect l="l" t="t" r="r" b="b"/>
              <a:pathLst>
                <a:path w="9062" h="3685" extrusionOk="0">
                  <a:moveTo>
                    <a:pt x="8728" y="325"/>
                  </a:moveTo>
                  <a:lnTo>
                    <a:pt x="8728" y="3349"/>
                  </a:lnTo>
                  <a:cubicBezTo>
                    <a:pt x="7752" y="3218"/>
                    <a:pt x="6228" y="3087"/>
                    <a:pt x="4525" y="3087"/>
                  </a:cubicBezTo>
                  <a:cubicBezTo>
                    <a:pt x="2799" y="3087"/>
                    <a:pt x="1286" y="3230"/>
                    <a:pt x="310" y="3349"/>
                  </a:cubicBezTo>
                  <a:lnTo>
                    <a:pt x="310" y="325"/>
                  </a:lnTo>
                  <a:cubicBezTo>
                    <a:pt x="1275" y="444"/>
                    <a:pt x="2799" y="599"/>
                    <a:pt x="4525" y="599"/>
                  </a:cubicBezTo>
                  <a:cubicBezTo>
                    <a:pt x="6239" y="599"/>
                    <a:pt x="7752" y="444"/>
                    <a:pt x="8728" y="325"/>
                  </a:cubicBezTo>
                  <a:close/>
                  <a:moveTo>
                    <a:pt x="292" y="1"/>
                  </a:moveTo>
                  <a:cubicBezTo>
                    <a:pt x="220" y="1"/>
                    <a:pt x="145" y="25"/>
                    <a:pt x="96" y="75"/>
                  </a:cubicBezTo>
                  <a:cubicBezTo>
                    <a:pt x="36" y="135"/>
                    <a:pt x="1" y="230"/>
                    <a:pt x="1" y="313"/>
                  </a:cubicBezTo>
                  <a:lnTo>
                    <a:pt x="1" y="3361"/>
                  </a:lnTo>
                  <a:cubicBezTo>
                    <a:pt x="1" y="3456"/>
                    <a:pt x="36" y="3540"/>
                    <a:pt x="96" y="3599"/>
                  </a:cubicBezTo>
                  <a:cubicBezTo>
                    <a:pt x="155" y="3647"/>
                    <a:pt x="239" y="3683"/>
                    <a:pt x="310" y="3683"/>
                  </a:cubicBezTo>
                  <a:lnTo>
                    <a:pt x="358" y="3683"/>
                  </a:lnTo>
                  <a:cubicBezTo>
                    <a:pt x="1322" y="3564"/>
                    <a:pt x="2822" y="3409"/>
                    <a:pt x="4537" y="3409"/>
                  </a:cubicBezTo>
                  <a:cubicBezTo>
                    <a:pt x="6251" y="3409"/>
                    <a:pt x="7752" y="3564"/>
                    <a:pt x="8716" y="3683"/>
                  </a:cubicBezTo>
                  <a:cubicBezTo>
                    <a:pt x="8728" y="3684"/>
                    <a:pt x="8740" y="3685"/>
                    <a:pt x="8752" y="3685"/>
                  </a:cubicBezTo>
                  <a:cubicBezTo>
                    <a:pt x="8832" y="3685"/>
                    <a:pt x="8902" y="3651"/>
                    <a:pt x="8954" y="3599"/>
                  </a:cubicBezTo>
                  <a:cubicBezTo>
                    <a:pt x="9026" y="3540"/>
                    <a:pt x="9061" y="3456"/>
                    <a:pt x="9061" y="3361"/>
                  </a:cubicBezTo>
                  <a:lnTo>
                    <a:pt x="9061" y="313"/>
                  </a:lnTo>
                  <a:cubicBezTo>
                    <a:pt x="9049" y="230"/>
                    <a:pt x="9002" y="135"/>
                    <a:pt x="8942" y="75"/>
                  </a:cubicBezTo>
                  <a:cubicBezTo>
                    <a:pt x="8893" y="25"/>
                    <a:pt x="8818" y="1"/>
                    <a:pt x="8747" y="1"/>
                  </a:cubicBezTo>
                  <a:cubicBezTo>
                    <a:pt x="8732" y="1"/>
                    <a:pt x="8718" y="2"/>
                    <a:pt x="8704" y="4"/>
                  </a:cubicBezTo>
                  <a:cubicBezTo>
                    <a:pt x="7740" y="123"/>
                    <a:pt x="6228" y="266"/>
                    <a:pt x="4525" y="266"/>
                  </a:cubicBezTo>
                  <a:cubicBezTo>
                    <a:pt x="2810" y="266"/>
                    <a:pt x="1310" y="123"/>
                    <a:pt x="334" y="4"/>
                  </a:cubicBezTo>
                  <a:cubicBezTo>
                    <a:pt x="320" y="2"/>
                    <a:pt x="306"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66"/>
            <p:cNvSpPr/>
            <p:nvPr/>
          </p:nvSpPr>
          <p:spPr>
            <a:xfrm>
              <a:off x="5770336" y="2186073"/>
              <a:ext cx="350682" cy="113639"/>
            </a:xfrm>
            <a:custGeom>
              <a:avLst/>
              <a:gdLst/>
              <a:ahLst/>
              <a:cxnLst/>
              <a:rect l="l" t="t" r="r" b="b"/>
              <a:pathLst>
                <a:path w="11026" h="3573" extrusionOk="0">
                  <a:moveTo>
                    <a:pt x="2965" y="334"/>
                  </a:moveTo>
                  <a:cubicBezTo>
                    <a:pt x="3179" y="334"/>
                    <a:pt x="3346" y="500"/>
                    <a:pt x="3346" y="703"/>
                  </a:cubicBezTo>
                  <a:lnTo>
                    <a:pt x="3346" y="1155"/>
                  </a:lnTo>
                  <a:lnTo>
                    <a:pt x="2953" y="1155"/>
                  </a:lnTo>
                  <a:cubicBezTo>
                    <a:pt x="2786" y="1179"/>
                    <a:pt x="2631" y="1274"/>
                    <a:pt x="2524" y="1393"/>
                  </a:cubicBezTo>
                  <a:cubicBezTo>
                    <a:pt x="2393" y="1239"/>
                    <a:pt x="2191" y="1132"/>
                    <a:pt x="1989" y="1132"/>
                  </a:cubicBezTo>
                  <a:lnTo>
                    <a:pt x="1703" y="1132"/>
                  </a:lnTo>
                  <a:lnTo>
                    <a:pt x="1703" y="703"/>
                  </a:lnTo>
                  <a:lnTo>
                    <a:pt x="1715" y="703"/>
                  </a:lnTo>
                  <a:cubicBezTo>
                    <a:pt x="1715" y="500"/>
                    <a:pt x="1881" y="334"/>
                    <a:pt x="2096" y="334"/>
                  </a:cubicBezTo>
                  <a:close/>
                  <a:moveTo>
                    <a:pt x="4929" y="334"/>
                  </a:moveTo>
                  <a:cubicBezTo>
                    <a:pt x="5144" y="334"/>
                    <a:pt x="5310" y="500"/>
                    <a:pt x="5310" y="703"/>
                  </a:cubicBezTo>
                  <a:lnTo>
                    <a:pt x="5310" y="1155"/>
                  </a:lnTo>
                  <a:lnTo>
                    <a:pt x="4917" y="1155"/>
                  </a:lnTo>
                  <a:cubicBezTo>
                    <a:pt x="4751" y="1179"/>
                    <a:pt x="4596" y="1274"/>
                    <a:pt x="4489" y="1393"/>
                  </a:cubicBezTo>
                  <a:cubicBezTo>
                    <a:pt x="4358" y="1239"/>
                    <a:pt x="4155" y="1132"/>
                    <a:pt x="3953" y="1132"/>
                  </a:cubicBezTo>
                  <a:lnTo>
                    <a:pt x="3667" y="1132"/>
                  </a:lnTo>
                  <a:lnTo>
                    <a:pt x="3667" y="703"/>
                  </a:lnTo>
                  <a:lnTo>
                    <a:pt x="3679" y="703"/>
                  </a:lnTo>
                  <a:cubicBezTo>
                    <a:pt x="3679" y="500"/>
                    <a:pt x="3846" y="334"/>
                    <a:pt x="4060" y="334"/>
                  </a:cubicBezTo>
                  <a:close/>
                  <a:moveTo>
                    <a:pt x="6894" y="334"/>
                  </a:moveTo>
                  <a:cubicBezTo>
                    <a:pt x="7108" y="334"/>
                    <a:pt x="7275" y="500"/>
                    <a:pt x="7275" y="703"/>
                  </a:cubicBezTo>
                  <a:lnTo>
                    <a:pt x="7275" y="1155"/>
                  </a:lnTo>
                  <a:lnTo>
                    <a:pt x="6811" y="1155"/>
                  </a:lnTo>
                  <a:cubicBezTo>
                    <a:pt x="6799" y="1155"/>
                    <a:pt x="6775" y="1155"/>
                    <a:pt x="6775" y="1167"/>
                  </a:cubicBezTo>
                  <a:cubicBezTo>
                    <a:pt x="6644" y="1215"/>
                    <a:pt x="6525" y="1286"/>
                    <a:pt x="6441" y="1393"/>
                  </a:cubicBezTo>
                  <a:cubicBezTo>
                    <a:pt x="6346" y="1286"/>
                    <a:pt x="6227" y="1215"/>
                    <a:pt x="6096" y="1167"/>
                  </a:cubicBezTo>
                  <a:cubicBezTo>
                    <a:pt x="6084" y="1167"/>
                    <a:pt x="6084" y="1167"/>
                    <a:pt x="6060" y="1155"/>
                  </a:cubicBezTo>
                  <a:lnTo>
                    <a:pt x="5608" y="1155"/>
                  </a:lnTo>
                  <a:lnTo>
                    <a:pt x="5608" y="703"/>
                  </a:lnTo>
                  <a:cubicBezTo>
                    <a:pt x="5644" y="500"/>
                    <a:pt x="5810" y="334"/>
                    <a:pt x="6013" y="334"/>
                  </a:cubicBezTo>
                  <a:close/>
                  <a:moveTo>
                    <a:pt x="8847" y="334"/>
                  </a:moveTo>
                  <a:cubicBezTo>
                    <a:pt x="9061" y="334"/>
                    <a:pt x="9216" y="500"/>
                    <a:pt x="9216" y="703"/>
                  </a:cubicBezTo>
                  <a:lnTo>
                    <a:pt x="9216" y="1155"/>
                  </a:lnTo>
                  <a:lnTo>
                    <a:pt x="8763" y="1155"/>
                  </a:lnTo>
                  <a:cubicBezTo>
                    <a:pt x="8739" y="1155"/>
                    <a:pt x="8739" y="1155"/>
                    <a:pt x="8727" y="1167"/>
                  </a:cubicBezTo>
                  <a:cubicBezTo>
                    <a:pt x="8597" y="1215"/>
                    <a:pt x="8477" y="1286"/>
                    <a:pt x="8382" y="1393"/>
                  </a:cubicBezTo>
                  <a:cubicBezTo>
                    <a:pt x="8299" y="1286"/>
                    <a:pt x="8180" y="1215"/>
                    <a:pt x="8049" y="1167"/>
                  </a:cubicBezTo>
                  <a:cubicBezTo>
                    <a:pt x="8025" y="1167"/>
                    <a:pt x="8025" y="1167"/>
                    <a:pt x="8013" y="1155"/>
                  </a:cubicBezTo>
                  <a:lnTo>
                    <a:pt x="7549" y="1155"/>
                  </a:lnTo>
                  <a:lnTo>
                    <a:pt x="7549" y="703"/>
                  </a:lnTo>
                  <a:lnTo>
                    <a:pt x="7596" y="703"/>
                  </a:lnTo>
                  <a:cubicBezTo>
                    <a:pt x="7596" y="500"/>
                    <a:pt x="7763" y="334"/>
                    <a:pt x="7965" y="334"/>
                  </a:cubicBezTo>
                  <a:close/>
                  <a:moveTo>
                    <a:pt x="5489" y="1453"/>
                  </a:moveTo>
                  <a:lnTo>
                    <a:pt x="5489" y="1477"/>
                  </a:lnTo>
                  <a:lnTo>
                    <a:pt x="6013" y="1477"/>
                  </a:lnTo>
                  <a:cubicBezTo>
                    <a:pt x="6037" y="1477"/>
                    <a:pt x="6037" y="1477"/>
                    <a:pt x="6049" y="1489"/>
                  </a:cubicBezTo>
                  <a:lnTo>
                    <a:pt x="6060" y="1489"/>
                  </a:lnTo>
                  <a:cubicBezTo>
                    <a:pt x="6072" y="1489"/>
                    <a:pt x="6072" y="1489"/>
                    <a:pt x="6096" y="1513"/>
                  </a:cubicBezTo>
                  <a:lnTo>
                    <a:pt x="6108" y="1513"/>
                  </a:lnTo>
                  <a:cubicBezTo>
                    <a:pt x="6120" y="1513"/>
                    <a:pt x="6120" y="1524"/>
                    <a:pt x="6132" y="1524"/>
                  </a:cubicBezTo>
                  <a:cubicBezTo>
                    <a:pt x="6156" y="1524"/>
                    <a:pt x="6156" y="1536"/>
                    <a:pt x="6156" y="1536"/>
                  </a:cubicBezTo>
                  <a:lnTo>
                    <a:pt x="6168" y="1548"/>
                  </a:lnTo>
                  <a:lnTo>
                    <a:pt x="6180" y="1572"/>
                  </a:lnTo>
                  <a:lnTo>
                    <a:pt x="6180" y="1584"/>
                  </a:lnTo>
                  <a:lnTo>
                    <a:pt x="6191" y="1596"/>
                  </a:lnTo>
                  <a:lnTo>
                    <a:pt x="6191" y="1608"/>
                  </a:lnTo>
                  <a:lnTo>
                    <a:pt x="6215" y="1632"/>
                  </a:lnTo>
                  <a:lnTo>
                    <a:pt x="6215" y="1643"/>
                  </a:lnTo>
                  <a:cubicBezTo>
                    <a:pt x="6215" y="1643"/>
                    <a:pt x="6215" y="1655"/>
                    <a:pt x="6227" y="1655"/>
                  </a:cubicBezTo>
                  <a:lnTo>
                    <a:pt x="6227" y="1667"/>
                  </a:lnTo>
                  <a:cubicBezTo>
                    <a:pt x="6227" y="1667"/>
                    <a:pt x="6227" y="1691"/>
                    <a:pt x="6239" y="1691"/>
                  </a:cubicBezTo>
                  <a:lnTo>
                    <a:pt x="6239" y="1703"/>
                  </a:lnTo>
                  <a:lnTo>
                    <a:pt x="6239" y="1715"/>
                  </a:lnTo>
                  <a:lnTo>
                    <a:pt x="6239" y="1727"/>
                  </a:lnTo>
                  <a:lnTo>
                    <a:pt x="6239" y="1751"/>
                  </a:lnTo>
                  <a:lnTo>
                    <a:pt x="6239" y="1763"/>
                  </a:lnTo>
                  <a:lnTo>
                    <a:pt x="6239" y="1786"/>
                  </a:lnTo>
                  <a:lnTo>
                    <a:pt x="6239" y="1822"/>
                  </a:lnTo>
                  <a:lnTo>
                    <a:pt x="6239" y="2655"/>
                  </a:lnTo>
                  <a:lnTo>
                    <a:pt x="4608" y="2655"/>
                  </a:lnTo>
                  <a:lnTo>
                    <a:pt x="4608" y="1822"/>
                  </a:lnTo>
                  <a:lnTo>
                    <a:pt x="4608" y="1786"/>
                  </a:lnTo>
                  <a:cubicBezTo>
                    <a:pt x="4620" y="1632"/>
                    <a:pt x="4751" y="1489"/>
                    <a:pt x="4906" y="1453"/>
                  </a:cubicBezTo>
                  <a:close/>
                  <a:moveTo>
                    <a:pt x="7977" y="1477"/>
                  </a:moveTo>
                  <a:cubicBezTo>
                    <a:pt x="8001" y="1477"/>
                    <a:pt x="8001" y="1477"/>
                    <a:pt x="8013" y="1489"/>
                  </a:cubicBezTo>
                  <a:lnTo>
                    <a:pt x="8025" y="1489"/>
                  </a:lnTo>
                  <a:cubicBezTo>
                    <a:pt x="8037" y="1489"/>
                    <a:pt x="8037" y="1489"/>
                    <a:pt x="8061" y="1513"/>
                  </a:cubicBezTo>
                  <a:lnTo>
                    <a:pt x="8073" y="1513"/>
                  </a:lnTo>
                  <a:cubicBezTo>
                    <a:pt x="8085" y="1513"/>
                    <a:pt x="8085" y="1524"/>
                    <a:pt x="8096" y="1524"/>
                  </a:cubicBezTo>
                  <a:lnTo>
                    <a:pt x="8120" y="1536"/>
                  </a:lnTo>
                  <a:lnTo>
                    <a:pt x="8132" y="1548"/>
                  </a:lnTo>
                  <a:lnTo>
                    <a:pt x="8144" y="1572"/>
                  </a:lnTo>
                  <a:lnTo>
                    <a:pt x="8144" y="1584"/>
                  </a:lnTo>
                  <a:lnTo>
                    <a:pt x="8156" y="1596"/>
                  </a:lnTo>
                  <a:lnTo>
                    <a:pt x="8156" y="1608"/>
                  </a:lnTo>
                  <a:lnTo>
                    <a:pt x="8180" y="1632"/>
                  </a:lnTo>
                  <a:lnTo>
                    <a:pt x="8180" y="1643"/>
                  </a:lnTo>
                  <a:cubicBezTo>
                    <a:pt x="8180" y="1643"/>
                    <a:pt x="8180" y="1655"/>
                    <a:pt x="8192" y="1655"/>
                  </a:cubicBezTo>
                  <a:lnTo>
                    <a:pt x="8192" y="1667"/>
                  </a:lnTo>
                  <a:cubicBezTo>
                    <a:pt x="8192" y="1667"/>
                    <a:pt x="8192" y="1691"/>
                    <a:pt x="8204" y="1691"/>
                  </a:cubicBezTo>
                  <a:lnTo>
                    <a:pt x="8204" y="1703"/>
                  </a:lnTo>
                  <a:lnTo>
                    <a:pt x="8204" y="1715"/>
                  </a:lnTo>
                  <a:lnTo>
                    <a:pt x="8204" y="1727"/>
                  </a:lnTo>
                  <a:lnTo>
                    <a:pt x="8204" y="1751"/>
                  </a:lnTo>
                  <a:lnTo>
                    <a:pt x="8204" y="1763"/>
                  </a:lnTo>
                  <a:lnTo>
                    <a:pt x="8204" y="1786"/>
                  </a:lnTo>
                  <a:lnTo>
                    <a:pt x="8204" y="1822"/>
                  </a:lnTo>
                  <a:lnTo>
                    <a:pt x="8204" y="2655"/>
                  </a:lnTo>
                  <a:lnTo>
                    <a:pt x="6572" y="2655"/>
                  </a:lnTo>
                  <a:lnTo>
                    <a:pt x="6572" y="1822"/>
                  </a:lnTo>
                  <a:lnTo>
                    <a:pt x="6572" y="1786"/>
                  </a:lnTo>
                  <a:lnTo>
                    <a:pt x="6572" y="1763"/>
                  </a:lnTo>
                  <a:lnTo>
                    <a:pt x="6572" y="1751"/>
                  </a:lnTo>
                  <a:lnTo>
                    <a:pt x="6572" y="1727"/>
                  </a:lnTo>
                  <a:lnTo>
                    <a:pt x="6572" y="1715"/>
                  </a:lnTo>
                  <a:lnTo>
                    <a:pt x="6572" y="1703"/>
                  </a:lnTo>
                  <a:lnTo>
                    <a:pt x="6572" y="1691"/>
                  </a:lnTo>
                  <a:cubicBezTo>
                    <a:pt x="6572" y="1691"/>
                    <a:pt x="6572" y="1667"/>
                    <a:pt x="6584" y="1667"/>
                  </a:cubicBezTo>
                  <a:lnTo>
                    <a:pt x="6584" y="1655"/>
                  </a:lnTo>
                  <a:cubicBezTo>
                    <a:pt x="6584" y="1655"/>
                    <a:pt x="6584" y="1643"/>
                    <a:pt x="6596" y="1643"/>
                  </a:cubicBezTo>
                  <a:lnTo>
                    <a:pt x="6596" y="1632"/>
                  </a:lnTo>
                  <a:lnTo>
                    <a:pt x="6608" y="1608"/>
                  </a:lnTo>
                  <a:lnTo>
                    <a:pt x="6608" y="1596"/>
                  </a:lnTo>
                  <a:lnTo>
                    <a:pt x="6632" y="1584"/>
                  </a:lnTo>
                  <a:lnTo>
                    <a:pt x="6632" y="1572"/>
                  </a:lnTo>
                  <a:lnTo>
                    <a:pt x="6644" y="1548"/>
                  </a:lnTo>
                  <a:lnTo>
                    <a:pt x="6656" y="1536"/>
                  </a:lnTo>
                  <a:lnTo>
                    <a:pt x="6668" y="1524"/>
                  </a:lnTo>
                  <a:cubicBezTo>
                    <a:pt x="6692" y="1524"/>
                    <a:pt x="6692" y="1513"/>
                    <a:pt x="6703" y="1513"/>
                  </a:cubicBezTo>
                  <a:lnTo>
                    <a:pt x="6715" y="1513"/>
                  </a:lnTo>
                  <a:cubicBezTo>
                    <a:pt x="6727" y="1513"/>
                    <a:pt x="6727" y="1489"/>
                    <a:pt x="6751" y="1489"/>
                  </a:cubicBezTo>
                  <a:lnTo>
                    <a:pt x="6763" y="1489"/>
                  </a:lnTo>
                  <a:cubicBezTo>
                    <a:pt x="6775" y="1489"/>
                    <a:pt x="6775" y="1489"/>
                    <a:pt x="6787" y="1477"/>
                  </a:cubicBezTo>
                  <a:close/>
                  <a:moveTo>
                    <a:pt x="1989" y="1477"/>
                  </a:moveTo>
                  <a:cubicBezTo>
                    <a:pt x="2191" y="1477"/>
                    <a:pt x="2358" y="1643"/>
                    <a:pt x="2358" y="1846"/>
                  </a:cubicBezTo>
                  <a:lnTo>
                    <a:pt x="2358" y="2679"/>
                  </a:lnTo>
                  <a:lnTo>
                    <a:pt x="726" y="2679"/>
                  </a:lnTo>
                  <a:lnTo>
                    <a:pt x="726" y="1846"/>
                  </a:lnTo>
                  <a:lnTo>
                    <a:pt x="738" y="1846"/>
                  </a:lnTo>
                  <a:cubicBezTo>
                    <a:pt x="738" y="1643"/>
                    <a:pt x="893" y="1477"/>
                    <a:pt x="1107" y="1477"/>
                  </a:cubicBezTo>
                  <a:close/>
                  <a:moveTo>
                    <a:pt x="3953" y="1477"/>
                  </a:moveTo>
                  <a:cubicBezTo>
                    <a:pt x="4155" y="1477"/>
                    <a:pt x="4322" y="1643"/>
                    <a:pt x="4322" y="1846"/>
                  </a:cubicBezTo>
                  <a:lnTo>
                    <a:pt x="4322" y="2679"/>
                  </a:lnTo>
                  <a:lnTo>
                    <a:pt x="2691" y="2679"/>
                  </a:lnTo>
                  <a:lnTo>
                    <a:pt x="2691" y="1846"/>
                  </a:lnTo>
                  <a:lnTo>
                    <a:pt x="2691" y="1822"/>
                  </a:lnTo>
                  <a:cubicBezTo>
                    <a:pt x="2703" y="1655"/>
                    <a:pt x="2834" y="1524"/>
                    <a:pt x="2989" y="1477"/>
                  </a:cubicBezTo>
                  <a:close/>
                  <a:moveTo>
                    <a:pt x="9835" y="1477"/>
                  </a:moveTo>
                  <a:cubicBezTo>
                    <a:pt x="10037" y="1477"/>
                    <a:pt x="10204" y="1643"/>
                    <a:pt x="10204" y="1846"/>
                  </a:cubicBezTo>
                  <a:lnTo>
                    <a:pt x="10204" y="2679"/>
                  </a:lnTo>
                  <a:lnTo>
                    <a:pt x="8561" y="2679"/>
                  </a:lnTo>
                  <a:lnTo>
                    <a:pt x="8561" y="1846"/>
                  </a:lnTo>
                  <a:lnTo>
                    <a:pt x="8561" y="1822"/>
                  </a:lnTo>
                  <a:lnTo>
                    <a:pt x="8561" y="1786"/>
                  </a:lnTo>
                  <a:lnTo>
                    <a:pt x="8561" y="1774"/>
                  </a:lnTo>
                  <a:lnTo>
                    <a:pt x="8561" y="1763"/>
                  </a:lnTo>
                  <a:lnTo>
                    <a:pt x="8561" y="1739"/>
                  </a:lnTo>
                  <a:lnTo>
                    <a:pt x="8561" y="1727"/>
                  </a:lnTo>
                  <a:lnTo>
                    <a:pt x="8561" y="1715"/>
                  </a:lnTo>
                  <a:cubicBezTo>
                    <a:pt x="8561" y="1715"/>
                    <a:pt x="8561" y="1703"/>
                    <a:pt x="8585" y="1703"/>
                  </a:cubicBezTo>
                  <a:lnTo>
                    <a:pt x="8585" y="1679"/>
                  </a:lnTo>
                  <a:cubicBezTo>
                    <a:pt x="8585" y="1679"/>
                    <a:pt x="8585" y="1667"/>
                    <a:pt x="8597" y="1667"/>
                  </a:cubicBezTo>
                  <a:lnTo>
                    <a:pt x="8597" y="1655"/>
                  </a:lnTo>
                  <a:lnTo>
                    <a:pt x="8608" y="1643"/>
                  </a:lnTo>
                  <a:lnTo>
                    <a:pt x="8608" y="1620"/>
                  </a:lnTo>
                  <a:lnTo>
                    <a:pt x="8620" y="1608"/>
                  </a:lnTo>
                  <a:lnTo>
                    <a:pt x="8620" y="1596"/>
                  </a:lnTo>
                  <a:lnTo>
                    <a:pt x="8632" y="1584"/>
                  </a:lnTo>
                  <a:lnTo>
                    <a:pt x="8656" y="1560"/>
                  </a:lnTo>
                  <a:lnTo>
                    <a:pt x="8668" y="1548"/>
                  </a:lnTo>
                  <a:cubicBezTo>
                    <a:pt x="8680" y="1548"/>
                    <a:pt x="8680" y="1536"/>
                    <a:pt x="8692" y="1536"/>
                  </a:cubicBezTo>
                  <a:lnTo>
                    <a:pt x="8716" y="1536"/>
                  </a:lnTo>
                  <a:cubicBezTo>
                    <a:pt x="8727" y="1536"/>
                    <a:pt x="8727" y="1524"/>
                    <a:pt x="8739" y="1524"/>
                  </a:cubicBezTo>
                  <a:lnTo>
                    <a:pt x="8751" y="1524"/>
                  </a:lnTo>
                  <a:cubicBezTo>
                    <a:pt x="8775" y="1524"/>
                    <a:pt x="8775" y="1524"/>
                    <a:pt x="8787" y="1501"/>
                  </a:cubicBezTo>
                  <a:lnTo>
                    <a:pt x="9394" y="1501"/>
                  </a:lnTo>
                  <a:lnTo>
                    <a:pt x="9394" y="1477"/>
                  </a:lnTo>
                  <a:close/>
                  <a:moveTo>
                    <a:pt x="10668" y="3013"/>
                  </a:moveTo>
                  <a:lnTo>
                    <a:pt x="10668" y="3251"/>
                  </a:lnTo>
                  <a:lnTo>
                    <a:pt x="310" y="3251"/>
                  </a:lnTo>
                  <a:lnTo>
                    <a:pt x="310" y="3013"/>
                  </a:lnTo>
                  <a:close/>
                  <a:moveTo>
                    <a:pt x="2131" y="0"/>
                  </a:moveTo>
                  <a:cubicBezTo>
                    <a:pt x="1750" y="0"/>
                    <a:pt x="1441" y="322"/>
                    <a:pt x="1441" y="703"/>
                  </a:cubicBezTo>
                  <a:lnTo>
                    <a:pt x="1441" y="1155"/>
                  </a:lnTo>
                  <a:lnTo>
                    <a:pt x="1155" y="1155"/>
                  </a:lnTo>
                  <a:cubicBezTo>
                    <a:pt x="762" y="1155"/>
                    <a:pt x="453" y="1465"/>
                    <a:pt x="453" y="1846"/>
                  </a:cubicBezTo>
                  <a:lnTo>
                    <a:pt x="453" y="2679"/>
                  </a:lnTo>
                  <a:lnTo>
                    <a:pt x="215" y="2679"/>
                  </a:lnTo>
                  <a:cubicBezTo>
                    <a:pt x="107" y="2679"/>
                    <a:pt x="0" y="2775"/>
                    <a:pt x="0" y="2894"/>
                  </a:cubicBezTo>
                  <a:lnTo>
                    <a:pt x="0" y="3370"/>
                  </a:lnTo>
                  <a:cubicBezTo>
                    <a:pt x="0" y="3477"/>
                    <a:pt x="95" y="3572"/>
                    <a:pt x="215" y="3572"/>
                  </a:cubicBezTo>
                  <a:lnTo>
                    <a:pt x="10811" y="3572"/>
                  </a:lnTo>
                  <a:cubicBezTo>
                    <a:pt x="10918" y="3572"/>
                    <a:pt x="11025" y="3489"/>
                    <a:pt x="11025" y="3370"/>
                  </a:cubicBezTo>
                  <a:lnTo>
                    <a:pt x="11025" y="2894"/>
                  </a:lnTo>
                  <a:cubicBezTo>
                    <a:pt x="10978" y="2775"/>
                    <a:pt x="10883" y="2679"/>
                    <a:pt x="10775" y="2679"/>
                  </a:cubicBezTo>
                  <a:lnTo>
                    <a:pt x="10549" y="2679"/>
                  </a:lnTo>
                  <a:lnTo>
                    <a:pt x="10549" y="1846"/>
                  </a:lnTo>
                  <a:cubicBezTo>
                    <a:pt x="10549" y="1465"/>
                    <a:pt x="10228" y="1155"/>
                    <a:pt x="9847" y="1155"/>
                  </a:cubicBezTo>
                  <a:lnTo>
                    <a:pt x="9561" y="1155"/>
                  </a:lnTo>
                  <a:lnTo>
                    <a:pt x="9561" y="703"/>
                  </a:lnTo>
                  <a:cubicBezTo>
                    <a:pt x="9561" y="322"/>
                    <a:pt x="9251" y="0"/>
                    <a:pt x="8858" y="0"/>
                  </a:cubicBezTo>
                  <a:lnTo>
                    <a:pt x="7977" y="0"/>
                  </a:lnTo>
                  <a:cubicBezTo>
                    <a:pt x="7763" y="0"/>
                    <a:pt x="7561" y="108"/>
                    <a:pt x="7442" y="262"/>
                  </a:cubicBezTo>
                  <a:cubicBezTo>
                    <a:pt x="7311" y="108"/>
                    <a:pt x="7120" y="0"/>
                    <a:pt x="6906" y="0"/>
                  </a:cubicBezTo>
                  <a:lnTo>
                    <a:pt x="6037" y="0"/>
                  </a:lnTo>
                  <a:cubicBezTo>
                    <a:pt x="5810" y="0"/>
                    <a:pt x="5620" y="108"/>
                    <a:pt x="5501" y="262"/>
                  </a:cubicBezTo>
                  <a:cubicBezTo>
                    <a:pt x="5358" y="108"/>
                    <a:pt x="5168" y="0"/>
                    <a:pt x="4965" y="0"/>
                  </a:cubicBezTo>
                  <a:lnTo>
                    <a:pt x="4084" y="0"/>
                  </a:lnTo>
                  <a:cubicBezTo>
                    <a:pt x="3858" y="0"/>
                    <a:pt x="3667" y="108"/>
                    <a:pt x="3548" y="262"/>
                  </a:cubicBezTo>
                  <a:cubicBezTo>
                    <a:pt x="3417" y="108"/>
                    <a:pt x="3227" y="0"/>
                    <a:pt x="3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7" name="Google Shape;11887;p66"/>
          <p:cNvGrpSpPr/>
          <p:nvPr/>
        </p:nvGrpSpPr>
        <p:grpSpPr>
          <a:xfrm>
            <a:off x="5326878" y="1804908"/>
            <a:ext cx="350332" cy="346229"/>
            <a:chOff x="5326878" y="1980358"/>
            <a:chExt cx="350332" cy="346229"/>
          </a:xfrm>
        </p:grpSpPr>
        <p:sp>
          <p:nvSpPr>
            <p:cNvPr id="11888" name="Google Shape;11888;p66"/>
            <p:cNvSpPr/>
            <p:nvPr/>
          </p:nvSpPr>
          <p:spPr>
            <a:xfrm>
              <a:off x="5352259" y="2005834"/>
              <a:ext cx="94715" cy="94683"/>
            </a:xfrm>
            <a:custGeom>
              <a:avLst/>
              <a:gdLst/>
              <a:ahLst/>
              <a:cxnLst/>
              <a:rect l="l" t="t" r="r" b="b"/>
              <a:pathLst>
                <a:path w="2978" h="2977" extrusionOk="0">
                  <a:moveTo>
                    <a:pt x="1501" y="298"/>
                  </a:moveTo>
                  <a:cubicBezTo>
                    <a:pt x="1799" y="298"/>
                    <a:pt x="2096" y="417"/>
                    <a:pt x="2334" y="643"/>
                  </a:cubicBezTo>
                  <a:cubicBezTo>
                    <a:pt x="2763" y="1107"/>
                    <a:pt x="2763" y="1846"/>
                    <a:pt x="2322" y="2310"/>
                  </a:cubicBezTo>
                  <a:cubicBezTo>
                    <a:pt x="2090" y="2542"/>
                    <a:pt x="1787" y="2658"/>
                    <a:pt x="1486" y="2658"/>
                  </a:cubicBezTo>
                  <a:cubicBezTo>
                    <a:pt x="1185" y="2658"/>
                    <a:pt x="888" y="2542"/>
                    <a:pt x="667" y="2310"/>
                  </a:cubicBezTo>
                  <a:cubicBezTo>
                    <a:pt x="441" y="2084"/>
                    <a:pt x="322" y="1786"/>
                    <a:pt x="322" y="1476"/>
                  </a:cubicBezTo>
                  <a:cubicBezTo>
                    <a:pt x="322" y="1155"/>
                    <a:pt x="441" y="857"/>
                    <a:pt x="667" y="643"/>
                  </a:cubicBezTo>
                  <a:cubicBezTo>
                    <a:pt x="894" y="417"/>
                    <a:pt x="1203" y="298"/>
                    <a:pt x="1501" y="298"/>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63"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66"/>
            <p:cNvSpPr/>
            <p:nvPr/>
          </p:nvSpPr>
          <p:spPr>
            <a:xfrm>
              <a:off x="5534024" y="2005834"/>
              <a:ext cx="94715" cy="94683"/>
            </a:xfrm>
            <a:custGeom>
              <a:avLst/>
              <a:gdLst/>
              <a:ahLst/>
              <a:cxnLst/>
              <a:rect l="l" t="t" r="r" b="b"/>
              <a:pathLst>
                <a:path w="2978" h="2977" extrusionOk="0">
                  <a:moveTo>
                    <a:pt x="1489" y="310"/>
                  </a:moveTo>
                  <a:cubicBezTo>
                    <a:pt x="1787" y="310"/>
                    <a:pt x="2084" y="429"/>
                    <a:pt x="2322" y="655"/>
                  </a:cubicBezTo>
                  <a:cubicBezTo>
                    <a:pt x="2763" y="1107"/>
                    <a:pt x="2763" y="1846"/>
                    <a:pt x="2299" y="2310"/>
                  </a:cubicBezTo>
                  <a:cubicBezTo>
                    <a:pt x="2072" y="2542"/>
                    <a:pt x="1772" y="2658"/>
                    <a:pt x="1473" y="2658"/>
                  </a:cubicBezTo>
                  <a:cubicBezTo>
                    <a:pt x="1173" y="2658"/>
                    <a:pt x="876" y="2542"/>
                    <a:pt x="656" y="2310"/>
                  </a:cubicBezTo>
                  <a:cubicBezTo>
                    <a:pt x="191" y="1846"/>
                    <a:pt x="191" y="1107"/>
                    <a:pt x="656" y="655"/>
                  </a:cubicBezTo>
                  <a:cubicBezTo>
                    <a:pt x="870" y="429"/>
                    <a:pt x="1191" y="310"/>
                    <a:pt x="1489" y="310"/>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51"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66"/>
            <p:cNvSpPr/>
            <p:nvPr/>
          </p:nvSpPr>
          <p:spPr>
            <a:xfrm>
              <a:off x="5326878" y="1980358"/>
              <a:ext cx="350332" cy="144776"/>
            </a:xfrm>
            <a:custGeom>
              <a:avLst/>
              <a:gdLst/>
              <a:ahLst/>
              <a:cxnLst/>
              <a:rect l="l" t="t" r="r" b="b"/>
              <a:pathLst>
                <a:path w="11015" h="4552" extrusionOk="0">
                  <a:moveTo>
                    <a:pt x="5144" y="420"/>
                  </a:moveTo>
                  <a:cubicBezTo>
                    <a:pt x="5454" y="420"/>
                    <a:pt x="5692" y="670"/>
                    <a:pt x="5692" y="968"/>
                  </a:cubicBezTo>
                  <a:lnTo>
                    <a:pt x="5692" y="980"/>
                  </a:lnTo>
                  <a:lnTo>
                    <a:pt x="5645" y="956"/>
                  </a:lnTo>
                  <a:cubicBezTo>
                    <a:pt x="5585" y="920"/>
                    <a:pt x="5537" y="908"/>
                    <a:pt x="5478" y="896"/>
                  </a:cubicBezTo>
                  <a:lnTo>
                    <a:pt x="5466" y="896"/>
                  </a:lnTo>
                  <a:cubicBezTo>
                    <a:pt x="5364" y="864"/>
                    <a:pt x="5257" y="848"/>
                    <a:pt x="5148" y="848"/>
                  </a:cubicBezTo>
                  <a:cubicBezTo>
                    <a:pt x="4976" y="848"/>
                    <a:pt x="4800" y="888"/>
                    <a:pt x="4633" y="968"/>
                  </a:cubicBezTo>
                  <a:lnTo>
                    <a:pt x="4585" y="992"/>
                  </a:lnTo>
                  <a:lnTo>
                    <a:pt x="4585" y="980"/>
                  </a:lnTo>
                  <a:cubicBezTo>
                    <a:pt x="4585" y="670"/>
                    <a:pt x="4823" y="420"/>
                    <a:pt x="5144" y="420"/>
                  </a:cubicBezTo>
                  <a:close/>
                  <a:moveTo>
                    <a:pt x="5129" y="1184"/>
                  </a:moveTo>
                  <a:cubicBezTo>
                    <a:pt x="5263" y="1184"/>
                    <a:pt x="5391" y="1216"/>
                    <a:pt x="5514" y="1265"/>
                  </a:cubicBezTo>
                  <a:lnTo>
                    <a:pt x="5883" y="1444"/>
                  </a:lnTo>
                  <a:cubicBezTo>
                    <a:pt x="5764" y="1706"/>
                    <a:pt x="5704" y="2004"/>
                    <a:pt x="5716" y="2301"/>
                  </a:cubicBezTo>
                  <a:lnTo>
                    <a:pt x="5645" y="2277"/>
                  </a:lnTo>
                  <a:cubicBezTo>
                    <a:pt x="5484" y="2200"/>
                    <a:pt x="5308" y="2161"/>
                    <a:pt x="5134" y="2161"/>
                  </a:cubicBezTo>
                  <a:cubicBezTo>
                    <a:pt x="4960" y="2161"/>
                    <a:pt x="4787" y="2200"/>
                    <a:pt x="4633" y="2277"/>
                  </a:cubicBezTo>
                  <a:lnTo>
                    <a:pt x="4561" y="2301"/>
                  </a:lnTo>
                  <a:cubicBezTo>
                    <a:pt x="4561" y="2004"/>
                    <a:pt x="4502" y="1706"/>
                    <a:pt x="4394" y="1432"/>
                  </a:cubicBezTo>
                  <a:lnTo>
                    <a:pt x="4525" y="1373"/>
                  </a:lnTo>
                  <a:lnTo>
                    <a:pt x="4763" y="1265"/>
                  </a:lnTo>
                  <a:cubicBezTo>
                    <a:pt x="4823" y="1230"/>
                    <a:pt x="4883" y="1218"/>
                    <a:pt x="4942" y="1206"/>
                  </a:cubicBezTo>
                  <a:cubicBezTo>
                    <a:pt x="5006" y="1191"/>
                    <a:pt x="5068" y="1184"/>
                    <a:pt x="5129" y="1184"/>
                  </a:cubicBezTo>
                  <a:close/>
                  <a:moveTo>
                    <a:pt x="10348" y="1885"/>
                  </a:moveTo>
                  <a:cubicBezTo>
                    <a:pt x="10538" y="1885"/>
                    <a:pt x="10693" y="2039"/>
                    <a:pt x="10693" y="2230"/>
                  </a:cubicBezTo>
                  <a:lnTo>
                    <a:pt x="10693" y="2301"/>
                  </a:lnTo>
                  <a:cubicBezTo>
                    <a:pt x="10693" y="2504"/>
                    <a:pt x="10538" y="2647"/>
                    <a:pt x="10348" y="2647"/>
                  </a:cubicBezTo>
                  <a:lnTo>
                    <a:pt x="10240" y="2647"/>
                  </a:lnTo>
                  <a:lnTo>
                    <a:pt x="10240" y="2599"/>
                  </a:lnTo>
                  <a:lnTo>
                    <a:pt x="10240" y="2587"/>
                  </a:lnTo>
                  <a:cubicBezTo>
                    <a:pt x="10240" y="2563"/>
                    <a:pt x="10252" y="2516"/>
                    <a:pt x="10252" y="2480"/>
                  </a:cubicBezTo>
                  <a:cubicBezTo>
                    <a:pt x="10252" y="2420"/>
                    <a:pt x="10276" y="2385"/>
                    <a:pt x="10276" y="2325"/>
                  </a:cubicBezTo>
                  <a:lnTo>
                    <a:pt x="10276" y="2218"/>
                  </a:lnTo>
                  <a:cubicBezTo>
                    <a:pt x="10276" y="2158"/>
                    <a:pt x="10276" y="2111"/>
                    <a:pt x="10252" y="2051"/>
                  </a:cubicBezTo>
                  <a:cubicBezTo>
                    <a:pt x="10252" y="2027"/>
                    <a:pt x="10252" y="1980"/>
                    <a:pt x="10240" y="1944"/>
                  </a:cubicBezTo>
                  <a:lnTo>
                    <a:pt x="10240" y="1932"/>
                  </a:lnTo>
                  <a:lnTo>
                    <a:pt x="10240" y="1885"/>
                  </a:lnTo>
                  <a:close/>
                  <a:moveTo>
                    <a:pt x="2287" y="325"/>
                  </a:moveTo>
                  <a:cubicBezTo>
                    <a:pt x="2787" y="325"/>
                    <a:pt x="3275" y="515"/>
                    <a:pt x="3668" y="896"/>
                  </a:cubicBezTo>
                  <a:cubicBezTo>
                    <a:pt x="3823" y="1051"/>
                    <a:pt x="3954" y="1230"/>
                    <a:pt x="4049" y="1432"/>
                  </a:cubicBezTo>
                  <a:cubicBezTo>
                    <a:pt x="4049" y="1444"/>
                    <a:pt x="4061" y="1456"/>
                    <a:pt x="4061" y="1456"/>
                  </a:cubicBezTo>
                  <a:cubicBezTo>
                    <a:pt x="4085" y="1468"/>
                    <a:pt x="4085" y="1504"/>
                    <a:pt x="4097" y="1515"/>
                  </a:cubicBezTo>
                  <a:lnTo>
                    <a:pt x="4097" y="1527"/>
                  </a:lnTo>
                  <a:cubicBezTo>
                    <a:pt x="4109" y="1563"/>
                    <a:pt x="4109" y="1587"/>
                    <a:pt x="4121" y="1623"/>
                  </a:cubicBezTo>
                  <a:lnTo>
                    <a:pt x="4121" y="1634"/>
                  </a:lnTo>
                  <a:cubicBezTo>
                    <a:pt x="4371" y="2325"/>
                    <a:pt x="4216" y="3123"/>
                    <a:pt x="3668" y="3659"/>
                  </a:cubicBezTo>
                  <a:cubicBezTo>
                    <a:pt x="3287" y="4040"/>
                    <a:pt x="2784" y="4230"/>
                    <a:pt x="2281" y="4230"/>
                  </a:cubicBezTo>
                  <a:cubicBezTo>
                    <a:pt x="1778" y="4230"/>
                    <a:pt x="1275" y="4040"/>
                    <a:pt x="894" y="3659"/>
                  </a:cubicBezTo>
                  <a:cubicBezTo>
                    <a:pt x="525" y="3289"/>
                    <a:pt x="311" y="2801"/>
                    <a:pt x="311" y="2277"/>
                  </a:cubicBezTo>
                  <a:cubicBezTo>
                    <a:pt x="311" y="1754"/>
                    <a:pt x="525" y="1265"/>
                    <a:pt x="894" y="896"/>
                  </a:cubicBezTo>
                  <a:cubicBezTo>
                    <a:pt x="1287" y="503"/>
                    <a:pt x="1775" y="325"/>
                    <a:pt x="2287" y="325"/>
                  </a:cubicBezTo>
                  <a:close/>
                  <a:moveTo>
                    <a:pt x="7978" y="337"/>
                  </a:moveTo>
                  <a:cubicBezTo>
                    <a:pt x="8490" y="337"/>
                    <a:pt x="8978" y="527"/>
                    <a:pt x="9371" y="908"/>
                  </a:cubicBezTo>
                  <a:cubicBezTo>
                    <a:pt x="9633" y="1170"/>
                    <a:pt x="9800" y="1480"/>
                    <a:pt x="9883" y="1825"/>
                  </a:cubicBezTo>
                  <a:cubicBezTo>
                    <a:pt x="9967" y="2123"/>
                    <a:pt x="9967" y="2444"/>
                    <a:pt x="9883" y="2754"/>
                  </a:cubicBezTo>
                  <a:cubicBezTo>
                    <a:pt x="9800" y="3099"/>
                    <a:pt x="9633" y="3409"/>
                    <a:pt x="9371" y="3670"/>
                  </a:cubicBezTo>
                  <a:cubicBezTo>
                    <a:pt x="8990" y="4051"/>
                    <a:pt x="8487" y="4242"/>
                    <a:pt x="7984" y="4242"/>
                  </a:cubicBezTo>
                  <a:cubicBezTo>
                    <a:pt x="7481" y="4242"/>
                    <a:pt x="6978" y="4051"/>
                    <a:pt x="6597" y="3670"/>
                  </a:cubicBezTo>
                  <a:cubicBezTo>
                    <a:pt x="6049" y="3123"/>
                    <a:pt x="5895" y="2337"/>
                    <a:pt x="6133" y="1646"/>
                  </a:cubicBezTo>
                  <a:lnTo>
                    <a:pt x="6133" y="1634"/>
                  </a:lnTo>
                  <a:cubicBezTo>
                    <a:pt x="6157" y="1611"/>
                    <a:pt x="6157" y="1575"/>
                    <a:pt x="6168" y="1539"/>
                  </a:cubicBezTo>
                  <a:lnTo>
                    <a:pt x="6168" y="1527"/>
                  </a:lnTo>
                  <a:cubicBezTo>
                    <a:pt x="6180" y="1515"/>
                    <a:pt x="6180" y="1480"/>
                    <a:pt x="6192" y="1468"/>
                  </a:cubicBezTo>
                  <a:cubicBezTo>
                    <a:pt x="6192" y="1456"/>
                    <a:pt x="6216" y="1444"/>
                    <a:pt x="6216" y="1444"/>
                  </a:cubicBezTo>
                  <a:cubicBezTo>
                    <a:pt x="6299" y="1242"/>
                    <a:pt x="6430" y="1063"/>
                    <a:pt x="6597" y="908"/>
                  </a:cubicBezTo>
                  <a:cubicBezTo>
                    <a:pt x="6990" y="515"/>
                    <a:pt x="7478" y="337"/>
                    <a:pt x="7978" y="337"/>
                  </a:cubicBezTo>
                  <a:close/>
                  <a:moveTo>
                    <a:pt x="2287" y="0"/>
                  </a:moveTo>
                  <a:cubicBezTo>
                    <a:pt x="1701" y="0"/>
                    <a:pt x="1114" y="224"/>
                    <a:pt x="668" y="670"/>
                  </a:cubicBezTo>
                  <a:cubicBezTo>
                    <a:pt x="239" y="1099"/>
                    <a:pt x="1" y="1670"/>
                    <a:pt x="1" y="2277"/>
                  </a:cubicBezTo>
                  <a:cubicBezTo>
                    <a:pt x="1" y="2885"/>
                    <a:pt x="239" y="3456"/>
                    <a:pt x="668" y="3885"/>
                  </a:cubicBezTo>
                  <a:cubicBezTo>
                    <a:pt x="1120" y="4325"/>
                    <a:pt x="1704" y="4552"/>
                    <a:pt x="2275" y="4552"/>
                  </a:cubicBezTo>
                  <a:cubicBezTo>
                    <a:pt x="2858" y="4552"/>
                    <a:pt x="3442" y="4325"/>
                    <a:pt x="3882" y="3885"/>
                  </a:cubicBezTo>
                  <a:cubicBezTo>
                    <a:pt x="4228" y="3539"/>
                    <a:pt x="4442" y="3111"/>
                    <a:pt x="4525" y="2658"/>
                  </a:cubicBezTo>
                  <a:lnTo>
                    <a:pt x="4763" y="2563"/>
                  </a:lnTo>
                  <a:cubicBezTo>
                    <a:pt x="4883" y="2510"/>
                    <a:pt x="5011" y="2483"/>
                    <a:pt x="5139" y="2483"/>
                  </a:cubicBezTo>
                  <a:cubicBezTo>
                    <a:pt x="5267" y="2483"/>
                    <a:pt x="5395" y="2510"/>
                    <a:pt x="5514" y="2563"/>
                  </a:cubicBezTo>
                  <a:lnTo>
                    <a:pt x="5752" y="2658"/>
                  </a:lnTo>
                  <a:cubicBezTo>
                    <a:pt x="5823" y="3111"/>
                    <a:pt x="6026" y="3539"/>
                    <a:pt x="6383" y="3885"/>
                  </a:cubicBezTo>
                  <a:cubicBezTo>
                    <a:pt x="6835" y="4325"/>
                    <a:pt x="7419" y="4552"/>
                    <a:pt x="7990" y="4552"/>
                  </a:cubicBezTo>
                  <a:cubicBezTo>
                    <a:pt x="8573" y="4552"/>
                    <a:pt x="9157" y="4325"/>
                    <a:pt x="9597" y="3885"/>
                  </a:cubicBezTo>
                  <a:cubicBezTo>
                    <a:pt x="9871" y="3611"/>
                    <a:pt x="10050" y="3301"/>
                    <a:pt x="10169" y="2956"/>
                  </a:cubicBezTo>
                  <a:lnTo>
                    <a:pt x="10348" y="2956"/>
                  </a:lnTo>
                  <a:cubicBezTo>
                    <a:pt x="10717" y="2956"/>
                    <a:pt x="11014" y="2658"/>
                    <a:pt x="11014" y="2289"/>
                  </a:cubicBezTo>
                  <a:lnTo>
                    <a:pt x="11014" y="2230"/>
                  </a:lnTo>
                  <a:cubicBezTo>
                    <a:pt x="11002" y="1885"/>
                    <a:pt x="10705" y="1587"/>
                    <a:pt x="10348" y="1587"/>
                  </a:cubicBezTo>
                  <a:lnTo>
                    <a:pt x="10169" y="1587"/>
                  </a:lnTo>
                  <a:cubicBezTo>
                    <a:pt x="10062" y="1253"/>
                    <a:pt x="9871" y="932"/>
                    <a:pt x="9609" y="670"/>
                  </a:cubicBezTo>
                  <a:cubicBezTo>
                    <a:pt x="9163" y="224"/>
                    <a:pt x="8576" y="0"/>
                    <a:pt x="7990" y="0"/>
                  </a:cubicBezTo>
                  <a:cubicBezTo>
                    <a:pt x="7404" y="0"/>
                    <a:pt x="6817" y="224"/>
                    <a:pt x="6371" y="670"/>
                  </a:cubicBezTo>
                  <a:cubicBezTo>
                    <a:pt x="6228" y="813"/>
                    <a:pt x="6109" y="968"/>
                    <a:pt x="6014" y="1134"/>
                  </a:cubicBezTo>
                  <a:lnTo>
                    <a:pt x="6002" y="1111"/>
                  </a:lnTo>
                  <a:cubicBezTo>
                    <a:pt x="6014" y="1075"/>
                    <a:pt x="6014" y="1015"/>
                    <a:pt x="6014" y="968"/>
                  </a:cubicBezTo>
                  <a:cubicBezTo>
                    <a:pt x="6014" y="491"/>
                    <a:pt x="5633" y="87"/>
                    <a:pt x="5133" y="87"/>
                  </a:cubicBezTo>
                  <a:cubicBezTo>
                    <a:pt x="4644" y="87"/>
                    <a:pt x="4263" y="480"/>
                    <a:pt x="4263" y="968"/>
                  </a:cubicBezTo>
                  <a:cubicBezTo>
                    <a:pt x="4263" y="1015"/>
                    <a:pt x="4263" y="1075"/>
                    <a:pt x="4275" y="1111"/>
                  </a:cubicBezTo>
                  <a:lnTo>
                    <a:pt x="4263" y="1134"/>
                  </a:lnTo>
                  <a:cubicBezTo>
                    <a:pt x="4156" y="968"/>
                    <a:pt x="4037" y="801"/>
                    <a:pt x="3906" y="670"/>
                  </a:cubicBezTo>
                  <a:cubicBezTo>
                    <a:pt x="3460" y="224"/>
                    <a:pt x="2873" y="0"/>
                    <a:pt x="2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66"/>
            <p:cNvSpPr/>
            <p:nvPr/>
          </p:nvSpPr>
          <p:spPr>
            <a:xfrm>
              <a:off x="5627181" y="2089131"/>
              <a:ext cx="42460" cy="237456"/>
            </a:xfrm>
            <a:custGeom>
              <a:avLst/>
              <a:gdLst/>
              <a:ahLst/>
              <a:cxnLst/>
              <a:rect l="l" t="t" r="r" b="b"/>
              <a:pathLst>
                <a:path w="1335" h="7466" extrusionOk="0">
                  <a:moveTo>
                    <a:pt x="834" y="3799"/>
                  </a:moveTo>
                  <a:lnTo>
                    <a:pt x="1013" y="7025"/>
                  </a:lnTo>
                  <a:cubicBezTo>
                    <a:pt x="1025" y="7073"/>
                    <a:pt x="1013" y="7097"/>
                    <a:pt x="977" y="7120"/>
                  </a:cubicBezTo>
                  <a:cubicBezTo>
                    <a:pt x="953" y="7144"/>
                    <a:pt x="917" y="7156"/>
                    <a:pt x="894" y="7156"/>
                  </a:cubicBezTo>
                  <a:lnTo>
                    <a:pt x="429" y="7156"/>
                  </a:lnTo>
                  <a:cubicBezTo>
                    <a:pt x="405" y="7156"/>
                    <a:pt x="370" y="7144"/>
                    <a:pt x="346" y="7120"/>
                  </a:cubicBezTo>
                  <a:cubicBezTo>
                    <a:pt x="310" y="7085"/>
                    <a:pt x="310" y="7061"/>
                    <a:pt x="310" y="7025"/>
                  </a:cubicBezTo>
                  <a:lnTo>
                    <a:pt x="489" y="3799"/>
                  </a:lnTo>
                  <a:close/>
                  <a:moveTo>
                    <a:pt x="1001" y="0"/>
                  </a:moveTo>
                  <a:cubicBezTo>
                    <a:pt x="906" y="0"/>
                    <a:pt x="834" y="72"/>
                    <a:pt x="834" y="167"/>
                  </a:cubicBezTo>
                  <a:lnTo>
                    <a:pt x="834" y="3489"/>
                  </a:lnTo>
                  <a:lnTo>
                    <a:pt x="501" y="3489"/>
                  </a:lnTo>
                  <a:lnTo>
                    <a:pt x="501" y="881"/>
                  </a:lnTo>
                  <a:cubicBezTo>
                    <a:pt x="501" y="786"/>
                    <a:pt x="429" y="715"/>
                    <a:pt x="346" y="715"/>
                  </a:cubicBezTo>
                  <a:cubicBezTo>
                    <a:pt x="251" y="715"/>
                    <a:pt x="179" y="786"/>
                    <a:pt x="179" y="881"/>
                  </a:cubicBezTo>
                  <a:lnTo>
                    <a:pt x="179" y="3668"/>
                  </a:lnTo>
                  <a:lnTo>
                    <a:pt x="1" y="7013"/>
                  </a:lnTo>
                  <a:cubicBezTo>
                    <a:pt x="1" y="7132"/>
                    <a:pt x="48" y="7251"/>
                    <a:pt x="120" y="7335"/>
                  </a:cubicBezTo>
                  <a:cubicBezTo>
                    <a:pt x="203" y="7430"/>
                    <a:pt x="310" y="7466"/>
                    <a:pt x="429" y="7466"/>
                  </a:cubicBezTo>
                  <a:lnTo>
                    <a:pt x="894" y="7466"/>
                  </a:lnTo>
                  <a:cubicBezTo>
                    <a:pt x="1013" y="7466"/>
                    <a:pt x="1132" y="7430"/>
                    <a:pt x="1203" y="7335"/>
                  </a:cubicBezTo>
                  <a:cubicBezTo>
                    <a:pt x="1287" y="7251"/>
                    <a:pt x="1334" y="7132"/>
                    <a:pt x="1334" y="7013"/>
                  </a:cubicBezTo>
                  <a:lnTo>
                    <a:pt x="1156" y="3632"/>
                  </a:lnTo>
                  <a:lnTo>
                    <a:pt x="1156" y="167"/>
                  </a:lnTo>
                  <a:cubicBezTo>
                    <a:pt x="1156" y="72"/>
                    <a:pt x="1084"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92" name="Google Shape;11892;p66"/>
          <p:cNvSpPr/>
          <p:nvPr/>
        </p:nvSpPr>
        <p:spPr>
          <a:xfrm>
            <a:off x="7992774" y="1802332"/>
            <a:ext cx="330645" cy="349950"/>
          </a:xfrm>
          <a:custGeom>
            <a:avLst/>
            <a:gdLst/>
            <a:ahLst/>
            <a:cxnLst/>
            <a:rect l="l" t="t" r="r" b="b"/>
            <a:pathLst>
              <a:path w="10396" h="11003" extrusionOk="0">
                <a:moveTo>
                  <a:pt x="9740" y="2406"/>
                </a:moveTo>
                <a:cubicBezTo>
                  <a:pt x="9764" y="2418"/>
                  <a:pt x="9788" y="2442"/>
                  <a:pt x="9800" y="2466"/>
                </a:cubicBezTo>
                <a:cubicBezTo>
                  <a:pt x="9919" y="2620"/>
                  <a:pt x="9883" y="2847"/>
                  <a:pt x="9728" y="2966"/>
                </a:cubicBezTo>
                <a:lnTo>
                  <a:pt x="9740" y="2406"/>
                </a:lnTo>
                <a:close/>
                <a:moveTo>
                  <a:pt x="9728" y="3656"/>
                </a:moveTo>
                <a:cubicBezTo>
                  <a:pt x="9764" y="3680"/>
                  <a:pt x="9812" y="3716"/>
                  <a:pt x="9847" y="3751"/>
                </a:cubicBezTo>
                <a:cubicBezTo>
                  <a:pt x="9967" y="3918"/>
                  <a:pt x="9931" y="4144"/>
                  <a:pt x="9764" y="4275"/>
                </a:cubicBezTo>
                <a:lnTo>
                  <a:pt x="9705" y="4323"/>
                </a:lnTo>
                <a:lnTo>
                  <a:pt x="9728" y="3656"/>
                </a:lnTo>
                <a:close/>
                <a:moveTo>
                  <a:pt x="9705" y="4883"/>
                </a:moveTo>
                <a:cubicBezTo>
                  <a:pt x="9788" y="4906"/>
                  <a:pt x="9847" y="4942"/>
                  <a:pt x="9895" y="5025"/>
                </a:cubicBezTo>
                <a:cubicBezTo>
                  <a:pt x="9967" y="5109"/>
                  <a:pt x="9990" y="5216"/>
                  <a:pt x="9978" y="5299"/>
                </a:cubicBezTo>
                <a:cubicBezTo>
                  <a:pt x="9967" y="5406"/>
                  <a:pt x="9919" y="5478"/>
                  <a:pt x="9847" y="5537"/>
                </a:cubicBezTo>
                <a:lnTo>
                  <a:pt x="9705" y="5633"/>
                </a:lnTo>
                <a:lnTo>
                  <a:pt x="9705" y="4883"/>
                </a:lnTo>
                <a:close/>
                <a:moveTo>
                  <a:pt x="8835" y="8490"/>
                </a:moveTo>
                <a:lnTo>
                  <a:pt x="8835" y="8847"/>
                </a:lnTo>
                <a:lnTo>
                  <a:pt x="5264" y="8847"/>
                </a:lnTo>
                <a:lnTo>
                  <a:pt x="5264" y="8490"/>
                </a:lnTo>
                <a:close/>
                <a:moveTo>
                  <a:pt x="2299" y="6061"/>
                </a:moveTo>
                <a:lnTo>
                  <a:pt x="2323" y="6109"/>
                </a:lnTo>
                <a:lnTo>
                  <a:pt x="3894" y="8145"/>
                </a:lnTo>
                <a:lnTo>
                  <a:pt x="4466" y="8907"/>
                </a:lnTo>
                <a:lnTo>
                  <a:pt x="4192" y="9109"/>
                </a:lnTo>
                <a:lnTo>
                  <a:pt x="2013" y="6287"/>
                </a:lnTo>
                <a:lnTo>
                  <a:pt x="2299" y="6061"/>
                </a:lnTo>
                <a:close/>
                <a:moveTo>
                  <a:pt x="1656" y="6335"/>
                </a:moveTo>
                <a:lnTo>
                  <a:pt x="4037" y="9443"/>
                </a:lnTo>
                <a:lnTo>
                  <a:pt x="2858" y="10443"/>
                </a:lnTo>
                <a:lnTo>
                  <a:pt x="382" y="7192"/>
                </a:lnTo>
                <a:lnTo>
                  <a:pt x="1656" y="6335"/>
                </a:lnTo>
                <a:close/>
                <a:moveTo>
                  <a:pt x="8978" y="9169"/>
                </a:moveTo>
                <a:lnTo>
                  <a:pt x="9085" y="10705"/>
                </a:lnTo>
                <a:lnTo>
                  <a:pt x="5002" y="10705"/>
                </a:lnTo>
                <a:lnTo>
                  <a:pt x="5097" y="9169"/>
                </a:lnTo>
                <a:close/>
                <a:moveTo>
                  <a:pt x="6895" y="1"/>
                </a:moveTo>
                <a:cubicBezTo>
                  <a:pt x="6716" y="1"/>
                  <a:pt x="6538" y="84"/>
                  <a:pt x="6407" y="215"/>
                </a:cubicBezTo>
                <a:cubicBezTo>
                  <a:pt x="6276" y="346"/>
                  <a:pt x="6192" y="513"/>
                  <a:pt x="6192" y="703"/>
                </a:cubicBezTo>
                <a:lnTo>
                  <a:pt x="6192" y="727"/>
                </a:lnTo>
                <a:cubicBezTo>
                  <a:pt x="6073" y="656"/>
                  <a:pt x="5942" y="632"/>
                  <a:pt x="5811" y="632"/>
                </a:cubicBezTo>
                <a:cubicBezTo>
                  <a:pt x="5442" y="644"/>
                  <a:pt x="5144" y="953"/>
                  <a:pt x="5144" y="1323"/>
                </a:cubicBezTo>
                <a:lnTo>
                  <a:pt x="5144" y="3751"/>
                </a:lnTo>
                <a:lnTo>
                  <a:pt x="4680" y="4109"/>
                </a:lnTo>
                <a:lnTo>
                  <a:pt x="4811" y="3192"/>
                </a:lnTo>
                <a:cubicBezTo>
                  <a:pt x="4859" y="2811"/>
                  <a:pt x="4609" y="2466"/>
                  <a:pt x="4216" y="2418"/>
                </a:cubicBezTo>
                <a:cubicBezTo>
                  <a:pt x="4174" y="2411"/>
                  <a:pt x="4135" y="2408"/>
                  <a:pt x="4097" y="2408"/>
                </a:cubicBezTo>
                <a:cubicBezTo>
                  <a:pt x="3664" y="2408"/>
                  <a:pt x="3509" y="2823"/>
                  <a:pt x="3454" y="2966"/>
                </a:cubicBezTo>
                <a:lnTo>
                  <a:pt x="3180" y="3728"/>
                </a:lnTo>
                <a:cubicBezTo>
                  <a:pt x="3144" y="3811"/>
                  <a:pt x="3192" y="3906"/>
                  <a:pt x="3263" y="3930"/>
                </a:cubicBezTo>
                <a:cubicBezTo>
                  <a:pt x="3286" y="3938"/>
                  <a:pt x="3307" y="3942"/>
                  <a:pt x="3328" y="3942"/>
                </a:cubicBezTo>
                <a:cubicBezTo>
                  <a:pt x="3395" y="3942"/>
                  <a:pt x="3450" y="3901"/>
                  <a:pt x="3478" y="3847"/>
                </a:cubicBezTo>
                <a:lnTo>
                  <a:pt x="3751" y="3085"/>
                </a:lnTo>
                <a:cubicBezTo>
                  <a:pt x="3875" y="2775"/>
                  <a:pt x="3999" y="2725"/>
                  <a:pt x="4116" y="2725"/>
                </a:cubicBezTo>
                <a:cubicBezTo>
                  <a:pt x="4133" y="2725"/>
                  <a:pt x="4151" y="2726"/>
                  <a:pt x="4168" y="2728"/>
                </a:cubicBezTo>
                <a:cubicBezTo>
                  <a:pt x="4371" y="2751"/>
                  <a:pt x="4513" y="2930"/>
                  <a:pt x="4490" y="3144"/>
                </a:cubicBezTo>
                <a:lnTo>
                  <a:pt x="4335" y="4204"/>
                </a:lnTo>
                <a:cubicBezTo>
                  <a:pt x="4323" y="4299"/>
                  <a:pt x="4371" y="4406"/>
                  <a:pt x="4466" y="4466"/>
                </a:cubicBezTo>
                <a:cubicBezTo>
                  <a:pt x="4514" y="4493"/>
                  <a:pt x="4562" y="4505"/>
                  <a:pt x="4608" y="4505"/>
                </a:cubicBezTo>
                <a:cubicBezTo>
                  <a:pt x="4665" y="4505"/>
                  <a:pt x="4718" y="4487"/>
                  <a:pt x="4763" y="4454"/>
                </a:cubicBezTo>
                <a:lnTo>
                  <a:pt x="5144" y="4168"/>
                </a:lnTo>
                <a:lnTo>
                  <a:pt x="5144" y="5383"/>
                </a:lnTo>
                <a:lnTo>
                  <a:pt x="4490" y="4704"/>
                </a:lnTo>
                <a:cubicBezTo>
                  <a:pt x="4353" y="4573"/>
                  <a:pt x="4177" y="4507"/>
                  <a:pt x="4001" y="4507"/>
                </a:cubicBezTo>
                <a:cubicBezTo>
                  <a:pt x="3826" y="4507"/>
                  <a:pt x="3650" y="4573"/>
                  <a:pt x="3513" y="4704"/>
                </a:cubicBezTo>
                <a:lnTo>
                  <a:pt x="3490" y="4740"/>
                </a:lnTo>
                <a:cubicBezTo>
                  <a:pt x="3370" y="4871"/>
                  <a:pt x="3311" y="5014"/>
                  <a:pt x="3311" y="5204"/>
                </a:cubicBezTo>
                <a:cubicBezTo>
                  <a:pt x="3311" y="5347"/>
                  <a:pt x="3359" y="5502"/>
                  <a:pt x="3454" y="5621"/>
                </a:cubicBezTo>
                <a:cubicBezTo>
                  <a:pt x="3454" y="5633"/>
                  <a:pt x="3478" y="5633"/>
                  <a:pt x="3478" y="5645"/>
                </a:cubicBezTo>
                <a:cubicBezTo>
                  <a:pt x="3478" y="5656"/>
                  <a:pt x="3490" y="5656"/>
                  <a:pt x="3501" y="5680"/>
                </a:cubicBezTo>
                <a:lnTo>
                  <a:pt x="5025" y="8073"/>
                </a:lnTo>
                <a:lnTo>
                  <a:pt x="5037" y="8085"/>
                </a:lnTo>
                <a:cubicBezTo>
                  <a:pt x="5037" y="8097"/>
                  <a:pt x="5049" y="8121"/>
                  <a:pt x="5049" y="8133"/>
                </a:cubicBezTo>
                <a:lnTo>
                  <a:pt x="5049" y="8145"/>
                </a:lnTo>
                <a:lnTo>
                  <a:pt x="5049" y="8157"/>
                </a:lnTo>
                <a:cubicBezTo>
                  <a:pt x="5025" y="8181"/>
                  <a:pt x="4990" y="8192"/>
                  <a:pt x="4966" y="8216"/>
                </a:cubicBezTo>
                <a:cubicBezTo>
                  <a:pt x="4942" y="8240"/>
                  <a:pt x="4918" y="8264"/>
                  <a:pt x="4906" y="8300"/>
                </a:cubicBezTo>
                <a:cubicBezTo>
                  <a:pt x="4799" y="8335"/>
                  <a:pt x="4692" y="8383"/>
                  <a:pt x="4621" y="8443"/>
                </a:cubicBezTo>
                <a:lnTo>
                  <a:pt x="4537" y="8502"/>
                </a:lnTo>
                <a:lnTo>
                  <a:pt x="2870" y="6311"/>
                </a:lnTo>
                <a:lnTo>
                  <a:pt x="2608" y="5978"/>
                </a:lnTo>
                <a:cubicBezTo>
                  <a:pt x="2668" y="5895"/>
                  <a:pt x="2728" y="5811"/>
                  <a:pt x="2751" y="5740"/>
                </a:cubicBezTo>
                <a:lnTo>
                  <a:pt x="3204" y="4525"/>
                </a:lnTo>
                <a:cubicBezTo>
                  <a:pt x="3239" y="4442"/>
                  <a:pt x="3192" y="4347"/>
                  <a:pt x="3120" y="4323"/>
                </a:cubicBezTo>
                <a:cubicBezTo>
                  <a:pt x="3098" y="4315"/>
                  <a:pt x="3077" y="4311"/>
                  <a:pt x="3056" y="4311"/>
                </a:cubicBezTo>
                <a:cubicBezTo>
                  <a:pt x="2989" y="4311"/>
                  <a:pt x="2933" y="4352"/>
                  <a:pt x="2906" y="4406"/>
                </a:cubicBezTo>
                <a:lnTo>
                  <a:pt x="2454" y="5621"/>
                </a:lnTo>
                <a:lnTo>
                  <a:pt x="2454" y="5633"/>
                </a:lnTo>
                <a:cubicBezTo>
                  <a:pt x="2454" y="5645"/>
                  <a:pt x="2442" y="5680"/>
                  <a:pt x="2394" y="5716"/>
                </a:cubicBezTo>
                <a:cubicBezTo>
                  <a:pt x="2357" y="5693"/>
                  <a:pt x="2313" y="5682"/>
                  <a:pt x="2267" y="5682"/>
                </a:cubicBezTo>
                <a:cubicBezTo>
                  <a:pt x="2197" y="5682"/>
                  <a:pt x="2124" y="5708"/>
                  <a:pt x="2073" y="5752"/>
                </a:cubicBezTo>
                <a:lnTo>
                  <a:pt x="1739" y="6002"/>
                </a:lnTo>
                <a:cubicBezTo>
                  <a:pt x="1698" y="5981"/>
                  <a:pt x="1653" y="5970"/>
                  <a:pt x="1607" y="5970"/>
                </a:cubicBezTo>
                <a:cubicBezTo>
                  <a:pt x="1546" y="5970"/>
                  <a:pt x="1484" y="5990"/>
                  <a:pt x="1430" y="6037"/>
                </a:cubicBezTo>
                <a:lnTo>
                  <a:pt x="156" y="6907"/>
                </a:lnTo>
                <a:cubicBezTo>
                  <a:pt x="72" y="6954"/>
                  <a:pt x="37" y="7026"/>
                  <a:pt x="13" y="7121"/>
                </a:cubicBezTo>
                <a:cubicBezTo>
                  <a:pt x="1" y="7204"/>
                  <a:pt x="37" y="7300"/>
                  <a:pt x="72" y="7359"/>
                </a:cubicBezTo>
                <a:lnTo>
                  <a:pt x="2561" y="10621"/>
                </a:lnTo>
                <a:cubicBezTo>
                  <a:pt x="2620" y="10693"/>
                  <a:pt x="2704" y="10740"/>
                  <a:pt x="2787" y="10740"/>
                </a:cubicBezTo>
                <a:lnTo>
                  <a:pt x="2823" y="10740"/>
                </a:lnTo>
                <a:cubicBezTo>
                  <a:pt x="2894" y="10740"/>
                  <a:pt x="2966" y="10705"/>
                  <a:pt x="3025" y="10657"/>
                </a:cubicBezTo>
                <a:lnTo>
                  <a:pt x="4204" y="9645"/>
                </a:lnTo>
                <a:cubicBezTo>
                  <a:pt x="4287" y="9574"/>
                  <a:pt x="4323" y="9455"/>
                  <a:pt x="4311" y="9347"/>
                </a:cubicBezTo>
                <a:lnTo>
                  <a:pt x="4633" y="9097"/>
                </a:lnTo>
                <a:cubicBezTo>
                  <a:pt x="4692" y="9050"/>
                  <a:pt x="4740" y="8978"/>
                  <a:pt x="4752" y="8895"/>
                </a:cubicBezTo>
                <a:cubicBezTo>
                  <a:pt x="4752" y="8847"/>
                  <a:pt x="4752" y="8800"/>
                  <a:pt x="4740" y="8752"/>
                </a:cubicBezTo>
                <a:lnTo>
                  <a:pt x="4823" y="8681"/>
                </a:lnTo>
                <a:cubicBezTo>
                  <a:pt x="4847" y="8669"/>
                  <a:pt x="4859" y="8657"/>
                  <a:pt x="4883" y="8657"/>
                </a:cubicBezTo>
                <a:lnTo>
                  <a:pt x="4883" y="8847"/>
                </a:lnTo>
                <a:cubicBezTo>
                  <a:pt x="4799" y="8895"/>
                  <a:pt x="4728" y="8990"/>
                  <a:pt x="4728" y="9109"/>
                </a:cubicBezTo>
                <a:lnTo>
                  <a:pt x="4633" y="10657"/>
                </a:lnTo>
                <a:cubicBezTo>
                  <a:pt x="4633" y="10752"/>
                  <a:pt x="4668" y="10836"/>
                  <a:pt x="4728" y="10895"/>
                </a:cubicBezTo>
                <a:cubicBezTo>
                  <a:pt x="4787" y="10955"/>
                  <a:pt x="4871" y="11002"/>
                  <a:pt x="4942" y="11002"/>
                </a:cubicBezTo>
                <a:lnTo>
                  <a:pt x="9038" y="11002"/>
                </a:lnTo>
                <a:cubicBezTo>
                  <a:pt x="9133" y="11002"/>
                  <a:pt x="9205" y="10979"/>
                  <a:pt x="9264" y="10895"/>
                </a:cubicBezTo>
                <a:cubicBezTo>
                  <a:pt x="9324" y="10836"/>
                  <a:pt x="9347" y="10752"/>
                  <a:pt x="9347" y="10657"/>
                </a:cubicBezTo>
                <a:lnTo>
                  <a:pt x="9264" y="9109"/>
                </a:lnTo>
                <a:cubicBezTo>
                  <a:pt x="9264" y="8990"/>
                  <a:pt x="9193" y="8907"/>
                  <a:pt x="9097" y="8847"/>
                </a:cubicBezTo>
                <a:lnTo>
                  <a:pt x="9097" y="8431"/>
                </a:lnTo>
                <a:cubicBezTo>
                  <a:pt x="9097" y="8359"/>
                  <a:pt x="9074" y="8264"/>
                  <a:pt x="9014" y="8216"/>
                </a:cubicBezTo>
                <a:cubicBezTo>
                  <a:pt x="8978" y="8192"/>
                  <a:pt x="8931" y="8157"/>
                  <a:pt x="8907" y="8145"/>
                </a:cubicBezTo>
                <a:lnTo>
                  <a:pt x="8907" y="8026"/>
                </a:lnTo>
                <a:cubicBezTo>
                  <a:pt x="8907" y="7919"/>
                  <a:pt x="8966" y="7728"/>
                  <a:pt x="9038" y="7490"/>
                </a:cubicBezTo>
                <a:cubicBezTo>
                  <a:pt x="9074" y="7407"/>
                  <a:pt x="9026" y="7311"/>
                  <a:pt x="8954" y="7288"/>
                </a:cubicBezTo>
                <a:cubicBezTo>
                  <a:pt x="8932" y="7279"/>
                  <a:pt x="8911" y="7275"/>
                  <a:pt x="8890" y="7275"/>
                </a:cubicBezTo>
                <a:cubicBezTo>
                  <a:pt x="8823" y="7275"/>
                  <a:pt x="8768" y="7316"/>
                  <a:pt x="8740" y="7371"/>
                </a:cubicBezTo>
                <a:cubicBezTo>
                  <a:pt x="8669" y="7561"/>
                  <a:pt x="8573" y="7835"/>
                  <a:pt x="8573" y="8014"/>
                </a:cubicBezTo>
                <a:lnTo>
                  <a:pt x="8573" y="8121"/>
                </a:lnTo>
                <a:lnTo>
                  <a:pt x="5406" y="8121"/>
                </a:lnTo>
                <a:cubicBezTo>
                  <a:pt x="5395" y="8014"/>
                  <a:pt x="5347" y="7919"/>
                  <a:pt x="5323" y="7859"/>
                </a:cubicBezTo>
                <a:lnTo>
                  <a:pt x="3787" y="5454"/>
                </a:lnTo>
                <a:cubicBezTo>
                  <a:pt x="3787" y="5442"/>
                  <a:pt x="3775" y="5442"/>
                  <a:pt x="3751" y="5418"/>
                </a:cubicBezTo>
                <a:cubicBezTo>
                  <a:pt x="3609" y="5275"/>
                  <a:pt x="3609" y="5049"/>
                  <a:pt x="3751" y="4906"/>
                </a:cubicBezTo>
                <a:cubicBezTo>
                  <a:pt x="3829" y="4829"/>
                  <a:pt x="3924" y="4790"/>
                  <a:pt x="4018" y="4790"/>
                </a:cubicBezTo>
                <a:cubicBezTo>
                  <a:pt x="4112" y="4790"/>
                  <a:pt x="4204" y="4829"/>
                  <a:pt x="4275" y="4906"/>
                </a:cubicBezTo>
                <a:lnTo>
                  <a:pt x="5025" y="5656"/>
                </a:lnTo>
                <a:cubicBezTo>
                  <a:pt x="5072" y="5711"/>
                  <a:pt x="5140" y="5740"/>
                  <a:pt x="5211" y="5740"/>
                </a:cubicBezTo>
                <a:cubicBezTo>
                  <a:pt x="5248" y="5740"/>
                  <a:pt x="5286" y="5732"/>
                  <a:pt x="5323" y="5716"/>
                </a:cubicBezTo>
                <a:cubicBezTo>
                  <a:pt x="5418" y="5680"/>
                  <a:pt x="5478" y="5585"/>
                  <a:pt x="5478" y="5466"/>
                </a:cubicBezTo>
                <a:lnTo>
                  <a:pt x="5478" y="3799"/>
                </a:lnTo>
                <a:lnTo>
                  <a:pt x="5478" y="1287"/>
                </a:lnTo>
                <a:cubicBezTo>
                  <a:pt x="5478" y="1073"/>
                  <a:pt x="5645" y="918"/>
                  <a:pt x="5835" y="918"/>
                </a:cubicBezTo>
                <a:cubicBezTo>
                  <a:pt x="5942" y="918"/>
                  <a:pt x="6037" y="942"/>
                  <a:pt x="6109" y="1013"/>
                </a:cubicBezTo>
                <a:cubicBezTo>
                  <a:pt x="6180" y="1096"/>
                  <a:pt x="6216" y="1180"/>
                  <a:pt x="6216" y="1287"/>
                </a:cubicBezTo>
                <a:lnTo>
                  <a:pt x="6216" y="4454"/>
                </a:lnTo>
                <a:cubicBezTo>
                  <a:pt x="6216" y="4549"/>
                  <a:pt x="6287" y="4621"/>
                  <a:pt x="6371" y="4621"/>
                </a:cubicBezTo>
                <a:cubicBezTo>
                  <a:pt x="6466" y="4621"/>
                  <a:pt x="6538" y="4549"/>
                  <a:pt x="6538" y="4454"/>
                </a:cubicBezTo>
                <a:lnTo>
                  <a:pt x="6538" y="1287"/>
                </a:lnTo>
                <a:lnTo>
                  <a:pt x="6538" y="680"/>
                </a:lnTo>
                <a:cubicBezTo>
                  <a:pt x="6538" y="572"/>
                  <a:pt x="6585" y="477"/>
                  <a:pt x="6645" y="418"/>
                </a:cubicBezTo>
                <a:cubicBezTo>
                  <a:pt x="6716" y="346"/>
                  <a:pt x="6811" y="322"/>
                  <a:pt x="6895" y="322"/>
                </a:cubicBezTo>
                <a:cubicBezTo>
                  <a:pt x="7002" y="322"/>
                  <a:pt x="7085" y="358"/>
                  <a:pt x="7145" y="418"/>
                </a:cubicBezTo>
                <a:cubicBezTo>
                  <a:pt x="7228" y="501"/>
                  <a:pt x="7252" y="584"/>
                  <a:pt x="7252" y="680"/>
                </a:cubicBezTo>
                <a:lnTo>
                  <a:pt x="7252" y="4454"/>
                </a:lnTo>
                <a:cubicBezTo>
                  <a:pt x="7252" y="4549"/>
                  <a:pt x="7323" y="4621"/>
                  <a:pt x="7419" y="4621"/>
                </a:cubicBezTo>
                <a:cubicBezTo>
                  <a:pt x="7502" y="4621"/>
                  <a:pt x="7585" y="4549"/>
                  <a:pt x="7585" y="4454"/>
                </a:cubicBezTo>
                <a:lnTo>
                  <a:pt x="7585" y="1430"/>
                </a:lnTo>
                <a:cubicBezTo>
                  <a:pt x="7585" y="1334"/>
                  <a:pt x="7621" y="1239"/>
                  <a:pt x="7681" y="1180"/>
                </a:cubicBezTo>
                <a:cubicBezTo>
                  <a:pt x="7740" y="1120"/>
                  <a:pt x="7847" y="1073"/>
                  <a:pt x="7942" y="1073"/>
                </a:cubicBezTo>
                <a:cubicBezTo>
                  <a:pt x="8038" y="1073"/>
                  <a:pt x="8133" y="1120"/>
                  <a:pt x="8192" y="1180"/>
                </a:cubicBezTo>
                <a:cubicBezTo>
                  <a:pt x="8264" y="1251"/>
                  <a:pt x="8300" y="1346"/>
                  <a:pt x="8300" y="1430"/>
                </a:cubicBezTo>
                <a:lnTo>
                  <a:pt x="8300" y="4454"/>
                </a:lnTo>
                <a:cubicBezTo>
                  <a:pt x="8300" y="4549"/>
                  <a:pt x="8371" y="4621"/>
                  <a:pt x="8454" y="4621"/>
                </a:cubicBezTo>
                <a:cubicBezTo>
                  <a:pt x="8550" y="4621"/>
                  <a:pt x="8621" y="4549"/>
                  <a:pt x="8621" y="4454"/>
                </a:cubicBezTo>
                <a:lnTo>
                  <a:pt x="8621" y="2168"/>
                </a:lnTo>
                <a:cubicBezTo>
                  <a:pt x="8621" y="1954"/>
                  <a:pt x="8788" y="1787"/>
                  <a:pt x="8990" y="1787"/>
                </a:cubicBezTo>
                <a:cubicBezTo>
                  <a:pt x="9097" y="1787"/>
                  <a:pt x="9193" y="1835"/>
                  <a:pt x="9252" y="1894"/>
                </a:cubicBezTo>
                <a:cubicBezTo>
                  <a:pt x="9324" y="1966"/>
                  <a:pt x="9347" y="2061"/>
                  <a:pt x="9347" y="2144"/>
                </a:cubicBezTo>
                <a:lnTo>
                  <a:pt x="9324" y="5883"/>
                </a:lnTo>
                <a:lnTo>
                  <a:pt x="9324" y="5918"/>
                </a:lnTo>
                <a:cubicBezTo>
                  <a:pt x="9312" y="6180"/>
                  <a:pt x="9228" y="6430"/>
                  <a:pt x="9085" y="6657"/>
                </a:cubicBezTo>
                <a:cubicBezTo>
                  <a:pt x="9038" y="6728"/>
                  <a:pt x="9050" y="6835"/>
                  <a:pt x="9133" y="6883"/>
                </a:cubicBezTo>
                <a:cubicBezTo>
                  <a:pt x="9158" y="6900"/>
                  <a:pt x="9188" y="6908"/>
                  <a:pt x="9218" y="6908"/>
                </a:cubicBezTo>
                <a:cubicBezTo>
                  <a:pt x="9271" y="6908"/>
                  <a:pt x="9324" y="6881"/>
                  <a:pt x="9347" y="6835"/>
                </a:cubicBezTo>
                <a:cubicBezTo>
                  <a:pt x="9526" y="6585"/>
                  <a:pt x="9621" y="6299"/>
                  <a:pt x="9645" y="6002"/>
                </a:cubicBezTo>
                <a:lnTo>
                  <a:pt x="9978" y="5752"/>
                </a:lnTo>
                <a:cubicBezTo>
                  <a:pt x="10336" y="5573"/>
                  <a:pt x="10395" y="5144"/>
                  <a:pt x="10157" y="4847"/>
                </a:cubicBezTo>
                <a:cubicBezTo>
                  <a:pt x="10086" y="4740"/>
                  <a:pt x="9967" y="4668"/>
                  <a:pt x="9847" y="4621"/>
                </a:cubicBezTo>
                <a:lnTo>
                  <a:pt x="9967" y="4525"/>
                </a:lnTo>
                <a:cubicBezTo>
                  <a:pt x="10109" y="4406"/>
                  <a:pt x="10205" y="4263"/>
                  <a:pt x="10228" y="4073"/>
                </a:cubicBezTo>
                <a:cubicBezTo>
                  <a:pt x="10264" y="3894"/>
                  <a:pt x="10205" y="3716"/>
                  <a:pt x="10097" y="3561"/>
                </a:cubicBezTo>
                <a:cubicBezTo>
                  <a:pt x="10026" y="3454"/>
                  <a:pt x="9907" y="3382"/>
                  <a:pt x="9788" y="3335"/>
                </a:cubicBezTo>
                <a:lnTo>
                  <a:pt x="9919" y="3239"/>
                </a:lnTo>
                <a:cubicBezTo>
                  <a:pt x="10062" y="3120"/>
                  <a:pt x="10157" y="2966"/>
                  <a:pt x="10181" y="2775"/>
                </a:cubicBezTo>
                <a:cubicBezTo>
                  <a:pt x="10217" y="2597"/>
                  <a:pt x="10157" y="2418"/>
                  <a:pt x="10050" y="2263"/>
                </a:cubicBezTo>
                <a:cubicBezTo>
                  <a:pt x="9967" y="2144"/>
                  <a:pt x="9847" y="2073"/>
                  <a:pt x="9705" y="2025"/>
                </a:cubicBezTo>
                <a:cubicBezTo>
                  <a:pt x="9681" y="1906"/>
                  <a:pt x="9621" y="1811"/>
                  <a:pt x="9526" y="1715"/>
                </a:cubicBezTo>
                <a:cubicBezTo>
                  <a:pt x="9395" y="1585"/>
                  <a:pt x="9228" y="1513"/>
                  <a:pt x="9038" y="1513"/>
                </a:cubicBezTo>
                <a:cubicBezTo>
                  <a:pt x="8907" y="1513"/>
                  <a:pt x="8788" y="1549"/>
                  <a:pt x="8669" y="1608"/>
                </a:cubicBezTo>
                <a:lnTo>
                  <a:pt x="8669" y="1465"/>
                </a:lnTo>
                <a:cubicBezTo>
                  <a:pt x="8669" y="1287"/>
                  <a:pt x="8597" y="1108"/>
                  <a:pt x="8454" y="977"/>
                </a:cubicBezTo>
                <a:cubicBezTo>
                  <a:pt x="8323" y="834"/>
                  <a:pt x="8157" y="763"/>
                  <a:pt x="7966" y="763"/>
                </a:cubicBezTo>
                <a:cubicBezTo>
                  <a:pt x="7835" y="763"/>
                  <a:pt x="7716" y="799"/>
                  <a:pt x="7597" y="870"/>
                </a:cubicBezTo>
                <a:lnTo>
                  <a:pt x="7597" y="703"/>
                </a:lnTo>
                <a:cubicBezTo>
                  <a:pt x="7597" y="525"/>
                  <a:pt x="7526" y="346"/>
                  <a:pt x="7383" y="215"/>
                </a:cubicBezTo>
                <a:cubicBezTo>
                  <a:pt x="7252" y="84"/>
                  <a:pt x="7085" y="1"/>
                  <a:pt x="6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93" name="Google Shape;11893;p66"/>
          <p:cNvGrpSpPr/>
          <p:nvPr/>
        </p:nvGrpSpPr>
        <p:grpSpPr>
          <a:xfrm>
            <a:off x="4883835" y="1817121"/>
            <a:ext cx="350300" cy="323043"/>
            <a:chOff x="4883835" y="1992571"/>
            <a:chExt cx="350300" cy="323043"/>
          </a:xfrm>
        </p:grpSpPr>
        <p:sp>
          <p:nvSpPr>
            <p:cNvPr id="11894" name="Google Shape;11894;p66"/>
            <p:cNvSpPr/>
            <p:nvPr/>
          </p:nvSpPr>
          <p:spPr>
            <a:xfrm>
              <a:off x="4883835" y="1992571"/>
              <a:ext cx="350300" cy="123085"/>
            </a:xfrm>
            <a:custGeom>
              <a:avLst/>
              <a:gdLst/>
              <a:ahLst/>
              <a:cxnLst/>
              <a:rect l="l" t="t" r="r" b="b"/>
              <a:pathLst>
                <a:path w="11014" h="3870" extrusionOk="0">
                  <a:moveTo>
                    <a:pt x="8323" y="298"/>
                  </a:moveTo>
                  <a:cubicBezTo>
                    <a:pt x="9430" y="298"/>
                    <a:pt x="10335" y="393"/>
                    <a:pt x="10704" y="429"/>
                  </a:cubicBezTo>
                  <a:lnTo>
                    <a:pt x="10704" y="762"/>
                  </a:lnTo>
                  <a:cubicBezTo>
                    <a:pt x="10645" y="846"/>
                    <a:pt x="10562" y="1060"/>
                    <a:pt x="10562" y="1417"/>
                  </a:cubicBezTo>
                  <a:cubicBezTo>
                    <a:pt x="10562" y="2179"/>
                    <a:pt x="10419" y="2691"/>
                    <a:pt x="10145" y="3025"/>
                  </a:cubicBezTo>
                  <a:cubicBezTo>
                    <a:pt x="9930" y="3263"/>
                    <a:pt x="9621" y="3382"/>
                    <a:pt x="9395" y="3441"/>
                  </a:cubicBezTo>
                  <a:cubicBezTo>
                    <a:pt x="9097" y="3513"/>
                    <a:pt x="8787" y="3513"/>
                    <a:pt x="8490" y="3525"/>
                  </a:cubicBezTo>
                  <a:cubicBezTo>
                    <a:pt x="8097" y="3525"/>
                    <a:pt x="7728" y="3525"/>
                    <a:pt x="7406" y="3370"/>
                  </a:cubicBezTo>
                  <a:cubicBezTo>
                    <a:pt x="6990" y="3155"/>
                    <a:pt x="6728" y="2739"/>
                    <a:pt x="6537" y="2393"/>
                  </a:cubicBezTo>
                  <a:cubicBezTo>
                    <a:pt x="6430" y="2191"/>
                    <a:pt x="6347" y="1965"/>
                    <a:pt x="6275" y="1739"/>
                  </a:cubicBezTo>
                  <a:cubicBezTo>
                    <a:pt x="6180" y="1429"/>
                    <a:pt x="5894" y="1203"/>
                    <a:pt x="5573" y="1203"/>
                  </a:cubicBezTo>
                  <a:lnTo>
                    <a:pt x="5454" y="1203"/>
                  </a:lnTo>
                  <a:cubicBezTo>
                    <a:pt x="5120" y="1203"/>
                    <a:pt x="4847" y="1429"/>
                    <a:pt x="4751" y="1739"/>
                  </a:cubicBezTo>
                  <a:cubicBezTo>
                    <a:pt x="4692" y="1965"/>
                    <a:pt x="4608" y="2191"/>
                    <a:pt x="4489" y="2393"/>
                  </a:cubicBezTo>
                  <a:cubicBezTo>
                    <a:pt x="4311" y="2739"/>
                    <a:pt x="4037" y="3155"/>
                    <a:pt x="3620" y="3370"/>
                  </a:cubicBezTo>
                  <a:cubicBezTo>
                    <a:pt x="3311" y="3513"/>
                    <a:pt x="2918" y="3525"/>
                    <a:pt x="2537" y="3525"/>
                  </a:cubicBezTo>
                  <a:cubicBezTo>
                    <a:pt x="2239" y="3525"/>
                    <a:pt x="1906" y="3513"/>
                    <a:pt x="1632" y="3441"/>
                  </a:cubicBezTo>
                  <a:cubicBezTo>
                    <a:pt x="1406" y="3382"/>
                    <a:pt x="1108" y="3275"/>
                    <a:pt x="882" y="3025"/>
                  </a:cubicBezTo>
                  <a:cubicBezTo>
                    <a:pt x="596" y="2715"/>
                    <a:pt x="465" y="2179"/>
                    <a:pt x="465" y="1417"/>
                  </a:cubicBezTo>
                  <a:cubicBezTo>
                    <a:pt x="465" y="1048"/>
                    <a:pt x="382" y="846"/>
                    <a:pt x="322" y="762"/>
                  </a:cubicBezTo>
                  <a:lnTo>
                    <a:pt x="322" y="429"/>
                  </a:lnTo>
                  <a:cubicBezTo>
                    <a:pt x="691" y="393"/>
                    <a:pt x="1584" y="298"/>
                    <a:pt x="2703" y="298"/>
                  </a:cubicBezTo>
                  <a:cubicBezTo>
                    <a:pt x="3656" y="298"/>
                    <a:pt x="4323" y="572"/>
                    <a:pt x="4632" y="727"/>
                  </a:cubicBezTo>
                  <a:cubicBezTo>
                    <a:pt x="4787" y="810"/>
                    <a:pt x="4942" y="869"/>
                    <a:pt x="5108" y="893"/>
                  </a:cubicBezTo>
                  <a:cubicBezTo>
                    <a:pt x="5245" y="923"/>
                    <a:pt x="5379" y="938"/>
                    <a:pt x="5513" y="938"/>
                  </a:cubicBezTo>
                  <a:cubicBezTo>
                    <a:pt x="5647" y="938"/>
                    <a:pt x="5781" y="923"/>
                    <a:pt x="5918" y="893"/>
                  </a:cubicBezTo>
                  <a:cubicBezTo>
                    <a:pt x="6073" y="869"/>
                    <a:pt x="6240" y="810"/>
                    <a:pt x="6394" y="727"/>
                  </a:cubicBezTo>
                  <a:cubicBezTo>
                    <a:pt x="6704" y="572"/>
                    <a:pt x="7371" y="298"/>
                    <a:pt x="8323" y="298"/>
                  </a:cubicBezTo>
                  <a:close/>
                  <a:moveTo>
                    <a:pt x="2715" y="0"/>
                  </a:moveTo>
                  <a:cubicBezTo>
                    <a:pt x="1548" y="0"/>
                    <a:pt x="620" y="96"/>
                    <a:pt x="263" y="131"/>
                  </a:cubicBezTo>
                  <a:cubicBezTo>
                    <a:pt x="108" y="155"/>
                    <a:pt x="1" y="274"/>
                    <a:pt x="1" y="417"/>
                  </a:cubicBezTo>
                  <a:lnTo>
                    <a:pt x="1" y="786"/>
                  </a:lnTo>
                  <a:cubicBezTo>
                    <a:pt x="1" y="846"/>
                    <a:pt x="24" y="893"/>
                    <a:pt x="48" y="953"/>
                  </a:cubicBezTo>
                  <a:cubicBezTo>
                    <a:pt x="84" y="989"/>
                    <a:pt x="155" y="1131"/>
                    <a:pt x="155" y="1441"/>
                  </a:cubicBezTo>
                  <a:cubicBezTo>
                    <a:pt x="155" y="2298"/>
                    <a:pt x="322" y="2870"/>
                    <a:pt x="644" y="3263"/>
                  </a:cubicBezTo>
                  <a:cubicBezTo>
                    <a:pt x="858" y="3501"/>
                    <a:pt x="1167" y="3679"/>
                    <a:pt x="1548" y="3787"/>
                  </a:cubicBezTo>
                  <a:cubicBezTo>
                    <a:pt x="1882" y="3858"/>
                    <a:pt x="2227" y="3870"/>
                    <a:pt x="2537" y="3870"/>
                  </a:cubicBezTo>
                  <a:cubicBezTo>
                    <a:pt x="2953" y="3870"/>
                    <a:pt x="3382" y="3858"/>
                    <a:pt x="3763" y="3679"/>
                  </a:cubicBezTo>
                  <a:cubicBezTo>
                    <a:pt x="4263" y="3441"/>
                    <a:pt x="4573" y="2965"/>
                    <a:pt x="4763" y="2572"/>
                  </a:cubicBezTo>
                  <a:cubicBezTo>
                    <a:pt x="4882" y="2358"/>
                    <a:pt x="4989" y="2120"/>
                    <a:pt x="5049" y="1858"/>
                  </a:cubicBezTo>
                  <a:cubicBezTo>
                    <a:pt x="5097" y="1679"/>
                    <a:pt x="5263" y="1560"/>
                    <a:pt x="5430" y="1560"/>
                  </a:cubicBezTo>
                  <a:lnTo>
                    <a:pt x="5549" y="1560"/>
                  </a:lnTo>
                  <a:cubicBezTo>
                    <a:pt x="5728" y="1560"/>
                    <a:pt x="5894" y="1679"/>
                    <a:pt x="5942" y="1858"/>
                  </a:cubicBezTo>
                  <a:cubicBezTo>
                    <a:pt x="6013" y="2096"/>
                    <a:pt x="6109" y="2334"/>
                    <a:pt x="6228" y="2572"/>
                  </a:cubicBezTo>
                  <a:cubicBezTo>
                    <a:pt x="6430" y="2965"/>
                    <a:pt x="6728" y="3441"/>
                    <a:pt x="7216" y="3679"/>
                  </a:cubicBezTo>
                  <a:cubicBezTo>
                    <a:pt x="7585" y="3858"/>
                    <a:pt x="7966" y="3870"/>
                    <a:pt x="8347" y="3870"/>
                  </a:cubicBezTo>
                  <a:lnTo>
                    <a:pt x="8454" y="3870"/>
                  </a:lnTo>
                  <a:cubicBezTo>
                    <a:pt x="8764" y="3870"/>
                    <a:pt x="9109" y="3858"/>
                    <a:pt x="9442" y="3787"/>
                  </a:cubicBezTo>
                  <a:cubicBezTo>
                    <a:pt x="9811" y="3691"/>
                    <a:pt x="10121" y="3513"/>
                    <a:pt x="10347" y="3263"/>
                  </a:cubicBezTo>
                  <a:cubicBezTo>
                    <a:pt x="10669" y="2870"/>
                    <a:pt x="10835" y="2298"/>
                    <a:pt x="10835" y="1441"/>
                  </a:cubicBezTo>
                  <a:cubicBezTo>
                    <a:pt x="10835" y="1131"/>
                    <a:pt x="10907" y="1000"/>
                    <a:pt x="10943" y="953"/>
                  </a:cubicBezTo>
                  <a:cubicBezTo>
                    <a:pt x="10966" y="905"/>
                    <a:pt x="10990" y="846"/>
                    <a:pt x="10990" y="786"/>
                  </a:cubicBezTo>
                  <a:lnTo>
                    <a:pt x="10990" y="417"/>
                  </a:lnTo>
                  <a:cubicBezTo>
                    <a:pt x="11014" y="274"/>
                    <a:pt x="10919" y="155"/>
                    <a:pt x="10776" y="131"/>
                  </a:cubicBezTo>
                  <a:cubicBezTo>
                    <a:pt x="10442" y="96"/>
                    <a:pt x="9502" y="0"/>
                    <a:pt x="8323" y="0"/>
                  </a:cubicBezTo>
                  <a:cubicBezTo>
                    <a:pt x="7299" y="0"/>
                    <a:pt x="6585" y="298"/>
                    <a:pt x="6240" y="477"/>
                  </a:cubicBezTo>
                  <a:cubicBezTo>
                    <a:pt x="6120" y="536"/>
                    <a:pt x="5990" y="596"/>
                    <a:pt x="5859" y="608"/>
                  </a:cubicBezTo>
                  <a:cubicBezTo>
                    <a:pt x="5745" y="631"/>
                    <a:pt x="5632" y="643"/>
                    <a:pt x="5519" y="643"/>
                  </a:cubicBezTo>
                  <a:cubicBezTo>
                    <a:pt x="5406" y="643"/>
                    <a:pt x="5293" y="631"/>
                    <a:pt x="5180" y="608"/>
                  </a:cubicBezTo>
                  <a:cubicBezTo>
                    <a:pt x="5049" y="584"/>
                    <a:pt x="4918" y="536"/>
                    <a:pt x="4799" y="477"/>
                  </a:cubicBezTo>
                  <a:cubicBezTo>
                    <a:pt x="4454" y="298"/>
                    <a:pt x="3739"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66"/>
            <p:cNvSpPr/>
            <p:nvPr/>
          </p:nvSpPr>
          <p:spPr>
            <a:xfrm>
              <a:off x="5084174" y="2009237"/>
              <a:ext cx="130655" cy="88641"/>
            </a:xfrm>
            <a:custGeom>
              <a:avLst/>
              <a:gdLst/>
              <a:ahLst/>
              <a:cxnLst/>
              <a:rect l="l" t="t" r="r" b="b"/>
              <a:pathLst>
                <a:path w="4108" h="2787" extrusionOk="0">
                  <a:moveTo>
                    <a:pt x="2036" y="345"/>
                  </a:moveTo>
                  <a:cubicBezTo>
                    <a:pt x="2750" y="345"/>
                    <a:pt x="3381" y="381"/>
                    <a:pt x="3786" y="417"/>
                  </a:cubicBezTo>
                  <a:cubicBezTo>
                    <a:pt x="3739" y="548"/>
                    <a:pt x="3727" y="715"/>
                    <a:pt x="3727" y="905"/>
                  </a:cubicBezTo>
                  <a:cubicBezTo>
                    <a:pt x="3727" y="1679"/>
                    <a:pt x="3572" y="2012"/>
                    <a:pt x="3441" y="2155"/>
                  </a:cubicBezTo>
                  <a:cubicBezTo>
                    <a:pt x="3322" y="2286"/>
                    <a:pt x="3131" y="2370"/>
                    <a:pt x="2977" y="2393"/>
                  </a:cubicBezTo>
                  <a:cubicBezTo>
                    <a:pt x="2739" y="2453"/>
                    <a:pt x="2477" y="2453"/>
                    <a:pt x="2191" y="2465"/>
                  </a:cubicBezTo>
                  <a:lnTo>
                    <a:pt x="2096" y="2465"/>
                  </a:lnTo>
                  <a:cubicBezTo>
                    <a:pt x="1786" y="2465"/>
                    <a:pt x="1536" y="2453"/>
                    <a:pt x="1357" y="2370"/>
                  </a:cubicBezTo>
                  <a:cubicBezTo>
                    <a:pt x="1143" y="2262"/>
                    <a:pt x="953" y="2036"/>
                    <a:pt x="750" y="1631"/>
                  </a:cubicBezTo>
                  <a:cubicBezTo>
                    <a:pt x="655" y="1453"/>
                    <a:pt x="583" y="1274"/>
                    <a:pt x="524" y="1084"/>
                  </a:cubicBezTo>
                  <a:cubicBezTo>
                    <a:pt x="488" y="953"/>
                    <a:pt x="429" y="834"/>
                    <a:pt x="357" y="715"/>
                  </a:cubicBezTo>
                  <a:cubicBezTo>
                    <a:pt x="631" y="584"/>
                    <a:pt x="1203" y="345"/>
                    <a:pt x="2036" y="345"/>
                  </a:cubicBezTo>
                  <a:close/>
                  <a:moveTo>
                    <a:pt x="2024" y="0"/>
                  </a:moveTo>
                  <a:cubicBezTo>
                    <a:pt x="1119" y="0"/>
                    <a:pt x="476" y="250"/>
                    <a:pt x="191" y="417"/>
                  </a:cubicBezTo>
                  <a:cubicBezTo>
                    <a:pt x="107" y="465"/>
                    <a:pt x="48" y="536"/>
                    <a:pt x="36" y="619"/>
                  </a:cubicBezTo>
                  <a:cubicBezTo>
                    <a:pt x="0" y="715"/>
                    <a:pt x="36" y="798"/>
                    <a:pt x="72" y="893"/>
                  </a:cubicBezTo>
                  <a:cubicBezTo>
                    <a:pt x="131" y="977"/>
                    <a:pt x="179" y="1072"/>
                    <a:pt x="214" y="1155"/>
                  </a:cubicBezTo>
                  <a:cubicBezTo>
                    <a:pt x="274" y="1369"/>
                    <a:pt x="357" y="1572"/>
                    <a:pt x="453" y="1774"/>
                  </a:cubicBezTo>
                  <a:cubicBezTo>
                    <a:pt x="703" y="2250"/>
                    <a:pt x="929" y="2512"/>
                    <a:pt x="1203" y="2643"/>
                  </a:cubicBezTo>
                  <a:cubicBezTo>
                    <a:pt x="1441" y="2762"/>
                    <a:pt x="1738" y="2786"/>
                    <a:pt x="2096" y="2786"/>
                  </a:cubicBezTo>
                  <a:lnTo>
                    <a:pt x="2203" y="2786"/>
                  </a:lnTo>
                  <a:cubicBezTo>
                    <a:pt x="2500" y="2786"/>
                    <a:pt x="2798" y="2762"/>
                    <a:pt x="3072" y="2703"/>
                  </a:cubicBezTo>
                  <a:cubicBezTo>
                    <a:pt x="3262" y="2667"/>
                    <a:pt x="3512" y="2560"/>
                    <a:pt x="3691" y="2370"/>
                  </a:cubicBezTo>
                  <a:cubicBezTo>
                    <a:pt x="3929" y="2084"/>
                    <a:pt x="4048" y="1608"/>
                    <a:pt x="4048" y="905"/>
                  </a:cubicBezTo>
                  <a:cubicBezTo>
                    <a:pt x="4048" y="762"/>
                    <a:pt x="4060" y="607"/>
                    <a:pt x="4096" y="476"/>
                  </a:cubicBezTo>
                  <a:cubicBezTo>
                    <a:pt x="4108" y="381"/>
                    <a:pt x="4096" y="286"/>
                    <a:pt x="4036" y="203"/>
                  </a:cubicBezTo>
                  <a:cubicBezTo>
                    <a:pt x="3977" y="131"/>
                    <a:pt x="3893" y="84"/>
                    <a:pt x="3798" y="72"/>
                  </a:cubicBezTo>
                  <a:cubicBezTo>
                    <a:pt x="3393" y="48"/>
                    <a:pt x="2750"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66"/>
            <p:cNvSpPr/>
            <p:nvPr/>
          </p:nvSpPr>
          <p:spPr>
            <a:xfrm>
              <a:off x="4904285" y="2009237"/>
              <a:ext cx="130687" cy="88641"/>
            </a:xfrm>
            <a:custGeom>
              <a:avLst/>
              <a:gdLst/>
              <a:ahLst/>
              <a:cxnLst/>
              <a:rect l="l" t="t" r="r" b="b"/>
              <a:pathLst>
                <a:path w="4109" h="2787" extrusionOk="0">
                  <a:moveTo>
                    <a:pt x="2084" y="310"/>
                  </a:moveTo>
                  <a:cubicBezTo>
                    <a:pt x="2918" y="322"/>
                    <a:pt x="3501" y="560"/>
                    <a:pt x="3763" y="715"/>
                  </a:cubicBezTo>
                  <a:cubicBezTo>
                    <a:pt x="3692" y="834"/>
                    <a:pt x="3632" y="953"/>
                    <a:pt x="3608" y="1072"/>
                  </a:cubicBezTo>
                  <a:cubicBezTo>
                    <a:pt x="3549" y="1262"/>
                    <a:pt x="3465" y="1441"/>
                    <a:pt x="3382" y="1619"/>
                  </a:cubicBezTo>
                  <a:cubicBezTo>
                    <a:pt x="3168" y="2024"/>
                    <a:pt x="2977" y="2239"/>
                    <a:pt x="2775" y="2346"/>
                  </a:cubicBezTo>
                  <a:cubicBezTo>
                    <a:pt x="2596" y="2441"/>
                    <a:pt x="2334" y="2453"/>
                    <a:pt x="2025" y="2453"/>
                  </a:cubicBezTo>
                  <a:lnTo>
                    <a:pt x="1941" y="2453"/>
                  </a:lnTo>
                  <a:cubicBezTo>
                    <a:pt x="1656" y="2453"/>
                    <a:pt x="1382" y="2441"/>
                    <a:pt x="1144" y="2381"/>
                  </a:cubicBezTo>
                  <a:cubicBezTo>
                    <a:pt x="1001" y="2346"/>
                    <a:pt x="810" y="2274"/>
                    <a:pt x="691" y="2143"/>
                  </a:cubicBezTo>
                  <a:cubicBezTo>
                    <a:pt x="548" y="1989"/>
                    <a:pt x="405" y="1667"/>
                    <a:pt x="405" y="893"/>
                  </a:cubicBezTo>
                  <a:cubicBezTo>
                    <a:pt x="405" y="715"/>
                    <a:pt x="394" y="548"/>
                    <a:pt x="346" y="381"/>
                  </a:cubicBezTo>
                  <a:cubicBezTo>
                    <a:pt x="751" y="357"/>
                    <a:pt x="1370" y="310"/>
                    <a:pt x="2084" y="310"/>
                  </a:cubicBezTo>
                  <a:close/>
                  <a:moveTo>
                    <a:pt x="2084" y="0"/>
                  </a:moveTo>
                  <a:cubicBezTo>
                    <a:pt x="1358" y="0"/>
                    <a:pt x="727" y="48"/>
                    <a:pt x="310" y="72"/>
                  </a:cubicBezTo>
                  <a:cubicBezTo>
                    <a:pt x="227" y="84"/>
                    <a:pt x="132" y="131"/>
                    <a:pt x="72" y="203"/>
                  </a:cubicBezTo>
                  <a:cubicBezTo>
                    <a:pt x="13" y="286"/>
                    <a:pt x="1" y="369"/>
                    <a:pt x="13" y="476"/>
                  </a:cubicBezTo>
                  <a:cubicBezTo>
                    <a:pt x="48" y="607"/>
                    <a:pt x="60" y="738"/>
                    <a:pt x="60" y="905"/>
                  </a:cubicBezTo>
                  <a:cubicBezTo>
                    <a:pt x="60" y="1608"/>
                    <a:pt x="179" y="2096"/>
                    <a:pt x="417" y="2370"/>
                  </a:cubicBezTo>
                  <a:cubicBezTo>
                    <a:pt x="596" y="2572"/>
                    <a:pt x="846" y="2667"/>
                    <a:pt x="1048" y="2703"/>
                  </a:cubicBezTo>
                  <a:cubicBezTo>
                    <a:pt x="1310" y="2762"/>
                    <a:pt x="1608" y="2786"/>
                    <a:pt x="1906" y="2786"/>
                  </a:cubicBezTo>
                  <a:lnTo>
                    <a:pt x="2013" y="2786"/>
                  </a:lnTo>
                  <a:cubicBezTo>
                    <a:pt x="2370" y="2786"/>
                    <a:pt x="2668" y="2751"/>
                    <a:pt x="2906" y="2643"/>
                  </a:cubicBezTo>
                  <a:cubicBezTo>
                    <a:pt x="3191" y="2512"/>
                    <a:pt x="3430" y="2250"/>
                    <a:pt x="3668" y="1774"/>
                  </a:cubicBezTo>
                  <a:cubicBezTo>
                    <a:pt x="3763" y="1572"/>
                    <a:pt x="3846" y="1369"/>
                    <a:pt x="3894" y="1155"/>
                  </a:cubicBezTo>
                  <a:cubicBezTo>
                    <a:pt x="3930" y="1072"/>
                    <a:pt x="3977" y="965"/>
                    <a:pt x="4013" y="893"/>
                  </a:cubicBezTo>
                  <a:cubicBezTo>
                    <a:pt x="4096" y="822"/>
                    <a:pt x="4108" y="715"/>
                    <a:pt x="4073" y="619"/>
                  </a:cubicBezTo>
                  <a:cubicBezTo>
                    <a:pt x="4049" y="536"/>
                    <a:pt x="4001" y="453"/>
                    <a:pt x="3918" y="417"/>
                  </a:cubicBezTo>
                  <a:cubicBezTo>
                    <a:pt x="3620" y="262"/>
                    <a:pt x="2989"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66"/>
            <p:cNvSpPr/>
            <p:nvPr/>
          </p:nvSpPr>
          <p:spPr>
            <a:xfrm>
              <a:off x="4943660" y="2123576"/>
              <a:ext cx="231413" cy="66631"/>
            </a:xfrm>
            <a:custGeom>
              <a:avLst/>
              <a:gdLst/>
              <a:ahLst/>
              <a:cxnLst/>
              <a:rect l="l" t="t" r="r" b="b"/>
              <a:pathLst>
                <a:path w="7276" h="2095" extrusionOk="0">
                  <a:moveTo>
                    <a:pt x="4549" y="346"/>
                  </a:moveTo>
                  <a:cubicBezTo>
                    <a:pt x="4942" y="346"/>
                    <a:pt x="5263" y="632"/>
                    <a:pt x="5561" y="894"/>
                  </a:cubicBezTo>
                  <a:cubicBezTo>
                    <a:pt x="5859" y="1168"/>
                    <a:pt x="6144" y="1406"/>
                    <a:pt x="6502" y="1406"/>
                  </a:cubicBezTo>
                  <a:cubicBezTo>
                    <a:pt x="6609" y="1406"/>
                    <a:pt x="6692" y="1394"/>
                    <a:pt x="6764" y="1358"/>
                  </a:cubicBezTo>
                  <a:lnTo>
                    <a:pt x="6764" y="1358"/>
                  </a:lnTo>
                  <a:cubicBezTo>
                    <a:pt x="6692" y="1489"/>
                    <a:pt x="6537" y="1596"/>
                    <a:pt x="6335" y="1668"/>
                  </a:cubicBezTo>
                  <a:cubicBezTo>
                    <a:pt x="6227" y="1713"/>
                    <a:pt x="6071" y="1756"/>
                    <a:pt x="5873" y="1756"/>
                  </a:cubicBezTo>
                  <a:cubicBezTo>
                    <a:pt x="5656" y="1756"/>
                    <a:pt x="5390" y="1704"/>
                    <a:pt x="5085" y="1549"/>
                  </a:cubicBezTo>
                  <a:cubicBezTo>
                    <a:pt x="4833" y="1423"/>
                    <a:pt x="4182" y="1131"/>
                    <a:pt x="3720" y="1131"/>
                  </a:cubicBezTo>
                  <a:cubicBezTo>
                    <a:pt x="3702" y="1131"/>
                    <a:pt x="3685" y="1131"/>
                    <a:pt x="3668" y="1132"/>
                  </a:cubicBezTo>
                  <a:lnTo>
                    <a:pt x="3597" y="1132"/>
                  </a:lnTo>
                  <a:cubicBezTo>
                    <a:pt x="3572" y="1130"/>
                    <a:pt x="3548" y="1129"/>
                    <a:pt x="3522" y="1129"/>
                  </a:cubicBezTo>
                  <a:cubicBezTo>
                    <a:pt x="3063" y="1129"/>
                    <a:pt x="2439" y="1425"/>
                    <a:pt x="2180" y="1549"/>
                  </a:cubicBezTo>
                  <a:cubicBezTo>
                    <a:pt x="1885" y="1702"/>
                    <a:pt x="1622" y="1751"/>
                    <a:pt x="1405" y="1751"/>
                  </a:cubicBezTo>
                  <a:cubicBezTo>
                    <a:pt x="1202" y="1751"/>
                    <a:pt x="1039" y="1708"/>
                    <a:pt x="930" y="1668"/>
                  </a:cubicBezTo>
                  <a:cubicBezTo>
                    <a:pt x="739" y="1596"/>
                    <a:pt x="572" y="1489"/>
                    <a:pt x="489" y="1358"/>
                  </a:cubicBezTo>
                  <a:lnTo>
                    <a:pt x="489" y="1358"/>
                  </a:lnTo>
                  <a:cubicBezTo>
                    <a:pt x="560" y="1394"/>
                    <a:pt x="656" y="1406"/>
                    <a:pt x="751" y="1406"/>
                  </a:cubicBezTo>
                  <a:cubicBezTo>
                    <a:pt x="1108" y="1406"/>
                    <a:pt x="1394" y="1156"/>
                    <a:pt x="1692" y="894"/>
                  </a:cubicBezTo>
                  <a:cubicBezTo>
                    <a:pt x="2001" y="632"/>
                    <a:pt x="2323" y="346"/>
                    <a:pt x="2704" y="346"/>
                  </a:cubicBezTo>
                  <a:cubicBezTo>
                    <a:pt x="2894" y="346"/>
                    <a:pt x="3347" y="394"/>
                    <a:pt x="3466" y="799"/>
                  </a:cubicBezTo>
                  <a:cubicBezTo>
                    <a:pt x="3477" y="870"/>
                    <a:pt x="3549" y="930"/>
                    <a:pt x="3632" y="930"/>
                  </a:cubicBezTo>
                  <a:cubicBezTo>
                    <a:pt x="3704" y="930"/>
                    <a:pt x="3775" y="882"/>
                    <a:pt x="3787" y="799"/>
                  </a:cubicBezTo>
                  <a:cubicBezTo>
                    <a:pt x="3906" y="394"/>
                    <a:pt x="4359" y="346"/>
                    <a:pt x="4549" y="346"/>
                  </a:cubicBezTo>
                  <a:close/>
                  <a:moveTo>
                    <a:pt x="4561" y="1"/>
                  </a:moveTo>
                  <a:cubicBezTo>
                    <a:pt x="4061" y="1"/>
                    <a:pt x="3787" y="215"/>
                    <a:pt x="3644" y="406"/>
                  </a:cubicBezTo>
                  <a:cubicBezTo>
                    <a:pt x="3608" y="358"/>
                    <a:pt x="3573" y="310"/>
                    <a:pt x="3513" y="275"/>
                  </a:cubicBezTo>
                  <a:cubicBezTo>
                    <a:pt x="3311" y="96"/>
                    <a:pt x="3049" y="25"/>
                    <a:pt x="2704" y="25"/>
                  </a:cubicBezTo>
                  <a:cubicBezTo>
                    <a:pt x="2180" y="25"/>
                    <a:pt x="1811" y="346"/>
                    <a:pt x="1465" y="644"/>
                  </a:cubicBezTo>
                  <a:cubicBezTo>
                    <a:pt x="1215" y="870"/>
                    <a:pt x="977" y="1072"/>
                    <a:pt x="739" y="1072"/>
                  </a:cubicBezTo>
                  <a:cubicBezTo>
                    <a:pt x="620" y="1072"/>
                    <a:pt x="549" y="1049"/>
                    <a:pt x="513" y="1013"/>
                  </a:cubicBezTo>
                  <a:cubicBezTo>
                    <a:pt x="489" y="977"/>
                    <a:pt x="489" y="882"/>
                    <a:pt x="537" y="775"/>
                  </a:cubicBezTo>
                  <a:cubicBezTo>
                    <a:pt x="560" y="703"/>
                    <a:pt x="537" y="608"/>
                    <a:pt x="453" y="572"/>
                  </a:cubicBezTo>
                  <a:cubicBezTo>
                    <a:pt x="426" y="554"/>
                    <a:pt x="396" y="545"/>
                    <a:pt x="367" y="545"/>
                  </a:cubicBezTo>
                  <a:cubicBezTo>
                    <a:pt x="321" y="545"/>
                    <a:pt x="276" y="569"/>
                    <a:pt x="239" y="620"/>
                  </a:cubicBezTo>
                  <a:cubicBezTo>
                    <a:pt x="60" y="834"/>
                    <a:pt x="1" y="1120"/>
                    <a:pt x="96" y="1358"/>
                  </a:cubicBezTo>
                  <a:cubicBezTo>
                    <a:pt x="203" y="1632"/>
                    <a:pt x="477" y="1870"/>
                    <a:pt x="810" y="1989"/>
                  </a:cubicBezTo>
                  <a:cubicBezTo>
                    <a:pt x="994" y="2060"/>
                    <a:pt x="1188" y="2095"/>
                    <a:pt x="1388" y="2095"/>
                  </a:cubicBezTo>
                  <a:cubicBezTo>
                    <a:pt x="1694" y="2095"/>
                    <a:pt x="2013" y="2012"/>
                    <a:pt x="2323" y="1846"/>
                  </a:cubicBezTo>
                  <a:cubicBezTo>
                    <a:pt x="3073" y="1465"/>
                    <a:pt x="3466" y="1465"/>
                    <a:pt x="3573" y="1465"/>
                  </a:cubicBezTo>
                  <a:lnTo>
                    <a:pt x="3692" y="1465"/>
                  </a:lnTo>
                  <a:cubicBezTo>
                    <a:pt x="3704" y="1464"/>
                    <a:pt x="3721" y="1463"/>
                    <a:pt x="3744" y="1463"/>
                  </a:cubicBezTo>
                  <a:cubicBezTo>
                    <a:pt x="3895" y="1463"/>
                    <a:pt x="4278" y="1515"/>
                    <a:pt x="4942" y="1846"/>
                  </a:cubicBezTo>
                  <a:cubicBezTo>
                    <a:pt x="5240" y="2001"/>
                    <a:pt x="5561" y="2084"/>
                    <a:pt x="5859" y="2084"/>
                  </a:cubicBezTo>
                  <a:cubicBezTo>
                    <a:pt x="6073" y="2084"/>
                    <a:pt x="6264" y="2061"/>
                    <a:pt x="6442" y="1989"/>
                  </a:cubicBezTo>
                  <a:cubicBezTo>
                    <a:pt x="6787" y="1846"/>
                    <a:pt x="7049" y="1632"/>
                    <a:pt x="7157" y="1358"/>
                  </a:cubicBezTo>
                  <a:cubicBezTo>
                    <a:pt x="7276" y="1108"/>
                    <a:pt x="7216" y="834"/>
                    <a:pt x="7037" y="596"/>
                  </a:cubicBezTo>
                  <a:cubicBezTo>
                    <a:pt x="7002" y="553"/>
                    <a:pt x="6957" y="532"/>
                    <a:pt x="6910" y="532"/>
                  </a:cubicBezTo>
                  <a:cubicBezTo>
                    <a:pt x="6878" y="532"/>
                    <a:pt x="6845" y="541"/>
                    <a:pt x="6811" y="560"/>
                  </a:cubicBezTo>
                  <a:cubicBezTo>
                    <a:pt x="6740" y="596"/>
                    <a:pt x="6704" y="691"/>
                    <a:pt x="6740" y="763"/>
                  </a:cubicBezTo>
                  <a:cubicBezTo>
                    <a:pt x="6776" y="870"/>
                    <a:pt x="6787" y="953"/>
                    <a:pt x="6752" y="1001"/>
                  </a:cubicBezTo>
                  <a:cubicBezTo>
                    <a:pt x="6728" y="1049"/>
                    <a:pt x="6645" y="1061"/>
                    <a:pt x="6525" y="1061"/>
                  </a:cubicBezTo>
                  <a:cubicBezTo>
                    <a:pt x="6299" y="1061"/>
                    <a:pt x="6049" y="858"/>
                    <a:pt x="5799" y="632"/>
                  </a:cubicBezTo>
                  <a:cubicBezTo>
                    <a:pt x="5454" y="334"/>
                    <a:pt x="5085"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66"/>
            <p:cNvSpPr/>
            <p:nvPr/>
          </p:nvSpPr>
          <p:spPr>
            <a:xfrm>
              <a:off x="5142473" y="2191384"/>
              <a:ext cx="26907" cy="123467"/>
            </a:xfrm>
            <a:custGeom>
              <a:avLst/>
              <a:gdLst/>
              <a:ahLst/>
              <a:cxnLst/>
              <a:rect l="l" t="t" r="r" b="b"/>
              <a:pathLst>
                <a:path w="846" h="3882" extrusionOk="0">
                  <a:moveTo>
                    <a:pt x="501" y="2215"/>
                  </a:moveTo>
                  <a:lnTo>
                    <a:pt x="501" y="3465"/>
                  </a:lnTo>
                  <a:lnTo>
                    <a:pt x="525" y="3465"/>
                  </a:lnTo>
                  <a:cubicBezTo>
                    <a:pt x="525" y="3524"/>
                    <a:pt x="477" y="3572"/>
                    <a:pt x="417" y="3572"/>
                  </a:cubicBezTo>
                  <a:cubicBezTo>
                    <a:pt x="358" y="3572"/>
                    <a:pt x="310" y="3524"/>
                    <a:pt x="310" y="3465"/>
                  </a:cubicBezTo>
                  <a:lnTo>
                    <a:pt x="310" y="2215"/>
                  </a:lnTo>
                  <a:close/>
                  <a:moveTo>
                    <a:pt x="679" y="0"/>
                  </a:moveTo>
                  <a:cubicBezTo>
                    <a:pt x="596" y="0"/>
                    <a:pt x="525" y="72"/>
                    <a:pt x="525" y="167"/>
                  </a:cubicBezTo>
                  <a:lnTo>
                    <a:pt x="525" y="1905"/>
                  </a:lnTo>
                  <a:lnTo>
                    <a:pt x="322" y="1905"/>
                  </a:lnTo>
                  <a:lnTo>
                    <a:pt x="322" y="429"/>
                  </a:lnTo>
                  <a:cubicBezTo>
                    <a:pt x="322" y="345"/>
                    <a:pt x="251" y="274"/>
                    <a:pt x="167" y="274"/>
                  </a:cubicBezTo>
                  <a:cubicBezTo>
                    <a:pt x="72" y="274"/>
                    <a:pt x="1" y="345"/>
                    <a:pt x="1" y="429"/>
                  </a:cubicBezTo>
                  <a:lnTo>
                    <a:pt x="1" y="3465"/>
                  </a:lnTo>
                  <a:cubicBezTo>
                    <a:pt x="1" y="3703"/>
                    <a:pt x="191" y="3882"/>
                    <a:pt x="417" y="3882"/>
                  </a:cubicBezTo>
                  <a:cubicBezTo>
                    <a:pt x="655" y="3882"/>
                    <a:pt x="834" y="3691"/>
                    <a:pt x="834" y="3465"/>
                  </a:cubicBezTo>
                  <a:lnTo>
                    <a:pt x="834" y="167"/>
                  </a:lnTo>
                  <a:cubicBezTo>
                    <a:pt x="846" y="72"/>
                    <a:pt x="775"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66"/>
            <p:cNvSpPr/>
            <p:nvPr/>
          </p:nvSpPr>
          <p:spPr>
            <a:xfrm>
              <a:off x="5203825" y="2089513"/>
              <a:ext cx="27289" cy="226102"/>
            </a:xfrm>
            <a:custGeom>
              <a:avLst/>
              <a:gdLst/>
              <a:ahLst/>
              <a:cxnLst/>
              <a:rect l="l" t="t" r="r" b="b"/>
              <a:pathLst>
                <a:path w="858" h="7109" extrusionOk="0">
                  <a:moveTo>
                    <a:pt x="512" y="5418"/>
                  </a:moveTo>
                  <a:lnTo>
                    <a:pt x="512" y="6668"/>
                  </a:lnTo>
                  <a:lnTo>
                    <a:pt x="524" y="6668"/>
                  </a:lnTo>
                  <a:cubicBezTo>
                    <a:pt x="524" y="6727"/>
                    <a:pt x="477" y="6775"/>
                    <a:pt x="417" y="6775"/>
                  </a:cubicBezTo>
                  <a:cubicBezTo>
                    <a:pt x="358" y="6775"/>
                    <a:pt x="310" y="6727"/>
                    <a:pt x="310" y="6668"/>
                  </a:cubicBezTo>
                  <a:lnTo>
                    <a:pt x="310" y="5418"/>
                  </a:lnTo>
                  <a:close/>
                  <a:moveTo>
                    <a:pt x="691" y="0"/>
                  </a:moveTo>
                  <a:cubicBezTo>
                    <a:pt x="596" y="0"/>
                    <a:pt x="524" y="84"/>
                    <a:pt x="524" y="167"/>
                  </a:cubicBezTo>
                  <a:lnTo>
                    <a:pt x="524" y="5108"/>
                  </a:lnTo>
                  <a:lnTo>
                    <a:pt x="334" y="5108"/>
                  </a:lnTo>
                  <a:lnTo>
                    <a:pt x="334" y="703"/>
                  </a:lnTo>
                  <a:cubicBezTo>
                    <a:pt x="334" y="608"/>
                    <a:pt x="262" y="536"/>
                    <a:pt x="167" y="536"/>
                  </a:cubicBezTo>
                  <a:cubicBezTo>
                    <a:pt x="84" y="536"/>
                    <a:pt x="0" y="608"/>
                    <a:pt x="0" y="703"/>
                  </a:cubicBezTo>
                  <a:lnTo>
                    <a:pt x="0" y="6692"/>
                  </a:lnTo>
                  <a:cubicBezTo>
                    <a:pt x="0" y="6930"/>
                    <a:pt x="203" y="7108"/>
                    <a:pt x="417" y="7108"/>
                  </a:cubicBezTo>
                  <a:cubicBezTo>
                    <a:pt x="655" y="7108"/>
                    <a:pt x="834" y="6906"/>
                    <a:pt x="834" y="6692"/>
                  </a:cubicBezTo>
                  <a:lnTo>
                    <a:pt x="834" y="179"/>
                  </a:lnTo>
                  <a:cubicBezTo>
                    <a:pt x="858" y="84"/>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0" name="Google Shape;11900;p66"/>
          <p:cNvGrpSpPr/>
          <p:nvPr/>
        </p:nvGrpSpPr>
        <p:grpSpPr>
          <a:xfrm>
            <a:off x="7548967" y="1803477"/>
            <a:ext cx="333285" cy="349950"/>
            <a:chOff x="7548967" y="1978927"/>
            <a:chExt cx="333285" cy="349950"/>
          </a:xfrm>
        </p:grpSpPr>
        <p:sp>
          <p:nvSpPr>
            <p:cNvPr id="11901" name="Google Shape;11901;p66"/>
            <p:cNvSpPr/>
            <p:nvPr/>
          </p:nvSpPr>
          <p:spPr>
            <a:xfrm>
              <a:off x="7548967" y="1978927"/>
              <a:ext cx="333285" cy="234816"/>
            </a:xfrm>
            <a:custGeom>
              <a:avLst/>
              <a:gdLst/>
              <a:ahLst/>
              <a:cxnLst/>
              <a:rect l="l" t="t" r="r" b="b"/>
              <a:pathLst>
                <a:path w="10479" h="7383" extrusionOk="0">
                  <a:moveTo>
                    <a:pt x="8978" y="286"/>
                  </a:moveTo>
                  <a:cubicBezTo>
                    <a:pt x="9633" y="298"/>
                    <a:pt x="10145" y="834"/>
                    <a:pt x="10145" y="1489"/>
                  </a:cubicBezTo>
                  <a:cubicBezTo>
                    <a:pt x="10121" y="2168"/>
                    <a:pt x="9585" y="2727"/>
                    <a:pt x="8931" y="2727"/>
                  </a:cubicBezTo>
                  <a:cubicBezTo>
                    <a:pt x="8300" y="2727"/>
                    <a:pt x="7799" y="2251"/>
                    <a:pt x="7740" y="1656"/>
                  </a:cubicBezTo>
                  <a:lnTo>
                    <a:pt x="7740" y="1596"/>
                  </a:lnTo>
                  <a:lnTo>
                    <a:pt x="7740" y="1572"/>
                  </a:lnTo>
                  <a:lnTo>
                    <a:pt x="7740" y="1513"/>
                  </a:lnTo>
                  <a:cubicBezTo>
                    <a:pt x="7740" y="1429"/>
                    <a:pt x="7668" y="1358"/>
                    <a:pt x="7573" y="1358"/>
                  </a:cubicBezTo>
                  <a:lnTo>
                    <a:pt x="2882" y="1358"/>
                  </a:lnTo>
                  <a:cubicBezTo>
                    <a:pt x="2799" y="1358"/>
                    <a:pt x="2727" y="1429"/>
                    <a:pt x="2727" y="1513"/>
                  </a:cubicBezTo>
                  <a:lnTo>
                    <a:pt x="2727" y="1596"/>
                  </a:lnTo>
                  <a:lnTo>
                    <a:pt x="2727" y="1608"/>
                  </a:lnTo>
                  <a:lnTo>
                    <a:pt x="2727" y="1656"/>
                  </a:lnTo>
                  <a:lnTo>
                    <a:pt x="2727" y="1679"/>
                  </a:lnTo>
                  <a:lnTo>
                    <a:pt x="2727" y="1727"/>
                  </a:lnTo>
                  <a:lnTo>
                    <a:pt x="2727" y="1739"/>
                  </a:lnTo>
                  <a:cubicBezTo>
                    <a:pt x="2727" y="1751"/>
                    <a:pt x="2727" y="1775"/>
                    <a:pt x="2704" y="1799"/>
                  </a:cubicBezTo>
                  <a:lnTo>
                    <a:pt x="2704" y="1810"/>
                  </a:lnTo>
                  <a:cubicBezTo>
                    <a:pt x="2704" y="1834"/>
                    <a:pt x="2692" y="1858"/>
                    <a:pt x="2692" y="1870"/>
                  </a:cubicBezTo>
                  <a:cubicBezTo>
                    <a:pt x="2692" y="1894"/>
                    <a:pt x="2692" y="1894"/>
                    <a:pt x="2680" y="1906"/>
                  </a:cubicBezTo>
                  <a:cubicBezTo>
                    <a:pt x="2680" y="1918"/>
                    <a:pt x="2668" y="1930"/>
                    <a:pt x="2668" y="1930"/>
                  </a:cubicBezTo>
                  <a:cubicBezTo>
                    <a:pt x="2668" y="1953"/>
                    <a:pt x="2644" y="1953"/>
                    <a:pt x="2644" y="1965"/>
                  </a:cubicBezTo>
                  <a:cubicBezTo>
                    <a:pt x="2644" y="1977"/>
                    <a:pt x="2632" y="1977"/>
                    <a:pt x="2632" y="1989"/>
                  </a:cubicBezTo>
                  <a:cubicBezTo>
                    <a:pt x="2632" y="2013"/>
                    <a:pt x="2620" y="2025"/>
                    <a:pt x="2620" y="2025"/>
                  </a:cubicBezTo>
                  <a:cubicBezTo>
                    <a:pt x="2620" y="2025"/>
                    <a:pt x="2620" y="2037"/>
                    <a:pt x="2608" y="2037"/>
                  </a:cubicBezTo>
                  <a:cubicBezTo>
                    <a:pt x="2573" y="2084"/>
                    <a:pt x="2561" y="2132"/>
                    <a:pt x="2525" y="2168"/>
                  </a:cubicBezTo>
                  <a:cubicBezTo>
                    <a:pt x="2513" y="2191"/>
                    <a:pt x="2513" y="2203"/>
                    <a:pt x="2501" y="2215"/>
                  </a:cubicBezTo>
                  <a:cubicBezTo>
                    <a:pt x="2454" y="2275"/>
                    <a:pt x="2406" y="2334"/>
                    <a:pt x="2346" y="2382"/>
                  </a:cubicBezTo>
                  <a:cubicBezTo>
                    <a:pt x="2334" y="2394"/>
                    <a:pt x="2323" y="2394"/>
                    <a:pt x="2311" y="2406"/>
                  </a:cubicBezTo>
                  <a:lnTo>
                    <a:pt x="2287" y="2430"/>
                  </a:lnTo>
                  <a:cubicBezTo>
                    <a:pt x="2084" y="2584"/>
                    <a:pt x="1811" y="2692"/>
                    <a:pt x="1537" y="2692"/>
                  </a:cubicBezTo>
                  <a:cubicBezTo>
                    <a:pt x="882" y="2692"/>
                    <a:pt x="322" y="2156"/>
                    <a:pt x="322" y="1489"/>
                  </a:cubicBezTo>
                  <a:cubicBezTo>
                    <a:pt x="322" y="822"/>
                    <a:pt x="858" y="286"/>
                    <a:pt x="1537" y="286"/>
                  </a:cubicBezTo>
                  <a:close/>
                  <a:moveTo>
                    <a:pt x="7395" y="1668"/>
                  </a:moveTo>
                  <a:cubicBezTo>
                    <a:pt x="7442" y="2049"/>
                    <a:pt x="7633" y="2406"/>
                    <a:pt x="7930" y="2668"/>
                  </a:cubicBezTo>
                  <a:cubicBezTo>
                    <a:pt x="7823" y="2763"/>
                    <a:pt x="7692" y="2799"/>
                    <a:pt x="7549" y="2799"/>
                  </a:cubicBezTo>
                  <a:lnTo>
                    <a:pt x="2858" y="2799"/>
                  </a:lnTo>
                  <a:cubicBezTo>
                    <a:pt x="2727" y="2787"/>
                    <a:pt x="2608" y="2739"/>
                    <a:pt x="2501" y="2668"/>
                  </a:cubicBezTo>
                  <a:cubicBezTo>
                    <a:pt x="2739" y="2453"/>
                    <a:pt x="2906" y="2191"/>
                    <a:pt x="2977" y="1894"/>
                  </a:cubicBezTo>
                  <a:lnTo>
                    <a:pt x="2977" y="1870"/>
                  </a:lnTo>
                  <a:cubicBezTo>
                    <a:pt x="2977" y="1858"/>
                    <a:pt x="2989" y="1846"/>
                    <a:pt x="2989" y="1810"/>
                  </a:cubicBezTo>
                  <a:cubicBezTo>
                    <a:pt x="3001" y="1775"/>
                    <a:pt x="3001" y="1727"/>
                    <a:pt x="3001" y="1668"/>
                  </a:cubicBezTo>
                  <a:close/>
                  <a:moveTo>
                    <a:pt x="1513" y="1"/>
                  </a:moveTo>
                  <a:cubicBezTo>
                    <a:pt x="680" y="1"/>
                    <a:pt x="1" y="679"/>
                    <a:pt x="1" y="1513"/>
                  </a:cubicBezTo>
                  <a:cubicBezTo>
                    <a:pt x="1" y="2346"/>
                    <a:pt x="680" y="3037"/>
                    <a:pt x="1513" y="3037"/>
                  </a:cubicBezTo>
                  <a:cubicBezTo>
                    <a:pt x="1787" y="3037"/>
                    <a:pt x="2025" y="2977"/>
                    <a:pt x="2251" y="2858"/>
                  </a:cubicBezTo>
                  <a:cubicBezTo>
                    <a:pt x="2370" y="2977"/>
                    <a:pt x="2525" y="3049"/>
                    <a:pt x="2692" y="3096"/>
                  </a:cubicBezTo>
                  <a:lnTo>
                    <a:pt x="2692" y="7216"/>
                  </a:lnTo>
                  <a:cubicBezTo>
                    <a:pt x="2692" y="7311"/>
                    <a:pt x="2763" y="7383"/>
                    <a:pt x="2858" y="7383"/>
                  </a:cubicBezTo>
                  <a:cubicBezTo>
                    <a:pt x="2942" y="7383"/>
                    <a:pt x="3025" y="7311"/>
                    <a:pt x="3025" y="7216"/>
                  </a:cubicBezTo>
                  <a:lnTo>
                    <a:pt x="3025" y="3120"/>
                  </a:lnTo>
                  <a:lnTo>
                    <a:pt x="7454" y="3120"/>
                  </a:lnTo>
                  <a:lnTo>
                    <a:pt x="7454" y="3882"/>
                  </a:lnTo>
                  <a:cubicBezTo>
                    <a:pt x="7454" y="3977"/>
                    <a:pt x="7526" y="4049"/>
                    <a:pt x="7621" y="4049"/>
                  </a:cubicBezTo>
                  <a:cubicBezTo>
                    <a:pt x="7704" y="4049"/>
                    <a:pt x="7776" y="3977"/>
                    <a:pt x="7776" y="3882"/>
                  </a:cubicBezTo>
                  <a:lnTo>
                    <a:pt x="7776" y="3108"/>
                  </a:lnTo>
                  <a:cubicBezTo>
                    <a:pt x="7966" y="3084"/>
                    <a:pt x="8121" y="2989"/>
                    <a:pt x="8264" y="2870"/>
                  </a:cubicBezTo>
                  <a:cubicBezTo>
                    <a:pt x="8466" y="2977"/>
                    <a:pt x="8704" y="3037"/>
                    <a:pt x="8954" y="3037"/>
                  </a:cubicBezTo>
                  <a:cubicBezTo>
                    <a:pt x="9788" y="3037"/>
                    <a:pt x="10478" y="2346"/>
                    <a:pt x="10478" y="1513"/>
                  </a:cubicBezTo>
                  <a:cubicBezTo>
                    <a:pt x="10443" y="1120"/>
                    <a:pt x="10300" y="727"/>
                    <a:pt x="10014" y="441"/>
                  </a:cubicBezTo>
                  <a:cubicBezTo>
                    <a:pt x="9728" y="167"/>
                    <a:pt x="9359" y="1"/>
                    <a:pt x="8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66"/>
            <p:cNvSpPr/>
            <p:nvPr/>
          </p:nvSpPr>
          <p:spPr>
            <a:xfrm>
              <a:off x="7570562" y="2001667"/>
              <a:ext cx="51142" cy="51142"/>
            </a:xfrm>
            <a:custGeom>
              <a:avLst/>
              <a:gdLst/>
              <a:ahLst/>
              <a:cxnLst/>
              <a:rect l="l" t="t" r="r" b="b"/>
              <a:pathLst>
                <a:path w="1608" h="1608" extrusionOk="0">
                  <a:moveTo>
                    <a:pt x="810" y="322"/>
                  </a:moveTo>
                  <a:cubicBezTo>
                    <a:pt x="1072" y="322"/>
                    <a:pt x="1286" y="536"/>
                    <a:pt x="1286" y="798"/>
                  </a:cubicBezTo>
                  <a:cubicBezTo>
                    <a:pt x="1286" y="1060"/>
                    <a:pt x="1072" y="1274"/>
                    <a:pt x="810" y="1274"/>
                  </a:cubicBezTo>
                  <a:cubicBezTo>
                    <a:pt x="536" y="1274"/>
                    <a:pt x="334" y="1072"/>
                    <a:pt x="334" y="798"/>
                  </a:cubicBezTo>
                  <a:cubicBezTo>
                    <a:pt x="334" y="536"/>
                    <a:pt x="536" y="322"/>
                    <a:pt x="810" y="322"/>
                  </a:cubicBezTo>
                  <a:close/>
                  <a:moveTo>
                    <a:pt x="810" y="0"/>
                  </a:moveTo>
                  <a:cubicBezTo>
                    <a:pt x="358" y="0"/>
                    <a:pt x="1" y="357"/>
                    <a:pt x="1" y="798"/>
                  </a:cubicBezTo>
                  <a:cubicBezTo>
                    <a:pt x="1" y="1250"/>
                    <a:pt x="358" y="1607"/>
                    <a:pt x="810" y="1607"/>
                  </a:cubicBezTo>
                  <a:cubicBezTo>
                    <a:pt x="1251" y="1607"/>
                    <a:pt x="1608" y="1250"/>
                    <a:pt x="1608" y="798"/>
                  </a:cubicBezTo>
                  <a:cubicBezTo>
                    <a:pt x="1608" y="357"/>
                    <a:pt x="1251"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66"/>
            <p:cNvSpPr/>
            <p:nvPr/>
          </p:nvSpPr>
          <p:spPr>
            <a:xfrm>
              <a:off x="7807986" y="2001667"/>
              <a:ext cx="51174" cy="51142"/>
            </a:xfrm>
            <a:custGeom>
              <a:avLst/>
              <a:gdLst/>
              <a:ahLst/>
              <a:cxnLst/>
              <a:rect l="l" t="t" r="r" b="b"/>
              <a:pathLst>
                <a:path w="1609" h="1608" extrusionOk="0">
                  <a:moveTo>
                    <a:pt x="798" y="322"/>
                  </a:moveTo>
                  <a:cubicBezTo>
                    <a:pt x="1072" y="322"/>
                    <a:pt x="1275" y="536"/>
                    <a:pt x="1275" y="798"/>
                  </a:cubicBezTo>
                  <a:cubicBezTo>
                    <a:pt x="1275" y="1060"/>
                    <a:pt x="1072" y="1274"/>
                    <a:pt x="798" y="1274"/>
                  </a:cubicBezTo>
                  <a:cubicBezTo>
                    <a:pt x="537" y="1274"/>
                    <a:pt x="322" y="1072"/>
                    <a:pt x="322" y="798"/>
                  </a:cubicBezTo>
                  <a:cubicBezTo>
                    <a:pt x="322" y="536"/>
                    <a:pt x="537" y="322"/>
                    <a:pt x="798" y="322"/>
                  </a:cubicBezTo>
                  <a:close/>
                  <a:moveTo>
                    <a:pt x="798" y="0"/>
                  </a:moveTo>
                  <a:cubicBezTo>
                    <a:pt x="358" y="0"/>
                    <a:pt x="1" y="357"/>
                    <a:pt x="1" y="798"/>
                  </a:cubicBezTo>
                  <a:cubicBezTo>
                    <a:pt x="1" y="1250"/>
                    <a:pt x="358" y="1607"/>
                    <a:pt x="798" y="1607"/>
                  </a:cubicBezTo>
                  <a:cubicBezTo>
                    <a:pt x="1251" y="1607"/>
                    <a:pt x="1608" y="1250"/>
                    <a:pt x="1608" y="798"/>
                  </a:cubicBezTo>
                  <a:cubicBezTo>
                    <a:pt x="1608" y="357"/>
                    <a:pt x="1251"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66"/>
            <p:cNvSpPr/>
            <p:nvPr/>
          </p:nvSpPr>
          <p:spPr>
            <a:xfrm>
              <a:off x="7570180" y="2121699"/>
              <a:ext cx="288980" cy="207178"/>
            </a:xfrm>
            <a:custGeom>
              <a:avLst/>
              <a:gdLst/>
              <a:ahLst/>
              <a:cxnLst/>
              <a:rect l="l" t="t" r="r" b="b"/>
              <a:pathLst>
                <a:path w="9086" h="6514" extrusionOk="0">
                  <a:moveTo>
                    <a:pt x="7513" y="4549"/>
                  </a:moveTo>
                  <a:cubicBezTo>
                    <a:pt x="7633" y="4549"/>
                    <a:pt x="7740" y="4644"/>
                    <a:pt x="7740" y="4763"/>
                  </a:cubicBezTo>
                  <a:lnTo>
                    <a:pt x="7740" y="5203"/>
                  </a:lnTo>
                  <a:lnTo>
                    <a:pt x="1358" y="5203"/>
                  </a:lnTo>
                  <a:lnTo>
                    <a:pt x="1358" y="4763"/>
                  </a:lnTo>
                  <a:cubicBezTo>
                    <a:pt x="1358" y="4644"/>
                    <a:pt x="1465" y="4549"/>
                    <a:pt x="1584" y="4549"/>
                  </a:cubicBezTo>
                  <a:close/>
                  <a:moveTo>
                    <a:pt x="8323" y="5513"/>
                  </a:moveTo>
                  <a:cubicBezTo>
                    <a:pt x="8561" y="5513"/>
                    <a:pt x="8764" y="5703"/>
                    <a:pt x="8764" y="5953"/>
                  </a:cubicBezTo>
                  <a:lnTo>
                    <a:pt x="8764" y="6180"/>
                  </a:lnTo>
                  <a:lnTo>
                    <a:pt x="346" y="6180"/>
                  </a:lnTo>
                  <a:lnTo>
                    <a:pt x="346" y="5953"/>
                  </a:lnTo>
                  <a:cubicBezTo>
                    <a:pt x="346" y="5715"/>
                    <a:pt x="536" y="5513"/>
                    <a:pt x="786" y="5513"/>
                  </a:cubicBezTo>
                  <a:close/>
                  <a:moveTo>
                    <a:pt x="6918" y="0"/>
                  </a:moveTo>
                  <a:cubicBezTo>
                    <a:pt x="6835" y="0"/>
                    <a:pt x="6763" y="84"/>
                    <a:pt x="6763" y="167"/>
                  </a:cubicBezTo>
                  <a:lnTo>
                    <a:pt x="6763" y="4215"/>
                  </a:lnTo>
                  <a:lnTo>
                    <a:pt x="2322" y="4215"/>
                  </a:lnTo>
                  <a:lnTo>
                    <a:pt x="2322" y="3501"/>
                  </a:lnTo>
                  <a:cubicBezTo>
                    <a:pt x="2322" y="3417"/>
                    <a:pt x="2251" y="3334"/>
                    <a:pt x="2156" y="3334"/>
                  </a:cubicBezTo>
                  <a:cubicBezTo>
                    <a:pt x="2072" y="3334"/>
                    <a:pt x="2001" y="3417"/>
                    <a:pt x="2001" y="3501"/>
                  </a:cubicBezTo>
                  <a:lnTo>
                    <a:pt x="2001" y="4215"/>
                  </a:lnTo>
                  <a:lnTo>
                    <a:pt x="1560" y="4215"/>
                  </a:lnTo>
                  <a:cubicBezTo>
                    <a:pt x="1263" y="4215"/>
                    <a:pt x="1013" y="4465"/>
                    <a:pt x="1013" y="4763"/>
                  </a:cubicBezTo>
                  <a:lnTo>
                    <a:pt x="1013" y="5203"/>
                  </a:lnTo>
                  <a:lnTo>
                    <a:pt x="763" y="5203"/>
                  </a:lnTo>
                  <a:cubicBezTo>
                    <a:pt x="346" y="5203"/>
                    <a:pt x="1" y="5537"/>
                    <a:pt x="1" y="5953"/>
                  </a:cubicBezTo>
                  <a:lnTo>
                    <a:pt x="1" y="6346"/>
                  </a:lnTo>
                  <a:cubicBezTo>
                    <a:pt x="1" y="6430"/>
                    <a:pt x="72" y="6513"/>
                    <a:pt x="167" y="6513"/>
                  </a:cubicBezTo>
                  <a:lnTo>
                    <a:pt x="8906" y="6513"/>
                  </a:lnTo>
                  <a:cubicBezTo>
                    <a:pt x="8990" y="6513"/>
                    <a:pt x="9061" y="6430"/>
                    <a:pt x="9061" y="6346"/>
                  </a:cubicBezTo>
                  <a:lnTo>
                    <a:pt x="9061" y="5953"/>
                  </a:lnTo>
                  <a:cubicBezTo>
                    <a:pt x="9085" y="5537"/>
                    <a:pt x="8740" y="5203"/>
                    <a:pt x="8323" y="5203"/>
                  </a:cubicBezTo>
                  <a:lnTo>
                    <a:pt x="8073" y="5203"/>
                  </a:lnTo>
                  <a:lnTo>
                    <a:pt x="8073" y="4763"/>
                  </a:lnTo>
                  <a:cubicBezTo>
                    <a:pt x="8073" y="4465"/>
                    <a:pt x="7811" y="4215"/>
                    <a:pt x="7513" y="4215"/>
                  </a:cubicBezTo>
                  <a:lnTo>
                    <a:pt x="7085" y="4215"/>
                  </a:lnTo>
                  <a:lnTo>
                    <a:pt x="7085" y="167"/>
                  </a:lnTo>
                  <a:cubicBezTo>
                    <a:pt x="7085" y="84"/>
                    <a:pt x="7013" y="0"/>
                    <a:pt x="6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66"/>
            <p:cNvSpPr/>
            <p:nvPr/>
          </p:nvSpPr>
          <p:spPr>
            <a:xfrm>
              <a:off x="7658408" y="2088368"/>
              <a:ext cx="30342" cy="154922"/>
            </a:xfrm>
            <a:custGeom>
              <a:avLst/>
              <a:gdLst/>
              <a:ahLst/>
              <a:cxnLst/>
              <a:rect l="l" t="t" r="r" b="b"/>
              <a:pathLst>
                <a:path w="954" h="4871" extrusionOk="0">
                  <a:moveTo>
                    <a:pt x="453" y="310"/>
                  </a:moveTo>
                  <a:cubicBezTo>
                    <a:pt x="537" y="310"/>
                    <a:pt x="608" y="370"/>
                    <a:pt x="608" y="453"/>
                  </a:cubicBezTo>
                  <a:lnTo>
                    <a:pt x="608" y="4382"/>
                  </a:lnTo>
                  <a:cubicBezTo>
                    <a:pt x="608" y="4465"/>
                    <a:pt x="548" y="4537"/>
                    <a:pt x="453" y="4537"/>
                  </a:cubicBezTo>
                  <a:cubicBezTo>
                    <a:pt x="382" y="4537"/>
                    <a:pt x="310" y="4477"/>
                    <a:pt x="310" y="4382"/>
                  </a:cubicBezTo>
                  <a:lnTo>
                    <a:pt x="310" y="453"/>
                  </a:lnTo>
                  <a:cubicBezTo>
                    <a:pt x="310" y="382"/>
                    <a:pt x="370" y="310"/>
                    <a:pt x="453" y="310"/>
                  </a:cubicBezTo>
                  <a:close/>
                  <a:moveTo>
                    <a:pt x="477" y="1"/>
                  </a:moveTo>
                  <a:cubicBezTo>
                    <a:pt x="215" y="1"/>
                    <a:pt x="1" y="203"/>
                    <a:pt x="1" y="477"/>
                  </a:cubicBezTo>
                  <a:lnTo>
                    <a:pt x="1" y="4394"/>
                  </a:lnTo>
                  <a:cubicBezTo>
                    <a:pt x="1"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66"/>
            <p:cNvSpPr/>
            <p:nvPr/>
          </p:nvSpPr>
          <p:spPr>
            <a:xfrm>
              <a:off x="7700072" y="2088368"/>
              <a:ext cx="30310" cy="154922"/>
            </a:xfrm>
            <a:custGeom>
              <a:avLst/>
              <a:gdLst/>
              <a:ahLst/>
              <a:cxnLst/>
              <a:rect l="l" t="t" r="r" b="b"/>
              <a:pathLst>
                <a:path w="953" h="4871" extrusionOk="0">
                  <a:moveTo>
                    <a:pt x="453" y="310"/>
                  </a:moveTo>
                  <a:cubicBezTo>
                    <a:pt x="548" y="310"/>
                    <a:pt x="608" y="370"/>
                    <a:pt x="608" y="453"/>
                  </a:cubicBezTo>
                  <a:lnTo>
                    <a:pt x="608" y="4382"/>
                  </a:lnTo>
                  <a:cubicBezTo>
                    <a:pt x="608" y="4465"/>
                    <a:pt x="548" y="4537"/>
                    <a:pt x="453" y="4537"/>
                  </a:cubicBezTo>
                  <a:cubicBezTo>
                    <a:pt x="381" y="4537"/>
                    <a:pt x="310" y="4477"/>
                    <a:pt x="310" y="4382"/>
                  </a:cubicBezTo>
                  <a:lnTo>
                    <a:pt x="310" y="453"/>
                  </a:lnTo>
                  <a:cubicBezTo>
                    <a:pt x="310" y="382"/>
                    <a:pt x="370" y="310"/>
                    <a:pt x="453" y="310"/>
                  </a:cubicBezTo>
                  <a:close/>
                  <a:moveTo>
                    <a:pt x="477" y="1"/>
                  </a:moveTo>
                  <a:cubicBezTo>
                    <a:pt x="215" y="1"/>
                    <a:pt x="0" y="203"/>
                    <a:pt x="0" y="477"/>
                  </a:cubicBezTo>
                  <a:lnTo>
                    <a:pt x="0" y="4394"/>
                  </a:lnTo>
                  <a:cubicBezTo>
                    <a:pt x="0"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66"/>
            <p:cNvSpPr/>
            <p:nvPr/>
          </p:nvSpPr>
          <p:spPr>
            <a:xfrm>
              <a:off x="7741737" y="2088368"/>
              <a:ext cx="30310" cy="154922"/>
            </a:xfrm>
            <a:custGeom>
              <a:avLst/>
              <a:gdLst/>
              <a:ahLst/>
              <a:cxnLst/>
              <a:rect l="l" t="t" r="r" b="b"/>
              <a:pathLst>
                <a:path w="953" h="4871" extrusionOk="0">
                  <a:moveTo>
                    <a:pt x="453" y="310"/>
                  </a:moveTo>
                  <a:cubicBezTo>
                    <a:pt x="536" y="310"/>
                    <a:pt x="607" y="370"/>
                    <a:pt x="607" y="453"/>
                  </a:cubicBezTo>
                  <a:lnTo>
                    <a:pt x="607" y="4382"/>
                  </a:lnTo>
                  <a:cubicBezTo>
                    <a:pt x="607" y="4465"/>
                    <a:pt x="548" y="4537"/>
                    <a:pt x="453" y="4537"/>
                  </a:cubicBezTo>
                  <a:cubicBezTo>
                    <a:pt x="381" y="4537"/>
                    <a:pt x="310" y="4477"/>
                    <a:pt x="310" y="4382"/>
                  </a:cubicBezTo>
                  <a:lnTo>
                    <a:pt x="310" y="453"/>
                  </a:lnTo>
                  <a:cubicBezTo>
                    <a:pt x="310" y="382"/>
                    <a:pt x="369" y="310"/>
                    <a:pt x="453" y="310"/>
                  </a:cubicBezTo>
                  <a:close/>
                  <a:moveTo>
                    <a:pt x="476" y="1"/>
                  </a:moveTo>
                  <a:cubicBezTo>
                    <a:pt x="214" y="1"/>
                    <a:pt x="0" y="203"/>
                    <a:pt x="0" y="477"/>
                  </a:cubicBezTo>
                  <a:lnTo>
                    <a:pt x="0" y="4394"/>
                  </a:lnTo>
                  <a:cubicBezTo>
                    <a:pt x="0" y="4656"/>
                    <a:pt x="203" y="4870"/>
                    <a:pt x="476" y="4870"/>
                  </a:cubicBezTo>
                  <a:cubicBezTo>
                    <a:pt x="726" y="4870"/>
                    <a:pt x="953" y="4668"/>
                    <a:pt x="953" y="4394"/>
                  </a:cubicBezTo>
                  <a:lnTo>
                    <a:pt x="953" y="477"/>
                  </a:lnTo>
                  <a:cubicBezTo>
                    <a:pt x="929" y="203"/>
                    <a:pt x="726"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8" name="Google Shape;11908;p66"/>
          <p:cNvGrpSpPr/>
          <p:nvPr/>
        </p:nvGrpSpPr>
        <p:grpSpPr>
          <a:xfrm>
            <a:off x="6214142" y="1803477"/>
            <a:ext cx="346515" cy="350300"/>
            <a:chOff x="6214142" y="1978927"/>
            <a:chExt cx="346515" cy="350300"/>
          </a:xfrm>
        </p:grpSpPr>
        <p:sp>
          <p:nvSpPr>
            <p:cNvPr id="11909" name="Google Shape;11909;p66"/>
            <p:cNvSpPr/>
            <p:nvPr/>
          </p:nvSpPr>
          <p:spPr>
            <a:xfrm>
              <a:off x="6289870" y="1978927"/>
              <a:ext cx="196937" cy="262073"/>
            </a:xfrm>
            <a:custGeom>
              <a:avLst/>
              <a:gdLst/>
              <a:ahLst/>
              <a:cxnLst/>
              <a:rect l="l" t="t" r="r" b="b"/>
              <a:pathLst>
                <a:path w="6192" h="8240" extrusionOk="0">
                  <a:moveTo>
                    <a:pt x="5251" y="1453"/>
                  </a:moveTo>
                  <a:lnTo>
                    <a:pt x="5811" y="2275"/>
                  </a:lnTo>
                  <a:cubicBezTo>
                    <a:pt x="5787" y="2346"/>
                    <a:pt x="5775" y="2430"/>
                    <a:pt x="5763" y="2489"/>
                  </a:cubicBezTo>
                  <a:lnTo>
                    <a:pt x="5763" y="2513"/>
                  </a:lnTo>
                  <a:cubicBezTo>
                    <a:pt x="5739" y="2572"/>
                    <a:pt x="5727" y="2644"/>
                    <a:pt x="5716" y="2703"/>
                  </a:cubicBezTo>
                  <a:lnTo>
                    <a:pt x="5311" y="2108"/>
                  </a:lnTo>
                  <a:cubicBezTo>
                    <a:pt x="5287" y="2072"/>
                    <a:pt x="5251" y="2049"/>
                    <a:pt x="5204" y="2037"/>
                  </a:cubicBezTo>
                  <a:cubicBezTo>
                    <a:pt x="5168" y="2037"/>
                    <a:pt x="5120" y="2037"/>
                    <a:pt x="5085" y="2072"/>
                  </a:cubicBezTo>
                  <a:cubicBezTo>
                    <a:pt x="4727" y="2346"/>
                    <a:pt x="4096" y="2680"/>
                    <a:pt x="3084" y="2680"/>
                  </a:cubicBezTo>
                  <a:cubicBezTo>
                    <a:pt x="2084" y="2680"/>
                    <a:pt x="1441" y="2334"/>
                    <a:pt x="1072" y="2072"/>
                  </a:cubicBezTo>
                  <a:cubicBezTo>
                    <a:pt x="1036" y="2037"/>
                    <a:pt x="1013" y="2037"/>
                    <a:pt x="965" y="2037"/>
                  </a:cubicBezTo>
                  <a:lnTo>
                    <a:pt x="929" y="2037"/>
                  </a:lnTo>
                  <a:cubicBezTo>
                    <a:pt x="894" y="2037"/>
                    <a:pt x="846" y="2072"/>
                    <a:pt x="834" y="2108"/>
                  </a:cubicBezTo>
                  <a:lnTo>
                    <a:pt x="429" y="2703"/>
                  </a:lnTo>
                  <a:cubicBezTo>
                    <a:pt x="417" y="2644"/>
                    <a:pt x="393" y="2572"/>
                    <a:pt x="382" y="2513"/>
                  </a:cubicBezTo>
                  <a:lnTo>
                    <a:pt x="382" y="2489"/>
                  </a:lnTo>
                  <a:cubicBezTo>
                    <a:pt x="370" y="2430"/>
                    <a:pt x="358" y="2346"/>
                    <a:pt x="334" y="2287"/>
                  </a:cubicBezTo>
                  <a:lnTo>
                    <a:pt x="560" y="1953"/>
                  </a:lnTo>
                  <a:lnTo>
                    <a:pt x="905" y="1453"/>
                  </a:lnTo>
                  <a:cubicBezTo>
                    <a:pt x="1025" y="1620"/>
                    <a:pt x="1227" y="1810"/>
                    <a:pt x="1525" y="1989"/>
                  </a:cubicBezTo>
                  <a:cubicBezTo>
                    <a:pt x="1667" y="2072"/>
                    <a:pt x="1810" y="2144"/>
                    <a:pt x="1965" y="2191"/>
                  </a:cubicBezTo>
                  <a:cubicBezTo>
                    <a:pt x="2287" y="2311"/>
                    <a:pt x="2679" y="2370"/>
                    <a:pt x="3084" y="2370"/>
                  </a:cubicBezTo>
                  <a:cubicBezTo>
                    <a:pt x="4239" y="2370"/>
                    <a:pt x="4870" y="1894"/>
                    <a:pt x="5168" y="1560"/>
                  </a:cubicBezTo>
                  <a:cubicBezTo>
                    <a:pt x="5192" y="1513"/>
                    <a:pt x="5227" y="1489"/>
                    <a:pt x="5251" y="1453"/>
                  </a:cubicBezTo>
                  <a:close/>
                  <a:moveTo>
                    <a:pt x="5061" y="2430"/>
                  </a:moveTo>
                  <a:lnTo>
                    <a:pt x="5549" y="3156"/>
                  </a:lnTo>
                  <a:cubicBezTo>
                    <a:pt x="5382" y="4239"/>
                    <a:pt x="5251" y="5180"/>
                    <a:pt x="5204" y="5954"/>
                  </a:cubicBezTo>
                  <a:cubicBezTo>
                    <a:pt x="5168" y="6775"/>
                    <a:pt x="5251" y="7192"/>
                    <a:pt x="5287" y="7371"/>
                  </a:cubicBezTo>
                  <a:lnTo>
                    <a:pt x="5287" y="7383"/>
                  </a:lnTo>
                  <a:lnTo>
                    <a:pt x="5287" y="7394"/>
                  </a:lnTo>
                  <a:lnTo>
                    <a:pt x="5287" y="7406"/>
                  </a:lnTo>
                  <a:cubicBezTo>
                    <a:pt x="5287" y="7454"/>
                    <a:pt x="5132" y="7609"/>
                    <a:pt x="4704" y="7728"/>
                  </a:cubicBezTo>
                  <a:cubicBezTo>
                    <a:pt x="4370" y="7811"/>
                    <a:pt x="3953" y="7871"/>
                    <a:pt x="3501" y="7906"/>
                  </a:cubicBezTo>
                  <a:cubicBezTo>
                    <a:pt x="3346" y="7918"/>
                    <a:pt x="3180" y="7918"/>
                    <a:pt x="3037" y="7918"/>
                  </a:cubicBezTo>
                  <a:lnTo>
                    <a:pt x="2799" y="7918"/>
                  </a:lnTo>
                  <a:cubicBezTo>
                    <a:pt x="2263" y="7906"/>
                    <a:pt x="1751" y="7847"/>
                    <a:pt x="1370" y="7740"/>
                  </a:cubicBezTo>
                  <a:cubicBezTo>
                    <a:pt x="917" y="7621"/>
                    <a:pt x="786" y="7466"/>
                    <a:pt x="786" y="7430"/>
                  </a:cubicBezTo>
                  <a:lnTo>
                    <a:pt x="786" y="7406"/>
                  </a:lnTo>
                  <a:lnTo>
                    <a:pt x="786" y="7394"/>
                  </a:lnTo>
                  <a:lnTo>
                    <a:pt x="786" y="7383"/>
                  </a:lnTo>
                  <a:cubicBezTo>
                    <a:pt x="822" y="7204"/>
                    <a:pt x="905" y="6787"/>
                    <a:pt x="858" y="5966"/>
                  </a:cubicBezTo>
                  <a:cubicBezTo>
                    <a:pt x="834" y="5192"/>
                    <a:pt x="703" y="4251"/>
                    <a:pt x="465" y="3156"/>
                  </a:cubicBezTo>
                  <a:lnTo>
                    <a:pt x="953" y="2430"/>
                  </a:lnTo>
                  <a:cubicBezTo>
                    <a:pt x="1370" y="2703"/>
                    <a:pt x="2037" y="3001"/>
                    <a:pt x="3001" y="3001"/>
                  </a:cubicBezTo>
                  <a:cubicBezTo>
                    <a:pt x="3977" y="3001"/>
                    <a:pt x="4644" y="2703"/>
                    <a:pt x="5061" y="2430"/>
                  </a:cubicBezTo>
                  <a:close/>
                  <a:moveTo>
                    <a:pt x="905" y="1"/>
                  </a:moveTo>
                  <a:cubicBezTo>
                    <a:pt x="822" y="1"/>
                    <a:pt x="739" y="72"/>
                    <a:pt x="739" y="167"/>
                  </a:cubicBezTo>
                  <a:lnTo>
                    <a:pt x="739" y="1156"/>
                  </a:lnTo>
                  <a:cubicBezTo>
                    <a:pt x="715" y="1179"/>
                    <a:pt x="703" y="1203"/>
                    <a:pt x="679" y="1215"/>
                  </a:cubicBezTo>
                  <a:lnTo>
                    <a:pt x="24" y="2168"/>
                  </a:lnTo>
                  <a:cubicBezTo>
                    <a:pt x="12" y="2203"/>
                    <a:pt x="1" y="2227"/>
                    <a:pt x="1" y="2263"/>
                  </a:cubicBezTo>
                  <a:lnTo>
                    <a:pt x="1" y="2287"/>
                  </a:lnTo>
                  <a:cubicBezTo>
                    <a:pt x="72" y="2572"/>
                    <a:pt x="132" y="2858"/>
                    <a:pt x="191" y="3132"/>
                  </a:cubicBezTo>
                  <a:cubicBezTo>
                    <a:pt x="572" y="5001"/>
                    <a:pt x="703" y="6394"/>
                    <a:pt x="524" y="7275"/>
                  </a:cubicBezTo>
                  <a:lnTo>
                    <a:pt x="524" y="7287"/>
                  </a:lnTo>
                  <a:lnTo>
                    <a:pt x="524" y="7311"/>
                  </a:lnTo>
                  <a:lnTo>
                    <a:pt x="524" y="7323"/>
                  </a:lnTo>
                  <a:lnTo>
                    <a:pt x="524" y="7335"/>
                  </a:lnTo>
                  <a:lnTo>
                    <a:pt x="524" y="7371"/>
                  </a:lnTo>
                  <a:lnTo>
                    <a:pt x="524" y="7383"/>
                  </a:lnTo>
                  <a:lnTo>
                    <a:pt x="524" y="7406"/>
                  </a:lnTo>
                  <a:cubicBezTo>
                    <a:pt x="524" y="7978"/>
                    <a:pt x="1858" y="8240"/>
                    <a:pt x="3096" y="8240"/>
                  </a:cubicBezTo>
                  <a:cubicBezTo>
                    <a:pt x="4323" y="8240"/>
                    <a:pt x="5668" y="7990"/>
                    <a:pt x="5668" y="7406"/>
                  </a:cubicBezTo>
                  <a:lnTo>
                    <a:pt x="5668" y="7383"/>
                  </a:lnTo>
                  <a:lnTo>
                    <a:pt x="5668" y="7371"/>
                  </a:lnTo>
                  <a:lnTo>
                    <a:pt x="5668" y="7335"/>
                  </a:lnTo>
                  <a:lnTo>
                    <a:pt x="5668" y="7323"/>
                  </a:lnTo>
                  <a:lnTo>
                    <a:pt x="5668" y="7311"/>
                  </a:lnTo>
                  <a:lnTo>
                    <a:pt x="5668" y="7287"/>
                  </a:lnTo>
                  <a:lnTo>
                    <a:pt x="5668" y="7275"/>
                  </a:lnTo>
                  <a:cubicBezTo>
                    <a:pt x="5489" y="6382"/>
                    <a:pt x="5608" y="5001"/>
                    <a:pt x="5989" y="3132"/>
                  </a:cubicBezTo>
                  <a:cubicBezTo>
                    <a:pt x="6061" y="2870"/>
                    <a:pt x="6108" y="2572"/>
                    <a:pt x="6192" y="2287"/>
                  </a:cubicBezTo>
                  <a:lnTo>
                    <a:pt x="6192" y="2263"/>
                  </a:lnTo>
                  <a:cubicBezTo>
                    <a:pt x="6144" y="2251"/>
                    <a:pt x="6132" y="2227"/>
                    <a:pt x="6132" y="2215"/>
                  </a:cubicBezTo>
                  <a:cubicBezTo>
                    <a:pt x="6132" y="2203"/>
                    <a:pt x="6120" y="2191"/>
                    <a:pt x="6120" y="2168"/>
                  </a:cubicBezTo>
                  <a:lnTo>
                    <a:pt x="5466" y="1215"/>
                  </a:lnTo>
                  <a:cubicBezTo>
                    <a:pt x="5442" y="1191"/>
                    <a:pt x="5418" y="1179"/>
                    <a:pt x="5394" y="1156"/>
                  </a:cubicBezTo>
                  <a:lnTo>
                    <a:pt x="5394" y="167"/>
                  </a:lnTo>
                  <a:cubicBezTo>
                    <a:pt x="5394" y="72"/>
                    <a:pt x="5323" y="1"/>
                    <a:pt x="5239" y="1"/>
                  </a:cubicBezTo>
                  <a:cubicBezTo>
                    <a:pt x="5144" y="1"/>
                    <a:pt x="5073" y="72"/>
                    <a:pt x="5073" y="167"/>
                  </a:cubicBezTo>
                  <a:lnTo>
                    <a:pt x="5073" y="1156"/>
                  </a:lnTo>
                  <a:lnTo>
                    <a:pt x="5085" y="1144"/>
                  </a:lnTo>
                  <a:lnTo>
                    <a:pt x="5049" y="1191"/>
                  </a:lnTo>
                  <a:lnTo>
                    <a:pt x="5025" y="1203"/>
                  </a:lnTo>
                  <a:cubicBezTo>
                    <a:pt x="5001" y="1251"/>
                    <a:pt x="4965" y="1298"/>
                    <a:pt x="4930" y="1334"/>
                  </a:cubicBezTo>
                  <a:cubicBezTo>
                    <a:pt x="4668" y="1620"/>
                    <a:pt x="4120" y="2037"/>
                    <a:pt x="3084" y="2037"/>
                  </a:cubicBezTo>
                  <a:cubicBezTo>
                    <a:pt x="1917" y="2037"/>
                    <a:pt x="1370" y="1513"/>
                    <a:pt x="1155" y="1251"/>
                  </a:cubicBezTo>
                  <a:lnTo>
                    <a:pt x="1120" y="1203"/>
                  </a:lnTo>
                  <a:lnTo>
                    <a:pt x="1072" y="1156"/>
                  </a:lnTo>
                  <a:lnTo>
                    <a:pt x="1072" y="167"/>
                  </a:lnTo>
                  <a:cubicBezTo>
                    <a:pt x="1072" y="72"/>
                    <a:pt x="1001"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66"/>
            <p:cNvSpPr/>
            <p:nvPr/>
          </p:nvSpPr>
          <p:spPr>
            <a:xfrm>
              <a:off x="6214142" y="2182256"/>
              <a:ext cx="346515" cy="146971"/>
            </a:xfrm>
            <a:custGeom>
              <a:avLst/>
              <a:gdLst/>
              <a:ahLst/>
              <a:cxnLst/>
              <a:rect l="l" t="t" r="r" b="b"/>
              <a:pathLst>
                <a:path w="10895" h="4621" extrusionOk="0">
                  <a:moveTo>
                    <a:pt x="9966" y="478"/>
                  </a:moveTo>
                  <a:lnTo>
                    <a:pt x="10525" y="525"/>
                  </a:lnTo>
                  <a:cubicBezTo>
                    <a:pt x="10525" y="561"/>
                    <a:pt x="10502" y="585"/>
                    <a:pt x="10490" y="620"/>
                  </a:cubicBezTo>
                  <a:cubicBezTo>
                    <a:pt x="10323" y="835"/>
                    <a:pt x="10192" y="1216"/>
                    <a:pt x="10192" y="1466"/>
                  </a:cubicBezTo>
                  <a:lnTo>
                    <a:pt x="10192" y="1513"/>
                  </a:lnTo>
                  <a:cubicBezTo>
                    <a:pt x="10192" y="1775"/>
                    <a:pt x="10013" y="2025"/>
                    <a:pt x="9716" y="2192"/>
                  </a:cubicBezTo>
                  <a:cubicBezTo>
                    <a:pt x="9454" y="2347"/>
                    <a:pt x="9287" y="2585"/>
                    <a:pt x="9275" y="2835"/>
                  </a:cubicBezTo>
                  <a:cubicBezTo>
                    <a:pt x="9251" y="3085"/>
                    <a:pt x="8978" y="3276"/>
                    <a:pt x="8632" y="3276"/>
                  </a:cubicBezTo>
                  <a:lnTo>
                    <a:pt x="8620" y="3276"/>
                  </a:lnTo>
                  <a:cubicBezTo>
                    <a:pt x="8263" y="3311"/>
                    <a:pt x="7942" y="3478"/>
                    <a:pt x="7787" y="3716"/>
                  </a:cubicBezTo>
                  <a:cubicBezTo>
                    <a:pt x="7659" y="3898"/>
                    <a:pt x="7413" y="4011"/>
                    <a:pt x="7150" y="4011"/>
                  </a:cubicBezTo>
                  <a:cubicBezTo>
                    <a:pt x="7069" y="4011"/>
                    <a:pt x="6987" y="4000"/>
                    <a:pt x="6906" y="3978"/>
                  </a:cubicBezTo>
                  <a:cubicBezTo>
                    <a:pt x="6804" y="3957"/>
                    <a:pt x="6701" y="3946"/>
                    <a:pt x="6599" y="3946"/>
                  </a:cubicBezTo>
                  <a:cubicBezTo>
                    <a:pt x="6358" y="3946"/>
                    <a:pt x="6126" y="4007"/>
                    <a:pt x="5942" y="4133"/>
                  </a:cubicBezTo>
                  <a:cubicBezTo>
                    <a:pt x="5799" y="4216"/>
                    <a:pt x="5620" y="4264"/>
                    <a:pt x="5441" y="4264"/>
                  </a:cubicBezTo>
                  <a:cubicBezTo>
                    <a:pt x="5263" y="4264"/>
                    <a:pt x="5084" y="4216"/>
                    <a:pt x="4953" y="4133"/>
                  </a:cubicBezTo>
                  <a:cubicBezTo>
                    <a:pt x="4770" y="4008"/>
                    <a:pt x="4528" y="3941"/>
                    <a:pt x="4289" y="3941"/>
                  </a:cubicBezTo>
                  <a:cubicBezTo>
                    <a:pt x="4187" y="3941"/>
                    <a:pt x="4085" y="3953"/>
                    <a:pt x="3989" y="3978"/>
                  </a:cubicBezTo>
                  <a:cubicBezTo>
                    <a:pt x="3908" y="4000"/>
                    <a:pt x="3825" y="4011"/>
                    <a:pt x="3744" y="4011"/>
                  </a:cubicBezTo>
                  <a:cubicBezTo>
                    <a:pt x="3477" y="4011"/>
                    <a:pt x="3226" y="3898"/>
                    <a:pt x="3108" y="3716"/>
                  </a:cubicBezTo>
                  <a:cubicBezTo>
                    <a:pt x="2941" y="3454"/>
                    <a:pt x="2632" y="3299"/>
                    <a:pt x="2274" y="3276"/>
                  </a:cubicBezTo>
                  <a:lnTo>
                    <a:pt x="2263" y="3276"/>
                  </a:lnTo>
                  <a:cubicBezTo>
                    <a:pt x="1917" y="3276"/>
                    <a:pt x="1631" y="3085"/>
                    <a:pt x="1620" y="2835"/>
                  </a:cubicBezTo>
                  <a:cubicBezTo>
                    <a:pt x="1608" y="2561"/>
                    <a:pt x="1441" y="2347"/>
                    <a:pt x="1179" y="2192"/>
                  </a:cubicBezTo>
                  <a:cubicBezTo>
                    <a:pt x="881" y="2014"/>
                    <a:pt x="703" y="1775"/>
                    <a:pt x="703" y="1513"/>
                  </a:cubicBezTo>
                  <a:lnTo>
                    <a:pt x="703" y="1466"/>
                  </a:lnTo>
                  <a:cubicBezTo>
                    <a:pt x="703" y="1216"/>
                    <a:pt x="560" y="835"/>
                    <a:pt x="405" y="620"/>
                  </a:cubicBezTo>
                  <a:cubicBezTo>
                    <a:pt x="381" y="585"/>
                    <a:pt x="358" y="561"/>
                    <a:pt x="346" y="525"/>
                  </a:cubicBezTo>
                  <a:lnTo>
                    <a:pt x="893" y="478"/>
                  </a:lnTo>
                  <a:cubicBezTo>
                    <a:pt x="1012" y="1347"/>
                    <a:pt x="1501" y="2144"/>
                    <a:pt x="2310" y="2740"/>
                  </a:cubicBezTo>
                  <a:cubicBezTo>
                    <a:pt x="3155" y="3371"/>
                    <a:pt x="4275" y="3728"/>
                    <a:pt x="5430" y="3728"/>
                  </a:cubicBezTo>
                  <a:cubicBezTo>
                    <a:pt x="6596" y="3728"/>
                    <a:pt x="7704" y="3383"/>
                    <a:pt x="8561" y="2740"/>
                  </a:cubicBezTo>
                  <a:cubicBezTo>
                    <a:pt x="9359" y="2144"/>
                    <a:pt x="9871" y="1347"/>
                    <a:pt x="9966" y="478"/>
                  </a:cubicBezTo>
                  <a:close/>
                  <a:moveTo>
                    <a:pt x="2378" y="0"/>
                  </a:moveTo>
                  <a:cubicBezTo>
                    <a:pt x="2372" y="0"/>
                    <a:pt x="2365" y="0"/>
                    <a:pt x="2358" y="1"/>
                  </a:cubicBezTo>
                  <a:cubicBezTo>
                    <a:pt x="2286" y="1"/>
                    <a:pt x="2215" y="25"/>
                    <a:pt x="2143" y="25"/>
                  </a:cubicBezTo>
                  <a:lnTo>
                    <a:pt x="143" y="216"/>
                  </a:lnTo>
                  <a:cubicBezTo>
                    <a:pt x="60" y="228"/>
                    <a:pt x="0" y="287"/>
                    <a:pt x="0" y="382"/>
                  </a:cubicBezTo>
                  <a:cubicBezTo>
                    <a:pt x="0" y="525"/>
                    <a:pt x="36" y="680"/>
                    <a:pt x="143" y="811"/>
                  </a:cubicBezTo>
                  <a:cubicBezTo>
                    <a:pt x="262" y="978"/>
                    <a:pt x="369" y="1287"/>
                    <a:pt x="369" y="1466"/>
                  </a:cubicBezTo>
                  <a:lnTo>
                    <a:pt x="369" y="1513"/>
                  </a:lnTo>
                  <a:cubicBezTo>
                    <a:pt x="369" y="1894"/>
                    <a:pt x="608" y="2252"/>
                    <a:pt x="1012" y="2478"/>
                  </a:cubicBezTo>
                  <a:cubicBezTo>
                    <a:pt x="1167" y="2561"/>
                    <a:pt x="1274" y="2716"/>
                    <a:pt x="1286" y="2859"/>
                  </a:cubicBezTo>
                  <a:cubicBezTo>
                    <a:pt x="1322" y="3276"/>
                    <a:pt x="1739" y="3621"/>
                    <a:pt x="2263" y="3621"/>
                  </a:cubicBezTo>
                  <a:cubicBezTo>
                    <a:pt x="2513" y="3633"/>
                    <a:pt x="2739" y="3752"/>
                    <a:pt x="2834" y="3918"/>
                  </a:cubicBezTo>
                  <a:cubicBezTo>
                    <a:pt x="3021" y="4198"/>
                    <a:pt x="3383" y="4361"/>
                    <a:pt x="3760" y="4361"/>
                  </a:cubicBezTo>
                  <a:cubicBezTo>
                    <a:pt x="3864" y="4361"/>
                    <a:pt x="3969" y="4349"/>
                    <a:pt x="4072" y="4323"/>
                  </a:cubicBezTo>
                  <a:cubicBezTo>
                    <a:pt x="4145" y="4306"/>
                    <a:pt x="4220" y="4298"/>
                    <a:pt x="4295" y="4298"/>
                  </a:cubicBezTo>
                  <a:cubicBezTo>
                    <a:pt x="4475" y="4298"/>
                    <a:pt x="4652" y="4346"/>
                    <a:pt x="4787" y="4430"/>
                  </a:cubicBezTo>
                  <a:cubicBezTo>
                    <a:pt x="4977" y="4550"/>
                    <a:pt x="5203" y="4621"/>
                    <a:pt x="5441" y="4621"/>
                  </a:cubicBezTo>
                  <a:cubicBezTo>
                    <a:pt x="5680" y="4621"/>
                    <a:pt x="5918" y="4561"/>
                    <a:pt x="6096" y="4430"/>
                  </a:cubicBezTo>
                  <a:cubicBezTo>
                    <a:pt x="6231" y="4346"/>
                    <a:pt x="6408" y="4298"/>
                    <a:pt x="6588" y="4298"/>
                  </a:cubicBezTo>
                  <a:cubicBezTo>
                    <a:pt x="6663" y="4298"/>
                    <a:pt x="6738" y="4306"/>
                    <a:pt x="6811" y="4323"/>
                  </a:cubicBezTo>
                  <a:cubicBezTo>
                    <a:pt x="6911" y="4348"/>
                    <a:pt x="7013" y="4360"/>
                    <a:pt x="7113" y="4360"/>
                  </a:cubicBezTo>
                  <a:cubicBezTo>
                    <a:pt x="7494" y="4360"/>
                    <a:pt x="7861" y="4191"/>
                    <a:pt x="8049" y="3918"/>
                  </a:cubicBezTo>
                  <a:cubicBezTo>
                    <a:pt x="8156" y="3752"/>
                    <a:pt x="8370" y="3633"/>
                    <a:pt x="8632" y="3621"/>
                  </a:cubicBezTo>
                  <a:cubicBezTo>
                    <a:pt x="9132" y="3621"/>
                    <a:pt x="9561" y="3299"/>
                    <a:pt x="9597" y="2859"/>
                  </a:cubicBezTo>
                  <a:cubicBezTo>
                    <a:pt x="9609" y="2716"/>
                    <a:pt x="9704" y="2585"/>
                    <a:pt x="9883" y="2478"/>
                  </a:cubicBezTo>
                  <a:cubicBezTo>
                    <a:pt x="10287" y="2252"/>
                    <a:pt x="10525" y="1883"/>
                    <a:pt x="10525" y="1513"/>
                  </a:cubicBezTo>
                  <a:lnTo>
                    <a:pt x="10525" y="1466"/>
                  </a:lnTo>
                  <a:cubicBezTo>
                    <a:pt x="10525" y="1287"/>
                    <a:pt x="10621" y="966"/>
                    <a:pt x="10740" y="811"/>
                  </a:cubicBezTo>
                  <a:cubicBezTo>
                    <a:pt x="10835" y="680"/>
                    <a:pt x="10895" y="525"/>
                    <a:pt x="10895" y="382"/>
                  </a:cubicBezTo>
                  <a:cubicBezTo>
                    <a:pt x="10895" y="287"/>
                    <a:pt x="10835" y="216"/>
                    <a:pt x="10740" y="216"/>
                  </a:cubicBezTo>
                  <a:lnTo>
                    <a:pt x="8751" y="25"/>
                  </a:lnTo>
                  <a:cubicBezTo>
                    <a:pt x="8668" y="25"/>
                    <a:pt x="8585" y="1"/>
                    <a:pt x="8513" y="1"/>
                  </a:cubicBezTo>
                  <a:cubicBezTo>
                    <a:pt x="8506" y="0"/>
                    <a:pt x="8499" y="0"/>
                    <a:pt x="8493" y="0"/>
                  </a:cubicBezTo>
                  <a:cubicBezTo>
                    <a:pt x="8408" y="0"/>
                    <a:pt x="8346" y="68"/>
                    <a:pt x="8335" y="156"/>
                  </a:cubicBezTo>
                  <a:cubicBezTo>
                    <a:pt x="8323" y="239"/>
                    <a:pt x="8394" y="323"/>
                    <a:pt x="8478" y="335"/>
                  </a:cubicBezTo>
                  <a:cubicBezTo>
                    <a:pt x="8561" y="335"/>
                    <a:pt x="8644" y="347"/>
                    <a:pt x="8716" y="347"/>
                  </a:cubicBezTo>
                  <a:lnTo>
                    <a:pt x="9656" y="442"/>
                  </a:lnTo>
                  <a:cubicBezTo>
                    <a:pt x="9418" y="2109"/>
                    <a:pt x="7620" y="3383"/>
                    <a:pt x="5441" y="3383"/>
                  </a:cubicBezTo>
                  <a:cubicBezTo>
                    <a:pt x="3275" y="3383"/>
                    <a:pt x="1453" y="2109"/>
                    <a:pt x="1227" y="442"/>
                  </a:cubicBezTo>
                  <a:lnTo>
                    <a:pt x="2167" y="347"/>
                  </a:lnTo>
                  <a:cubicBezTo>
                    <a:pt x="2239" y="347"/>
                    <a:pt x="2322" y="335"/>
                    <a:pt x="2393" y="335"/>
                  </a:cubicBezTo>
                  <a:cubicBezTo>
                    <a:pt x="2477" y="311"/>
                    <a:pt x="2560" y="239"/>
                    <a:pt x="2536" y="156"/>
                  </a:cubicBezTo>
                  <a:cubicBezTo>
                    <a:pt x="2525" y="68"/>
                    <a:pt x="2463" y="0"/>
                    <a:pt x="23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1" name="Google Shape;11911;p66"/>
          <p:cNvGrpSpPr/>
          <p:nvPr/>
        </p:nvGrpSpPr>
        <p:grpSpPr>
          <a:xfrm>
            <a:off x="7105923" y="1803095"/>
            <a:ext cx="333285" cy="350682"/>
            <a:chOff x="7105923" y="1978545"/>
            <a:chExt cx="333285" cy="350682"/>
          </a:xfrm>
        </p:grpSpPr>
        <p:sp>
          <p:nvSpPr>
            <p:cNvPr id="11912" name="Google Shape;11912;p66"/>
            <p:cNvSpPr/>
            <p:nvPr/>
          </p:nvSpPr>
          <p:spPr>
            <a:xfrm>
              <a:off x="7128632" y="2237978"/>
              <a:ext cx="220059" cy="91249"/>
            </a:xfrm>
            <a:custGeom>
              <a:avLst/>
              <a:gdLst/>
              <a:ahLst/>
              <a:cxnLst/>
              <a:rect l="l" t="t" r="r" b="b"/>
              <a:pathLst>
                <a:path w="6919" h="2869" extrusionOk="0">
                  <a:moveTo>
                    <a:pt x="6271" y="1"/>
                  </a:moveTo>
                  <a:cubicBezTo>
                    <a:pt x="6254" y="1"/>
                    <a:pt x="6235" y="4"/>
                    <a:pt x="6216" y="11"/>
                  </a:cubicBezTo>
                  <a:cubicBezTo>
                    <a:pt x="6133" y="23"/>
                    <a:pt x="6073" y="107"/>
                    <a:pt x="6097" y="202"/>
                  </a:cubicBezTo>
                  <a:cubicBezTo>
                    <a:pt x="6323" y="1214"/>
                    <a:pt x="6549" y="1893"/>
                    <a:pt x="6597" y="2059"/>
                  </a:cubicBezTo>
                  <a:lnTo>
                    <a:pt x="6597" y="2083"/>
                  </a:lnTo>
                  <a:cubicBezTo>
                    <a:pt x="6549" y="2143"/>
                    <a:pt x="6335" y="2274"/>
                    <a:pt x="5668" y="2393"/>
                  </a:cubicBezTo>
                  <a:cubicBezTo>
                    <a:pt x="5073" y="2500"/>
                    <a:pt x="4287" y="2559"/>
                    <a:pt x="3466" y="2559"/>
                  </a:cubicBezTo>
                  <a:cubicBezTo>
                    <a:pt x="2644" y="2559"/>
                    <a:pt x="1870" y="2500"/>
                    <a:pt x="1263" y="2393"/>
                  </a:cubicBezTo>
                  <a:cubicBezTo>
                    <a:pt x="596" y="2274"/>
                    <a:pt x="370" y="2143"/>
                    <a:pt x="346" y="2083"/>
                  </a:cubicBezTo>
                  <a:lnTo>
                    <a:pt x="346" y="2059"/>
                  </a:lnTo>
                  <a:cubicBezTo>
                    <a:pt x="406" y="1893"/>
                    <a:pt x="620" y="1214"/>
                    <a:pt x="834" y="202"/>
                  </a:cubicBezTo>
                  <a:cubicBezTo>
                    <a:pt x="846" y="107"/>
                    <a:pt x="799" y="23"/>
                    <a:pt x="715" y="11"/>
                  </a:cubicBezTo>
                  <a:cubicBezTo>
                    <a:pt x="699" y="7"/>
                    <a:pt x="683" y="5"/>
                    <a:pt x="668" y="5"/>
                  </a:cubicBezTo>
                  <a:cubicBezTo>
                    <a:pt x="594" y="5"/>
                    <a:pt x="535" y="52"/>
                    <a:pt x="525" y="131"/>
                  </a:cubicBezTo>
                  <a:cubicBezTo>
                    <a:pt x="263" y="1250"/>
                    <a:pt x="25" y="1988"/>
                    <a:pt x="13" y="2000"/>
                  </a:cubicBezTo>
                  <a:cubicBezTo>
                    <a:pt x="1" y="2024"/>
                    <a:pt x="1" y="2047"/>
                    <a:pt x="1" y="2059"/>
                  </a:cubicBezTo>
                  <a:lnTo>
                    <a:pt x="1" y="2083"/>
                  </a:lnTo>
                  <a:cubicBezTo>
                    <a:pt x="1" y="2345"/>
                    <a:pt x="346" y="2536"/>
                    <a:pt x="1096" y="2678"/>
                  </a:cubicBezTo>
                  <a:cubicBezTo>
                    <a:pt x="1727" y="2798"/>
                    <a:pt x="2573" y="2869"/>
                    <a:pt x="3454" y="2869"/>
                  </a:cubicBezTo>
                  <a:cubicBezTo>
                    <a:pt x="4347" y="2869"/>
                    <a:pt x="5180" y="2809"/>
                    <a:pt x="5799" y="2678"/>
                  </a:cubicBezTo>
                  <a:cubicBezTo>
                    <a:pt x="6549" y="2524"/>
                    <a:pt x="6907" y="2345"/>
                    <a:pt x="6907" y="2083"/>
                  </a:cubicBezTo>
                  <a:lnTo>
                    <a:pt x="6907" y="2059"/>
                  </a:lnTo>
                  <a:cubicBezTo>
                    <a:pt x="6918" y="2036"/>
                    <a:pt x="6918" y="2000"/>
                    <a:pt x="6918" y="1988"/>
                  </a:cubicBezTo>
                  <a:cubicBezTo>
                    <a:pt x="6918" y="1988"/>
                    <a:pt x="6668" y="1250"/>
                    <a:pt x="6406" y="131"/>
                  </a:cubicBezTo>
                  <a:cubicBezTo>
                    <a:pt x="6397" y="54"/>
                    <a:pt x="6342" y="1"/>
                    <a:pt x="6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66"/>
            <p:cNvSpPr/>
            <p:nvPr/>
          </p:nvSpPr>
          <p:spPr>
            <a:xfrm>
              <a:off x="7105923" y="2079271"/>
              <a:ext cx="266621" cy="145063"/>
            </a:xfrm>
            <a:custGeom>
              <a:avLst/>
              <a:gdLst/>
              <a:ahLst/>
              <a:cxnLst/>
              <a:rect l="l" t="t" r="r" b="b"/>
              <a:pathLst>
                <a:path w="8383" h="4561" extrusionOk="0">
                  <a:moveTo>
                    <a:pt x="4227" y="310"/>
                  </a:moveTo>
                  <a:cubicBezTo>
                    <a:pt x="5287" y="310"/>
                    <a:pt x="6275" y="418"/>
                    <a:pt x="7037" y="596"/>
                  </a:cubicBezTo>
                  <a:cubicBezTo>
                    <a:pt x="7763" y="775"/>
                    <a:pt x="8097" y="989"/>
                    <a:pt x="8097" y="1132"/>
                  </a:cubicBezTo>
                  <a:cubicBezTo>
                    <a:pt x="8049" y="1191"/>
                    <a:pt x="7966" y="1275"/>
                    <a:pt x="7811" y="1370"/>
                  </a:cubicBezTo>
                  <a:cubicBezTo>
                    <a:pt x="7621" y="1477"/>
                    <a:pt x="7335" y="1572"/>
                    <a:pt x="6990" y="1668"/>
                  </a:cubicBezTo>
                  <a:cubicBezTo>
                    <a:pt x="6835" y="1715"/>
                    <a:pt x="6668" y="1739"/>
                    <a:pt x="6489" y="1775"/>
                  </a:cubicBezTo>
                  <a:cubicBezTo>
                    <a:pt x="6454" y="1775"/>
                    <a:pt x="6418" y="1787"/>
                    <a:pt x="6382" y="1787"/>
                  </a:cubicBezTo>
                  <a:lnTo>
                    <a:pt x="6347" y="1787"/>
                  </a:lnTo>
                  <a:cubicBezTo>
                    <a:pt x="6323" y="1787"/>
                    <a:pt x="6287" y="1799"/>
                    <a:pt x="6263" y="1799"/>
                  </a:cubicBezTo>
                  <a:lnTo>
                    <a:pt x="6228" y="1799"/>
                  </a:lnTo>
                  <a:cubicBezTo>
                    <a:pt x="6192" y="1799"/>
                    <a:pt x="6156" y="1811"/>
                    <a:pt x="6120" y="1811"/>
                  </a:cubicBezTo>
                  <a:lnTo>
                    <a:pt x="6097" y="1811"/>
                  </a:lnTo>
                  <a:cubicBezTo>
                    <a:pt x="6061" y="1811"/>
                    <a:pt x="6025" y="1834"/>
                    <a:pt x="5977" y="1834"/>
                  </a:cubicBezTo>
                  <a:lnTo>
                    <a:pt x="5942" y="1834"/>
                  </a:lnTo>
                  <a:cubicBezTo>
                    <a:pt x="5906" y="1834"/>
                    <a:pt x="5882" y="1834"/>
                    <a:pt x="5847" y="1846"/>
                  </a:cubicBezTo>
                  <a:lnTo>
                    <a:pt x="5799" y="1846"/>
                  </a:lnTo>
                  <a:cubicBezTo>
                    <a:pt x="5763" y="1846"/>
                    <a:pt x="5716" y="1858"/>
                    <a:pt x="5680" y="1858"/>
                  </a:cubicBezTo>
                  <a:lnTo>
                    <a:pt x="5668" y="1858"/>
                  </a:lnTo>
                  <a:cubicBezTo>
                    <a:pt x="5644" y="1858"/>
                    <a:pt x="5596" y="1858"/>
                    <a:pt x="5561" y="1870"/>
                  </a:cubicBezTo>
                  <a:lnTo>
                    <a:pt x="5382" y="1870"/>
                  </a:lnTo>
                  <a:cubicBezTo>
                    <a:pt x="5346" y="1870"/>
                    <a:pt x="5299" y="1870"/>
                    <a:pt x="5263" y="1894"/>
                  </a:cubicBezTo>
                  <a:lnTo>
                    <a:pt x="3156" y="1894"/>
                  </a:lnTo>
                  <a:cubicBezTo>
                    <a:pt x="3108" y="1894"/>
                    <a:pt x="3060" y="1894"/>
                    <a:pt x="3037" y="1870"/>
                  </a:cubicBezTo>
                  <a:lnTo>
                    <a:pt x="2858" y="1870"/>
                  </a:lnTo>
                  <a:cubicBezTo>
                    <a:pt x="2810" y="1870"/>
                    <a:pt x="2787" y="1870"/>
                    <a:pt x="2751" y="1858"/>
                  </a:cubicBezTo>
                  <a:lnTo>
                    <a:pt x="2739" y="1858"/>
                  </a:lnTo>
                  <a:cubicBezTo>
                    <a:pt x="2691" y="1858"/>
                    <a:pt x="2644" y="1846"/>
                    <a:pt x="2620" y="1846"/>
                  </a:cubicBezTo>
                  <a:lnTo>
                    <a:pt x="2572" y="1846"/>
                  </a:lnTo>
                  <a:cubicBezTo>
                    <a:pt x="2548" y="1846"/>
                    <a:pt x="2513" y="1846"/>
                    <a:pt x="2489" y="1834"/>
                  </a:cubicBezTo>
                  <a:lnTo>
                    <a:pt x="2441" y="1834"/>
                  </a:lnTo>
                  <a:cubicBezTo>
                    <a:pt x="2394" y="1834"/>
                    <a:pt x="2370" y="1811"/>
                    <a:pt x="2322" y="1811"/>
                  </a:cubicBezTo>
                  <a:lnTo>
                    <a:pt x="2310" y="1811"/>
                  </a:lnTo>
                  <a:cubicBezTo>
                    <a:pt x="2263" y="1811"/>
                    <a:pt x="2227" y="1799"/>
                    <a:pt x="2191" y="1799"/>
                  </a:cubicBezTo>
                  <a:lnTo>
                    <a:pt x="2156" y="1799"/>
                  </a:lnTo>
                  <a:cubicBezTo>
                    <a:pt x="2132" y="1799"/>
                    <a:pt x="2096" y="1787"/>
                    <a:pt x="2072" y="1787"/>
                  </a:cubicBezTo>
                  <a:lnTo>
                    <a:pt x="2037" y="1787"/>
                  </a:lnTo>
                  <a:cubicBezTo>
                    <a:pt x="1989" y="1787"/>
                    <a:pt x="1965" y="1775"/>
                    <a:pt x="1917" y="1775"/>
                  </a:cubicBezTo>
                  <a:cubicBezTo>
                    <a:pt x="1739" y="1739"/>
                    <a:pt x="1572" y="1715"/>
                    <a:pt x="1417" y="1668"/>
                  </a:cubicBezTo>
                  <a:cubicBezTo>
                    <a:pt x="679" y="1489"/>
                    <a:pt x="358" y="1263"/>
                    <a:pt x="358" y="1132"/>
                  </a:cubicBezTo>
                  <a:cubicBezTo>
                    <a:pt x="358" y="1072"/>
                    <a:pt x="441" y="977"/>
                    <a:pt x="596" y="894"/>
                  </a:cubicBezTo>
                  <a:cubicBezTo>
                    <a:pt x="786" y="787"/>
                    <a:pt x="1072" y="680"/>
                    <a:pt x="1417" y="596"/>
                  </a:cubicBezTo>
                  <a:cubicBezTo>
                    <a:pt x="2156" y="418"/>
                    <a:pt x="3156" y="310"/>
                    <a:pt x="4227" y="310"/>
                  </a:cubicBezTo>
                  <a:close/>
                  <a:moveTo>
                    <a:pt x="6347" y="2108"/>
                  </a:moveTo>
                  <a:lnTo>
                    <a:pt x="6347" y="2180"/>
                  </a:lnTo>
                  <a:cubicBezTo>
                    <a:pt x="6347" y="2239"/>
                    <a:pt x="6370" y="2287"/>
                    <a:pt x="6370" y="2346"/>
                  </a:cubicBezTo>
                  <a:lnTo>
                    <a:pt x="6370" y="2442"/>
                  </a:lnTo>
                  <a:cubicBezTo>
                    <a:pt x="6370" y="2513"/>
                    <a:pt x="6382" y="2608"/>
                    <a:pt x="6382" y="2680"/>
                  </a:cubicBezTo>
                  <a:lnTo>
                    <a:pt x="6382" y="2692"/>
                  </a:lnTo>
                  <a:cubicBezTo>
                    <a:pt x="6382" y="2739"/>
                    <a:pt x="6394" y="2799"/>
                    <a:pt x="6394" y="2846"/>
                  </a:cubicBezTo>
                  <a:cubicBezTo>
                    <a:pt x="5739" y="2930"/>
                    <a:pt x="4965" y="2977"/>
                    <a:pt x="4180" y="2977"/>
                  </a:cubicBezTo>
                  <a:cubicBezTo>
                    <a:pt x="3394" y="2977"/>
                    <a:pt x="2620" y="2930"/>
                    <a:pt x="1929" y="2823"/>
                  </a:cubicBezTo>
                  <a:cubicBezTo>
                    <a:pt x="1929" y="2787"/>
                    <a:pt x="1953" y="2727"/>
                    <a:pt x="1953" y="2680"/>
                  </a:cubicBezTo>
                  <a:lnTo>
                    <a:pt x="1953" y="2668"/>
                  </a:lnTo>
                  <a:cubicBezTo>
                    <a:pt x="1965" y="2585"/>
                    <a:pt x="1965" y="2501"/>
                    <a:pt x="1965" y="2418"/>
                  </a:cubicBezTo>
                  <a:cubicBezTo>
                    <a:pt x="1965" y="2394"/>
                    <a:pt x="1965" y="2370"/>
                    <a:pt x="1977" y="2334"/>
                  </a:cubicBezTo>
                  <a:cubicBezTo>
                    <a:pt x="1977" y="2287"/>
                    <a:pt x="1989" y="2227"/>
                    <a:pt x="1989" y="2180"/>
                  </a:cubicBezTo>
                  <a:lnTo>
                    <a:pt x="1989" y="2108"/>
                  </a:lnTo>
                  <a:cubicBezTo>
                    <a:pt x="2322" y="2156"/>
                    <a:pt x="2656" y="2204"/>
                    <a:pt x="3037" y="2227"/>
                  </a:cubicBezTo>
                  <a:lnTo>
                    <a:pt x="3120" y="2227"/>
                  </a:lnTo>
                  <a:cubicBezTo>
                    <a:pt x="3180" y="2227"/>
                    <a:pt x="3239" y="2227"/>
                    <a:pt x="3299" y="2251"/>
                  </a:cubicBezTo>
                  <a:lnTo>
                    <a:pt x="5037" y="2251"/>
                  </a:lnTo>
                  <a:cubicBezTo>
                    <a:pt x="5096" y="2251"/>
                    <a:pt x="5156" y="2251"/>
                    <a:pt x="5239" y="2227"/>
                  </a:cubicBezTo>
                  <a:lnTo>
                    <a:pt x="5311" y="2227"/>
                  </a:lnTo>
                  <a:cubicBezTo>
                    <a:pt x="5680" y="2204"/>
                    <a:pt x="6025" y="2168"/>
                    <a:pt x="6347" y="2108"/>
                  </a:cubicBezTo>
                  <a:close/>
                  <a:moveTo>
                    <a:pt x="4180" y="1"/>
                  </a:moveTo>
                  <a:cubicBezTo>
                    <a:pt x="3096" y="1"/>
                    <a:pt x="2060" y="108"/>
                    <a:pt x="1286" y="287"/>
                  </a:cubicBezTo>
                  <a:cubicBezTo>
                    <a:pt x="429" y="489"/>
                    <a:pt x="1" y="775"/>
                    <a:pt x="1" y="1132"/>
                  </a:cubicBezTo>
                  <a:cubicBezTo>
                    <a:pt x="1" y="1489"/>
                    <a:pt x="429" y="1775"/>
                    <a:pt x="1286" y="1977"/>
                  </a:cubicBezTo>
                  <a:cubicBezTo>
                    <a:pt x="1405" y="2001"/>
                    <a:pt x="1548" y="2037"/>
                    <a:pt x="1679" y="2073"/>
                  </a:cubicBezTo>
                  <a:cubicBezTo>
                    <a:pt x="1667" y="2287"/>
                    <a:pt x="1644" y="2501"/>
                    <a:pt x="1620" y="2715"/>
                  </a:cubicBezTo>
                  <a:lnTo>
                    <a:pt x="1620" y="2763"/>
                  </a:lnTo>
                  <a:cubicBezTo>
                    <a:pt x="1620" y="2811"/>
                    <a:pt x="1608" y="2858"/>
                    <a:pt x="1608" y="2894"/>
                  </a:cubicBezTo>
                  <a:cubicBezTo>
                    <a:pt x="1548" y="3370"/>
                    <a:pt x="1465" y="3870"/>
                    <a:pt x="1382" y="4370"/>
                  </a:cubicBezTo>
                  <a:cubicBezTo>
                    <a:pt x="1370" y="4466"/>
                    <a:pt x="1429" y="4549"/>
                    <a:pt x="1513" y="4561"/>
                  </a:cubicBezTo>
                  <a:lnTo>
                    <a:pt x="1548" y="4561"/>
                  </a:lnTo>
                  <a:cubicBezTo>
                    <a:pt x="1620" y="4561"/>
                    <a:pt x="1691" y="4501"/>
                    <a:pt x="1703" y="4430"/>
                  </a:cubicBezTo>
                  <a:cubicBezTo>
                    <a:pt x="1786" y="4001"/>
                    <a:pt x="1858" y="3585"/>
                    <a:pt x="1906" y="3156"/>
                  </a:cubicBezTo>
                  <a:cubicBezTo>
                    <a:pt x="2596" y="3239"/>
                    <a:pt x="3370" y="3299"/>
                    <a:pt x="4180" y="3299"/>
                  </a:cubicBezTo>
                  <a:cubicBezTo>
                    <a:pt x="4977" y="3299"/>
                    <a:pt x="5775" y="3251"/>
                    <a:pt x="6454" y="3156"/>
                  </a:cubicBezTo>
                  <a:cubicBezTo>
                    <a:pt x="6501" y="3573"/>
                    <a:pt x="6573" y="4001"/>
                    <a:pt x="6644" y="4418"/>
                  </a:cubicBezTo>
                  <a:cubicBezTo>
                    <a:pt x="6666" y="4494"/>
                    <a:pt x="6738" y="4551"/>
                    <a:pt x="6822" y="4551"/>
                  </a:cubicBezTo>
                  <a:cubicBezTo>
                    <a:pt x="6830" y="4551"/>
                    <a:pt x="6838" y="4550"/>
                    <a:pt x="6847" y="4549"/>
                  </a:cubicBezTo>
                  <a:cubicBezTo>
                    <a:pt x="6930" y="4537"/>
                    <a:pt x="6990" y="4442"/>
                    <a:pt x="6978" y="4359"/>
                  </a:cubicBezTo>
                  <a:cubicBezTo>
                    <a:pt x="6882" y="3870"/>
                    <a:pt x="6811" y="3370"/>
                    <a:pt x="6751" y="2882"/>
                  </a:cubicBezTo>
                  <a:cubicBezTo>
                    <a:pt x="6751" y="2835"/>
                    <a:pt x="6739" y="2799"/>
                    <a:pt x="6739" y="2751"/>
                  </a:cubicBezTo>
                  <a:lnTo>
                    <a:pt x="6739" y="2704"/>
                  </a:lnTo>
                  <a:cubicBezTo>
                    <a:pt x="6728" y="2477"/>
                    <a:pt x="6692" y="2275"/>
                    <a:pt x="6680" y="2049"/>
                  </a:cubicBezTo>
                  <a:cubicBezTo>
                    <a:pt x="6811" y="2025"/>
                    <a:pt x="6942" y="1989"/>
                    <a:pt x="7061" y="1965"/>
                  </a:cubicBezTo>
                  <a:cubicBezTo>
                    <a:pt x="7930" y="1751"/>
                    <a:pt x="8359" y="1465"/>
                    <a:pt x="8359" y="1108"/>
                  </a:cubicBezTo>
                  <a:cubicBezTo>
                    <a:pt x="8383" y="775"/>
                    <a:pt x="7930" y="489"/>
                    <a:pt x="7073" y="287"/>
                  </a:cubicBezTo>
                  <a:cubicBezTo>
                    <a:pt x="6299" y="84"/>
                    <a:pt x="5263"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66"/>
            <p:cNvSpPr/>
            <p:nvPr/>
          </p:nvSpPr>
          <p:spPr>
            <a:xfrm>
              <a:off x="7144184" y="2098609"/>
              <a:ext cx="190480" cy="33332"/>
            </a:xfrm>
            <a:custGeom>
              <a:avLst/>
              <a:gdLst/>
              <a:ahLst/>
              <a:cxnLst/>
              <a:rect l="l" t="t" r="r" b="b"/>
              <a:pathLst>
                <a:path w="5989" h="1048" extrusionOk="0">
                  <a:moveTo>
                    <a:pt x="2977" y="322"/>
                  </a:moveTo>
                  <a:cubicBezTo>
                    <a:pt x="3822" y="322"/>
                    <a:pt x="4655" y="405"/>
                    <a:pt x="5310" y="524"/>
                  </a:cubicBezTo>
                  <a:cubicBezTo>
                    <a:pt x="4655" y="643"/>
                    <a:pt x="3846" y="714"/>
                    <a:pt x="2977" y="714"/>
                  </a:cubicBezTo>
                  <a:cubicBezTo>
                    <a:pt x="2131" y="714"/>
                    <a:pt x="1298" y="643"/>
                    <a:pt x="643" y="524"/>
                  </a:cubicBezTo>
                  <a:cubicBezTo>
                    <a:pt x="1298" y="405"/>
                    <a:pt x="2131" y="322"/>
                    <a:pt x="2977" y="322"/>
                  </a:cubicBezTo>
                  <a:close/>
                  <a:moveTo>
                    <a:pt x="2989" y="0"/>
                  </a:moveTo>
                  <a:cubicBezTo>
                    <a:pt x="2119" y="0"/>
                    <a:pt x="1250" y="72"/>
                    <a:pt x="583" y="214"/>
                  </a:cubicBezTo>
                  <a:cubicBezTo>
                    <a:pt x="429" y="238"/>
                    <a:pt x="298" y="274"/>
                    <a:pt x="179" y="298"/>
                  </a:cubicBezTo>
                  <a:cubicBezTo>
                    <a:pt x="72" y="333"/>
                    <a:pt x="0" y="417"/>
                    <a:pt x="0" y="524"/>
                  </a:cubicBezTo>
                  <a:cubicBezTo>
                    <a:pt x="0" y="631"/>
                    <a:pt x="72" y="714"/>
                    <a:pt x="179" y="750"/>
                  </a:cubicBezTo>
                  <a:cubicBezTo>
                    <a:pt x="298" y="774"/>
                    <a:pt x="453" y="810"/>
                    <a:pt x="583" y="834"/>
                  </a:cubicBezTo>
                  <a:cubicBezTo>
                    <a:pt x="1262" y="964"/>
                    <a:pt x="2119" y="1048"/>
                    <a:pt x="2989" y="1048"/>
                  </a:cubicBezTo>
                  <a:cubicBezTo>
                    <a:pt x="3870" y="1048"/>
                    <a:pt x="4739" y="964"/>
                    <a:pt x="5406" y="834"/>
                  </a:cubicBezTo>
                  <a:cubicBezTo>
                    <a:pt x="5548" y="810"/>
                    <a:pt x="5691" y="774"/>
                    <a:pt x="5810" y="750"/>
                  </a:cubicBezTo>
                  <a:cubicBezTo>
                    <a:pt x="5906" y="714"/>
                    <a:pt x="5989" y="631"/>
                    <a:pt x="5989" y="524"/>
                  </a:cubicBezTo>
                  <a:cubicBezTo>
                    <a:pt x="5989" y="417"/>
                    <a:pt x="5906" y="333"/>
                    <a:pt x="5810" y="298"/>
                  </a:cubicBezTo>
                  <a:cubicBezTo>
                    <a:pt x="5691" y="274"/>
                    <a:pt x="5536" y="238"/>
                    <a:pt x="5406" y="214"/>
                  </a:cubicBezTo>
                  <a:cubicBezTo>
                    <a:pt x="4715" y="72"/>
                    <a:pt x="3870"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66"/>
            <p:cNvSpPr/>
            <p:nvPr/>
          </p:nvSpPr>
          <p:spPr>
            <a:xfrm>
              <a:off x="7196440" y="1978927"/>
              <a:ext cx="242768" cy="96210"/>
            </a:xfrm>
            <a:custGeom>
              <a:avLst/>
              <a:gdLst/>
              <a:ahLst/>
              <a:cxnLst/>
              <a:rect l="l" t="t" r="r" b="b"/>
              <a:pathLst>
                <a:path w="7633" h="3025" extrusionOk="0">
                  <a:moveTo>
                    <a:pt x="7144" y="346"/>
                  </a:moveTo>
                  <a:cubicBezTo>
                    <a:pt x="7156" y="358"/>
                    <a:pt x="7168" y="370"/>
                    <a:pt x="7180" y="394"/>
                  </a:cubicBezTo>
                  <a:lnTo>
                    <a:pt x="7287" y="775"/>
                  </a:lnTo>
                  <a:cubicBezTo>
                    <a:pt x="7299" y="798"/>
                    <a:pt x="7299" y="834"/>
                    <a:pt x="7287" y="846"/>
                  </a:cubicBezTo>
                  <a:lnTo>
                    <a:pt x="1822" y="2322"/>
                  </a:lnTo>
                  <a:lnTo>
                    <a:pt x="1750" y="2084"/>
                  </a:lnTo>
                  <a:lnTo>
                    <a:pt x="7120" y="346"/>
                  </a:lnTo>
                  <a:close/>
                  <a:moveTo>
                    <a:pt x="1441" y="2168"/>
                  </a:moveTo>
                  <a:lnTo>
                    <a:pt x="1512" y="2394"/>
                  </a:lnTo>
                  <a:lnTo>
                    <a:pt x="429" y="2692"/>
                  </a:lnTo>
                  <a:cubicBezTo>
                    <a:pt x="417" y="2692"/>
                    <a:pt x="381" y="2680"/>
                    <a:pt x="369" y="2620"/>
                  </a:cubicBezTo>
                  <a:lnTo>
                    <a:pt x="369" y="2596"/>
                  </a:lnTo>
                  <a:cubicBezTo>
                    <a:pt x="357" y="2561"/>
                    <a:pt x="369" y="2513"/>
                    <a:pt x="381" y="2513"/>
                  </a:cubicBezTo>
                  <a:lnTo>
                    <a:pt x="1441" y="2168"/>
                  </a:lnTo>
                  <a:close/>
                  <a:moveTo>
                    <a:pt x="7111" y="1"/>
                  </a:moveTo>
                  <a:cubicBezTo>
                    <a:pt x="7082" y="1"/>
                    <a:pt x="7053" y="5"/>
                    <a:pt x="7025" y="13"/>
                  </a:cubicBezTo>
                  <a:lnTo>
                    <a:pt x="1500" y="1810"/>
                  </a:lnTo>
                  <a:lnTo>
                    <a:pt x="274" y="2215"/>
                  </a:lnTo>
                  <a:cubicBezTo>
                    <a:pt x="83" y="2275"/>
                    <a:pt x="0" y="2489"/>
                    <a:pt x="60" y="2703"/>
                  </a:cubicBezTo>
                  <a:lnTo>
                    <a:pt x="60" y="2727"/>
                  </a:lnTo>
                  <a:cubicBezTo>
                    <a:pt x="119" y="2906"/>
                    <a:pt x="262" y="3025"/>
                    <a:pt x="429" y="3025"/>
                  </a:cubicBezTo>
                  <a:cubicBezTo>
                    <a:pt x="453" y="3025"/>
                    <a:pt x="488" y="3025"/>
                    <a:pt x="512" y="3001"/>
                  </a:cubicBezTo>
                  <a:lnTo>
                    <a:pt x="7358" y="1156"/>
                  </a:lnTo>
                  <a:cubicBezTo>
                    <a:pt x="7453" y="1132"/>
                    <a:pt x="7525" y="1072"/>
                    <a:pt x="7573" y="1001"/>
                  </a:cubicBezTo>
                  <a:cubicBezTo>
                    <a:pt x="7620" y="906"/>
                    <a:pt x="7632" y="787"/>
                    <a:pt x="7596" y="667"/>
                  </a:cubicBezTo>
                  <a:lnTo>
                    <a:pt x="7501" y="298"/>
                  </a:lnTo>
                  <a:cubicBezTo>
                    <a:pt x="7465" y="179"/>
                    <a:pt x="7394" y="84"/>
                    <a:pt x="7287" y="48"/>
                  </a:cubicBezTo>
                  <a:cubicBezTo>
                    <a:pt x="7231" y="17"/>
                    <a:pt x="7170" y="1"/>
                    <a:pt x="7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66"/>
            <p:cNvSpPr/>
            <p:nvPr/>
          </p:nvSpPr>
          <p:spPr>
            <a:xfrm>
              <a:off x="7145297" y="2025139"/>
              <a:ext cx="32982" cy="33363"/>
            </a:xfrm>
            <a:custGeom>
              <a:avLst/>
              <a:gdLst/>
              <a:ahLst/>
              <a:cxnLst/>
              <a:rect l="l" t="t" r="r" b="b"/>
              <a:pathLst>
                <a:path w="1037" h="1049" extrusionOk="0">
                  <a:moveTo>
                    <a:pt x="513" y="0"/>
                  </a:moveTo>
                  <a:cubicBezTo>
                    <a:pt x="429" y="0"/>
                    <a:pt x="358" y="84"/>
                    <a:pt x="358" y="167"/>
                  </a:cubicBezTo>
                  <a:lnTo>
                    <a:pt x="358" y="357"/>
                  </a:lnTo>
                  <a:lnTo>
                    <a:pt x="156" y="357"/>
                  </a:lnTo>
                  <a:cubicBezTo>
                    <a:pt x="72" y="357"/>
                    <a:pt x="1" y="441"/>
                    <a:pt x="1" y="524"/>
                  </a:cubicBezTo>
                  <a:cubicBezTo>
                    <a:pt x="1" y="619"/>
                    <a:pt x="72" y="691"/>
                    <a:pt x="156" y="691"/>
                  </a:cubicBezTo>
                  <a:lnTo>
                    <a:pt x="358" y="691"/>
                  </a:lnTo>
                  <a:lnTo>
                    <a:pt x="358" y="881"/>
                  </a:lnTo>
                  <a:cubicBezTo>
                    <a:pt x="358" y="977"/>
                    <a:pt x="429" y="1048"/>
                    <a:pt x="513" y="1048"/>
                  </a:cubicBezTo>
                  <a:cubicBezTo>
                    <a:pt x="608" y="1048"/>
                    <a:pt x="679" y="977"/>
                    <a:pt x="679" y="881"/>
                  </a:cubicBezTo>
                  <a:lnTo>
                    <a:pt x="679" y="691"/>
                  </a:lnTo>
                  <a:lnTo>
                    <a:pt x="870" y="691"/>
                  </a:lnTo>
                  <a:cubicBezTo>
                    <a:pt x="965" y="691"/>
                    <a:pt x="1037" y="619"/>
                    <a:pt x="1037" y="524"/>
                  </a:cubicBezTo>
                  <a:cubicBezTo>
                    <a:pt x="1037" y="441"/>
                    <a:pt x="965" y="357"/>
                    <a:pt x="870" y="357"/>
                  </a:cubicBezTo>
                  <a:lnTo>
                    <a:pt x="679" y="357"/>
                  </a:lnTo>
                  <a:lnTo>
                    <a:pt x="679" y="167"/>
                  </a:lnTo>
                  <a:cubicBezTo>
                    <a:pt x="679" y="84"/>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66"/>
            <p:cNvSpPr/>
            <p:nvPr/>
          </p:nvSpPr>
          <p:spPr>
            <a:xfrm>
              <a:off x="7338417" y="2045590"/>
              <a:ext cx="32982" cy="33332"/>
            </a:xfrm>
            <a:custGeom>
              <a:avLst/>
              <a:gdLst/>
              <a:ahLst/>
              <a:cxnLst/>
              <a:rect l="l" t="t" r="r" b="b"/>
              <a:pathLst>
                <a:path w="1037" h="1048" extrusionOk="0">
                  <a:moveTo>
                    <a:pt x="513" y="0"/>
                  </a:moveTo>
                  <a:cubicBezTo>
                    <a:pt x="430" y="0"/>
                    <a:pt x="358" y="72"/>
                    <a:pt x="358" y="167"/>
                  </a:cubicBezTo>
                  <a:lnTo>
                    <a:pt x="358" y="357"/>
                  </a:lnTo>
                  <a:lnTo>
                    <a:pt x="156" y="357"/>
                  </a:lnTo>
                  <a:cubicBezTo>
                    <a:pt x="72" y="357"/>
                    <a:pt x="1" y="429"/>
                    <a:pt x="1" y="524"/>
                  </a:cubicBezTo>
                  <a:cubicBezTo>
                    <a:pt x="1" y="607"/>
                    <a:pt x="72" y="691"/>
                    <a:pt x="156" y="691"/>
                  </a:cubicBezTo>
                  <a:lnTo>
                    <a:pt x="358" y="691"/>
                  </a:lnTo>
                  <a:lnTo>
                    <a:pt x="358" y="881"/>
                  </a:lnTo>
                  <a:cubicBezTo>
                    <a:pt x="358" y="965"/>
                    <a:pt x="430" y="1048"/>
                    <a:pt x="513" y="1048"/>
                  </a:cubicBezTo>
                  <a:cubicBezTo>
                    <a:pt x="608" y="1048"/>
                    <a:pt x="680" y="965"/>
                    <a:pt x="680" y="881"/>
                  </a:cubicBezTo>
                  <a:lnTo>
                    <a:pt x="680" y="691"/>
                  </a:lnTo>
                  <a:lnTo>
                    <a:pt x="870" y="691"/>
                  </a:lnTo>
                  <a:cubicBezTo>
                    <a:pt x="965" y="691"/>
                    <a:pt x="1037" y="607"/>
                    <a:pt x="1037" y="524"/>
                  </a:cubicBezTo>
                  <a:cubicBezTo>
                    <a:pt x="1037" y="429"/>
                    <a:pt x="965" y="357"/>
                    <a:pt x="870" y="357"/>
                  </a:cubicBezTo>
                  <a:lnTo>
                    <a:pt x="680" y="357"/>
                  </a:lnTo>
                  <a:lnTo>
                    <a:pt x="680" y="167"/>
                  </a:ln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66"/>
            <p:cNvSpPr/>
            <p:nvPr/>
          </p:nvSpPr>
          <p:spPr>
            <a:xfrm>
              <a:off x="7263453" y="1978545"/>
              <a:ext cx="33363" cy="32982"/>
            </a:xfrm>
            <a:custGeom>
              <a:avLst/>
              <a:gdLst/>
              <a:ahLst/>
              <a:cxnLst/>
              <a:rect l="l" t="t" r="r" b="b"/>
              <a:pathLst>
                <a:path w="1049" h="1037" extrusionOk="0">
                  <a:moveTo>
                    <a:pt x="524" y="1"/>
                  </a:moveTo>
                  <a:cubicBezTo>
                    <a:pt x="429" y="1"/>
                    <a:pt x="358" y="72"/>
                    <a:pt x="358" y="156"/>
                  </a:cubicBezTo>
                  <a:lnTo>
                    <a:pt x="358" y="358"/>
                  </a:lnTo>
                  <a:lnTo>
                    <a:pt x="167" y="358"/>
                  </a:lnTo>
                  <a:cubicBezTo>
                    <a:pt x="72" y="358"/>
                    <a:pt x="1" y="429"/>
                    <a:pt x="1" y="513"/>
                  </a:cubicBezTo>
                  <a:cubicBezTo>
                    <a:pt x="1" y="608"/>
                    <a:pt x="72" y="679"/>
                    <a:pt x="167" y="679"/>
                  </a:cubicBezTo>
                  <a:lnTo>
                    <a:pt x="358" y="679"/>
                  </a:lnTo>
                  <a:lnTo>
                    <a:pt x="358" y="870"/>
                  </a:lnTo>
                  <a:cubicBezTo>
                    <a:pt x="358" y="965"/>
                    <a:pt x="429" y="1037"/>
                    <a:pt x="524" y="1037"/>
                  </a:cubicBezTo>
                  <a:cubicBezTo>
                    <a:pt x="608" y="1037"/>
                    <a:pt x="691" y="965"/>
                    <a:pt x="691" y="870"/>
                  </a:cubicBezTo>
                  <a:lnTo>
                    <a:pt x="691" y="679"/>
                  </a:lnTo>
                  <a:lnTo>
                    <a:pt x="882" y="679"/>
                  </a:lnTo>
                  <a:cubicBezTo>
                    <a:pt x="965" y="679"/>
                    <a:pt x="1048" y="608"/>
                    <a:pt x="1048" y="513"/>
                  </a:cubicBezTo>
                  <a:cubicBezTo>
                    <a:pt x="1048" y="429"/>
                    <a:pt x="965" y="358"/>
                    <a:pt x="882" y="358"/>
                  </a:cubicBezTo>
                  <a:lnTo>
                    <a:pt x="691" y="358"/>
                  </a:lnTo>
                  <a:lnTo>
                    <a:pt x="691" y="156"/>
                  </a:ln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19" name="Google Shape;11919;p66"/>
          <p:cNvSpPr/>
          <p:nvPr/>
        </p:nvSpPr>
        <p:spPr>
          <a:xfrm>
            <a:off x="6658713" y="1803095"/>
            <a:ext cx="342349" cy="350332"/>
          </a:xfrm>
          <a:custGeom>
            <a:avLst/>
            <a:gdLst/>
            <a:ahLst/>
            <a:cxnLst/>
            <a:rect l="l" t="t" r="r" b="b"/>
            <a:pathLst>
              <a:path w="10764" h="11015" extrusionOk="0">
                <a:moveTo>
                  <a:pt x="2179" y="8764"/>
                </a:moveTo>
                <a:lnTo>
                  <a:pt x="2179" y="9300"/>
                </a:lnTo>
                <a:lnTo>
                  <a:pt x="2167" y="9300"/>
                </a:lnTo>
                <a:cubicBezTo>
                  <a:pt x="2167" y="9347"/>
                  <a:pt x="2120" y="9383"/>
                  <a:pt x="2084" y="9383"/>
                </a:cubicBezTo>
                <a:lnTo>
                  <a:pt x="1989" y="9383"/>
                </a:lnTo>
                <a:cubicBezTo>
                  <a:pt x="1941" y="9383"/>
                  <a:pt x="1905" y="9347"/>
                  <a:pt x="1905" y="9300"/>
                </a:cubicBezTo>
                <a:lnTo>
                  <a:pt x="1905" y="8764"/>
                </a:lnTo>
                <a:close/>
                <a:moveTo>
                  <a:pt x="3870" y="8764"/>
                </a:moveTo>
                <a:lnTo>
                  <a:pt x="3870" y="9300"/>
                </a:lnTo>
                <a:lnTo>
                  <a:pt x="3846" y="9300"/>
                </a:lnTo>
                <a:cubicBezTo>
                  <a:pt x="3846" y="9347"/>
                  <a:pt x="3810" y="9383"/>
                  <a:pt x="3763" y="9383"/>
                </a:cubicBezTo>
                <a:lnTo>
                  <a:pt x="3667" y="9383"/>
                </a:lnTo>
                <a:cubicBezTo>
                  <a:pt x="3632" y="9383"/>
                  <a:pt x="3584" y="9347"/>
                  <a:pt x="3584" y="9300"/>
                </a:cubicBezTo>
                <a:lnTo>
                  <a:pt x="3584" y="8764"/>
                </a:lnTo>
                <a:close/>
                <a:moveTo>
                  <a:pt x="5537" y="8764"/>
                </a:moveTo>
                <a:lnTo>
                  <a:pt x="5537" y="9300"/>
                </a:lnTo>
                <a:lnTo>
                  <a:pt x="5513" y="9300"/>
                </a:lnTo>
                <a:cubicBezTo>
                  <a:pt x="5513" y="9347"/>
                  <a:pt x="5477" y="9383"/>
                  <a:pt x="5430" y="9383"/>
                </a:cubicBezTo>
                <a:lnTo>
                  <a:pt x="5334" y="9383"/>
                </a:lnTo>
                <a:cubicBezTo>
                  <a:pt x="5299" y="9383"/>
                  <a:pt x="5251" y="9347"/>
                  <a:pt x="5251" y="9300"/>
                </a:cubicBezTo>
                <a:lnTo>
                  <a:pt x="5251" y="8764"/>
                </a:lnTo>
                <a:close/>
                <a:moveTo>
                  <a:pt x="7215" y="8764"/>
                </a:moveTo>
                <a:lnTo>
                  <a:pt x="7215" y="9300"/>
                </a:lnTo>
                <a:lnTo>
                  <a:pt x="7204" y="9300"/>
                </a:lnTo>
                <a:cubicBezTo>
                  <a:pt x="7204" y="9347"/>
                  <a:pt x="7156" y="9383"/>
                  <a:pt x="7108" y="9383"/>
                </a:cubicBezTo>
                <a:lnTo>
                  <a:pt x="7025" y="9383"/>
                </a:lnTo>
                <a:cubicBezTo>
                  <a:pt x="6977" y="9383"/>
                  <a:pt x="6930" y="9347"/>
                  <a:pt x="6930" y="9300"/>
                </a:cubicBezTo>
                <a:lnTo>
                  <a:pt x="6930" y="8764"/>
                </a:lnTo>
                <a:close/>
                <a:moveTo>
                  <a:pt x="8894" y="8764"/>
                </a:moveTo>
                <a:lnTo>
                  <a:pt x="8894" y="9300"/>
                </a:lnTo>
                <a:lnTo>
                  <a:pt x="8882" y="9300"/>
                </a:lnTo>
                <a:cubicBezTo>
                  <a:pt x="8882" y="9347"/>
                  <a:pt x="8835" y="9383"/>
                  <a:pt x="8787" y="9383"/>
                </a:cubicBezTo>
                <a:lnTo>
                  <a:pt x="8704" y="9383"/>
                </a:lnTo>
                <a:cubicBezTo>
                  <a:pt x="8656" y="9383"/>
                  <a:pt x="8608" y="9347"/>
                  <a:pt x="8608" y="9300"/>
                </a:cubicBezTo>
                <a:lnTo>
                  <a:pt x="8608" y="8764"/>
                </a:lnTo>
                <a:close/>
                <a:moveTo>
                  <a:pt x="2703" y="8752"/>
                </a:moveTo>
                <a:lnTo>
                  <a:pt x="2703" y="10419"/>
                </a:lnTo>
                <a:lnTo>
                  <a:pt x="2179" y="10419"/>
                </a:lnTo>
                <a:lnTo>
                  <a:pt x="2179" y="9681"/>
                </a:lnTo>
                <a:cubicBezTo>
                  <a:pt x="2358" y="9645"/>
                  <a:pt x="2501" y="9478"/>
                  <a:pt x="2501" y="9288"/>
                </a:cubicBezTo>
                <a:lnTo>
                  <a:pt x="2501" y="8752"/>
                </a:lnTo>
                <a:close/>
                <a:moveTo>
                  <a:pt x="3227" y="8764"/>
                </a:moveTo>
                <a:lnTo>
                  <a:pt x="3227" y="9300"/>
                </a:lnTo>
                <a:cubicBezTo>
                  <a:pt x="3227" y="9490"/>
                  <a:pt x="3358" y="9657"/>
                  <a:pt x="3536" y="9704"/>
                </a:cubicBezTo>
                <a:lnTo>
                  <a:pt x="3536" y="10419"/>
                </a:lnTo>
                <a:lnTo>
                  <a:pt x="3013" y="10419"/>
                </a:lnTo>
                <a:lnTo>
                  <a:pt x="3013" y="8764"/>
                </a:lnTo>
                <a:close/>
                <a:moveTo>
                  <a:pt x="4370" y="8752"/>
                </a:moveTo>
                <a:lnTo>
                  <a:pt x="4370" y="10419"/>
                </a:lnTo>
                <a:lnTo>
                  <a:pt x="3846" y="10419"/>
                </a:lnTo>
                <a:lnTo>
                  <a:pt x="3846" y="9681"/>
                </a:lnTo>
                <a:cubicBezTo>
                  <a:pt x="4025" y="9645"/>
                  <a:pt x="4167" y="9478"/>
                  <a:pt x="4167" y="9288"/>
                </a:cubicBezTo>
                <a:lnTo>
                  <a:pt x="4167" y="8752"/>
                </a:lnTo>
                <a:close/>
                <a:moveTo>
                  <a:pt x="4906" y="8764"/>
                </a:moveTo>
                <a:lnTo>
                  <a:pt x="4906" y="9300"/>
                </a:lnTo>
                <a:cubicBezTo>
                  <a:pt x="4906" y="9490"/>
                  <a:pt x="5037" y="9657"/>
                  <a:pt x="5215" y="9704"/>
                </a:cubicBezTo>
                <a:lnTo>
                  <a:pt x="5215" y="10419"/>
                </a:lnTo>
                <a:lnTo>
                  <a:pt x="4703" y="10419"/>
                </a:lnTo>
                <a:lnTo>
                  <a:pt x="4703" y="8764"/>
                </a:lnTo>
                <a:close/>
                <a:moveTo>
                  <a:pt x="6049" y="8752"/>
                </a:moveTo>
                <a:lnTo>
                  <a:pt x="6049" y="10419"/>
                </a:lnTo>
                <a:lnTo>
                  <a:pt x="5537" y="10419"/>
                </a:lnTo>
                <a:lnTo>
                  <a:pt x="5537" y="9681"/>
                </a:lnTo>
                <a:cubicBezTo>
                  <a:pt x="5715" y="9645"/>
                  <a:pt x="5846" y="9478"/>
                  <a:pt x="5846" y="9288"/>
                </a:cubicBezTo>
                <a:lnTo>
                  <a:pt x="5846" y="8752"/>
                </a:lnTo>
                <a:close/>
                <a:moveTo>
                  <a:pt x="6573" y="8764"/>
                </a:moveTo>
                <a:lnTo>
                  <a:pt x="6573" y="9300"/>
                </a:lnTo>
                <a:cubicBezTo>
                  <a:pt x="6573" y="9490"/>
                  <a:pt x="6703" y="9657"/>
                  <a:pt x="6882" y="9704"/>
                </a:cubicBezTo>
                <a:lnTo>
                  <a:pt x="6882" y="10419"/>
                </a:lnTo>
                <a:lnTo>
                  <a:pt x="6370" y="10419"/>
                </a:lnTo>
                <a:lnTo>
                  <a:pt x="6370" y="8764"/>
                </a:lnTo>
                <a:close/>
                <a:moveTo>
                  <a:pt x="7739" y="8752"/>
                </a:moveTo>
                <a:lnTo>
                  <a:pt x="7739" y="10419"/>
                </a:lnTo>
                <a:lnTo>
                  <a:pt x="7215" y="10419"/>
                </a:lnTo>
                <a:lnTo>
                  <a:pt x="7215" y="9681"/>
                </a:lnTo>
                <a:cubicBezTo>
                  <a:pt x="7394" y="9645"/>
                  <a:pt x="7525" y="9478"/>
                  <a:pt x="7525" y="9288"/>
                </a:cubicBezTo>
                <a:lnTo>
                  <a:pt x="7525" y="8752"/>
                </a:lnTo>
                <a:close/>
                <a:moveTo>
                  <a:pt x="8251" y="8764"/>
                </a:moveTo>
                <a:lnTo>
                  <a:pt x="8251" y="9300"/>
                </a:lnTo>
                <a:cubicBezTo>
                  <a:pt x="8251" y="9490"/>
                  <a:pt x="8394" y="9657"/>
                  <a:pt x="8573" y="9704"/>
                </a:cubicBezTo>
                <a:lnTo>
                  <a:pt x="8573" y="10419"/>
                </a:lnTo>
                <a:lnTo>
                  <a:pt x="8049" y="10419"/>
                </a:lnTo>
                <a:lnTo>
                  <a:pt x="8049" y="8764"/>
                </a:lnTo>
                <a:close/>
                <a:moveTo>
                  <a:pt x="9406" y="8752"/>
                </a:moveTo>
                <a:lnTo>
                  <a:pt x="9406" y="10419"/>
                </a:lnTo>
                <a:lnTo>
                  <a:pt x="8882" y="10419"/>
                </a:lnTo>
                <a:lnTo>
                  <a:pt x="8882" y="9681"/>
                </a:lnTo>
                <a:cubicBezTo>
                  <a:pt x="9061" y="9645"/>
                  <a:pt x="9192" y="9478"/>
                  <a:pt x="9192" y="9288"/>
                </a:cubicBezTo>
                <a:lnTo>
                  <a:pt x="9192" y="8752"/>
                </a:lnTo>
                <a:close/>
                <a:moveTo>
                  <a:pt x="1560" y="8764"/>
                </a:moveTo>
                <a:lnTo>
                  <a:pt x="1560" y="9300"/>
                </a:lnTo>
                <a:cubicBezTo>
                  <a:pt x="1560" y="9490"/>
                  <a:pt x="1691" y="9657"/>
                  <a:pt x="1870" y="9704"/>
                </a:cubicBezTo>
                <a:lnTo>
                  <a:pt x="1870" y="10431"/>
                </a:lnTo>
                <a:lnTo>
                  <a:pt x="1346" y="10431"/>
                </a:lnTo>
                <a:lnTo>
                  <a:pt x="1346" y="10419"/>
                </a:lnTo>
                <a:lnTo>
                  <a:pt x="1346" y="8764"/>
                </a:lnTo>
                <a:close/>
                <a:moveTo>
                  <a:pt x="1024" y="8764"/>
                </a:moveTo>
                <a:lnTo>
                  <a:pt x="1024" y="10574"/>
                </a:lnTo>
                <a:lnTo>
                  <a:pt x="1024" y="10681"/>
                </a:lnTo>
                <a:lnTo>
                  <a:pt x="334" y="10681"/>
                </a:lnTo>
                <a:cubicBezTo>
                  <a:pt x="322" y="10681"/>
                  <a:pt x="322" y="10669"/>
                  <a:pt x="322" y="10669"/>
                </a:cubicBezTo>
                <a:lnTo>
                  <a:pt x="322" y="8764"/>
                </a:lnTo>
                <a:close/>
                <a:moveTo>
                  <a:pt x="10430" y="8764"/>
                </a:moveTo>
                <a:lnTo>
                  <a:pt x="10430" y="10669"/>
                </a:lnTo>
                <a:cubicBezTo>
                  <a:pt x="10430" y="10681"/>
                  <a:pt x="10418" y="10681"/>
                  <a:pt x="10418" y="10681"/>
                </a:cubicBezTo>
                <a:lnTo>
                  <a:pt x="9728" y="10681"/>
                </a:lnTo>
                <a:lnTo>
                  <a:pt x="9728" y="10574"/>
                </a:lnTo>
                <a:lnTo>
                  <a:pt x="9728" y="8764"/>
                </a:lnTo>
                <a:close/>
                <a:moveTo>
                  <a:pt x="4203" y="1"/>
                </a:moveTo>
                <a:cubicBezTo>
                  <a:pt x="1881" y="1"/>
                  <a:pt x="0" y="1882"/>
                  <a:pt x="0" y="4204"/>
                </a:cubicBezTo>
                <a:lnTo>
                  <a:pt x="0" y="10669"/>
                </a:lnTo>
                <a:cubicBezTo>
                  <a:pt x="0" y="10859"/>
                  <a:pt x="143" y="11014"/>
                  <a:pt x="334" y="11014"/>
                </a:cubicBezTo>
                <a:lnTo>
                  <a:pt x="1191" y="11014"/>
                </a:lnTo>
                <a:cubicBezTo>
                  <a:pt x="1274" y="11014"/>
                  <a:pt x="1346" y="10931"/>
                  <a:pt x="1346" y="10847"/>
                </a:cubicBezTo>
                <a:lnTo>
                  <a:pt x="1346" y="10740"/>
                </a:lnTo>
                <a:lnTo>
                  <a:pt x="9418" y="10740"/>
                </a:lnTo>
                <a:lnTo>
                  <a:pt x="9418" y="10847"/>
                </a:lnTo>
                <a:cubicBezTo>
                  <a:pt x="9418" y="10931"/>
                  <a:pt x="9490" y="11014"/>
                  <a:pt x="9573" y="11014"/>
                </a:cubicBezTo>
                <a:lnTo>
                  <a:pt x="10430" y="11014"/>
                </a:lnTo>
                <a:cubicBezTo>
                  <a:pt x="10621" y="11014"/>
                  <a:pt x="10764" y="10859"/>
                  <a:pt x="10764" y="10669"/>
                </a:cubicBezTo>
                <a:lnTo>
                  <a:pt x="10764" y="7264"/>
                </a:lnTo>
                <a:cubicBezTo>
                  <a:pt x="10752" y="6573"/>
                  <a:pt x="10204" y="6025"/>
                  <a:pt x="9525" y="6025"/>
                </a:cubicBezTo>
                <a:lnTo>
                  <a:pt x="9323" y="6025"/>
                </a:lnTo>
                <a:cubicBezTo>
                  <a:pt x="8823" y="6025"/>
                  <a:pt x="8418" y="5609"/>
                  <a:pt x="8418" y="5120"/>
                </a:cubicBezTo>
                <a:lnTo>
                  <a:pt x="8418" y="4228"/>
                </a:lnTo>
                <a:cubicBezTo>
                  <a:pt x="8418" y="3977"/>
                  <a:pt x="8406" y="3751"/>
                  <a:pt x="8358" y="3525"/>
                </a:cubicBezTo>
                <a:cubicBezTo>
                  <a:pt x="8348" y="3444"/>
                  <a:pt x="8278" y="3389"/>
                  <a:pt x="8213" y="3389"/>
                </a:cubicBezTo>
                <a:cubicBezTo>
                  <a:pt x="8202" y="3389"/>
                  <a:pt x="8191" y="3391"/>
                  <a:pt x="8180" y="3394"/>
                </a:cubicBezTo>
                <a:cubicBezTo>
                  <a:pt x="8097" y="3406"/>
                  <a:pt x="8037" y="3489"/>
                  <a:pt x="8049" y="3573"/>
                </a:cubicBezTo>
                <a:cubicBezTo>
                  <a:pt x="8073" y="3775"/>
                  <a:pt x="8108" y="4001"/>
                  <a:pt x="8108" y="4228"/>
                </a:cubicBezTo>
                <a:lnTo>
                  <a:pt x="8108" y="5120"/>
                </a:lnTo>
                <a:cubicBezTo>
                  <a:pt x="8108" y="5799"/>
                  <a:pt x="8656" y="6347"/>
                  <a:pt x="9347" y="6347"/>
                </a:cubicBezTo>
                <a:lnTo>
                  <a:pt x="9537" y="6347"/>
                </a:lnTo>
                <a:cubicBezTo>
                  <a:pt x="10037" y="6347"/>
                  <a:pt x="10442" y="6764"/>
                  <a:pt x="10442" y="7264"/>
                </a:cubicBezTo>
                <a:lnTo>
                  <a:pt x="10442" y="7657"/>
                </a:lnTo>
                <a:lnTo>
                  <a:pt x="1893" y="7657"/>
                </a:lnTo>
                <a:cubicBezTo>
                  <a:pt x="1810" y="7657"/>
                  <a:pt x="1739" y="7740"/>
                  <a:pt x="1739" y="7823"/>
                </a:cubicBezTo>
                <a:cubicBezTo>
                  <a:pt x="1739" y="7918"/>
                  <a:pt x="1810" y="7990"/>
                  <a:pt x="1893" y="7990"/>
                </a:cubicBezTo>
                <a:lnTo>
                  <a:pt x="10442" y="7990"/>
                </a:lnTo>
                <a:lnTo>
                  <a:pt x="10442" y="8454"/>
                </a:lnTo>
                <a:lnTo>
                  <a:pt x="334" y="8454"/>
                </a:lnTo>
                <a:lnTo>
                  <a:pt x="334" y="7990"/>
                </a:lnTo>
                <a:lnTo>
                  <a:pt x="1143" y="7990"/>
                </a:lnTo>
                <a:cubicBezTo>
                  <a:pt x="1227" y="7990"/>
                  <a:pt x="1310" y="7918"/>
                  <a:pt x="1310" y="7823"/>
                </a:cubicBezTo>
                <a:cubicBezTo>
                  <a:pt x="1310" y="7740"/>
                  <a:pt x="1227" y="7657"/>
                  <a:pt x="1143" y="7657"/>
                </a:cubicBezTo>
                <a:lnTo>
                  <a:pt x="334" y="7657"/>
                </a:lnTo>
                <a:lnTo>
                  <a:pt x="334" y="4204"/>
                </a:lnTo>
                <a:cubicBezTo>
                  <a:pt x="334" y="2061"/>
                  <a:pt x="2084" y="322"/>
                  <a:pt x="4215" y="322"/>
                </a:cubicBezTo>
                <a:cubicBezTo>
                  <a:pt x="5025" y="322"/>
                  <a:pt x="5799" y="560"/>
                  <a:pt x="6453" y="1037"/>
                </a:cubicBezTo>
                <a:cubicBezTo>
                  <a:pt x="7096" y="1489"/>
                  <a:pt x="7585" y="2120"/>
                  <a:pt x="7858" y="2858"/>
                </a:cubicBezTo>
                <a:cubicBezTo>
                  <a:pt x="7876" y="2920"/>
                  <a:pt x="7933" y="2955"/>
                  <a:pt x="7994" y="2955"/>
                </a:cubicBezTo>
                <a:cubicBezTo>
                  <a:pt x="8016" y="2955"/>
                  <a:pt x="8039" y="2951"/>
                  <a:pt x="8061" y="2942"/>
                </a:cubicBezTo>
                <a:cubicBezTo>
                  <a:pt x="8156" y="2918"/>
                  <a:pt x="8180" y="2823"/>
                  <a:pt x="8156" y="2739"/>
                </a:cubicBezTo>
                <a:cubicBezTo>
                  <a:pt x="7858" y="1942"/>
                  <a:pt x="7335" y="1263"/>
                  <a:pt x="6632" y="775"/>
                </a:cubicBezTo>
                <a:cubicBezTo>
                  <a:pt x="5918" y="263"/>
                  <a:pt x="5084" y="1"/>
                  <a:pt x="4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66"/>
          <p:cNvSpPr/>
          <p:nvPr/>
        </p:nvSpPr>
        <p:spPr>
          <a:xfrm>
            <a:off x="4104898" y="2246807"/>
            <a:ext cx="91662" cy="351541"/>
          </a:xfrm>
          <a:custGeom>
            <a:avLst/>
            <a:gdLst/>
            <a:ahLst/>
            <a:cxnLst/>
            <a:rect l="l" t="t" r="r" b="b"/>
            <a:pathLst>
              <a:path w="2882" h="11053" extrusionOk="0">
                <a:moveTo>
                  <a:pt x="2560" y="2778"/>
                </a:moveTo>
                <a:lnTo>
                  <a:pt x="2560" y="3707"/>
                </a:lnTo>
                <a:lnTo>
                  <a:pt x="1810" y="3707"/>
                </a:lnTo>
                <a:cubicBezTo>
                  <a:pt x="1727" y="3707"/>
                  <a:pt x="1655" y="3790"/>
                  <a:pt x="1655" y="3873"/>
                </a:cubicBezTo>
                <a:cubicBezTo>
                  <a:pt x="1655" y="3969"/>
                  <a:pt x="1727" y="4040"/>
                  <a:pt x="1810" y="4040"/>
                </a:cubicBezTo>
                <a:lnTo>
                  <a:pt x="2572" y="4040"/>
                </a:lnTo>
                <a:lnTo>
                  <a:pt x="2572" y="9422"/>
                </a:lnTo>
                <a:lnTo>
                  <a:pt x="346" y="9422"/>
                </a:lnTo>
                <a:lnTo>
                  <a:pt x="346" y="4040"/>
                </a:lnTo>
                <a:lnTo>
                  <a:pt x="1144" y="4040"/>
                </a:lnTo>
                <a:cubicBezTo>
                  <a:pt x="1239" y="4040"/>
                  <a:pt x="1310" y="3969"/>
                  <a:pt x="1310" y="3873"/>
                </a:cubicBezTo>
                <a:cubicBezTo>
                  <a:pt x="1310" y="3790"/>
                  <a:pt x="1239" y="3707"/>
                  <a:pt x="1144" y="3707"/>
                </a:cubicBezTo>
                <a:lnTo>
                  <a:pt x="346" y="3707"/>
                </a:lnTo>
                <a:lnTo>
                  <a:pt x="346" y="2778"/>
                </a:lnTo>
                <a:close/>
                <a:moveTo>
                  <a:pt x="1434" y="1"/>
                </a:moveTo>
                <a:cubicBezTo>
                  <a:pt x="1203" y="1"/>
                  <a:pt x="971" y="117"/>
                  <a:pt x="846" y="349"/>
                </a:cubicBezTo>
                <a:lnTo>
                  <a:pt x="548" y="1075"/>
                </a:lnTo>
                <a:cubicBezTo>
                  <a:pt x="524" y="1171"/>
                  <a:pt x="560" y="1254"/>
                  <a:pt x="655" y="1290"/>
                </a:cubicBezTo>
                <a:cubicBezTo>
                  <a:pt x="670" y="1294"/>
                  <a:pt x="685" y="1296"/>
                  <a:pt x="700" y="1296"/>
                </a:cubicBezTo>
                <a:cubicBezTo>
                  <a:pt x="770" y="1296"/>
                  <a:pt x="838" y="1251"/>
                  <a:pt x="858" y="1183"/>
                </a:cubicBezTo>
                <a:lnTo>
                  <a:pt x="1144" y="492"/>
                </a:lnTo>
                <a:cubicBezTo>
                  <a:pt x="1204" y="377"/>
                  <a:pt x="1319" y="318"/>
                  <a:pt x="1435" y="318"/>
                </a:cubicBezTo>
                <a:cubicBezTo>
                  <a:pt x="1548" y="318"/>
                  <a:pt x="1662" y="375"/>
                  <a:pt x="1727" y="492"/>
                </a:cubicBezTo>
                <a:lnTo>
                  <a:pt x="2453" y="2433"/>
                </a:lnTo>
                <a:lnTo>
                  <a:pt x="429" y="2433"/>
                </a:lnTo>
                <a:cubicBezTo>
                  <a:pt x="465" y="2349"/>
                  <a:pt x="429" y="2433"/>
                  <a:pt x="655" y="1790"/>
                </a:cubicBezTo>
                <a:cubicBezTo>
                  <a:pt x="679" y="1695"/>
                  <a:pt x="643" y="1611"/>
                  <a:pt x="548" y="1587"/>
                </a:cubicBezTo>
                <a:cubicBezTo>
                  <a:pt x="529" y="1579"/>
                  <a:pt x="509" y="1575"/>
                  <a:pt x="490" y="1575"/>
                </a:cubicBezTo>
                <a:cubicBezTo>
                  <a:pt x="425" y="1575"/>
                  <a:pt x="364" y="1618"/>
                  <a:pt x="346" y="1683"/>
                </a:cubicBezTo>
                <a:lnTo>
                  <a:pt x="120" y="2326"/>
                </a:lnTo>
                <a:cubicBezTo>
                  <a:pt x="48" y="2492"/>
                  <a:pt x="1" y="2671"/>
                  <a:pt x="1" y="2849"/>
                </a:cubicBezTo>
                <a:lnTo>
                  <a:pt x="1" y="3873"/>
                </a:lnTo>
                <a:lnTo>
                  <a:pt x="1" y="9588"/>
                </a:lnTo>
                <a:lnTo>
                  <a:pt x="1" y="10124"/>
                </a:lnTo>
                <a:cubicBezTo>
                  <a:pt x="1" y="10446"/>
                  <a:pt x="179" y="10767"/>
                  <a:pt x="465" y="10934"/>
                </a:cubicBezTo>
                <a:cubicBezTo>
                  <a:pt x="487" y="10945"/>
                  <a:pt x="513" y="10950"/>
                  <a:pt x="538" y="10950"/>
                </a:cubicBezTo>
                <a:cubicBezTo>
                  <a:pt x="596" y="10950"/>
                  <a:pt x="655" y="10924"/>
                  <a:pt x="679" y="10874"/>
                </a:cubicBezTo>
                <a:cubicBezTo>
                  <a:pt x="727" y="10791"/>
                  <a:pt x="703" y="10684"/>
                  <a:pt x="620" y="10648"/>
                </a:cubicBezTo>
                <a:cubicBezTo>
                  <a:pt x="441" y="10541"/>
                  <a:pt x="322" y="10350"/>
                  <a:pt x="322" y="10124"/>
                </a:cubicBezTo>
                <a:lnTo>
                  <a:pt x="322" y="9755"/>
                </a:lnTo>
                <a:lnTo>
                  <a:pt x="2548" y="9755"/>
                </a:lnTo>
                <a:lnTo>
                  <a:pt x="2548" y="10124"/>
                </a:lnTo>
                <a:cubicBezTo>
                  <a:pt x="2548" y="10458"/>
                  <a:pt x="2275" y="10719"/>
                  <a:pt x="1953" y="10719"/>
                </a:cubicBezTo>
                <a:lnTo>
                  <a:pt x="1191" y="10719"/>
                </a:lnTo>
                <a:cubicBezTo>
                  <a:pt x="1096" y="10719"/>
                  <a:pt x="1024" y="10791"/>
                  <a:pt x="1024" y="10886"/>
                </a:cubicBezTo>
                <a:cubicBezTo>
                  <a:pt x="1024" y="10970"/>
                  <a:pt x="1096" y="11053"/>
                  <a:pt x="1191" y="11053"/>
                </a:cubicBezTo>
                <a:lnTo>
                  <a:pt x="1953" y="11053"/>
                </a:lnTo>
                <a:cubicBezTo>
                  <a:pt x="2453" y="11053"/>
                  <a:pt x="2870" y="10636"/>
                  <a:pt x="2870" y="10124"/>
                </a:cubicBezTo>
                <a:lnTo>
                  <a:pt x="2870" y="2849"/>
                </a:lnTo>
                <a:cubicBezTo>
                  <a:pt x="2882" y="2719"/>
                  <a:pt x="2739" y="2278"/>
                  <a:pt x="2739" y="2278"/>
                </a:cubicBezTo>
                <a:lnTo>
                  <a:pt x="2013" y="349"/>
                </a:lnTo>
                <a:cubicBezTo>
                  <a:pt x="1894" y="117"/>
                  <a:pt x="1664" y="1"/>
                  <a:pt x="14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21" name="Google Shape;11921;p66"/>
          <p:cNvGrpSpPr/>
          <p:nvPr/>
        </p:nvGrpSpPr>
        <p:grpSpPr>
          <a:xfrm>
            <a:off x="3616406" y="2246902"/>
            <a:ext cx="203393" cy="351827"/>
            <a:chOff x="3616406" y="2422352"/>
            <a:chExt cx="203393" cy="351827"/>
          </a:xfrm>
        </p:grpSpPr>
        <p:sp>
          <p:nvSpPr>
            <p:cNvPr id="11922" name="Google Shape;11922;p66"/>
            <p:cNvSpPr/>
            <p:nvPr/>
          </p:nvSpPr>
          <p:spPr>
            <a:xfrm>
              <a:off x="3640641" y="2422352"/>
              <a:ext cx="154159" cy="92075"/>
            </a:xfrm>
            <a:custGeom>
              <a:avLst/>
              <a:gdLst/>
              <a:ahLst/>
              <a:cxnLst/>
              <a:rect l="l" t="t" r="r" b="b"/>
              <a:pathLst>
                <a:path w="4847" h="2895" extrusionOk="0">
                  <a:moveTo>
                    <a:pt x="1632" y="1"/>
                  </a:moveTo>
                  <a:cubicBezTo>
                    <a:pt x="727" y="1"/>
                    <a:pt x="0" y="727"/>
                    <a:pt x="0" y="1644"/>
                  </a:cubicBezTo>
                  <a:lnTo>
                    <a:pt x="0" y="2727"/>
                  </a:lnTo>
                  <a:cubicBezTo>
                    <a:pt x="0" y="2811"/>
                    <a:pt x="72" y="2894"/>
                    <a:pt x="155" y="2894"/>
                  </a:cubicBezTo>
                  <a:cubicBezTo>
                    <a:pt x="250" y="2894"/>
                    <a:pt x="322" y="2811"/>
                    <a:pt x="322" y="2727"/>
                  </a:cubicBezTo>
                  <a:lnTo>
                    <a:pt x="322" y="1644"/>
                  </a:lnTo>
                  <a:cubicBezTo>
                    <a:pt x="322" y="906"/>
                    <a:pt x="905" y="334"/>
                    <a:pt x="1632" y="334"/>
                  </a:cubicBezTo>
                  <a:lnTo>
                    <a:pt x="3239" y="334"/>
                  </a:lnTo>
                  <a:cubicBezTo>
                    <a:pt x="3846" y="334"/>
                    <a:pt x="4370" y="751"/>
                    <a:pt x="4525" y="1346"/>
                  </a:cubicBezTo>
                  <a:cubicBezTo>
                    <a:pt x="4535" y="1417"/>
                    <a:pt x="4597" y="1471"/>
                    <a:pt x="4673" y="1471"/>
                  </a:cubicBezTo>
                  <a:cubicBezTo>
                    <a:pt x="4687" y="1471"/>
                    <a:pt x="4701" y="1469"/>
                    <a:pt x="4715" y="1465"/>
                  </a:cubicBezTo>
                  <a:cubicBezTo>
                    <a:pt x="4799" y="1442"/>
                    <a:pt x="4846" y="1358"/>
                    <a:pt x="4834" y="1263"/>
                  </a:cubicBezTo>
                  <a:cubicBezTo>
                    <a:pt x="4739" y="906"/>
                    <a:pt x="4549" y="596"/>
                    <a:pt x="4263" y="358"/>
                  </a:cubicBezTo>
                  <a:cubicBezTo>
                    <a:pt x="3989" y="120"/>
                    <a:pt x="3608" y="1"/>
                    <a:pt x="3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66"/>
            <p:cNvSpPr/>
            <p:nvPr/>
          </p:nvSpPr>
          <p:spPr>
            <a:xfrm>
              <a:off x="3616406" y="2479156"/>
              <a:ext cx="203393" cy="295023"/>
            </a:xfrm>
            <a:custGeom>
              <a:avLst/>
              <a:gdLst/>
              <a:ahLst/>
              <a:cxnLst/>
              <a:rect l="l" t="t" r="r" b="b"/>
              <a:pathLst>
                <a:path w="6395" h="9276" extrusionOk="0">
                  <a:moveTo>
                    <a:pt x="5918" y="2346"/>
                  </a:moveTo>
                  <a:cubicBezTo>
                    <a:pt x="6001" y="2346"/>
                    <a:pt x="6073" y="2406"/>
                    <a:pt x="6073" y="2501"/>
                  </a:cubicBezTo>
                  <a:lnTo>
                    <a:pt x="6073" y="3989"/>
                  </a:lnTo>
                  <a:lnTo>
                    <a:pt x="4811" y="3989"/>
                  </a:lnTo>
                  <a:cubicBezTo>
                    <a:pt x="4715" y="3989"/>
                    <a:pt x="4644" y="4061"/>
                    <a:pt x="4644" y="4156"/>
                  </a:cubicBezTo>
                  <a:cubicBezTo>
                    <a:pt x="4644" y="4239"/>
                    <a:pt x="4715" y="4323"/>
                    <a:pt x="4811" y="4323"/>
                  </a:cubicBezTo>
                  <a:lnTo>
                    <a:pt x="6073" y="4323"/>
                  </a:lnTo>
                  <a:lnTo>
                    <a:pt x="6073" y="6966"/>
                  </a:lnTo>
                  <a:lnTo>
                    <a:pt x="2394" y="6966"/>
                  </a:lnTo>
                  <a:cubicBezTo>
                    <a:pt x="2298" y="6966"/>
                    <a:pt x="2227" y="7037"/>
                    <a:pt x="2227" y="7133"/>
                  </a:cubicBezTo>
                  <a:cubicBezTo>
                    <a:pt x="2227" y="7216"/>
                    <a:pt x="2298" y="7299"/>
                    <a:pt x="2394" y="7299"/>
                  </a:cubicBezTo>
                  <a:lnTo>
                    <a:pt x="6073" y="7299"/>
                  </a:lnTo>
                  <a:lnTo>
                    <a:pt x="6073" y="8788"/>
                  </a:lnTo>
                  <a:cubicBezTo>
                    <a:pt x="6073" y="8859"/>
                    <a:pt x="6013" y="8930"/>
                    <a:pt x="5918" y="8930"/>
                  </a:cubicBezTo>
                  <a:lnTo>
                    <a:pt x="477" y="8930"/>
                  </a:lnTo>
                  <a:cubicBezTo>
                    <a:pt x="405" y="8930"/>
                    <a:pt x="322" y="8871"/>
                    <a:pt x="322" y="8788"/>
                  </a:cubicBezTo>
                  <a:lnTo>
                    <a:pt x="322" y="7299"/>
                  </a:lnTo>
                  <a:lnTo>
                    <a:pt x="1739" y="7299"/>
                  </a:lnTo>
                  <a:cubicBezTo>
                    <a:pt x="1834" y="7299"/>
                    <a:pt x="1905" y="7216"/>
                    <a:pt x="1905" y="7133"/>
                  </a:cubicBezTo>
                  <a:cubicBezTo>
                    <a:pt x="1905" y="7037"/>
                    <a:pt x="1834" y="6966"/>
                    <a:pt x="1739" y="6966"/>
                  </a:cubicBezTo>
                  <a:lnTo>
                    <a:pt x="322" y="6966"/>
                  </a:lnTo>
                  <a:lnTo>
                    <a:pt x="322" y="4323"/>
                  </a:lnTo>
                  <a:lnTo>
                    <a:pt x="4156" y="4323"/>
                  </a:lnTo>
                  <a:cubicBezTo>
                    <a:pt x="4239" y="4323"/>
                    <a:pt x="4311" y="4239"/>
                    <a:pt x="4311" y="4156"/>
                  </a:cubicBezTo>
                  <a:cubicBezTo>
                    <a:pt x="4311" y="4061"/>
                    <a:pt x="4239" y="3989"/>
                    <a:pt x="4156" y="3989"/>
                  </a:cubicBezTo>
                  <a:lnTo>
                    <a:pt x="322" y="3989"/>
                  </a:lnTo>
                  <a:lnTo>
                    <a:pt x="322" y="2501"/>
                  </a:lnTo>
                  <a:cubicBezTo>
                    <a:pt x="322" y="2430"/>
                    <a:pt x="381" y="2346"/>
                    <a:pt x="477" y="2346"/>
                  </a:cubicBezTo>
                  <a:close/>
                  <a:moveTo>
                    <a:pt x="5477" y="1"/>
                  </a:moveTo>
                  <a:cubicBezTo>
                    <a:pt x="5382" y="1"/>
                    <a:pt x="5311" y="72"/>
                    <a:pt x="5311" y="168"/>
                  </a:cubicBezTo>
                  <a:lnTo>
                    <a:pt x="5311" y="2025"/>
                  </a:lnTo>
                  <a:lnTo>
                    <a:pt x="1084" y="2025"/>
                  </a:lnTo>
                  <a:lnTo>
                    <a:pt x="1084" y="1596"/>
                  </a:lnTo>
                  <a:cubicBezTo>
                    <a:pt x="1084" y="1501"/>
                    <a:pt x="1012" y="1430"/>
                    <a:pt x="917" y="1430"/>
                  </a:cubicBezTo>
                  <a:cubicBezTo>
                    <a:pt x="834" y="1430"/>
                    <a:pt x="762" y="1501"/>
                    <a:pt x="762" y="1596"/>
                  </a:cubicBezTo>
                  <a:lnTo>
                    <a:pt x="762" y="2025"/>
                  </a:lnTo>
                  <a:lnTo>
                    <a:pt x="477" y="2025"/>
                  </a:lnTo>
                  <a:cubicBezTo>
                    <a:pt x="215" y="2025"/>
                    <a:pt x="0" y="2239"/>
                    <a:pt x="0" y="2501"/>
                  </a:cubicBezTo>
                  <a:lnTo>
                    <a:pt x="0" y="8800"/>
                  </a:lnTo>
                  <a:cubicBezTo>
                    <a:pt x="0" y="9050"/>
                    <a:pt x="203" y="9276"/>
                    <a:pt x="477" y="9276"/>
                  </a:cubicBezTo>
                  <a:lnTo>
                    <a:pt x="5918" y="9276"/>
                  </a:lnTo>
                  <a:cubicBezTo>
                    <a:pt x="6180" y="9276"/>
                    <a:pt x="6394" y="9061"/>
                    <a:pt x="6394" y="8800"/>
                  </a:cubicBezTo>
                  <a:lnTo>
                    <a:pt x="6394" y="2501"/>
                  </a:lnTo>
                  <a:cubicBezTo>
                    <a:pt x="6394" y="2239"/>
                    <a:pt x="6192" y="2025"/>
                    <a:pt x="5918" y="2025"/>
                  </a:cubicBezTo>
                  <a:lnTo>
                    <a:pt x="5644" y="2025"/>
                  </a:lnTo>
                  <a:lnTo>
                    <a:pt x="5644" y="168"/>
                  </a:lnTo>
                  <a:cubicBezTo>
                    <a:pt x="5644" y="72"/>
                    <a:pt x="5561" y="1"/>
                    <a:pt x="5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4" name="Google Shape;11924;p66"/>
          <p:cNvGrpSpPr/>
          <p:nvPr/>
        </p:nvGrpSpPr>
        <p:grpSpPr>
          <a:xfrm>
            <a:off x="878187" y="2246520"/>
            <a:ext cx="272696" cy="351827"/>
            <a:chOff x="913012" y="2421970"/>
            <a:chExt cx="272696" cy="351827"/>
          </a:xfrm>
        </p:grpSpPr>
        <p:sp>
          <p:nvSpPr>
            <p:cNvPr id="11925" name="Google Shape;11925;p66"/>
            <p:cNvSpPr/>
            <p:nvPr/>
          </p:nvSpPr>
          <p:spPr>
            <a:xfrm>
              <a:off x="913012" y="2421970"/>
              <a:ext cx="272696" cy="351827"/>
            </a:xfrm>
            <a:custGeom>
              <a:avLst/>
              <a:gdLst/>
              <a:ahLst/>
              <a:cxnLst/>
              <a:rect l="l" t="t" r="r" b="b"/>
              <a:pathLst>
                <a:path w="8574" h="11062" extrusionOk="0">
                  <a:moveTo>
                    <a:pt x="3394" y="3656"/>
                  </a:moveTo>
                  <a:cubicBezTo>
                    <a:pt x="3454" y="3716"/>
                    <a:pt x="3525" y="3775"/>
                    <a:pt x="3608" y="3823"/>
                  </a:cubicBezTo>
                  <a:lnTo>
                    <a:pt x="1882" y="7966"/>
                  </a:lnTo>
                  <a:cubicBezTo>
                    <a:pt x="1799" y="7919"/>
                    <a:pt x="1715" y="7883"/>
                    <a:pt x="1644" y="7871"/>
                  </a:cubicBezTo>
                  <a:lnTo>
                    <a:pt x="3394" y="3656"/>
                  </a:lnTo>
                  <a:close/>
                  <a:moveTo>
                    <a:pt x="5192" y="3644"/>
                  </a:moveTo>
                  <a:lnTo>
                    <a:pt x="6954" y="7859"/>
                  </a:lnTo>
                  <a:cubicBezTo>
                    <a:pt x="6883" y="7883"/>
                    <a:pt x="6787" y="7919"/>
                    <a:pt x="6716" y="7966"/>
                  </a:cubicBezTo>
                  <a:lnTo>
                    <a:pt x="4989" y="3811"/>
                  </a:lnTo>
                  <a:cubicBezTo>
                    <a:pt x="5061" y="3763"/>
                    <a:pt x="5132" y="3704"/>
                    <a:pt x="5192" y="3644"/>
                  </a:cubicBezTo>
                  <a:close/>
                  <a:moveTo>
                    <a:pt x="1072" y="9216"/>
                  </a:moveTo>
                  <a:cubicBezTo>
                    <a:pt x="1144" y="9252"/>
                    <a:pt x="1227" y="9300"/>
                    <a:pt x="1310" y="9312"/>
                  </a:cubicBezTo>
                  <a:cubicBezTo>
                    <a:pt x="1299" y="9347"/>
                    <a:pt x="1203" y="9657"/>
                    <a:pt x="870" y="9847"/>
                  </a:cubicBezTo>
                  <a:lnTo>
                    <a:pt x="787" y="9895"/>
                  </a:lnTo>
                  <a:lnTo>
                    <a:pt x="1072" y="9216"/>
                  </a:lnTo>
                  <a:close/>
                  <a:moveTo>
                    <a:pt x="7502" y="9216"/>
                  </a:moveTo>
                  <a:lnTo>
                    <a:pt x="7787" y="9895"/>
                  </a:lnTo>
                  <a:lnTo>
                    <a:pt x="7716" y="9847"/>
                  </a:lnTo>
                  <a:cubicBezTo>
                    <a:pt x="7371" y="9657"/>
                    <a:pt x="7275" y="9335"/>
                    <a:pt x="7264" y="9312"/>
                  </a:cubicBezTo>
                  <a:cubicBezTo>
                    <a:pt x="7359" y="9300"/>
                    <a:pt x="7430" y="9252"/>
                    <a:pt x="7502" y="9216"/>
                  </a:cubicBezTo>
                  <a:close/>
                  <a:moveTo>
                    <a:pt x="4287" y="1"/>
                  </a:moveTo>
                  <a:cubicBezTo>
                    <a:pt x="3882" y="1"/>
                    <a:pt x="3549" y="322"/>
                    <a:pt x="3549" y="739"/>
                  </a:cubicBezTo>
                  <a:lnTo>
                    <a:pt x="3549" y="1620"/>
                  </a:lnTo>
                  <a:cubicBezTo>
                    <a:pt x="3442" y="1692"/>
                    <a:pt x="3346" y="1763"/>
                    <a:pt x="3275" y="1858"/>
                  </a:cubicBezTo>
                  <a:cubicBezTo>
                    <a:pt x="3215" y="1930"/>
                    <a:pt x="3227" y="2037"/>
                    <a:pt x="3287" y="2096"/>
                  </a:cubicBezTo>
                  <a:cubicBezTo>
                    <a:pt x="3324" y="2123"/>
                    <a:pt x="3364" y="2136"/>
                    <a:pt x="3402" y="2136"/>
                  </a:cubicBezTo>
                  <a:cubicBezTo>
                    <a:pt x="3449" y="2136"/>
                    <a:pt x="3492" y="2117"/>
                    <a:pt x="3525" y="2085"/>
                  </a:cubicBezTo>
                  <a:cubicBezTo>
                    <a:pt x="3730" y="1838"/>
                    <a:pt x="3998" y="1731"/>
                    <a:pt x="4262" y="1731"/>
                  </a:cubicBezTo>
                  <a:cubicBezTo>
                    <a:pt x="4842" y="1731"/>
                    <a:pt x="5403" y="2247"/>
                    <a:pt x="5239" y="2942"/>
                  </a:cubicBezTo>
                  <a:cubicBezTo>
                    <a:pt x="5130" y="3422"/>
                    <a:pt x="4708" y="3692"/>
                    <a:pt x="4281" y="3692"/>
                  </a:cubicBezTo>
                  <a:cubicBezTo>
                    <a:pt x="3967" y="3692"/>
                    <a:pt x="3650" y="3546"/>
                    <a:pt x="3454" y="3228"/>
                  </a:cubicBezTo>
                  <a:cubicBezTo>
                    <a:pt x="3334" y="3037"/>
                    <a:pt x="3287" y="2811"/>
                    <a:pt x="3323" y="2585"/>
                  </a:cubicBezTo>
                  <a:cubicBezTo>
                    <a:pt x="3334" y="2501"/>
                    <a:pt x="3263" y="2406"/>
                    <a:pt x="3168" y="2406"/>
                  </a:cubicBezTo>
                  <a:cubicBezTo>
                    <a:pt x="3162" y="2405"/>
                    <a:pt x="3155" y="2405"/>
                    <a:pt x="3149" y="2405"/>
                  </a:cubicBezTo>
                  <a:cubicBezTo>
                    <a:pt x="3071" y="2405"/>
                    <a:pt x="2989" y="2473"/>
                    <a:pt x="2989" y="2561"/>
                  </a:cubicBezTo>
                  <a:cubicBezTo>
                    <a:pt x="2965" y="2858"/>
                    <a:pt x="3025" y="3132"/>
                    <a:pt x="3156" y="3382"/>
                  </a:cubicBezTo>
                  <a:lnTo>
                    <a:pt x="1239" y="7966"/>
                  </a:lnTo>
                  <a:cubicBezTo>
                    <a:pt x="1227" y="7990"/>
                    <a:pt x="1203" y="8038"/>
                    <a:pt x="1227" y="8085"/>
                  </a:cubicBezTo>
                  <a:cubicBezTo>
                    <a:pt x="1238" y="8162"/>
                    <a:pt x="1309" y="8218"/>
                    <a:pt x="1393" y="8218"/>
                  </a:cubicBezTo>
                  <a:cubicBezTo>
                    <a:pt x="1401" y="8218"/>
                    <a:pt x="1409" y="8217"/>
                    <a:pt x="1418" y="8216"/>
                  </a:cubicBezTo>
                  <a:cubicBezTo>
                    <a:pt x="1447" y="8206"/>
                    <a:pt x="1481" y="8201"/>
                    <a:pt x="1515" y="8201"/>
                  </a:cubicBezTo>
                  <a:cubicBezTo>
                    <a:pt x="1564" y="8201"/>
                    <a:pt x="1614" y="8212"/>
                    <a:pt x="1656" y="8240"/>
                  </a:cubicBezTo>
                  <a:cubicBezTo>
                    <a:pt x="2072" y="8419"/>
                    <a:pt x="1941" y="9038"/>
                    <a:pt x="1489" y="9038"/>
                  </a:cubicBezTo>
                  <a:cubicBezTo>
                    <a:pt x="1227" y="9038"/>
                    <a:pt x="1025" y="8776"/>
                    <a:pt x="1084" y="8526"/>
                  </a:cubicBezTo>
                  <a:cubicBezTo>
                    <a:pt x="1108" y="8443"/>
                    <a:pt x="1060" y="8347"/>
                    <a:pt x="965" y="8335"/>
                  </a:cubicBezTo>
                  <a:cubicBezTo>
                    <a:pt x="951" y="8331"/>
                    <a:pt x="936" y="8329"/>
                    <a:pt x="922" y="8329"/>
                  </a:cubicBezTo>
                  <a:cubicBezTo>
                    <a:pt x="852" y="8329"/>
                    <a:pt x="784" y="8376"/>
                    <a:pt x="775" y="8454"/>
                  </a:cubicBezTo>
                  <a:cubicBezTo>
                    <a:pt x="751" y="8621"/>
                    <a:pt x="763" y="8776"/>
                    <a:pt x="834" y="8943"/>
                  </a:cubicBezTo>
                  <a:lnTo>
                    <a:pt x="298" y="10228"/>
                  </a:lnTo>
                  <a:lnTo>
                    <a:pt x="36" y="10836"/>
                  </a:lnTo>
                  <a:cubicBezTo>
                    <a:pt x="1" y="10919"/>
                    <a:pt x="36" y="11014"/>
                    <a:pt x="120" y="11038"/>
                  </a:cubicBezTo>
                  <a:cubicBezTo>
                    <a:pt x="132" y="11062"/>
                    <a:pt x="167" y="11062"/>
                    <a:pt x="179" y="11062"/>
                  </a:cubicBezTo>
                  <a:cubicBezTo>
                    <a:pt x="239" y="11062"/>
                    <a:pt x="298" y="11014"/>
                    <a:pt x="334" y="10955"/>
                  </a:cubicBezTo>
                  <a:lnTo>
                    <a:pt x="572" y="10383"/>
                  </a:lnTo>
                  <a:lnTo>
                    <a:pt x="1013" y="10133"/>
                  </a:lnTo>
                  <a:cubicBezTo>
                    <a:pt x="1501" y="9847"/>
                    <a:pt x="1608" y="9407"/>
                    <a:pt x="1656" y="9312"/>
                  </a:cubicBezTo>
                  <a:cubicBezTo>
                    <a:pt x="2144" y="9193"/>
                    <a:pt x="2382" y="8633"/>
                    <a:pt x="2120" y="8204"/>
                  </a:cubicBezTo>
                  <a:lnTo>
                    <a:pt x="3882" y="3942"/>
                  </a:lnTo>
                  <a:cubicBezTo>
                    <a:pt x="4013" y="3978"/>
                    <a:pt x="4144" y="3996"/>
                    <a:pt x="4277" y="3996"/>
                  </a:cubicBezTo>
                  <a:cubicBezTo>
                    <a:pt x="4409" y="3996"/>
                    <a:pt x="4543" y="3978"/>
                    <a:pt x="4680" y="3942"/>
                  </a:cubicBezTo>
                  <a:lnTo>
                    <a:pt x="6442" y="8204"/>
                  </a:lnTo>
                  <a:cubicBezTo>
                    <a:pt x="6382" y="8300"/>
                    <a:pt x="6347" y="8419"/>
                    <a:pt x="6347" y="8538"/>
                  </a:cubicBezTo>
                  <a:cubicBezTo>
                    <a:pt x="6347" y="8597"/>
                    <a:pt x="6371" y="8681"/>
                    <a:pt x="6430" y="8693"/>
                  </a:cubicBezTo>
                  <a:cubicBezTo>
                    <a:pt x="6457" y="8707"/>
                    <a:pt x="6484" y="8714"/>
                    <a:pt x="6511" y="8714"/>
                  </a:cubicBezTo>
                  <a:cubicBezTo>
                    <a:pt x="6594" y="8714"/>
                    <a:pt x="6668" y="8651"/>
                    <a:pt x="6668" y="8562"/>
                  </a:cubicBezTo>
                  <a:cubicBezTo>
                    <a:pt x="6680" y="8443"/>
                    <a:pt x="6740" y="8323"/>
                    <a:pt x="6835" y="8264"/>
                  </a:cubicBezTo>
                  <a:cubicBezTo>
                    <a:pt x="6915" y="8202"/>
                    <a:pt x="7000" y="8176"/>
                    <a:pt x="7081" y="8176"/>
                  </a:cubicBezTo>
                  <a:cubicBezTo>
                    <a:pt x="7359" y="8176"/>
                    <a:pt x="7590" y="8490"/>
                    <a:pt x="7442" y="8776"/>
                  </a:cubicBezTo>
                  <a:cubicBezTo>
                    <a:pt x="7365" y="8905"/>
                    <a:pt x="7232" y="9002"/>
                    <a:pt x="7079" y="9002"/>
                  </a:cubicBezTo>
                  <a:cubicBezTo>
                    <a:pt x="7020" y="9002"/>
                    <a:pt x="6958" y="8988"/>
                    <a:pt x="6894" y="8954"/>
                  </a:cubicBezTo>
                  <a:cubicBezTo>
                    <a:pt x="6894" y="8954"/>
                    <a:pt x="6856" y="8939"/>
                    <a:pt x="6811" y="8939"/>
                  </a:cubicBezTo>
                  <a:cubicBezTo>
                    <a:pt x="6799" y="8939"/>
                    <a:pt x="6787" y="8940"/>
                    <a:pt x="6775" y="8943"/>
                  </a:cubicBezTo>
                  <a:cubicBezTo>
                    <a:pt x="6644" y="8990"/>
                    <a:pt x="6597" y="9181"/>
                    <a:pt x="6763" y="9252"/>
                  </a:cubicBezTo>
                  <a:cubicBezTo>
                    <a:pt x="6823" y="9288"/>
                    <a:pt x="6883" y="9300"/>
                    <a:pt x="6942" y="9312"/>
                  </a:cubicBezTo>
                  <a:cubicBezTo>
                    <a:pt x="6978" y="9395"/>
                    <a:pt x="7085" y="9847"/>
                    <a:pt x="7573" y="10133"/>
                  </a:cubicBezTo>
                  <a:lnTo>
                    <a:pt x="8026" y="10383"/>
                  </a:lnTo>
                  <a:lnTo>
                    <a:pt x="8264" y="10955"/>
                  </a:lnTo>
                  <a:cubicBezTo>
                    <a:pt x="8281" y="11016"/>
                    <a:pt x="8344" y="11052"/>
                    <a:pt x="8405" y="11052"/>
                  </a:cubicBezTo>
                  <a:cubicBezTo>
                    <a:pt x="8426" y="11052"/>
                    <a:pt x="8447" y="11047"/>
                    <a:pt x="8466" y="11038"/>
                  </a:cubicBezTo>
                  <a:cubicBezTo>
                    <a:pt x="8549" y="11014"/>
                    <a:pt x="8573" y="10907"/>
                    <a:pt x="8549" y="10836"/>
                  </a:cubicBezTo>
                  <a:lnTo>
                    <a:pt x="8276" y="10228"/>
                  </a:lnTo>
                  <a:lnTo>
                    <a:pt x="7740" y="8943"/>
                  </a:lnTo>
                  <a:cubicBezTo>
                    <a:pt x="7930" y="8538"/>
                    <a:pt x="7740" y="8050"/>
                    <a:pt x="7311" y="7919"/>
                  </a:cubicBezTo>
                  <a:lnTo>
                    <a:pt x="5418" y="3382"/>
                  </a:lnTo>
                  <a:cubicBezTo>
                    <a:pt x="5763" y="2799"/>
                    <a:pt x="5597" y="2025"/>
                    <a:pt x="5037" y="1632"/>
                  </a:cubicBezTo>
                  <a:lnTo>
                    <a:pt x="5037" y="1323"/>
                  </a:lnTo>
                  <a:cubicBezTo>
                    <a:pt x="5037" y="1239"/>
                    <a:pt x="4954" y="1156"/>
                    <a:pt x="4870" y="1156"/>
                  </a:cubicBezTo>
                  <a:cubicBezTo>
                    <a:pt x="4775" y="1156"/>
                    <a:pt x="4704" y="1239"/>
                    <a:pt x="4704" y="1323"/>
                  </a:cubicBezTo>
                  <a:lnTo>
                    <a:pt x="4704" y="1477"/>
                  </a:lnTo>
                  <a:cubicBezTo>
                    <a:pt x="4579" y="1430"/>
                    <a:pt x="4442" y="1406"/>
                    <a:pt x="4300" y="1406"/>
                  </a:cubicBezTo>
                  <a:cubicBezTo>
                    <a:pt x="4159" y="1406"/>
                    <a:pt x="4013" y="1430"/>
                    <a:pt x="3870" y="1477"/>
                  </a:cubicBezTo>
                  <a:lnTo>
                    <a:pt x="3870" y="763"/>
                  </a:lnTo>
                  <a:cubicBezTo>
                    <a:pt x="3870" y="537"/>
                    <a:pt x="4049" y="346"/>
                    <a:pt x="4287" y="346"/>
                  </a:cubicBezTo>
                  <a:cubicBezTo>
                    <a:pt x="4477" y="346"/>
                    <a:pt x="4656" y="489"/>
                    <a:pt x="4692" y="680"/>
                  </a:cubicBezTo>
                  <a:cubicBezTo>
                    <a:pt x="4703" y="767"/>
                    <a:pt x="4783" y="824"/>
                    <a:pt x="4861" y="824"/>
                  </a:cubicBezTo>
                  <a:cubicBezTo>
                    <a:pt x="4868" y="824"/>
                    <a:pt x="4875" y="824"/>
                    <a:pt x="4882" y="823"/>
                  </a:cubicBezTo>
                  <a:cubicBezTo>
                    <a:pt x="4978" y="799"/>
                    <a:pt x="5037" y="715"/>
                    <a:pt x="5013" y="620"/>
                  </a:cubicBezTo>
                  <a:cubicBezTo>
                    <a:pt x="4954" y="263"/>
                    <a:pt x="4644" y="1"/>
                    <a:pt x="4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66"/>
            <p:cNvSpPr/>
            <p:nvPr/>
          </p:nvSpPr>
          <p:spPr>
            <a:xfrm>
              <a:off x="1028146" y="2491719"/>
              <a:ext cx="37880" cy="32918"/>
            </a:xfrm>
            <a:custGeom>
              <a:avLst/>
              <a:gdLst/>
              <a:ahLst/>
              <a:cxnLst/>
              <a:rect l="l" t="t" r="r" b="b"/>
              <a:pathLst>
                <a:path w="1191" h="1035" extrusionOk="0">
                  <a:moveTo>
                    <a:pt x="731" y="0"/>
                  </a:moveTo>
                  <a:cubicBezTo>
                    <a:pt x="646" y="0"/>
                    <a:pt x="578" y="41"/>
                    <a:pt x="560" y="130"/>
                  </a:cubicBezTo>
                  <a:cubicBezTo>
                    <a:pt x="548" y="213"/>
                    <a:pt x="607" y="308"/>
                    <a:pt x="703" y="320"/>
                  </a:cubicBezTo>
                  <a:cubicBezTo>
                    <a:pt x="786" y="332"/>
                    <a:pt x="857" y="415"/>
                    <a:pt x="857" y="511"/>
                  </a:cubicBezTo>
                  <a:cubicBezTo>
                    <a:pt x="857" y="618"/>
                    <a:pt x="774" y="713"/>
                    <a:pt x="667" y="713"/>
                  </a:cubicBezTo>
                  <a:cubicBezTo>
                    <a:pt x="560" y="713"/>
                    <a:pt x="488" y="630"/>
                    <a:pt x="476" y="535"/>
                  </a:cubicBezTo>
                  <a:cubicBezTo>
                    <a:pt x="454" y="446"/>
                    <a:pt x="391" y="378"/>
                    <a:pt x="316" y="378"/>
                  </a:cubicBezTo>
                  <a:cubicBezTo>
                    <a:pt x="310" y="378"/>
                    <a:pt x="304" y="379"/>
                    <a:pt x="298" y="380"/>
                  </a:cubicBezTo>
                  <a:cubicBezTo>
                    <a:pt x="0" y="415"/>
                    <a:pt x="179" y="1035"/>
                    <a:pt x="667" y="1035"/>
                  </a:cubicBezTo>
                  <a:cubicBezTo>
                    <a:pt x="953" y="1035"/>
                    <a:pt x="1191" y="796"/>
                    <a:pt x="1191" y="511"/>
                  </a:cubicBezTo>
                  <a:cubicBezTo>
                    <a:pt x="1191" y="199"/>
                    <a:pt x="920" y="0"/>
                    <a:pt x="7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66"/>
            <p:cNvSpPr/>
            <p:nvPr/>
          </p:nvSpPr>
          <p:spPr>
            <a:xfrm>
              <a:off x="952769" y="2687447"/>
              <a:ext cx="16316" cy="16316"/>
            </a:xfrm>
            <a:custGeom>
              <a:avLst/>
              <a:gdLst/>
              <a:ahLst/>
              <a:cxnLst/>
              <a:rect l="l" t="t" r="r" b="b"/>
              <a:pathLst>
                <a:path w="513" h="513" extrusionOk="0">
                  <a:moveTo>
                    <a:pt x="251" y="0"/>
                  </a:moveTo>
                  <a:cubicBezTo>
                    <a:pt x="120" y="0"/>
                    <a:pt x="1" y="119"/>
                    <a:pt x="1" y="250"/>
                  </a:cubicBezTo>
                  <a:cubicBezTo>
                    <a:pt x="1" y="393"/>
                    <a:pt x="120" y="512"/>
                    <a:pt x="251" y="512"/>
                  </a:cubicBezTo>
                  <a:cubicBezTo>
                    <a:pt x="394" y="512"/>
                    <a:pt x="513" y="393"/>
                    <a:pt x="513" y="250"/>
                  </a:cubicBezTo>
                  <a:cubicBezTo>
                    <a:pt x="513"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66"/>
            <p:cNvSpPr/>
            <p:nvPr/>
          </p:nvSpPr>
          <p:spPr>
            <a:xfrm>
              <a:off x="1130368" y="2687447"/>
              <a:ext cx="15934" cy="16316"/>
            </a:xfrm>
            <a:custGeom>
              <a:avLst/>
              <a:gdLst/>
              <a:ahLst/>
              <a:cxnLst/>
              <a:rect l="l" t="t" r="r" b="b"/>
              <a:pathLst>
                <a:path w="501" h="513" extrusionOk="0">
                  <a:moveTo>
                    <a:pt x="251" y="0"/>
                  </a:moveTo>
                  <a:cubicBezTo>
                    <a:pt x="108" y="0"/>
                    <a:pt x="1" y="119"/>
                    <a:pt x="1" y="250"/>
                  </a:cubicBezTo>
                  <a:cubicBezTo>
                    <a:pt x="1" y="393"/>
                    <a:pt x="108" y="512"/>
                    <a:pt x="251" y="512"/>
                  </a:cubicBezTo>
                  <a:cubicBezTo>
                    <a:pt x="394" y="512"/>
                    <a:pt x="501" y="393"/>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9" name="Google Shape;11929;p66"/>
          <p:cNvGrpSpPr/>
          <p:nvPr/>
        </p:nvGrpSpPr>
        <p:grpSpPr>
          <a:xfrm>
            <a:off x="2274743" y="2246902"/>
            <a:ext cx="255649" cy="351445"/>
            <a:chOff x="2274743" y="2422352"/>
            <a:chExt cx="255649" cy="351445"/>
          </a:xfrm>
        </p:grpSpPr>
        <p:sp>
          <p:nvSpPr>
            <p:cNvPr id="11930" name="Google Shape;11930;p66"/>
            <p:cNvSpPr/>
            <p:nvPr/>
          </p:nvSpPr>
          <p:spPr>
            <a:xfrm>
              <a:off x="2274743" y="2422352"/>
              <a:ext cx="255649" cy="351445"/>
            </a:xfrm>
            <a:custGeom>
              <a:avLst/>
              <a:gdLst/>
              <a:ahLst/>
              <a:cxnLst/>
              <a:rect l="l" t="t" r="r" b="b"/>
              <a:pathLst>
                <a:path w="8038" h="11050" extrusionOk="0">
                  <a:moveTo>
                    <a:pt x="5608" y="941"/>
                  </a:moveTo>
                  <a:cubicBezTo>
                    <a:pt x="6799" y="1049"/>
                    <a:pt x="7728" y="1954"/>
                    <a:pt x="7728" y="3049"/>
                  </a:cubicBezTo>
                  <a:lnTo>
                    <a:pt x="7728" y="4263"/>
                  </a:lnTo>
                  <a:cubicBezTo>
                    <a:pt x="7716" y="4454"/>
                    <a:pt x="7537" y="4621"/>
                    <a:pt x="7299" y="4621"/>
                  </a:cubicBezTo>
                  <a:lnTo>
                    <a:pt x="7073" y="4621"/>
                  </a:lnTo>
                  <a:cubicBezTo>
                    <a:pt x="7073" y="3347"/>
                    <a:pt x="7121" y="3204"/>
                    <a:pt x="6894" y="2954"/>
                  </a:cubicBezTo>
                  <a:cubicBezTo>
                    <a:pt x="6811" y="2846"/>
                    <a:pt x="6656" y="2775"/>
                    <a:pt x="6490" y="2751"/>
                  </a:cubicBezTo>
                  <a:lnTo>
                    <a:pt x="1632" y="2751"/>
                  </a:lnTo>
                  <a:cubicBezTo>
                    <a:pt x="1275" y="2751"/>
                    <a:pt x="989" y="3037"/>
                    <a:pt x="989" y="3394"/>
                  </a:cubicBezTo>
                  <a:lnTo>
                    <a:pt x="989" y="4621"/>
                  </a:lnTo>
                  <a:lnTo>
                    <a:pt x="763" y="4621"/>
                  </a:lnTo>
                  <a:cubicBezTo>
                    <a:pt x="536" y="4621"/>
                    <a:pt x="346" y="4454"/>
                    <a:pt x="346" y="4263"/>
                  </a:cubicBezTo>
                  <a:lnTo>
                    <a:pt x="346" y="3049"/>
                  </a:lnTo>
                  <a:cubicBezTo>
                    <a:pt x="346" y="1954"/>
                    <a:pt x="1263" y="1049"/>
                    <a:pt x="2453" y="941"/>
                  </a:cubicBezTo>
                  <a:lnTo>
                    <a:pt x="2453" y="1084"/>
                  </a:lnTo>
                  <a:cubicBezTo>
                    <a:pt x="2453" y="1322"/>
                    <a:pt x="2656" y="1525"/>
                    <a:pt x="2894" y="1525"/>
                  </a:cubicBezTo>
                  <a:lnTo>
                    <a:pt x="5180" y="1525"/>
                  </a:lnTo>
                  <a:cubicBezTo>
                    <a:pt x="5418" y="1525"/>
                    <a:pt x="5608" y="1322"/>
                    <a:pt x="5608" y="1084"/>
                  </a:cubicBezTo>
                  <a:lnTo>
                    <a:pt x="5608" y="941"/>
                  </a:lnTo>
                  <a:close/>
                  <a:moveTo>
                    <a:pt x="6442" y="3085"/>
                  </a:moveTo>
                  <a:cubicBezTo>
                    <a:pt x="6525" y="3085"/>
                    <a:pt x="6597" y="3108"/>
                    <a:pt x="6656" y="3180"/>
                  </a:cubicBezTo>
                  <a:cubicBezTo>
                    <a:pt x="6787" y="3335"/>
                    <a:pt x="6728" y="3454"/>
                    <a:pt x="6751" y="3942"/>
                  </a:cubicBezTo>
                  <a:cubicBezTo>
                    <a:pt x="6490" y="4025"/>
                    <a:pt x="6299" y="4263"/>
                    <a:pt x="6299" y="4525"/>
                  </a:cubicBezTo>
                  <a:lnTo>
                    <a:pt x="6299" y="5764"/>
                  </a:lnTo>
                  <a:cubicBezTo>
                    <a:pt x="6299" y="5959"/>
                    <a:pt x="6132" y="6121"/>
                    <a:pt x="5938" y="6121"/>
                  </a:cubicBezTo>
                  <a:cubicBezTo>
                    <a:pt x="5932" y="6121"/>
                    <a:pt x="5925" y="6121"/>
                    <a:pt x="5918" y="6121"/>
                  </a:cubicBezTo>
                  <a:cubicBezTo>
                    <a:pt x="5739" y="6097"/>
                    <a:pt x="5585" y="5942"/>
                    <a:pt x="5585" y="5752"/>
                  </a:cubicBezTo>
                  <a:lnTo>
                    <a:pt x="5585" y="5728"/>
                  </a:lnTo>
                  <a:cubicBezTo>
                    <a:pt x="5585" y="5644"/>
                    <a:pt x="5513" y="5561"/>
                    <a:pt x="5418" y="5561"/>
                  </a:cubicBezTo>
                  <a:cubicBezTo>
                    <a:pt x="5335" y="5561"/>
                    <a:pt x="5251" y="5644"/>
                    <a:pt x="5251" y="5728"/>
                  </a:cubicBezTo>
                  <a:lnTo>
                    <a:pt x="5251" y="5752"/>
                  </a:lnTo>
                  <a:cubicBezTo>
                    <a:pt x="5251" y="6097"/>
                    <a:pt x="5537" y="6418"/>
                    <a:pt x="5894" y="6442"/>
                  </a:cubicBezTo>
                  <a:cubicBezTo>
                    <a:pt x="5916" y="6444"/>
                    <a:pt x="5937" y="6445"/>
                    <a:pt x="5957" y="6445"/>
                  </a:cubicBezTo>
                  <a:cubicBezTo>
                    <a:pt x="6332" y="6445"/>
                    <a:pt x="6620" y="6147"/>
                    <a:pt x="6620" y="5764"/>
                  </a:cubicBezTo>
                  <a:lnTo>
                    <a:pt x="6620" y="4525"/>
                  </a:lnTo>
                  <a:cubicBezTo>
                    <a:pt x="6620" y="4430"/>
                    <a:pt x="6668" y="4347"/>
                    <a:pt x="6740" y="4299"/>
                  </a:cubicBezTo>
                  <a:lnTo>
                    <a:pt x="6740" y="9871"/>
                  </a:lnTo>
                  <a:cubicBezTo>
                    <a:pt x="6740" y="10324"/>
                    <a:pt x="6359" y="10716"/>
                    <a:pt x="5894" y="10716"/>
                  </a:cubicBezTo>
                  <a:lnTo>
                    <a:pt x="2179" y="10716"/>
                  </a:lnTo>
                  <a:cubicBezTo>
                    <a:pt x="1715" y="10716"/>
                    <a:pt x="1322" y="10324"/>
                    <a:pt x="1322" y="9871"/>
                  </a:cubicBezTo>
                  <a:lnTo>
                    <a:pt x="1322" y="4240"/>
                  </a:lnTo>
                  <a:lnTo>
                    <a:pt x="1858" y="4240"/>
                  </a:lnTo>
                  <a:cubicBezTo>
                    <a:pt x="2013" y="4240"/>
                    <a:pt x="2144" y="4359"/>
                    <a:pt x="2144" y="4525"/>
                  </a:cubicBezTo>
                  <a:lnTo>
                    <a:pt x="2144" y="5549"/>
                  </a:lnTo>
                  <a:cubicBezTo>
                    <a:pt x="2144" y="5644"/>
                    <a:pt x="2215" y="5716"/>
                    <a:pt x="2310" y="5716"/>
                  </a:cubicBezTo>
                  <a:cubicBezTo>
                    <a:pt x="2394" y="5716"/>
                    <a:pt x="2477" y="5644"/>
                    <a:pt x="2477" y="5549"/>
                  </a:cubicBezTo>
                  <a:lnTo>
                    <a:pt x="2477" y="4525"/>
                  </a:lnTo>
                  <a:cubicBezTo>
                    <a:pt x="2477" y="4180"/>
                    <a:pt x="2203" y="3918"/>
                    <a:pt x="1858" y="3918"/>
                  </a:cubicBezTo>
                  <a:lnTo>
                    <a:pt x="1322" y="3918"/>
                  </a:lnTo>
                  <a:lnTo>
                    <a:pt x="1322" y="3394"/>
                  </a:lnTo>
                  <a:cubicBezTo>
                    <a:pt x="1322" y="3216"/>
                    <a:pt x="1465" y="3085"/>
                    <a:pt x="1644" y="3085"/>
                  </a:cubicBezTo>
                  <a:close/>
                  <a:moveTo>
                    <a:pt x="2882" y="1"/>
                  </a:moveTo>
                  <a:cubicBezTo>
                    <a:pt x="2644" y="1"/>
                    <a:pt x="2441" y="191"/>
                    <a:pt x="2441" y="430"/>
                  </a:cubicBezTo>
                  <a:lnTo>
                    <a:pt x="2441" y="608"/>
                  </a:lnTo>
                  <a:cubicBezTo>
                    <a:pt x="1072" y="715"/>
                    <a:pt x="1" y="1775"/>
                    <a:pt x="1" y="3049"/>
                  </a:cubicBezTo>
                  <a:lnTo>
                    <a:pt x="1" y="4263"/>
                  </a:lnTo>
                  <a:cubicBezTo>
                    <a:pt x="1" y="4644"/>
                    <a:pt x="334" y="4942"/>
                    <a:pt x="751" y="4942"/>
                  </a:cubicBezTo>
                  <a:lnTo>
                    <a:pt x="977" y="4942"/>
                  </a:lnTo>
                  <a:lnTo>
                    <a:pt x="977" y="9871"/>
                  </a:lnTo>
                  <a:cubicBezTo>
                    <a:pt x="977" y="10526"/>
                    <a:pt x="1513" y="11050"/>
                    <a:pt x="2144" y="11050"/>
                  </a:cubicBezTo>
                  <a:lnTo>
                    <a:pt x="5870" y="11050"/>
                  </a:lnTo>
                  <a:cubicBezTo>
                    <a:pt x="6525" y="11050"/>
                    <a:pt x="7049" y="10526"/>
                    <a:pt x="7049" y="9871"/>
                  </a:cubicBezTo>
                  <a:lnTo>
                    <a:pt x="7049" y="4942"/>
                  </a:lnTo>
                  <a:lnTo>
                    <a:pt x="7263" y="4942"/>
                  </a:lnTo>
                  <a:cubicBezTo>
                    <a:pt x="7680" y="4942"/>
                    <a:pt x="8014" y="4632"/>
                    <a:pt x="8014" y="4263"/>
                  </a:cubicBezTo>
                  <a:lnTo>
                    <a:pt x="8014" y="3049"/>
                  </a:lnTo>
                  <a:cubicBezTo>
                    <a:pt x="8037" y="1775"/>
                    <a:pt x="6966" y="715"/>
                    <a:pt x="5597" y="608"/>
                  </a:cubicBezTo>
                  <a:lnTo>
                    <a:pt x="5597" y="430"/>
                  </a:lnTo>
                  <a:cubicBezTo>
                    <a:pt x="5597" y="191"/>
                    <a:pt x="5406" y="1"/>
                    <a:pt x="5168" y="1"/>
                  </a:cubicBezTo>
                  <a:lnTo>
                    <a:pt x="4037" y="1"/>
                  </a:lnTo>
                  <a:cubicBezTo>
                    <a:pt x="3953" y="1"/>
                    <a:pt x="3870" y="72"/>
                    <a:pt x="3870" y="168"/>
                  </a:cubicBezTo>
                  <a:cubicBezTo>
                    <a:pt x="3870" y="251"/>
                    <a:pt x="3953" y="334"/>
                    <a:pt x="4037" y="334"/>
                  </a:cubicBezTo>
                  <a:lnTo>
                    <a:pt x="5168" y="334"/>
                  </a:lnTo>
                  <a:cubicBezTo>
                    <a:pt x="5227" y="334"/>
                    <a:pt x="5275" y="370"/>
                    <a:pt x="5275" y="430"/>
                  </a:cubicBezTo>
                  <a:lnTo>
                    <a:pt x="5275" y="1084"/>
                  </a:lnTo>
                  <a:cubicBezTo>
                    <a:pt x="5275" y="1144"/>
                    <a:pt x="5227" y="1192"/>
                    <a:pt x="5168" y="1192"/>
                  </a:cubicBezTo>
                  <a:lnTo>
                    <a:pt x="2882" y="1192"/>
                  </a:lnTo>
                  <a:cubicBezTo>
                    <a:pt x="2822" y="1192"/>
                    <a:pt x="2775" y="1144"/>
                    <a:pt x="2775" y="1084"/>
                  </a:cubicBezTo>
                  <a:lnTo>
                    <a:pt x="2775" y="430"/>
                  </a:lnTo>
                  <a:cubicBezTo>
                    <a:pt x="2775" y="370"/>
                    <a:pt x="2822" y="334"/>
                    <a:pt x="2882" y="334"/>
                  </a:cubicBezTo>
                  <a:lnTo>
                    <a:pt x="3382" y="334"/>
                  </a:lnTo>
                  <a:cubicBezTo>
                    <a:pt x="3477" y="334"/>
                    <a:pt x="3549" y="251"/>
                    <a:pt x="3549" y="168"/>
                  </a:cubicBezTo>
                  <a:cubicBezTo>
                    <a:pt x="3549" y="72"/>
                    <a:pt x="3477"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66"/>
            <p:cNvSpPr/>
            <p:nvPr/>
          </p:nvSpPr>
          <p:spPr>
            <a:xfrm>
              <a:off x="2347831" y="2600714"/>
              <a:ext cx="71975" cy="75378"/>
            </a:xfrm>
            <a:custGeom>
              <a:avLst/>
              <a:gdLst/>
              <a:ahLst/>
              <a:cxnLst/>
              <a:rect l="l" t="t" r="r" b="b"/>
              <a:pathLst>
                <a:path w="2263" h="2370" extrusionOk="0">
                  <a:moveTo>
                    <a:pt x="1036" y="1"/>
                  </a:moveTo>
                  <a:cubicBezTo>
                    <a:pt x="953" y="1"/>
                    <a:pt x="882" y="84"/>
                    <a:pt x="882" y="167"/>
                  </a:cubicBezTo>
                  <a:cubicBezTo>
                    <a:pt x="882" y="378"/>
                    <a:pt x="704" y="522"/>
                    <a:pt x="519" y="522"/>
                  </a:cubicBezTo>
                  <a:cubicBezTo>
                    <a:pt x="443" y="522"/>
                    <a:pt x="365" y="497"/>
                    <a:pt x="298" y="441"/>
                  </a:cubicBezTo>
                  <a:cubicBezTo>
                    <a:pt x="266" y="414"/>
                    <a:pt x="227" y="402"/>
                    <a:pt x="187" y="402"/>
                  </a:cubicBezTo>
                  <a:cubicBezTo>
                    <a:pt x="140" y="402"/>
                    <a:pt x="93" y="420"/>
                    <a:pt x="60" y="453"/>
                  </a:cubicBezTo>
                  <a:cubicBezTo>
                    <a:pt x="1" y="525"/>
                    <a:pt x="12" y="632"/>
                    <a:pt x="72" y="691"/>
                  </a:cubicBezTo>
                  <a:cubicBezTo>
                    <a:pt x="204" y="797"/>
                    <a:pt x="358" y="848"/>
                    <a:pt x="513" y="848"/>
                  </a:cubicBezTo>
                  <a:cubicBezTo>
                    <a:pt x="638" y="848"/>
                    <a:pt x="765" y="815"/>
                    <a:pt x="882" y="751"/>
                  </a:cubicBezTo>
                  <a:lnTo>
                    <a:pt x="882" y="1691"/>
                  </a:lnTo>
                  <a:cubicBezTo>
                    <a:pt x="882" y="2101"/>
                    <a:pt x="1212" y="2370"/>
                    <a:pt x="1559" y="2370"/>
                  </a:cubicBezTo>
                  <a:cubicBezTo>
                    <a:pt x="1726" y="2370"/>
                    <a:pt x="1897" y="2307"/>
                    <a:pt x="2036" y="2168"/>
                  </a:cubicBezTo>
                  <a:cubicBezTo>
                    <a:pt x="2144" y="2061"/>
                    <a:pt x="2215" y="1906"/>
                    <a:pt x="2227" y="1763"/>
                  </a:cubicBezTo>
                  <a:cubicBezTo>
                    <a:pt x="2263" y="1668"/>
                    <a:pt x="2191" y="1584"/>
                    <a:pt x="2096" y="1584"/>
                  </a:cubicBezTo>
                  <a:cubicBezTo>
                    <a:pt x="2089" y="1583"/>
                    <a:pt x="2082" y="1583"/>
                    <a:pt x="2075" y="1583"/>
                  </a:cubicBezTo>
                  <a:cubicBezTo>
                    <a:pt x="1997" y="1583"/>
                    <a:pt x="1917" y="1640"/>
                    <a:pt x="1917" y="1727"/>
                  </a:cubicBezTo>
                  <a:cubicBezTo>
                    <a:pt x="1906" y="1906"/>
                    <a:pt x="1739" y="2049"/>
                    <a:pt x="1560" y="2049"/>
                  </a:cubicBezTo>
                  <a:cubicBezTo>
                    <a:pt x="1370" y="2049"/>
                    <a:pt x="1203" y="1882"/>
                    <a:pt x="1203" y="1691"/>
                  </a:cubicBezTo>
                  <a:lnTo>
                    <a:pt x="1203" y="167"/>
                  </a:lnTo>
                  <a:cubicBezTo>
                    <a:pt x="1203" y="84"/>
                    <a:pt x="1132" y="1"/>
                    <a:pt x="1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66"/>
            <p:cNvSpPr/>
            <p:nvPr/>
          </p:nvSpPr>
          <p:spPr>
            <a:xfrm>
              <a:off x="2408801" y="2546964"/>
              <a:ext cx="43573" cy="93539"/>
            </a:xfrm>
            <a:custGeom>
              <a:avLst/>
              <a:gdLst/>
              <a:ahLst/>
              <a:cxnLst/>
              <a:rect l="l" t="t" r="r" b="b"/>
              <a:pathLst>
                <a:path w="1370" h="2941" extrusionOk="0">
                  <a:moveTo>
                    <a:pt x="608" y="0"/>
                  </a:moveTo>
                  <a:cubicBezTo>
                    <a:pt x="274" y="0"/>
                    <a:pt x="0" y="262"/>
                    <a:pt x="0" y="607"/>
                  </a:cubicBezTo>
                  <a:lnTo>
                    <a:pt x="0" y="2786"/>
                  </a:lnTo>
                  <a:cubicBezTo>
                    <a:pt x="0" y="2869"/>
                    <a:pt x="72" y="2941"/>
                    <a:pt x="167" y="2941"/>
                  </a:cubicBezTo>
                  <a:cubicBezTo>
                    <a:pt x="250" y="2941"/>
                    <a:pt x="334" y="2869"/>
                    <a:pt x="334" y="2786"/>
                  </a:cubicBezTo>
                  <a:lnTo>
                    <a:pt x="334" y="619"/>
                  </a:lnTo>
                  <a:cubicBezTo>
                    <a:pt x="334" y="476"/>
                    <a:pt x="453" y="345"/>
                    <a:pt x="608" y="345"/>
                  </a:cubicBezTo>
                  <a:lnTo>
                    <a:pt x="762" y="345"/>
                  </a:lnTo>
                  <a:cubicBezTo>
                    <a:pt x="905" y="345"/>
                    <a:pt x="1048" y="464"/>
                    <a:pt x="1048" y="619"/>
                  </a:cubicBezTo>
                  <a:lnTo>
                    <a:pt x="1048" y="1179"/>
                  </a:lnTo>
                  <a:cubicBezTo>
                    <a:pt x="1048" y="1262"/>
                    <a:pt x="1120" y="1334"/>
                    <a:pt x="1203" y="1334"/>
                  </a:cubicBezTo>
                  <a:cubicBezTo>
                    <a:pt x="1298" y="1334"/>
                    <a:pt x="1370" y="1262"/>
                    <a:pt x="1370" y="1179"/>
                  </a:cubicBezTo>
                  <a:lnTo>
                    <a:pt x="1370" y="619"/>
                  </a:lnTo>
                  <a:cubicBezTo>
                    <a:pt x="1370" y="286"/>
                    <a:pt x="1108"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3" name="Google Shape;11933;p66"/>
          <p:cNvGrpSpPr/>
          <p:nvPr/>
        </p:nvGrpSpPr>
        <p:grpSpPr>
          <a:xfrm>
            <a:off x="2708723" y="2245789"/>
            <a:ext cx="246552" cy="352558"/>
            <a:chOff x="2708723" y="2421239"/>
            <a:chExt cx="246552" cy="352558"/>
          </a:xfrm>
        </p:grpSpPr>
        <p:sp>
          <p:nvSpPr>
            <p:cNvPr id="11934" name="Google Shape;11934;p66"/>
            <p:cNvSpPr/>
            <p:nvPr/>
          </p:nvSpPr>
          <p:spPr>
            <a:xfrm>
              <a:off x="2708723" y="2421239"/>
              <a:ext cx="246552" cy="282905"/>
            </a:xfrm>
            <a:custGeom>
              <a:avLst/>
              <a:gdLst/>
              <a:ahLst/>
              <a:cxnLst/>
              <a:rect l="l" t="t" r="r" b="b"/>
              <a:pathLst>
                <a:path w="7752" h="8895" extrusionOk="0">
                  <a:moveTo>
                    <a:pt x="6973" y="1134"/>
                  </a:moveTo>
                  <a:cubicBezTo>
                    <a:pt x="7031" y="1134"/>
                    <a:pt x="7090" y="1161"/>
                    <a:pt x="7132" y="1215"/>
                  </a:cubicBezTo>
                  <a:lnTo>
                    <a:pt x="7406" y="1560"/>
                  </a:lnTo>
                  <a:cubicBezTo>
                    <a:pt x="7370" y="1643"/>
                    <a:pt x="7370" y="1655"/>
                    <a:pt x="7370" y="1691"/>
                  </a:cubicBezTo>
                  <a:cubicBezTo>
                    <a:pt x="7358" y="2179"/>
                    <a:pt x="6953" y="2572"/>
                    <a:pt x="6453" y="2572"/>
                  </a:cubicBezTo>
                  <a:lnTo>
                    <a:pt x="1953" y="2572"/>
                  </a:lnTo>
                  <a:cubicBezTo>
                    <a:pt x="1488" y="2572"/>
                    <a:pt x="1119" y="2239"/>
                    <a:pt x="1048" y="1798"/>
                  </a:cubicBezTo>
                  <a:lnTo>
                    <a:pt x="1512" y="1215"/>
                  </a:lnTo>
                  <a:cubicBezTo>
                    <a:pt x="1548" y="1161"/>
                    <a:pt x="1602" y="1134"/>
                    <a:pt x="1658" y="1134"/>
                  </a:cubicBezTo>
                  <a:cubicBezTo>
                    <a:pt x="1715" y="1134"/>
                    <a:pt x="1774" y="1161"/>
                    <a:pt x="1822" y="1215"/>
                  </a:cubicBezTo>
                  <a:lnTo>
                    <a:pt x="2191" y="1679"/>
                  </a:lnTo>
                  <a:cubicBezTo>
                    <a:pt x="2280" y="1786"/>
                    <a:pt x="2414" y="1840"/>
                    <a:pt x="2548" y="1840"/>
                  </a:cubicBezTo>
                  <a:cubicBezTo>
                    <a:pt x="2682" y="1840"/>
                    <a:pt x="2816" y="1786"/>
                    <a:pt x="2905" y="1679"/>
                  </a:cubicBezTo>
                  <a:lnTo>
                    <a:pt x="3274" y="1215"/>
                  </a:lnTo>
                  <a:cubicBezTo>
                    <a:pt x="3316" y="1161"/>
                    <a:pt x="3373" y="1134"/>
                    <a:pt x="3431" y="1134"/>
                  </a:cubicBezTo>
                  <a:cubicBezTo>
                    <a:pt x="3489" y="1134"/>
                    <a:pt x="3548" y="1161"/>
                    <a:pt x="3596" y="1215"/>
                  </a:cubicBezTo>
                  <a:lnTo>
                    <a:pt x="3965" y="1679"/>
                  </a:lnTo>
                  <a:cubicBezTo>
                    <a:pt x="4054" y="1786"/>
                    <a:pt x="4188" y="1840"/>
                    <a:pt x="4322" y="1840"/>
                  </a:cubicBezTo>
                  <a:cubicBezTo>
                    <a:pt x="4456" y="1840"/>
                    <a:pt x="4590" y="1786"/>
                    <a:pt x="4679" y="1679"/>
                  </a:cubicBezTo>
                  <a:lnTo>
                    <a:pt x="5048" y="1215"/>
                  </a:lnTo>
                  <a:cubicBezTo>
                    <a:pt x="5084" y="1161"/>
                    <a:pt x="5141" y="1134"/>
                    <a:pt x="5199" y="1134"/>
                  </a:cubicBezTo>
                  <a:cubicBezTo>
                    <a:pt x="5257" y="1134"/>
                    <a:pt x="5316" y="1161"/>
                    <a:pt x="5358" y="1215"/>
                  </a:cubicBezTo>
                  <a:lnTo>
                    <a:pt x="5739" y="1679"/>
                  </a:lnTo>
                  <a:cubicBezTo>
                    <a:pt x="5828" y="1786"/>
                    <a:pt x="5956" y="1840"/>
                    <a:pt x="6087" y="1840"/>
                  </a:cubicBezTo>
                  <a:cubicBezTo>
                    <a:pt x="6218" y="1840"/>
                    <a:pt x="6352" y="1786"/>
                    <a:pt x="6453" y="1679"/>
                  </a:cubicBezTo>
                  <a:lnTo>
                    <a:pt x="6822" y="1215"/>
                  </a:lnTo>
                  <a:cubicBezTo>
                    <a:pt x="6858" y="1161"/>
                    <a:pt x="6915" y="1134"/>
                    <a:pt x="6973" y="1134"/>
                  </a:cubicBezTo>
                  <a:close/>
                  <a:moveTo>
                    <a:pt x="1905" y="0"/>
                  </a:moveTo>
                  <a:cubicBezTo>
                    <a:pt x="1227" y="0"/>
                    <a:pt x="655" y="572"/>
                    <a:pt x="655" y="1250"/>
                  </a:cubicBezTo>
                  <a:lnTo>
                    <a:pt x="655" y="1334"/>
                  </a:lnTo>
                  <a:cubicBezTo>
                    <a:pt x="286" y="1369"/>
                    <a:pt x="0" y="1691"/>
                    <a:pt x="0" y="2060"/>
                  </a:cubicBezTo>
                  <a:lnTo>
                    <a:pt x="0" y="3262"/>
                  </a:lnTo>
                  <a:cubicBezTo>
                    <a:pt x="0" y="3560"/>
                    <a:pt x="179" y="3846"/>
                    <a:pt x="465" y="3953"/>
                  </a:cubicBezTo>
                  <a:lnTo>
                    <a:pt x="476" y="3953"/>
                  </a:lnTo>
                  <a:lnTo>
                    <a:pt x="3608" y="4858"/>
                  </a:lnTo>
                  <a:cubicBezTo>
                    <a:pt x="3834" y="4953"/>
                    <a:pt x="3965" y="5156"/>
                    <a:pt x="3965" y="5394"/>
                  </a:cubicBezTo>
                  <a:lnTo>
                    <a:pt x="3965" y="6001"/>
                  </a:lnTo>
                  <a:lnTo>
                    <a:pt x="3774" y="6001"/>
                  </a:lnTo>
                  <a:cubicBezTo>
                    <a:pt x="3477" y="6001"/>
                    <a:pt x="3215" y="6239"/>
                    <a:pt x="3215" y="6561"/>
                  </a:cubicBezTo>
                  <a:lnTo>
                    <a:pt x="3215" y="6811"/>
                  </a:lnTo>
                  <a:cubicBezTo>
                    <a:pt x="3215" y="6894"/>
                    <a:pt x="3298" y="6977"/>
                    <a:pt x="3382" y="6977"/>
                  </a:cubicBezTo>
                  <a:cubicBezTo>
                    <a:pt x="3477" y="6977"/>
                    <a:pt x="3548" y="6894"/>
                    <a:pt x="3548" y="6811"/>
                  </a:cubicBezTo>
                  <a:lnTo>
                    <a:pt x="3548" y="6561"/>
                  </a:lnTo>
                  <a:cubicBezTo>
                    <a:pt x="3548" y="6441"/>
                    <a:pt x="3655" y="6334"/>
                    <a:pt x="3774" y="6334"/>
                  </a:cubicBezTo>
                  <a:lnTo>
                    <a:pt x="4513" y="6334"/>
                  </a:lnTo>
                  <a:cubicBezTo>
                    <a:pt x="4632" y="6334"/>
                    <a:pt x="4739" y="6441"/>
                    <a:pt x="4739" y="6561"/>
                  </a:cubicBezTo>
                  <a:lnTo>
                    <a:pt x="4739" y="8727"/>
                  </a:lnTo>
                  <a:cubicBezTo>
                    <a:pt x="4739" y="8823"/>
                    <a:pt x="4810" y="8894"/>
                    <a:pt x="4906" y="8894"/>
                  </a:cubicBezTo>
                  <a:cubicBezTo>
                    <a:pt x="4989" y="8894"/>
                    <a:pt x="5072" y="8823"/>
                    <a:pt x="5072" y="8727"/>
                  </a:cubicBezTo>
                  <a:lnTo>
                    <a:pt x="5072" y="6561"/>
                  </a:lnTo>
                  <a:cubicBezTo>
                    <a:pt x="5072" y="6263"/>
                    <a:pt x="4822" y="6001"/>
                    <a:pt x="4513" y="6001"/>
                  </a:cubicBezTo>
                  <a:lnTo>
                    <a:pt x="4286" y="6001"/>
                  </a:lnTo>
                  <a:lnTo>
                    <a:pt x="4286" y="5394"/>
                  </a:lnTo>
                  <a:cubicBezTo>
                    <a:pt x="4286" y="4977"/>
                    <a:pt x="3989" y="4632"/>
                    <a:pt x="3691" y="4548"/>
                  </a:cubicBezTo>
                  <a:lnTo>
                    <a:pt x="572" y="3643"/>
                  </a:lnTo>
                  <a:cubicBezTo>
                    <a:pt x="417" y="3584"/>
                    <a:pt x="322" y="3429"/>
                    <a:pt x="322" y="3262"/>
                  </a:cubicBezTo>
                  <a:lnTo>
                    <a:pt x="322" y="2060"/>
                  </a:lnTo>
                  <a:cubicBezTo>
                    <a:pt x="322" y="1869"/>
                    <a:pt x="465" y="1691"/>
                    <a:pt x="643" y="1655"/>
                  </a:cubicBezTo>
                  <a:cubicBezTo>
                    <a:pt x="643" y="1774"/>
                    <a:pt x="679" y="1881"/>
                    <a:pt x="703" y="1989"/>
                  </a:cubicBezTo>
                  <a:cubicBezTo>
                    <a:pt x="869" y="2489"/>
                    <a:pt x="1334" y="2858"/>
                    <a:pt x="1893" y="2858"/>
                  </a:cubicBezTo>
                  <a:lnTo>
                    <a:pt x="6394" y="2858"/>
                  </a:lnTo>
                  <a:cubicBezTo>
                    <a:pt x="7061" y="2858"/>
                    <a:pt x="7608" y="2322"/>
                    <a:pt x="7644" y="1655"/>
                  </a:cubicBezTo>
                  <a:cubicBezTo>
                    <a:pt x="7704" y="1274"/>
                    <a:pt x="7751" y="941"/>
                    <a:pt x="7465" y="560"/>
                  </a:cubicBezTo>
                  <a:cubicBezTo>
                    <a:pt x="7427" y="514"/>
                    <a:pt x="7374" y="487"/>
                    <a:pt x="7321" y="487"/>
                  </a:cubicBezTo>
                  <a:cubicBezTo>
                    <a:pt x="7293" y="487"/>
                    <a:pt x="7264" y="495"/>
                    <a:pt x="7239" y="512"/>
                  </a:cubicBezTo>
                  <a:cubicBezTo>
                    <a:pt x="7168" y="572"/>
                    <a:pt x="7156" y="667"/>
                    <a:pt x="7192" y="738"/>
                  </a:cubicBezTo>
                  <a:cubicBezTo>
                    <a:pt x="7239" y="798"/>
                    <a:pt x="7287" y="869"/>
                    <a:pt x="7311" y="941"/>
                  </a:cubicBezTo>
                  <a:cubicBezTo>
                    <a:pt x="7212" y="842"/>
                    <a:pt x="7083" y="794"/>
                    <a:pt x="6953" y="794"/>
                  </a:cubicBezTo>
                  <a:cubicBezTo>
                    <a:pt x="6800" y="794"/>
                    <a:pt x="6646" y="860"/>
                    <a:pt x="6537" y="988"/>
                  </a:cubicBezTo>
                  <a:cubicBezTo>
                    <a:pt x="6156" y="1453"/>
                    <a:pt x="6168" y="1488"/>
                    <a:pt x="6060" y="1488"/>
                  </a:cubicBezTo>
                  <a:cubicBezTo>
                    <a:pt x="6037" y="1488"/>
                    <a:pt x="6001" y="1488"/>
                    <a:pt x="5953" y="1453"/>
                  </a:cubicBezTo>
                  <a:lnTo>
                    <a:pt x="5584" y="988"/>
                  </a:lnTo>
                  <a:cubicBezTo>
                    <a:pt x="5483" y="851"/>
                    <a:pt x="5331" y="783"/>
                    <a:pt x="5178" y="783"/>
                  </a:cubicBezTo>
                  <a:cubicBezTo>
                    <a:pt x="5025" y="783"/>
                    <a:pt x="4870" y="851"/>
                    <a:pt x="4763" y="988"/>
                  </a:cubicBezTo>
                  <a:lnTo>
                    <a:pt x="4394" y="1453"/>
                  </a:lnTo>
                  <a:cubicBezTo>
                    <a:pt x="4364" y="1483"/>
                    <a:pt x="4328" y="1497"/>
                    <a:pt x="4292" y="1497"/>
                  </a:cubicBezTo>
                  <a:cubicBezTo>
                    <a:pt x="4257" y="1497"/>
                    <a:pt x="4221" y="1483"/>
                    <a:pt x="4191" y="1453"/>
                  </a:cubicBezTo>
                  <a:lnTo>
                    <a:pt x="3810" y="988"/>
                  </a:lnTo>
                  <a:cubicBezTo>
                    <a:pt x="3709" y="851"/>
                    <a:pt x="3557" y="783"/>
                    <a:pt x="3405" y="783"/>
                  </a:cubicBezTo>
                  <a:cubicBezTo>
                    <a:pt x="3254" y="783"/>
                    <a:pt x="3102" y="851"/>
                    <a:pt x="3001" y="988"/>
                  </a:cubicBezTo>
                  <a:lnTo>
                    <a:pt x="2620" y="1453"/>
                  </a:lnTo>
                  <a:cubicBezTo>
                    <a:pt x="2590" y="1483"/>
                    <a:pt x="2554" y="1497"/>
                    <a:pt x="2518" y="1497"/>
                  </a:cubicBezTo>
                  <a:cubicBezTo>
                    <a:pt x="2483" y="1497"/>
                    <a:pt x="2447" y="1483"/>
                    <a:pt x="2417" y="1453"/>
                  </a:cubicBezTo>
                  <a:lnTo>
                    <a:pt x="2048" y="988"/>
                  </a:lnTo>
                  <a:cubicBezTo>
                    <a:pt x="1941" y="851"/>
                    <a:pt x="1786" y="783"/>
                    <a:pt x="1633" y="783"/>
                  </a:cubicBezTo>
                  <a:cubicBezTo>
                    <a:pt x="1480" y="783"/>
                    <a:pt x="1328" y="851"/>
                    <a:pt x="1227" y="988"/>
                  </a:cubicBezTo>
                  <a:lnTo>
                    <a:pt x="1000" y="1250"/>
                  </a:lnTo>
                  <a:cubicBezTo>
                    <a:pt x="1000" y="750"/>
                    <a:pt x="1417" y="334"/>
                    <a:pt x="1929" y="334"/>
                  </a:cubicBezTo>
                  <a:cubicBezTo>
                    <a:pt x="2408" y="335"/>
                    <a:pt x="2836" y="335"/>
                    <a:pt x="3219" y="335"/>
                  </a:cubicBezTo>
                  <a:cubicBezTo>
                    <a:pt x="4753" y="335"/>
                    <a:pt x="5570" y="328"/>
                    <a:pt x="6025" y="328"/>
                  </a:cubicBezTo>
                  <a:cubicBezTo>
                    <a:pt x="6593" y="328"/>
                    <a:pt x="6596" y="340"/>
                    <a:pt x="6727" y="393"/>
                  </a:cubicBezTo>
                  <a:cubicBezTo>
                    <a:pt x="6746" y="398"/>
                    <a:pt x="6765" y="400"/>
                    <a:pt x="6783" y="400"/>
                  </a:cubicBezTo>
                  <a:cubicBezTo>
                    <a:pt x="6854" y="400"/>
                    <a:pt x="6913" y="362"/>
                    <a:pt x="6942" y="286"/>
                  </a:cubicBezTo>
                  <a:cubicBezTo>
                    <a:pt x="6965" y="203"/>
                    <a:pt x="6930" y="107"/>
                    <a:pt x="6834" y="84"/>
                  </a:cubicBezTo>
                  <a:cubicBezTo>
                    <a:pt x="6656" y="18"/>
                    <a:pt x="6605" y="6"/>
                    <a:pt x="6008" y="6"/>
                  </a:cubicBezTo>
                  <a:cubicBezTo>
                    <a:pt x="5667" y="6"/>
                    <a:pt x="5148" y="10"/>
                    <a:pt x="4324" y="10"/>
                  </a:cubicBezTo>
                  <a:cubicBezTo>
                    <a:pt x="3707" y="10"/>
                    <a:pt x="2918" y="8"/>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66"/>
            <p:cNvSpPr/>
            <p:nvPr/>
          </p:nvSpPr>
          <p:spPr>
            <a:xfrm>
              <a:off x="2813234" y="2654497"/>
              <a:ext cx="58712" cy="119301"/>
            </a:xfrm>
            <a:custGeom>
              <a:avLst/>
              <a:gdLst/>
              <a:ahLst/>
              <a:cxnLst/>
              <a:rect l="l" t="t" r="r" b="b"/>
              <a:pathLst>
                <a:path w="1846" h="3751" extrusionOk="0">
                  <a:moveTo>
                    <a:pt x="155" y="0"/>
                  </a:moveTo>
                  <a:cubicBezTo>
                    <a:pt x="72" y="0"/>
                    <a:pt x="0" y="72"/>
                    <a:pt x="0" y="155"/>
                  </a:cubicBezTo>
                  <a:lnTo>
                    <a:pt x="0" y="3191"/>
                  </a:lnTo>
                  <a:cubicBezTo>
                    <a:pt x="0" y="3489"/>
                    <a:pt x="238" y="3751"/>
                    <a:pt x="548" y="3751"/>
                  </a:cubicBezTo>
                  <a:lnTo>
                    <a:pt x="1286" y="3751"/>
                  </a:lnTo>
                  <a:cubicBezTo>
                    <a:pt x="1584" y="3751"/>
                    <a:pt x="1846" y="3513"/>
                    <a:pt x="1846" y="3191"/>
                  </a:cubicBezTo>
                  <a:lnTo>
                    <a:pt x="1846" y="2096"/>
                  </a:lnTo>
                  <a:cubicBezTo>
                    <a:pt x="1834" y="2001"/>
                    <a:pt x="1762" y="1929"/>
                    <a:pt x="1679" y="1929"/>
                  </a:cubicBezTo>
                  <a:cubicBezTo>
                    <a:pt x="1584" y="1929"/>
                    <a:pt x="1512" y="2001"/>
                    <a:pt x="1512" y="2096"/>
                  </a:cubicBezTo>
                  <a:lnTo>
                    <a:pt x="1512" y="3191"/>
                  </a:lnTo>
                  <a:cubicBezTo>
                    <a:pt x="1512" y="3310"/>
                    <a:pt x="1405" y="3417"/>
                    <a:pt x="1286" y="3417"/>
                  </a:cubicBezTo>
                  <a:lnTo>
                    <a:pt x="548" y="3417"/>
                  </a:lnTo>
                  <a:cubicBezTo>
                    <a:pt x="429" y="3417"/>
                    <a:pt x="322" y="3310"/>
                    <a:pt x="322" y="3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6" name="Google Shape;11936;p66"/>
          <p:cNvGrpSpPr/>
          <p:nvPr/>
        </p:nvGrpSpPr>
        <p:grpSpPr>
          <a:xfrm>
            <a:off x="1835485" y="2246902"/>
            <a:ext cx="259433" cy="350714"/>
            <a:chOff x="1835485" y="2422352"/>
            <a:chExt cx="259433" cy="350714"/>
          </a:xfrm>
        </p:grpSpPr>
        <p:sp>
          <p:nvSpPr>
            <p:cNvPr id="11937" name="Google Shape;11937;p66"/>
            <p:cNvSpPr/>
            <p:nvPr/>
          </p:nvSpPr>
          <p:spPr>
            <a:xfrm>
              <a:off x="2027460" y="2437141"/>
              <a:ext cx="36767" cy="33713"/>
            </a:xfrm>
            <a:custGeom>
              <a:avLst/>
              <a:gdLst/>
              <a:ahLst/>
              <a:cxnLst/>
              <a:rect l="l" t="t" r="r" b="b"/>
              <a:pathLst>
                <a:path w="1156" h="1060" extrusionOk="0">
                  <a:moveTo>
                    <a:pt x="834" y="322"/>
                  </a:moveTo>
                  <a:lnTo>
                    <a:pt x="834" y="715"/>
                  </a:lnTo>
                  <a:lnTo>
                    <a:pt x="334" y="715"/>
                  </a:lnTo>
                  <a:lnTo>
                    <a:pt x="334" y="322"/>
                  </a:lnTo>
                  <a:close/>
                  <a:moveTo>
                    <a:pt x="263" y="0"/>
                  </a:moveTo>
                  <a:cubicBezTo>
                    <a:pt x="120" y="0"/>
                    <a:pt x="1" y="119"/>
                    <a:pt x="1" y="262"/>
                  </a:cubicBezTo>
                  <a:lnTo>
                    <a:pt x="1" y="786"/>
                  </a:lnTo>
                  <a:cubicBezTo>
                    <a:pt x="1" y="941"/>
                    <a:pt x="120" y="1060"/>
                    <a:pt x="263" y="1060"/>
                  </a:cubicBezTo>
                  <a:lnTo>
                    <a:pt x="894" y="1060"/>
                  </a:lnTo>
                  <a:cubicBezTo>
                    <a:pt x="1037" y="1060"/>
                    <a:pt x="1156" y="941"/>
                    <a:pt x="1156" y="786"/>
                  </a:cubicBezTo>
                  <a:lnTo>
                    <a:pt x="1156" y="262"/>
                  </a:lnTo>
                  <a:cubicBezTo>
                    <a:pt x="1156" y="119"/>
                    <a:pt x="1037"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66"/>
            <p:cNvSpPr/>
            <p:nvPr/>
          </p:nvSpPr>
          <p:spPr>
            <a:xfrm>
              <a:off x="1870693" y="2531125"/>
              <a:ext cx="33968" cy="32059"/>
            </a:xfrm>
            <a:custGeom>
              <a:avLst/>
              <a:gdLst/>
              <a:ahLst/>
              <a:cxnLst/>
              <a:rect l="l" t="t" r="r" b="b"/>
              <a:pathLst>
                <a:path w="1068" h="1008" extrusionOk="0">
                  <a:moveTo>
                    <a:pt x="453" y="1"/>
                  </a:moveTo>
                  <a:cubicBezTo>
                    <a:pt x="269" y="1"/>
                    <a:pt x="120" y="99"/>
                    <a:pt x="179" y="248"/>
                  </a:cubicBezTo>
                  <a:cubicBezTo>
                    <a:pt x="197" y="310"/>
                    <a:pt x="260" y="345"/>
                    <a:pt x="320" y="345"/>
                  </a:cubicBezTo>
                  <a:cubicBezTo>
                    <a:pt x="342" y="345"/>
                    <a:pt x="363" y="341"/>
                    <a:pt x="382" y="331"/>
                  </a:cubicBezTo>
                  <a:cubicBezTo>
                    <a:pt x="403" y="323"/>
                    <a:pt x="425" y="319"/>
                    <a:pt x="445" y="319"/>
                  </a:cubicBezTo>
                  <a:cubicBezTo>
                    <a:pt x="540" y="319"/>
                    <a:pt x="620" y="400"/>
                    <a:pt x="620" y="498"/>
                  </a:cubicBezTo>
                  <a:cubicBezTo>
                    <a:pt x="620" y="608"/>
                    <a:pt x="532" y="676"/>
                    <a:pt x="442" y="676"/>
                  </a:cubicBezTo>
                  <a:cubicBezTo>
                    <a:pt x="395" y="676"/>
                    <a:pt x="347" y="658"/>
                    <a:pt x="310" y="617"/>
                  </a:cubicBezTo>
                  <a:cubicBezTo>
                    <a:pt x="279" y="580"/>
                    <a:pt x="235" y="562"/>
                    <a:pt x="190" y="562"/>
                  </a:cubicBezTo>
                  <a:cubicBezTo>
                    <a:pt x="148" y="562"/>
                    <a:pt x="106" y="577"/>
                    <a:pt x="72" y="605"/>
                  </a:cubicBezTo>
                  <a:cubicBezTo>
                    <a:pt x="1" y="665"/>
                    <a:pt x="1" y="760"/>
                    <a:pt x="60" y="843"/>
                  </a:cubicBezTo>
                  <a:cubicBezTo>
                    <a:pt x="171" y="958"/>
                    <a:pt x="308" y="1008"/>
                    <a:pt x="441" y="1008"/>
                  </a:cubicBezTo>
                  <a:cubicBezTo>
                    <a:pt x="764" y="1008"/>
                    <a:pt x="1068" y="714"/>
                    <a:pt x="941" y="343"/>
                  </a:cubicBezTo>
                  <a:cubicBezTo>
                    <a:pt x="858" y="99"/>
                    <a:pt x="63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66"/>
            <p:cNvSpPr/>
            <p:nvPr/>
          </p:nvSpPr>
          <p:spPr>
            <a:xfrm>
              <a:off x="2028223" y="2531030"/>
              <a:ext cx="32218" cy="31042"/>
            </a:xfrm>
            <a:custGeom>
              <a:avLst/>
              <a:gdLst/>
              <a:ahLst/>
              <a:cxnLst/>
              <a:rect l="l" t="t" r="r" b="b"/>
              <a:pathLst>
                <a:path w="1013" h="976" extrusionOk="0">
                  <a:moveTo>
                    <a:pt x="511" y="1"/>
                  </a:moveTo>
                  <a:cubicBezTo>
                    <a:pt x="245" y="1"/>
                    <a:pt x="1" y="210"/>
                    <a:pt x="1" y="501"/>
                  </a:cubicBezTo>
                  <a:cubicBezTo>
                    <a:pt x="1" y="770"/>
                    <a:pt x="222" y="975"/>
                    <a:pt x="383" y="975"/>
                  </a:cubicBezTo>
                  <a:cubicBezTo>
                    <a:pt x="443" y="975"/>
                    <a:pt x="495" y="947"/>
                    <a:pt x="525" y="882"/>
                  </a:cubicBezTo>
                  <a:cubicBezTo>
                    <a:pt x="548" y="799"/>
                    <a:pt x="525" y="703"/>
                    <a:pt x="429" y="668"/>
                  </a:cubicBezTo>
                  <a:cubicBezTo>
                    <a:pt x="334" y="620"/>
                    <a:pt x="298" y="513"/>
                    <a:pt x="346" y="430"/>
                  </a:cubicBezTo>
                  <a:cubicBezTo>
                    <a:pt x="379" y="358"/>
                    <a:pt x="441" y="327"/>
                    <a:pt x="503" y="327"/>
                  </a:cubicBezTo>
                  <a:cubicBezTo>
                    <a:pt x="597" y="327"/>
                    <a:pt x="691" y="398"/>
                    <a:pt x="691" y="513"/>
                  </a:cubicBezTo>
                  <a:cubicBezTo>
                    <a:pt x="679" y="627"/>
                    <a:pt x="762" y="690"/>
                    <a:pt x="846" y="690"/>
                  </a:cubicBezTo>
                  <a:cubicBezTo>
                    <a:pt x="928" y="690"/>
                    <a:pt x="1013" y="630"/>
                    <a:pt x="1013" y="501"/>
                  </a:cubicBezTo>
                  <a:cubicBezTo>
                    <a:pt x="1013" y="311"/>
                    <a:pt x="894" y="144"/>
                    <a:pt x="727" y="49"/>
                  </a:cubicBezTo>
                  <a:cubicBezTo>
                    <a:pt x="656" y="16"/>
                    <a:pt x="583" y="1"/>
                    <a:pt x="5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66"/>
            <p:cNvSpPr/>
            <p:nvPr/>
          </p:nvSpPr>
          <p:spPr>
            <a:xfrm>
              <a:off x="1952495" y="2480714"/>
              <a:ext cx="35208" cy="29165"/>
            </a:xfrm>
            <a:custGeom>
              <a:avLst/>
              <a:gdLst/>
              <a:ahLst/>
              <a:cxnLst/>
              <a:rect l="l" t="t" r="r" b="b"/>
              <a:pathLst>
                <a:path w="1107" h="917" extrusionOk="0">
                  <a:moveTo>
                    <a:pt x="561" y="0"/>
                  </a:moveTo>
                  <a:cubicBezTo>
                    <a:pt x="450" y="0"/>
                    <a:pt x="336" y="40"/>
                    <a:pt x="239" y="130"/>
                  </a:cubicBezTo>
                  <a:cubicBezTo>
                    <a:pt x="0" y="357"/>
                    <a:pt x="48" y="738"/>
                    <a:pt x="334" y="904"/>
                  </a:cubicBezTo>
                  <a:cubicBezTo>
                    <a:pt x="358" y="916"/>
                    <a:pt x="393" y="916"/>
                    <a:pt x="405" y="916"/>
                  </a:cubicBezTo>
                  <a:cubicBezTo>
                    <a:pt x="572" y="916"/>
                    <a:pt x="631" y="702"/>
                    <a:pt x="477" y="607"/>
                  </a:cubicBezTo>
                  <a:cubicBezTo>
                    <a:pt x="346" y="535"/>
                    <a:pt x="405" y="309"/>
                    <a:pt x="548" y="309"/>
                  </a:cubicBezTo>
                  <a:cubicBezTo>
                    <a:pt x="655" y="309"/>
                    <a:pt x="727" y="404"/>
                    <a:pt x="703" y="500"/>
                  </a:cubicBezTo>
                  <a:cubicBezTo>
                    <a:pt x="691" y="595"/>
                    <a:pt x="727" y="678"/>
                    <a:pt x="822" y="702"/>
                  </a:cubicBezTo>
                  <a:cubicBezTo>
                    <a:pt x="830" y="703"/>
                    <a:pt x="839" y="704"/>
                    <a:pt x="848" y="704"/>
                  </a:cubicBezTo>
                  <a:cubicBezTo>
                    <a:pt x="924" y="704"/>
                    <a:pt x="1002" y="658"/>
                    <a:pt x="1012" y="583"/>
                  </a:cubicBezTo>
                  <a:cubicBezTo>
                    <a:pt x="1107" y="258"/>
                    <a:pt x="844"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66"/>
            <p:cNvSpPr/>
            <p:nvPr/>
          </p:nvSpPr>
          <p:spPr>
            <a:xfrm>
              <a:off x="1835485" y="2422352"/>
              <a:ext cx="259433" cy="350714"/>
            </a:xfrm>
            <a:custGeom>
              <a:avLst/>
              <a:gdLst/>
              <a:ahLst/>
              <a:cxnLst/>
              <a:rect l="l" t="t" r="r" b="b"/>
              <a:pathLst>
                <a:path w="8157" h="11027" extrusionOk="0">
                  <a:moveTo>
                    <a:pt x="7180" y="334"/>
                  </a:moveTo>
                  <a:cubicBezTo>
                    <a:pt x="7358" y="334"/>
                    <a:pt x="7501" y="477"/>
                    <a:pt x="7501" y="656"/>
                  </a:cubicBezTo>
                  <a:lnTo>
                    <a:pt x="7501" y="1620"/>
                  </a:lnTo>
                  <a:lnTo>
                    <a:pt x="5692" y="1620"/>
                  </a:lnTo>
                  <a:cubicBezTo>
                    <a:pt x="5382" y="1013"/>
                    <a:pt x="4751" y="632"/>
                    <a:pt x="4048" y="632"/>
                  </a:cubicBezTo>
                  <a:cubicBezTo>
                    <a:pt x="3334" y="632"/>
                    <a:pt x="2727" y="1025"/>
                    <a:pt x="2417" y="1620"/>
                  </a:cubicBezTo>
                  <a:lnTo>
                    <a:pt x="703" y="1620"/>
                  </a:lnTo>
                  <a:lnTo>
                    <a:pt x="703" y="656"/>
                  </a:lnTo>
                  <a:cubicBezTo>
                    <a:pt x="703" y="477"/>
                    <a:pt x="858" y="334"/>
                    <a:pt x="1036" y="334"/>
                  </a:cubicBezTo>
                  <a:close/>
                  <a:moveTo>
                    <a:pt x="2286" y="1965"/>
                  </a:moveTo>
                  <a:cubicBezTo>
                    <a:pt x="2191" y="2275"/>
                    <a:pt x="2179" y="2620"/>
                    <a:pt x="2263" y="2930"/>
                  </a:cubicBezTo>
                  <a:lnTo>
                    <a:pt x="703" y="2930"/>
                  </a:lnTo>
                  <a:lnTo>
                    <a:pt x="703" y="1965"/>
                  </a:lnTo>
                  <a:close/>
                  <a:moveTo>
                    <a:pt x="4072" y="965"/>
                  </a:moveTo>
                  <a:cubicBezTo>
                    <a:pt x="4584" y="965"/>
                    <a:pt x="5049" y="1227"/>
                    <a:pt x="5334" y="1644"/>
                  </a:cubicBezTo>
                  <a:cubicBezTo>
                    <a:pt x="5406" y="1739"/>
                    <a:pt x="5453" y="1858"/>
                    <a:pt x="5453" y="1858"/>
                  </a:cubicBezTo>
                  <a:cubicBezTo>
                    <a:pt x="5465" y="1894"/>
                    <a:pt x="5477" y="1942"/>
                    <a:pt x="5501" y="1954"/>
                  </a:cubicBezTo>
                  <a:cubicBezTo>
                    <a:pt x="5537" y="1995"/>
                    <a:pt x="5584" y="2013"/>
                    <a:pt x="5631" y="2013"/>
                  </a:cubicBezTo>
                  <a:cubicBezTo>
                    <a:pt x="5677" y="2013"/>
                    <a:pt x="5721" y="1995"/>
                    <a:pt x="5751" y="1965"/>
                  </a:cubicBezTo>
                  <a:lnTo>
                    <a:pt x="7525" y="1965"/>
                  </a:lnTo>
                  <a:lnTo>
                    <a:pt x="7525" y="2930"/>
                  </a:lnTo>
                  <a:lnTo>
                    <a:pt x="5870" y="2930"/>
                  </a:lnTo>
                  <a:cubicBezTo>
                    <a:pt x="5894" y="2787"/>
                    <a:pt x="5930" y="2632"/>
                    <a:pt x="5930" y="2489"/>
                  </a:cubicBezTo>
                  <a:cubicBezTo>
                    <a:pt x="5918" y="2394"/>
                    <a:pt x="5834" y="2323"/>
                    <a:pt x="5751" y="2323"/>
                  </a:cubicBezTo>
                  <a:cubicBezTo>
                    <a:pt x="5656" y="2323"/>
                    <a:pt x="5584" y="2394"/>
                    <a:pt x="5584" y="2489"/>
                  </a:cubicBezTo>
                  <a:cubicBezTo>
                    <a:pt x="5584" y="3323"/>
                    <a:pt x="4894" y="4001"/>
                    <a:pt x="4072" y="4001"/>
                  </a:cubicBezTo>
                  <a:cubicBezTo>
                    <a:pt x="2858" y="4001"/>
                    <a:pt x="2132" y="2656"/>
                    <a:pt x="2822" y="1644"/>
                  </a:cubicBezTo>
                  <a:cubicBezTo>
                    <a:pt x="3084" y="1239"/>
                    <a:pt x="3548" y="965"/>
                    <a:pt x="4072" y="965"/>
                  </a:cubicBezTo>
                  <a:close/>
                  <a:moveTo>
                    <a:pt x="7525" y="3263"/>
                  </a:moveTo>
                  <a:lnTo>
                    <a:pt x="7525" y="4680"/>
                  </a:lnTo>
                  <a:lnTo>
                    <a:pt x="715" y="4680"/>
                  </a:lnTo>
                  <a:lnTo>
                    <a:pt x="715" y="3263"/>
                  </a:lnTo>
                  <a:lnTo>
                    <a:pt x="2382" y="3263"/>
                  </a:lnTo>
                  <a:cubicBezTo>
                    <a:pt x="2679" y="3882"/>
                    <a:pt x="3322" y="4335"/>
                    <a:pt x="4072" y="4335"/>
                  </a:cubicBezTo>
                  <a:cubicBezTo>
                    <a:pt x="4810" y="4335"/>
                    <a:pt x="5453" y="3882"/>
                    <a:pt x="5751" y="3263"/>
                  </a:cubicBezTo>
                  <a:close/>
                  <a:moveTo>
                    <a:pt x="7549" y="4990"/>
                  </a:moveTo>
                  <a:lnTo>
                    <a:pt x="7775" y="6025"/>
                  </a:lnTo>
                  <a:lnTo>
                    <a:pt x="381" y="6025"/>
                  </a:lnTo>
                  <a:lnTo>
                    <a:pt x="679" y="4990"/>
                  </a:lnTo>
                  <a:close/>
                  <a:moveTo>
                    <a:pt x="7823" y="6359"/>
                  </a:moveTo>
                  <a:lnTo>
                    <a:pt x="7823" y="7776"/>
                  </a:lnTo>
                  <a:lnTo>
                    <a:pt x="6489" y="7776"/>
                  </a:lnTo>
                  <a:lnTo>
                    <a:pt x="6489" y="7216"/>
                  </a:lnTo>
                  <a:lnTo>
                    <a:pt x="7168" y="7216"/>
                  </a:lnTo>
                  <a:cubicBezTo>
                    <a:pt x="7251" y="7216"/>
                    <a:pt x="7323" y="7145"/>
                    <a:pt x="7323" y="7061"/>
                  </a:cubicBezTo>
                  <a:cubicBezTo>
                    <a:pt x="7323" y="6966"/>
                    <a:pt x="7251" y="6895"/>
                    <a:pt x="7168" y="6895"/>
                  </a:cubicBezTo>
                  <a:lnTo>
                    <a:pt x="953" y="6895"/>
                  </a:lnTo>
                  <a:cubicBezTo>
                    <a:pt x="870" y="6895"/>
                    <a:pt x="798" y="6966"/>
                    <a:pt x="798" y="7061"/>
                  </a:cubicBezTo>
                  <a:cubicBezTo>
                    <a:pt x="798" y="7145"/>
                    <a:pt x="870" y="7216"/>
                    <a:pt x="953" y="7216"/>
                  </a:cubicBezTo>
                  <a:lnTo>
                    <a:pt x="1632" y="7216"/>
                  </a:lnTo>
                  <a:lnTo>
                    <a:pt x="1632" y="7776"/>
                  </a:lnTo>
                  <a:lnTo>
                    <a:pt x="322" y="7776"/>
                  </a:lnTo>
                  <a:lnTo>
                    <a:pt x="322" y="6359"/>
                  </a:lnTo>
                  <a:close/>
                  <a:moveTo>
                    <a:pt x="6168" y="7216"/>
                  </a:moveTo>
                  <a:lnTo>
                    <a:pt x="6168" y="10716"/>
                  </a:lnTo>
                  <a:lnTo>
                    <a:pt x="1965" y="10716"/>
                  </a:lnTo>
                  <a:lnTo>
                    <a:pt x="1965" y="7216"/>
                  </a:lnTo>
                  <a:close/>
                  <a:moveTo>
                    <a:pt x="1048" y="1"/>
                  </a:moveTo>
                  <a:cubicBezTo>
                    <a:pt x="691" y="1"/>
                    <a:pt x="393" y="299"/>
                    <a:pt x="393" y="656"/>
                  </a:cubicBezTo>
                  <a:lnTo>
                    <a:pt x="393" y="4799"/>
                  </a:lnTo>
                  <a:lnTo>
                    <a:pt x="0" y="6133"/>
                  </a:lnTo>
                  <a:lnTo>
                    <a:pt x="0" y="6145"/>
                  </a:lnTo>
                  <a:lnTo>
                    <a:pt x="0" y="6168"/>
                  </a:lnTo>
                  <a:lnTo>
                    <a:pt x="0" y="6180"/>
                  </a:lnTo>
                  <a:lnTo>
                    <a:pt x="0" y="7919"/>
                  </a:lnTo>
                  <a:cubicBezTo>
                    <a:pt x="0" y="8014"/>
                    <a:pt x="84" y="8085"/>
                    <a:pt x="167" y="8085"/>
                  </a:cubicBezTo>
                  <a:lnTo>
                    <a:pt x="1655" y="8085"/>
                  </a:lnTo>
                  <a:lnTo>
                    <a:pt x="1655" y="10871"/>
                  </a:lnTo>
                  <a:cubicBezTo>
                    <a:pt x="1655" y="10955"/>
                    <a:pt x="1727" y="11026"/>
                    <a:pt x="1822" y="11026"/>
                  </a:cubicBezTo>
                  <a:lnTo>
                    <a:pt x="6346" y="11026"/>
                  </a:lnTo>
                  <a:cubicBezTo>
                    <a:pt x="6430" y="11026"/>
                    <a:pt x="6513" y="10955"/>
                    <a:pt x="6513" y="10871"/>
                  </a:cubicBezTo>
                  <a:lnTo>
                    <a:pt x="6513" y="8085"/>
                  </a:lnTo>
                  <a:lnTo>
                    <a:pt x="8001" y="8085"/>
                  </a:lnTo>
                  <a:cubicBezTo>
                    <a:pt x="8085" y="8085"/>
                    <a:pt x="8156" y="8014"/>
                    <a:pt x="8156" y="7919"/>
                  </a:cubicBezTo>
                  <a:lnTo>
                    <a:pt x="8156" y="6180"/>
                  </a:lnTo>
                  <a:cubicBezTo>
                    <a:pt x="8144" y="6180"/>
                    <a:pt x="8144" y="6180"/>
                    <a:pt x="8132" y="6168"/>
                  </a:cubicBezTo>
                  <a:lnTo>
                    <a:pt x="8132" y="6133"/>
                  </a:lnTo>
                  <a:lnTo>
                    <a:pt x="7847" y="4823"/>
                  </a:lnTo>
                  <a:lnTo>
                    <a:pt x="7847" y="656"/>
                  </a:lnTo>
                  <a:cubicBezTo>
                    <a:pt x="7847" y="299"/>
                    <a:pt x="7549" y="1"/>
                    <a:pt x="7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66"/>
            <p:cNvSpPr/>
            <p:nvPr/>
          </p:nvSpPr>
          <p:spPr>
            <a:xfrm>
              <a:off x="1916142" y="2464366"/>
              <a:ext cx="86001" cy="74646"/>
            </a:xfrm>
            <a:custGeom>
              <a:avLst/>
              <a:gdLst/>
              <a:ahLst/>
              <a:cxnLst/>
              <a:rect l="l" t="t" r="r" b="b"/>
              <a:pathLst>
                <a:path w="2704" h="2347" extrusionOk="0">
                  <a:moveTo>
                    <a:pt x="1345" y="0"/>
                  </a:moveTo>
                  <a:cubicBezTo>
                    <a:pt x="1338" y="0"/>
                    <a:pt x="1330" y="1"/>
                    <a:pt x="1322" y="1"/>
                  </a:cubicBezTo>
                  <a:cubicBezTo>
                    <a:pt x="358" y="180"/>
                    <a:pt x="0" y="1418"/>
                    <a:pt x="774" y="2061"/>
                  </a:cubicBezTo>
                  <a:cubicBezTo>
                    <a:pt x="1003" y="2258"/>
                    <a:pt x="1269" y="2346"/>
                    <a:pt x="1528" y="2346"/>
                  </a:cubicBezTo>
                  <a:cubicBezTo>
                    <a:pt x="2132" y="2346"/>
                    <a:pt x="2703" y="1868"/>
                    <a:pt x="2703" y="1168"/>
                  </a:cubicBezTo>
                  <a:cubicBezTo>
                    <a:pt x="2703" y="716"/>
                    <a:pt x="2453" y="323"/>
                    <a:pt x="2072" y="109"/>
                  </a:cubicBezTo>
                  <a:cubicBezTo>
                    <a:pt x="2045" y="95"/>
                    <a:pt x="2017" y="89"/>
                    <a:pt x="1991" y="89"/>
                  </a:cubicBezTo>
                  <a:cubicBezTo>
                    <a:pt x="1882" y="89"/>
                    <a:pt x="1798" y="198"/>
                    <a:pt x="1846" y="323"/>
                  </a:cubicBezTo>
                  <a:cubicBezTo>
                    <a:pt x="1846" y="323"/>
                    <a:pt x="1846" y="335"/>
                    <a:pt x="1858" y="347"/>
                  </a:cubicBezTo>
                  <a:cubicBezTo>
                    <a:pt x="1870" y="382"/>
                    <a:pt x="1905" y="394"/>
                    <a:pt x="1917" y="406"/>
                  </a:cubicBezTo>
                  <a:cubicBezTo>
                    <a:pt x="2405" y="656"/>
                    <a:pt x="2525" y="1299"/>
                    <a:pt x="2191" y="1716"/>
                  </a:cubicBezTo>
                  <a:cubicBezTo>
                    <a:pt x="2017" y="1922"/>
                    <a:pt x="1779" y="2022"/>
                    <a:pt x="1543" y="2022"/>
                  </a:cubicBezTo>
                  <a:cubicBezTo>
                    <a:pt x="1262" y="2022"/>
                    <a:pt x="984" y="1881"/>
                    <a:pt x="822" y="1609"/>
                  </a:cubicBezTo>
                  <a:cubicBezTo>
                    <a:pt x="500" y="1109"/>
                    <a:pt x="798" y="442"/>
                    <a:pt x="1382" y="335"/>
                  </a:cubicBezTo>
                  <a:cubicBezTo>
                    <a:pt x="1599" y="289"/>
                    <a:pt x="1541" y="0"/>
                    <a:pt x="1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3" name="Google Shape;11943;p66"/>
            <p:cNvSpPr/>
            <p:nvPr/>
          </p:nvSpPr>
          <p:spPr>
            <a:xfrm>
              <a:off x="1910449" y="2663211"/>
              <a:ext cx="108328" cy="89022"/>
            </a:xfrm>
            <a:custGeom>
              <a:avLst/>
              <a:gdLst/>
              <a:ahLst/>
              <a:cxnLst/>
              <a:rect l="l" t="t" r="r" b="b"/>
              <a:pathLst>
                <a:path w="3406" h="2799" extrusionOk="0">
                  <a:moveTo>
                    <a:pt x="3085" y="322"/>
                  </a:moveTo>
                  <a:lnTo>
                    <a:pt x="3085" y="2465"/>
                  </a:lnTo>
                  <a:lnTo>
                    <a:pt x="322" y="2465"/>
                  </a:lnTo>
                  <a:lnTo>
                    <a:pt x="322" y="322"/>
                  </a:lnTo>
                  <a:close/>
                  <a:moveTo>
                    <a:pt x="167" y="0"/>
                  </a:moveTo>
                  <a:cubicBezTo>
                    <a:pt x="72" y="0"/>
                    <a:pt x="1" y="84"/>
                    <a:pt x="1" y="167"/>
                  </a:cubicBezTo>
                  <a:lnTo>
                    <a:pt x="1" y="2643"/>
                  </a:lnTo>
                  <a:cubicBezTo>
                    <a:pt x="1" y="2727"/>
                    <a:pt x="72" y="2798"/>
                    <a:pt x="167" y="2798"/>
                  </a:cubicBezTo>
                  <a:lnTo>
                    <a:pt x="3239" y="2798"/>
                  </a:lnTo>
                  <a:cubicBezTo>
                    <a:pt x="3335" y="2798"/>
                    <a:pt x="3406" y="2727"/>
                    <a:pt x="3406" y="2643"/>
                  </a:cubicBezTo>
                  <a:lnTo>
                    <a:pt x="3406" y="167"/>
                  </a:lnTo>
                  <a:cubicBezTo>
                    <a:pt x="3406" y="60"/>
                    <a:pt x="3335"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4" name="Google Shape;11944;p66"/>
          <p:cNvGrpSpPr/>
          <p:nvPr/>
        </p:nvGrpSpPr>
        <p:grpSpPr>
          <a:xfrm>
            <a:off x="3150240" y="2246902"/>
            <a:ext cx="212489" cy="351445"/>
            <a:chOff x="3150240" y="2422352"/>
            <a:chExt cx="212489" cy="351445"/>
          </a:xfrm>
        </p:grpSpPr>
        <p:sp>
          <p:nvSpPr>
            <p:cNvPr id="11945" name="Google Shape;11945;p66"/>
            <p:cNvSpPr/>
            <p:nvPr/>
          </p:nvSpPr>
          <p:spPr>
            <a:xfrm>
              <a:off x="3150240" y="2422352"/>
              <a:ext cx="212489" cy="351445"/>
            </a:xfrm>
            <a:custGeom>
              <a:avLst/>
              <a:gdLst/>
              <a:ahLst/>
              <a:cxnLst/>
              <a:rect l="l" t="t" r="r" b="b"/>
              <a:pathLst>
                <a:path w="6681" h="11050" extrusionOk="0">
                  <a:moveTo>
                    <a:pt x="4918" y="334"/>
                  </a:moveTo>
                  <a:lnTo>
                    <a:pt x="4918" y="1465"/>
                  </a:lnTo>
                  <a:lnTo>
                    <a:pt x="4954" y="1465"/>
                  </a:lnTo>
                  <a:cubicBezTo>
                    <a:pt x="4954" y="1596"/>
                    <a:pt x="4847" y="1703"/>
                    <a:pt x="4716" y="1703"/>
                  </a:cubicBezTo>
                  <a:cubicBezTo>
                    <a:pt x="4597" y="1703"/>
                    <a:pt x="4490" y="1608"/>
                    <a:pt x="4478" y="1489"/>
                  </a:cubicBezTo>
                  <a:lnTo>
                    <a:pt x="4478" y="822"/>
                  </a:lnTo>
                  <a:cubicBezTo>
                    <a:pt x="4478" y="727"/>
                    <a:pt x="4406" y="656"/>
                    <a:pt x="4311" y="656"/>
                  </a:cubicBezTo>
                  <a:cubicBezTo>
                    <a:pt x="4216" y="656"/>
                    <a:pt x="4144" y="727"/>
                    <a:pt x="4144" y="822"/>
                  </a:cubicBezTo>
                  <a:lnTo>
                    <a:pt x="4144" y="1620"/>
                  </a:lnTo>
                  <a:lnTo>
                    <a:pt x="4144" y="2263"/>
                  </a:lnTo>
                  <a:cubicBezTo>
                    <a:pt x="4144" y="2394"/>
                    <a:pt x="4037" y="2501"/>
                    <a:pt x="3906" y="2501"/>
                  </a:cubicBezTo>
                  <a:cubicBezTo>
                    <a:pt x="3775" y="2501"/>
                    <a:pt x="3668" y="2394"/>
                    <a:pt x="3668" y="2263"/>
                  </a:cubicBezTo>
                  <a:lnTo>
                    <a:pt x="3668" y="632"/>
                  </a:lnTo>
                  <a:cubicBezTo>
                    <a:pt x="3668" y="537"/>
                    <a:pt x="3597" y="465"/>
                    <a:pt x="3501" y="465"/>
                  </a:cubicBezTo>
                  <a:lnTo>
                    <a:pt x="3489" y="465"/>
                  </a:lnTo>
                  <a:cubicBezTo>
                    <a:pt x="3406" y="465"/>
                    <a:pt x="3347" y="525"/>
                    <a:pt x="3323" y="608"/>
                  </a:cubicBezTo>
                  <a:cubicBezTo>
                    <a:pt x="3311" y="727"/>
                    <a:pt x="3204" y="822"/>
                    <a:pt x="3085" y="822"/>
                  </a:cubicBezTo>
                  <a:cubicBezTo>
                    <a:pt x="2966" y="822"/>
                    <a:pt x="2870" y="727"/>
                    <a:pt x="2846" y="608"/>
                  </a:cubicBezTo>
                  <a:cubicBezTo>
                    <a:pt x="2835" y="525"/>
                    <a:pt x="2763" y="465"/>
                    <a:pt x="2668" y="465"/>
                  </a:cubicBezTo>
                  <a:cubicBezTo>
                    <a:pt x="2585" y="465"/>
                    <a:pt x="2513" y="537"/>
                    <a:pt x="2513" y="632"/>
                  </a:cubicBezTo>
                  <a:lnTo>
                    <a:pt x="2513" y="1382"/>
                  </a:lnTo>
                  <a:cubicBezTo>
                    <a:pt x="2513" y="1525"/>
                    <a:pt x="2406" y="1620"/>
                    <a:pt x="2275" y="1620"/>
                  </a:cubicBezTo>
                  <a:cubicBezTo>
                    <a:pt x="2132" y="1620"/>
                    <a:pt x="2037" y="1525"/>
                    <a:pt x="2037" y="1382"/>
                  </a:cubicBezTo>
                  <a:lnTo>
                    <a:pt x="2037" y="334"/>
                  </a:lnTo>
                  <a:close/>
                  <a:moveTo>
                    <a:pt x="5263" y="4537"/>
                  </a:moveTo>
                  <a:lnTo>
                    <a:pt x="5263" y="5406"/>
                  </a:lnTo>
                  <a:cubicBezTo>
                    <a:pt x="5263" y="5823"/>
                    <a:pt x="4918" y="6168"/>
                    <a:pt x="4501" y="6168"/>
                  </a:cubicBezTo>
                  <a:lnTo>
                    <a:pt x="2168" y="6168"/>
                  </a:lnTo>
                  <a:cubicBezTo>
                    <a:pt x="1751" y="6168"/>
                    <a:pt x="1406" y="5823"/>
                    <a:pt x="1406" y="5406"/>
                  </a:cubicBezTo>
                  <a:lnTo>
                    <a:pt x="1406" y="4537"/>
                  </a:lnTo>
                  <a:close/>
                  <a:moveTo>
                    <a:pt x="1215" y="1"/>
                  </a:moveTo>
                  <a:cubicBezTo>
                    <a:pt x="906" y="1"/>
                    <a:pt x="656" y="251"/>
                    <a:pt x="656" y="572"/>
                  </a:cubicBezTo>
                  <a:lnTo>
                    <a:pt x="656" y="1168"/>
                  </a:lnTo>
                  <a:cubicBezTo>
                    <a:pt x="656" y="1251"/>
                    <a:pt x="727" y="1322"/>
                    <a:pt x="810" y="1322"/>
                  </a:cubicBezTo>
                  <a:cubicBezTo>
                    <a:pt x="906" y="1322"/>
                    <a:pt x="977" y="1251"/>
                    <a:pt x="977" y="1168"/>
                  </a:cubicBezTo>
                  <a:lnTo>
                    <a:pt x="977" y="572"/>
                  </a:lnTo>
                  <a:cubicBezTo>
                    <a:pt x="977" y="430"/>
                    <a:pt x="1084" y="334"/>
                    <a:pt x="1215" y="334"/>
                  </a:cubicBezTo>
                  <a:lnTo>
                    <a:pt x="1739" y="334"/>
                  </a:lnTo>
                  <a:lnTo>
                    <a:pt x="1739" y="1382"/>
                  </a:lnTo>
                  <a:cubicBezTo>
                    <a:pt x="1739" y="1703"/>
                    <a:pt x="1989" y="1954"/>
                    <a:pt x="2299" y="1954"/>
                  </a:cubicBezTo>
                  <a:cubicBezTo>
                    <a:pt x="2620" y="1954"/>
                    <a:pt x="2870" y="1703"/>
                    <a:pt x="2870" y="1382"/>
                  </a:cubicBezTo>
                  <a:lnTo>
                    <a:pt x="2870" y="1108"/>
                  </a:lnTo>
                  <a:cubicBezTo>
                    <a:pt x="2942" y="1132"/>
                    <a:pt x="3013" y="1144"/>
                    <a:pt x="3108" y="1144"/>
                  </a:cubicBezTo>
                  <a:cubicBezTo>
                    <a:pt x="3192" y="1144"/>
                    <a:pt x="3275" y="1132"/>
                    <a:pt x="3347" y="1108"/>
                  </a:cubicBezTo>
                  <a:lnTo>
                    <a:pt x="3347" y="2263"/>
                  </a:lnTo>
                  <a:cubicBezTo>
                    <a:pt x="3347" y="2573"/>
                    <a:pt x="3597" y="2835"/>
                    <a:pt x="3906" y="2835"/>
                  </a:cubicBezTo>
                  <a:cubicBezTo>
                    <a:pt x="4228" y="2835"/>
                    <a:pt x="4478" y="2573"/>
                    <a:pt x="4478" y="2263"/>
                  </a:cubicBezTo>
                  <a:lnTo>
                    <a:pt x="4478" y="1977"/>
                  </a:lnTo>
                  <a:cubicBezTo>
                    <a:pt x="4549" y="2013"/>
                    <a:pt x="4620" y="2025"/>
                    <a:pt x="4716" y="2025"/>
                  </a:cubicBezTo>
                  <a:cubicBezTo>
                    <a:pt x="5025" y="2025"/>
                    <a:pt x="5275" y="1775"/>
                    <a:pt x="5275" y="1465"/>
                  </a:cubicBezTo>
                  <a:lnTo>
                    <a:pt x="5275" y="334"/>
                  </a:lnTo>
                  <a:lnTo>
                    <a:pt x="5442" y="334"/>
                  </a:lnTo>
                  <a:cubicBezTo>
                    <a:pt x="5573" y="334"/>
                    <a:pt x="5680" y="430"/>
                    <a:pt x="5680" y="572"/>
                  </a:cubicBezTo>
                  <a:lnTo>
                    <a:pt x="5680" y="2989"/>
                  </a:lnTo>
                  <a:lnTo>
                    <a:pt x="4311" y="2989"/>
                  </a:lnTo>
                  <a:cubicBezTo>
                    <a:pt x="4228" y="2989"/>
                    <a:pt x="4144" y="3073"/>
                    <a:pt x="4144" y="3156"/>
                  </a:cubicBezTo>
                  <a:cubicBezTo>
                    <a:pt x="4144" y="3251"/>
                    <a:pt x="4228" y="3323"/>
                    <a:pt x="4311" y="3323"/>
                  </a:cubicBezTo>
                  <a:lnTo>
                    <a:pt x="5906" y="3323"/>
                  </a:lnTo>
                  <a:cubicBezTo>
                    <a:pt x="5954" y="3323"/>
                    <a:pt x="5978" y="3323"/>
                    <a:pt x="6025" y="3335"/>
                  </a:cubicBezTo>
                  <a:cubicBezTo>
                    <a:pt x="6216" y="3382"/>
                    <a:pt x="6347" y="3561"/>
                    <a:pt x="6347" y="3763"/>
                  </a:cubicBezTo>
                  <a:cubicBezTo>
                    <a:pt x="6347" y="4001"/>
                    <a:pt x="6156" y="4216"/>
                    <a:pt x="5906" y="4216"/>
                  </a:cubicBezTo>
                  <a:lnTo>
                    <a:pt x="751" y="4216"/>
                  </a:lnTo>
                  <a:cubicBezTo>
                    <a:pt x="513" y="4216"/>
                    <a:pt x="310" y="4025"/>
                    <a:pt x="310" y="3763"/>
                  </a:cubicBezTo>
                  <a:cubicBezTo>
                    <a:pt x="310" y="3561"/>
                    <a:pt x="441" y="3394"/>
                    <a:pt x="632" y="3335"/>
                  </a:cubicBezTo>
                  <a:cubicBezTo>
                    <a:pt x="668" y="3323"/>
                    <a:pt x="715" y="3323"/>
                    <a:pt x="751" y="3323"/>
                  </a:cubicBezTo>
                  <a:lnTo>
                    <a:pt x="3656" y="3323"/>
                  </a:lnTo>
                  <a:cubicBezTo>
                    <a:pt x="3751" y="3323"/>
                    <a:pt x="3823" y="3251"/>
                    <a:pt x="3823" y="3156"/>
                  </a:cubicBezTo>
                  <a:cubicBezTo>
                    <a:pt x="3823" y="3073"/>
                    <a:pt x="3751" y="2989"/>
                    <a:pt x="3656" y="2989"/>
                  </a:cubicBezTo>
                  <a:lnTo>
                    <a:pt x="977" y="2989"/>
                  </a:lnTo>
                  <a:lnTo>
                    <a:pt x="977" y="1834"/>
                  </a:lnTo>
                  <a:cubicBezTo>
                    <a:pt x="977" y="1739"/>
                    <a:pt x="906" y="1668"/>
                    <a:pt x="810" y="1668"/>
                  </a:cubicBezTo>
                  <a:cubicBezTo>
                    <a:pt x="727" y="1668"/>
                    <a:pt x="656" y="1739"/>
                    <a:pt x="656" y="1834"/>
                  </a:cubicBezTo>
                  <a:lnTo>
                    <a:pt x="656" y="3013"/>
                  </a:lnTo>
                  <a:cubicBezTo>
                    <a:pt x="275" y="3073"/>
                    <a:pt x="1" y="3382"/>
                    <a:pt x="1" y="3763"/>
                  </a:cubicBezTo>
                  <a:cubicBezTo>
                    <a:pt x="1" y="4204"/>
                    <a:pt x="334" y="4537"/>
                    <a:pt x="775" y="4537"/>
                  </a:cubicBezTo>
                  <a:lnTo>
                    <a:pt x="1084" y="4537"/>
                  </a:lnTo>
                  <a:lnTo>
                    <a:pt x="1084" y="5406"/>
                  </a:lnTo>
                  <a:cubicBezTo>
                    <a:pt x="1084" y="6002"/>
                    <a:pt x="1572" y="6490"/>
                    <a:pt x="2168" y="6490"/>
                  </a:cubicBezTo>
                  <a:lnTo>
                    <a:pt x="2323" y="6490"/>
                  </a:lnTo>
                  <a:lnTo>
                    <a:pt x="2323" y="10014"/>
                  </a:lnTo>
                  <a:cubicBezTo>
                    <a:pt x="2323" y="10586"/>
                    <a:pt x="2775" y="11050"/>
                    <a:pt x="3347" y="11050"/>
                  </a:cubicBezTo>
                  <a:cubicBezTo>
                    <a:pt x="3906" y="11050"/>
                    <a:pt x="4370" y="10586"/>
                    <a:pt x="4370" y="10014"/>
                  </a:cubicBezTo>
                  <a:lnTo>
                    <a:pt x="4370" y="8633"/>
                  </a:lnTo>
                  <a:cubicBezTo>
                    <a:pt x="4370" y="8550"/>
                    <a:pt x="4299" y="8466"/>
                    <a:pt x="4204" y="8466"/>
                  </a:cubicBezTo>
                  <a:cubicBezTo>
                    <a:pt x="4120" y="8466"/>
                    <a:pt x="4049" y="8550"/>
                    <a:pt x="4049" y="8633"/>
                  </a:cubicBezTo>
                  <a:lnTo>
                    <a:pt x="4049" y="10014"/>
                  </a:lnTo>
                  <a:cubicBezTo>
                    <a:pt x="4049" y="10407"/>
                    <a:pt x="3728" y="10716"/>
                    <a:pt x="3347" y="10716"/>
                  </a:cubicBezTo>
                  <a:cubicBezTo>
                    <a:pt x="2954" y="10716"/>
                    <a:pt x="2644" y="10407"/>
                    <a:pt x="2644" y="10014"/>
                  </a:cubicBezTo>
                  <a:lnTo>
                    <a:pt x="2644" y="6490"/>
                  </a:lnTo>
                  <a:lnTo>
                    <a:pt x="4025" y="6490"/>
                  </a:lnTo>
                  <a:lnTo>
                    <a:pt x="4025" y="7978"/>
                  </a:lnTo>
                  <a:cubicBezTo>
                    <a:pt x="4025" y="8073"/>
                    <a:pt x="4097" y="8145"/>
                    <a:pt x="4192" y="8145"/>
                  </a:cubicBezTo>
                  <a:cubicBezTo>
                    <a:pt x="4275" y="8145"/>
                    <a:pt x="4359" y="8073"/>
                    <a:pt x="4359" y="7978"/>
                  </a:cubicBezTo>
                  <a:lnTo>
                    <a:pt x="4359" y="6490"/>
                  </a:lnTo>
                  <a:lnTo>
                    <a:pt x="4501" y="6490"/>
                  </a:lnTo>
                  <a:cubicBezTo>
                    <a:pt x="5097" y="6490"/>
                    <a:pt x="5585" y="6002"/>
                    <a:pt x="5585" y="5406"/>
                  </a:cubicBezTo>
                  <a:lnTo>
                    <a:pt x="5585" y="4537"/>
                  </a:lnTo>
                  <a:lnTo>
                    <a:pt x="5906" y="4537"/>
                  </a:lnTo>
                  <a:cubicBezTo>
                    <a:pt x="6335" y="4537"/>
                    <a:pt x="6680" y="4204"/>
                    <a:pt x="6680" y="3763"/>
                  </a:cubicBezTo>
                  <a:cubicBezTo>
                    <a:pt x="6680" y="3394"/>
                    <a:pt x="6395" y="3073"/>
                    <a:pt x="6014" y="3013"/>
                  </a:cubicBezTo>
                  <a:lnTo>
                    <a:pt x="6014" y="572"/>
                  </a:lnTo>
                  <a:cubicBezTo>
                    <a:pt x="6014" y="251"/>
                    <a:pt x="575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66"/>
            <p:cNvSpPr/>
            <p:nvPr/>
          </p:nvSpPr>
          <p:spPr>
            <a:xfrm>
              <a:off x="3239230" y="2721860"/>
              <a:ext cx="32982" cy="32250"/>
            </a:xfrm>
            <a:custGeom>
              <a:avLst/>
              <a:gdLst/>
              <a:ahLst/>
              <a:cxnLst/>
              <a:rect l="l" t="t" r="r" b="b"/>
              <a:pathLst>
                <a:path w="1037" h="1014" extrusionOk="0">
                  <a:moveTo>
                    <a:pt x="598" y="0"/>
                  </a:moveTo>
                  <a:cubicBezTo>
                    <a:pt x="521" y="0"/>
                    <a:pt x="440" y="57"/>
                    <a:pt x="429" y="145"/>
                  </a:cubicBezTo>
                  <a:cubicBezTo>
                    <a:pt x="418" y="228"/>
                    <a:pt x="477" y="323"/>
                    <a:pt x="560" y="335"/>
                  </a:cubicBezTo>
                  <a:cubicBezTo>
                    <a:pt x="656" y="347"/>
                    <a:pt x="691" y="418"/>
                    <a:pt x="691" y="514"/>
                  </a:cubicBezTo>
                  <a:cubicBezTo>
                    <a:pt x="691" y="597"/>
                    <a:pt x="620" y="692"/>
                    <a:pt x="513" y="692"/>
                  </a:cubicBezTo>
                  <a:cubicBezTo>
                    <a:pt x="429" y="692"/>
                    <a:pt x="358" y="633"/>
                    <a:pt x="334" y="537"/>
                  </a:cubicBezTo>
                  <a:cubicBezTo>
                    <a:pt x="323" y="461"/>
                    <a:pt x="243" y="405"/>
                    <a:pt x="165" y="405"/>
                  </a:cubicBezTo>
                  <a:cubicBezTo>
                    <a:pt x="158" y="405"/>
                    <a:pt x="151" y="406"/>
                    <a:pt x="144" y="407"/>
                  </a:cubicBezTo>
                  <a:cubicBezTo>
                    <a:pt x="60" y="418"/>
                    <a:pt x="1" y="514"/>
                    <a:pt x="13" y="597"/>
                  </a:cubicBezTo>
                  <a:cubicBezTo>
                    <a:pt x="60" y="835"/>
                    <a:pt x="263" y="1014"/>
                    <a:pt x="501" y="1014"/>
                  </a:cubicBezTo>
                  <a:cubicBezTo>
                    <a:pt x="787" y="1014"/>
                    <a:pt x="1013" y="799"/>
                    <a:pt x="1013" y="514"/>
                  </a:cubicBezTo>
                  <a:cubicBezTo>
                    <a:pt x="1037" y="264"/>
                    <a:pt x="858" y="49"/>
                    <a:pt x="620" y="2"/>
                  </a:cubicBezTo>
                  <a:cubicBezTo>
                    <a:pt x="613" y="1"/>
                    <a:pt x="606" y="0"/>
                    <a:pt x="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7" name="Google Shape;11947;p66"/>
          <p:cNvGrpSpPr/>
          <p:nvPr/>
        </p:nvGrpSpPr>
        <p:grpSpPr>
          <a:xfrm>
            <a:off x="1367060" y="2246679"/>
            <a:ext cx="269261" cy="352050"/>
            <a:chOff x="1367060" y="2422129"/>
            <a:chExt cx="269261" cy="352050"/>
          </a:xfrm>
        </p:grpSpPr>
        <p:sp>
          <p:nvSpPr>
            <p:cNvPr id="11948" name="Google Shape;11948;p66"/>
            <p:cNvSpPr/>
            <p:nvPr/>
          </p:nvSpPr>
          <p:spPr>
            <a:xfrm>
              <a:off x="1392059" y="2651857"/>
              <a:ext cx="129160" cy="122322"/>
            </a:xfrm>
            <a:custGeom>
              <a:avLst/>
              <a:gdLst/>
              <a:ahLst/>
              <a:cxnLst/>
              <a:rect l="l" t="t" r="r" b="b"/>
              <a:pathLst>
                <a:path w="4061" h="3846" extrusionOk="0">
                  <a:moveTo>
                    <a:pt x="167" y="0"/>
                  </a:moveTo>
                  <a:cubicBezTo>
                    <a:pt x="72" y="0"/>
                    <a:pt x="0" y="83"/>
                    <a:pt x="0" y="167"/>
                  </a:cubicBezTo>
                  <a:cubicBezTo>
                    <a:pt x="0" y="262"/>
                    <a:pt x="72" y="333"/>
                    <a:pt x="167" y="333"/>
                  </a:cubicBezTo>
                  <a:lnTo>
                    <a:pt x="357" y="333"/>
                  </a:lnTo>
                  <a:lnTo>
                    <a:pt x="357" y="1691"/>
                  </a:lnTo>
                  <a:cubicBezTo>
                    <a:pt x="357" y="2179"/>
                    <a:pt x="762" y="2584"/>
                    <a:pt x="1250" y="2584"/>
                  </a:cubicBezTo>
                  <a:cubicBezTo>
                    <a:pt x="1286" y="2584"/>
                    <a:pt x="1226" y="2584"/>
                    <a:pt x="2310" y="2405"/>
                  </a:cubicBezTo>
                  <a:lnTo>
                    <a:pt x="2310" y="3453"/>
                  </a:lnTo>
                  <a:cubicBezTo>
                    <a:pt x="2310" y="3667"/>
                    <a:pt x="2489" y="3846"/>
                    <a:pt x="2691" y="3846"/>
                  </a:cubicBezTo>
                  <a:lnTo>
                    <a:pt x="3905" y="3846"/>
                  </a:lnTo>
                  <a:cubicBezTo>
                    <a:pt x="3989" y="3846"/>
                    <a:pt x="4060" y="3774"/>
                    <a:pt x="4060" y="3679"/>
                  </a:cubicBezTo>
                  <a:cubicBezTo>
                    <a:pt x="4060" y="3596"/>
                    <a:pt x="3989" y="3500"/>
                    <a:pt x="3893" y="3500"/>
                  </a:cubicBezTo>
                  <a:lnTo>
                    <a:pt x="2691" y="3500"/>
                  </a:lnTo>
                  <a:cubicBezTo>
                    <a:pt x="2667" y="3500"/>
                    <a:pt x="2631" y="3465"/>
                    <a:pt x="2631" y="3441"/>
                  </a:cubicBezTo>
                  <a:lnTo>
                    <a:pt x="2631" y="2191"/>
                  </a:lnTo>
                  <a:cubicBezTo>
                    <a:pt x="2631" y="2143"/>
                    <a:pt x="2620" y="2107"/>
                    <a:pt x="2572" y="2072"/>
                  </a:cubicBezTo>
                  <a:cubicBezTo>
                    <a:pt x="2555" y="2055"/>
                    <a:pt x="2520" y="2038"/>
                    <a:pt x="2485" y="2038"/>
                  </a:cubicBezTo>
                  <a:cubicBezTo>
                    <a:pt x="2470" y="2038"/>
                    <a:pt x="2455" y="2041"/>
                    <a:pt x="2441" y="2048"/>
                  </a:cubicBezTo>
                  <a:lnTo>
                    <a:pt x="1238" y="2250"/>
                  </a:lnTo>
                  <a:cubicBezTo>
                    <a:pt x="917" y="2250"/>
                    <a:pt x="691" y="2000"/>
                    <a:pt x="691" y="1691"/>
                  </a:cubicBezTo>
                  <a:lnTo>
                    <a:pt x="691" y="167"/>
                  </a:lnTo>
                  <a:cubicBezTo>
                    <a:pt x="691" y="83"/>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66"/>
            <p:cNvSpPr/>
            <p:nvPr/>
          </p:nvSpPr>
          <p:spPr>
            <a:xfrm>
              <a:off x="1367060" y="2441912"/>
              <a:ext cx="82184" cy="212139"/>
            </a:xfrm>
            <a:custGeom>
              <a:avLst/>
              <a:gdLst/>
              <a:ahLst/>
              <a:cxnLst/>
              <a:rect l="l" t="t" r="r" b="b"/>
              <a:pathLst>
                <a:path w="2584" h="6670" extrusionOk="0">
                  <a:moveTo>
                    <a:pt x="2415" y="1"/>
                  </a:moveTo>
                  <a:cubicBezTo>
                    <a:pt x="2382" y="1"/>
                    <a:pt x="2350" y="10"/>
                    <a:pt x="2322" y="29"/>
                  </a:cubicBezTo>
                  <a:cubicBezTo>
                    <a:pt x="1274" y="731"/>
                    <a:pt x="655" y="1898"/>
                    <a:pt x="655" y="3148"/>
                  </a:cubicBezTo>
                  <a:cubicBezTo>
                    <a:pt x="655" y="3351"/>
                    <a:pt x="667" y="3541"/>
                    <a:pt x="703" y="3732"/>
                  </a:cubicBezTo>
                  <a:cubicBezTo>
                    <a:pt x="48" y="5708"/>
                    <a:pt x="0" y="5696"/>
                    <a:pt x="0" y="5970"/>
                  </a:cubicBezTo>
                  <a:cubicBezTo>
                    <a:pt x="0" y="6208"/>
                    <a:pt x="84" y="6446"/>
                    <a:pt x="262" y="6625"/>
                  </a:cubicBezTo>
                  <a:cubicBezTo>
                    <a:pt x="295" y="6651"/>
                    <a:pt x="342" y="6670"/>
                    <a:pt x="389" y="6670"/>
                  </a:cubicBezTo>
                  <a:cubicBezTo>
                    <a:pt x="429" y="6670"/>
                    <a:pt x="468" y="6657"/>
                    <a:pt x="500" y="6625"/>
                  </a:cubicBezTo>
                  <a:cubicBezTo>
                    <a:pt x="560" y="6565"/>
                    <a:pt x="584" y="6458"/>
                    <a:pt x="500" y="6375"/>
                  </a:cubicBezTo>
                  <a:cubicBezTo>
                    <a:pt x="358" y="6220"/>
                    <a:pt x="298" y="5982"/>
                    <a:pt x="369" y="5756"/>
                  </a:cubicBezTo>
                  <a:lnTo>
                    <a:pt x="1036" y="3791"/>
                  </a:lnTo>
                  <a:cubicBezTo>
                    <a:pt x="1060" y="3767"/>
                    <a:pt x="1060" y="3732"/>
                    <a:pt x="1036" y="3720"/>
                  </a:cubicBezTo>
                  <a:cubicBezTo>
                    <a:pt x="1012" y="3517"/>
                    <a:pt x="1000" y="3327"/>
                    <a:pt x="1000" y="3148"/>
                  </a:cubicBezTo>
                  <a:cubicBezTo>
                    <a:pt x="1000" y="2005"/>
                    <a:pt x="1560" y="934"/>
                    <a:pt x="2513" y="291"/>
                  </a:cubicBezTo>
                  <a:cubicBezTo>
                    <a:pt x="2572" y="255"/>
                    <a:pt x="2584" y="148"/>
                    <a:pt x="2548" y="76"/>
                  </a:cubicBezTo>
                  <a:cubicBezTo>
                    <a:pt x="2519" y="25"/>
                    <a:pt x="2467" y="1"/>
                    <a:pt x="2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66"/>
            <p:cNvSpPr/>
            <p:nvPr/>
          </p:nvSpPr>
          <p:spPr>
            <a:xfrm>
              <a:off x="1456051" y="2422129"/>
              <a:ext cx="180271" cy="162937"/>
            </a:xfrm>
            <a:custGeom>
              <a:avLst/>
              <a:gdLst/>
              <a:ahLst/>
              <a:cxnLst/>
              <a:rect l="l" t="t" r="r" b="b"/>
              <a:pathLst>
                <a:path w="5668" h="5123" extrusionOk="0">
                  <a:moveTo>
                    <a:pt x="1621" y="1"/>
                  </a:moveTo>
                  <a:cubicBezTo>
                    <a:pt x="1104" y="1"/>
                    <a:pt x="591" y="107"/>
                    <a:pt x="119" y="317"/>
                  </a:cubicBezTo>
                  <a:cubicBezTo>
                    <a:pt x="24" y="353"/>
                    <a:pt x="0" y="448"/>
                    <a:pt x="24" y="544"/>
                  </a:cubicBezTo>
                  <a:cubicBezTo>
                    <a:pt x="51" y="616"/>
                    <a:pt x="113" y="648"/>
                    <a:pt x="184" y="648"/>
                  </a:cubicBezTo>
                  <a:cubicBezTo>
                    <a:pt x="205" y="648"/>
                    <a:pt x="228" y="645"/>
                    <a:pt x="250" y="639"/>
                  </a:cubicBezTo>
                  <a:cubicBezTo>
                    <a:pt x="965" y="317"/>
                    <a:pt x="1536" y="365"/>
                    <a:pt x="1643" y="353"/>
                  </a:cubicBezTo>
                  <a:cubicBezTo>
                    <a:pt x="3941" y="365"/>
                    <a:pt x="5644" y="2556"/>
                    <a:pt x="4894" y="4901"/>
                  </a:cubicBezTo>
                  <a:cubicBezTo>
                    <a:pt x="4870" y="4997"/>
                    <a:pt x="4906" y="5080"/>
                    <a:pt x="5001" y="5116"/>
                  </a:cubicBezTo>
                  <a:cubicBezTo>
                    <a:pt x="5018" y="5120"/>
                    <a:pt x="5035" y="5123"/>
                    <a:pt x="5052" y="5123"/>
                  </a:cubicBezTo>
                  <a:cubicBezTo>
                    <a:pt x="5119" y="5123"/>
                    <a:pt x="5184" y="5085"/>
                    <a:pt x="5203" y="5009"/>
                  </a:cubicBezTo>
                  <a:cubicBezTo>
                    <a:pt x="5668" y="3508"/>
                    <a:pt x="5239" y="2044"/>
                    <a:pt x="4263" y="1079"/>
                  </a:cubicBezTo>
                  <a:cubicBezTo>
                    <a:pt x="3524" y="356"/>
                    <a:pt x="2566" y="1"/>
                    <a:pt x="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66"/>
            <p:cNvSpPr/>
            <p:nvPr/>
          </p:nvSpPr>
          <p:spPr>
            <a:xfrm>
              <a:off x="1532160" y="2593590"/>
              <a:ext cx="81834" cy="180207"/>
            </a:xfrm>
            <a:custGeom>
              <a:avLst/>
              <a:gdLst/>
              <a:ahLst/>
              <a:cxnLst/>
              <a:rect l="l" t="t" r="r" b="b"/>
              <a:pathLst>
                <a:path w="2573" h="5666" extrusionOk="0">
                  <a:moveTo>
                    <a:pt x="2399" y="1"/>
                  </a:moveTo>
                  <a:cubicBezTo>
                    <a:pt x="2340" y="1"/>
                    <a:pt x="2284" y="36"/>
                    <a:pt x="2251" y="94"/>
                  </a:cubicBezTo>
                  <a:cubicBezTo>
                    <a:pt x="2096" y="380"/>
                    <a:pt x="1715" y="856"/>
                    <a:pt x="1715" y="1737"/>
                  </a:cubicBezTo>
                  <a:lnTo>
                    <a:pt x="1715" y="5273"/>
                  </a:lnTo>
                  <a:cubicBezTo>
                    <a:pt x="1715" y="5309"/>
                    <a:pt x="1679" y="5332"/>
                    <a:pt x="1655" y="5332"/>
                  </a:cubicBezTo>
                  <a:lnTo>
                    <a:pt x="167" y="5332"/>
                  </a:lnTo>
                  <a:cubicBezTo>
                    <a:pt x="72" y="5332"/>
                    <a:pt x="0" y="5404"/>
                    <a:pt x="0" y="5499"/>
                  </a:cubicBezTo>
                  <a:cubicBezTo>
                    <a:pt x="0" y="5583"/>
                    <a:pt x="72" y="5666"/>
                    <a:pt x="167" y="5666"/>
                  </a:cubicBezTo>
                  <a:lnTo>
                    <a:pt x="1655" y="5666"/>
                  </a:lnTo>
                  <a:cubicBezTo>
                    <a:pt x="1858" y="5666"/>
                    <a:pt x="2036" y="5487"/>
                    <a:pt x="2036" y="5273"/>
                  </a:cubicBezTo>
                  <a:lnTo>
                    <a:pt x="2036" y="1737"/>
                  </a:lnTo>
                  <a:cubicBezTo>
                    <a:pt x="2036" y="963"/>
                    <a:pt x="2382" y="558"/>
                    <a:pt x="2548" y="249"/>
                  </a:cubicBezTo>
                  <a:cubicBezTo>
                    <a:pt x="2572" y="153"/>
                    <a:pt x="2548" y="70"/>
                    <a:pt x="2477" y="22"/>
                  </a:cubicBezTo>
                  <a:cubicBezTo>
                    <a:pt x="2451" y="8"/>
                    <a:pt x="2425" y="1"/>
                    <a:pt x="23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66"/>
            <p:cNvSpPr/>
            <p:nvPr/>
          </p:nvSpPr>
          <p:spPr>
            <a:xfrm>
              <a:off x="1425359" y="2572313"/>
              <a:ext cx="24267" cy="17843"/>
            </a:xfrm>
            <a:custGeom>
              <a:avLst/>
              <a:gdLst/>
              <a:ahLst/>
              <a:cxnLst/>
              <a:rect l="l" t="t" r="r" b="b"/>
              <a:pathLst>
                <a:path w="763" h="561" extrusionOk="0">
                  <a:moveTo>
                    <a:pt x="583" y="0"/>
                  </a:moveTo>
                  <a:cubicBezTo>
                    <a:pt x="554" y="0"/>
                    <a:pt x="525" y="8"/>
                    <a:pt x="501" y="25"/>
                  </a:cubicBezTo>
                  <a:lnTo>
                    <a:pt x="96" y="239"/>
                  </a:lnTo>
                  <a:cubicBezTo>
                    <a:pt x="25" y="287"/>
                    <a:pt x="1" y="394"/>
                    <a:pt x="37" y="465"/>
                  </a:cubicBezTo>
                  <a:cubicBezTo>
                    <a:pt x="72" y="525"/>
                    <a:pt x="132" y="560"/>
                    <a:pt x="191" y="560"/>
                  </a:cubicBezTo>
                  <a:cubicBezTo>
                    <a:pt x="215" y="560"/>
                    <a:pt x="251" y="560"/>
                    <a:pt x="275" y="537"/>
                  </a:cubicBezTo>
                  <a:lnTo>
                    <a:pt x="680" y="322"/>
                  </a:lnTo>
                  <a:cubicBezTo>
                    <a:pt x="739" y="263"/>
                    <a:pt x="763" y="156"/>
                    <a:pt x="727" y="84"/>
                  </a:cubicBezTo>
                  <a:cubicBezTo>
                    <a:pt x="696" y="29"/>
                    <a:pt x="639" y="0"/>
                    <a:pt x="5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66"/>
            <p:cNvSpPr/>
            <p:nvPr/>
          </p:nvSpPr>
          <p:spPr>
            <a:xfrm>
              <a:off x="1562820" y="2573680"/>
              <a:ext cx="26176" cy="17620"/>
            </a:xfrm>
            <a:custGeom>
              <a:avLst/>
              <a:gdLst/>
              <a:ahLst/>
              <a:cxnLst/>
              <a:rect l="l" t="t" r="r" b="b"/>
              <a:pathLst>
                <a:path w="823" h="554" extrusionOk="0">
                  <a:moveTo>
                    <a:pt x="201" y="1"/>
                  </a:moveTo>
                  <a:cubicBezTo>
                    <a:pt x="143" y="1"/>
                    <a:pt x="81" y="28"/>
                    <a:pt x="48" y="77"/>
                  </a:cubicBezTo>
                  <a:cubicBezTo>
                    <a:pt x="1" y="160"/>
                    <a:pt x="37" y="255"/>
                    <a:pt x="108" y="303"/>
                  </a:cubicBezTo>
                  <a:cubicBezTo>
                    <a:pt x="513" y="529"/>
                    <a:pt x="513" y="553"/>
                    <a:pt x="584" y="553"/>
                  </a:cubicBezTo>
                  <a:cubicBezTo>
                    <a:pt x="763" y="541"/>
                    <a:pt x="822" y="315"/>
                    <a:pt x="680" y="244"/>
                  </a:cubicBezTo>
                  <a:lnTo>
                    <a:pt x="275" y="17"/>
                  </a:lnTo>
                  <a:cubicBezTo>
                    <a:pt x="253" y="6"/>
                    <a:pt x="227"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66"/>
            <p:cNvSpPr/>
            <p:nvPr/>
          </p:nvSpPr>
          <p:spPr>
            <a:xfrm>
              <a:off x="1448100" y="2481414"/>
              <a:ext cx="125375" cy="191275"/>
            </a:xfrm>
            <a:custGeom>
              <a:avLst/>
              <a:gdLst/>
              <a:ahLst/>
              <a:cxnLst/>
              <a:rect l="l" t="t" r="r" b="b"/>
              <a:pathLst>
                <a:path w="3942" h="6014" extrusionOk="0">
                  <a:moveTo>
                    <a:pt x="1280" y="1498"/>
                  </a:moveTo>
                  <a:cubicBezTo>
                    <a:pt x="1355" y="1498"/>
                    <a:pt x="1429" y="1543"/>
                    <a:pt x="1429" y="1632"/>
                  </a:cubicBezTo>
                  <a:lnTo>
                    <a:pt x="1429" y="1763"/>
                  </a:lnTo>
                  <a:lnTo>
                    <a:pt x="1262" y="1763"/>
                  </a:lnTo>
                  <a:cubicBezTo>
                    <a:pt x="1191" y="1763"/>
                    <a:pt x="1131" y="1704"/>
                    <a:pt x="1131" y="1632"/>
                  </a:cubicBezTo>
                  <a:cubicBezTo>
                    <a:pt x="1131" y="1543"/>
                    <a:pt x="1206" y="1498"/>
                    <a:pt x="1280" y="1498"/>
                  </a:cubicBezTo>
                  <a:close/>
                  <a:moveTo>
                    <a:pt x="2483" y="1498"/>
                  </a:moveTo>
                  <a:cubicBezTo>
                    <a:pt x="2557" y="1498"/>
                    <a:pt x="2632" y="1543"/>
                    <a:pt x="2632" y="1632"/>
                  </a:cubicBezTo>
                  <a:cubicBezTo>
                    <a:pt x="2632" y="1704"/>
                    <a:pt x="2572" y="1763"/>
                    <a:pt x="2501" y="1763"/>
                  </a:cubicBezTo>
                  <a:lnTo>
                    <a:pt x="2334" y="1763"/>
                  </a:lnTo>
                  <a:lnTo>
                    <a:pt x="2334" y="1632"/>
                  </a:lnTo>
                  <a:cubicBezTo>
                    <a:pt x="2334" y="1543"/>
                    <a:pt x="2408" y="1498"/>
                    <a:pt x="2483" y="1498"/>
                  </a:cubicBezTo>
                  <a:close/>
                  <a:moveTo>
                    <a:pt x="1989" y="2085"/>
                  </a:moveTo>
                  <a:lnTo>
                    <a:pt x="1989" y="3776"/>
                  </a:lnTo>
                  <a:lnTo>
                    <a:pt x="1739" y="3776"/>
                  </a:lnTo>
                  <a:lnTo>
                    <a:pt x="1739" y="2085"/>
                  </a:lnTo>
                  <a:close/>
                  <a:moveTo>
                    <a:pt x="2524" y="4097"/>
                  </a:moveTo>
                  <a:lnTo>
                    <a:pt x="2524" y="4430"/>
                  </a:lnTo>
                  <a:lnTo>
                    <a:pt x="1215" y="4430"/>
                  </a:lnTo>
                  <a:lnTo>
                    <a:pt x="1215" y="4097"/>
                  </a:lnTo>
                  <a:close/>
                  <a:moveTo>
                    <a:pt x="2512" y="4752"/>
                  </a:moveTo>
                  <a:lnTo>
                    <a:pt x="2512" y="4942"/>
                  </a:lnTo>
                  <a:lnTo>
                    <a:pt x="2524" y="4942"/>
                  </a:lnTo>
                  <a:cubicBezTo>
                    <a:pt x="2524" y="5026"/>
                    <a:pt x="2465" y="5085"/>
                    <a:pt x="2393" y="5085"/>
                  </a:cubicBezTo>
                  <a:lnTo>
                    <a:pt x="1334" y="5085"/>
                  </a:lnTo>
                  <a:cubicBezTo>
                    <a:pt x="1262" y="5085"/>
                    <a:pt x="1203" y="5026"/>
                    <a:pt x="1203" y="4942"/>
                  </a:cubicBezTo>
                  <a:lnTo>
                    <a:pt x="1203" y="4752"/>
                  </a:lnTo>
                  <a:close/>
                  <a:moveTo>
                    <a:pt x="2227" y="5395"/>
                  </a:moveTo>
                  <a:cubicBezTo>
                    <a:pt x="2203" y="5561"/>
                    <a:pt x="2048" y="5681"/>
                    <a:pt x="1870" y="5681"/>
                  </a:cubicBezTo>
                  <a:cubicBezTo>
                    <a:pt x="1691" y="5681"/>
                    <a:pt x="1548" y="5561"/>
                    <a:pt x="1500" y="5395"/>
                  </a:cubicBezTo>
                  <a:close/>
                  <a:moveTo>
                    <a:pt x="1874" y="1"/>
                  </a:moveTo>
                  <a:cubicBezTo>
                    <a:pt x="834" y="1"/>
                    <a:pt x="0" y="837"/>
                    <a:pt x="0" y="1882"/>
                  </a:cubicBezTo>
                  <a:cubicBezTo>
                    <a:pt x="0" y="2406"/>
                    <a:pt x="215" y="2906"/>
                    <a:pt x="607" y="3264"/>
                  </a:cubicBezTo>
                  <a:cubicBezTo>
                    <a:pt x="786" y="3418"/>
                    <a:pt x="869" y="3656"/>
                    <a:pt x="869" y="3895"/>
                  </a:cubicBezTo>
                  <a:lnTo>
                    <a:pt x="869" y="4942"/>
                  </a:lnTo>
                  <a:cubicBezTo>
                    <a:pt x="869" y="5145"/>
                    <a:pt x="988" y="5300"/>
                    <a:pt x="1155" y="5359"/>
                  </a:cubicBezTo>
                  <a:cubicBezTo>
                    <a:pt x="1191" y="5716"/>
                    <a:pt x="1489" y="6014"/>
                    <a:pt x="1858" y="6014"/>
                  </a:cubicBezTo>
                  <a:cubicBezTo>
                    <a:pt x="2227" y="6014"/>
                    <a:pt x="2524" y="5740"/>
                    <a:pt x="2560" y="5359"/>
                  </a:cubicBezTo>
                  <a:cubicBezTo>
                    <a:pt x="2715" y="5288"/>
                    <a:pt x="2834" y="5121"/>
                    <a:pt x="2834" y="4942"/>
                  </a:cubicBezTo>
                  <a:lnTo>
                    <a:pt x="2834" y="3871"/>
                  </a:lnTo>
                  <a:cubicBezTo>
                    <a:pt x="2834" y="3811"/>
                    <a:pt x="2834" y="3752"/>
                    <a:pt x="2858" y="3692"/>
                  </a:cubicBezTo>
                  <a:cubicBezTo>
                    <a:pt x="2870" y="3609"/>
                    <a:pt x="2822" y="3514"/>
                    <a:pt x="2727" y="3502"/>
                  </a:cubicBezTo>
                  <a:cubicBezTo>
                    <a:pt x="2718" y="3500"/>
                    <a:pt x="2710" y="3500"/>
                    <a:pt x="2701" y="3500"/>
                  </a:cubicBezTo>
                  <a:cubicBezTo>
                    <a:pt x="2627" y="3500"/>
                    <a:pt x="2558" y="3546"/>
                    <a:pt x="2536" y="3621"/>
                  </a:cubicBezTo>
                  <a:cubicBezTo>
                    <a:pt x="2524" y="3668"/>
                    <a:pt x="2524" y="3728"/>
                    <a:pt x="2512" y="3776"/>
                  </a:cubicBezTo>
                  <a:lnTo>
                    <a:pt x="2298" y="3776"/>
                  </a:lnTo>
                  <a:lnTo>
                    <a:pt x="2298" y="2085"/>
                  </a:lnTo>
                  <a:lnTo>
                    <a:pt x="2465" y="2085"/>
                  </a:lnTo>
                  <a:cubicBezTo>
                    <a:pt x="2715" y="2085"/>
                    <a:pt x="2929" y="1882"/>
                    <a:pt x="2929" y="1632"/>
                  </a:cubicBezTo>
                  <a:cubicBezTo>
                    <a:pt x="2929" y="1370"/>
                    <a:pt x="2715" y="1168"/>
                    <a:pt x="2465" y="1168"/>
                  </a:cubicBezTo>
                  <a:lnTo>
                    <a:pt x="2441" y="1168"/>
                  </a:lnTo>
                  <a:cubicBezTo>
                    <a:pt x="2179" y="1168"/>
                    <a:pt x="1977" y="1370"/>
                    <a:pt x="1977" y="1632"/>
                  </a:cubicBezTo>
                  <a:lnTo>
                    <a:pt x="1977" y="1763"/>
                  </a:lnTo>
                  <a:lnTo>
                    <a:pt x="1727" y="1763"/>
                  </a:lnTo>
                  <a:lnTo>
                    <a:pt x="1727" y="1632"/>
                  </a:lnTo>
                  <a:cubicBezTo>
                    <a:pt x="1727" y="1370"/>
                    <a:pt x="1512" y="1168"/>
                    <a:pt x="1262" y="1168"/>
                  </a:cubicBezTo>
                  <a:lnTo>
                    <a:pt x="1227" y="1168"/>
                  </a:lnTo>
                  <a:cubicBezTo>
                    <a:pt x="977" y="1168"/>
                    <a:pt x="774" y="1370"/>
                    <a:pt x="774" y="1632"/>
                  </a:cubicBezTo>
                  <a:cubicBezTo>
                    <a:pt x="774" y="1882"/>
                    <a:pt x="977" y="2085"/>
                    <a:pt x="1227" y="2085"/>
                  </a:cubicBezTo>
                  <a:lnTo>
                    <a:pt x="1393" y="2085"/>
                  </a:lnTo>
                  <a:lnTo>
                    <a:pt x="1393" y="3776"/>
                  </a:lnTo>
                  <a:lnTo>
                    <a:pt x="1191" y="3776"/>
                  </a:lnTo>
                  <a:cubicBezTo>
                    <a:pt x="1155" y="3478"/>
                    <a:pt x="1024" y="3204"/>
                    <a:pt x="810" y="3014"/>
                  </a:cubicBezTo>
                  <a:cubicBezTo>
                    <a:pt x="488" y="2716"/>
                    <a:pt x="310" y="2299"/>
                    <a:pt x="310" y="1871"/>
                  </a:cubicBezTo>
                  <a:cubicBezTo>
                    <a:pt x="310" y="1013"/>
                    <a:pt x="988" y="323"/>
                    <a:pt x="1858" y="323"/>
                  </a:cubicBezTo>
                  <a:lnTo>
                    <a:pt x="1905" y="323"/>
                  </a:lnTo>
                  <a:cubicBezTo>
                    <a:pt x="2715" y="335"/>
                    <a:pt x="3394" y="1013"/>
                    <a:pt x="3405" y="1835"/>
                  </a:cubicBezTo>
                  <a:lnTo>
                    <a:pt x="3405" y="1847"/>
                  </a:lnTo>
                  <a:cubicBezTo>
                    <a:pt x="3405" y="2287"/>
                    <a:pt x="3239" y="2668"/>
                    <a:pt x="2929" y="2966"/>
                  </a:cubicBezTo>
                  <a:cubicBezTo>
                    <a:pt x="2870" y="3025"/>
                    <a:pt x="2858" y="3133"/>
                    <a:pt x="2929" y="3204"/>
                  </a:cubicBezTo>
                  <a:cubicBezTo>
                    <a:pt x="2965" y="3240"/>
                    <a:pt x="3007" y="3258"/>
                    <a:pt x="3048" y="3258"/>
                  </a:cubicBezTo>
                  <a:cubicBezTo>
                    <a:pt x="3090" y="3258"/>
                    <a:pt x="3132" y="3240"/>
                    <a:pt x="3167" y="3204"/>
                  </a:cubicBezTo>
                  <a:cubicBezTo>
                    <a:pt x="3906" y="2502"/>
                    <a:pt x="3941" y="1299"/>
                    <a:pt x="3191" y="561"/>
                  </a:cubicBezTo>
                  <a:cubicBezTo>
                    <a:pt x="2858" y="216"/>
                    <a:pt x="2393" y="1"/>
                    <a:pt x="1917" y="1"/>
                  </a:cubicBezTo>
                  <a:cubicBezTo>
                    <a:pt x="1903" y="1"/>
                    <a:pt x="1888" y="1"/>
                    <a:pt x="18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66"/>
            <p:cNvSpPr/>
            <p:nvPr/>
          </p:nvSpPr>
          <p:spPr>
            <a:xfrm>
              <a:off x="1502232" y="2449259"/>
              <a:ext cx="10655" cy="25380"/>
            </a:xfrm>
            <a:custGeom>
              <a:avLst/>
              <a:gdLst/>
              <a:ahLst/>
              <a:cxnLst/>
              <a:rect l="l" t="t" r="r" b="b"/>
              <a:pathLst>
                <a:path w="335" h="798" extrusionOk="0">
                  <a:moveTo>
                    <a:pt x="168" y="0"/>
                  </a:moveTo>
                  <a:cubicBezTo>
                    <a:pt x="84" y="0"/>
                    <a:pt x="1" y="84"/>
                    <a:pt x="1" y="167"/>
                  </a:cubicBezTo>
                  <a:lnTo>
                    <a:pt x="1" y="631"/>
                  </a:lnTo>
                  <a:cubicBezTo>
                    <a:pt x="1" y="715"/>
                    <a:pt x="84" y="798"/>
                    <a:pt x="168" y="798"/>
                  </a:cubicBezTo>
                  <a:cubicBezTo>
                    <a:pt x="263" y="798"/>
                    <a:pt x="334" y="715"/>
                    <a:pt x="334" y="631"/>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66"/>
            <p:cNvSpPr/>
            <p:nvPr/>
          </p:nvSpPr>
          <p:spPr>
            <a:xfrm>
              <a:off x="1458309" y="2460582"/>
              <a:ext cx="18988" cy="23090"/>
            </a:xfrm>
            <a:custGeom>
              <a:avLst/>
              <a:gdLst/>
              <a:ahLst/>
              <a:cxnLst/>
              <a:rect l="l" t="t" r="r" b="b"/>
              <a:pathLst>
                <a:path w="597" h="726" extrusionOk="0">
                  <a:moveTo>
                    <a:pt x="190" y="1"/>
                  </a:moveTo>
                  <a:cubicBezTo>
                    <a:pt x="161" y="1"/>
                    <a:pt x="132" y="9"/>
                    <a:pt x="108" y="25"/>
                  </a:cubicBezTo>
                  <a:cubicBezTo>
                    <a:pt x="25" y="61"/>
                    <a:pt x="1" y="168"/>
                    <a:pt x="48" y="240"/>
                  </a:cubicBezTo>
                  <a:lnTo>
                    <a:pt x="275" y="644"/>
                  </a:lnTo>
                  <a:cubicBezTo>
                    <a:pt x="299" y="693"/>
                    <a:pt x="357" y="726"/>
                    <a:pt x="414" y="726"/>
                  </a:cubicBezTo>
                  <a:cubicBezTo>
                    <a:pt x="441" y="726"/>
                    <a:pt x="466" y="719"/>
                    <a:pt x="489" y="704"/>
                  </a:cubicBezTo>
                  <a:cubicBezTo>
                    <a:pt x="572" y="656"/>
                    <a:pt x="596" y="573"/>
                    <a:pt x="548" y="478"/>
                  </a:cubicBezTo>
                  <a:lnTo>
                    <a:pt x="322" y="85"/>
                  </a:lnTo>
                  <a:cubicBezTo>
                    <a:pt x="299" y="30"/>
                    <a:pt x="244"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66"/>
            <p:cNvSpPr/>
            <p:nvPr/>
          </p:nvSpPr>
          <p:spPr>
            <a:xfrm>
              <a:off x="1425741" y="2492768"/>
              <a:ext cx="25031" cy="17874"/>
            </a:xfrm>
            <a:custGeom>
              <a:avLst/>
              <a:gdLst/>
              <a:ahLst/>
              <a:cxnLst/>
              <a:rect l="l" t="t" r="r" b="b"/>
              <a:pathLst>
                <a:path w="787" h="562" extrusionOk="0">
                  <a:moveTo>
                    <a:pt x="181" y="1"/>
                  </a:moveTo>
                  <a:cubicBezTo>
                    <a:pt x="126" y="1"/>
                    <a:pt x="72" y="30"/>
                    <a:pt x="48" y="85"/>
                  </a:cubicBezTo>
                  <a:cubicBezTo>
                    <a:pt x="1" y="156"/>
                    <a:pt x="25" y="263"/>
                    <a:pt x="108" y="299"/>
                  </a:cubicBezTo>
                  <a:cubicBezTo>
                    <a:pt x="501" y="525"/>
                    <a:pt x="501" y="561"/>
                    <a:pt x="584" y="561"/>
                  </a:cubicBezTo>
                  <a:cubicBezTo>
                    <a:pt x="632" y="561"/>
                    <a:pt x="703" y="525"/>
                    <a:pt x="727" y="466"/>
                  </a:cubicBezTo>
                  <a:cubicBezTo>
                    <a:pt x="787" y="394"/>
                    <a:pt x="751" y="287"/>
                    <a:pt x="668" y="240"/>
                  </a:cubicBezTo>
                  <a:lnTo>
                    <a:pt x="263" y="25"/>
                  </a:lnTo>
                  <a:cubicBezTo>
                    <a:pt x="238" y="9"/>
                    <a:pt x="209"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66"/>
            <p:cNvSpPr/>
            <p:nvPr/>
          </p:nvSpPr>
          <p:spPr>
            <a:xfrm>
              <a:off x="1414768" y="2535959"/>
              <a:ext cx="25031" cy="10655"/>
            </a:xfrm>
            <a:custGeom>
              <a:avLst/>
              <a:gdLst/>
              <a:ahLst/>
              <a:cxnLst/>
              <a:rect l="l" t="t" r="r" b="b"/>
              <a:pathLst>
                <a:path w="787" h="335" extrusionOk="0">
                  <a:moveTo>
                    <a:pt x="167" y="1"/>
                  </a:moveTo>
                  <a:cubicBezTo>
                    <a:pt x="72" y="1"/>
                    <a:pt x="1" y="72"/>
                    <a:pt x="1" y="167"/>
                  </a:cubicBezTo>
                  <a:cubicBezTo>
                    <a:pt x="1" y="251"/>
                    <a:pt x="72" y="334"/>
                    <a:pt x="167" y="334"/>
                  </a:cubicBezTo>
                  <a:lnTo>
                    <a:pt x="632" y="334"/>
                  </a:lnTo>
                  <a:cubicBezTo>
                    <a:pt x="715" y="334"/>
                    <a:pt x="786" y="251"/>
                    <a:pt x="786" y="167"/>
                  </a:cubicBezTo>
                  <a:cubicBezTo>
                    <a:pt x="786" y="72"/>
                    <a:pt x="715"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66"/>
            <p:cNvSpPr/>
            <p:nvPr/>
          </p:nvSpPr>
          <p:spPr>
            <a:xfrm>
              <a:off x="1573825" y="2537104"/>
              <a:ext cx="24999" cy="10241"/>
            </a:xfrm>
            <a:custGeom>
              <a:avLst/>
              <a:gdLst/>
              <a:ahLst/>
              <a:cxnLst/>
              <a:rect l="l" t="t" r="r" b="b"/>
              <a:pathLst>
                <a:path w="786" h="322" extrusionOk="0">
                  <a:moveTo>
                    <a:pt x="167" y="0"/>
                  </a:moveTo>
                  <a:cubicBezTo>
                    <a:pt x="72" y="0"/>
                    <a:pt x="0" y="72"/>
                    <a:pt x="0" y="155"/>
                  </a:cubicBezTo>
                  <a:cubicBezTo>
                    <a:pt x="0" y="251"/>
                    <a:pt x="72" y="322"/>
                    <a:pt x="167" y="322"/>
                  </a:cubicBezTo>
                  <a:lnTo>
                    <a:pt x="631" y="322"/>
                  </a:lnTo>
                  <a:cubicBezTo>
                    <a:pt x="715" y="322"/>
                    <a:pt x="786" y="251"/>
                    <a:pt x="786" y="155"/>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66"/>
            <p:cNvSpPr/>
            <p:nvPr/>
          </p:nvSpPr>
          <p:spPr>
            <a:xfrm>
              <a:off x="1563965" y="2493627"/>
              <a:ext cx="24649" cy="17525"/>
            </a:xfrm>
            <a:custGeom>
              <a:avLst/>
              <a:gdLst/>
              <a:ahLst/>
              <a:cxnLst/>
              <a:rect l="l" t="t" r="r" b="b"/>
              <a:pathLst>
                <a:path w="775" h="551" extrusionOk="0">
                  <a:moveTo>
                    <a:pt x="576" y="0"/>
                  </a:moveTo>
                  <a:cubicBezTo>
                    <a:pt x="549" y="0"/>
                    <a:pt x="523" y="7"/>
                    <a:pt x="501" y="22"/>
                  </a:cubicBezTo>
                  <a:lnTo>
                    <a:pt x="108" y="248"/>
                  </a:lnTo>
                  <a:cubicBezTo>
                    <a:pt x="24" y="296"/>
                    <a:pt x="1" y="391"/>
                    <a:pt x="48" y="475"/>
                  </a:cubicBezTo>
                  <a:cubicBezTo>
                    <a:pt x="73" y="524"/>
                    <a:pt x="132" y="550"/>
                    <a:pt x="189" y="550"/>
                  </a:cubicBezTo>
                  <a:cubicBezTo>
                    <a:pt x="215" y="550"/>
                    <a:pt x="240" y="545"/>
                    <a:pt x="263" y="534"/>
                  </a:cubicBezTo>
                  <a:lnTo>
                    <a:pt x="667" y="308"/>
                  </a:lnTo>
                  <a:cubicBezTo>
                    <a:pt x="739" y="260"/>
                    <a:pt x="774" y="153"/>
                    <a:pt x="727" y="82"/>
                  </a:cubicBezTo>
                  <a:cubicBezTo>
                    <a:pt x="694" y="33"/>
                    <a:pt x="633" y="0"/>
                    <a:pt x="5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66"/>
            <p:cNvSpPr/>
            <p:nvPr/>
          </p:nvSpPr>
          <p:spPr>
            <a:xfrm>
              <a:off x="1537853" y="2461440"/>
              <a:ext cx="18956" cy="23090"/>
            </a:xfrm>
            <a:custGeom>
              <a:avLst/>
              <a:gdLst/>
              <a:ahLst/>
              <a:cxnLst/>
              <a:rect l="l" t="t" r="r" b="b"/>
              <a:pathLst>
                <a:path w="596" h="726" extrusionOk="0">
                  <a:moveTo>
                    <a:pt x="414" y="0"/>
                  </a:moveTo>
                  <a:cubicBezTo>
                    <a:pt x="357" y="0"/>
                    <a:pt x="298" y="33"/>
                    <a:pt x="274" y="82"/>
                  </a:cubicBezTo>
                  <a:lnTo>
                    <a:pt x="48" y="486"/>
                  </a:lnTo>
                  <a:cubicBezTo>
                    <a:pt x="0" y="558"/>
                    <a:pt x="36" y="665"/>
                    <a:pt x="107" y="701"/>
                  </a:cubicBezTo>
                  <a:cubicBezTo>
                    <a:pt x="132" y="718"/>
                    <a:pt x="162" y="725"/>
                    <a:pt x="192" y="725"/>
                  </a:cubicBezTo>
                  <a:cubicBezTo>
                    <a:pt x="247" y="725"/>
                    <a:pt x="303" y="699"/>
                    <a:pt x="333" y="653"/>
                  </a:cubicBezTo>
                  <a:lnTo>
                    <a:pt x="548" y="248"/>
                  </a:lnTo>
                  <a:cubicBezTo>
                    <a:pt x="595" y="177"/>
                    <a:pt x="572" y="70"/>
                    <a:pt x="488" y="22"/>
                  </a:cubicBezTo>
                  <a:cubicBezTo>
                    <a:pt x="466" y="7"/>
                    <a:pt x="440" y="0"/>
                    <a:pt x="4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62" name="Google Shape;11962;p66"/>
          <p:cNvSpPr/>
          <p:nvPr/>
        </p:nvSpPr>
        <p:spPr>
          <a:xfrm>
            <a:off x="7075994" y="2250464"/>
            <a:ext cx="353354" cy="351318"/>
          </a:xfrm>
          <a:custGeom>
            <a:avLst/>
            <a:gdLst/>
            <a:ahLst/>
            <a:cxnLst/>
            <a:rect l="l" t="t" r="r" b="b"/>
            <a:pathLst>
              <a:path w="11110" h="11046" extrusionOk="0">
                <a:moveTo>
                  <a:pt x="3750" y="304"/>
                </a:moveTo>
                <a:cubicBezTo>
                  <a:pt x="3766" y="304"/>
                  <a:pt x="3783" y="304"/>
                  <a:pt x="3799" y="306"/>
                </a:cubicBezTo>
                <a:cubicBezTo>
                  <a:pt x="4037" y="341"/>
                  <a:pt x="4275" y="365"/>
                  <a:pt x="4490" y="413"/>
                </a:cubicBezTo>
                <a:cubicBezTo>
                  <a:pt x="4716" y="460"/>
                  <a:pt x="4954" y="520"/>
                  <a:pt x="5180" y="579"/>
                </a:cubicBezTo>
                <a:cubicBezTo>
                  <a:pt x="5347" y="615"/>
                  <a:pt x="5478" y="734"/>
                  <a:pt x="5549" y="889"/>
                </a:cubicBezTo>
                <a:cubicBezTo>
                  <a:pt x="5561" y="913"/>
                  <a:pt x="5585" y="949"/>
                  <a:pt x="5585" y="972"/>
                </a:cubicBezTo>
                <a:cubicBezTo>
                  <a:pt x="5621" y="1115"/>
                  <a:pt x="5609" y="1246"/>
                  <a:pt x="5573" y="1377"/>
                </a:cubicBezTo>
                <a:lnTo>
                  <a:pt x="4156" y="4770"/>
                </a:lnTo>
                <a:cubicBezTo>
                  <a:pt x="3990" y="4711"/>
                  <a:pt x="3823" y="4663"/>
                  <a:pt x="3644" y="4639"/>
                </a:cubicBezTo>
                <a:cubicBezTo>
                  <a:pt x="3489" y="4604"/>
                  <a:pt x="3323" y="4592"/>
                  <a:pt x="3168" y="4580"/>
                </a:cubicBezTo>
                <a:cubicBezTo>
                  <a:pt x="3162" y="4586"/>
                  <a:pt x="3156" y="4589"/>
                  <a:pt x="3152" y="4589"/>
                </a:cubicBezTo>
                <a:cubicBezTo>
                  <a:pt x="3147" y="4589"/>
                  <a:pt x="3144" y="4586"/>
                  <a:pt x="3144" y="4580"/>
                </a:cubicBezTo>
                <a:lnTo>
                  <a:pt x="3144" y="901"/>
                </a:lnTo>
                <a:cubicBezTo>
                  <a:pt x="3144" y="722"/>
                  <a:pt x="3216" y="579"/>
                  <a:pt x="3335" y="460"/>
                </a:cubicBezTo>
                <a:cubicBezTo>
                  <a:pt x="3453" y="353"/>
                  <a:pt x="3600" y="304"/>
                  <a:pt x="3750" y="304"/>
                </a:cubicBezTo>
                <a:close/>
                <a:moveTo>
                  <a:pt x="6451" y="1138"/>
                </a:moveTo>
                <a:cubicBezTo>
                  <a:pt x="6549" y="1138"/>
                  <a:pt x="6645" y="1162"/>
                  <a:pt x="6728" y="1210"/>
                </a:cubicBezTo>
                <a:cubicBezTo>
                  <a:pt x="6918" y="1318"/>
                  <a:pt x="7121" y="1437"/>
                  <a:pt x="7311" y="1556"/>
                </a:cubicBezTo>
                <a:cubicBezTo>
                  <a:pt x="7514" y="1687"/>
                  <a:pt x="7716" y="1842"/>
                  <a:pt x="7907" y="1984"/>
                </a:cubicBezTo>
                <a:cubicBezTo>
                  <a:pt x="7954" y="2020"/>
                  <a:pt x="7978" y="2068"/>
                  <a:pt x="8014" y="2103"/>
                </a:cubicBezTo>
                <a:cubicBezTo>
                  <a:pt x="8085" y="2199"/>
                  <a:pt x="8109" y="2318"/>
                  <a:pt x="8133" y="2437"/>
                </a:cubicBezTo>
                <a:lnTo>
                  <a:pt x="8133" y="2461"/>
                </a:lnTo>
                <a:cubicBezTo>
                  <a:pt x="8133" y="2568"/>
                  <a:pt x="8097" y="2663"/>
                  <a:pt x="8050" y="2746"/>
                </a:cubicBezTo>
                <a:cubicBezTo>
                  <a:pt x="8026" y="2806"/>
                  <a:pt x="7990" y="2854"/>
                  <a:pt x="7954" y="2889"/>
                </a:cubicBezTo>
                <a:lnTo>
                  <a:pt x="5347" y="5497"/>
                </a:lnTo>
                <a:lnTo>
                  <a:pt x="5311" y="5497"/>
                </a:lnTo>
                <a:cubicBezTo>
                  <a:pt x="5192" y="5378"/>
                  <a:pt x="5049" y="5271"/>
                  <a:pt x="4918" y="5187"/>
                </a:cubicBezTo>
                <a:cubicBezTo>
                  <a:pt x="4775" y="5092"/>
                  <a:pt x="4632" y="5009"/>
                  <a:pt x="4478" y="4949"/>
                </a:cubicBezTo>
                <a:cubicBezTo>
                  <a:pt x="4466" y="4949"/>
                  <a:pt x="4466" y="4937"/>
                  <a:pt x="4466" y="4913"/>
                </a:cubicBezTo>
                <a:lnTo>
                  <a:pt x="5883" y="1508"/>
                </a:lnTo>
                <a:cubicBezTo>
                  <a:pt x="5942" y="1341"/>
                  <a:pt x="6073" y="1234"/>
                  <a:pt x="6240" y="1175"/>
                </a:cubicBezTo>
                <a:cubicBezTo>
                  <a:pt x="6309" y="1150"/>
                  <a:pt x="6381" y="1138"/>
                  <a:pt x="6451" y="1138"/>
                </a:cubicBezTo>
                <a:close/>
                <a:moveTo>
                  <a:pt x="8633" y="2937"/>
                </a:moveTo>
                <a:cubicBezTo>
                  <a:pt x="8800" y="2961"/>
                  <a:pt x="8966" y="3032"/>
                  <a:pt x="9062" y="3163"/>
                </a:cubicBezTo>
                <a:cubicBezTo>
                  <a:pt x="9228" y="3354"/>
                  <a:pt x="9383" y="3568"/>
                  <a:pt x="9514" y="3770"/>
                </a:cubicBezTo>
                <a:cubicBezTo>
                  <a:pt x="9633" y="3949"/>
                  <a:pt x="9752" y="4151"/>
                  <a:pt x="9859" y="4342"/>
                </a:cubicBezTo>
                <a:cubicBezTo>
                  <a:pt x="9883" y="4389"/>
                  <a:pt x="9895" y="4425"/>
                  <a:pt x="9919" y="4485"/>
                </a:cubicBezTo>
                <a:cubicBezTo>
                  <a:pt x="9931" y="4532"/>
                  <a:pt x="9931" y="4592"/>
                  <a:pt x="9931" y="4639"/>
                </a:cubicBezTo>
                <a:cubicBezTo>
                  <a:pt x="9931" y="4699"/>
                  <a:pt x="9919" y="4759"/>
                  <a:pt x="9895" y="4818"/>
                </a:cubicBezTo>
                <a:cubicBezTo>
                  <a:pt x="9895" y="4830"/>
                  <a:pt x="9883" y="4866"/>
                  <a:pt x="9871" y="4878"/>
                </a:cubicBezTo>
                <a:lnTo>
                  <a:pt x="9871" y="4890"/>
                </a:lnTo>
                <a:cubicBezTo>
                  <a:pt x="9859" y="4937"/>
                  <a:pt x="9824" y="4961"/>
                  <a:pt x="9800" y="4997"/>
                </a:cubicBezTo>
                <a:cubicBezTo>
                  <a:pt x="9740" y="5068"/>
                  <a:pt x="9645" y="5128"/>
                  <a:pt x="9562" y="5175"/>
                </a:cubicBezTo>
                <a:lnTo>
                  <a:pt x="6145" y="6592"/>
                </a:lnTo>
                <a:lnTo>
                  <a:pt x="6133" y="6592"/>
                </a:lnTo>
                <a:cubicBezTo>
                  <a:pt x="6133" y="6592"/>
                  <a:pt x="6121" y="6592"/>
                  <a:pt x="6121" y="6568"/>
                </a:cubicBezTo>
                <a:cubicBezTo>
                  <a:pt x="6049" y="6402"/>
                  <a:pt x="5954" y="6259"/>
                  <a:pt x="5847" y="6104"/>
                </a:cubicBezTo>
                <a:cubicBezTo>
                  <a:pt x="5764" y="5973"/>
                  <a:pt x="5668" y="5854"/>
                  <a:pt x="5573" y="5759"/>
                </a:cubicBezTo>
                <a:lnTo>
                  <a:pt x="5573" y="5723"/>
                </a:lnTo>
                <a:lnTo>
                  <a:pt x="8169" y="3115"/>
                </a:lnTo>
                <a:cubicBezTo>
                  <a:pt x="8288" y="2996"/>
                  <a:pt x="8454" y="2937"/>
                  <a:pt x="8633" y="2937"/>
                </a:cubicBezTo>
                <a:close/>
                <a:moveTo>
                  <a:pt x="2966" y="4878"/>
                </a:moveTo>
                <a:cubicBezTo>
                  <a:pt x="3013" y="4901"/>
                  <a:pt x="3073" y="4913"/>
                  <a:pt x="3132" y="4913"/>
                </a:cubicBezTo>
                <a:cubicBezTo>
                  <a:pt x="3216" y="4913"/>
                  <a:pt x="3311" y="4937"/>
                  <a:pt x="3394" y="4949"/>
                </a:cubicBezTo>
                <a:lnTo>
                  <a:pt x="2966" y="7140"/>
                </a:lnTo>
                <a:lnTo>
                  <a:pt x="2918" y="7140"/>
                </a:lnTo>
                <a:lnTo>
                  <a:pt x="2537" y="4949"/>
                </a:lnTo>
                <a:cubicBezTo>
                  <a:pt x="2620" y="4937"/>
                  <a:pt x="2727" y="4925"/>
                  <a:pt x="2811" y="4925"/>
                </a:cubicBezTo>
                <a:lnTo>
                  <a:pt x="2870" y="4925"/>
                </a:lnTo>
                <a:cubicBezTo>
                  <a:pt x="2894" y="4925"/>
                  <a:pt x="2894" y="4925"/>
                  <a:pt x="2906" y="4901"/>
                </a:cubicBezTo>
                <a:cubicBezTo>
                  <a:pt x="2918" y="4901"/>
                  <a:pt x="2918" y="4901"/>
                  <a:pt x="2930" y="4890"/>
                </a:cubicBezTo>
                <a:cubicBezTo>
                  <a:pt x="2954" y="4890"/>
                  <a:pt x="2954" y="4878"/>
                  <a:pt x="2966" y="4878"/>
                </a:cubicBezTo>
                <a:close/>
                <a:moveTo>
                  <a:pt x="3728" y="4997"/>
                </a:moveTo>
                <a:lnTo>
                  <a:pt x="4037" y="5080"/>
                </a:lnTo>
                <a:cubicBezTo>
                  <a:pt x="4049" y="5080"/>
                  <a:pt x="4049" y="5080"/>
                  <a:pt x="4061" y="5104"/>
                </a:cubicBezTo>
                <a:lnTo>
                  <a:pt x="4228" y="5104"/>
                </a:lnTo>
                <a:cubicBezTo>
                  <a:pt x="4251" y="5140"/>
                  <a:pt x="4299" y="5187"/>
                  <a:pt x="4359" y="5199"/>
                </a:cubicBezTo>
                <a:cubicBezTo>
                  <a:pt x="4418" y="5259"/>
                  <a:pt x="4502" y="5306"/>
                  <a:pt x="4585" y="5354"/>
                </a:cubicBezTo>
                <a:lnTo>
                  <a:pt x="3335" y="7199"/>
                </a:lnTo>
                <a:cubicBezTo>
                  <a:pt x="3323" y="7199"/>
                  <a:pt x="3299" y="7176"/>
                  <a:pt x="3287" y="7176"/>
                </a:cubicBezTo>
                <a:lnTo>
                  <a:pt x="3728" y="4997"/>
                </a:lnTo>
                <a:close/>
                <a:moveTo>
                  <a:pt x="4859" y="5532"/>
                </a:moveTo>
                <a:cubicBezTo>
                  <a:pt x="4942" y="5592"/>
                  <a:pt x="5013" y="5663"/>
                  <a:pt x="5097" y="5723"/>
                </a:cubicBezTo>
                <a:cubicBezTo>
                  <a:pt x="5097" y="5723"/>
                  <a:pt x="5109" y="5735"/>
                  <a:pt x="5121" y="5735"/>
                </a:cubicBezTo>
                <a:lnTo>
                  <a:pt x="5133" y="5759"/>
                </a:lnTo>
                <a:cubicBezTo>
                  <a:pt x="5156" y="5759"/>
                  <a:pt x="5156" y="5771"/>
                  <a:pt x="5168" y="5771"/>
                </a:cubicBezTo>
                <a:cubicBezTo>
                  <a:pt x="5168" y="5771"/>
                  <a:pt x="5180" y="5771"/>
                  <a:pt x="5180" y="5782"/>
                </a:cubicBezTo>
                <a:cubicBezTo>
                  <a:pt x="5192" y="5782"/>
                  <a:pt x="5192" y="5782"/>
                  <a:pt x="5216" y="5794"/>
                </a:cubicBezTo>
                <a:lnTo>
                  <a:pt x="5228" y="5794"/>
                </a:lnTo>
                <a:cubicBezTo>
                  <a:pt x="5240" y="5854"/>
                  <a:pt x="5275" y="5902"/>
                  <a:pt x="5299" y="5949"/>
                </a:cubicBezTo>
                <a:cubicBezTo>
                  <a:pt x="5359" y="6009"/>
                  <a:pt x="5418" y="6080"/>
                  <a:pt x="5466" y="6152"/>
                </a:cubicBezTo>
                <a:lnTo>
                  <a:pt x="3629" y="7396"/>
                </a:lnTo>
                <a:lnTo>
                  <a:pt x="3629" y="7396"/>
                </a:lnTo>
                <a:cubicBezTo>
                  <a:pt x="3623" y="7389"/>
                  <a:pt x="3617" y="7382"/>
                  <a:pt x="3609" y="7378"/>
                </a:cubicBezTo>
                <a:lnTo>
                  <a:pt x="4859" y="5532"/>
                </a:lnTo>
                <a:close/>
                <a:moveTo>
                  <a:pt x="5692" y="6425"/>
                </a:moveTo>
                <a:cubicBezTo>
                  <a:pt x="5752" y="6509"/>
                  <a:pt x="5787" y="6616"/>
                  <a:pt x="5835" y="6711"/>
                </a:cubicBezTo>
                <a:cubicBezTo>
                  <a:pt x="5835" y="6723"/>
                  <a:pt x="5847" y="6735"/>
                  <a:pt x="5847" y="6735"/>
                </a:cubicBezTo>
                <a:cubicBezTo>
                  <a:pt x="5847" y="6747"/>
                  <a:pt x="5871" y="6747"/>
                  <a:pt x="5883" y="6771"/>
                </a:cubicBezTo>
                <a:lnTo>
                  <a:pt x="5906" y="6795"/>
                </a:lnTo>
                <a:lnTo>
                  <a:pt x="5942" y="6830"/>
                </a:lnTo>
                <a:cubicBezTo>
                  <a:pt x="5930" y="6878"/>
                  <a:pt x="5942" y="6949"/>
                  <a:pt x="5954" y="6985"/>
                </a:cubicBezTo>
                <a:cubicBezTo>
                  <a:pt x="5990" y="7080"/>
                  <a:pt x="6014" y="7164"/>
                  <a:pt x="6026" y="7259"/>
                </a:cubicBezTo>
                <a:lnTo>
                  <a:pt x="3859" y="7723"/>
                </a:lnTo>
                <a:cubicBezTo>
                  <a:pt x="3859" y="7699"/>
                  <a:pt x="3847" y="7687"/>
                  <a:pt x="3847" y="7676"/>
                </a:cubicBezTo>
                <a:lnTo>
                  <a:pt x="5692" y="6425"/>
                </a:lnTo>
                <a:close/>
                <a:moveTo>
                  <a:pt x="9900" y="5418"/>
                </a:moveTo>
                <a:cubicBezTo>
                  <a:pt x="9989" y="5418"/>
                  <a:pt x="10076" y="5436"/>
                  <a:pt x="10157" y="5473"/>
                </a:cubicBezTo>
                <a:cubicBezTo>
                  <a:pt x="10300" y="5544"/>
                  <a:pt x="10419" y="5675"/>
                  <a:pt x="10467" y="5842"/>
                </a:cubicBezTo>
                <a:cubicBezTo>
                  <a:pt x="10598" y="6294"/>
                  <a:pt x="10693" y="6771"/>
                  <a:pt x="10728" y="7223"/>
                </a:cubicBezTo>
                <a:lnTo>
                  <a:pt x="10728" y="7283"/>
                </a:lnTo>
                <a:cubicBezTo>
                  <a:pt x="10752" y="7437"/>
                  <a:pt x="10705" y="7568"/>
                  <a:pt x="10609" y="7676"/>
                </a:cubicBezTo>
                <a:cubicBezTo>
                  <a:pt x="10598" y="7687"/>
                  <a:pt x="10598" y="7687"/>
                  <a:pt x="10598" y="7699"/>
                </a:cubicBezTo>
                <a:cubicBezTo>
                  <a:pt x="10598" y="7723"/>
                  <a:pt x="10586" y="7723"/>
                  <a:pt x="10586" y="7735"/>
                </a:cubicBezTo>
                <a:lnTo>
                  <a:pt x="10574" y="7747"/>
                </a:lnTo>
                <a:lnTo>
                  <a:pt x="10550" y="7759"/>
                </a:lnTo>
                <a:lnTo>
                  <a:pt x="10538" y="7783"/>
                </a:lnTo>
                <a:lnTo>
                  <a:pt x="10526" y="7795"/>
                </a:lnTo>
                <a:cubicBezTo>
                  <a:pt x="10526" y="7795"/>
                  <a:pt x="10514" y="7795"/>
                  <a:pt x="10514" y="7807"/>
                </a:cubicBezTo>
                <a:cubicBezTo>
                  <a:pt x="10514" y="7807"/>
                  <a:pt x="10490" y="7807"/>
                  <a:pt x="10490" y="7818"/>
                </a:cubicBezTo>
                <a:cubicBezTo>
                  <a:pt x="10490" y="7818"/>
                  <a:pt x="10478" y="7818"/>
                  <a:pt x="10478" y="7842"/>
                </a:cubicBezTo>
                <a:cubicBezTo>
                  <a:pt x="10478" y="7842"/>
                  <a:pt x="10467" y="7842"/>
                  <a:pt x="10467" y="7854"/>
                </a:cubicBezTo>
                <a:lnTo>
                  <a:pt x="10455" y="7854"/>
                </a:lnTo>
                <a:cubicBezTo>
                  <a:pt x="10455" y="7854"/>
                  <a:pt x="10431" y="7854"/>
                  <a:pt x="10431" y="7866"/>
                </a:cubicBezTo>
                <a:lnTo>
                  <a:pt x="10419" y="7866"/>
                </a:lnTo>
                <a:cubicBezTo>
                  <a:pt x="10419" y="7866"/>
                  <a:pt x="10407" y="7866"/>
                  <a:pt x="10407" y="7878"/>
                </a:cubicBezTo>
                <a:lnTo>
                  <a:pt x="10395" y="7878"/>
                </a:lnTo>
                <a:cubicBezTo>
                  <a:pt x="10395" y="7878"/>
                  <a:pt x="10371" y="7878"/>
                  <a:pt x="10371" y="7902"/>
                </a:cubicBezTo>
                <a:lnTo>
                  <a:pt x="6466" y="7902"/>
                </a:lnTo>
                <a:cubicBezTo>
                  <a:pt x="6442" y="7902"/>
                  <a:pt x="6442" y="7878"/>
                  <a:pt x="6442" y="7878"/>
                </a:cubicBezTo>
                <a:cubicBezTo>
                  <a:pt x="6430" y="7545"/>
                  <a:pt x="6359" y="7211"/>
                  <a:pt x="6252" y="6902"/>
                </a:cubicBezTo>
                <a:cubicBezTo>
                  <a:pt x="6252" y="6890"/>
                  <a:pt x="6252" y="6890"/>
                  <a:pt x="6264" y="6866"/>
                </a:cubicBezTo>
                <a:lnTo>
                  <a:pt x="9657" y="5461"/>
                </a:lnTo>
                <a:cubicBezTo>
                  <a:pt x="9736" y="5433"/>
                  <a:pt x="9819" y="5418"/>
                  <a:pt x="9900" y="5418"/>
                </a:cubicBezTo>
                <a:close/>
                <a:moveTo>
                  <a:pt x="6109" y="7604"/>
                </a:moveTo>
                <a:cubicBezTo>
                  <a:pt x="6121" y="7699"/>
                  <a:pt x="6133" y="7807"/>
                  <a:pt x="6133" y="7914"/>
                </a:cubicBezTo>
                <a:lnTo>
                  <a:pt x="6133" y="7938"/>
                </a:lnTo>
                <a:lnTo>
                  <a:pt x="6133" y="7973"/>
                </a:lnTo>
                <a:cubicBezTo>
                  <a:pt x="6133" y="7985"/>
                  <a:pt x="6133" y="7985"/>
                  <a:pt x="6145" y="7997"/>
                </a:cubicBezTo>
                <a:cubicBezTo>
                  <a:pt x="6145" y="8021"/>
                  <a:pt x="6145" y="8021"/>
                  <a:pt x="6168" y="8033"/>
                </a:cubicBezTo>
                <a:cubicBezTo>
                  <a:pt x="6168" y="8045"/>
                  <a:pt x="6180" y="8045"/>
                  <a:pt x="6180" y="8057"/>
                </a:cubicBezTo>
                <a:cubicBezTo>
                  <a:pt x="6145" y="8104"/>
                  <a:pt x="6133" y="8164"/>
                  <a:pt x="6133" y="8223"/>
                </a:cubicBezTo>
                <a:cubicBezTo>
                  <a:pt x="6133" y="8319"/>
                  <a:pt x="6121" y="8390"/>
                  <a:pt x="6109" y="8473"/>
                </a:cubicBezTo>
                <a:lnTo>
                  <a:pt x="3930" y="8092"/>
                </a:lnTo>
                <a:lnTo>
                  <a:pt x="3930" y="8033"/>
                </a:lnTo>
                <a:lnTo>
                  <a:pt x="6109" y="7604"/>
                </a:lnTo>
                <a:close/>
                <a:moveTo>
                  <a:pt x="2978" y="7437"/>
                </a:moveTo>
                <a:cubicBezTo>
                  <a:pt x="3335" y="7437"/>
                  <a:pt x="3620" y="7723"/>
                  <a:pt x="3620" y="8080"/>
                </a:cubicBezTo>
                <a:cubicBezTo>
                  <a:pt x="3609" y="8438"/>
                  <a:pt x="3323" y="8711"/>
                  <a:pt x="2978" y="8711"/>
                </a:cubicBezTo>
                <a:cubicBezTo>
                  <a:pt x="2620" y="8711"/>
                  <a:pt x="2335" y="8438"/>
                  <a:pt x="2335" y="8080"/>
                </a:cubicBezTo>
                <a:cubicBezTo>
                  <a:pt x="2335" y="7723"/>
                  <a:pt x="2620" y="7437"/>
                  <a:pt x="2978" y="7437"/>
                </a:cubicBezTo>
                <a:close/>
                <a:moveTo>
                  <a:pt x="3749" y="1"/>
                </a:moveTo>
                <a:cubicBezTo>
                  <a:pt x="3525" y="1"/>
                  <a:pt x="3308" y="92"/>
                  <a:pt x="3144" y="246"/>
                </a:cubicBezTo>
                <a:cubicBezTo>
                  <a:pt x="3085" y="294"/>
                  <a:pt x="3037" y="353"/>
                  <a:pt x="2989" y="413"/>
                </a:cubicBezTo>
                <a:cubicBezTo>
                  <a:pt x="2942" y="353"/>
                  <a:pt x="2906" y="294"/>
                  <a:pt x="2847" y="246"/>
                </a:cubicBezTo>
                <a:cubicBezTo>
                  <a:pt x="2658" y="80"/>
                  <a:pt x="2419" y="7"/>
                  <a:pt x="2185" y="7"/>
                </a:cubicBezTo>
                <a:cubicBezTo>
                  <a:pt x="2168" y="7"/>
                  <a:pt x="2150" y="7"/>
                  <a:pt x="2132" y="8"/>
                </a:cubicBezTo>
                <a:cubicBezTo>
                  <a:pt x="1632" y="56"/>
                  <a:pt x="1156" y="151"/>
                  <a:pt x="680" y="294"/>
                </a:cubicBezTo>
                <a:cubicBezTo>
                  <a:pt x="430" y="365"/>
                  <a:pt x="227" y="544"/>
                  <a:pt x="120" y="782"/>
                </a:cubicBezTo>
                <a:cubicBezTo>
                  <a:pt x="1" y="1020"/>
                  <a:pt x="1" y="1282"/>
                  <a:pt x="108" y="1520"/>
                </a:cubicBezTo>
                <a:lnTo>
                  <a:pt x="370" y="2175"/>
                </a:lnTo>
                <a:cubicBezTo>
                  <a:pt x="397" y="2248"/>
                  <a:pt x="466" y="2279"/>
                  <a:pt x="529" y="2279"/>
                </a:cubicBezTo>
                <a:cubicBezTo>
                  <a:pt x="549" y="2279"/>
                  <a:pt x="567" y="2276"/>
                  <a:pt x="584" y="2270"/>
                </a:cubicBezTo>
                <a:cubicBezTo>
                  <a:pt x="668" y="2234"/>
                  <a:pt x="703" y="2139"/>
                  <a:pt x="668" y="2056"/>
                </a:cubicBezTo>
                <a:lnTo>
                  <a:pt x="406" y="1401"/>
                </a:lnTo>
                <a:cubicBezTo>
                  <a:pt x="346" y="1246"/>
                  <a:pt x="346" y="1068"/>
                  <a:pt x="418" y="913"/>
                </a:cubicBezTo>
                <a:cubicBezTo>
                  <a:pt x="489" y="770"/>
                  <a:pt x="620" y="651"/>
                  <a:pt x="787" y="603"/>
                </a:cubicBezTo>
                <a:cubicBezTo>
                  <a:pt x="1239" y="472"/>
                  <a:pt x="1715" y="377"/>
                  <a:pt x="2168" y="329"/>
                </a:cubicBezTo>
                <a:cubicBezTo>
                  <a:pt x="2182" y="328"/>
                  <a:pt x="2196" y="328"/>
                  <a:pt x="2210" y="328"/>
                </a:cubicBezTo>
                <a:cubicBezTo>
                  <a:pt x="2364" y="328"/>
                  <a:pt x="2523" y="386"/>
                  <a:pt x="2632" y="484"/>
                </a:cubicBezTo>
                <a:cubicBezTo>
                  <a:pt x="2763" y="603"/>
                  <a:pt x="2823" y="746"/>
                  <a:pt x="2823" y="925"/>
                </a:cubicBezTo>
                <a:lnTo>
                  <a:pt x="2823" y="4604"/>
                </a:lnTo>
                <a:lnTo>
                  <a:pt x="2823" y="4616"/>
                </a:lnTo>
                <a:lnTo>
                  <a:pt x="2811" y="4639"/>
                </a:lnTo>
                <a:cubicBezTo>
                  <a:pt x="2466" y="4651"/>
                  <a:pt x="2144" y="4723"/>
                  <a:pt x="1835" y="4830"/>
                </a:cubicBezTo>
                <a:cubicBezTo>
                  <a:pt x="1811" y="4830"/>
                  <a:pt x="1811" y="4830"/>
                  <a:pt x="1799" y="4818"/>
                </a:cubicBezTo>
                <a:lnTo>
                  <a:pt x="953" y="2758"/>
                </a:lnTo>
                <a:cubicBezTo>
                  <a:pt x="927" y="2697"/>
                  <a:pt x="868" y="2661"/>
                  <a:pt x="806" y="2661"/>
                </a:cubicBezTo>
                <a:cubicBezTo>
                  <a:pt x="784" y="2661"/>
                  <a:pt x="761" y="2666"/>
                  <a:pt x="739" y="2675"/>
                </a:cubicBezTo>
                <a:cubicBezTo>
                  <a:pt x="656" y="2699"/>
                  <a:pt x="620" y="2806"/>
                  <a:pt x="656" y="2877"/>
                </a:cubicBezTo>
                <a:lnTo>
                  <a:pt x="1501" y="4937"/>
                </a:lnTo>
                <a:cubicBezTo>
                  <a:pt x="1558" y="5060"/>
                  <a:pt x="1682" y="5146"/>
                  <a:pt x="1821" y="5146"/>
                </a:cubicBezTo>
                <a:cubicBezTo>
                  <a:pt x="1856" y="5146"/>
                  <a:pt x="1893" y="5140"/>
                  <a:pt x="1930" y="5128"/>
                </a:cubicBezTo>
                <a:cubicBezTo>
                  <a:pt x="2025" y="5092"/>
                  <a:pt x="2132" y="5068"/>
                  <a:pt x="2216" y="5032"/>
                </a:cubicBezTo>
                <a:lnTo>
                  <a:pt x="2608" y="7223"/>
                </a:lnTo>
                <a:cubicBezTo>
                  <a:pt x="2251" y="7354"/>
                  <a:pt x="2013" y="7711"/>
                  <a:pt x="2013" y="8116"/>
                </a:cubicBezTo>
                <a:cubicBezTo>
                  <a:pt x="2013" y="8640"/>
                  <a:pt x="2442" y="9069"/>
                  <a:pt x="2966" y="9069"/>
                </a:cubicBezTo>
                <a:cubicBezTo>
                  <a:pt x="3382" y="9069"/>
                  <a:pt x="3740" y="8807"/>
                  <a:pt x="3870" y="8426"/>
                </a:cubicBezTo>
                <a:lnTo>
                  <a:pt x="6037" y="8819"/>
                </a:lnTo>
                <a:cubicBezTo>
                  <a:pt x="6014" y="8926"/>
                  <a:pt x="5978" y="9045"/>
                  <a:pt x="5954" y="9140"/>
                </a:cubicBezTo>
                <a:cubicBezTo>
                  <a:pt x="5895" y="9307"/>
                  <a:pt x="5978" y="9497"/>
                  <a:pt x="6145" y="9581"/>
                </a:cubicBezTo>
                <a:lnTo>
                  <a:pt x="8109" y="10390"/>
                </a:lnTo>
                <a:cubicBezTo>
                  <a:pt x="8121" y="10414"/>
                  <a:pt x="8157" y="10414"/>
                  <a:pt x="8169" y="10414"/>
                </a:cubicBezTo>
                <a:cubicBezTo>
                  <a:pt x="8228" y="10414"/>
                  <a:pt x="8288" y="10366"/>
                  <a:pt x="8323" y="10307"/>
                </a:cubicBezTo>
                <a:cubicBezTo>
                  <a:pt x="8347" y="10212"/>
                  <a:pt x="8323" y="10128"/>
                  <a:pt x="8228" y="10093"/>
                </a:cubicBezTo>
                <a:lnTo>
                  <a:pt x="6264" y="9283"/>
                </a:lnTo>
                <a:cubicBezTo>
                  <a:pt x="6252" y="9283"/>
                  <a:pt x="6252" y="9259"/>
                  <a:pt x="6252" y="9247"/>
                </a:cubicBezTo>
                <a:cubicBezTo>
                  <a:pt x="6371" y="8938"/>
                  <a:pt x="6430" y="8604"/>
                  <a:pt x="6442" y="8271"/>
                </a:cubicBezTo>
                <a:cubicBezTo>
                  <a:pt x="6442" y="8247"/>
                  <a:pt x="6466" y="8247"/>
                  <a:pt x="6466" y="8247"/>
                </a:cubicBezTo>
                <a:lnTo>
                  <a:pt x="10133" y="8247"/>
                </a:lnTo>
                <a:cubicBezTo>
                  <a:pt x="10312" y="8247"/>
                  <a:pt x="10467" y="8330"/>
                  <a:pt x="10586" y="8449"/>
                </a:cubicBezTo>
                <a:cubicBezTo>
                  <a:pt x="10705" y="8580"/>
                  <a:pt x="10740" y="8747"/>
                  <a:pt x="10728" y="8902"/>
                </a:cubicBezTo>
                <a:cubicBezTo>
                  <a:pt x="10693" y="9366"/>
                  <a:pt x="10586" y="9842"/>
                  <a:pt x="10467" y="10295"/>
                </a:cubicBezTo>
                <a:cubicBezTo>
                  <a:pt x="10419" y="10450"/>
                  <a:pt x="10300" y="10593"/>
                  <a:pt x="10157" y="10664"/>
                </a:cubicBezTo>
                <a:cubicBezTo>
                  <a:pt x="10076" y="10701"/>
                  <a:pt x="9989" y="10719"/>
                  <a:pt x="9900" y="10719"/>
                </a:cubicBezTo>
                <a:cubicBezTo>
                  <a:pt x="9819" y="10719"/>
                  <a:pt x="9736" y="10704"/>
                  <a:pt x="9657" y="10676"/>
                </a:cubicBezTo>
                <a:lnTo>
                  <a:pt x="8919" y="10366"/>
                </a:lnTo>
                <a:cubicBezTo>
                  <a:pt x="8900" y="10357"/>
                  <a:pt x="8879" y="10353"/>
                  <a:pt x="8857" y="10353"/>
                </a:cubicBezTo>
                <a:cubicBezTo>
                  <a:pt x="8796" y="10353"/>
                  <a:pt x="8731" y="10388"/>
                  <a:pt x="8704" y="10450"/>
                </a:cubicBezTo>
                <a:cubicBezTo>
                  <a:pt x="8681" y="10545"/>
                  <a:pt x="8704" y="10628"/>
                  <a:pt x="8800" y="10664"/>
                </a:cubicBezTo>
                <a:lnTo>
                  <a:pt x="9538" y="10974"/>
                </a:lnTo>
                <a:cubicBezTo>
                  <a:pt x="9657" y="11021"/>
                  <a:pt x="9776" y="11045"/>
                  <a:pt x="9895" y="11045"/>
                </a:cubicBezTo>
                <a:cubicBezTo>
                  <a:pt x="10038" y="11045"/>
                  <a:pt x="10169" y="11021"/>
                  <a:pt x="10300" y="10962"/>
                </a:cubicBezTo>
                <a:cubicBezTo>
                  <a:pt x="10538" y="10843"/>
                  <a:pt x="10717" y="10652"/>
                  <a:pt x="10788" y="10390"/>
                </a:cubicBezTo>
                <a:cubicBezTo>
                  <a:pt x="10931" y="9938"/>
                  <a:pt x="11026" y="9438"/>
                  <a:pt x="11074" y="8950"/>
                </a:cubicBezTo>
                <a:cubicBezTo>
                  <a:pt x="11109" y="8700"/>
                  <a:pt x="11014" y="8426"/>
                  <a:pt x="10836" y="8235"/>
                </a:cubicBezTo>
                <a:cubicBezTo>
                  <a:pt x="10776" y="8152"/>
                  <a:pt x="10728" y="8104"/>
                  <a:pt x="10669" y="8057"/>
                </a:cubicBezTo>
                <a:cubicBezTo>
                  <a:pt x="10693" y="8045"/>
                  <a:pt x="10705" y="8045"/>
                  <a:pt x="10705" y="8033"/>
                </a:cubicBezTo>
                <a:lnTo>
                  <a:pt x="10717" y="8021"/>
                </a:lnTo>
                <a:cubicBezTo>
                  <a:pt x="10728" y="8021"/>
                  <a:pt x="10728" y="7997"/>
                  <a:pt x="10752" y="7997"/>
                </a:cubicBezTo>
                <a:lnTo>
                  <a:pt x="10764" y="7985"/>
                </a:lnTo>
                <a:lnTo>
                  <a:pt x="10788" y="7949"/>
                </a:lnTo>
                <a:lnTo>
                  <a:pt x="10812" y="7938"/>
                </a:lnTo>
                <a:cubicBezTo>
                  <a:pt x="10824" y="7926"/>
                  <a:pt x="10836" y="7914"/>
                  <a:pt x="10836" y="7890"/>
                </a:cubicBezTo>
                <a:cubicBezTo>
                  <a:pt x="11014" y="7699"/>
                  <a:pt x="11086" y="7437"/>
                  <a:pt x="11074" y="7176"/>
                </a:cubicBezTo>
                <a:cubicBezTo>
                  <a:pt x="11026" y="6687"/>
                  <a:pt x="10931" y="6211"/>
                  <a:pt x="10788" y="5735"/>
                </a:cubicBezTo>
                <a:cubicBezTo>
                  <a:pt x="10717" y="5485"/>
                  <a:pt x="10538" y="5271"/>
                  <a:pt x="10300" y="5175"/>
                </a:cubicBezTo>
                <a:cubicBezTo>
                  <a:pt x="10228" y="5140"/>
                  <a:pt x="10169" y="5116"/>
                  <a:pt x="10086" y="5092"/>
                </a:cubicBezTo>
                <a:lnTo>
                  <a:pt x="10086" y="5080"/>
                </a:lnTo>
                <a:cubicBezTo>
                  <a:pt x="10086" y="5068"/>
                  <a:pt x="10109" y="5068"/>
                  <a:pt x="10109" y="5056"/>
                </a:cubicBezTo>
                <a:cubicBezTo>
                  <a:pt x="10109" y="5056"/>
                  <a:pt x="10109" y="5032"/>
                  <a:pt x="10121" y="5032"/>
                </a:cubicBezTo>
                <a:cubicBezTo>
                  <a:pt x="10121" y="5020"/>
                  <a:pt x="10133" y="5020"/>
                  <a:pt x="10133" y="5009"/>
                </a:cubicBezTo>
                <a:cubicBezTo>
                  <a:pt x="10133" y="5009"/>
                  <a:pt x="10133" y="4997"/>
                  <a:pt x="10145" y="4997"/>
                </a:cubicBezTo>
                <a:cubicBezTo>
                  <a:pt x="10145" y="4973"/>
                  <a:pt x="10169" y="4973"/>
                  <a:pt x="10169" y="4961"/>
                </a:cubicBezTo>
                <a:lnTo>
                  <a:pt x="10169" y="4949"/>
                </a:lnTo>
                <a:cubicBezTo>
                  <a:pt x="10169" y="4937"/>
                  <a:pt x="10181" y="4913"/>
                  <a:pt x="10181" y="4901"/>
                </a:cubicBezTo>
                <a:cubicBezTo>
                  <a:pt x="10205" y="4818"/>
                  <a:pt x="10228" y="4711"/>
                  <a:pt x="10240" y="4616"/>
                </a:cubicBezTo>
                <a:cubicBezTo>
                  <a:pt x="10240" y="4473"/>
                  <a:pt x="10205" y="4342"/>
                  <a:pt x="10145" y="4199"/>
                </a:cubicBezTo>
                <a:cubicBezTo>
                  <a:pt x="10145" y="4187"/>
                  <a:pt x="10133" y="4175"/>
                  <a:pt x="10133" y="4163"/>
                </a:cubicBezTo>
                <a:cubicBezTo>
                  <a:pt x="10026" y="3961"/>
                  <a:pt x="9907" y="3770"/>
                  <a:pt x="9776" y="3580"/>
                </a:cubicBezTo>
                <a:cubicBezTo>
                  <a:pt x="9633" y="3354"/>
                  <a:pt x="9478" y="3151"/>
                  <a:pt x="9312" y="2937"/>
                </a:cubicBezTo>
                <a:cubicBezTo>
                  <a:pt x="9157" y="2734"/>
                  <a:pt x="8919" y="2615"/>
                  <a:pt x="8645" y="2592"/>
                </a:cubicBezTo>
                <a:cubicBezTo>
                  <a:pt x="8573" y="2592"/>
                  <a:pt x="8502" y="2592"/>
                  <a:pt x="8419" y="2615"/>
                </a:cubicBezTo>
                <a:lnTo>
                  <a:pt x="8419" y="2592"/>
                </a:lnTo>
                <a:lnTo>
                  <a:pt x="8419" y="2568"/>
                </a:lnTo>
                <a:lnTo>
                  <a:pt x="8419" y="2556"/>
                </a:lnTo>
                <a:lnTo>
                  <a:pt x="8419" y="2520"/>
                </a:lnTo>
                <a:lnTo>
                  <a:pt x="8419" y="2508"/>
                </a:lnTo>
                <a:lnTo>
                  <a:pt x="8419" y="2473"/>
                </a:lnTo>
                <a:lnTo>
                  <a:pt x="8419" y="2461"/>
                </a:lnTo>
                <a:lnTo>
                  <a:pt x="8419" y="2401"/>
                </a:lnTo>
                <a:cubicBezTo>
                  <a:pt x="8419" y="2318"/>
                  <a:pt x="8395" y="2223"/>
                  <a:pt x="8359" y="2139"/>
                </a:cubicBezTo>
                <a:cubicBezTo>
                  <a:pt x="8300" y="1972"/>
                  <a:pt x="8216" y="1842"/>
                  <a:pt x="8085" y="1734"/>
                </a:cubicBezTo>
                <a:cubicBezTo>
                  <a:pt x="7883" y="1568"/>
                  <a:pt x="7680" y="1425"/>
                  <a:pt x="7454" y="1270"/>
                </a:cubicBezTo>
                <a:cubicBezTo>
                  <a:pt x="7264" y="1139"/>
                  <a:pt x="7049" y="1020"/>
                  <a:pt x="6859" y="913"/>
                </a:cubicBezTo>
                <a:cubicBezTo>
                  <a:pt x="6723" y="841"/>
                  <a:pt x="6569" y="804"/>
                  <a:pt x="6417" y="804"/>
                </a:cubicBezTo>
                <a:cubicBezTo>
                  <a:pt x="6316" y="804"/>
                  <a:pt x="6215" y="820"/>
                  <a:pt x="6121" y="853"/>
                </a:cubicBezTo>
                <a:cubicBezTo>
                  <a:pt x="6037" y="889"/>
                  <a:pt x="5978" y="913"/>
                  <a:pt x="5918" y="960"/>
                </a:cubicBezTo>
                <a:lnTo>
                  <a:pt x="5918" y="949"/>
                </a:lnTo>
                <a:cubicBezTo>
                  <a:pt x="5918" y="925"/>
                  <a:pt x="5918" y="925"/>
                  <a:pt x="5906" y="913"/>
                </a:cubicBezTo>
                <a:lnTo>
                  <a:pt x="5906" y="901"/>
                </a:lnTo>
                <a:cubicBezTo>
                  <a:pt x="5906" y="889"/>
                  <a:pt x="5906" y="889"/>
                  <a:pt x="5895" y="865"/>
                </a:cubicBezTo>
                <a:lnTo>
                  <a:pt x="5895" y="853"/>
                </a:lnTo>
                <a:cubicBezTo>
                  <a:pt x="5895" y="841"/>
                  <a:pt x="5883" y="829"/>
                  <a:pt x="5883" y="829"/>
                </a:cubicBezTo>
                <a:lnTo>
                  <a:pt x="5883" y="806"/>
                </a:lnTo>
                <a:cubicBezTo>
                  <a:pt x="5883" y="794"/>
                  <a:pt x="5859" y="782"/>
                  <a:pt x="5859" y="770"/>
                </a:cubicBezTo>
                <a:cubicBezTo>
                  <a:pt x="5799" y="627"/>
                  <a:pt x="5704" y="508"/>
                  <a:pt x="5597" y="437"/>
                </a:cubicBezTo>
                <a:cubicBezTo>
                  <a:pt x="5502" y="377"/>
                  <a:pt x="5418" y="318"/>
                  <a:pt x="5299" y="294"/>
                </a:cubicBezTo>
                <a:cubicBezTo>
                  <a:pt x="5061" y="210"/>
                  <a:pt x="4823" y="151"/>
                  <a:pt x="4585" y="115"/>
                </a:cubicBezTo>
                <a:cubicBezTo>
                  <a:pt x="4347" y="67"/>
                  <a:pt x="4097" y="20"/>
                  <a:pt x="3859" y="8"/>
                </a:cubicBezTo>
                <a:cubicBezTo>
                  <a:pt x="3822" y="3"/>
                  <a:pt x="3785" y="1"/>
                  <a:pt x="37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63" name="Google Shape;11963;p66"/>
          <p:cNvGrpSpPr/>
          <p:nvPr/>
        </p:nvGrpSpPr>
        <p:grpSpPr>
          <a:xfrm>
            <a:off x="4882690" y="2249955"/>
            <a:ext cx="274573" cy="350682"/>
            <a:chOff x="4882690" y="2425405"/>
            <a:chExt cx="274573" cy="350682"/>
          </a:xfrm>
        </p:grpSpPr>
        <p:sp>
          <p:nvSpPr>
            <p:cNvPr id="11964" name="Google Shape;11964;p66"/>
            <p:cNvSpPr/>
            <p:nvPr/>
          </p:nvSpPr>
          <p:spPr>
            <a:xfrm>
              <a:off x="4882690" y="2425405"/>
              <a:ext cx="92075" cy="350682"/>
            </a:xfrm>
            <a:custGeom>
              <a:avLst/>
              <a:gdLst/>
              <a:ahLst/>
              <a:cxnLst/>
              <a:rect l="l" t="t" r="r" b="b"/>
              <a:pathLst>
                <a:path w="2895" h="11026" extrusionOk="0">
                  <a:moveTo>
                    <a:pt x="2573" y="322"/>
                  </a:moveTo>
                  <a:cubicBezTo>
                    <a:pt x="2370" y="1441"/>
                    <a:pt x="2061" y="3167"/>
                    <a:pt x="1965" y="3751"/>
                  </a:cubicBezTo>
                  <a:cubicBezTo>
                    <a:pt x="1942" y="3846"/>
                    <a:pt x="1930" y="3905"/>
                    <a:pt x="1930" y="3929"/>
                  </a:cubicBezTo>
                  <a:cubicBezTo>
                    <a:pt x="1882" y="4179"/>
                    <a:pt x="1894" y="4525"/>
                    <a:pt x="1930" y="4906"/>
                  </a:cubicBezTo>
                  <a:cubicBezTo>
                    <a:pt x="1709" y="4950"/>
                    <a:pt x="1486" y="4966"/>
                    <a:pt x="1277" y="4966"/>
                  </a:cubicBezTo>
                  <a:cubicBezTo>
                    <a:pt x="980" y="4966"/>
                    <a:pt x="714" y="4933"/>
                    <a:pt x="525" y="4906"/>
                  </a:cubicBezTo>
                  <a:cubicBezTo>
                    <a:pt x="846" y="3036"/>
                    <a:pt x="692" y="1750"/>
                    <a:pt x="572" y="798"/>
                  </a:cubicBezTo>
                  <a:cubicBezTo>
                    <a:pt x="561" y="631"/>
                    <a:pt x="525" y="476"/>
                    <a:pt x="513" y="322"/>
                  </a:cubicBezTo>
                  <a:close/>
                  <a:moveTo>
                    <a:pt x="477" y="5215"/>
                  </a:moveTo>
                  <a:cubicBezTo>
                    <a:pt x="680" y="5251"/>
                    <a:pt x="965" y="5298"/>
                    <a:pt x="1287" y="5298"/>
                  </a:cubicBezTo>
                  <a:cubicBezTo>
                    <a:pt x="1501" y="5298"/>
                    <a:pt x="1739" y="5275"/>
                    <a:pt x="1965" y="5239"/>
                  </a:cubicBezTo>
                  <a:cubicBezTo>
                    <a:pt x="1965" y="5275"/>
                    <a:pt x="1977" y="5322"/>
                    <a:pt x="1977" y="5370"/>
                  </a:cubicBezTo>
                  <a:lnTo>
                    <a:pt x="1977" y="5429"/>
                  </a:lnTo>
                  <a:cubicBezTo>
                    <a:pt x="1823" y="5656"/>
                    <a:pt x="1573" y="6001"/>
                    <a:pt x="1215" y="6334"/>
                  </a:cubicBezTo>
                  <a:cubicBezTo>
                    <a:pt x="1084" y="6215"/>
                    <a:pt x="965" y="6084"/>
                    <a:pt x="858" y="5965"/>
                  </a:cubicBezTo>
                  <a:cubicBezTo>
                    <a:pt x="680" y="5739"/>
                    <a:pt x="549" y="5537"/>
                    <a:pt x="453" y="5370"/>
                  </a:cubicBezTo>
                  <a:cubicBezTo>
                    <a:pt x="453" y="5322"/>
                    <a:pt x="453" y="5263"/>
                    <a:pt x="477" y="5215"/>
                  </a:cubicBezTo>
                  <a:close/>
                  <a:moveTo>
                    <a:pt x="2001" y="5929"/>
                  </a:moveTo>
                  <a:cubicBezTo>
                    <a:pt x="2037" y="6263"/>
                    <a:pt x="2061" y="6572"/>
                    <a:pt x="2061" y="6858"/>
                  </a:cubicBezTo>
                  <a:lnTo>
                    <a:pt x="2061" y="6870"/>
                  </a:lnTo>
                  <a:cubicBezTo>
                    <a:pt x="1846" y="6787"/>
                    <a:pt x="1644" y="6680"/>
                    <a:pt x="1465" y="6549"/>
                  </a:cubicBezTo>
                  <a:cubicBezTo>
                    <a:pt x="1573" y="6441"/>
                    <a:pt x="1680" y="6334"/>
                    <a:pt x="1763" y="6227"/>
                  </a:cubicBezTo>
                  <a:cubicBezTo>
                    <a:pt x="1858" y="6132"/>
                    <a:pt x="1942" y="6025"/>
                    <a:pt x="2001" y="5929"/>
                  </a:cubicBezTo>
                  <a:close/>
                  <a:moveTo>
                    <a:pt x="430" y="5965"/>
                  </a:moveTo>
                  <a:cubicBezTo>
                    <a:pt x="561" y="6156"/>
                    <a:pt x="739" y="6370"/>
                    <a:pt x="965" y="6572"/>
                  </a:cubicBezTo>
                  <a:cubicBezTo>
                    <a:pt x="799" y="6703"/>
                    <a:pt x="620" y="6811"/>
                    <a:pt x="430" y="6918"/>
                  </a:cubicBezTo>
                  <a:lnTo>
                    <a:pt x="430" y="6870"/>
                  </a:lnTo>
                  <a:lnTo>
                    <a:pt x="430" y="6668"/>
                  </a:lnTo>
                  <a:lnTo>
                    <a:pt x="430" y="6334"/>
                  </a:lnTo>
                  <a:lnTo>
                    <a:pt x="430" y="5965"/>
                  </a:lnTo>
                  <a:close/>
                  <a:moveTo>
                    <a:pt x="1215" y="6763"/>
                  </a:moveTo>
                  <a:cubicBezTo>
                    <a:pt x="1454" y="6965"/>
                    <a:pt x="1739" y="7108"/>
                    <a:pt x="2061" y="7215"/>
                  </a:cubicBezTo>
                  <a:cubicBezTo>
                    <a:pt x="2061" y="7656"/>
                    <a:pt x="2037" y="8061"/>
                    <a:pt x="1942" y="8346"/>
                  </a:cubicBezTo>
                  <a:cubicBezTo>
                    <a:pt x="1823" y="8716"/>
                    <a:pt x="1620" y="8870"/>
                    <a:pt x="1251" y="8870"/>
                  </a:cubicBezTo>
                  <a:cubicBezTo>
                    <a:pt x="870" y="8870"/>
                    <a:pt x="656" y="8704"/>
                    <a:pt x="549" y="8346"/>
                  </a:cubicBezTo>
                  <a:cubicBezTo>
                    <a:pt x="453" y="8061"/>
                    <a:pt x="441" y="7680"/>
                    <a:pt x="430" y="7239"/>
                  </a:cubicBezTo>
                  <a:cubicBezTo>
                    <a:pt x="692" y="7120"/>
                    <a:pt x="965" y="6977"/>
                    <a:pt x="1215" y="6763"/>
                  </a:cubicBezTo>
                  <a:close/>
                  <a:moveTo>
                    <a:pt x="2346" y="7525"/>
                  </a:moveTo>
                  <a:cubicBezTo>
                    <a:pt x="2346" y="7727"/>
                    <a:pt x="2358" y="7954"/>
                    <a:pt x="2358" y="8192"/>
                  </a:cubicBezTo>
                  <a:cubicBezTo>
                    <a:pt x="2358" y="8954"/>
                    <a:pt x="2251" y="10704"/>
                    <a:pt x="1323" y="10704"/>
                  </a:cubicBezTo>
                  <a:cubicBezTo>
                    <a:pt x="668" y="10704"/>
                    <a:pt x="370" y="9739"/>
                    <a:pt x="287" y="8680"/>
                  </a:cubicBezTo>
                  <a:lnTo>
                    <a:pt x="287" y="8680"/>
                  </a:lnTo>
                  <a:cubicBezTo>
                    <a:pt x="311" y="8704"/>
                    <a:pt x="311" y="8716"/>
                    <a:pt x="322" y="8739"/>
                  </a:cubicBezTo>
                  <a:lnTo>
                    <a:pt x="322" y="8763"/>
                  </a:lnTo>
                  <a:cubicBezTo>
                    <a:pt x="334" y="8775"/>
                    <a:pt x="334" y="8787"/>
                    <a:pt x="346" y="8799"/>
                  </a:cubicBezTo>
                  <a:cubicBezTo>
                    <a:pt x="370" y="8823"/>
                    <a:pt x="382" y="8835"/>
                    <a:pt x="382" y="8846"/>
                  </a:cubicBezTo>
                  <a:lnTo>
                    <a:pt x="394" y="8858"/>
                  </a:lnTo>
                  <a:lnTo>
                    <a:pt x="441" y="8906"/>
                  </a:lnTo>
                  <a:lnTo>
                    <a:pt x="489" y="8954"/>
                  </a:lnTo>
                  <a:cubicBezTo>
                    <a:pt x="501" y="8966"/>
                    <a:pt x="513" y="8977"/>
                    <a:pt x="525" y="8977"/>
                  </a:cubicBezTo>
                  <a:lnTo>
                    <a:pt x="549" y="8977"/>
                  </a:lnTo>
                  <a:cubicBezTo>
                    <a:pt x="561" y="9001"/>
                    <a:pt x="572" y="9013"/>
                    <a:pt x="584" y="9013"/>
                  </a:cubicBezTo>
                  <a:cubicBezTo>
                    <a:pt x="608" y="9025"/>
                    <a:pt x="620" y="9025"/>
                    <a:pt x="632" y="9037"/>
                  </a:cubicBezTo>
                  <a:cubicBezTo>
                    <a:pt x="644" y="9061"/>
                    <a:pt x="668" y="9061"/>
                    <a:pt x="680" y="9073"/>
                  </a:cubicBezTo>
                  <a:lnTo>
                    <a:pt x="692" y="9073"/>
                  </a:lnTo>
                  <a:cubicBezTo>
                    <a:pt x="703" y="9085"/>
                    <a:pt x="727" y="9085"/>
                    <a:pt x="751" y="9096"/>
                  </a:cubicBezTo>
                  <a:cubicBezTo>
                    <a:pt x="763" y="9096"/>
                    <a:pt x="787" y="9120"/>
                    <a:pt x="811" y="9120"/>
                  </a:cubicBezTo>
                  <a:lnTo>
                    <a:pt x="822" y="9120"/>
                  </a:lnTo>
                  <a:cubicBezTo>
                    <a:pt x="846" y="9120"/>
                    <a:pt x="870" y="9132"/>
                    <a:pt x="882" y="9132"/>
                  </a:cubicBezTo>
                  <a:lnTo>
                    <a:pt x="906" y="9132"/>
                  </a:lnTo>
                  <a:cubicBezTo>
                    <a:pt x="918" y="9132"/>
                    <a:pt x="942" y="9144"/>
                    <a:pt x="965" y="9144"/>
                  </a:cubicBezTo>
                  <a:cubicBezTo>
                    <a:pt x="977" y="9144"/>
                    <a:pt x="1001" y="9144"/>
                    <a:pt x="1025" y="9156"/>
                  </a:cubicBezTo>
                  <a:lnTo>
                    <a:pt x="1334" y="9156"/>
                  </a:lnTo>
                  <a:cubicBezTo>
                    <a:pt x="1345" y="9156"/>
                    <a:pt x="1356" y="9156"/>
                    <a:pt x="1366" y="9156"/>
                  </a:cubicBezTo>
                  <a:cubicBezTo>
                    <a:pt x="1836" y="9156"/>
                    <a:pt x="2123" y="8896"/>
                    <a:pt x="2263" y="8454"/>
                  </a:cubicBezTo>
                  <a:cubicBezTo>
                    <a:pt x="2275" y="8418"/>
                    <a:pt x="2275" y="8406"/>
                    <a:pt x="2275" y="8370"/>
                  </a:cubicBezTo>
                  <a:lnTo>
                    <a:pt x="2275" y="8358"/>
                  </a:lnTo>
                  <a:cubicBezTo>
                    <a:pt x="2275" y="8335"/>
                    <a:pt x="2287" y="8311"/>
                    <a:pt x="2287" y="8287"/>
                  </a:cubicBezTo>
                  <a:lnTo>
                    <a:pt x="2287" y="8263"/>
                  </a:lnTo>
                  <a:cubicBezTo>
                    <a:pt x="2287" y="8239"/>
                    <a:pt x="2299" y="8227"/>
                    <a:pt x="2299" y="8192"/>
                  </a:cubicBezTo>
                  <a:lnTo>
                    <a:pt x="2299" y="8180"/>
                  </a:lnTo>
                  <a:cubicBezTo>
                    <a:pt x="2299" y="8144"/>
                    <a:pt x="2311" y="8132"/>
                    <a:pt x="2311" y="8108"/>
                  </a:cubicBezTo>
                  <a:lnTo>
                    <a:pt x="2311" y="8084"/>
                  </a:lnTo>
                  <a:cubicBezTo>
                    <a:pt x="2311" y="8061"/>
                    <a:pt x="2311" y="8049"/>
                    <a:pt x="2335" y="8013"/>
                  </a:cubicBezTo>
                  <a:lnTo>
                    <a:pt x="2335" y="8001"/>
                  </a:lnTo>
                  <a:cubicBezTo>
                    <a:pt x="2335" y="7965"/>
                    <a:pt x="2335" y="7954"/>
                    <a:pt x="2346" y="7930"/>
                  </a:cubicBezTo>
                  <a:lnTo>
                    <a:pt x="2346" y="7906"/>
                  </a:lnTo>
                  <a:lnTo>
                    <a:pt x="2346" y="7834"/>
                  </a:lnTo>
                  <a:lnTo>
                    <a:pt x="2346" y="7811"/>
                  </a:lnTo>
                  <a:lnTo>
                    <a:pt x="2346" y="7715"/>
                  </a:lnTo>
                  <a:lnTo>
                    <a:pt x="2346" y="7703"/>
                  </a:lnTo>
                  <a:lnTo>
                    <a:pt x="2346" y="7632"/>
                  </a:lnTo>
                  <a:lnTo>
                    <a:pt x="2346" y="7596"/>
                  </a:lnTo>
                  <a:lnTo>
                    <a:pt x="2346" y="7525"/>
                  </a:lnTo>
                  <a:close/>
                  <a:moveTo>
                    <a:pt x="334" y="0"/>
                  </a:moveTo>
                  <a:cubicBezTo>
                    <a:pt x="299" y="0"/>
                    <a:pt x="251" y="12"/>
                    <a:pt x="215" y="36"/>
                  </a:cubicBezTo>
                  <a:cubicBezTo>
                    <a:pt x="191" y="72"/>
                    <a:pt x="180" y="119"/>
                    <a:pt x="180" y="155"/>
                  </a:cubicBezTo>
                  <a:cubicBezTo>
                    <a:pt x="191" y="369"/>
                    <a:pt x="215" y="595"/>
                    <a:pt x="251" y="834"/>
                  </a:cubicBezTo>
                  <a:cubicBezTo>
                    <a:pt x="370" y="1798"/>
                    <a:pt x="513" y="3120"/>
                    <a:pt x="156" y="5084"/>
                  </a:cubicBezTo>
                  <a:cubicBezTo>
                    <a:pt x="120" y="5358"/>
                    <a:pt x="96" y="5834"/>
                    <a:pt x="96" y="6310"/>
                  </a:cubicBezTo>
                  <a:cubicBezTo>
                    <a:pt x="25" y="6787"/>
                    <a:pt x="1" y="7394"/>
                    <a:pt x="1" y="8180"/>
                  </a:cubicBezTo>
                  <a:cubicBezTo>
                    <a:pt x="1" y="8966"/>
                    <a:pt x="96" y="9656"/>
                    <a:pt x="299" y="10132"/>
                  </a:cubicBezTo>
                  <a:cubicBezTo>
                    <a:pt x="596" y="10859"/>
                    <a:pt x="1037" y="11025"/>
                    <a:pt x="1346" y="11025"/>
                  </a:cubicBezTo>
                  <a:cubicBezTo>
                    <a:pt x="2227" y="11025"/>
                    <a:pt x="2716" y="10013"/>
                    <a:pt x="2716" y="8180"/>
                  </a:cubicBezTo>
                  <a:cubicBezTo>
                    <a:pt x="2716" y="6632"/>
                    <a:pt x="2585" y="5727"/>
                    <a:pt x="2275" y="5275"/>
                  </a:cubicBezTo>
                  <a:cubicBezTo>
                    <a:pt x="2227" y="4775"/>
                    <a:pt x="2180" y="4263"/>
                    <a:pt x="2239" y="3965"/>
                  </a:cubicBezTo>
                  <a:cubicBezTo>
                    <a:pt x="2239" y="3965"/>
                    <a:pt x="2263" y="3905"/>
                    <a:pt x="2275" y="3810"/>
                  </a:cubicBezTo>
                  <a:cubicBezTo>
                    <a:pt x="2394" y="3179"/>
                    <a:pt x="2739" y="1286"/>
                    <a:pt x="2894" y="191"/>
                  </a:cubicBezTo>
                  <a:cubicBezTo>
                    <a:pt x="2894" y="143"/>
                    <a:pt x="2894" y="95"/>
                    <a:pt x="2870" y="60"/>
                  </a:cubicBezTo>
                  <a:cubicBezTo>
                    <a:pt x="2835" y="24"/>
                    <a:pt x="2799"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66"/>
            <p:cNvSpPr/>
            <p:nvPr/>
          </p:nvSpPr>
          <p:spPr>
            <a:xfrm>
              <a:off x="4966782" y="2429254"/>
              <a:ext cx="190480" cy="250655"/>
            </a:xfrm>
            <a:custGeom>
              <a:avLst/>
              <a:gdLst/>
              <a:ahLst/>
              <a:cxnLst/>
              <a:rect l="l" t="t" r="r" b="b"/>
              <a:pathLst>
                <a:path w="5989" h="7881" extrusionOk="0">
                  <a:moveTo>
                    <a:pt x="2000" y="2880"/>
                  </a:moveTo>
                  <a:cubicBezTo>
                    <a:pt x="2143" y="3022"/>
                    <a:pt x="2298" y="3106"/>
                    <a:pt x="2429" y="3153"/>
                  </a:cubicBezTo>
                  <a:lnTo>
                    <a:pt x="2429" y="3165"/>
                  </a:lnTo>
                  <a:lnTo>
                    <a:pt x="2429" y="3249"/>
                  </a:lnTo>
                  <a:lnTo>
                    <a:pt x="2429" y="3344"/>
                  </a:lnTo>
                  <a:lnTo>
                    <a:pt x="2429" y="3356"/>
                  </a:lnTo>
                  <a:lnTo>
                    <a:pt x="2429" y="3534"/>
                  </a:lnTo>
                  <a:lnTo>
                    <a:pt x="2429" y="3546"/>
                  </a:lnTo>
                  <a:lnTo>
                    <a:pt x="2429" y="3725"/>
                  </a:lnTo>
                  <a:lnTo>
                    <a:pt x="2429" y="3749"/>
                  </a:lnTo>
                  <a:cubicBezTo>
                    <a:pt x="2429" y="3808"/>
                    <a:pt x="2429" y="3868"/>
                    <a:pt x="2441" y="3927"/>
                  </a:cubicBezTo>
                  <a:lnTo>
                    <a:pt x="2441" y="3939"/>
                  </a:lnTo>
                  <a:cubicBezTo>
                    <a:pt x="2441" y="3999"/>
                    <a:pt x="2453" y="4058"/>
                    <a:pt x="2453" y="4118"/>
                  </a:cubicBezTo>
                  <a:lnTo>
                    <a:pt x="2453" y="4130"/>
                  </a:lnTo>
                  <a:cubicBezTo>
                    <a:pt x="2453" y="4177"/>
                    <a:pt x="2453" y="4201"/>
                    <a:pt x="2465" y="4237"/>
                  </a:cubicBezTo>
                  <a:cubicBezTo>
                    <a:pt x="2310" y="4463"/>
                    <a:pt x="2036" y="4761"/>
                    <a:pt x="1631" y="4915"/>
                  </a:cubicBezTo>
                  <a:cubicBezTo>
                    <a:pt x="1584" y="4856"/>
                    <a:pt x="1441" y="4677"/>
                    <a:pt x="1215" y="4380"/>
                  </a:cubicBezTo>
                  <a:cubicBezTo>
                    <a:pt x="1548" y="3963"/>
                    <a:pt x="1834" y="3296"/>
                    <a:pt x="2000" y="2880"/>
                  </a:cubicBezTo>
                  <a:close/>
                  <a:moveTo>
                    <a:pt x="2524" y="4713"/>
                  </a:moveTo>
                  <a:cubicBezTo>
                    <a:pt x="2524" y="4761"/>
                    <a:pt x="2548" y="4796"/>
                    <a:pt x="2548" y="4832"/>
                  </a:cubicBezTo>
                  <a:cubicBezTo>
                    <a:pt x="2560" y="4892"/>
                    <a:pt x="2560" y="4939"/>
                    <a:pt x="2572" y="4975"/>
                  </a:cubicBezTo>
                  <a:cubicBezTo>
                    <a:pt x="2584" y="5023"/>
                    <a:pt x="2584" y="5082"/>
                    <a:pt x="2608" y="5130"/>
                  </a:cubicBezTo>
                  <a:cubicBezTo>
                    <a:pt x="2608" y="5154"/>
                    <a:pt x="2620" y="5177"/>
                    <a:pt x="2620" y="5201"/>
                  </a:cubicBezTo>
                  <a:cubicBezTo>
                    <a:pt x="2620" y="5237"/>
                    <a:pt x="2631" y="5249"/>
                    <a:pt x="2631" y="5273"/>
                  </a:cubicBezTo>
                  <a:cubicBezTo>
                    <a:pt x="2631" y="5308"/>
                    <a:pt x="2643" y="5320"/>
                    <a:pt x="2643" y="5356"/>
                  </a:cubicBezTo>
                  <a:cubicBezTo>
                    <a:pt x="2643" y="5368"/>
                    <a:pt x="2667" y="5392"/>
                    <a:pt x="2667" y="5416"/>
                  </a:cubicBezTo>
                  <a:cubicBezTo>
                    <a:pt x="2667" y="5427"/>
                    <a:pt x="2679" y="5451"/>
                    <a:pt x="2679" y="5475"/>
                  </a:cubicBezTo>
                  <a:cubicBezTo>
                    <a:pt x="2679" y="5487"/>
                    <a:pt x="2691" y="5511"/>
                    <a:pt x="2691" y="5535"/>
                  </a:cubicBezTo>
                  <a:cubicBezTo>
                    <a:pt x="2691" y="5547"/>
                    <a:pt x="2703" y="5570"/>
                    <a:pt x="2703" y="5582"/>
                  </a:cubicBezTo>
                  <a:cubicBezTo>
                    <a:pt x="2703" y="5606"/>
                    <a:pt x="2727" y="5618"/>
                    <a:pt x="2727" y="5630"/>
                  </a:cubicBezTo>
                  <a:cubicBezTo>
                    <a:pt x="2727" y="5654"/>
                    <a:pt x="2739" y="5666"/>
                    <a:pt x="2739" y="5677"/>
                  </a:cubicBezTo>
                  <a:lnTo>
                    <a:pt x="2739" y="5689"/>
                  </a:lnTo>
                  <a:cubicBezTo>
                    <a:pt x="2739" y="5713"/>
                    <a:pt x="2739" y="5725"/>
                    <a:pt x="2750" y="5737"/>
                  </a:cubicBezTo>
                  <a:cubicBezTo>
                    <a:pt x="2381" y="5558"/>
                    <a:pt x="2096" y="5356"/>
                    <a:pt x="1893" y="5189"/>
                  </a:cubicBezTo>
                  <a:cubicBezTo>
                    <a:pt x="2155" y="5070"/>
                    <a:pt x="2369" y="4892"/>
                    <a:pt x="2524" y="4713"/>
                  </a:cubicBezTo>
                  <a:close/>
                  <a:moveTo>
                    <a:pt x="3763" y="2927"/>
                  </a:moveTo>
                  <a:cubicBezTo>
                    <a:pt x="3798" y="2927"/>
                    <a:pt x="3822" y="2939"/>
                    <a:pt x="3846" y="2951"/>
                  </a:cubicBezTo>
                  <a:cubicBezTo>
                    <a:pt x="3858" y="2963"/>
                    <a:pt x="3870" y="2987"/>
                    <a:pt x="3870" y="3022"/>
                  </a:cubicBezTo>
                  <a:cubicBezTo>
                    <a:pt x="3810" y="3582"/>
                    <a:pt x="3905" y="4392"/>
                    <a:pt x="4334" y="5035"/>
                  </a:cubicBezTo>
                  <a:cubicBezTo>
                    <a:pt x="4655" y="5547"/>
                    <a:pt x="5060" y="5999"/>
                    <a:pt x="5370" y="6380"/>
                  </a:cubicBezTo>
                  <a:cubicBezTo>
                    <a:pt x="5513" y="6523"/>
                    <a:pt x="5632" y="6654"/>
                    <a:pt x="5715" y="6773"/>
                  </a:cubicBezTo>
                  <a:cubicBezTo>
                    <a:pt x="5632" y="7035"/>
                    <a:pt x="5644" y="7142"/>
                    <a:pt x="5632" y="7237"/>
                  </a:cubicBezTo>
                  <a:cubicBezTo>
                    <a:pt x="5608" y="7344"/>
                    <a:pt x="5548" y="7440"/>
                    <a:pt x="5465" y="7499"/>
                  </a:cubicBezTo>
                  <a:cubicBezTo>
                    <a:pt x="5410" y="7532"/>
                    <a:pt x="5342" y="7550"/>
                    <a:pt x="5273" y="7550"/>
                  </a:cubicBezTo>
                  <a:cubicBezTo>
                    <a:pt x="5193" y="7550"/>
                    <a:pt x="5112" y="7526"/>
                    <a:pt x="5048" y="7475"/>
                  </a:cubicBezTo>
                  <a:lnTo>
                    <a:pt x="3191" y="6130"/>
                  </a:lnTo>
                  <a:lnTo>
                    <a:pt x="3143" y="6082"/>
                  </a:lnTo>
                  <a:lnTo>
                    <a:pt x="3143" y="6058"/>
                  </a:lnTo>
                  <a:lnTo>
                    <a:pt x="3143" y="6047"/>
                  </a:lnTo>
                  <a:cubicBezTo>
                    <a:pt x="3108" y="5928"/>
                    <a:pt x="3048" y="5737"/>
                    <a:pt x="2989" y="5451"/>
                  </a:cubicBezTo>
                  <a:cubicBezTo>
                    <a:pt x="2989" y="5439"/>
                    <a:pt x="2989" y="5427"/>
                    <a:pt x="2977" y="5404"/>
                  </a:cubicBezTo>
                  <a:cubicBezTo>
                    <a:pt x="2977" y="5392"/>
                    <a:pt x="2977" y="5380"/>
                    <a:pt x="2965" y="5368"/>
                  </a:cubicBezTo>
                  <a:cubicBezTo>
                    <a:pt x="2965" y="5344"/>
                    <a:pt x="2965" y="5332"/>
                    <a:pt x="2953" y="5320"/>
                  </a:cubicBezTo>
                  <a:cubicBezTo>
                    <a:pt x="2953" y="5308"/>
                    <a:pt x="2953" y="5285"/>
                    <a:pt x="2929" y="5273"/>
                  </a:cubicBezTo>
                  <a:cubicBezTo>
                    <a:pt x="2929" y="5261"/>
                    <a:pt x="2929" y="5249"/>
                    <a:pt x="2917" y="5225"/>
                  </a:cubicBezTo>
                  <a:cubicBezTo>
                    <a:pt x="2917" y="5213"/>
                    <a:pt x="2917" y="5201"/>
                    <a:pt x="2905" y="5189"/>
                  </a:cubicBezTo>
                  <a:lnTo>
                    <a:pt x="2905" y="5142"/>
                  </a:lnTo>
                  <a:lnTo>
                    <a:pt x="2905" y="5130"/>
                  </a:lnTo>
                  <a:lnTo>
                    <a:pt x="2905" y="5082"/>
                  </a:lnTo>
                  <a:lnTo>
                    <a:pt x="2905" y="5035"/>
                  </a:lnTo>
                  <a:lnTo>
                    <a:pt x="2905" y="4987"/>
                  </a:lnTo>
                  <a:lnTo>
                    <a:pt x="2905" y="4975"/>
                  </a:lnTo>
                  <a:lnTo>
                    <a:pt x="2905" y="4927"/>
                  </a:lnTo>
                  <a:lnTo>
                    <a:pt x="2905" y="4915"/>
                  </a:lnTo>
                  <a:lnTo>
                    <a:pt x="2905" y="4868"/>
                  </a:lnTo>
                  <a:lnTo>
                    <a:pt x="2905" y="4856"/>
                  </a:lnTo>
                  <a:lnTo>
                    <a:pt x="2905" y="4808"/>
                  </a:lnTo>
                  <a:lnTo>
                    <a:pt x="2905" y="4796"/>
                  </a:lnTo>
                  <a:lnTo>
                    <a:pt x="2905" y="4749"/>
                  </a:lnTo>
                  <a:lnTo>
                    <a:pt x="2905" y="4737"/>
                  </a:lnTo>
                  <a:lnTo>
                    <a:pt x="2905" y="4689"/>
                  </a:lnTo>
                  <a:lnTo>
                    <a:pt x="2905" y="4677"/>
                  </a:lnTo>
                  <a:lnTo>
                    <a:pt x="2905" y="4630"/>
                  </a:lnTo>
                  <a:lnTo>
                    <a:pt x="2905" y="4618"/>
                  </a:lnTo>
                  <a:lnTo>
                    <a:pt x="2905" y="4570"/>
                  </a:lnTo>
                  <a:lnTo>
                    <a:pt x="2905" y="4558"/>
                  </a:lnTo>
                  <a:lnTo>
                    <a:pt x="2905" y="4511"/>
                  </a:lnTo>
                  <a:lnTo>
                    <a:pt x="2905" y="4499"/>
                  </a:lnTo>
                  <a:lnTo>
                    <a:pt x="2905" y="4451"/>
                  </a:lnTo>
                  <a:lnTo>
                    <a:pt x="2905" y="4439"/>
                  </a:lnTo>
                  <a:lnTo>
                    <a:pt x="2905" y="4392"/>
                  </a:lnTo>
                  <a:lnTo>
                    <a:pt x="2905" y="4380"/>
                  </a:lnTo>
                  <a:lnTo>
                    <a:pt x="2905" y="4332"/>
                  </a:lnTo>
                  <a:lnTo>
                    <a:pt x="2905" y="4320"/>
                  </a:lnTo>
                  <a:lnTo>
                    <a:pt x="2905" y="4273"/>
                  </a:lnTo>
                  <a:lnTo>
                    <a:pt x="2905" y="4261"/>
                  </a:lnTo>
                  <a:lnTo>
                    <a:pt x="2905" y="4213"/>
                  </a:lnTo>
                  <a:lnTo>
                    <a:pt x="2905" y="4201"/>
                  </a:lnTo>
                  <a:lnTo>
                    <a:pt x="2905" y="4153"/>
                  </a:lnTo>
                  <a:lnTo>
                    <a:pt x="2905" y="4142"/>
                  </a:lnTo>
                  <a:lnTo>
                    <a:pt x="2905" y="4094"/>
                  </a:lnTo>
                  <a:lnTo>
                    <a:pt x="2905" y="4082"/>
                  </a:lnTo>
                  <a:lnTo>
                    <a:pt x="2905" y="4034"/>
                  </a:lnTo>
                  <a:lnTo>
                    <a:pt x="2905" y="4023"/>
                  </a:lnTo>
                  <a:lnTo>
                    <a:pt x="2905" y="3975"/>
                  </a:lnTo>
                  <a:lnTo>
                    <a:pt x="2905" y="3963"/>
                  </a:lnTo>
                  <a:lnTo>
                    <a:pt x="2905" y="3915"/>
                  </a:lnTo>
                  <a:lnTo>
                    <a:pt x="2905" y="3903"/>
                  </a:lnTo>
                  <a:lnTo>
                    <a:pt x="2905" y="3856"/>
                  </a:lnTo>
                  <a:lnTo>
                    <a:pt x="2905" y="3844"/>
                  </a:lnTo>
                  <a:lnTo>
                    <a:pt x="2905" y="3796"/>
                  </a:lnTo>
                  <a:lnTo>
                    <a:pt x="2905" y="3784"/>
                  </a:lnTo>
                  <a:lnTo>
                    <a:pt x="2905" y="3737"/>
                  </a:lnTo>
                  <a:lnTo>
                    <a:pt x="2905" y="3725"/>
                  </a:lnTo>
                  <a:lnTo>
                    <a:pt x="2905" y="3677"/>
                  </a:lnTo>
                  <a:lnTo>
                    <a:pt x="2905" y="3665"/>
                  </a:lnTo>
                  <a:lnTo>
                    <a:pt x="2905" y="3618"/>
                  </a:lnTo>
                  <a:lnTo>
                    <a:pt x="2905" y="3606"/>
                  </a:lnTo>
                  <a:lnTo>
                    <a:pt x="2905" y="3558"/>
                  </a:lnTo>
                  <a:lnTo>
                    <a:pt x="2905" y="3546"/>
                  </a:lnTo>
                  <a:lnTo>
                    <a:pt x="2905" y="3499"/>
                  </a:lnTo>
                  <a:lnTo>
                    <a:pt x="2905" y="3475"/>
                  </a:lnTo>
                  <a:lnTo>
                    <a:pt x="2905" y="3427"/>
                  </a:lnTo>
                  <a:lnTo>
                    <a:pt x="2905" y="3403"/>
                  </a:lnTo>
                  <a:lnTo>
                    <a:pt x="2905" y="3356"/>
                  </a:lnTo>
                  <a:lnTo>
                    <a:pt x="2905" y="3320"/>
                  </a:lnTo>
                  <a:lnTo>
                    <a:pt x="2905" y="3284"/>
                  </a:lnTo>
                  <a:lnTo>
                    <a:pt x="2905" y="3249"/>
                  </a:lnTo>
                  <a:lnTo>
                    <a:pt x="2905" y="3201"/>
                  </a:lnTo>
                  <a:lnTo>
                    <a:pt x="2905" y="3177"/>
                  </a:lnTo>
                  <a:lnTo>
                    <a:pt x="2905" y="3130"/>
                  </a:lnTo>
                  <a:lnTo>
                    <a:pt x="2905" y="3106"/>
                  </a:lnTo>
                  <a:lnTo>
                    <a:pt x="2905" y="3070"/>
                  </a:lnTo>
                  <a:lnTo>
                    <a:pt x="2905" y="3046"/>
                  </a:lnTo>
                  <a:lnTo>
                    <a:pt x="2905" y="3010"/>
                  </a:lnTo>
                  <a:lnTo>
                    <a:pt x="2905" y="2987"/>
                  </a:lnTo>
                  <a:lnTo>
                    <a:pt x="2905" y="2951"/>
                  </a:lnTo>
                  <a:lnTo>
                    <a:pt x="2905" y="2939"/>
                  </a:lnTo>
                  <a:lnTo>
                    <a:pt x="3763" y="2927"/>
                  </a:lnTo>
                  <a:close/>
                  <a:moveTo>
                    <a:pt x="740" y="0"/>
                  </a:moveTo>
                  <a:cubicBezTo>
                    <a:pt x="714" y="0"/>
                    <a:pt x="685" y="7"/>
                    <a:pt x="655" y="22"/>
                  </a:cubicBezTo>
                  <a:cubicBezTo>
                    <a:pt x="584" y="70"/>
                    <a:pt x="548" y="153"/>
                    <a:pt x="595" y="248"/>
                  </a:cubicBezTo>
                  <a:lnTo>
                    <a:pt x="643" y="320"/>
                  </a:lnTo>
                  <a:cubicBezTo>
                    <a:pt x="1167" y="1284"/>
                    <a:pt x="1488" y="1963"/>
                    <a:pt x="1596" y="2225"/>
                  </a:cubicBezTo>
                  <a:cubicBezTo>
                    <a:pt x="1655" y="2356"/>
                    <a:pt x="1703" y="2475"/>
                    <a:pt x="1774" y="2582"/>
                  </a:cubicBezTo>
                  <a:cubicBezTo>
                    <a:pt x="1715" y="2737"/>
                    <a:pt x="1619" y="2951"/>
                    <a:pt x="1524" y="3213"/>
                  </a:cubicBezTo>
                  <a:cubicBezTo>
                    <a:pt x="1357" y="3594"/>
                    <a:pt x="1179" y="3903"/>
                    <a:pt x="1024" y="4118"/>
                  </a:cubicBezTo>
                  <a:cubicBezTo>
                    <a:pt x="834" y="3868"/>
                    <a:pt x="595" y="3546"/>
                    <a:pt x="310" y="3165"/>
                  </a:cubicBezTo>
                  <a:cubicBezTo>
                    <a:pt x="273" y="3122"/>
                    <a:pt x="228" y="3096"/>
                    <a:pt x="182" y="3096"/>
                  </a:cubicBezTo>
                  <a:cubicBezTo>
                    <a:pt x="153" y="3096"/>
                    <a:pt x="123" y="3106"/>
                    <a:pt x="95" y="3130"/>
                  </a:cubicBezTo>
                  <a:cubicBezTo>
                    <a:pt x="12" y="3189"/>
                    <a:pt x="0" y="3284"/>
                    <a:pt x="60" y="3356"/>
                  </a:cubicBezTo>
                  <a:cubicBezTo>
                    <a:pt x="869" y="4427"/>
                    <a:pt x="1286" y="4975"/>
                    <a:pt x="1405" y="5142"/>
                  </a:cubicBezTo>
                  <a:cubicBezTo>
                    <a:pt x="1584" y="5392"/>
                    <a:pt x="2084" y="5773"/>
                    <a:pt x="2917" y="6273"/>
                  </a:cubicBezTo>
                  <a:cubicBezTo>
                    <a:pt x="2953" y="6320"/>
                    <a:pt x="2989" y="6368"/>
                    <a:pt x="3036" y="6392"/>
                  </a:cubicBezTo>
                  <a:lnTo>
                    <a:pt x="4894" y="7749"/>
                  </a:lnTo>
                  <a:cubicBezTo>
                    <a:pt x="5013" y="7833"/>
                    <a:pt x="5167" y="7880"/>
                    <a:pt x="5298" y="7880"/>
                  </a:cubicBezTo>
                  <a:cubicBezTo>
                    <a:pt x="5429" y="7880"/>
                    <a:pt x="5548" y="7856"/>
                    <a:pt x="5668" y="7773"/>
                  </a:cubicBezTo>
                  <a:cubicBezTo>
                    <a:pt x="5834" y="7678"/>
                    <a:pt x="5941" y="7499"/>
                    <a:pt x="5989" y="7321"/>
                  </a:cubicBezTo>
                  <a:cubicBezTo>
                    <a:pt x="5977" y="7106"/>
                    <a:pt x="5929" y="6904"/>
                    <a:pt x="5810" y="6749"/>
                  </a:cubicBezTo>
                  <a:cubicBezTo>
                    <a:pt x="5703" y="6630"/>
                    <a:pt x="5584" y="6487"/>
                    <a:pt x="5453" y="6332"/>
                  </a:cubicBezTo>
                  <a:cubicBezTo>
                    <a:pt x="5132" y="5975"/>
                    <a:pt x="4751" y="5511"/>
                    <a:pt x="4441" y="5035"/>
                  </a:cubicBezTo>
                  <a:cubicBezTo>
                    <a:pt x="4048" y="4463"/>
                    <a:pt x="3977" y="3701"/>
                    <a:pt x="4036" y="3237"/>
                  </a:cubicBezTo>
                  <a:cubicBezTo>
                    <a:pt x="4048" y="3118"/>
                    <a:pt x="4001" y="2999"/>
                    <a:pt x="3929" y="2915"/>
                  </a:cubicBezTo>
                  <a:cubicBezTo>
                    <a:pt x="3858" y="2820"/>
                    <a:pt x="3739" y="2772"/>
                    <a:pt x="3620" y="2772"/>
                  </a:cubicBezTo>
                  <a:lnTo>
                    <a:pt x="2715" y="2796"/>
                  </a:lnTo>
                  <a:cubicBezTo>
                    <a:pt x="2655" y="2796"/>
                    <a:pt x="2572" y="2820"/>
                    <a:pt x="2536" y="2856"/>
                  </a:cubicBezTo>
                  <a:cubicBezTo>
                    <a:pt x="2358" y="2796"/>
                    <a:pt x="2084" y="2629"/>
                    <a:pt x="1893" y="2106"/>
                  </a:cubicBezTo>
                  <a:cubicBezTo>
                    <a:pt x="1786" y="1820"/>
                    <a:pt x="1441" y="1165"/>
                    <a:pt x="929" y="153"/>
                  </a:cubicBezTo>
                  <a:lnTo>
                    <a:pt x="881" y="82"/>
                  </a:lnTo>
                  <a:cubicBezTo>
                    <a:pt x="849" y="33"/>
                    <a:pt x="799"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6" name="Google Shape;11966;p66"/>
          <p:cNvGrpSpPr/>
          <p:nvPr/>
        </p:nvGrpSpPr>
        <p:grpSpPr>
          <a:xfrm>
            <a:off x="6627639" y="2268434"/>
            <a:ext cx="355993" cy="313247"/>
            <a:chOff x="6627639" y="2443884"/>
            <a:chExt cx="355993" cy="313247"/>
          </a:xfrm>
        </p:grpSpPr>
        <p:sp>
          <p:nvSpPr>
            <p:cNvPr id="11967" name="Google Shape;11967;p66"/>
            <p:cNvSpPr/>
            <p:nvPr/>
          </p:nvSpPr>
          <p:spPr>
            <a:xfrm>
              <a:off x="6627639" y="2444266"/>
              <a:ext cx="92807" cy="87941"/>
            </a:xfrm>
            <a:custGeom>
              <a:avLst/>
              <a:gdLst/>
              <a:ahLst/>
              <a:cxnLst/>
              <a:rect l="l" t="t" r="r" b="b"/>
              <a:pathLst>
                <a:path w="2918" h="2765" extrusionOk="0">
                  <a:moveTo>
                    <a:pt x="977" y="324"/>
                  </a:moveTo>
                  <a:cubicBezTo>
                    <a:pt x="1037" y="336"/>
                    <a:pt x="1073" y="372"/>
                    <a:pt x="1108" y="419"/>
                  </a:cubicBezTo>
                  <a:lnTo>
                    <a:pt x="1608" y="1193"/>
                  </a:lnTo>
                  <a:lnTo>
                    <a:pt x="953" y="1622"/>
                  </a:lnTo>
                  <a:lnTo>
                    <a:pt x="441" y="848"/>
                  </a:lnTo>
                  <a:cubicBezTo>
                    <a:pt x="382" y="753"/>
                    <a:pt x="406" y="622"/>
                    <a:pt x="501" y="562"/>
                  </a:cubicBezTo>
                  <a:lnTo>
                    <a:pt x="811" y="360"/>
                  </a:lnTo>
                  <a:cubicBezTo>
                    <a:pt x="834" y="324"/>
                    <a:pt x="882" y="324"/>
                    <a:pt x="930" y="324"/>
                  </a:cubicBezTo>
                  <a:close/>
                  <a:moveTo>
                    <a:pt x="1965" y="1336"/>
                  </a:moveTo>
                  <a:lnTo>
                    <a:pt x="2227" y="1526"/>
                  </a:lnTo>
                  <a:lnTo>
                    <a:pt x="1013" y="2336"/>
                  </a:lnTo>
                  <a:lnTo>
                    <a:pt x="942" y="2027"/>
                  </a:lnTo>
                  <a:lnTo>
                    <a:pt x="1965" y="1336"/>
                  </a:lnTo>
                  <a:close/>
                  <a:moveTo>
                    <a:pt x="922" y="0"/>
                  </a:moveTo>
                  <a:cubicBezTo>
                    <a:pt x="819" y="0"/>
                    <a:pt x="719" y="34"/>
                    <a:pt x="632" y="86"/>
                  </a:cubicBezTo>
                  <a:lnTo>
                    <a:pt x="322" y="300"/>
                  </a:lnTo>
                  <a:cubicBezTo>
                    <a:pt x="84" y="455"/>
                    <a:pt x="1" y="788"/>
                    <a:pt x="168" y="1026"/>
                  </a:cubicBezTo>
                  <a:lnTo>
                    <a:pt x="692" y="1812"/>
                  </a:lnTo>
                  <a:lnTo>
                    <a:pt x="680" y="1812"/>
                  </a:lnTo>
                  <a:lnTo>
                    <a:pt x="632" y="1860"/>
                  </a:lnTo>
                  <a:lnTo>
                    <a:pt x="215" y="2515"/>
                  </a:lnTo>
                  <a:cubicBezTo>
                    <a:pt x="168" y="2586"/>
                    <a:pt x="180" y="2693"/>
                    <a:pt x="263" y="2741"/>
                  </a:cubicBezTo>
                  <a:cubicBezTo>
                    <a:pt x="287" y="2753"/>
                    <a:pt x="322" y="2765"/>
                    <a:pt x="346" y="2765"/>
                  </a:cubicBezTo>
                  <a:cubicBezTo>
                    <a:pt x="406" y="2765"/>
                    <a:pt x="453" y="2741"/>
                    <a:pt x="477" y="2693"/>
                  </a:cubicBezTo>
                  <a:lnTo>
                    <a:pt x="692" y="2360"/>
                  </a:lnTo>
                  <a:lnTo>
                    <a:pt x="739" y="2538"/>
                  </a:lnTo>
                  <a:cubicBezTo>
                    <a:pt x="751" y="2622"/>
                    <a:pt x="811" y="2681"/>
                    <a:pt x="870" y="2705"/>
                  </a:cubicBezTo>
                  <a:cubicBezTo>
                    <a:pt x="894" y="2717"/>
                    <a:pt x="930" y="2717"/>
                    <a:pt x="953" y="2717"/>
                  </a:cubicBezTo>
                  <a:cubicBezTo>
                    <a:pt x="1001" y="2717"/>
                    <a:pt x="1049" y="2705"/>
                    <a:pt x="1073" y="2693"/>
                  </a:cubicBezTo>
                  <a:lnTo>
                    <a:pt x="2525" y="1741"/>
                  </a:lnTo>
                  <a:cubicBezTo>
                    <a:pt x="2585" y="1693"/>
                    <a:pt x="2620" y="1634"/>
                    <a:pt x="2620" y="1562"/>
                  </a:cubicBezTo>
                  <a:cubicBezTo>
                    <a:pt x="2620" y="1491"/>
                    <a:pt x="2597" y="1407"/>
                    <a:pt x="2537" y="1372"/>
                  </a:cubicBezTo>
                  <a:lnTo>
                    <a:pt x="2382" y="1253"/>
                  </a:lnTo>
                  <a:lnTo>
                    <a:pt x="2775" y="1193"/>
                  </a:lnTo>
                  <a:cubicBezTo>
                    <a:pt x="2847" y="1169"/>
                    <a:pt x="2918" y="1086"/>
                    <a:pt x="2906" y="991"/>
                  </a:cubicBezTo>
                  <a:cubicBezTo>
                    <a:pt x="2895" y="914"/>
                    <a:pt x="2835" y="858"/>
                    <a:pt x="2751" y="858"/>
                  </a:cubicBezTo>
                  <a:cubicBezTo>
                    <a:pt x="2744" y="858"/>
                    <a:pt x="2736" y="859"/>
                    <a:pt x="2727" y="860"/>
                  </a:cubicBezTo>
                  <a:lnTo>
                    <a:pt x="1965" y="979"/>
                  </a:lnTo>
                  <a:cubicBezTo>
                    <a:pt x="1942" y="979"/>
                    <a:pt x="1930" y="991"/>
                    <a:pt x="1906" y="1014"/>
                  </a:cubicBezTo>
                  <a:lnTo>
                    <a:pt x="1894" y="1026"/>
                  </a:lnTo>
                  <a:lnTo>
                    <a:pt x="1370" y="241"/>
                  </a:lnTo>
                  <a:cubicBezTo>
                    <a:pt x="1299" y="122"/>
                    <a:pt x="1180" y="38"/>
                    <a:pt x="1037" y="14"/>
                  </a:cubicBezTo>
                  <a:cubicBezTo>
                    <a:pt x="999" y="5"/>
                    <a:pt x="960" y="0"/>
                    <a:pt x="9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66"/>
            <p:cNvSpPr/>
            <p:nvPr/>
          </p:nvSpPr>
          <p:spPr>
            <a:xfrm>
              <a:off x="6891589" y="2443884"/>
              <a:ext cx="92044" cy="86446"/>
            </a:xfrm>
            <a:custGeom>
              <a:avLst/>
              <a:gdLst/>
              <a:ahLst/>
              <a:cxnLst/>
              <a:rect l="l" t="t" r="r" b="b"/>
              <a:pathLst>
                <a:path w="2894" h="2718" extrusionOk="0">
                  <a:moveTo>
                    <a:pt x="1984" y="331"/>
                  </a:moveTo>
                  <a:cubicBezTo>
                    <a:pt x="2025" y="331"/>
                    <a:pt x="2060" y="345"/>
                    <a:pt x="2096" y="372"/>
                  </a:cubicBezTo>
                  <a:lnTo>
                    <a:pt x="2406" y="574"/>
                  </a:lnTo>
                  <a:cubicBezTo>
                    <a:pt x="2513" y="634"/>
                    <a:pt x="2525" y="753"/>
                    <a:pt x="2465" y="860"/>
                  </a:cubicBezTo>
                  <a:lnTo>
                    <a:pt x="1953" y="1634"/>
                  </a:lnTo>
                  <a:lnTo>
                    <a:pt x="1298" y="1205"/>
                  </a:lnTo>
                  <a:lnTo>
                    <a:pt x="1810" y="431"/>
                  </a:lnTo>
                  <a:cubicBezTo>
                    <a:pt x="1846" y="384"/>
                    <a:pt x="1882" y="348"/>
                    <a:pt x="1941" y="336"/>
                  </a:cubicBezTo>
                  <a:cubicBezTo>
                    <a:pt x="1956" y="333"/>
                    <a:pt x="1970" y="331"/>
                    <a:pt x="1984" y="331"/>
                  </a:cubicBezTo>
                  <a:close/>
                  <a:moveTo>
                    <a:pt x="917" y="1348"/>
                  </a:moveTo>
                  <a:lnTo>
                    <a:pt x="977" y="1384"/>
                  </a:lnTo>
                  <a:lnTo>
                    <a:pt x="1941" y="2015"/>
                  </a:lnTo>
                  <a:lnTo>
                    <a:pt x="1882" y="2348"/>
                  </a:lnTo>
                  <a:lnTo>
                    <a:pt x="667" y="1538"/>
                  </a:lnTo>
                  <a:lnTo>
                    <a:pt x="917" y="1348"/>
                  </a:lnTo>
                  <a:close/>
                  <a:moveTo>
                    <a:pt x="1989" y="0"/>
                  </a:moveTo>
                  <a:cubicBezTo>
                    <a:pt x="1951" y="0"/>
                    <a:pt x="1911" y="5"/>
                    <a:pt x="1870" y="14"/>
                  </a:cubicBezTo>
                  <a:cubicBezTo>
                    <a:pt x="1739" y="38"/>
                    <a:pt x="1620" y="110"/>
                    <a:pt x="1525" y="229"/>
                  </a:cubicBezTo>
                  <a:lnTo>
                    <a:pt x="1025" y="1003"/>
                  </a:lnTo>
                  <a:lnTo>
                    <a:pt x="1013" y="991"/>
                  </a:lnTo>
                  <a:cubicBezTo>
                    <a:pt x="989" y="979"/>
                    <a:pt x="965" y="979"/>
                    <a:pt x="953" y="967"/>
                  </a:cubicBezTo>
                  <a:lnTo>
                    <a:pt x="191" y="848"/>
                  </a:lnTo>
                  <a:cubicBezTo>
                    <a:pt x="177" y="844"/>
                    <a:pt x="163" y="843"/>
                    <a:pt x="150" y="843"/>
                  </a:cubicBezTo>
                  <a:cubicBezTo>
                    <a:pt x="76" y="843"/>
                    <a:pt x="23" y="898"/>
                    <a:pt x="13" y="979"/>
                  </a:cubicBezTo>
                  <a:cubicBezTo>
                    <a:pt x="1" y="1062"/>
                    <a:pt x="60" y="1146"/>
                    <a:pt x="143" y="1157"/>
                  </a:cubicBezTo>
                  <a:lnTo>
                    <a:pt x="536" y="1217"/>
                  </a:lnTo>
                  <a:lnTo>
                    <a:pt x="382" y="1336"/>
                  </a:lnTo>
                  <a:cubicBezTo>
                    <a:pt x="322" y="1372"/>
                    <a:pt x="298" y="1455"/>
                    <a:pt x="298" y="1527"/>
                  </a:cubicBezTo>
                  <a:cubicBezTo>
                    <a:pt x="298" y="1598"/>
                    <a:pt x="334" y="1658"/>
                    <a:pt x="394" y="1705"/>
                  </a:cubicBezTo>
                  <a:lnTo>
                    <a:pt x="1846" y="2658"/>
                  </a:lnTo>
                  <a:cubicBezTo>
                    <a:pt x="1870" y="2681"/>
                    <a:pt x="1918" y="2681"/>
                    <a:pt x="1965" y="2681"/>
                  </a:cubicBezTo>
                  <a:cubicBezTo>
                    <a:pt x="1989" y="2681"/>
                    <a:pt x="2025" y="2681"/>
                    <a:pt x="2048" y="2670"/>
                  </a:cubicBezTo>
                  <a:cubicBezTo>
                    <a:pt x="2120" y="2646"/>
                    <a:pt x="2168" y="2586"/>
                    <a:pt x="2179" y="2503"/>
                  </a:cubicBezTo>
                  <a:lnTo>
                    <a:pt x="2227" y="2312"/>
                  </a:lnTo>
                  <a:lnTo>
                    <a:pt x="2441" y="2646"/>
                  </a:lnTo>
                  <a:cubicBezTo>
                    <a:pt x="2465" y="2681"/>
                    <a:pt x="2525" y="2717"/>
                    <a:pt x="2572" y="2717"/>
                  </a:cubicBezTo>
                  <a:cubicBezTo>
                    <a:pt x="2596" y="2717"/>
                    <a:pt x="2632" y="2705"/>
                    <a:pt x="2656" y="2681"/>
                  </a:cubicBezTo>
                  <a:cubicBezTo>
                    <a:pt x="2739" y="2646"/>
                    <a:pt x="2763" y="2539"/>
                    <a:pt x="2703" y="2467"/>
                  </a:cubicBezTo>
                  <a:lnTo>
                    <a:pt x="2287" y="1812"/>
                  </a:lnTo>
                  <a:lnTo>
                    <a:pt x="2239" y="1765"/>
                  </a:lnTo>
                  <a:lnTo>
                    <a:pt x="2227" y="1753"/>
                  </a:lnTo>
                  <a:lnTo>
                    <a:pt x="2739" y="979"/>
                  </a:lnTo>
                  <a:cubicBezTo>
                    <a:pt x="2894" y="788"/>
                    <a:pt x="2834" y="455"/>
                    <a:pt x="2584" y="288"/>
                  </a:cubicBezTo>
                  <a:lnTo>
                    <a:pt x="2275" y="86"/>
                  </a:lnTo>
                  <a:cubicBezTo>
                    <a:pt x="2188" y="34"/>
                    <a:pt x="2094"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66"/>
            <p:cNvSpPr/>
            <p:nvPr/>
          </p:nvSpPr>
          <p:spPr>
            <a:xfrm>
              <a:off x="6662498" y="2512201"/>
              <a:ext cx="288185" cy="244930"/>
            </a:xfrm>
            <a:custGeom>
              <a:avLst/>
              <a:gdLst/>
              <a:ahLst/>
              <a:cxnLst/>
              <a:rect l="l" t="t" r="r" b="b"/>
              <a:pathLst>
                <a:path w="9061" h="7701" extrusionOk="0">
                  <a:moveTo>
                    <a:pt x="4501" y="3379"/>
                  </a:moveTo>
                  <a:lnTo>
                    <a:pt x="7025" y="5975"/>
                  </a:lnTo>
                  <a:lnTo>
                    <a:pt x="6989" y="5975"/>
                  </a:lnTo>
                  <a:cubicBezTo>
                    <a:pt x="6977" y="5975"/>
                    <a:pt x="6965" y="5951"/>
                    <a:pt x="6942" y="5951"/>
                  </a:cubicBezTo>
                  <a:lnTo>
                    <a:pt x="6930" y="5951"/>
                  </a:lnTo>
                  <a:cubicBezTo>
                    <a:pt x="6918" y="5951"/>
                    <a:pt x="6906" y="5939"/>
                    <a:pt x="6870" y="5939"/>
                  </a:cubicBezTo>
                  <a:lnTo>
                    <a:pt x="6858" y="5939"/>
                  </a:lnTo>
                  <a:cubicBezTo>
                    <a:pt x="6846" y="5939"/>
                    <a:pt x="6823" y="5927"/>
                    <a:pt x="6799" y="5927"/>
                  </a:cubicBezTo>
                  <a:lnTo>
                    <a:pt x="6787" y="5927"/>
                  </a:lnTo>
                  <a:cubicBezTo>
                    <a:pt x="6763" y="5927"/>
                    <a:pt x="6751" y="5927"/>
                    <a:pt x="6739" y="5915"/>
                  </a:cubicBezTo>
                  <a:lnTo>
                    <a:pt x="6727" y="5915"/>
                  </a:lnTo>
                  <a:cubicBezTo>
                    <a:pt x="6704" y="5915"/>
                    <a:pt x="6692" y="5915"/>
                    <a:pt x="6680" y="5891"/>
                  </a:cubicBezTo>
                  <a:lnTo>
                    <a:pt x="6549" y="5891"/>
                  </a:lnTo>
                  <a:cubicBezTo>
                    <a:pt x="6525" y="5891"/>
                    <a:pt x="6513" y="5891"/>
                    <a:pt x="6501" y="5879"/>
                  </a:cubicBezTo>
                  <a:lnTo>
                    <a:pt x="6489" y="5879"/>
                  </a:lnTo>
                  <a:cubicBezTo>
                    <a:pt x="6465" y="5879"/>
                    <a:pt x="6442" y="5879"/>
                    <a:pt x="6430" y="5867"/>
                  </a:cubicBezTo>
                  <a:lnTo>
                    <a:pt x="6406" y="5867"/>
                  </a:lnTo>
                  <a:cubicBezTo>
                    <a:pt x="6025" y="5808"/>
                    <a:pt x="5572" y="5760"/>
                    <a:pt x="5120" y="5748"/>
                  </a:cubicBezTo>
                  <a:cubicBezTo>
                    <a:pt x="5037" y="5748"/>
                    <a:pt x="4953" y="5748"/>
                    <a:pt x="4882" y="5736"/>
                  </a:cubicBezTo>
                  <a:lnTo>
                    <a:pt x="4168" y="5736"/>
                  </a:lnTo>
                  <a:cubicBezTo>
                    <a:pt x="4025" y="5736"/>
                    <a:pt x="3882" y="5748"/>
                    <a:pt x="3751" y="5748"/>
                  </a:cubicBezTo>
                  <a:cubicBezTo>
                    <a:pt x="3346" y="5760"/>
                    <a:pt x="2953" y="5808"/>
                    <a:pt x="2620" y="5867"/>
                  </a:cubicBezTo>
                  <a:lnTo>
                    <a:pt x="2596" y="5867"/>
                  </a:lnTo>
                  <a:cubicBezTo>
                    <a:pt x="2584" y="5867"/>
                    <a:pt x="2560" y="5867"/>
                    <a:pt x="2536" y="5879"/>
                  </a:cubicBezTo>
                  <a:lnTo>
                    <a:pt x="2524" y="5879"/>
                  </a:lnTo>
                  <a:cubicBezTo>
                    <a:pt x="2513" y="5879"/>
                    <a:pt x="2501" y="5879"/>
                    <a:pt x="2477" y="5891"/>
                  </a:cubicBezTo>
                  <a:lnTo>
                    <a:pt x="2346" y="5891"/>
                  </a:lnTo>
                  <a:cubicBezTo>
                    <a:pt x="2334" y="5891"/>
                    <a:pt x="2322" y="5891"/>
                    <a:pt x="2298" y="5915"/>
                  </a:cubicBezTo>
                  <a:lnTo>
                    <a:pt x="2286" y="5915"/>
                  </a:lnTo>
                  <a:cubicBezTo>
                    <a:pt x="2274" y="5915"/>
                    <a:pt x="2263" y="5915"/>
                    <a:pt x="2239" y="5927"/>
                  </a:cubicBezTo>
                  <a:lnTo>
                    <a:pt x="2227" y="5927"/>
                  </a:lnTo>
                  <a:cubicBezTo>
                    <a:pt x="2215" y="5927"/>
                    <a:pt x="2203" y="5939"/>
                    <a:pt x="2167" y="5939"/>
                  </a:cubicBezTo>
                  <a:lnTo>
                    <a:pt x="2155" y="5939"/>
                  </a:lnTo>
                  <a:cubicBezTo>
                    <a:pt x="2143" y="5939"/>
                    <a:pt x="2120" y="5951"/>
                    <a:pt x="2096" y="5951"/>
                  </a:cubicBezTo>
                  <a:lnTo>
                    <a:pt x="2084" y="5951"/>
                  </a:lnTo>
                  <a:cubicBezTo>
                    <a:pt x="2060" y="5951"/>
                    <a:pt x="2048" y="5975"/>
                    <a:pt x="2036" y="5975"/>
                  </a:cubicBezTo>
                  <a:lnTo>
                    <a:pt x="2001" y="5975"/>
                  </a:lnTo>
                  <a:lnTo>
                    <a:pt x="4501" y="3379"/>
                  </a:lnTo>
                  <a:close/>
                  <a:moveTo>
                    <a:pt x="4620" y="6046"/>
                  </a:moveTo>
                  <a:cubicBezTo>
                    <a:pt x="5525" y="6058"/>
                    <a:pt x="6382" y="6153"/>
                    <a:pt x="6989" y="6320"/>
                  </a:cubicBezTo>
                  <a:lnTo>
                    <a:pt x="7001" y="6320"/>
                  </a:lnTo>
                  <a:cubicBezTo>
                    <a:pt x="7013" y="6320"/>
                    <a:pt x="7049" y="6332"/>
                    <a:pt x="7061" y="6332"/>
                  </a:cubicBezTo>
                  <a:lnTo>
                    <a:pt x="7073" y="6332"/>
                  </a:lnTo>
                  <a:lnTo>
                    <a:pt x="7216" y="6379"/>
                  </a:lnTo>
                  <a:cubicBezTo>
                    <a:pt x="7335" y="6415"/>
                    <a:pt x="7442" y="6451"/>
                    <a:pt x="7525" y="6498"/>
                  </a:cubicBezTo>
                  <a:cubicBezTo>
                    <a:pt x="7739" y="6594"/>
                    <a:pt x="7787" y="6689"/>
                    <a:pt x="7787" y="6713"/>
                  </a:cubicBezTo>
                  <a:cubicBezTo>
                    <a:pt x="7799" y="6772"/>
                    <a:pt x="7632" y="6975"/>
                    <a:pt x="6918" y="7153"/>
                  </a:cubicBezTo>
                  <a:cubicBezTo>
                    <a:pt x="6275" y="7296"/>
                    <a:pt x="5430" y="7391"/>
                    <a:pt x="4525" y="7391"/>
                  </a:cubicBezTo>
                  <a:cubicBezTo>
                    <a:pt x="3608" y="7391"/>
                    <a:pt x="2763" y="7296"/>
                    <a:pt x="2120" y="7153"/>
                  </a:cubicBezTo>
                  <a:cubicBezTo>
                    <a:pt x="1393" y="6975"/>
                    <a:pt x="1227" y="6772"/>
                    <a:pt x="1227" y="6713"/>
                  </a:cubicBezTo>
                  <a:cubicBezTo>
                    <a:pt x="1227" y="6689"/>
                    <a:pt x="1286" y="6594"/>
                    <a:pt x="1501" y="6498"/>
                  </a:cubicBezTo>
                  <a:cubicBezTo>
                    <a:pt x="1584" y="6451"/>
                    <a:pt x="1691" y="6403"/>
                    <a:pt x="1810" y="6379"/>
                  </a:cubicBezTo>
                  <a:lnTo>
                    <a:pt x="1941" y="6332"/>
                  </a:lnTo>
                  <a:lnTo>
                    <a:pt x="1965" y="6332"/>
                  </a:lnTo>
                  <a:cubicBezTo>
                    <a:pt x="1977" y="6332"/>
                    <a:pt x="2001" y="6320"/>
                    <a:pt x="2024" y="6320"/>
                  </a:cubicBezTo>
                  <a:lnTo>
                    <a:pt x="2036" y="6320"/>
                  </a:lnTo>
                  <a:cubicBezTo>
                    <a:pt x="2632" y="6165"/>
                    <a:pt x="3489" y="6058"/>
                    <a:pt x="4382" y="6046"/>
                  </a:cubicBezTo>
                  <a:close/>
                  <a:moveTo>
                    <a:pt x="1637" y="1"/>
                  </a:moveTo>
                  <a:cubicBezTo>
                    <a:pt x="1596" y="1"/>
                    <a:pt x="1554" y="16"/>
                    <a:pt x="1524" y="45"/>
                  </a:cubicBezTo>
                  <a:cubicBezTo>
                    <a:pt x="1465" y="105"/>
                    <a:pt x="1465" y="212"/>
                    <a:pt x="1524" y="272"/>
                  </a:cubicBezTo>
                  <a:lnTo>
                    <a:pt x="4298" y="3129"/>
                  </a:lnTo>
                  <a:lnTo>
                    <a:pt x="1334" y="6189"/>
                  </a:lnTo>
                  <a:lnTo>
                    <a:pt x="1322" y="6189"/>
                  </a:lnTo>
                  <a:cubicBezTo>
                    <a:pt x="1310" y="6189"/>
                    <a:pt x="1310" y="6213"/>
                    <a:pt x="1286" y="6213"/>
                  </a:cubicBezTo>
                  <a:cubicBezTo>
                    <a:pt x="1286" y="6213"/>
                    <a:pt x="1274" y="6213"/>
                    <a:pt x="1274" y="6225"/>
                  </a:cubicBezTo>
                  <a:cubicBezTo>
                    <a:pt x="1262" y="6225"/>
                    <a:pt x="1262" y="6237"/>
                    <a:pt x="1250" y="6237"/>
                  </a:cubicBezTo>
                  <a:cubicBezTo>
                    <a:pt x="1250" y="6237"/>
                    <a:pt x="1227" y="6237"/>
                    <a:pt x="1227" y="6248"/>
                  </a:cubicBezTo>
                  <a:lnTo>
                    <a:pt x="1215" y="6272"/>
                  </a:lnTo>
                  <a:cubicBezTo>
                    <a:pt x="1215" y="6272"/>
                    <a:pt x="1203" y="6272"/>
                    <a:pt x="1203" y="6284"/>
                  </a:cubicBezTo>
                  <a:lnTo>
                    <a:pt x="1191" y="6296"/>
                  </a:lnTo>
                  <a:lnTo>
                    <a:pt x="1167" y="6296"/>
                  </a:lnTo>
                  <a:lnTo>
                    <a:pt x="322" y="1105"/>
                  </a:lnTo>
                  <a:cubicBezTo>
                    <a:pt x="311" y="1019"/>
                    <a:pt x="233" y="972"/>
                    <a:pt x="165" y="972"/>
                  </a:cubicBezTo>
                  <a:cubicBezTo>
                    <a:pt x="158" y="972"/>
                    <a:pt x="150" y="973"/>
                    <a:pt x="143" y="974"/>
                  </a:cubicBezTo>
                  <a:cubicBezTo>
                    <a:pt x="60" y="986"/>
                    <a:pt x="0" y="1081"/>
                    <a:pt x="12" y="1153"/>
                  </a:cubicBezTo>
                  <a:lnTo>
                    <a:pt x="917" y="6713"/>
                  </a:lnTo>
                  <a:cubicBezTo>
                    <a:pt x="929" y="7034"/>
                    <a:pt x="1322" y="7260"/>
                    <a:pt x="2048" y="7439"/>
                  </a:cubicBezTo>
                  <a:cubicBezTo>
                    <a:pt x="2715" y="7606"/>
                    <a:pt x="3596" y="7701"/>
                    <a:pt x="4537" y="7701"/>
                  </a:cubicBezTo>
                  <a:cubicBezTo>
                    <a:pt x="5477" y="7701"/>
                    <a:pt x="6346" y="7606"/>
                    <a:pt x="7025" y="7439"/>
                  </a:cubicBezTo>
                  <a:cubicBezTo>
                    <a:pt x="7763" y="7260"/>
                    <a:pt x="8132" y="7022"/>
                    <a:pt x="8156" y="6713"/>
                  </a:cubicBezTo>
                  <a:lnTo>
                    <a:pt x="9061" y="1153"/>
                  </a:lnTo>
                  <a:cubicBezTo>
                    <a:pt x="9049" y="1081"/>
                    <a:pt x="8990" y="998"/>
                    <a:pt x="8894" y="986"/>
                  </a:cubicBezTo>
                  <a:cubicBezTo>
                    <a:pt x="8887" y="985"/>
                    <a:pt x="8880" y="984"/>
                    <a:pt x="8873" y="984"/>
                  </a:cubicBezTo>
                  <a:cubicBezTo>
                    <a:pt x="8795" y="984"/>
                    <a:pt x="8716" y="1041"/>
                    <a:pt x="8716" y="1117"/>
                  </a:cubicBezTo>
                  <a:lnTo>
                    <a:pt x="7870" y="6320"/>
                  </a:lnTo>
                  <a:lnTo>
                    <a:pt x="7858" y="6320"/>
                  </a:lnTo>
                  <a:lnTo>
                    <a:pt x="7835" y="6296"/>
                  </a:lnTo>
                  <a:cubicBezTo>
                    <a:pt x="7835" y="6296"/>
                    <a:pt x="7823" y="6296"/>
                    <a:pt x="7823" y="6284"/>
                  </a:cubicBezTo>
                  <a:lnTo>
                    <a:pt x="7811" y="6272"/>
                  </a:lnTo>
                  <a:cubicBezTo>
                    <a:pt x="7811" y="6272"/>
                    <a:pt x="7799" y="6272"/>
                    <a:pt x="7799" y="6248"/>
                  </a:cubicBezTo>
                  <a:cubicBezTo>
                    <a:pt x="7799" y="6248"/>
                    <a:pt x="7775" y="6237"/>
                    <a:pt x="7763" y="6237"/>
                  </a:cubicBezTo>
                  <a:cubicBezTo>
                    <a:pt x="7763" y="6237"/>
                    <a:pt x="7751" y="6237"/>
                    <a:pt x="7751" y="6225"/>
                  </a:cubicBezTo>
                  <a:cubicBezTo>
                    <a:pt x="7739" y="6225"/>
                    <a:pt x="7739" y="6213"/>
                    <a:pt x="7716" y="6213"/>
                  </a:cubicBezTo>
                  <a:lnTo>
                    <a:pt x="7704" y="6213"/>
                  </a:lnTo>
                  <a:lnTo>
                    <a:pt x="4739" y="3141"/>
                  </a:lnTo>
                  <a:lnTo>
                    <a:pt x="7513" y="272"/>
                  </a:lnTo>
                  <a:cubicBezTo>
                    <a:pt x="7573" y="212"/>
                    <a:pt x="7573" y="105"/>
                    <a:pt x="7513" y="45"/>
                  </a:cubicBezTo>
                  <a:cubicBezTo>
                    <a:pt x="7483" y="16"/>
                    <a:pt x="7442" y="1"/>
                    <a:pt x="7400" y="1"/>
                  </a:cubicBezTo>
                  <a:cubicBezTo>
                    <a:pt x="7358" y="1"/>
                    <a:pt x="7317" y="16"/>
                    <a:pt x="7287" y="45"/>
                  </a:cubicBezTo>
                  <a:lnTo>
                    <a:pt x="4525" y="2903"/>
                  </a:lnTo>
                  <a:lnTo>
                    <a:pt x="1751" y="45"/>
                  </a:lnTo>
                  <a:cubicBezTo>
                    <a:pt x="1721" y="16"/>
                    <a:pt x="1679" y="1"/>
                    <a:pt x="1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0" name="Google Shape;11970;p66"/>
          <p:cNvGrpSpPr/>
          <p:nvPr/>
        </p:nvGrpSpPr>
        <p:grpSpPr>
          <a:xfrm>
            <a:off x="6183451" y="2286690"/>
            <a:ext cx="351445" cy="277976"/>
            <a:chOff x="6183451" y="2462140"/>
            <a:chExt cx="351445" cy="277976"/>
          </a:xfrm>
        </p:grpSpPr>
        <p:sp>
          <p:nvSpPr>
            <p:cNvPr id="11971" name="Google Shape;11971;p66"/>
            <p:cNvSpPr/>
            <p:nvPr/>
          </p:nvSpPr>
          <p:spPr>
            <a:xfrm>
              <a:off x="6315251" y="2514777"/>
              <a:ext cx="120446" cy="10241"/>
            </a:xfrm>
            <a:custGeom>
              <a:avLst/>
              <a:gdLst/>
              <a:ahLst/>
              <a:cxnLst/>
              <a:rect l="l" t="t" r="r" b="b"/>
              <a:pathLst>
                <a:path w="3787" h="322" extrusionOk="0">
                  <a:moveTo>
                    <a:pt x="167" y="0"/>
                  </a:moveTo>
                  <a:cubicBezTo>
                    <a:pt x="84" y="0"/>
                    <a:pt x="0" y="71"/>
                    <a:pt x="0" y="167"/>
                  </a:cubicBezTo>
                  <a:cubicBezTo>
                    <a:pt x="0" y="250"/>
                    <a:pt x="84" y="321"/>
                    <a:pt x="167" y="321"/>
                  </a:cubicBezTo>
                  <a:lnTo>
                    <a:pt x="3620" y="321"/>
                  </a:lnTo>
                  <a:cubicBezTo>
                    <a:pt x="3703" y="321"/>
                    <a:pt x="3786" y="250"/>
                    <a:pt x="3786" y="167"/>
                  </a:cubicBezTo>
                  <a:cubicBezTo>
                    <a:pt x="3786" y="71"/>
                    <a:pt x="3715" y="0"/>
                    <a:pt x="3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66"/>
            <p:cNvSpPr/>
            <p:nvPr/>
          </p:nvSpPr>
          <p:spPr>
            <a:xfrm>
              <a:off x="6274349" y="2514777"/>
              <a:ext cx="27670" cy="10241"/>
            </a:xfrm>
            <a:custGeom>
              <a:avLst/>
              <a:gdLst/>
              <a:ahLst/>
              <a:cxnLst/>
              <a:rect l="l" t="t" r="r" b="b"/>
              <a:pathLst>
                <a:path w="870" h="322" extrusionOk="0">
                  <a:moveTo>
                    <a:pt x="155" y="0"/>
                  </a:moveTo>
                  <a:cubicBezTo>
                    <a:pt x="72" y="0"/>
                    <a:pt x="0" y="71"/>
                    <a:pt x="0" y="167"/>
                  </a:cubicBezTo>
                  <a:cubicBezTo>
                    <a:pt x="0" y="250"/>
                    <a:pt x="72" y="321"/>
                    <a:pt x="155" y="321"/>
                  </a:cubicBezTo>
                  <a:lnTo>
                    <a:pt x="715" y="321"/>
                  </a:lnTo>
                  <a:cubicBezTo>
                    <a:pt x="798" y="321"/>
                    <a:pt x="870" y="250"/>
                    <a:pt x="870" y="167"/>
                  </a:cubicBezTo>
                  <a:cubicBezTo>
                    <a:pt x="870" y="71"/>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66"/>
            <p:cNvSpPr/>
            <p:nvPr/>
          </p:nvSpPr>
          <p:spPr>
            <a:xfrm>
              <a:off x="6274349" y="2672307"/>
              <a:ext cx="64405" cy="10623"/>
            </a:xfrm>
            <a:custGeom>
              <a:avLst/>
              <a:gdLst/>
              <a:ahLst/>
              <a:cxnLst/>
              <a:rect l="l" t="t" r="r" b="b"/>
              <a:pathLst>
                <a:path w="2025" h="334" extrusionOk="0">
                  <a:moveTo>
                    <a:pt x="155" y="0"/>
                  </a:moveTo>
                  <a:cubicBezTo>
                    <a:pt x="72" y="0"/>
                    <a:pt x="0" y="71"/>
                    <a:pt x="0" y="167"/>
                  </a:cubicBezTo>
                  <a:cubicBezTo>
                    <a:pt x="0" y="250"/>
                    <a:pt x="72" y="333"/>
                    <a:pt x="155" y="333"/>
                  </a:cubicBezTo>
                  <a:lnTo>
                    <a:pt x="1858" y="333"/>
                  </a:lnTo>
                  <a:cubicBezTo>
                    <a:pt x="1941" y="333"/>
                    <a:pt x="2013" y="250"/>
                    <a:pt x="2013" y="167"/>
                  </a:cubicBezTo>
                  <a:cubicBezTo>
                    <a:pt x="2024" y="71"/>
                    <a:pt x="1941"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66"/>
            <p:cNvSpPr/>
            <p:nvPr/>
          </p:nvSpPr>
          <p:spPr>
            <a:xfrm>
              <a:off x="6274731" y="2619670"/>
              <a:ext cx="85619" cy="10623"/>
            </a:xfrm>
            <a:custGeom>
              <a:avLst/>
              <a:gdLst/>
              <a:ahLst/>
              <a:cxnLst/>
              <a:rect l="l" t="t" r="r" b="b"/>
              <a:pathLst>
                <a:path w="2692" h="334" extrusionOk="0">
                  <a:moveTo>
                    <a:pt x="167" y="0"/>
                  </a:moveTo>
                  <a:cubicBezTo>
                    <a:pt x="72" y="0"/>
                    <a:pt x="0" y="83"/>
                    <a:pt x="0" y="167"/>
                  </a:cubicBezTo>
                  <a:cubicBezTo>
                    <a:pt x="0" y="262"/>
                    <a:pt x="72" y="333"/>
                    <a:pt x="167" y="333"/>
                  </a:cubicBezTo>
                  <a:lnTo>
                    <a:pt x="2524" y="333"/>
                  </a:lnTo>
                  <a:cubicBezTo>
                    <a:pt x="2620" y="333"/>
                    <a:pt x="2691" y="262"/>
                    <a:pt x="2691" y="167"/>
                  </a:cubicBezTo>
                  <a:cubicBezTo>
                    <a:pt x="2691" y="83"/>
                    <a:pt x="2620" y="0"/>
                    <a:pt x="2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66"/>
            <p:cNvSpPr/>
            <p:nvPr/>
          </p:nvSpPr>
          <p:spPr>
            <a:xfrm>
              <a:off x="6274731" y="2567383"/>
              <a:ext cx="122704" cy="10273"/>
            </a:xfrm>
            <a:custGeom>
              <a:avLst/>
              <a:gdLst/>
              <a:ahLst/>
              <a:cxnLst/>
              <a:rect l="l" t="t" r="r" b="b"/>
              <a:pathLst>
                <a:path w="3858" h="323" extrusionOk="0">
                  <a:moveTo>
                    <a:pt x="167" y="1"/>
                  </a:moveTo>
                  <a:cubicBezTo>
                    <a:pt x="72" y="1"/>
                    <a:pt x="0" y="72"/>
                    <a:pt x="0" y="156"/>
                  </a:cubicBezTo>
                  <a:cubicBezTo>
                    <a:pt x="0" y="251"/>
                    <a:pt x="72" y="322"/>
                    <a:pt x="167" y="322"/>
                  </a:cubicBezTo>
                  <a:lnTo>
                    <a:pt x="3691" y="322"/>
                  </a:lnTo>
                  <a:cubicBezTo>
                    <a:pt x="3775" y="322"/>
                    <a:pt x="3858" y="251"/>
                    <a:pt x="3858" y="156"/>
                  </a:cubicBezTo>
                  <a:cubicBezTo>
                    <a:pt x="3858" y="72"/>
                    <a:pt x="3775" y="1"/>
                    <a:pt x="3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66"/>
            <p:cNvSpPr/>
            <p:nvPr/>
          </p:nvSpPr>
          <p:spPr>
            <a:xfrm>
              <a:off x="6183451" y="2462140"/>
              <a:ext cx="339709" cy="277976"/>
            </a:xfrm>
            <a:custGeom>
              <a:avLst/>
              <a:gdLst/>
              <a:ahLst/>
              <a:cxnLst/>
              <a:rect l="l" t="t" r="r" b="b"/>
              <a:pathLst>
                <a:path w="10681" h="8740" extrusionOk="0">
                  <a:moveTo>
                    <a:pt x="9514" y="405"/>
                  </a:moveTo>
                  <a:cubicBezTo>
                    <a:pt x="9895" y="405"/>
                    <a:pt x="10193" y="667"/>
                    <a:pt x="10252" y="1036"/>
                  </a:cubicBezTo>
                  <a:lnTo>
                    <a:pt x="8883" y="1036"/>
                  </a:lnTo>
                  <a:lnTo>
                    <a:pt x="8883" y="964"/>
                  </a:lnTo>
                  <a:lnTo>
                    <a:pt x="8883" y="953"/>
                  </a:lnTo>
                  <a:lnTo>
                    <a:pt x="8883" y="941"/>
                  </a:lnTo>
                  <a:lnTo>
                    <a:pt x="8883" y="917"/>
                  </a:lnTo>
                  <a:lnTo>
                    <a:pt x="8883" y="905"/>
                  </a:lnTo>
                  <a:lnTo>
                    <a:pt x="8883" y="893"/>
                  </a:lnTo>
                  <a:lnTo>
                    <a:pt x="8883" y="881"/>
                  </a:lnTo>
                  <a:lnTo>
                    <a:pt x="8883" y="857"/>
                  </a:lnTo>
                  <a:lnTo>
                    <a:pt x="8883" y="845"/>
                  </a:lnTo>
                  <a:lnTo>
                    <a:pt x="8883" y="833"/>
                  </a:lnTo>
                  <a:lnTo>
                    <a:pt x="8883" y="822"/>
                  </a:lnTo>
                  <a:lnTo>
                    <a:pt x="8883" y="798"/>
                  </a:lnTo>
                  <a:lnTo>
                    <a:pt x="8883" y="786"/>
                  </a:lnTo>
                  <a:cubicBezTo>
                    <a:pt x="8883" y="786"/>
                    <a:pt x="8883" y="774"/>
                    <a:pt x="8895" y="774"/>
                  </a:cubicBezTo>
                  <a:lnTo>
                    <a:pt x="8895" y="762"/>
                  </a:lnTo>
                  <a:cubicBezTo>
                    <a:pt x="8895" y="762"/>
                    <a:pt x="8895" y="738"/>
                    <a:pt x="8907" y="738"/>
                  </a:cubicBezTo>
                  <a:cubicBezTo>
                    <a:pt x="8919" y="714"/>
                    <a:pt x="8943" y="703"/>
                    <a:pt x="8954" y="667"/>
                  </a:cubicBezTo>
                  <a:cubicBezTo>
                    <a:pt x="8954" y="655"/>
                    <a:pt x="8966" y="655"/>
                    <a:pt x="8966" y="643"/>
                  </a:cubicBezTo>
                  <a:lnTo>
                    <a:pt x="8978" y="619"/>
                  </a:lnTo>
                  <a:lnTo>
                    <a:pt x="9002" y="607"/>
                  </a:lnTo>
                  <a:lnTo>
                    <a:pt x="9014" y="595"/>
                  </a:lnTo>
                  <a:cubicBezTo>
                    <a:pt x="9026" y="595"/>
                    <a:pt x="9026" y="583"/>
                    <a:pt x="9038" y="583"/>
                  </a:cubicBezTo>
                  <a:cubicBezTo>
                    <a:pt x="9145" y="488"/>
                    <a:pt x="9264" y="429"/>
                    <a:pt x="9395" y="405"/>
                  </a:cubicBezTo>
                  <a:close/>
                  <a:moveTo>
                    <a:pt x="6704" y="7775"/>
                  </a:moveTo>
                  <a:cubicBezTo>
                    <a:pt x="6704" y="7787"/>
                    <a:pt x="6704" y="7799"/>
                    <a:pt x="6728" y="7811"/>
                  </a:cubicBezTo>
                  <a:lnTo>
                    <a:pt x="6728" y="7834"/>
                  </a:lnTo>
                  <a:lnTo>
                    <a:pt x="6728" y="7858"/>
                  </a:lnTo>
                  <a:lnTo>
                    <a:pt x="6728" y="7870"/>
                  </a:lnTo>
                  <a:lnTo>
                    <a:pt x="6728" y="7906"/>
                  </a:lnTo>
                  <a:lnTo>
                    <a:pt x="6728" y="7918"/>
                  </a:lnTo>
                  <a:cubicBezTo>
                    <a:pt x="6728" y="7930"/>
                    <a:pt x="6728" y="7930"/>
                    <a:pt x="6740" y="7953"/>
                  </a:cubicBezTo>
                  <a:lnTo>
                    <a:pt x="6740" y="7965"/>
                  </a:lnTo>
                  <a:cubicBezTo>
                    <a:pt x="6740" y="7977"/>
                    <a:pt x="6740" y="7977"/>
                    <a:pt x="6752" y="7989"/>
                  </a:cubicBezTo>
                  <a:lnTo>
                    <a:pt x="6752" y="8013"/>
                  </a:lnTo>
                  <a:cubicBezTo>
                    <a:pt x="6752" y="8025"/>
                    <a:pt x="6752" y="8025"/>
                    <a:pt x="6764" y="8037"/>
                  </a:cubicBezTo>
                  <a:cubicBezTo>
                    <a:pt x="6764" y="8037"/>
                    <a:pt x="6764" y="8049"/>
                    <a:pt x="6776" y="8049"/>
                  </a:cubicBezTo>
                  <a:cubicBezTo>
                    <a:pt x="6776" y="8072"/>
                    <a:pt x="6776" y="8072"/>
                    <a:pt x="6799" y="8084"/>
                  </a:cubicBezTo>
                  <a:cubicBezTo>
                    <a:pt x="6799" y="8084"/>
                    <a:pt x="6799" y="8096"/>
                    <a:pt x="6811" y="8096"/>
                  </a:cubicBezTo>
                  <a:cubicBezTo>
                    <a:pt x="6811" y="8108"/>
                    <a:pt x="6823" y="8108"/>
                    <a:pt x="6823" y="8132"/>
                  </a:cubicBezTo>
                  <a:cubicBezTo>
                    <a:pt x="6823" y="8132"/>
                    <a:pt x="6823" y="8144"/>
                    <a:pt x="6835" y="8144"/>
                  </a:cubicBezTo>
                  <a:cubicBezTo>
                    <a:pt x="6835" y="8156"/>
                    <a:pt x="6859" y="8156"/>
                    <a:pt x="6859" y="8168"/>
                  </a:cubicBezTo>
                  <a:lnTo>
                    <a:pt x="6859" y="8192"/>
                  </a:lnTo>
                  <a:cubicBezTo>
                    <a:pt x="6871" y="8203"/>
                    <a:pt x="6871" y="8215"/>
                    <a:pt x="6883" y="8227"/>
                  </a:cubicBezTo>
                  <a:lnTo>
                    <a:pt x="6883" y="8251"/>
                  </a:lnTo>
                  <a:cubicBezTo>
                    <a:pt x="6883" y="8263"/>
                    <a:pt x="6895" y="8263"/>
                    <a:pt x="6895" y="8275"/>
                  </a:cubicBezTo>
                  <a:cubicBezTo>
                    <a:pt x="6895" y="8275"/>
                    <a:pt x="6895" y="8287"/>
                    <a:pt x="6918" y="8287"/>
                  </a:cubicBezTo>
                  <a:cubicBezTo>
                    <a:pt x="6918" y="8311"/>
                    <a:pt x="6930" y="8311"/>
                    <a:pt x="6930" y="8322"/>
                  </a:cubicBezTo>
                  <a:cubicBezTo>
                    <a:pt x="6930" y="8322"/>
                    <a:pt x="6930" y="8334"/>
                    <a:pt x="6942" y="8334"/>
                  </a:cubicBezTo>
                  <a:lnTo>
                    <a:pt x="6954" y="8346"/>
                  </a:lnTo>
                  <a:lnTo>
                    <a:pt x="6978" y="8370"/>
                  </a:lnTo>
                  <a:lnTo>
                    <a:pt x="6990" y="8382"/>
                  </a:lnTo>
                  <a:lnTo>
                    <a:pt x="7002" y="8394"/>
                  </a:lnTo>
                  <a:lnTo>
                    <a:pt x="7014" y="8406"/>
                  </a:lnTo>
                  <a:lnTo>
                    <a:pt x="1096" y="8406"/>
                  </a:lnTo>
                  <a:cubicBezTo>
                    <a:pt x="727" y="8406"/>
                    <a:pt x="430" y="8144"/>
                    <a:pt x="370" y="7775"/>
                  </a:cubicBezTo>
                  <a:close/>
                  <a:moveTo>
                    <a:pt x="2918" y="0"/>
                  </a:moveTo>
                  <a:cubicBezTo>
                    <a:pt x="2323" y="0"/>
                    <a:pt x="1846" y="476"/>
                    <a:pt x="1846" y="1072"/>
                  </a:cubicBezTo>
                  <a:lnTo>
                    <a:pt x="1846" y="7441"/>
                  </a:lnTo>
                  <a:lnTo>
                    <a:pt x="156" y="7441"/>
                  </a:lnTo>
                  <a:cubicBezTo>
                    <a:pt x="120" y="7441"/>
                    <a:pt x="72" y="7453"/>
                    <a:pt x="37" y="7489"/>
                  </a:cubicBezTo>
                  <a:cubicBezTo>
                    <a:pt x="13" y="7513"/>
                    <a:pt x="1" y="7561"/>
                    <a:pt x="1" y="7608"/>
                  </a:cubicBezTo>
                  <a:cubicBezTo>
                    <a:pt x="1" y="8251"/>
                    <a:pt x="453" y="8739"/>
                    <a:pt x="1072" y="8739"/>
                  </a:cubicBezTo>
                  <a:lnTo>
                    <a:pt x="7776" y="8739"/>
                  </a:lnTo>
                  <a:cubicBezTo>
                    <a:pt x="8371" y="8739"/>
                    <a:pt x="8847" y="8263"/>
                    <a:pt x="8847" y="7668"/>
                  </a:cubicBezTo>
                  <a:lnTo>
                    <a:pt x="8847" y="5703"/>
                  </a:lnTo>
                  <a:cubicBezTo>
                    <a:pt x="8847" y="5608"/>
                    <a:pt x="8776" y="5536"/>
                    <a:pt x="8692" y="5536"/>
                  </a:cubicBezTo>
                  <a:cubicBezTo>
                    <a:pt x="8597" y="5536"/>
                    <a:pt x="8526" y="5608"/>
                    <a:pt x="8526" y="5703"/>
                  </a:cubicBezTo>
                  <a:lnTo>
                    <a:pt x="8526" y="7668"/>
                  </a:lnTo>
                  <a:cubicBezTo>
                    <a:pt x="8526" y="8084"/>
                    <a:pt x="8181" y="8406"/>
                    <a:pt x="7776" y="8406"/>
                  </a:cubicBezTo>
                  <a:lnTo>
                    <a:pt x="7764" y="8406"/>
                  </a:lnTo>
                  <a:cubicBezTo>
                    <a:pt x="7347" y="8406"/>
                    <a:pt x="7026" y="8072"/>
                    <a:pt x="7026" y="7608"/>
                  </a:cubicBezTo>
                  <a:cubicBezTo>
                    <a:pt x="7026" y="7513"/>
                    <a:pt x="6942" y="7441"/>
                    <a:pt x="6859" y="7441"/>
                  </a:cubicBezTo>
                  <a:lnTo>
                    <a:pt x="2168" y="7441"/>
                  </a:lnTo>
                  <a:lnTo>
                    <a:pt x="2168" y="1072"/>
                  </a:lnTo>
                  <a:cubicBezTo>
                    <a:pt x="2168" y="655"/>
                    <a:pt x="2513" y="333"/>
                    <a:pt x="2918" y="333"/>
                  </a:cubicBezTo>
                  <a:lnTo>
                    <a:pt x="8835" y="333"/>
                  </a:lnTo>
                  <a:lnTo>
                    <a:pt x="8823" y="345"/>
                  </a:lnTo>
                  <a:lnTo>
                    <a:pt x="8812" y="357"/>
                  </a:lnTo>
                  <a:lnTo>
                    <a:pt x="8788" y="369"/>
                  </a:lnTo>
                  <a:lnTo>
                    <a:pt x="8776" y="393"/>
                  </a:lnTo>
                  <a:lnTo>
                    <a:pt x="8764" y="405"/>
                  </a:lnTo>
                  <a:lnTo>
                    <a:pt x="8752" y="417"/>
                  </a:lnTo>
                  <a:lnTo>
                    <a:pt x="8728" y="429"/>
                  </a:lnTo>
                  <a:lnTo>
                    <a:pt x="8716" y="452"/>
                  </a:lnTo>
                  <a:lnTo>
                    <a:pt x="8704" y="464"/>
                  </a:lnTo>
                  <a:lnTo>
                    <a:pt x="8692" y="476"/>
                  </a:lnTo>
                  <a:cubicBezTo>
                    <a:pt x="8692" y="476"/>
                    <a:pt x="8669" y="488"/>
                    <a:pt x="8669" y="512"/>
                  </a:cubicBezTo>
                  <a:cubicBezTo>
                    <a:pt x="8669" y="524"/>
                    <a:pt x="8657" y="524"/>
                    <a:pt x="8657" y="536"/>
                  </a:cubicBezTo>
                  <a:cubicBezTo>
                    <a:pt x="8657" y="548"/>
                    <a:pt x="8645" y="548"/>
                    <a:pt x="8645" y="572"/>
                  </a:cubicBezTo>
                  <a:cubicBezTo>
                    <a:pt x="8645" y="583"/>
                    <a:pt x="8633" y="583"/>
                    <a:pt x="8633" y="595"/>
                  </a:cubicBezTo>
                  <a:cubicBezTo>
                    <a:pt x="8633" y="607"/>
                    <a:pt x="8633" y="607"/>
                    <a:pt x="8609" y="631"/>
                  </a:cubicBezTo>
                  <a:cubicBezTo>
                    <a:pt x="8609" y="643"/>
                    <a:pt x="8609" y="643"/>
                    <a:pt x="8597" y="655"/>
                  </a:cubicBezTo>
                  <a:cubicBezTo>
                    <a:pt x="8597" y="667"/>
                    <a:pt x="8597" y="667"/>
                    <a:pt x="8585" y="691"/>
                  </a:cubicBezTo>
                  <a:cubicBezTo>
                    <a:pt x="8585" y="703"/>
                    <a:pt x="8585" y="703"/>
                    <a:pt x="8573" y="714"/>
                  </a:cubicBezTo>
                  <a:cubicBezTo>
                    <a:pt x="8573" y="726"/>
                    <a:pt x="8573" y="726"/>
                    <a:pt x="8550" y="750"/>
                  </a:cubicBezTo>
                  <a:cubicBezTo>
                    <a:pt x="8550" y="762"/>
                    <a:pt x="8550" y="762"/>
                    <a:pt x="8538" y="774"/>
                  </a:cubicBezTo>
                  <a:cubicBezTo>
                    <a:pt x="8538" y="786"/>
                    <a:pt x="8538" y="786"/>
                    <a:pt x="8526" y="810"/>
                  </a:cubicBezTo>
                  <a:lnTo>
                    <a:pt x="8526" y="833"/>
                  </a:lnTo>
                  <a:lnTo>
                    <a:pt x="8526" y="869"/>
                  </a:lnTo>
                  <a:lnTo>
                    <a:pt x="8526" y="893"/>
                  </a:lnTo>
                  <a:lnTo>
                    <a:pt x="8526" y="929"/>
                  </a:lnTo>
                  <a:lnTo>
                    <a:pt x="8526" y="953"/>
                  </a:lnTo>
                  <a:lnTo>
                    <a:pt x="8526" y="988"/>
                  </a:lnTo>
                  <a:lnTo>
                    <a:pt x="8526" y="1012"/>
                  </a:lnTo>
                  <a:lnTo>
                    <a:pt x="8526" y="1048"/>
                  </a:lnTo>
                  <a:lnTo>
                    <a:pt x="8526" y="1060"/>
                  </a:lnTo>
                  <a:lnTo>
                    <a:pt x="8526" y="1119"/>
                  </a:lnTo>
                  <a:lnTo>
                    <a:pt x="8526" y="1179"/>
                  </a:lnTo>
                  <a:lnTo>
                    <a:pt x="8526" y="2560"/>
                  </a:lnTo>
                  <a:cubicBezTo>
                    <a:pt x="8526" y="2655"/>
                    <a:pt x="8597" y="2727"/>
                    <a:pt x="8692" y="2727"/>
                  </a:cubicBezTo>
                  <a:cubicBezTo>
                    <a:pt x="8776" y="2727"/>
                    <a:pt x="8847" y="2655"/>
                    <a:pt x="8847" y="2560"/>
                  </a:cubicBezTo>
                  <a:lnTo>
                    <a:pt x="8847" y="1286"/>
                  </a:lnTo>
                  <a:lnTo>
                    <a:pt x="10514" y="1286"/>
                  </a:lnTo>
                  <a:cubicBezTo>
                    <a:pt x="10562" y="1286"/>
                    <a:pt x="10609" y="1262"/>
                    <a:pt x="10633" y="1238"/>
                  </a:cubicBezTo>
                  <a:cubicBezTo>
                    <a:pt x="10669" y="1203"/>
                    <a:pt x="10681" y="1167"/>
                    <a:pt x="10681" y="1119"/>
                  </a:cubicBezTo>
                  <a:cubicBezTo>
                    <a:pt x="10681" y="476"/>
                    <a:pt x="10216" y="0"/>
                    <a:pt x="9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66"/>
            <p:cNvSpPr/>
            <p:nvPr/>
          </p:nvSpPr>
          <p:spPr>
            <a:xfrm>
              <a:off x="6367888" y="2552562"/>
              <a:ext cx="167008" cy="132627"/>
            </a:xfrm>
            <a:custGeom>
              <a:avLst/>
              <a:gdLst/>
              <a:ahLst/>
              <a:cxnLst/>
              <a:rect l="l" t="t" r="r" b="b"/>
              <a:pathLst>
                <a:path w="5251" h="4170" extrusionOk="0">
                  <a:moveTo>
                    <a:pt x="3679" y="407"/>
                  </a:moveTo>
                  <a:cubicBezTo>
                    <a:pt x="3108" y="669"/>
                    <a:pt x="2560" y="1027"/>
                    <a:pt x="2262" y="1217"/>
                  </a:cubicBezTo>
                  <a:cubicBezTo>
                    <a:pt x="1774" y="1550"/>
                    <a:pt x="1250" y="1955"/>
                    <a:pt x="858" y="2289"/>
                  </a:cubicBezTo>
                  <a:cubicBezTo>
                    <a:pt x="988" y="1991"/>
                    <a:pt x="1119" y="1729"/>
                    <a:pt x="1322" y="1503"/>
                  </a:cubicBezTo>
                  <a:cubicBezTo>
                    <a:pt x="1703" y="1074"/>
                    <a:pt x="2274" y="741"/>
                    <a:pt x="3036" y="538"/>
                  </a:cubicBezTo>
                  <a:cubicBezTo>
                    <a:pt x="3251" y="479"/>
                    <a:pt x="3453" y="431"/>
                    <a:pt x="3679" y="407"/>
                  </a:cubicBezTo>
                  <a:close/>
                  <a:moveTo>
                    <a:pt x="4548" y="372"/>
                  </a:moveTo>
                  <a:lnTo>
                    <a:pt x="4548" y="372"/>
                  </a:lnTo>
                  <a:cubicBezTo>
                    <a:pt x="4322" y="610"/>
                    <a:pt x="4084" y="836"/>
                    <a:pt x="3822" y="1122"/>
                  </a:cubicBezTo>
                  <a:cubicBezTo>
                    <a:pt x="3382" y="1598"/>
                    <a:pt x="2417" y="2217"/>
                    <a:pt x="2001" y="2348"/>
                  </a:cubicBezTo>
                  <a:cubicBezTo>
                    <a:pt x="1762" y="2432"/>
                    <a:pt x="1560" y="2467"/>
                    <a:pt x="1381" y="2527"/>
                  </a:cubicBezTo>
                  <a:cubicBezTo>
                    <a:pt x="1239" y="2574"/>
                    <a:pt x="1084" y="2610"/>
                    <a:pt x="953" y="2646"/>
                  </a:cubicBezTo>
                  <a:cubicBezTo>
                    <a:pt x="1012" y="2586"/>
                    <a:pt x="1084" y="2515"/>
                    <a:pt x="1179" y="2443"/>
                  </a:cubicBezTo>
                  <a:cubicBezTo>
                    <a:pt x="1524" y="2146"/>
                    <a:pt x="1977" y="1800"/>
                    <a:pt x="2453" y="1479"/>
                  </a:cubicBezTo>
                  <a:cubicBezTo>
                    <a:pt x="3274" y="919"/>
                    <a:pt x="4025" y="550"/>
                    <a:pt x="4548" y="372"/>
                  </a:cubicBezTo>
                  <a:close/>
                  <a:moveTo>
                    <a:pt x="4912" y="0"/>
                  </a:moveTo>
                  <a:cubicBezTo>
                    <a:pt x="3584" y="0"/>
                    <a:pt x="1934" y="348"/>
                    <a:pt x="1084" y="1312"/>
                  </a:cubicBezTo>
                  <a:cubicBezTo>
                    <a:pt x="703" y="1753"/>
                    <a:pt x="524" y="2324"/>
                    <a:pt x="346" y="2872"/>
                  </a:cubicBezTo>
                  <a:lnTo>
                    <a:pt x="298" y="3003"/>
                  </a:lnTo>
                  <a:lnTo>
                    <a:pt x="36" y="3967"/>
                  </a:lnTo>
                  <a:cubicBezTo>
                    <a:pt x="0" y="4063"/>
                    <a:pt x="60" y="4146"/>
                    <a:pt x="155" y="4170"/>
                  </a:cubicBezTo>
                  <a:lnTo>
                    <a:pt x="191" y="4170"/>
                  </a:lnTo>
                  <a:cubicBezTo>
                    <a:pt x="274" y="4170"/>
                    <a:pt x="334" y="4122"/>
                    <a:pt x="346" y="4051"/>
                  </a:cubicBezTo>
                  <a:lnTo>
                    <a:pt x="596" y="3134"/>
                  </a:lnTo>
                  <a:cubicBezTo>
                    <a:pt x="905" y="2991"/>
                    <a:pt x="1167" y="2932"/>
                    <a:pt x="1489" y="2824"/>
                  </a:cubicBezTo>
                  <a:cubicBezTo>
                    <a:pt x="1667" y="2777"/>
                    <a:pt x="1858" y="2717"/>
                    <a:pt x="2096" y="2646"/>
                  </a:cubicBezTo>
                  <a:cubicBezTo>
                    <a:pt x="2620" y="2479"/>
                    <a:pt x="3620" y="1812"/>
                    <a:pt x="4084" y="1324"/>
                  </a:cubicBezTo>
                  <a:cubicBezTo>
                    <a:pt x="4477" y="896"/>
                    <a:pt x="4822" y="562"/>
                    <a:pt x="5215" y="253"/>
                  </a:cubicBezTo>
                  <a:lnTo>
                    <a:pt x="5227" y="241"/>
                  </a:lnTo>
                  <a:lnTo>
                    <a:pt x="5239" y="217"/>
                  </a:lnTo>
                  <a:cubicBezTo>
                    <a:pt x="5251" y="205"/>
                    <a:pt x="5251" y="193"/>
                    <a:pt x="5251" y="181"/>
                  </a:cubicBezTo>
                  <a:lnTo>
                    <a:pt x="5251" y="157"/>
                  </a:lnTo>
                  <a:lnTo>
                    <a:pt x="5251" y="134"/>
                  </a:lnTo>
                  <a:cubicBezTo>
                    <a:pt x="5251" y="122"/>
                    <a:pt x="5251" y="110"/>
                    <a:pt x="5239" y="86"/>
                  </a:cubicBezTo>
                  <a:cubicBezTo>
                    <a:pt x="5239" y="86"/>
                    <a:pt x="5239" y="74"/>
                    <a:pt x="5227" y="74"/>
                  </a:cubicBezTo>
                  <a:cubicBezTo>
                    <a:pt x="5227" y="74"/>
                    <a:pt x="5227" y="62"/>
                    <a:pt x="5215" y="62"/>
                  </a:cubicBezTo>
                  <a:lnTo>
                    <a:pt x="5191" y="38"/>
                  </a:lnTo>
                  <a:lnTo>
                    <a:pt x="5179" y="26"/>
                  </a:lnTo>
                  <a:lnTo>
                    <a:pt x="5168" y="15"/>
                  </a:lnTo>
                  <a:cubicBezTo>
                    <a:pt x="5168" y="15"/>
                    <a:pt x="5156" y="15"/>
                    <a:pt x="5156" y="3"/>
                  </a:cubicBezTo>
                  <a:lnTo>
                    <a:pt x="5108" y="3"/>
                  </a:lnTo>
                  <a:cubicBezTo>
                    <a:pt x="5044" y="1"/>
                    <a:pt x="4978" y="0"/>
                    <a:pt x="49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8" name="Google Shape;11978;p66"/>
          <p:cNvGrpSpPr/>
          <p:nvPr/>
        </p:nvGrpSpPr>
        <p:grpSpPr>
          <a:xfrm>
            <a:off x="5735477" y="2254408"/>
            <a:ext cx="353354" cy="341299"/>
            <a:chOff x="5735477" y="2429858"/>
            <a:chExt cx="353354" cy="341299"/>
          </a:xfrm>
        </p:grpSpPr>
        <p:sp>
          <p:nvSpPr>
            <p:cNvPr id="11979" name="Google Shape;11979;p66"/>
            <p:cNvSpPr/>
            <p:nvPr/>
          </p:nvSpPr>
          <p:spPr>
            <a:xfrm>
              <a:off x="5824468" y="2594703"/>
              <a:ext cx="176359" cy="76968"/>
            </a:xfrm>
            <a:custGeom>
              <a:avLst/>
              <a:gdLst/>
              <a:ahLst/>
              <a:cxnLst/>
              <a:rect l="l" t="t" r="r" b="b"/>
              <a:pathLst>
                <a:path w="5545" h="2420" extrusionOk="0">
                  <a:moveTo>
                    <a:pt x="3427" y="340"/>
                  </a:moveTo>
                  <a:cubicBezTo>
                    <a:pt x="3652" y="340"/>
                    <a:pt x="3900" y="416"/>
                    <a:pt x="4108" y="630"/>
                  </a:cubicBezTo>
                  <a:cubicBezTo>
                    <a:pt x="4335" y="845"/>
                    <a:pt x="4537" y="999"/>
                    <a:pt x="4739" y="1107"/>
                  </a:cubicBezTo>
                  <a:cubicBezTo>
                    <a:pt x="4510" y="1133"/>
                    <a:pt x="4229" y="1154"/>
                    <a:pt x="3943" y="1154"/>
                  </a:cubicBezTo>
                  <a:cubicBezTo>
                    <a:pt x="3575" y="1154"/>
                    <a:pt x="3199" y="1118"/>
                    <a:pt x="2918" y="1011"/>
                  </a:cubicBezTo>
                  <a:lnTo>
                    <a:pt x="2834" y="987"/>
                  </a:lnTo>
                  <a:cubicBezTo>
                    <a:pt x="2811" y="976"/>
                    <a:pt x="2787" y="970"/>
                    <a:pt x="2766" y="970"/>
                  </a:cubicBezTo>
                  <a:cubicBezTo>
                    <a:pt x="2745" y="970"/>
                    <a:pt x="2727" y="976"/>
                    <a:pt x="2715" y="987"/>
                  </a:cubicBezTo>
                  <a:lnTo>
                    <a:pt x="2620" y="1011"/>
                  </a:lnTo>
                  <a:cubicBezTo>
                    <a:pt x="2325" y="1118"/>
                    <a:pt x="1951" y="1154"/>
                    <a:pt x="1583" y="1154"/>
                  </a:cubicBezTo>
                  <a:cubicBezTo>
                    <a:pt x="1297" y="1154"/>
                    <a:pt x="1014" y="1133"/>
                    <a:pt x="775" y="1107"/>
                  </a:cubicBezTo>
                  <a:cubicBezTo>
                    <a:pt x="965" y="999"/>
                    <a:pt x="1180" y="845"/>
                    <a:pt x="1406" y="630"/>
                  </a:cubicBezTo>
                  <a:cubicBezTo>
                    <a:pt x="1614" y="416"/>
                    <a:pt x="1862" y="340"/>
                    <a:pt x="2087" y="340"/>
                  </a:cubicBezTo>
                  <a:cubicBezTo>
                    <a:pt x="2326" y="340"/>
                    <a:pt x="2540" y="425"/>
                    <a:pt x="2656" y="523"/>
                  </a:cubicBezTo>
                  <a:cubicBezTo>
                    <a:pt x="2686" y="553"/>
                    <a:pt x="2721" y="568"/>
                    <a:pt x="2757" y="568"/>
                  </a:cubicBezTo>
                  <a:cubicBezTo>
                    <a:pt x="2793" y="568"/>
                    <a:pt x="2829" y="553"/>
                    <a:pt x="2858" y="523"/>
                  </a:cubicBezTo>
                  <a:cubicBezTo>
                    <a:pt x="2975" y="425"/>
                    <a:pt x="3188" y="340"/>
                    <a:pt x="3427" y="340"/>
                  </a:cubicBezTo>
                  <a:close/>
                  <a:moveTo>
                    <a:pt x="2727" y="1309"/>
                  </a:moveTo>
                  <a:lnTo>
                    <a:pt x="2751" y="1321"/>
                  </a:lnTo>
                  <a:cubicBezTo>
                    <a:pt x="3111" y="1433"/>
                    <a:pt x="3533" y="1470"/>
                    <a:pt x="3932" y="1470"/>
                  </a:cubicBezTo>
                  <a:cubicBezTo>
                    <a:pt x="4167" y="1470"/>
                    <a:pt x="4394" y="1458"/>
                    <a:pt x="4597" y="1440"/>
                  </a:cubicBezTo>
                  <a:lnTo>
                    <a:pt x="4597" y="1440"/>
                  </a:lnTo>
                  <a:cubicBezTo>
                    <a:pt x="4585" y="1464"/>
                    <a:pt x="4561" y="1476"/>
                    <a:pt x="4537" y="1488"/>
                  </a:cubicBezTo>
                  <a:cubicBezTo>
                    <a:pt x="4525" y="1499"/>
                    <a:pt x="4501" y="1523"/>
                    <a:pt x="4478" y="1535"/>
                  </a:cubicBezTo>
                  <a:lnTo>
                    <a:pt x="4466" y="1547"/>
                  </a:lnTo>
                  <a:cubicBezTo>
                    <a:pt x="4454" y="1559"/>
                    <a:pt x="4430" y="1583"/>
                    <a:pt x="4418" y="1583"/>
                  </a:cubicBezTo>
                  <a:cubicBezTo>
                    <a:pt x="4406" y="1583"/>
                    <a:pt x="4406" y="1595"/>
                    <a:pt x="4394" y="1595"/>
                  </a:cubicBezTo>
                  <a:cubicBezTo>
                    <a:pt x="4382" y="1607"/>
                    <a:pt x="4358" y="1607"/>
                    <a:pt x="4347" y="1618"/>
                  </a:cubicBezTo>
                  <a:cubicBezTo>
                    <a:pt x="4335" y="1618"/>
                    <a:pt x="4335" y="1642"/>
                    <a:pt x="4311" y="1642"/>
                  </a:cubicBezTo>
                  <a:cubicBezTo>
                    <a:pt x="4299" y="1654"/>
                    <a:pt x="4287" y="1654"/>
                    <a:pt x="4275" y="1666"/>
                  </a:cubicBezTo>
                  <a:cubicBezTo>
                    <a:pt x="4263" y="1666"/>
                    <a:pt x="4263" y="1678"/>
                    <a:pt x="4239" y="1678"/>
                  </a:cubicBezTo>
                  <a:cubicBezTo>
                    <a:pt x="4228" y="1702"/>
                    <a:pt x="4216" y="1714"/>
                    <a:pt x="4204" y="1714"/>
                  </a:cubicBezTo>
                  <a:cubicBezTo>
                    <a:pt x="4180" y="1714"/>
                    <a:pt x="4180" y="1726"/>
                    <a:pt x="4168" y="1726"/>
                  </a:cubicBezTo>
                  <a:lnTo>
                    <a:pt x="4120" y="1773"/>
                  </a:lnTo>
                  <a:lnTo>
                    <a:pt x="4108" y="1785"/>
                  </a:lnTo>
                  <a:lnTo>
                    <a:pt x="4049" y="1845"/>
                  </a:lnTo>
                  <a:cubicBezTo>
                    <a:pt x="3930" y="1964"/>
                    <a:pt x="3668" y="2059"/>
                    <a:pt x="3311" y="2095"/>
                  </a:cubicBezTo>
                  <a:cubicBezTo>
                    <a:pt x="3013" y="2130"/>
                    <a:pt x="2751" y="2130"/>
                    <a:pt x="2751" y="2130"/>
                  </a:cubicBezTo>
                  <a:lnTo>
                    <a:pt x="2727" y="2130"/>
                  </a:lnTo>
                  <a:cubicBezTo>
                    <a:pt x="2644" y="2130"/>
                    <a:pt x="2430" y="2130"/>
                    <a:pt x="2203" y="2095"/>
                  </a:cubicBezTo>
                  <a:cubicBezTo>
                    <a:pt x="1846" y="2059"/>
                    <a:pt x="1572" y="1964"/>
                    <a:pt x="1453" y="1845"/>
                  </a:cubicBezTo>
                  <a:lnTo>
                    <a:pt x="1394" y="1785"/>
                  </a:lnTo>
                  <a:lnTo>
                    <a:pt x="1382" y="1773"/>
                  </a:lnTo>
                  <a:lnTo>
                    <a:pt x="1334" y="1726"/>
                  </a:lnTo>
                  <a:cubicBezTo>
                    <a:pt x="1322" y="1726"/>
                    <a:pt x="1322" y="1714"/>
                    <a:pt x="1310" y="1714"/>
                  </a:cubicBezTo>
                  <a:cubicBezTo>
                    <a:pt x="1299" y="1702"/>
                    <a:pt x="1275" y="1678"/>
                    <a:pt x="1263" y="1678"/>
                  </a:cubicBezTo>
                  <a:cubicBezTo>
                    <a:pt x="1251" y="1678"/>
                    <a:pt x="1251" y="1666"/>
                    <a:pt x="1239" y="1666"/>
                  </a:cubicBezTo>
                  <a:cubicBezTo>
                    <a:pt x="1227" y="1654"/>
                    <a:pt x="1203" y="1654"/>
                    <a:pt x="1191" y="1642"/>
                  </a:cubicBezTo>
                  <a:cubicBezTo>
                    <a:pt x="1180" y="1642"/>
                    <a:pt x="1180" y="1618"/>
                    <a:pt x="1156" y="1618"/>
                  </a:cubicBezTo>
                  <a:cubicBezTo>
                    <a:pt x="1144" y="1607"/>
                    <a:pt x="1132" y="1607"/>
                    <a:pt x="1120" y="1595"/>
                  </a:cubicBezTo>
                  <a:cubicBezTo>
                    <a:pt x="1108" y="1595"/>
                    <a:pt x="1108" y="1583"/>
                    <a:pt x="1084" y="1583"/>
                  </a:cubicBezTo>
                  <a:cubicBezTo>
                    <a:pt x="1072" y="1559"/>
                    <a:pt x="1060" y="1559"/>
                    <a:pt x="1037" y="1547"/>
                  </a:cubicBezTo>
                  <a:lnTo>
                    <a:pt x="1025" y="1535"/>
                  </a:lnTo>
                  <a:cubicBezTo>
                    <a:pt x="1013" y="1523"/>
                    <a:pt x="989" y="1499"/>
                    <a:pt x="965" y="1488"/>
                  </a:cubicBezTo>
                  <a:lnTo>
                    <a:pt x="953" y="1488"/>
                  </a:lnTo>
                  <a:cubicBezTo>
                    <a:pt x="941" y="1476"/>
                    <a:pt x="929" y="1464"/>
                    <a:pt x="894" y="1440"/>
                  </a:cubicBezTo>
                  <a:lnTo>
                    <a:pt x="894" y="1440"/>
                  </a:lnTo>
                  <a:cubicBezTo>
                    <a:pt x="1114" y="1464"/>
                    <a:pt x="1367" y="1482"/>
                    <a:pt x="1623" y="1482"/>
                  </a:cubicBezTo>
                  <a:cubicBezTo>
                    <a:pt x="2004" y="1482"/>
                    <a:pt x="2393" y="1442"/>
                    <a:pt x="2692" y="1321"/>
                  </a:cubicBezTo>
                  <a:lnTo>
                    <a:pt x="2727" y="1309"/>
                  </a:lnTo>
                  <a:close/>
                  <a:moveTo>
                    <a:pt x="2093" y="1"/>
                  </a:moveTo>
                  <a:cubicBezTo>
                    <a:pt x="1780" y="1"/>
                    <a:pt x="1439" y="109"/>
                    <a:pt x="1156" y="392"/>
                  </a:cubicBezTo>
                  <a:cubicBezTo>
                    <a:pt x="632" y="928"/>
                    <a:pt x="132" y="999"/>
                    <a:pt x="120" y="999"/>
                  </a:cubicBezTo>
                  <a:lnTo>
                    <a:pt x="84" y="999"/>
                  </a:lnTo>
                  <a:cubicBezTo>
                    <a:pt x="84" y="999"/>
                    <a:pt x="72" y="999"/>
                    <a:pt x="72" y="1011"/>
                  </a:cubicBezTo>
                  <a:cubicBezTo>
                    <a:pt x="72" y="1011"/>
                    <a:pt x="60" y="1011"/>
                    <a:pt x="60" y="1023"/>
                  </a:cubicBezTo>
                  <a:lnTo>
                    <a:pt x="48" y="1047"/>
                  </a:lnTo>
                  <a:lnTo>
                    <a:pt x="37" y="1059"/>
                  </a:lnTo>
                  <a:lnTo>
                    <a:pt x="13" y="1071"/>
                  </a:lnTo>
                  <a:cubicBezTo>
                    <a:pt x="13" y="1071"/>
                    <a:pt x="13" y="1083"/>
                    <a:pt x="1" y="1083"/>
                  </a:cubicBezTo>
                  <a:lnTo>
                    <a:pt x="1" y="1107"/>
                  </a:lnTo>
                  <a:lnTo>
                    <a:pt x="1" y="1130"/>
                  </a:lnTo>
                  <a:lnTo>
                    <a:pt x="1" y="1142"/>
                  </a:lnTo>
                  <a:lnTo>
                    <a:pt x="1" y="1166"/>
                  </a:lnTo>
                  <a:cubicBezTo>
                    <a:pt x="1" y="1166"/>
                    <a:pt x="1" y="1178"/>
                    <a:pt x="13" y="1178"/>
                  </a:cubicBezTo>
                  <a:lnTo>
                    <a:pt x="37" y="1190"/>
                  </a:lnTo>
                  <a:lnTo>
                    <a:pt x="48" y="1202"/>
                  </a:lnTo>
                  <a:lnTo>
                    <a:pt x="60" y="1226"/>
                  </a:lnTo>
                  <a:lnTo>
                    <a:pt x="72" y="1237"/>
                  </a:lnTo>
                  <a:cubicBezTo>
                    <a:pt x="72" y="1237"/>
                    <a:pt x="727" y="1559"/>
                    <a:pt x="1203" y="2035"/>
                  </a:cubicBezTo>
                  <a:cubicBezTo>
                    <a:pt x="1538" y="2370"/>
                    <a:pt x="2322" y="2419"/>
                    <a:pt x="2628" y="2419"/>
                  </a:cubicBezTo>
                  <a:cubicBezTo>
                    <a:pt x="2681" y="2419"/>
                    <a:pt x="2720" y="2418"/>
                    <a:pt x="2739" y="2416"/>
                  </a:cubicBezTo>
                  <a:lnTo>
                    <a:pt x="2799" y="2416"/>
                  </a:lnTo>
                  <a:cubicBezTo>
                    <a:pt x="3061" y="2416"/>
                    <a:pt x="3918" y="2380"/>
                    <a:pt x="4275" y="2035"/>
                  </a:cubicBezTo>
                  <a:cubicBezTo>
                    <a:pt x="4751" y="1559"/>
                    <a:pt x="5406" y="1237"/>
                    <a:pt x="5406" y="1237"/>
                  </a:cubicBezTo>
                  <a:lnTo>
                    <a:pt x="5418" y="1226"/>
                  </a:lnTo>
                  <a:lnTo>
                    <a:pt x="5430" y="1202"/>
                  </a:lnTo>
                  <a:cubicBezTo>
                    <a:pt x="5450" y="1208"/>
                    <a:pt x="5467" y="1211"/>
                    <a:pt x="5480" y="1211"/>
                  </a:cubicBezTo>
                  <a:cubicBezTo>
                    <a:pt x="5540" y="1211"/>
                    <a:pt x="5545" y="1155"/>
                    <a:pt x="5525" y="1107"/>
                  </a:cubicBezTo>
                  <a:cubicBezTo>
                    <a:pt x="5513" y="1059"/>
                    <a:pt x="5466" y="1011"/>
                    <a:pt x="5418" y="999"/>
                  </a:cubicBezTo>
                  <a:lnTo>
                    <a:pt x="5394" y="999"/>
                  </a:lnTo>
                  <a:cubicBezTo>
                    <a:pt x="5394" y="999"/>
                    <a:pt x="4882" y="904"/>
                    <a:pt x="4347" y="392"/>
                  </a:cubicBezTo>
                  <a:cubicBezTo>
                    <a:pt x="4063" y="109"/>
                    <a:pt x="3726" y="1"/>
                    <a:pt x="3414" y="1"/>
                  </a:cubicBezTo>
                  <a:cubicBezTo>
                    <a:pt x="3162" y="1"/>
                    <a:pt x="2927" y="71"/>
                    <a:pt x="2751" y="178"/>
                  </a:cubicBezTo>
                  <a:cubicBezTo>
                    <a:pt x="2581" y="71"/>
                    <a:pt x="2346" y="1"/>
                    <a:pt x="2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66"/>
            <p:cNvSpPr/>
            <p:nvPr/>
          </p:nvSpPr>
          <p:spPr>
            <a:xfrm>
              <a:off x="5735477" y="2429858"/>
              <a:ext cx="353354" cy="126202"/>
            </a:xfrm>
            <a:custGeom>
              <a:avLst/>
              <a:gdLst/>
              <a:ahLst/>
              <a:cxnLst/>
              <a:rect l="l" t="t" r="r" b="b"/>
              <a:pathLst>
                <a:path w="11110" h="3968" extrusionOk="0">
                  <a:moveTo>
                    <a:pt x="10764" y="324"/>
                  </a:moveTo>
                  <a:cubicBezTo>
                    <a:pt x="10776" y="324"/>
                    <a:pt x="10776" y="324"/>
                    <a:pt x="10776" y="348"/>
                  </a:cubicBezTo>
                  <a:cubicBezTo>
                    <a:pt x="10764" y="348"/>
                    <a:pt x="10764" y="360"/>
                    <a:pt x="10764" y="360"/>
                  </a:cubicBezTo>
                  <a:cubicBezTo>
                    <a:pt x="10669" y="1015"/>
                    <a:pt x="10312" y="2599"/>
                    <a:pt x="9014" y="3325"/>
                  </a:cubicBezTo>
                  <a:cubicBezTo>
                    <a:pt x="8645" y="3527"/>
                    <a:pt x="8240" y="3634"/>
                    <a:pt x="7847" y="3634"/>
                  </a:cubicBezTo>
                  <a:lnTo>
                    <a:pt x="7680" y="3634"/>
                  </a:lnTo>
                  <a:cubicBezTo>
                    <a:pt x="6835" y="3575"/>
                    <a:pt x="6121" y="3087"/>
                    <a:pt x="5763" y="2801"/>
                  </a:cubicBezTo>
                  <a:cubicBezTo>
                    <a:pt x="5704" y="2753"/>
                    <a:pt x="5644" y="2730"/>
                    <a:pt x="5561" y="2730"/>
                  </a:cubicBezTo>
                  <a:cubicBezTo>
                    <a:pt x="5490" y="2730"/>
                    <a:pt x="5418" y="2753"/>
                    <a:pt x="5371" y="2801"/>
                  </a:cubicBezTo>
                  <a:cubicBezTo>
                    <a:pt x="5025" y="3087"/>
                    <a:pt x="4323" y="3575"/>
                    <a:pt x="3454" y="3634"/>
                  </a:cubicBezTo>
                  <a:lnTo>
                    <a:pt x="3287" y="3634"/>
                  </a:lnTo>
                  <a:cubicBezTo>
                    <a:pt x="2870" y="3634"/>
                    <a:pt x="2489" y="3527"/>
                    <a:pt x="2108" y="3325"/>
                  </a:cubicBezTo>
                  <a:cubicBezTo>
                    <a:pt x="822" y="2599"/>
                    <a:pt x="465" y="1015"/>
                    <a:pt x="370" y="360"/>
                  </a:cubicBezTo>
                  <a:lnTo>
                    <a:pt x="370" y="348"/>
                  </a:lnTo>
                  <a:cubicBezTo>
                    <a:pt x="370" y="348"/>
                    <a:pt x="382" y="324"/>
                    <a:pt x="406" y="324"/>
                  </a:cubicBezTo>
                  <a:cubicBezTo>
                    <a:pt x="418" y="324"/>
                    <a:pt x="418" y="324"/>
                    <a:pt x="418" y="348"/>
                  </a:cubicBezTo>
                  <a:cubicBezTo>
                    <a:pt x="1025" y="920"/>
                    <a:pt x="2084" y="1063"/>
                    <a:pt x="2668" y="1086"/>
                  </a:cubicBezTo>
                  <a:cubicBezTo>
                    <a:pt x="3644" y="1134"/>
                    <a:pt x="4406" y="1563"/>
                    <a:pt x="4870" y="1908"/>
                  </a:cubicBezTo>
                  <a:cubicBezTo>
                    <a:pt x="4894" y="1944"/>
                    <a:pt x="4930" y="1956"/>
                    <a:pt x="4954" y="1979"/>
                  </a:cubicBezTo>
                  <a:cubicBezTo>
                    <a:pt x="5132" y="2110"/>
                    <a:pt x="5359" y="2194"/>
                    <a:pt x="5585" y="2194"/>
                  </a:cubicBezTo>
                  <a:cubicBezTo>
                    <a:pt x="5799" y="2194"/>
                    <a:pt x="6025" y="2110"/>
                    <a:pt x="6204" y="1979"/>
                  </a:cubicBezTo>
                  <a:cubicBezTo>
                    <a:pt x="6240" y="1956"/>
                    <a:pt x="6264" y="1944"/>
                    <a:pt x="6299" y="1908"/>
                  </a:cubicBezTo>
                  <a:cubicBezTo>
                    <a:pt x="6752" y="1563"/>
                    <a:pt x="7514" y="1134"/>
                    <a:pt x="8502" y="1086"/>
                  </a:cubicBezTo>
                  <a:cubicBezTo>
                    <a:pt x="9061" y="1063"/>
                    <a:pt x="10121" y="920"/>
                    <a:pt x="10740" y="348"/>
                  </a:cubicBezTo>
                  <a:lnTo>
                    <a:pt x="10764" y="324"/>
                  </a:lnTo>
                  <a:close/>
                  <a:moveTo>
                    <a:pt x="395" y="0"/>
                  </a:moveTo>
                  <a:cubicBezTo>
                    <a:pt x="379" y="0"/>
                    <a:pt x="363" y="1"/>
                    <a:pt x="346" y="3"/>
                  </a:cubicBezTo>
                  <a:cubicBezTo>
                    <a:pt x="239" y="3"/>
                    <a:pt x="156" y="63"/>
                    <a:pt x="84" y="134"/>
                  </a:cubicBezTo>
                  <a:cubicBezTo>
                    <a:pt x="25" y="217"/>
                    <a:pt x="1" y="313"/>
                    <a:pt x="13" y="408"/>
                  </a:cubicBezTo>
                  <a:cubicBezTo>
                    <a:pt x="120" y="1110"/>
                    <a:pt x="489" y="2801"/>
                    <a:pt x="1918" y="3611"/>
                  </a:cubicBezTo>
                  <a:cubicBezTo>
                    <a:pt x="2334" y="3849"/>
                    <a:pt x="2799" y="3968"/>
                    <a:pt x="3263" y="3968"/>
                  </a:cubicBezTo>
                  <a:lnTo>
                    <a:pt x="3454" y="3968"/>
                  </a:lnTo>
                  <a:cubicBezTo>
                    <a:pt x="4394" y="3908"/>
                    <a:pt x="5168" y="3372"/>
                    <a:pt x="5537" y="3075"/>
                  </a:cubicBezTo>
                  <a:cubicBezTo>
                    <a:pt x="5918" y="3384"/>
                    <a:pt x="6692" y="3908"/>
                    <a:pt x="7633" y="3968"/>
                  </a:cubicBezTo>
                  <a:lnTo>
                    <a:pt x="7823" y="3968"/>
                  </a:lnTo>
                  <a:cubicBezTo>
                    <a:pt x="8288" y="3968"/>
                    <a:pt x="8752" y="3849"/>
                    <a:pt x="9169" y="3611"/>
                  </a:cubicBezTo>
                  <a:cubicBezTo>
                    <a:pt x="10585" y="2801"/>
                    <a:pt x="10966" y="1110"/>
                    <a:pt x="11074" y="408"/>
                  </a:cubicBezTo>
                  <a:cubicBezTo>
                    <a:pt x="11109" y="313"/>
                    <a:pt x="11074" y="217"/>
                    <a:pt x="11014" y="134"/>
                  </a:cubicBezTo>
                  <a:cubicBezTo>
                    <a:pt x="10955" y="63"/>
                    <a:pt x="10871" y="15"/>
                    <a:pt x="10764" y="3"/>
                  </a:cubicBezTo>
                  <a:cubicBezTo>
                    <a:pt x="10657" y="3"/>
                    <a:pt x="10574" y="39"/>
                    <a:pt x="10490" y="98"/>
                  </a:cubicBezTo>
                  <a:cubicBezTo>
                    <a:pt x="10252" y="313"/>
                    <a:pt x="9693" y="694"/>
                    <a:pt x="8454" y="753"/>
                  </a:cubicBezTo>
                  <a:cubicBezTo>
                    <a:pt x="7395" y="813"/>
                    <a:pt x="6585" y="1253"/>
                    <a:pt x="6073" y="1622"/>
                  </a:cubicBezTo>
                  <a:cubicBezTo>
                    <a:pt x="6037" y="1658"/>
                    <a:pt x="6002" y="1670"/>
                    <a:pt x="5966" y="1706"/>
                  </a:cubicBezTo>
                  <a:cubicBezTo>
                    <a:pt x="5847" y="1789"/>
                    <a:pt x="5704" y="1848"/>
                    <a:pt x="5549" y="1848"/>
                  </a:cubicBezTo>
                  <a:cubicBezTo>
                    <a:pt x="5406" y="1848"/>
                    <a:pt x="5251" y="1801"/>
                    <a:pt x="5132" y="1706"/>
                  </a:cubicBezTo>
                  <a:cubicBezTo>
                    <a:pt x="5109" y="1670"/>
                    <a:pt x="5073" y="1658"/>
                    <a:pt x="5025" y="1622"/>
                  </a:cubicBezTo>
                  <a:cubicBezTo>
                    <a:pt x="4537" y="1253"/>
                    <a:pt x="3727" y="789"/>
                    <a:pt x="2644" y="753"/>
                  </a:cubicBezTo>
                  <a:cubicBezTo>
                    <a:pt x="1418" y="694"/>
                    <a:pt x="846" y="313"/>
                    <a:pt x="608" y="98"/>
                  </a:cubicBezTo>
                  <a:cubicBezTo>
                    <a:pt x="548" y="28"/>
                    <a:pt x="479" y="0"/>
                    <a:pt x="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66"/>
            <p:cNvSpPr/>
            <p:nvPr/>
          </p:nvSpPr>
          <p:spPr>
            <a:xfrm>
              <a:off x="5762384" y="2464271"/>
              <a:ext cx="134440" cy="72102"/>
            </a:xfrm>
            <a:custGeom>
              <a:avLst/>
              <a:gdLst/>
              <a:ahLst/>
              <a:cxnLst/>
              <a:rect l="l" t="t" r="r" b="b"/>
              <a:pathLst>
                <a:path w="4227" h="2267" extrusionOk="0">
                  <a:moveTo>
                    <a:pt x="476" y="397"/>
                  </a:moveTo>
                  <a:lnTo>
                    <a:pt x="560" y="409"/>
                  </a:lnTo>
                  <a:cubicBezTo>
                    <a:pt x="929" y="505"/>
                    <a:pt x="1334" y="564"/>
                    <a:pt x="1774" y="588"/>
                  </a:cubicBezTo>
                  <a:cubicBezTo>
                    <a:pt x="2667" y="636"/>
                    <a:pt x="3358" y="1052"/>
                    <a:pt x="3774" y="1386"/>
                  </a:cubicBezTo>
                  <a:lnTo>
                    <a:pt x="3810" y="1421"/>
                  </a:lnTo>
                  <a:lnTo>
                    <a:pt x="3751" y="1469"/>
                  </a:lnTo>
                  <a:cubicBezTo>
                    <a:pt x="3477" y="1648"/>
                    <a:pt x="3024" y="1874"/>
                    <a:pt x="2548" y="1909"/>
                  </a:cubicBezTo>
                  <a:cubicBezTo>
                    <a:pt x="2490" y="1915"/>
                    <a:pt x="2432" y="1918"/>
                    <a:pt x="2376" y="1918"/>
                  </a:cubicBezTo>
                  <a:cubicBezTo>
                    <a:pt x="2089" y="1918"/>
                    <a:pt x="1827" y="1841"/>
                    <a:pt x="1548" y="1671"/>
                  </a:cubicBezTo>
                  <a:cubicBezTo>
                    <a:pt x="1119" y="1421"/>
                    <a:pt x="762" y="1017"/>
                    <a:pt x="512" y="469"/>
                  </a:cubicBezTo>
                  <a:lnTo>
                    <a:pt x="476" y="397"/>
                  </a:lnTo>
                  <a:close/>
                  <a:moveTo>
                    <a:pt x="174" y="0"/>
                  </a:moveTo>
                  <a:cubicBezTo>
                    <a:pt x="129" y="0"/>
                    <a:pt x="85" y="18"/>
                    <a:pt x="48" y="64"/>
                  </a:cubicBezTo>
                  <a:cubicBezTo>
                    <a:pt x="0" y="112"/>
                    <a:pt x="0" y="183"/>
                    <a:pt x="36" y="243"/>
                  </a:cubicBezTo>
                  <a:lnTo>
                    <a:pt x="214" y="636"/>
                  </a:lnTo>
                  <a:cubicBezTo>
                    <a:pt x="500" y="1243"/>
                    <a:pt x="893" y="1707"/>
                    <a:pt x="1393" y="1993"/>
                  </a:cubicBezTo>
                  <a:cubicBezTo>
                    <a:pt x="1715" y="2183"/>
                    <a:pt x="2060" y="2267"/>
                    <a:pt x="2417" y="2267"/>
                  </a:cubicBezTo>
                  <a:lnTo>
                    <a:pt x="2560" y="2267"/>
                  </a:lnTo>
                  <a:cubicBezTo>
                    <a:pt x="3120" y="2231"/>
                    <a:pt x="3608" y="1993"/>
                    <a:pt x="3917" y="1779"/>
                  </a:cubicBezTo>
                  <a:lnTo>
                    <a:pt x="4155" y="1636"/>
                  </a:lnTo>
                  <a:cubicBezTo>
                    <a:pt x="4203" y="1600"/>
                    <a:pt x="4227" y="1552"/>
                    <a:pt x="4227" y="1493"/>
                  </a:cubicBezTo>
                  <a:cubicBezTo>
                    <a:pt x="4227" y="1421"/>
                    <a:pt x="4215" y="1362"/>
                    <a:pt x="4167" y="1338"/>
                  </a:cubicBezTo>
                  <a:lnTo>
                    <a:pt x="3965" y="1159"/>
                  </a:lnTo>
                  <a:cubicBezTo>
                    <a:pt x="3501" y="778"/>
                    <a:pt x="2762" y="326"/>
                    <a:pt x="1774" y="278"/>
                  </a:cubicBezTo>
                  <a:cubicBezTo>
                    <a:pt x="1357" y="266"/>
                    <a:pt x="965" y="207"/>
                    <a:pt x="631" y="112"/>
                  </a:cubicBezTo>
                  <a:lnTo>
                    <a:pt x="214" y="4"/>
                  </a:lnTo>
                  <a:cubicBezTo>
                    <a:pt x="201" y="2"/>
                    <a:pt x="188"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66"/>
            <p:cNvSpPr/>
            <p:nvPr/>
          </p:nvSpPr>
          <p:spPr>
            <a:xfrm>
              <a:off x="5928247" y="2463921"/>
              <a:ext cx="134821" cy="70957"/>
            </a:xfrm>
            <a:custGeom>
              <a:avLst/>
              <a:gdLst/>
              <a:ahLst/>
              <a:cxnLst/>
              <a:rect l="l" t="t" r="r" b="b"/>
              <a:pathLst>
                <a:path w="4239" h="2231" extrusionOk="0">
                  <a:moveTo>
                    <a:pt x="3774" y="420"/>
                  </a:moveTo>
                  <a:lnTo>
                    <a:pt x="3727" y="480"/>
                  </a:lnTo>
                  <a:cubicBezTo>
                    <a:pt x="3477" y="1028"/>
                    <a:pt x="3120" y="1432"/>
                    <a:pt x="2691" y="1682"/>
                  </a:cubicBezTo>
                  <a:cubicBezTo>
                    <a:pt x="2416" y="1841"/>
                    <a:pt x="2122" y="1924"/>
                    <a:pt x="1810" y="1924"/>
                  </a:cubicBezTo>
                  <a:cubicBezTo>
                    <a:pt x="1770" y="1924"/>
                    <a:pt x="1731" y="1923"/>
                    <a:pt x="1691" y="1920"/>
                  </a:cubicBezTo>
                  <a:cubicBezTo>
                    <a:pt x="1215" y="1897"/>
                    <a:pt x="774" y="1670"/>
                    <a:pt x="488" y="1480"/>
                  </a:cubicBezTo>
                  <a:lnTo>
                    <a:pt x="441" y="1444"/>
                  </a:lnTo>
                  <a:lnTo>
                    <a:pt x="488" y="1420"/>
                  </a:lnTo>
                  <a:cubicBezTo>
                    <a:pt x="905" y="1075"/>
                    <a:pt x="1596" y="658"/>
                    <a:pt x="2489" y="611"/>
                  </a:cubicBezTo>
                  <a:cubicBezTo>
                    <a:pt x="2929" y="587"/>
                    <a:pt x="3334" y="527"/>
                    <a:pt x="3703" y="432"/>
                  </a:cubicBezTo>
                  <a:lnTo>
                    <a:pt x="3774" y="420"/>
                  </a:lnTo>
                  <a:close/>
                  <a:moveTo>
                    <a:pt x="4043" y="1"/>
                  </a:moveTo>
                  <a:cubicBezTo>
                    <a:pt x="4033" y="1"/>
                    <a:pt x="4023" y="2"/>
                    <a:pt x="4013" y="4"/>
                  </a:cubicBezTo>
                  <a:lnTo>
                    <a:pt x="3596" y="111"/>
                  </a:lnTo>
                  <a:cubicBezTo>
                    <a:pt x="3262" y="194"/>
                    <a:pt x="2870" y="254"/>
                    <a:pt x="2453" y="277"/>
                  </a:cubicBezTo>
                  <a:cubicBezTo>
                    <a:pt x="1476" y="313"/>
                    <a:pt x="726" y="777"/>
                    <a:pt x="262" y="1147"/>
                  </a:cubicBezTo>
                  <a:lnTo>
                    <a:pt x="60" y="1325"/>
                  </a:lnTo>
                  <a:cubicBezTo>
                    <a:pt x="12" y="1361"/>
                    <a:pt x="0" y="1420"/>
                    <a:pt x="0" y="1468"/>
                  </a:cubicBezTo>
                  <a:cubicBezTo>
                    <a:pt x="0" y="1504"/>
                    <a:pt x="24" y="1563"/>
                    <a:pt x="72" y="1599"/>
                  </a:cubicBezTo>
                  <a:lnTo>
                    <a:pt x="310" y="1742"/>
                  </a:lnTo>
                  <a:cubicBezTo>
                    <a:pt x="619" y="1956"/>
                    <a:pt x="1107" y="2194"/>
                    <a:pt x="1667" y="2230"/>
                  </a:cubicBezTo>
                  <a:lnTo>
                    <a:pt x="1810" y="2230"/>
                  </a:lnTo>
                  <a:cubicBezTo>
                    <a:pt x="2167" y="2230"/>
                    <a:pt x="2512" y="2147"/>
                    <a:pt x="2834" y="1956"/>
                  </a:cubicBezTo>
                  <a:cubicBezTo>
                    <a:pt x="3334" y="1670"/>
                    <a:pt x="3727" y="1230"/>
                    <a:pt x="4013" y="599"/>
                  </a:cubicBezTo>
                  <a:lnTo>
                    <a:pt x="4191" y="206"/>
                  </a:lnTo>
                  <a:cubicBezTo>
                    <a:pt x="4239" y="182"/>
                    <a:pt x="4227" y="111"/>
                    <a:pt x="4179" y="63"/>
                  </a:cubicBezTo>
                  <a:cubicBezTo>
                    <a:pt x="4140" y="24"/>
                    <a:pt x="4092" y="1"/>
                    <a:pt x="40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66"/>
            <p:cNvSpPr/>
            <p:nvPr/>
          </p:nvSpPr>
          <p:spPr>
            <a:xfrm>
              <a:off x="5966859" y="2655642"/>
              <a:ext cx="28434" cy="113258"/>
            </a:xfrm>
            <a:custGeom>
              <a:avLst/>
              <a:gdLst/>
              <a:ahLst/>
              <a:cxnLst/>
              <a:rect l="l" t="t" r="r" b="b"/>
              <a:pathLst>
                <a:path w="894" h="3561" extrusionOk="0">
                  <a:moveTo>
                    <a:pt x="560" y="1893"/>
                  </a:moveTo>
                  <a:lnTo>
                    <a:pt x="560" y="3120"/>
                  </a:lnTo>
                  <a:lnTo>
                    <a:pt x="572" y="3120"/>
                  </a:lnTo>
                  <a:cubicBezTo>
                    <a:pt x="572" y="3179"/>
                    <a:pt x="524" y="3239"/>
                    <a:pt x="453" y="3239"/>
                  </a:cubicBezTo>
                  <a:cubicBezTo>
                    <a:pt x="382" y="3239"/>
                    <a:pt x="334" y="3191"/>
                    <a:pt x="334" y="3120"/>
                  </a:cubicBezTo>
                  <a:lnTo>
                    <a:pt x="334" y="1893"/>
                  </a:lnTo>
                  <a:close/>
                  <a:moveTo>
                    <a:pt x="715" y="0"/>
                  </a:moveTo>
                  <a:cubicBezTo>
                    <a:pt x="632" y="0"/>
                    <a:pt x="560" y="83"/>
                    <a:pt x="560" y="167"/>
                  </a:cubicBezTo>
                  <a:lnTo>
                    <a:pt x="560" y="1572"/>
                  </a:lnTo>
                  <a:lnTo>
                    <a:pt x="334" y="1572"/>
                  </a:lnTo>
                  <a:lnTo>
                    <a:pt x="334" y="381"/>
                  </a:lnTo>
                  <a:cubicBezTo>
                    <a:pt x="334" y="286"/>
                    <a:pt x="262" y="214"/>
                    <a:pt x="167" y="214"/>
                  </a:cubicBezTo>
                  <a:cubicBezTo>
                    <a:pt x="84" y="214"/>
                    <a:pt x="1" y="286"/>
                    <a:pt x="1" y="381"/>
                  </a:cubicBezTo>
                  <a:lnTo>
                    <a:pt x="1" y="3120"/>
                  </a:lnTo>
                  <a:cubicBezTo>
                    <a:pt x="1" y="3358"/>
                    <a:pt x="203" y="3560"/>
                    <a:pt x="453" y="3560"/>
                  </a:cubicBezTo>
                  <a:cubicBezTo>
                    <a:pt x="703" y="3560"/>
                    <a:pt x="894" y="3370"/>
                    <a:pt x="894" y="3120"/>
                  </a:cubicBezTo>
                  <a:lnTo>
                    <a:pt x="894" y="167"/>
                  </a:lnTo>
                  <a:cubicBezTo>
                    <a:pt x="882" y="83"/>
                    <a:pt x="810"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66"/>
            <p:cNvSpPr/>
            <p:nvPr/>
          </p:nvSpPr>
          <p:spPr>
            <a:xfrm>
              <a:off x="6054704" y="2499988"/>
              <a:ext cx="27670" cy="271169"/>
            </a:xfrm>
            <a:custGeom>
              <a:avLst/>
              <a:gdLst/>
              <a:ahLst/>
              <a:cxnLst/>
              <a:rect l="l" t="t" r="r" b="b"/>
              <a:pathLst>
                <a:path w="870" h="8526" extrusionOk="0">
                  <a:moveTo>
                    <a:pt x="548" y="6775"/>
                  </a:moveTo>
                  <a:lnTo>
                    <a:pt x="548" y="8097"/>
                  </a:lnTo>
                  <a:lnTo>
                    <a:pt x="560" y="8097"/>
                  </a:lnTo>
                  <a:cubicBezTo>
                    <a:pt x="560" y="8156"/>
                    <a:pt x="513" y="8216"/>
                    <a:pt x="441" y="8216"/>
                  </a:cubicBezTo>
                  <a:cubicBezTo>
                    <a:pt x="370" y="8216"/>
                    <a:pt x="322" y="8168"/>
                    <a:pt x="322" y="8097"/>
                  </a:cubicBezTo>
                  <a:lnTo>
                    <a:pt x="322" y="6775"/>
                  </a:lnTo>
                  <a:close/>
                  <a:moveTo>
                    <a:pt x="715" y="1"/>
                  </a:moveTo>
                  <a:cubicBezTo>
                    <a:pt x="620" y="1"/>
                    <a:pt x="548" y="72"/>
                    <a:pt x="548" y="167"/>
                  </a:cubicBezTo>
                  <a:lnTo>
                    <a:pt x="548" y="6442"/>
                  </a:lnTo>
                  <a:lnTo>
                    <a:pt x="322" y="6442"/>
                  </a:lnTo>
                  <a:lnTo>
                    <a:pt x="322" y="1167"/>
                  </a:lnTo>
                  <a:cubicBezTo>
                    <a:pt x="322" y="1072"/>
                    <a:pt x="251" y="1001"/>
                    <a:pt x="156" y="1001"/>
                  </a:cubicBezTo>
                  <a:cubicBezTo>
                    <a:pt x="72" y="1001"/>
                    <a:pt x="1" y="1072"/>
                    <a:pt x="1" y="1167"/>
                  </a:cubicBezTo>
                  <a:lnTo>
                    <a:pt x="1" y="8097"/>
                  </a:lnTo>
                  <a:cubicBezTo>
                    <a:pt x="1" y="8335"/>
                    <a:pt x="191" y="8526"/>
                    <a:pt x="441" y="8526"/>
                  </a:cubicBezTo>
                  <a:cubicBezTo>
                    <a:pt x="679" y="8526"/>
                    <a:pt x="870" y="8335"/>
                    <a:pt x="870" y="8097"/>
                  </a:cubicBezTo>
                  <a:lnTo>
                    <a:pt x="870" y="167"/>
                  </a:lnTo>
                  <a:cubicBezTo>
                    <a:pt x="870" y="72"/>
                    <a:pt x="81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5" name="Google Shape;11985;p66"/>
          <p:cNvGrpSpPr/>
          <p:nvPr/>
        </p:nvGrpSpPr>
        <p:grpSpPr>
          <a:xfrm>
            <a:off x="5243735" y="2271523"/>
            <a:ext cx="405255" cy="275499"/>
            <a:chOff x="5283337" y="2478774"/>
            <a:chExt cx="358633" cy="243913"/>
          </a:xfrm>
        </p:grpSpPr>
        <p:sp>
          <p:nvSpPr>
            <p:cNvPr id="11986" name="Google Shape;11986;p66"/>
            <p:cNvSpPr/>
            <p:nvPr/>
          </p:nvSpPr>
          <p:spPr>
            <a:xfrm>
              <a:off x="5386735" y="2511056"/>
              <a:ext cx="21596" cy="20387"/>
            </a:xfrm>
            <a:custGeom>
              <a:avLst/>
              <a:gdLst/>
              <a:ahLst/>
              <a:cxnLst/>
              <a:rect l="l" t="t" r="r" b="b"/>
              <a:pathLst>
                <a:path w="679" h="641" extrusionOk="0">
                  <a:moveTo>
                    <a:pt x="494" y="1"/>
                  </a:moveTo>
                  <a:cubicBezTo>
                    <a:pt x="453" y="1"/>
                    <a:pt x="411" y="16"/>
                    <a:pt x="381" y="46"/>
                  </a:cubicBezTo>
                  <a:lnTo>
                    <a:pt x="60" y="367"/>
                  </a:lnTo>
                  <a:cubicBezTo>
                    <a:pt x="0" y="427"/>
                    <a:pt x="0" y="534"/>
                    <a:pt x="60" y="593"/>
                  </a:cubicBezTo>
                  <a:cubicBezTo>
                    <a:pt x="84" y="617"/>
                    <a:pt x="131" y="641"/>
                    <a:pt x="179" y="641"/>
                  </a:cubicBezTo>
                  <a:cubicBezTo>
                    <a:pt x="214" y="641"/>
                    <a:pt x="262" y="617"/>
                    <a:pt x="298" y="593"/>
                  </a:cubicBezTo>
                  <a:lnTo>
                    <a:pt x="619" y="260"/>
                  </a:lnTo>
                  <a:cubicBezTo>
                    <a:pt x="679" y="200"/>
                    <a:pt x="679" y="105"/>
                    <a:pt x="607" y="46"/>
                  </a:cubicBezTo>
                  <a:cubicBezTo>
                    <a:pt x="578" y="16"/>
                    <a:pt x="536" y="1"/>
                    <a:pt x="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7" name="Google Shape;11987;p66"/>
            <p:cNvSpPr/>
            <p:nvPr/>
          </p:nvSpPr>
          <p:spPr>
            <a:xfrm>
              <a:off x="5321599" y="2575811"/>
              <a:ext cx="21977" cy="20387"/>
            </a:xfrm>
            <a:custGeom>
              <a:avLst/>
              <a:gdLst/>
              <a:ahLst/>
              <a:cxnLst/>
              <a:rect l="l" t="t" r="r" b="b"/>
              <a:pathLst>
                <a:path w="691" h="641" extrusionOk="0">
                  <a:moveTo>
                    <a:pt x="506" y="1"/>
                  </a:moveTo>
                  <a:cubicBezTo>
                    <a:pt x="465" y="1"/>
                    <a:pt x="423" y="16"/>
                    <a:pt x="393" y="46"/>
                  </a:cubicBezTo>
                  <a:lnTo>
                    <a:pt x="72" y="367"/>
                  </a:lnTo>
                  <a:cubicBezTo>
                    <a:pt x="0" y="427"/>
                    <a:pt x="0" y="534"/>
                    <a:pt x="72" y="593"/>
                  </a:cubicBezTo>
                  <a:cubicBezTo>
                    <a:pt x="96" y="629"/>
                    <a:pt x="143" y="641"/>
                    <a:pt x="179" y="641"/>
                  </a:cubicBezTo>
                  <a:cubicBezTo>
                    <a:pt x="227" y="641"/>
                    <a:pt x="274" y="629"/>
                    <a:pt x="298" y="593"/>
                  </a:cubicBezTo>
                  <a:lnTo>
                    <a:pt x="631" y="272"/>
                  </a:lnTo>
                  <a:cubicBezTo>
                    <a:pt x="691" y="212"/>
                    <a:pt x="691" y="105"/>
                    <a:pt x="619" y="46"/>
                  </a:cubicBezTo>
                  <a:cubicBezTo>
                    <a:pt x="590" y="16"/>
                    <a:pt x="548" y="1"/>
                    <a:pt x="5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8" name="Google Shape;11988;p66"/>
            <p:cNvSpPr/>
            <p:nvPr/>
          </p:nvSpPr>
          <p:spPr>
            <a:xfrm>
              <a:off x="5386735" y="2575811"/>
              <a:ext cx="21596" cy="20387"/>
            </a:xfrm>
            <a:custGeom>
              <a:avLst/>
              <a:gdLst/>
              <a:ahLst/>
              <a:cxnLst/>
              <a:rect l="l" t="t" r="r" b="b"/>
              <a:pathLst>
                <a:path w="679" h="641" extrusionOk="0">
                  <a:moveTo>
                    <a:pt x="168" y="1"/>
                  </a:moveTo>
                  <a:cubicBezTo>
                    <a:pt x="128" y="1"/>
                    <a:pt x="89" y="16"/>
                    <a:pt x="60" y="46"/>
                  </a:cubicBezTo>
                  <a:cubicBezTo>
                    <a:pt x="0" y="105"/>
                    <a:pt x="0" y="212"/>
                    <a:pt x="60" y="272"/>
                  </a:cubicBezTo>
                  <a:lnTo>
                    <a:pt x="381" y="593"/>
                  </a:lnTo>
                  <a:cubicBezTo>
                    <a:pt x="417" y="629"/>
                    <a:pt x="465" y="641"/>
                    <a:pt x="500" y="641"/>
                  </a:cubicBezTo>
                  <a:cubicBezTo>
                    <a:pt x="548" y="641"/>
                    <a:pt x="595" y="629"/>
                    <a:pt x="619" y="593"/>
                  </a:cubicBezTo>
                  <a:cubicBezTo>
                    <a:pt x="679" y="534"/>
                    <a:pt x="679" y="427"/>
                    <a:pt x="607" y="367"/>
                  </a:cubicBezTo>
                  <a:lnTo>
                    <a:pt x="286" y="46"/>
                  </a:lnTo>
                  <a:cubicBezTo>
                    <a:pt x="250" y="16"/>
                    <a:pt x="209"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66"/>
            <p:cNvSpPr/>
            <p:nvPr/>
          </p:nvSpPr>
          <p:spPr>
            <a:xfrm>
              <a:off x="5321599" y="2511056"/>
              <a:ext cx="21977" cy="20387"/>
            </a:xfrm>
            <a:custGeom>
              <a:avLst/>
              <a:gdLst/>
              <a:ahLst/>
              <a:cxnLst/>
              <a:rect l="l" t="t" r="r" b="b"/>
              <a:pathLst>
                <a:path w="691" h="641" extrusionOk="0">
                  <a:moveTo>
                    <a:pt x="179" y="1"/>
                  </a:moveTo>
                  <a:cubicBezTo>
                    <a:pt x="140" y="1"/>
                    <a:pt x="101" y="16"/>
                    <a:pt x="72" y="46"/>
                  </a:cubicBezTo>
                  <a:cubicBezTo>
                    <a:pt x="0" y="105"/>
                    <a:pt x="0" y="200"/>
                    <a:pt x="72" y="260"/>
                  </a:cubicBezTo>
                  <a:lnTo>
                    <a:pt x="393" y="593"/>
                  </a:lnTo>
                  <a:cubicBezTo>
                    <a:pt x="429" y="617"/>
                    <a:pt x="465" y="641"/>
                    <a:pt x="512" y="641"/>
                  </a:cubicBezTo>
                  <a:cubicBezTo>
                    <a:pt x="560" y="641"/>
                    <a:pt x="596" y="617"/>
                    <a:pt x="631" y="593"/>
                  </a:cubicBezTo>
                  <a:cubicBezTo>
                    <a:pt x="691" y="534"/>
                    <a:pt x="691" y="427"/>
                    <a:pt x="619" y="367"/>
                  </a:cubicBezTo>
                  <a:lnTo>
                    <a:pt x="286" y="46"/>
                  </a:lnTo>
                  <a:cubicBezTo>
                    <a:pt x="256" y="16"/>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66"/>
            <p:cNvSpPr/>
            <p:nvPr/>
          </p:nvSpPr>
          <p:spPr>
            <a:xfrm>
              <a:off x="5522670" y="2520916"/>
              <a:ext cx="17079" cy="15457"/>
            </a:xfrm>
            <a:custGeom>
              <a:avLst/>
              <a:gdLst/>
              <a:ahLst/>
              <a:cxnLst/>
              <a:rect l="l" t="t" r="r" b="b"/>
              <a:pathLst>
                <a:path w="537" h="486" extrusionOk="0">
                  <a:moveTo>
                    <a:pt x="346" y="0"/>
                  </a:moveTo>
                  <a:cubicBezTo>
                    <a:pt x="307" y="0"/>
                    <a:pt x="268" y="15"/>
                    <a:pt x="239" y="45"/>
                  </a:cubicBezTo>
                  <a:lnTo>
                    <a:pt x="60" y="224"/>
                  </a:lnTo>
                  <a:cubicBezTo>
                    <a:pt x="1" y="283"/>
                    <a:pt x="1" y="390"/>
                    <a:pt x="60" y="450"/>
                  </a:cubicBezTo>
                  <a:cubicBezTo>
                    <a:pt x="84" y="474"/>
                    <a:pt x="131" y="486"/>
                    <a:pt x="179" y="486"/>
                  </a:cubicBezTo>
                  <a:cubicBezTo>
                    <a:pt x="215" y="486"/>
                    <a:pt x="262" y="474"/>
                    <a:pt x="298" y="450"/>
                  </a:cubicBezTo>
                  <a:lnTo>
                    <a:pt x="477" y="271"/>
                  </a:lnTo>
                  <a:cubicBezTo>
                    <a:pt x="536" y="212"/>
                    <a:pt x="536" y="105"/>
                    <a:pt x="453" y="45"/>
                  </a:cubicBezTo>
                  <a:cubicBezTo>
                    <a:pt x="423" y="15"/>
                    <a:pt x="384"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66"/>
            <p:cNvSpPr/>
            <p:nvPr/>
          </p:nvSpPr>
          <p:spPr>
            <a:xfrm>
              <a:off x="5473054" y="2570531"/>
              <a:ext cx="16698" cy="15839"/>
            </a:xfrm>
            <a:custGeom>
              <a:avLst/>
              <a:gdLst/>
              <a:ahLst/>
              <a:cxnLst/>
              <a:rect l="l" t="t" r="r" b="b"/>
              <a:pathLst>
                <a:path w="525" h="498" extrusionOk="0">
                  <a:moveTo>
                    <a:pt x="358" y="0"/>
                  </a:moveTo>
                  <a:cubicBezTo>
                    <a:pt x="319" y="0"/>
                    <a:pt x="281" y="15"/>
                    <a:pt x="251" y="45"/>
                  </a:cubicBezTo>
                  <a:lnTo>
                    <a:pt x="72" y="223"/>
                  </a:lnTo>
                  <a:cubicBezTo>
                    <a:pt x="1" y="283"/>
                    <a:pt x="1" y="390"/>
                    <a:pt x="72" y="450"/>
                  </a:cubicBezTo>
                  <a:cubicBezTo>
                    <a:pt x="96" y="473"/>
                    <a:pt x="144" y="497"/>
                    <a:pt x="179" y="497"/>
                  </a:cubicBezTo>
                  <a:cubicBezTo>
                    <a:pt x="227" y="497"/>
                    <a:pt x="275" y="473"/>
                    <a:pt x="298" y="450"/>
                  </a:cubicBezTo>
                  <a:lnTo>
                    <a:pt x="477" y="271"/>
                  </a:lnTo>
                  <a:cubicBezTo>
                    <a:pt x="525" y="212"/>
                    <a:pt x="525" y="104"/>
                    <a:pt x="465" y="45"/>
                  </a:cubicBezTo>
                  <a:cubicBezTo>
                    <a:pt x="435" y="15"/>
                    <a:pt x="397"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66"/>
            <p:cNvSpPr/>
            <p:nvPr/>
          </p:nvSpPr>
          <p:spPr>
            <a:xfrm>
              <a:off x="5522670" y="2570531"/>
              <a:ext cx="17079" cy="15839"/>
            </a:xfrm>
            <a:custGeom>
              <a:avLst/>
              <a:gdLst/>
              <a:ahLst/>
              <a:cxnLst/>
              <a:rect l="l" t="t" r="r" b="b"/>
              <a:pathLst>
                <a:path w="537" h="498" extrusionOk="0">
                  <a:moveTo>
                    <a:pt x="167" y="0"/>
                  </a:moveTo>
                  <a:cubicBezTo>
                    <a:pt x="129" y="0"/>
                    <a:pt x="90" y="15"/>
                    <a:pt x="60" y="45"/>
                  </a:cubicBezTo>
                  <a:cubicBezTo>
                    <a:pt x="1" y="104"/>
                    <a:pt x="1" y="212"/>
                    <a:pt x="60" y="271"/>
                  </a:cubicBezTo>
                  <a:lnTo>
                    <a:pt x="239" y="450"/>
                  </a:lnTo>
                  <a:cubicBezTo>
                    <a:pt x="262" y="473"/>
                    <a:pt x="310" y="497"/>
                    <a:pt x="358" y="497"/>
                  </a:cubicBezTo>
                  <a:cubicBezTo>
                    <a:pt x="393" y="497"/>
                    <a:pt x="441" y="473"/>
                    <a:pt x="477" y="450"/>
                  </a:cubicBezTo>
                  <a:cubicBezTo>
                    <a:pt x="536" y="390"/>
                    <a:pt x="536" y="283"/>
                    <a:pt x="453" y="223"/>
                  </a:cubicBezTo>
                  <a:lnTo>
                    <a:pt x="274" y="45"/>
                  </a:ln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66"/>
            <p:cNvSpPr/>
            <p:nvPr/>
          </p:nvSpPr>
          <p:spPr>
            <a:xfrm>
              <a:off x="5473054" y="2520916"/>
              <a:ext cx="16698" cy="15457"/>
            </a:xfrm>
            <a:custGeom>
              <a:avLst/>
              <a:gdLst/>
              <a:ahLst/>
              <a:cxnLst/>
              <a:rect l="l" t="t" r="r" b="b"/>
              <a:pathLst>
                <a:path w="525" h="486" extrusionOk="0">
                  <a:moveTo>
                    <a:pt x="179" y="0"/>
                  </a:moveTo>
                  <a:cubicBezTo>
                    <a:pt x="141" y="0"/>
                    <a:pt x="102" y="15"/>
                    <a:pt x="72" y="45"/>
                  </a:cubicBezTo>
                  <a:cubicBezTo>
                    <a:pt x="1" y="105"/>
                    <a:pt x="1" y="212"/>
                    <a:pt x="72" y="271"/>
                  </a:cubicBezTo>
                  <a:lnTo>
                    <a:pt x="251" y="450"/>
                  </a:lnTo>
                  <a:cubicBezTo>
                    <a:pt x="275" y="474"/>
                    <a:pt x="322" y="486"/>
                    <a:pt x="370" y="486"/>
                  </a:cubicBezTo>
                  <a:cubicBezTo>
                    <a:pt x="406" y="486"/>
                    <a:pt x="453" y="474"/>
                    <a:pt x="477" y="450"/>
                  </a:cubicBezTo>
                  <a:cubicBezTo>
                    <a:pt x="525" y="390"/>
                    <a:pt x="525" y="283"/>
                    <a:pt x="465" y="224"/>
                  </a:cubicBezTo>
                  <a:lnTo>
                    <a:pt x="287" y="45"/>
                  </a:lnTo>
                  <a:cubicBezTo>
                    <a:pt x="257"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66"/>
            <p:cNvSpPr/>
            <p:nvPr/>
          </p:nvSpPr>
          <p:spPr>
            <a:xfrm>
              <a:off x="5343926" y="2638594"/>
              <a:ext cx="95860" cy="10623"/>
            </a:xfrm>
            <a:custGeom>
              <a:avLst/>
              <a:gdLst/>
              <a:ahLst/>
              <a:cxnLst/>
              <a:rect l="l" t="t" r="r" b="b"/>
              <a:pathLst>
                <a:path w="3014" h="334" extrusionOk="0">
                  <a:moveTo>
                    <a:pt x="167" y="0"/>
                  </a:moveTo>
                  <a:cubicBezTo>
                    <a:pt x="84" y="0"/>
                    <a:pt x="1" y="84"/>
                    <a:pt x="1" y="167"/>
                  </a:cubicBezTo>
                  <a:cubicBezTo>
                    <a:pt x="1" y="262"/>
                    <a:pt x="84" y="334"/>
                    <a:pt x="167" y="334"/>
                  </a:cubicBezTo>
                  <a:lnTo>
                    <a:pt x="2846" y="334"/>
                  </a:lnTo>
                  <a:cubicBezTo>
                    <a:pt x="2942" y="334"/>
                    <a:pt x="3013" y="262"/>
                    <a:pt x="3013" y="167"/>
                  </a:cubicBezTo>
                  <a:cubicBezTo>
                    <a:pt x="3013" y="84"/>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66"/>
            <p:cNvSpPr/>
            <p:nvPr/>
          </p:nvSpPr>
          <p:spPr>
            <a:xfrm>
              <a:off x="5343926" y="2689323"/>
              <a:ext cx="20482" cy="10655"/>
            </a:xfrm>
            <a:custGeom>
              <a:avLst/>
              <a:gdLst/>
              <a:ahLst/>
              <a:cxnLst/>
              <a:rect l="l" t="t" r="r" b="b"/>
              <a:pathLst>
                <a:path w="644" h="335" extrusionOk="0">
                  <a:moveTo>
                    <a:pt x="167" y="1"/>
                  </a:moveTo>
                  <a:cubicBezTo>
                    <a:pt x="84" y="1"/>
                    <a:pt x="1" y="72"/>
                    <a:pt x="1" y="167"/>
                  </a:cubicBezTo>
                  <a:cubicBezTo>
                    <a:pt x="1" y="251"/>
                    <a:pt x="84" y="334"/>
                    <a:pt x="167" y="334"/>
                  </a:cubicBezTo>
                  <a:lnTo>
                    <a:pt x="477" y="334"/>
                  </a:lnTo>
                  <a:cubicBezTo>
                    <a:pt x="572" y="334"/>
                    <a:pt x="644" y="251"/>
                    <a:pt x="644" y="167"/>
                  </a:cubicBez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6" name="Google Shape;11996;p66"/>
            <p:cNvSpPr/>
            <p:nvPr/>
          </p:nvSpPr>
          <p:spPr>
            <a:xfrm>
              <a:off x="5378021" y="2689323"/>
              <a:ext cx="61765" cy="10655"/>
            </a:xfrm>
            <a:custGeom>
              <a:avLst/>
              <a:gdLst/>
              <a:ahLst/>
              <a:cxnLst/>
              <a:rect l="l" t="t" r="r" b="b"/>
              <a:pathLst>
                <a:path w="1942" h="335" extrusionOk="0">
                  <a:moveTo>
                    <a:pt x="167" y="1"/>
                  </a:moveTo>
                  <a:cubicBezTo>
                    <a:pt x="84" y="1"/>
                    <a:pt x="0" y="72"/>
                    <a:pt x="0" y="167"/>
                  </a:cubicBezTo>
                  <a:cubicBezTo>
                    <a:pt x="0" y="251"/>
                    <a:pt x="84" y="334"/>
                    <a:pt x="167" y="334"/>
                  </a:cubicBezTo>
                  <a:lnTo>
                    <a:pt x="1774" y="334"/>
                  </a:lnTo>
                  <a:cubicBezTo>
                    <a:pt x="1870" y="334"/>
                    <a:pt x="1941" y="251"/>
                    <a:pt x="1941" y="167"/>
                  </a:cubicBezTo>
                  <a:cubicBezTo>
                    <a:pt x="1941" y="72"/>
                    <a:pt x="1870" y="1"/>
                    <a:pt x="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7" name="Google Shape;11997;p66"/>
            <p:cNvSpPr/>
            <p:nvPr/>
          </p:nvSpPr>
          <p:spPr>
            <a:xfrm>
              <a:off x="5343926" y="2663975"/>
              <a:ext cx="95860" cy="10241"/>
            </a:xfrm>
            <a:custGeom>
              <a:avLst/>
              <a:gdLst/>
              <a:ahLst/>
              <a:cxnLst/>
              <a:rect l="l" t="t" r="r" b="b"/>
              <a:pathLst>
                <a:path w="3014" h="322" extrusionOk="0">
                  <a:moveTo>
                    <a:pt x="167" y="0"/>
                  </a:moveTo>
                  <a:cubicBezTo>
                    <a:pt x="84" y="0"/>
                    <a:pt x="1" y="72"/>
                    <a:pt x="1" y="155"/>
                  </a:cubicBezTo>
                  <a:cubicBezTo>
                    <a:pt x="1" y="250"/>
                    <a:pt x="84" y="322"/>
                    <a:pt x="167" y="322"/>
                  </a:cubicBezTo>
                  <a:lnTo>
                    <a:pt x="2846" y="322"/>
                  </a:lnTo>
                  <a:cubicBezTo>
                    <a:pt x="2942" y="322"/>
                    <a:pt x="3013" y="250"/>
                    <a:pt x="3013" y="155"/>
                  </a:cubicBezTo>
                  <a:cubicBezTo>
                    <a:pt x="3013" y="72"/>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66"/>
            <p:cNvSpPr/>
            <p:nvPr/>
          </p:nvSpPr>
          <p:spPr>
            <a:xfrm>
              <a:off x="5283337" y="2478774"/>
              <a:ext cx="287072" cy="149229"/>
            </a:xfrm>
            <a:custGeom>
              <a:avLst/>
              <a:gdLst/>
              <a:ahLst/>
              <a:cxnLst/>
              <a:rect l="l" t="t" r="r" b="b"/>
              <a:pathLst>
                <a:path w="9026" h="4692" extrusionOk="0">
                  <a:moveTo>
                    <a:pt x="7002" y="834"/>
                  </a:moveTo>
                  <a:cubicBezTo>
                    <a:pt x="7383" y="834"/>
                    <a:pt x="7776" y="977"/>
                    <a:pt x="8073" y="1275"/>
                  </a:cubicBezTo>
                  <a:cubicBezTo>
                    <a:pt x="8669" y="1870"/>
                    <a:pt x="8669" y="2823"/>
                    <a:pt x="8073" y="3418"/>
                  </a:cubicBezTo>
                  <a:cubicBezTo>
                    <a:pt x="7776" y="3716"/>
                    <a:pt x="7389" y="3864"/>
                    <a:pt x="7002" y="3864"/>
                  </a:cubicBezTo>
                  <a:cubicBezTo>
                    <a:pt x="6615" y="3864"/>
                    <a:pt x="6228" y="3716"/>
                    <a:pt x="5930" y="3418"/>
                  </a:cubicBezTo>
                  <a:cubicBezTo>
                    <a:pt x="5335" y="2823"/>
                    <a:pt x="5335" y="1870"/>
                    <a:pt x="5930" y="1275"/>
                  </a:cubicBezTo>
                  <a:cubicBezTo>
                    <a:pt x="6228" y="977"/>
                    <a:pt x="6609" y="834"/>
                    <a:pt x="7002" y="834"/>
                  </a:cubicBezTo>
                  <a:close/>
                  <a:moveTo>
                    <a:pt x="2561" y="322"/>
                  </a:moveTo>
                  <a:cubicBezTo>
                    <a:pt x="3084" y="322"/>
                    <a:pt x="3608" y="525"/>
                    <a:pt x="3989" y="918"/>
                  </a:cubicBezTo>
                  <a:cubicBezTo>
                    <a:pt x="4787" y="1715"/>
                    <a:pt x="4787" y="2989"/>
                    <a:pt x="3989" y="3775"/>
                  </a:cubicBezTo>
                  <a:cubicBezTo>
                    <a:pt x="3596" y="4174"/>
                    <a:pt x="3079" y="4373"/>
                    <a:pt x="2561" y="4373"/>
                  </a:cubicBezTo>
                  <a:cubicBezTo>
                    <a:pt x="2043" y="4373"/>
                    <a:pt x="1525" y="4174"/>
                    <a:pt x="1132" y="3775"/>
                  </a:cubicBezTo>
                  <a:cubicBezTo>
                    <a:pt x="346" y="2989"/>
                    <a:pt x="346" y="1715"/>
                    <a:pt x="1132" y="918"/>
                  </a:cubicBezTo>
                  <a:cubicBezTo>
                    <a:pt x="1525" y="537"/>
                    <a:pt x="2037" y="322"/>
                    <a:pt x="2561" y="322"/>
                  </a:cubicBezTo>
                  <a:close/>
                  <a:moveTo>
                    <a:pt x="2575" y="1"/>
                  </a:moveTo>
                  <a:cubicBezTo>
                    <a:pt x="1974" y="1"/>
                    <a:pt x="1370" y="227"/>
                    <a:pt x="906" y="680"/>
                  </a:cubicBezTo>
                  <a:cubicBezTo>
                    <a:pt x="1" y="1596"/>
                    <a:pt x="1" y="3085"/>
                    <a:pt x="906" y="4001"/>
                  </a:cubicBezTo>
                  <a:cubicBezTo>
                    <a:pt x="1370" y="4466"/>
                    <a:pt x="1965" y="4692"/>
                    <a:pt x="2561" y="4692"/>
                  </a:cubicBezTo>
                  <a:cubicBezTo>
                    <a:pt x="3156" y="4692"/>
                    <a:pt x="3763" y="4466"/>
                    <a:pt x="4216" y="4001"/>
                  </a:cubicBezTo>
                  <a:cubicBezTo>
                    <a:pt x="4525" y="3692"/>
                    <a:pt x="4739" y="3299"/>
                    <a:pt x="4835" y="2882"/>
                  </a:cubicBezTo>
                  <a:lnTo>
                    <a:pt x="5240" y="2882"/>
                  </a:lnTo>
                  <a:cubicBezTo>
                    <a:pt x="5335" y="3156"/>
                    <a:pt x="5478" y="3418"/>
                    <a:pt x="5704" y="3632"/>
                  </a:cubicBezTo>
                  <a:cubicBezTo>
                    <a:pt x="6061" y="3990"/>
                    <a:pt x="6537" y="4168"/>
                    <a:pt x="7002" y="4168"/>
                  </a:cubicBezTo>
                  <a:cubicBezTo>
                    <a:pt x="7454" y="4168"/>
                    <a:pt x="7930" y="3990"/>
                    <a:pt x="8288" y="3632"/>
                  </a:cubicBezTo>
                  <a:cubicBezTo>
                    <a:pt x="9026" y="2930"/>
                    <a:pt x="9026" y="1775"/>
                    <a:pt x="8311" y="1061"/>
                  </a:cubicBezTo>
                  <a:cubicBezTo>
                    <a:pt x="7954" y="703"/>
                    <a:pt x="7481" y="525"/>
                    <a:pt x="7008" y="525"/>
                  </a:cubicBezTo>
                  <a:cubicBezTo>
                    <a:pt x="6534" y="525"/>
                    <a:pt x="6061" y="703"/>
                    <a:pt x="5704" y="1061"/>
                  </a:cubicBezTo>
                  <a:cubicBezTo>
                    <a:pt x="5287" y="1477"/>
                    <a:pt x="5109" y="2037"/>
                    <a:pt x="5180" y="2573"/>
                  </a:cubicBezTo>
                  <a:lnTo>
                    <a:pt x="4894" y="2573"/>
                  </a:lnTo>
                  <a:cubicBezTo>
                    <a:pt x="4954" y="1906"/>
                    <a:pt x="4739" y="1203"/>
                    <a:pt x="4227" y="680"/>
                  </a:cubicBezTo>
                  <a:cubicBezTo>
                    <a:pt x="3775" y="227"/>
                    <a:pt x="3177"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66"/>
            <p:cNvSpPr/>
            <p:nvPr/>
          </p:nvSpPr>
          <p:spPr>
            <a:xfrm>
              <a:off x="5336356" y="2524987"/>
              <a:ext cx="56836" cy="56836"/>
            </a:xfrm>
            <a:custGeom>
              <a:avLst/>
              <a:gdLst/>
              <a:ahLst/>
              <a:cxnLst/>
              <a:rect l="l" t="t" r="r" b="b"/>
              <a:pathLst>
                <a:path w="1787" h="1787" extrusionOk="0">
                  <a:moveTo>
                    <a:pt x="894" y="334"/>
                  </a:moveTo>
                  <a:cubicBezTo>
                    <a:pt x="1203" y="334"/>
                    <a:pt x="1465" y="584"/>
                    <a:pt x="1465" y="893"/>
                  </a:cubicBezTo>
                  <a:cubicBezTo>
                    <a:pt x="1465" y="1215"/>
                    <a:pt x="1203" y="1465"/>
                    <a:pt x="894" y="1465"/>
                  </a:cubicBezTo>
                  <a:cubicBezTo>
                    <a:pt x="584" y="1465"/>
                    <a:pt x="334" y="1215"/>
                    <a:pt x="334" y="893"/>
                  </a:cubicBezTo>
                  <a:cubicBezTo>
                    <a:pt x="334" y="584"/>
                    <a:pt x="584" y="334"/>
                    <a:pt x="894" y="334"/>
                  </a:cubicBezTo>
                  <a:close/>
                  <a:moveTo>
                    <a:pt x="894" y="0"/>
                  </a:moveTo>
                  <a:cubicBezTo>
                    <a:pt x="405" y="0"/>
                    <a:pt x="1" y="405"/>
                    <a:pt x="1" y="893"/>
                  </a:cubicBezTo>
                  <a:cubicBezTo>
                    <a:pt x="1" y="1394"/>
                    <a:pt x="405" y="1786"/>
                    <a:pt x="894" y="1786"/>
                  </a:cubicBezTo>
                  <a:cubicBezTo>
                    <a:pt x="1394" y="1786"/>
                    <a:pt x="1787" y="1394"/>
                    <a:pt x="1787" y="893"/>
                  </a:cubicBezTo>
                  <a:cubicBezTo>
                    <a:pt x="1787"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66"/>
            <p:cNvSpPr/>
            <p:nvPr/>
          </p:nvSpPr>
          <p:spPr>
            <a:xfrm>
              <a:off x="5486699" y="2534083"/>
              <a:ext cx="38643" cy="39025"/>
            </a:xfrm>
            <a:custGeom>
              <a:avLst/>
              <a:gdLst/>
              <a:ahLst/>
              <a:cxnLst/>
              <a:rect l="l" t="t" r="r" b="b"/>
              <a:pathLst>
                <a:path w="1215" h="1227" extrusionOk="0">
                  <a:moveTo>
                    <a:pt x="608" y="334"/>
                  </a:moveTo>
                  <a:cubicBezTo>
                    <a:pt x="762" y="334"/>
                    <a:pt x="893" y="465"/>
                    <a:pt x="893" y="607"/>
                  </a:cubicBezTo>
                  <a:cubicBezTo>
                    <a:pt x="905" y="774"/>
                    <a:pt x="774" y="893"/>
                    <a:pt x="608" y="893"/>
                  </a:cubicBezTo>
                  <a:cubicBezTo>
                    <a:pt x="441" y="893"/>
                    <a:pt x="322" y="762"/>
                    <a:pt x="322" y="607"/>
                  </a:cubicBezTo>
                  <a:cubicBezTo>
                    <a:pt x="322" y="465"/>
                    <a:pt x="453" y="334"/>
                    <a:pt x="608" y="334"/>
                  </a:cubicBezTo>
                  <a:close/>
                  <a:moveTo>
                    <a:pt x="608" y="0"/>
                  </a:moveTo>
                  <a:cubicBezTo>
                    <a:pt x="262" y="0"/>
                    <a:pt x="0" y="274"/>
                    <a:pt x="0" y="607"/>
                  </a:cubicBezTo>
                  <a:cubicBezTo>
                    <a:pt x="0" y="953"/>
                    <a:pt x="262" y="1227"/>
                    <a:pt x="608" y="1227"/>
                  </a:cubicBezTo>
                  <a:cubicBezTo>
                    <a:pt x="941" y="1227"/>
                    <a:pt x="1215" y="953"/>
                    <a:pt x="1215" y="607"/>
                  </a:cubicBezTo>
                  <a:cubicBezTo>
                    <a:pt x="1215" y="274"/>
                    <a:pt x="941"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66"/>
            <p:cNvSpPr/>
            <p:nvPr/>
          </p:nvSpPr>
          <p:spPr>
            <a:xfrm>
              <a:off x="5466248" y="2638594"/>
              <a:ext cx="61384" cy="61765"/>
            </a:xfrm>
            <a:custGeom>
              <a:avLst/>
              <a:gdLst/>
              <a:ahLst/>
              <a:cxnLst/>
              <a:rect l="l" t="t" r="r" b="b"/>
              <a:pathLst>
                <a:path w="1930" h="1942" extrusionOk="0">
                  <a:moveTo>
                    <a:pt x="1608" y="310"/>
                  </a:moveTo>
                  <a:lnTo>
                    <a:pt x="1608" y="1596"/>
                  </a:lnTo>
                  <a:lnTo>
                    <a:pt x="322" y="1596"/>
                  </a:lnTo>
                  <a:lnTo>
                    <a:pt x="322" y="310"/>
                  </a:lnTo>
                  <a:close/>
                  <a:moveTo>
                    <a:pt x="239" y="0"/>
                  </a:moveTo>
                  <a:cubicBezTo>
                    <a:pt x="96" y="0"/>
                    <a:pt x="0" y="108"/>
                    <a:pt x="0" y="238"/>
                  </a:cubicBezTo>
                  <a:lnTo>
                    <a:pt x="0" y="1703"/>
                  </a:lnTo>
                  <a:cubicBezTo>
                    <a:pt x="0" y="1834"/>
                    <a:pt x="108" y="1941"/>
                    <a:pt x="239" y="1941"/>
                  </a:cubicBezTo>
                  <a:lnTo>
                    <a:pt x="1691" y="1941"/>
                  </a:lnTo>
                  <a:cubicBezTo>
                    <a:pt x="1834" y="1941"/>
                    <a:pt x="1929" y="1834"/>
                    <a:pt x="1929" y="1703"/>
                  </a:cubicBezTo>
                  <a:lnTo>
                    <a:pt x="1929" y="238"/>
                  </a:lnTo>
                  <a:cubicBezTo>
                    <a:pt x="1929" y="108"/>
                    <a:pt x="1834"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66"/>
            <p:cNvSpPr/>
            <p:nvPr/>
          </p:nvSpPr>
          <p:spPr>
            <a:xfrm>
              <a:off x="5316287" y="2582458"/>
              <a:ext cx="325683" cy="140228"/>
            </a:xfrm>
            <a:custGeom>
              <a:avLst/>
              <a:gdLst/>
              <a:ahLst/>
              <a:cxnLst/>
              <a:rect l="l" t="t" r="r" b="b"/>
              <a:pathLst>
                <a:path w="10240" h="4409" extrusionOk="0">
                  <a:moveTo>
                    <a:pt x="8311" y="1289"/>
                  </a:moveTo>
                  <a:lnTo>
                    <a:pt x="8311" y="2420"/>
                  </a:lnTo>
                  <a:lnTo>
                    <a:pt x="7633" y="2420"/>
                  </a:lnTo>
                  <a:lnTo>
                    <a:pt x="7633" y="1289"/>
                  </a:lnTo>
                  <a:close/>
                  <a:moveTo>
                    <a:pt x="9907" y="325"/>
                  </a:moveTo>
                  <a:lnTo>
                    <a:pt x="9907" y="337"/>
                  </a:lnTo>
                  <a:lnTo>
                    <a:pt x="9907" y="3397"/>
                  </a:lnTo>
                  <a:lnTo>
                    <a:pt x="9895" y="3408"/>
                  </a:lnTo>
                  <a:lnTo>
                    <a:pt x="8656" y="3063"/>
                  </a:lnTo>
                  <a:cubicBezTo>
                    <a:pt x="8656" y="3063"/>
                    <a:pt x="8645" y="3063"/>
                    <a:pt x="8645" y="3051"/>
                  </a:cubicBezTo>
                  <a:lnTo>
                    <a:pt x="8645" y="2587"/>
                  </a:lnTo>
                  <a:lnTo>
                    <a:pt x="8645" y="1146"/>
                  </a:lnTo>
                  <a:lnTo>
                    <a:pt x="8645" y="682"/>
                  </a:lnTo>
                  <a:cubicBezTo>
                    <a:pt x="8645" y="682"/>
                    <a:pt x="8645" y="670"/>
                    <a:pt x="8656" y="670"/>
                  </a:cubicBezTo>
                  <a:lnTo>
                    <a:pt x="9895" y="325"/>
                  </a:lnTo>
                  <a:close/>
                  <a:moveTo>
                    <a:pt x="9887" y="1"/>
                  </a:moveTo>
                  <a:cubicBezTo>
                    <a:pt x="9858" y="1"/>
                    <a:pt x="9829" y="5"/>
                    <a:pt x="9799" y="15"/>
                  </a:cubicBezTo>
                  <a:lnTo>
                    <a:pt x="8573" y="360"/>
                  </a:lnTo>
                  <a:cubicBezTo>
                    <a:pt x="8418" y="396"/>
                    <a:pt x="8311" y="539"/>
                    <a:pt x="8311" y="682"/>
                  </a:cubicBezTo>
                  <a:lnTo>
                    <a:pt x="8311" y="980"/>
                  </a:lnTo>
                  <a:lnTo>
                    <a:pt x="7633" y="980"/>
                  </a:lnTo>
                  <a:lnTo>
                    <a:pt x="7633" y="741"/>
                  </a:lnTo>
                  <a:cubicBezTo>
                    <a:pt x="7633" y="658"/>
                    <a:pt x="7561" y="575"/>
                    <a:pt x="7466" y="575"/>
                  </a:cubicBezTo>
                  <a:cubicBezTo>
                    <a:pt x="7382" y="575"/>
                    <a:pt x="7299" y="658"/>
                    <a:pt x="7299" y="741"/>
                  </a:cubicBezTo>
                  <a:lnTo>
                    <a:pt x="7299" y="1146"/>
                  </a:lnTo>
                  <a:lnTo>
                    <a:pt x="7299" y="2587"/>
                  </a:lnTo>
                  <a:lnTo>
                    <a:pt x="7299" y="4004"/>
                  </a:lnTo>
                  <a:cubicBezTo>
                    <a:pt x="7299" y="4051"/>
                    <a:pt x="7263" y="4087"/>
                    <a:pt x="7216" y="4087"/>
                  </a:cubicBezTo>
                  <a:lnTo>
                    <a:pt x="417" y="4087"/>
                  </a:lnTo>
                  <a:cubicBezTo>
                    <a:pt x="370" y="4087"/>
                    <a:pt x="322" y="4051"/>
                    <a:pt x="322" y="4004"/>
                  </a:cubicBezTo>
                  <a:lnTo>
                    <a:pt x="322" y="1503"/>
                  </a:lnTo>
                  <a:cubicBezTo>
                    <a:pt x="322" y="1408"/>
                    <a:pt x="251" y="1337"/>
                    <a:pt x="155" y="1337"/>
                  </a:cubicBezTo>
                  <a:cubicBezTo>
                    <a:pt x="72" y="1337"/>
                    <a:pt x="1" y="1408"/>
                    <a:pt x="1" y="1503"/>
                  </a:cubicBezTo>
                  <a:lnTo>
                    <a:pt x="1" y="4004"/>
                  </a:lnTo>
                  <a:cubicBezTo>
                    <a:pt x="1" y="4230"/>
                    <a:pt x="179" y="4409"/>
                    <a:pt x="394" y="4409"/>
                  </a:cubicBezTo>
                  <a:lnTo>
                    <a:pt x="7216" y="4409"/>
                  </a:lnTo>
                  <a:cubicBezTo>
                    <a:pt x="7442" y="4409"/>
                    <a:pt x="7621" y="4230"/>
                    <a:pt x="7621" y="4004"/>
                  </a:cubicBezTo>
                  <a:lnTo>
                    <a:pt x="7621" y="2754"/>
                  </a:lnTo>
                  <a:lnTo>
                    <a:pt x="8299" y="2754"/>
                  </a:lnTo>
                  <a:lnTo>
                    <a:pt x="8299" y="3051"/>
                  </a:lnTo>
                  <a:cubicBezTo>
                    <a:pt x="8299" y="3194"/>
                    <a:pt x="8406" y="3337"/>
                    <a:pt x="8549" y="3373"/>
                  </a:cubicBezTo>
                  <a:lnTo>
                    <a:pt x="9788" y="3718"/>
                  </a:lnTo>
                  <a:cubicBezTo>
                    <a:pt x="9823" y="3730"/>
                    <a:pt x="9847" y="3730"/>
                    <a:pt x="9883" y="3730"/>
                  </a:cubicBezTo>
                  <a:cubicBezTo>
                    <a:pt x="9954" y="3730"/>
                    <a:pt x="10026" y="3706"/>
                    <a:pt x="10085" y="3658"/>
                  </a:cubicBezTo>
                  <a:cubicBezTo>
                    <a:pt x="10180" y="3599"/>
                    <a:pt x="10216" y="3492"/>
                    <a:pt x="10216" y="3397"/>
                  </a:cubicBezTo>
                  <a:lnTo>
                    <a:pt x="10216" y="337"/>
                  </a:lnTo>
                  <a:cubicBezTo>
                    <a:pt x="10240" y="241"/>
                    <a:pt x="10169" y="134"/>
                    <a:pt x="10097" y="75"/>
                  </a:cubicBezTo>
                  <a:cubicBezTo>
                    <a:pt x="10037" y="32"/>
                    <a:pt x="9964" y="1"/>
                    <a:pt x="98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3" name="Google Shape;12003;p66"/>
          <p:cNvGrpSpPr/>
          <p:nvPr/>
        </p:nvGrpSpPr>
        <p:grpSpPr>
          <a:xfrm>
            <a:off x="7964753" y="2295373"/>
            <a:ext cx="362068" cy="258670"/>
            <a:chOff x="7964753" y="2470823"/>
            <a:chExt cx="362068" cy="258670"/>
          </a:xfrm>
        </p:grpSpPr>
        <p:sp>
          <p:nvSpPr>
            <p:cNvPr id="12004" name="Google Shape;12004;p66"/>
            <p:cNvSpPr/>
            <p:nvPr/>
          </p:nvSpPr>
          <p:spPr>
            <a:xfrm>
              <a:off x="8196898" y="2562358"/>
              <a:ext cx="33363" cy="49012"/>
            </a:xfrm>
            <a:custGeom>
              <a:avLst/>
              <a:gdLst/>
              <a:ahLst/>
              <a:cxnLst/>
              <a:rect l="l" t="t" r="r" b="b"/>
              <a:pathLst>
                <a:path w="1049" h="1541" extrusionOk="0">
                  <a:moveTo>
                    <a:pt x="864" y="1"/>
                  </a:moveTo>
                  <a:cubicBezTo>
                    <a:pt x="823" y="1"/>
                    <a:pt x="783" y="19"/>
                    <a:pt x="751" y="52"/>
                  </a:cubicBezTo>
                  <a:lnTo>
                    <a:pt x="108" y="814"/>
                  </a:lnTo>
                  <a:cubicBezTo>
                    <a:pt x="36" y="897"/>
                    <a:pt x="0" y="1016"/>
                    <a:pt x="36" y="1135"/>
                  </a:cubicBezTo>
                  <a:cubicBezTo>
                    <a:pt x="60" y="1254"/>
                    <a:pt x="155" y="1350"/>
                    <a:pt x="274" y="1373"/>
                  </a:cubicBezTo>
                  <a:lnTo>
                    <a:pt x="691" y="1528"/>
                  </a:lnTo>
                  <a:cubicBezTo>
                    <a:pt x="703" y="1528"/>
                    <a:pt x="715" y="1540"/>
                    <a:pt x="751" y="1540"/>
                  </a:cubicBezTo>
                  <a:cubicBezTo>
                    <a:pt x="822" y="1540"/>
                    <a:pt x="882" y="1492"/>
                    <a:pt x="893" y="1433"/>
                  </a:cubicBezTo>
                  <a:cubicBezTo>
                    <a:pt x="929" y="1350"/>
                    <a:pt x="882" y="1254"/>
                    <a:pt x="786" y="1231"/>
                  </a:cubicBezTo>
                  <a:lnTo>
                    <a:pt x="370" y="1076"/>
                  </a:lnTo>
                  <a:cubicBezTo>
                    <a:pt x="358" y="1076"/>
                    <a:pt x="358" y="1064"/>
                    <a:pt x="346" y="1052"/>
                  </a:cubicBezTo>
                  <a:lnTo>
                    <a:pt x="346" y="1016"/>
                  </a:lnTo>
                  <a:lnTo>
                    <a:pt x="989" y="254"/>
                  </a:lnTo>
                  <a:cubicBezTo>
                    <a:pt x="1048" y="183"/>
                    <a:pt x="1024" y="99"/>
                    <a:pt x="965" y="40"/>
                  </a:cubicBezTo>
                  <a:cubicBezTo>
                    <a:pt x="933" y="13"/>
                    <a:pt x="898" y="1"/>
                    <a:pt x="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66"/>
            <p:cNvSpPr/>
            <p:nvPr/>
          </p:nvSpPr>
          <p:spPr>
            <a:xfrm>
              <a:off x="8162421" y="2529471"/>
              <a:ext cx="51174" cy="21309"/>
            </a:xfrm>
            <a:custGeom>
              <a:avLst/>
              <a:gdLst/>
              <a:ahLst/>
              <a:cxnLst/>
              <a:rect l="l" t="t" r="r" b="b"/>
              <a:pathLst>
                <a:path w="1609" h="670" extrusionOk="0">
                  <a:moveTo>
                    <a:pt x="786" y="1"/>
                  </a:moveTo>
                  <a:cubicBezTo>
                    <a:pt x="759" y="1"/>
                    <a:pt x="732" y="1"/>
                    <a:pt x="703" y="2"/>
                  </a:cubicBezTo>
                  <a:cubicBezTo>
                    <a:pt x="406" y="14"/>
                    <a:pt x="144" y="86"/>
                    <a:pt x="132" y="86"/>
                  </a:cubicBezTo>
                  <a:cubicBezTo>
                    <a:pt x="49" y="121"/>
                    <a:pt x="1" y="205"/>
                    <a:pt x="25" y="300"/>
                  </a:cubicBezTo>
                  <a:cubicBezTo>
                    <a:pt x="52" y="364"/>
                    <a:pt x="108" y="407"/>
                    <a:pt x="176" y="407"/>
                  </a:cubicBezTo>
                  <a:cubicBezTo>
                    <a:pt x="196" y="407"/>
                    <a:pt x="217" y="403"/>
                    <a:pt x="239" y="395"/>
                  </a:cubicBezTo>
                  <a:cubicBezTo>
                    <a:pt x="239" y="395"/>
                    <a:pt x="477" y="324"/>
                    <a:pt x="727" y="324"/>
                  </a:cubicBezTo>
                  <a:cubicBezTo>
                    <a:pt x="754" y="322"/>
                    <a:pt x="782" y="321"/>
                    <a:pt x="811" y="321"/>
                  </a:cubicBezTo>
                  <a:cubicBezTo>
                    <a:pt x="980" y="321"/>
                    <a:pt x="1159" y="356"/>
                    <a:pt x="1251" y="479"/>
                  </a:cubicBezTo>
                  <a:cubicBezTo>
                    <a:pt x="1251" y="502"/>
                    <a:pt x="1251" y="550"/>
                    <a:pt x="1263" y="574"/>
                  </a:cubicBezTo>
                  <a:cubicBezTo>
                    <a:pt x="1299" y="633"/>
                    <a:pt x="1358" y="669"/>
                    <a:pt x="1418" y="669"/>
                  </a:cubicBezTo>
                  <a:cubicBezTo>
                    <a:pt x="1442" y="669"/>
                    <a:pt x="1454" y="669"/>
                    <a:pt x="1489" y="657"/>
                  </a:cubicBezTo>
                  <a:cubicBezTo>
                    <a:pt x="1573" y="574"/>
                    <a:pt x="1608" y="455"/>
                    <a:pt x="1561" y="371"/>
                  </a:cubicBezTo>
                  <a:cubicBezTo>
                    <a:pt x="1482" y="202"/>
                    <a:pt x="1274"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66"/>
            <p:cNvSpPr/>
            <p:nvPr/>
          </p:nvSpPr>
          <p:spPr>
            <a:xfrm>
              <a:off x="8241966" y="2551258"/>
              <a:ext cx="47739" cy="30565"/>
            </a:xfrm>
            <a:custGeom>
              <a:avLst/>
              <a:gdLst/>
              <a:ahLst/>
              <a:cxnLst/>
              <a:rect l="l" t="t" r="r" b="b"/>
              <a:pathLst>
                <a:path w="1501" h="961" extrusionOk="0">
                  <a:moveTo>
                    <a:pt x="410" y="0"/>
                  </a:moveTo>
                  <a:cubicBezTo>
                    <a:pt x="307" y="0"/>
                    <a:pt x="219" y="25"/>
                    <a:pt x="143" y="56"/>
                  </a:cubicBezTo>
                  <a:cubicBezTo>
                    <a:pt x="48" y="103"/>
                    <a:pt x="0" y="222"/>
                    <a:pt x="48" y="329"/>
                  </a:cubicBezTo>
                  <a:cubicBezTo>
                    <a:pt x="74" y="381"/>
                    <a:pt x="130" y="420"/>
                    <a:pt x="187" y="420"/>
                  </a:cubicBezTo>
                  <a:cubicBezTo>
                    <a:pt x="209" y="420"/>
                    <a:pt x="230" y="414"/>
                    <a:pt x="250" y="401"/>
                  </a:cubicBezTo>
                  <a:cubicBezTo>
                    <a:pt x="286" y="377"/>
                    <a:pt x="310" y="353"/>
                    <a:pt x="322" y="329"/>
                  </a:cubicBezTo>
                  <a:cubicBezTo>
                    <a:pt x="346" y="323"/>
                    <a:pt x="371" y="319"/>
                    <a:pt x="396" y="319"/>
                  </a:cubicBezTo>
                  <a:cubicBezTo>
                    <a:pt x="685" y="319"/>
                    <a:pt x="1046" y="725"/>
                    <a:pt x="1155" y="889"/>
                  </a:cubicBezTo>
                  <a:cubicBezTo>
                    <a:pt x="1191" y="937"/>
                    <a:pt x="1239" y="960"/>
                    <a:pt x="1298" y="960"/>
                  </a:cubicBezTo>
                  <a:cubicBezTo>
                    <a:pt x="1322" y="960"/>
                    <a:pt x="1358" y="949"/>
                    <a:pt x="1381" y="937"/>
                  </a:cubicBezTo>
                  <a:cubicBezTo>
                    <a:pt x="1489" y="877"/>
                    <a:pt x="1500" y="770"/>
                    <a:pt x="1441" y="710"/>
                  </a:cubicBezTo>
                  <a:cubicBezTo>
                    <a:pt x="1441" y="698"/>
                    <a:pt x="1274" y="484"/>
                    <a:pt x="1060" y="294"/>
                  </a:cubicBezTo>
                  <a:cubicBezTo>
                    <a:pt x="798" y="69"/>
                    <a:pt x="584" y="0"/>
                    <a:pt x="4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66"/>
            <p:cNvSpPr/>
            <p:nvPr/>
          </p:nvSpPr>
          <p:spPr>
            <a:xfrm>
              <a:off x="8060582" y="2586720"/>
              <a:ext cx="33713" cy="48884"/>
            </a:xfrm>
            <a:custGeom>
              <a:avLst/>
              <a:gdLst/>
              <a:ahLst/>
              <a:cxnLst/>
              <a:rect l="l" t="t" r="r" b="b"/>
              <a:pathLst>
                <a:path w="1060" h="1537" extrusionOk="0">
                  <a:moveTo>
                    <a:pt x="274" y="0"/>
                  </a:moveTo>
                  <a:cubicBezTo>
                    <a:pt x="179" y="0"/>
                    <a:pt x="107" y="60"/>
                    <a:pt x="95" y="143"/>
                  </a:cubicBezTo>
                  <a:lnTo>
                    <a:pt x="12" y="1143"/>
                  </a:lnTo>
                  <a:cubicBezTo>
                    <a:pt x="0" y="1262"/>
                    <a:pt x="60" y="1381"/>
                    <a:pt x="155" y="1453"/>
                  </a:cubicBezTo>
                  <a:cubicBezTo>
                    <a:pt x="215" y="1500"/>
                    <a:pt x="298" y="1536"/>
                    <a:pt x="369" y="1536"/>
                  </a:cubicBezTo>
                  <a:cubicBezTo>
                    <a:pt x="405" y="1536"/>
                    <a:pt x="453" y="1536"/>
                    <a:pt x="476" y="1512"/>
                  </a:cubicBezTo>
                  <a:lnTo>
                    <a:pt x="905" y="1381"/>
                  </a:lnTo>
                  <a:cubicBezTo>
                    <a:pt x="1012" y="1358"/>
                    <a:pt x="1060" y="1262"/>
                    <a:pt x="1024" y="1179"/>
                  </a:cubicBezTo>
                  <a:cubicBezTo>
                    <a:pt x="1006" y="1105"/>
                    <a:pt x="944" y="1060"/>
                    <a:pt x="879" y="1060"/>
                  </a:cubicBezTo>
                  <a:cubicBezTo>
                    <a:pt x="860" y="1060"/>
                    <a:pt x="840" y="1064"/>
                    <a:pt x="822" y="1072"/>
                  </a:cubicBezTo>
                  <a:lnTo>
                    <a:pt x="393" y="1203"/>
                  </a:lnTo>
                  <a:lnTo>
                    <a:pt x="357" y="1203"/>
                  </a:lnTo>
                  <a:cubicBezTo>
                    <a:pt x="357" y="1203"/>
                    <a:pt x="345" y="1191"/>
                    <a:pt x="345" y="1179"/>
                  </a:cubicBezTo>
                  <a:lnTo>
                    <a:pt x="417" y="179"/>
                  </a:lnTo>
                  <a:cubicBezTo>
                    <a:pt x="417" y="84"/>
                    <a:pt x="357" y="12"/>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66"/>
            <p:cNvSpPr/>
            <p:nvPr/>
          </p:nvSpPr>
          <p:spPr>
            <a:xfrm>
              <a:off x="7999612" y="2581568"/>
              <a:ext cx="49266" cy="22582"/>
            </a:xfrm>
            <a:custGeom>
              <a:avLst/>
              <a:gdLst/>
              <a:ahLst/>
              <a:cxnLst/>
              <a:rect l="l" t="t" r="r" b="b"/>
              <a:pathLst>
                <a:path w="1549" h="710" extrusionOk="0">
                  <a:moveTo>
                    <a:pt x="1126" y="1"/>
                  </a:moveTo>
                  <a:cubicBezTo>
                    <a:pt x="602" y="1"/>
                    <a:pt x="114" y="370"/>
                    <a:pt x="84" y="400"/>
                  </a:cubicBezTo>
                  <a:cubicBezTo>
                    <a:pt x="12" y="460"/>
                    <a:pt x="0" y="567"/>
                    <a:pt x="60" y="615"/>
                  </a:cubicBezTo>
                  <a:cubicBezTo>
                    <a:pt x="95" y="663"/>
                    <a:pt x="145" y="688"/>
                    <a:pt x="194" y="688"/>
                  </a:cubicBezTo>
                  <a:cubicBezTo>
                    <a:pt x="228" y="688"/>
                    <a:pt x="261" y="675"/>
                    <a:pt x="286" y="650"/>
                  </a:cubicBezTo>
                  <a:cubicBezTo>
                    <a:pt x="286" y="650"/>
                    <a:pt x="429" y="531"/>
                    <a:pt x="643" y="448"/>
                  </a:cubicBezTo>
                  <a:cubicBezTo>
                    <a:pt x="766" y="392"/>
                    <a:pt x="940" y="316"/>
                    <a:pt x="1118" y="316"/>
                  </a:cubicBezTo>
                  <a:cubicBezTo>
                    <a:pt x="1130" y="316"/>
                    <a:pt x="1143" y="316"/>
                    <a:pt x="1155" y="317"/>
                  </a:cubicBezTo>
                  <a:lnTo>
                    <a:pt x="1084" y="472"/>
                  </a:lnTo>
                  <a:cubicBezTo>
                    <a:pt x="1036" y="543"/>
                    <a:pt x="1072" y="650"/>
                    <a:pt x="1155" y="698"/>
                  </a:cubicBezTo>
                  <a:cubicBezTo>
                    <a:pt x="1191" y="710"/>
                    <a:pt x="1203" y="710"/>
                    <a:pt x="1239" y="710"/>
                  </a:cubicBezTo>
                  <a:cubicBezTo>
                    <a:pt x="1298" y="710"/>
                    <a:pt x="1358" y="686"/>
                    <a:pt x="1381" y="615"/>
                  </a:cubicBezTo>
                  <a:lnTo>
                    <a:pt x="1536" y="317"/>
                  </a:lnTo>
                  <a:cubicBezTo>
                    <a:pt x="1548" y="281"/>
                    <a:pt x="1548" y="222"/>
                    <a:pt x="1536" y="162"/>
                  </a:cubicBezTo>
                  <a:cubicBezTo>
                    <a:pt x="1500" y="103"/>
                    <a:pt x="1453" y="67"/>
                    <a:pt x="1417" y="43"/>
                  </a:cubicBezTo>
                  <a:cubicBezTo>
                    <a:pt x="1321" y="13"/>
                    <a:pt x="1222" y="1"/>
                    <a:pt x="1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66"/>
            <p:cNvSpPr/>
            <p:nvPr/>
          </p:nvSpPr>
          <p:spPr>
            <a:xfrm>
              <a:off x="8080651" y="2557873"/>
              <a:ext cx="48121" cy="28879"/>
            </a:xfrm>
            <a:custGeom>
              <a:avLst/>
              <a:gdLst/>
              <a:ahLst/>
              <a:cxnLst/>
              <a:rect l="l" t="t" r="r" b="b"/>
              <a:pathLst>
                <a:path w="1513" h="908" extrusionOk="0">
                  <a:moveTo>
                    <a:pt x="1263" y="0"/>
                  </a:moveTo>
                  <a:cubicBezTo>
                    <a:pt x="1014" y="0"/>
                    <a:pt x="395" y="39"/>
                    <a:pt x="60" y="431"/>
                  </a:cubicBezTo>
                  <a:cubicBezTo>
                    <a:pt x="24" y="479"/>
                    <a:pt x="0" y="538"/>
                    <a:pt x="12" y="598"/>
                  </a:cubicBezTo>
                  <a:cubicBezTo>
                    <a:pt x="24" y="657"/>
                    <a:pt x="60" y="693"/>
                    <a:pt x="119" y="729"/>
                  </a:cubicBezTo>
                  <a:lnTo>
                    <a:pt x="417" y="895"/>
                  </a:lnTo>
                  <a:cubicBezTo>
                    <a:pt x="441" y="907"/>
                    <a:pt x="476" y="907"/>
                    <a:pt x="488" y="907"/>
                  </a:cubicBezTo>
                  <a:cubicBezTo>
                    <a:pt x="548" y="907"/>
                    <a:pt x="596" y="871"/>
                    <a:pt x="619" y="812"/>
                  </a:cubicBezTo>
                  <a:cubicBezTo>
                    <a:pt x="667" y="741"/>
                    <a:pt x="631" y="633"/>
                    <a:pt x="560" y="598"/>
                  </a:cubicBezTo>
                  <a:lnTo>
                    <a:pt x="417" y="514"/>
                  </a:lnTo>
                  <a:cubicBezTo>
                    <a:pt x="658" y="333"/>
                    <a:pt x="1025" y="308"/>
                    <a:pt x="1213" y="308"/>
                  </a:cubicBezTo>
                  <a:cubicBezTo>
                    <a:pt x="1285" y="308"/>
                    <a:pt x="1330" y="312"/>
                    <a:pt x="1334" y="312"/>
                  </a:cubicBezTo>
                  <a:cubicBezTo>
                    <a:pt x="1429" y="312"/>
                    <a:pt x="1500" y="252"/>
                    <a:pt x="1512" y="157"/>
                  </a:cubicBezTo>
                  <a:cubicBezTo>
                    <a:pt x="1512" y="86"/>
                    <a:pt x="1453" y="2"/>
                    <a:pt x="1369" y="2"/>
                  </a:cubicBezTo>
                  <a:cubicBezTo>
                    <a:pt x="1362" y="2"/>
                    <a:pt x="1324"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66"/>
            <p:cNvSpPr/>
            <p:nvPr/>
          </p:nvSpPr>
          <p:spPr>
            <a:xfrm>
              <a:off x="7964753" y="2497698"/>
              <a:ext cx="269675" cy="231795"/>
            </a:xfrm>
            <a:custGeom>
              <a:avLst/>
              <a:gdLst/>
              <a:ahLst/>
              <a:cxnLst/>
              <a:rect l="l" t="t" r="r" b="b"/>
              <a:pathLst>
                <a:path w="8479" h="7288" extrusionOk="0">
                  <a:moveTo>
                    <a:pt x="7176" y="3986"/>
                  </a:moveTo>
                  <a:cubicBezTo>
                    <a:pt x="7277" y="3986"/>
                    <a:pt x="7379" y="4003"/>
                    <a:pt x="7478" y="4037"/>
                  </a:cubicBezTo>
                  <a:cubicBezTo>
                    <a:pt x="7716" y="4109"/>
                    <a:pt x="7907" y="4287"/>
                    <a:pt x="8014" y="4514"/>
                  </a:cubicBezTo>
                  <a:cubicBezTo>
                    <a:pt x="8073" y="4645"/>
                    <a:pt x="8121" y="4788"/>
                    <a:pt x="8097" y="4930"/>
                  </a:cubicBezTo>
                  <a:cubicBezTo>
                    <a:pt x="7704" y="4538"/>
                    <a:pt x="7168" y="4335"/>
                    <a:pt x="6621" y="4335"/>
                  </a:cubicBezTo>
                  <a:cubicBezTo>
                    <a:pt x="6561" y="4335"/>
                    <a:pt x="6502" y="4335"/>
                    <a:pt x="6442" y="4347"/>
                  </a:cubicBezTo>
                  <a:cubicBezTo>
                    <a:pt x="6526" y="4228"/>
                    <a:pt x="6633" y="4133"/>
                    <a:pt x="6764" y="4073"/>
                  </a:cubicBezTo>
                  <a:cubicBezTo>
                    <a:pt x="6895" y="4018"/>
                    <a:pt x="7035" y="3986"/>
                    <a:pt x="7176" y="3986"/>
                  </a:cubicBezTo>
                  <a:close/>
                  <a:moveTo>
                    <a:pt x="4156" y="311"/>
                  </a:moveTo>
                  <a:cubicBezTo>
                    <a:pt x="4728" y="311"/>
                    <a:pt x="5204" y="716"/>
                    <a:pt x="5311" y="1275"/>
                  </a:cubicBezTo>
                  <a:lnTo>
                    <a:pt x="5383" y="1716"/>
                  </a:lnTo>
                  <a:cubicBezTo>
                    <a:pt x="5418" y="1990"/>
                    <a:pt x="5525" y="2252"/>
                    <a:pt x="5692" y="2490"/>
                  </a:cubicBezTo>
                  <a:cubicBezTo>
                    <a:pt x="5978" y="2918"/>
                    <a:pt x="6049" y="3454"/>
                    <a:pt x="5930" y="3942"/>
                  </a:cubicBezTo>
                  <a:lnTo>
                    <a:pt x="5525" y="5823"/>
                  </a:lnTo>
                  <a:cubicBezTo>
                    <a:pt x="5442" y="6252"/>
                    <a:pt x="5109" y="6609"/>
                    <a:pt x="4680" y="6740"/>
                  </a:cubicBezTo>
                  <a:lnTo>
                    <a:pt x="4120" y="6907"/>
                  </a:lnTo>
                  <a:cubicBezTo>
                    <a:pt x="4001" y="6942"/>
                    <a:pt x="3881" y="6959"/>
                    <a:pt x="3763" y="6959"/>
                  </a:cubicBezTo>
                  <a:cubicBezTo>
                    <a:pt x="3444" y="6959"/>
                    <a:pt x="3137" y="6835"/>
                    <a:pt x="2894" y="6609"/>
                  </a:cubicBezTo>
                  <a:lnTo>
                    <a:pt x="1525" y="5264"/>
                  </a:lnTo>
                  <a:cubicBezTo>
                    <a:pt x="1156" y="4930"/>
                    <a:pt x="930" y="4430"/>
                    <a:pt x="930" y="3930"/>
                  </a:cubicBezTo>
                  <a:cubicBezTo>
                    <a:pt x="930" y="3645"/>
                    <a:pt x="870" y="3359"/>
                    <a:pt x="751" y="3109"/>
                  </a:cubicBezTo>
                  <a:lnTo>
                    <a:pt x="572" y="2692"/>
                  </a:lnTo>
                  <a:cubicBezTo>
                    <a:pt x="346" y="2168"/>
                    <a:pt x="525" y="1573"/>
                    <a:pt x="1001" y="1263"/>
                  </a:cubicBezTo>
                  <a:cubicBezTo>
                    <a:pt x="1930" y="644"/>
                    <a:pt x="3001" y="311"/>
                    <a:pt x="4120" y="311"/>
                  </a:cubicBezTo>
                  <a:close/>
                  <a:moveTo>
                    <a:pt x="4099" y="1"/>
                  </a:moveTo>
                  <a:cubicBezTo>
                    <a:pt x="2929" y="1"/>
                    <a:pt x="1806" y="357"/>
                    <a:pt x="822" y="1001"/>
                  </a:cubicBezTo>
                  <a:cubicBezTo>
                    <a:pt x="227" y="1394"/>
                    <a:pt x="1" y="2168"/>
                    <a:pt x="275" y="2823"/>
                  </a:cubicBezTo>
                  <a:lnTo>
                    <a:pt x="453" y="3240"/>
                  </a:lnTo>
                  <a:cubicBezTo>
                    <a:pt x="537" y="3466"/>
                    <a:pt x="596" y="3704"/>
                    <a:pt x="596" y="3942"/>
                  </a:cubicBezTo>
                  <a:cubicBezTo>
                    <a:pt x="596" y="4538"/>
                    <a:pt x="870" y="5109"/>
                    <a:pt x="1299" y="5502"/>
                  </a:cubicBezTo>
                  <a:lnTo>
                    <a:pt x="2668" y="6847"/>
                  </a:lnTo>
                  <a:cubicBezTo>
                    <a:pt x="2966" y="7133"/>
                    <a:pt x="3358" y="7288"/>
                    <a:pt x="3751" y="7288"/>
                  </a:cubicBezTo>
                  <a:cubicBezTo>
                    <a:pt x="3906" y="7288"/>
                    <a:pt x="4049" y="7276"/>
                    <a:pt x="4204" y="7228"/>
                  </a:cubicBezTo>
                  <a:lnTo>
                    <a:pt x="4763" y="7074"/>
                  </a:lnTo>
                  <a:cubicBezTo>
                    <a:pt x="5299" y="6907"/>
                    <a:pt x="5716" y="6454"/>
                    <a:pt x="5835" y="5907"/>
                  </a:cubicBezTo>
                  <a:lnTo>
                    <a:pt x="6097" y="4752"/>
                  </a:lnTo>
                  <a:lnTo>
                    <a:pt x="6168" y="4752"/>
                  </a:lnTo>
                  <a:cubicBezTo>
                    <a:pt x="6317" y="4715"/>
                    <a:pt x="6466" y="4698"/>
                    <a:pt x="6614" y="4698"/>
                  </a:cubicBezTo>
                  <a:cubicBezTo>
                    <a:pt x="7143" y="4698"/>
                    <a:pt x="7651" y="4923"/>
                    <a:pt x="8014" y="5323"/>
                  </a:cubicBezTo>
                  <a:lnTo>
                    <a:pt x="8073" y="5407"/>
                  </a:lnTo>
                  <a:cubicBezTo>
                    <a:pt x="8109" y="5430"/>
                    <a:pt x="8145" y="5466"/>
                    <a:pt x="8192" y="5466"/>
                  </a:cubicBezTo>
                  <a:lnTo>
                    <a:pt x="8228" y="5466"/>
                  </a:lnTo>
                  <a:cubicBezTo>
                    <a:pt x="8288" y="5442"/>
                    <a:pt x="8323" y="5419"/>
                    <a:pt x="8347" y="5359"/>
                  </a:cubicBezTo>
                  <a:cubicBezTo>
                    <a:pt x="8478" y="5002"/>
                    <a:pt x="8442" y="4657"/>
                    <a:pt x="8311" y="4359"/>
                  </a:cubicBezTo>
                  <a:cubicBezTo>
                    <a:pt x="8169" y="4061"/>
                    <a:pt x="7907" y="3835"/>
                    <a:pt x="7585" y="3716"/>
                  </a:cubicBezTo>
                  <a:cubicBezTo>
                    <a:pt x="7454" y="3676"/>
                    <a:pt x="7316" y="3654"/>
                    <a:pt x="7176" y="3654"/>
                  </a:cubicBezTo>
                  <a:cubicBezTo>
                    <a:pt x="6987" y="3654"/>
                    <a:pt x="6794" y="3693"/>
                    <a:pt x="6609" y="3776"/>
                  </a:cubicBezTo>
                  <a:cubicBezTo>
                    <a:pt x="6466" y="3847"/>
                    <a:pt x="6335" y="3954"/>
                    <a:pt x="6228" y="4073"/>
                  </a:cubicBezTo>
                  <a:lnTo>
                    <a:pt x="6240" y="4014"/>
                  </a:lnTo>
                  <a:cubicBezTo>
                    <a:pt x="6395" y="3442"/>
                    <a:pt x="6287" y="2823"/>
                    <a:pt x="5954" y="2323"/>
                  </a:cubicBezTo>
                  <a:cubicBezTo>
                    <a:pt x="5823" y="2109"/>
                    <a:pt x="5740" y="1894"/>
                    <a:pt x="5692" y="1656"/>
                  </a:cubicBezTo>
                  <a:lnTo>
                    <a:pt x="5621" y="1216"/>
                  </a:lnTo>
                  <a:cubicBezTo>
                    <a:pt x="5478" y="525"/>
                    <a:pt x="4871" y="1"/>
                    <a:pt x="4156" y="1"/>
                  </a:cubicBezTo>
                  <a:cubicBezTo>
                    <a:pt x="4137" y="1"/>
                    <a:pt x="4118" y="1"/>
                    <a:pt x="4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66"/>
            <p:cNvSpPr/>
            <p:nvPr/>
          </p:nvSpPr>
          <p:spPr>
            <a:xfrm>
              <a:off x="8045792" y="2634650"/>
              <a:ext cx="84124" cy="55850"/>
            </a:xfrm>
            <a:custGeom>
              <a:avLst/>
              <a:gdLst/>
              <a:ahLst/>
              <a:cxnLst/>
              <a:rect l="l" t="t" r="r" b="b"/>
              <a:pathLst>
                <a:path w="2645" h="1756" extrusionOk="0">
                  <a:moveTo>
                    <a:pt x="2168" y="517"/>
                  </a:moveTo>
                  <a:cubicBezTo>
                    <a:pt x="2168" y="898"/>
                    <a:pt x="1906" y="1255"/>
                    <a:pt x="1513" y="1375"/>
                  </a:cubicBezTo>
                  <a:cubicBezTo>
                    <a:pt x="1425" y="1405"/>
                    <a:pt x="1333" y="1420"/>
                    <a:pt x="1242" y="1420"/>
                  </a:cubicBezTo>
                  <a:cubicBezTo>
                    <a:pt x="1087" y="1420"/>
                    <a:pt x="933" y="1378"/>
                    <a:pt x="799" y="1303"/>
                  </a:cubicBezTo>
                  <a:cubicBezTo>
                    <a:pt x="656" y="1232"/>
                    <a:pt x="560" y="1136"/>
                    <a:pt x="465" y="1017"/>
                  </a:cubicBezTo>
                  <a:lnTo>
                    <a:pt x="465" y="1017"/>
                  </a:lnTo>
                  <a:cubicBezTo>
                    <a:pt x="563" y="1031"/>
                    <a:pt x="661" y="1037"/>
                    <a:pt x="759" y="1037"/>
                  </a:cubicBezTo>
                  <a:cubicBezTo>
                    <a:pt x="1271" y="1037"/>
                    <a:pt x="1778" y="857"/>
                    <a:pt x="2168" y="517"/>
                  </a:cubicBezTo>
                  <a:close/>
                  <a:moveTo>
                    <a:pt x="2281" y="1"/>
                  </a:moveTo>
                  <a:cubicBezTo>
                    <a:pt x="2237" y="1"/>
                    <a:pt x="2198" y="17"/>
                    <a:pt x="2180" y="53"/>
                  </a:cubicBezTo>
                  <a:lnTo>
                    <a:pt x="2108" y="124"/>
                  </a:lnTo>
                  <a:cubicBezTo>
                    <a:pt x="1749" y="510"/>
                    <a:pt x="1241" y="714"/>
                    <a:pt x="727" y="714"/>
                  </a:cubicBezTo>
                  <a:cubicBezTo>
                    <a:pt x="559" y="714"/>
                    <a:pt x="391" y="692"/>
                    <a:pt x="227" y="648"/>
                  </a:cubicBezTo>
                  <a:cubicBezTo>
                    <a:pt x="213" y="645"/>
                    <a:pt x="199" y="644"/>
                    <a:pt x="185" y="644"/>
                  </a:cubicBezTo>
                  <a:cubicBezTo>
                    <a:pt x="140" y="644"/>
                    <a:pt x="97" y="659"/>
                    <a:pt x="60" y="696"/>
                  </a:cubicBezTo>
                  <a:cubicBezTo>
                    <a:pt x="25" y="743"/>
                    <a:pt x="1" y="803"/>
                    <a:pt x="25" y="863"/>
                  </a:cubicBezTo>
                  <a:cubicBezTo>
                    <a:pt x="179" y="1410"/>
                    <a:pt x="691" y="1756"/>
                    <a:pt x="1227" y="1756"/>
                  </a:cubicBezTo>
                  <a:cubicBezTo>
                    <a:pt x="1346" y="1756"/>
                    <a:pt x="1465" y="1732"/>
                    <a:pt x="1584" y="1696"/>
                  </a:cubicBezTo>
                  <a:cubicBezTo>
                    <a:pt x="2263" y="1482"/>
                    <a:pt x="2644" y="779"/>
                    <a:pt x="2442" y="112"/>
                  </a:cubicBezTo>
                  <a:cubicBezTo>
                    <a:pt x="2430" y="53"/>
                    <a:pt x="2382" y="5"/>
                    <a:pt x="2323" y="5"/>
                  </a:cubicBezTo>
                  <a:cubicBezTo>
                    <a:pt x="2309" y="2"/>
                    <a:pt x="2294" y="1"/>
                    <a:pt x="2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66"/>
            <p:cNvSpPr/>
            <p:nvPr/>
          </p:nvSpPr>
          <p:spPr>
            <a:xfrm>
              <a:off x="8145787" y="2470823"/>
              <a:ext cx="181034" cy="231795"/>
            </a:xfrm>
            <a:custGeom>
              <a:avLst/>
              <a:gdLst/>
              <a:ahLst/>
              <a:cxnLst/>
              <a:rect l="l" t="t" r="r" b="b"/>
              <a:pathLst>
                <a:path w="5692" h="7288" extrusionOk="0">
                  <a:moveTo>
                    <a:pt x="1559" y="0"/>
                  </a:moveTo>
                  <a:cubicBezTo>
                    <a:pt x="864" y="0"/>
                    <a:pt x="247" y="493"/>
                    <a:pt x="107" y="1168"/>
                  </a:cubicBezTo>
                  <a:lnTo>
                    <a:pt x="12" y="1573"/>
                  </a:lnTo>
                  <a:cubicBezTo>
                    <a:pt x="0" y="1668"/>
                    <a:pt x="48" y="1751"/>
                    <a:pt x="131" y="1763"/>
                  </a:cubicBezTo>
                  <a:cubicBezTo>
                    <a:pt x="147" y="1767"/>
                    <a:pt x="163" y="1769"/>
                    <a:pt x="179" y="1769"/>
                  </a:cubicBezTo>
                  <a:cubicBezTo>
                    <a:pt x="253" y="1769"/>
                    <a:pt x="314" y="1723"/>
                    <a:pt x="333" y="1644"/>
                  </a:cubicBezTo>
                  <a:lnTo>
                    <a:pt x="417" y="1251"/>
                  </a:lnTo>
                  <a:cubicBezTo>
                    <a:pt x="534" y="700"/>
                    <a:pt x="1032" y="322"/>
                    <a:pt x="1571" y="322"/>
                  </a:cubicBezTo>
                  <a:cubicBezTo>
                    <a:pt x="1579" y="322"/>
                    <a:pt x="1587" y="322"/>
                    <a:pt x="1596" y="322"/>
                  </a:cubicBezTo>
                  <a:cubicBezTo>
                    <a:pt x="2727" y="358"/>
                    <a:pt x="3798" y="727"/>
                    <a:pt x="4703" y="1382"/>
                  </a:cubicBezTo>
                  <a:cubicBezTo>
                    <a:pt x="5167" y="1703"/>
                    <a:pt x="5310" y="2323"/>
                    <a:pt x="5072" y="2823"/>
                  </a:cubicBezTo>
                  <a:lnTo>
                    <a:pt x="4882" y="3227"/>
                  </a:lnTo>
                  <a:cubicBezTo>
                    <a:pt x="4763" y="3478"/>
                    <a:pt x="4691" y="3763"/>
                    <a:pt x="4679" y="4049"/>
                  </a:cubicBezTo>
                  <a:cubicBezTo>
                    <a:pt x="4644" y="4549"/>
                    <a:pt x="4417" y="5025"/>
                    <a:pt x="4036" y="5359"/>
                  </a:cubicBezTo>
                  <a:lnTo>
                    <a:pt x="2619" y="6633"/>
                  </a:lnTo>
                  <a:cubicBezTo>
                    <a:pt x="2397" y="6839"/>
                    <a:pt x="2101" y="6953"/>
                    <a:pt x="1801" y="6953"/>
                  </a:cubicBezTo>
                  <a:cubicBezTo>
                    <a:pt x="1668" y="6953"/>
                    <a:pt x="1534" y="6930"/>
                    <a:pt x="1405" y="6883"/>
                  </a:cubicBezTo>
                  <a:lnTo>
                    <a:pt x="845" y="6692"/>
                  </a:lnTo>
                  <a:cubicBezTo>
                    <a:pt x="834" y="6692"/>
                    <a:pt x="822" y="6680"/>
                    <a:pt x="786" y="6680"/>
                  </a:cubicBezTo>
                  <a:cubicBezTo>
                    <a:pt x="766" y="6672"/>
                    <a:pt x="746" y="6668"/>
                    <a:pt x="727" y="6668"/>
                  </a:cubicBezTo>
                  <a:cubicBezTo>
                    <a:pt x="662" y="6668"/>
                    <a:pt x="602" y="6709"/>
                    <a:pt x="584" y="6764"/>
                  </a:cubicBezTo>
                  <a:cubicBezTo>
                    <a:pt x="548" y="6859"/>
                    <a:pt x="595" y="6942"/>
                    <a:pt x="667" y="6978"/>
                  </a:cubicBezTo>
                  <a:cubicBezTo>
                    <a:pt x="691" y="6990"/>
                    <a:pt x="714" y="6990"/>
                    <a:pt x="726" y="7002"/>
                  </a:cubicBezTo>
                  <a:lnTo>
                    <a:pt x="1286" y="7204"/>
                  </a:lnTo>
                  <a:cubicBezTo>
                    <a:pt x="1441" y="7252"/>
                    <a:pt x="1607" y="7288"/>
                    <a:pt x="1786" y="7288"/>
                  </a:cubicBezTo>
                  <a:cubicBezTo>
                    <a:pt x="2179" y="7288"/>
                    <a:pt x="2548" y="7157"/>
                    <a:pt x="2834" y="6883"/>
                  </a:cubicBezTo>
                  <a:lnTo>
                    <a:pt x="4239" y="5609"/>
                  </a:lnTo>
                  <a:cubicBezTo>
                    <a:pt x="4691" y="5216"/>
                    <a:pt x="4977" y="4656"/>
                    <a:pt x="5001" y="4061"/>
                  </a:cubicBezTo>
                  <a:cubicBezTo>
                    <a:pt x="5013" y="3823"/>
                    <a:pt x="5072" y="3585"/>
                    <a:pt x="5179" y="3358"/>
                  </a:cubicBezTo>
                  <a:lnTo>
                    <a:pt x="5370" y="2954"/>
                  </a:lnTo>
                  <a:cubicBezTo>
                    <a:pt x="5691" y="2335"/>
                    <a:pt x="5477" y="1549"/>
                    <a:pt x="4894" y="1132"/>
                  </a:cubicBezTo>
                  <a:cubicBezTo>
                    <a:pt x="3929" y="430"/>
                    <a:pt x="2798" y="37"/>
                    <a:pt x="1607" y="1"/>
                  </a:cubicBezTo>
                  <a:cubicBezTo>
                    <a:pt x="1591" y="0"/>
                    <a:pt x="1575" y="0"/>
                    <a:pt x="1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3" name="Google Shape;12013;p66"/>
          <p:cNvGrpSpPr/>
          <p:nvPr/>
        </p:nvGrpSpPr>
        <p:grpSpPr>
          <a:xfrm>
            <a:off x="7524349" y="2280997"/>
            <a:ext cx="350332" cy="288948"/>
            <a:chOff x="7524349" y="2456447"/>
            <a:chExt cx="350332" cy="288948"/>
          </a:xfrm>
        </p:grpSpPr>
        <p:sp>
          <p:nvSpPr>
            <p:cNvPr id="12014" name="Google Shape;12014;p66"/>
            <p:cNvSpPr/>
            <p:nvPr/>
          </p:nvSpPr>
          <p:spPr>
            <a:xfrm>
              <a:off x="7693647" y="2566651"/>
              <a:ext cx="10623" cy="67045"/>
            </a:xfrm>
            <a:custGeom>
              <a:avLst/>
              <a:gdLst/>
              <a:ahLst/>
              <a:cxnLst/>
              <a:rect l="l" t="t" r="r" b="b"/>
              <a:pathLst>
                <a:path w="334" h="2108" extrusionOk="0">
                  <a:moveTo>
                    <a:pt x="167" y="0"/>
                  </a:moveTo>
                  <a:cubicBezTo>
                    <a:pt x="83" y="0"/>
                    <a:pt x="0" y="84"/>
                    <a:pt x="0" y="167"/>
                  </a:cubicBezTo>
                  <a:lnTo>
                    <a:pt x="0" y="1941"/>
                  </a:lnTo>
                  <a:cubicBezTo>
                    <a:pt x="0" y="2024"/>
                    <a:pt x="83" y="2108"/>
                    <a:pt x="167" y="2108"/>
                  </a:cubicBezTo>
                  <a:cubicBezTo>
                    <a:pt x="250" y="2108"/>
                    <a:pt x="333" y="2024"/>
                    <a:pt x="333" y="1941"/>
                  </a:cubicBezTo>
                  <a:lnTo>
                    <a:pt x="333" y="167"/>
                  </a:lnTo>
                  <a:cubicBezTo>
                    <a:pt x="333"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66"/>
            <p:cNvSpPr/>
            <p:nvPr/>
          </p:nvSpPr>
          <p:spPr>
            <a:xfrm>
              <a:off x="7524349" y="2545151"/>
              <a:ext cx="350332" cy="200244"/>
            </a:xfrm>
            <a:custGeom>
              <a:avLst/>
              <a:gdLst/>
              <a:ahLst/>
              <a:cxnLst/>
              <a:rect l="l" t="t" r="r" b="b"/>
              <a:pathLst>
                <a:path w="11015" h="6296" extrusionOk="0">
                  <a:moveTo>
                    <a:pt x="322" y="1736"/>
                  </a:moveTo>
                  <a:lnTo>
                    <a:pt x="620" y="2033"/>
                  </a:lnTo>
                  <a:cubicBezTo>
                    <a:pt x="930" y="2343"/>
                    <a:pt x="1299" y="2534"/>
                    <a:pt x="1680" y="2605"/>
                  </a:cubicBezTo>
                  <a:lnTo>
                    <a:pt x="2858" y="2784"/>
                  </a:lnTo>
                  <a:cubicBezTo>
                    <a:pt x="3835" y="2986"/>
                    <a:pt x="4490" y="3760"/>
                    <a:pt x="4871" y="4415"/>
                  </a:cubicBezTo>
                  <a:lnTo>
                    <a:pt x="4847" y="4415"/>
                  </a:lnTo>
                  <a:lnTo>
                    <a:pt x="4835" y="4427"/>
                  </a:lnTo>
                  <a:lnTo>
                    <a:pt x="4823" y="4450"/>
                  </a:lnTo>
                  <a:lnTo>
                    <a:pt x="4811" y="4462"/>
                  </a:lnTo>
                  <a:lnTo>
                    <a:pt x="4787" y="4474"/>
                  </a:lnTo>
                  <a:lnTo>
                    <a:pt x="4775" y="4486"/>
                  </a:lnTo>
                  <a:cubicBezTo>
                    <a:pt x="4775" y="4486"/>
                    <a:pt x="4775" y="4510"/>
                    <a:pt x="4763" y="4510"/>
                  </a:cubicBezTo>
                  <a:lnTo>
                    <a:pt x="4752" y="4522"/>
                  </a:lnTo>
                  <a:cubicBezTo>
                    <a:pt x="4752" y="4522"/>
                    <a:pt x="4752" y="4534"/>
                    <a:pt x="4728" y="4534"/>
                  </a:cubicBezTo>
                  <a:cubicBezTo>
                    <a:pt x="4728" y="4534"/>
                    <a:pt x="4728" y="4546"/>
                    <a:pt x="4716" y="4546"/>
                  </a:cubicBezTo>
                  <a:lnTo>
                    <a:pt x="4716" y="4570"/>
                  </a:lnTo>
                  <a:cubicBezTo>
                    <a:pt x="4716" y="4570"/>
                    <a:pt x="4716" y="4581"/>
                    <a:pt x="4704" y="4581"/>
                  </a:cubicBezTo>
                  <a:lnTo>
                    <a:pt x="4704" y="4593"/>
                  </a:lnTo>
                  <a:lnTo>
                    <a:pt x="4704" y="4605"/>
                  </a:lnTo>
                  <a:lnTo>
                    <a:pt x="4704" y="4629"/>
                  </a:lnTo>
                  <a:lnTo>
                    <a:pt x="4704" y="4641"/>
                  </a:lnTo>
                  <a:lnTo>
                    <a:pt x="4704" y="4653"/>
                  </a:lnTo>
                  <a:lnTo>
                    <a:pt x="4704" y="4665"/>
                  </a:lnTo>
                  <a:lnTo>
                    <a:pt x="4704" y="4689"/>
                  </a:lnTo>
                  <a:lnTo>
                    <a:pt x="4704" y="4700"/>
                  </a:lnTo>
                  <a:lnTo>
                    <a:pt x="4704" y="4712"/>
                  </a:lnTo>
                  <a:lnTo>
                    <a:pt x="4704" y="4724"/>
                  </a:lnTo>
                  <a:lnTo>
                    <a:pt x="4704" y="4748"/>
                  </a:lnTo>
                  <a:lnTo>
                    <a:pt x="4704" y="4760"/>
                  </a:lnTo>
                  <a:lnTo>
                    <a:pt x="4704" y="4772"/>
                  </a:lnTo>
                  <a:lnTo>
                    <a:pt x="4704" y="4784"/>
                  </a:lnTo>
                  <a:lnTo>
                    <a:pt x="4704" y="4808"/>
                  </a:lnTo>
                  <a:lnTo>
                    <a:pt x="4704" y="4820"/>
                  </a:lnTo>
                  <a:lnTo>
                    <a:pt x="4704" y="4831"/>
                  </a:lnTo>
                  <a:cubicBezTo>
                    <a:pt x="4704" y="4843"/>
                    <a:pt x="4704" y="4843"/>
                    <a:pt x="4716" y="4867"/>
                  </a:cubicBezTo>
                  <a:lnTo>
                    <a:pt x="4871" y="5224"/>
                  </a:lnTo>
                  <a:cubicBezTo>
                    <a:pt x="4394" y="5224"/>
                    <a:pt x="4061" y="5236"/>
                    <a:pt x="3894" y="5296"/>
                  </a:cubicBezTo>
                  <a:cubicBezTo>
                    <a:pt x="3435" y="5449"/>
                    <a:pt x="3020" y="5525"/>
                    <a:pt x="2647" y="5525"/>
                  </a:cubicBezTo>
                  <a:cubicBezTo>
                    <a:pt x="2150" y="5525"/>
                    <a:pt x="1729" y="5389"/>
                    <a:pt x="1382" y="5117"/>
                  </a:cubicBezTo>
                  <a:cubicBezTo>
                    <a:pt x="1180" y="4951"/>
                    <a:pt x="1001" y="4748"/>
                    <a:pt x="846" y="4474"/>
                  </a:cubicBezTo>
                  <a:cubicBezTo>
                    <a:pt x="894" y="4450"/>
                    <a:pt x="1001" y="4403"/>
                    <a:pt x="1084" y="4391"/>
                  </a:cubicBezTo>
                  <a:cubicBezTo>
                    <a:pt x="1132" y="4367"/>
                    <a:pt x="1180" y="4343"/>
                    <a:pt x="1192" y="4308"/>
                  </a:cubicBezTo>
                  <a:cubicBezTo>
                    <a:pt x="1215" y="4272"/>
                    <a:pt x="1215" y="4224"/>
                    <a:pt x="1203" y="4177"/>
                  </a:cubicBezTo>
                  <a:cubicBezTo>
                    <a:pt x="1156" y="4046"/>
                    <a:pt x="1013" y="3891"/>
                    <a:pt x="775" y="3653"/>
                  </a:cubicBezTo>
                  <a:cubicBezTo>
                    <a:pt x="656" y="3534"/>
                    <a:pt x="441" y="3331"/>
                    <a:pt x="406" y="3236"/>
                  </a:cubicBezTo>
                  <a:cubicBezTo>
                    <a:pt x="441" y="3212"/>
                    <a:pt x="584" y="3200"/>
                    <a:pt x="668" y="3200"/>
                  </a:cubicBezTo>
                  <a:cubicBezTo>
                    <a:pt x="727" y="3200"/>
                    <a:pt x="787" y="3165"/>
                    <a:pt x="811" y="3105"/>
                  </a:cubicBezTo>
                  <a:cubicBezTo>
                    <a:pt x="846" y="3046"/>
                    <a:pt x="834" y="2974"/>
                    <a:pt x="787" y="2926"/>
                  </a:cubicBezTo>
                  <a:cubicBezTo>
                    <a:pt x="537" y="2641"/>
                    <a:pt x="406" y="2129"/>
                    <a:pt x="322" y="1736"/>
                  </a:cubicBezTo>
                  <a:close/>
                  <a:moveTo>
                    <a:pt x="10621" y="1736"/>
                  </a:moveTo>
                  <a:lnTo>
                    <a:pt x="10621" y="1736"/>
                  </a:lnTo>
                  <a:cubicBezTo>
                    <a:pt x="10550" y="2117"/>
                    <a:pt x="10419" y="2641"/>
                    <a:pt x="10169" y="2926"/>
                  </a:cubicBezTo>
                  <a:cubicBezTo>
                    <a:pt x="10121" y="2974"/>
                    <a:pt x="10109" y="3046"/>
                    <a:pt x="10133" y="3105"/>
                  </a:cubicBezTo>
                  <a:cubicBezTo>
                    <a:pt x="10169" y="3165"/>
                    <a:pt x="10228" y="3188"/>
                    <a:pt x="10288" y="3188"/>
                  </a:cubicBezTo>
                  <a:cubicBezTo>
                    <a:pt x="10383" y="3188"/>
                    <a:pt x="10502" y="3212"/>
                    <a:pt x="10550" y="3236"/>
                  </a:cubicBezTo>
                  <a:cubicBezTo>
                    <a:pt x="10526" y="3331"/>
                    <a:pt x="10324" y="3522"/>
                    <a:pt x="10205" y="3653"/>
                  </a:cubicBezTo>
                  <a:cubicBezTo>
                    <a:pt x="9966" y="3891"/>
                    <a:pt x="9824" y="4058"/>
                    <a:pt x="9776" y="4177"/>
                  </a:cubicBezTo>
                  <a:cubicBezTo>
                    <a:pt x="9764" y="4224"/>
                    <a:pt x="9764" y="4272"/>
                    <a:pt x="9788" y="4308"/>
                  </a:cubicBezTo>
                  <a:cubicBezTo>
                    <a:pt x="9824" y="4355"/>
                    <a:pt x="9847" y="4391"/>
                    <a:pt x="9895" y="4391"/>
                  </a:cubicBezTo>
                  <a:cubicBezTo>
                    <a:pt x="9978" y="4403"/>
                    <a:pt x="10086" y="4439"/>
                    <a:pt x="10133" y="4474"/>
                  </a:cubicBezTo>
                  <a:cubicBezTo>
                    <a:pt x="9978" y="4724"/>
                    <a:pt x="9800" y="4951"/>
                    <a:pt x="9597" y="5117"/>
                  </a:cubicBezTo>
                  <a:cubicBezTo>
                    <a:pt x="9257" y="5389"/>
                    <a:pt x="8835" y="5525"/>
                    <a:pt x="8336" y="5525"/>
                  </a:cubicBezTo>
                  <a:cubicBezTo>
                    <a:pt x="7962" y="5525"/>
                    <a:pt x="7544" y="5449"/>
                    <a:pt x="7085" y="5296"/>
                  </a:cubicBezTo>
                  <a:cubicBezTo>
                    <a:pt x="6930" y="5248"/>
                    <a:pt x="6633" y="5224"/>
                    <a:pt x="6204" y="5224"/>
                  </a:cubicBezTo>
                  <a:lnTo>
                    <a:pt x="6085" y="5224"/>
                  </a:lnTo>
                  <a:lnTo>
                    <a:pt x="6228" y="4867"/>
                  </a:lnTo>
                  <a:cubicBezTo>
                    <a:pt x="6228" y="4843"/>
                    <a:pt x="6228" y="4843"/>
                    <a:pt x="6252" y="4831"/>
                  </a:cubicBezTo>
                  <a:lnTo>
                    <a:pt x="6252" y="4820"/>
                  </a:lnTo>
                  <a:lnTo>
                    <a:pt x="6252" y="4808"/>
                  </a:lnTo>
                  <a:lnTo>
                    <a:pt x="6252" y="4784"/>
                  </a:lnTo>
                  <a:lnTo>
                    <a:pt x="6252" y="4772"/>
                  </a:lnTo>
                  <a:lnTo>
                    <a:pt x="6252" y="4760"/>
                  </a:lnTo>
                  <a:lnTo>
                    <a:pt x="6252" y="4736"/>
                  </a:lnTo>
                  <a:lnTo>
                    <a:pt x="6252" y="4724"/>
                  </a:lnTo>
                  <a:lnTo>
                    <a:pt x="6252" y="4712"/>
                  </a:lnTo>
                  <a:lnTo>
                    <a:pt x="6252" y="4700"/>
                  </a:lnTo>
                  <a:lnTo>
                    <a:pt x="6252" y="4677"/>
                  </a:lnTo>
                  <a:lnTo>
                    <a:pt x="6252" y="4665"/>
                  </a:lnTo>
                  <a:lnTo>
                    <a:pt x="6252" y="4653"/>
                  </a:lnTo>
                  <a:lnTo>
                    <a:pt x="6252" y="4641"/>
                  </a:lnTo>
                  <a:lnTo>
                    <a:pt x="6252" y="4617"/>
                  </a:lnTo>
                  <a:lnTo>
                    <a:pt x="6252" y="4605"/>
                  </a:lnTo>
                  <a:lnTo>
                    <a:pt x="6252" y="4593"/>
                  </a:lnTo>
                  <a:lnTo>
                    <a:pt x="6252" y="4581"/>
                  </a:lnTo>
                  <a:cubicBezTo>
                    <a:pt x="6252" y="4581"/>
                    <a:pt x="6252" y="4558"/>
                    <a:pt x="6228" y="4558"/>
                  </a:cubicBezTo>
                  <a:lnTo>
                    <a:pt x="6228" y="4546"/>
                  </a:lnTo>
                  <a:cubicBezTo>
                    <a:pt x="6228" y="4546"/>
                    <a:pt x="6228" y="4534"/>
                    <a:pt x="6216" y="4534"/>
                  </a:cubicBezTo>
                  <a:cubicBezTo>
                    <a:pt x="6216" y="4534"/>
                    <a:pt x="6216" y="4522"/>
                    <a:pt x="6204" y="4522"/>
                  </a:cubicBezTo>
                  <a:lnTo>
                    <a:pt x="6192" y="4498"/>
                  </a:lnTo>
                  <a:lnTo>
                    <a:pt x="6180" y="4486"/>
                  </a:lnTo>
                  <a:lnTo>
                    <a:pt x="6156" y="4474"/>
                  </a:lnTo>
                  <a:lnTo>
                    <a:pt x="6145" y="4462"/>
                  </a:lnTo>
                  <a:lnTo>
                    <a:pt x="6133" y="4439"/>
                  </a:lnTo>
                  <a:lnTo>
                    <a:pt x="6121" y="4427"/>
                  </a:lnTo>
                  <a:lnTo>
                    <a:pt x="6097" y="4415"/>
                  </a:lnTo>
                  <a:lnTo>
                    <a:pt x="6085" y="4415"/>
                  </a:lnTo>
                  <a:cubicBezTo>
                    <a:pt x="6478" y="3760"/>
                    <a:pt x="7109" y="2986"/>
                    <a:pt x="8097" y="2772"/>
                  </a:cubicBezTo>
                  <a:lnTo>
                    <a:pt x="9276" y="2593"/>
                  </a:lnTo>
                  <a:cubicBezTo>
                    <a:pt x="9657" y="2534"/>
                    <a:pt x="10014" y="2343"/>
                    <a:pt x="10324" y="2033"/>
                  </a:cubicBezTo>
                  <a:lnTo>
                    <a:pt x="10621" y="1736"/>
                  </a:lnTo>
                  <a:close/>
                  <a:moveTo>
                    <a:pt x="5525" y="4474"/>
                  </a:moveTo>
                  <a:lnTo>
                    <a:pt x="5918" y="4689"/>
                  </a:lnTo>
                  <a:cubicBezTo>
                    <a:pt x="5954" y="4712"/>
                    <a:pt x="5954" y="4724"/>
                    <a:pt x="5942" y="4748"/>
                  </a:cubicBezTo>
                  <a:lnTo>
                    <a:pt x="5490" y="5832"/>
                  </a:lnTo>
                  <a:lnTo>
                    <a:pt x="5049" y="4748"/>
                  </a:lnTo>
                  <a:lnTo>
                    <a:pt x="5049" y="4700"/>
                  </a:lnTo>
                  <a:lnTo>
                    <a:pt x="5061" y="4689"/>
                  </a:lnTo>
                  <a:lnTo>
                    <a:pt x="5466" y="4474"/>
                  </a:lnTo>
                  <a:close/>
                  <a:moveTo>
                    <a:pt x="1758" y="1"/>
                  </a:moveTo>
                  <a:cubicBezTo>
                    <a:pt x="1565" y="1"/>
                    <a:pt x="1375" y="19"/>
                    <a:pt x="1192" y="57"/>
                  </a:cubicBezTo>
                  <a:cubicBezTo>
                    <a:pt x="1132" y="69"/>
                    <a:pt x="1084" y="117"/>
                    <a:pt x="1073" y="176"/>
                  </a:cubicBezTo>
                  <a:cubicBezTo>
                    <a:pt x="1061" y="236"/>
                    <a:pt x="1073" y="295"/>
                    <a:pt x="1120" y="331"/>
                  </a:cubicBezTo>
                  <a:cubicBezTo>
                    <a:pt x="1382" y="605"/>
                    <a:pt x="1537" y="890"/>
                    <a:pt x="1680" y="1164"/>
                  </a:cubicBezTo>
                  <a:cubicBezTo>
                    <a:pt x="1894" y="1569"/>
                    <a:pt x="2108" y="1974"/>
                    <a:pt x="2608" y="2260"/>
                  </a:cubicBezTo>
                  <a:cubicBezTo>
                    <a:pt x="2631" y="2271"/>
                    <a:pt x="2656" y="2276"/>
                    <a:pt x="2682" y="2276"/>
                  </a:cubicBezTo>
                  <a:cubicBezTo>
                    <a:pt x="2739" y="2276"/>
                    <a:pt x="2798" y="2249"/>
                    <a:pt x="2823" y="2200"/>
                  </a:cubicBezTo>
                  <a:cubicBezTo>
                    <a:pt x="2870" y="2117"/>
                    <a:pt x="2847" y="2022"/>
                    <a:pt x="2763" y="1974"/>
                  </a:cubicBezTo>
                  <a:cubicBezTo>
                    <a:pt x="2346" y="1736"/>
                    <a:pt x="2168" y="1391"/>
                    <a:pt x="1965" y="1010"/>
                  </a:cubicBezTo>
                  <a:cubicBezTo>
                    <a:pt x="1846" y="783"/>
                    <a:pt x="1727" y="545"/>
                    <a:pt x="1549" y="319"/>
                  </a:cubicBezTo>
                  <a:cubicBezTo>
                    <a:pt x="1611" y="315"/>
                    <a:pt x="1675" y="312"/>
                    <a:pt x="1738" y="312"/>
                  </a:cubicBezTo>
                  <a:cubicBezTo>
                    <a:pt x="2531" y="312"/>
                    <a:pt x="3376" y="653"/>
                    <a:pt x="4037" y="1260"/>
                  </a:cubicBezTo>
                  <a:cubicBezTo>
                    <a:pt x="4573" y="1748"/>
                    <a:pt x="5002" y="2629"/>
                    <a:pt x="5228" y="3629"/>
                  </a:cubicBezTo>
                  <a:cubicBezTo>
                    <a:pt x="5002" y="3165"/>
                    <a:pt x="4704" y="2700"/>
                    <a:pt x="4359" y="2260"/>
                  </a:cubicBezTo>
                  <a:cubicBezTo>
                    <a:pt x="4324" y="2211"/>
                    <a:pt x="4281" y="2187"/>
                    <a:pt x="4235" y="2187"/>
                  </a:cubicBezTo>
                  <a:cubicBezTo>
                    <a:pt x="4202" y="2187"/>
                    <a:pt x="4167" y="2199"/>
                    <a:pt x="4132" y="2224"/>
                  </a:cubicBezTo>
                  <a:cubicBezTo>
                    <a:pt x="4061" y="2284"/>
                    <a:pt x="4049" y="2379"/>
                    <a:pt x="4109" y="2450"/>
                  </a:cubicBezTo>
                  <a:cubicBezTo>
                    <a:pt x="4490" y="2950"/>
                    <a:pt x="4835" y="3522"/>
                    <a:pt x="5061" y="4022"/>
                  </a:cubicBezTo>
                  <a:cubicBezTo>
                    <a:pt x="4632" y="3355"/>
                    <a:pt x="3954" y="2653"/>
                    <a:pt x="2966" y="2450"/>
                  </a:cubicBezTo>
                  <a:lnTo>
                    <a:pt x="2942" y="2450"/>
                  </a:lnTo>
                  <a:lnTo>
                    <a:pt x="1775" y="2272"/>
                  </a:lnTo>
                  <a:cubicBezTo>
                    <a:pt x="1454" y="2224"/>
                    <a:pt x="1156" y="2057"/>
                    <a:pt x="906" y="1795"/>
                  </a:cubicBezTo>
                  <a:lnTo>
                    <a:pt x="287" y="1141"/>
                  </a:lnTo>
                  <a:cubicBezTo>
                    <a:pt x="255" y="1109"/>
                    <a:pt x="213" y="1093"/>
                    <a:pt x="170" y="1093"/>
                  </a:cubicBezTo>
                  <a:cubicBezTo>
                    <a:pt x="149" y="1093"/>
                    <a:pt x="128" y="1097"/>
                    <a:pt x="108" y="1105"/>
                  </a:cubicBezTo>
                  <a:cubicBezTo>
                    <a:pt x="49" y="1141"/>
                    <a:pt x="1" y="1200"/>
                    <a:pt x="13" y="1271"/>
                  </a:cubicBezTo>
                  <a:cubicBezTo>
                    <a:pt x="13" y="1319"/>
                    <a:pt x="84" y="2272"/>
                    <a:pt x="441" y="2891"/>
                  </a:cubicBezTo>
                  <a:cubicBezTo>
                    <a:pt x="358" y="2926"/>
                    <a:pt x="251" y="2950"/>
                    <a:pt x="191" y="3034"/>
                  </a:cubicBezTo>
                  <a:cubicBezTo>
                    <a:pt x="132" y="3093"/>
                    <a:pt x="120" y="3176"/>
                    <a:pt x="132" y="3272"/>
                  </a:cubicBezTo>
                  <a:cubicBezTo>
                    <a:pt x="168" y="3415"/>
                    <a:pt x="322" y="3593"/>
                    <a:pt x="596" y="3879"/>
                  </a:cubicBezTo>
                  <a:cubicBezTo>
                    <a:pt x="668" y="3950"/>
                    <a:pt x="775" y="4058"/>
                    <a:pt x="846" y="4141"/>
                  </a:cubicBezTo>
                  <a:cubicBezTo>
                    <a:pt x="739" y="4189"/>
                    <a:pt x="620" y="4272"/>
                    <a:pt x="584" y="4367"/>
                  </a:cubicBezTo>
                  <a:cubicBezTo>
                    <a:pt x="537" y="4462"/>
                    <a:pt x="549" y="4546"/>
                    <a:pt x="596" y="4617"/>
                  </a:cubicBezTo>
                  <a:cubicBezTo>
                    <a:pt x="775" y="4939"/>
                    <a:pt x="977" y="5189"/>
                    <a:pt x="1215" y="5379"/>
                  </a:cubicBezTo>
                  <a:cubicBezTo>
                    <a:pt x="1620" y="5712"/>
                    <a:pt x="2108" y="5855"/>
                    <a:pt x="2680" y="5855"/>
                  </a:cubicBezTo>
                  <a:cubicBezTo>
                    <a:pt x="3097" y="5855"/>
                    <a:pt x="3537" y="5772"/>
                    <a:pt x="4037" y="5605"/>
                  </a:cubicBezTo>
                  <a:cubicBezTo>
                    <a:pt x="4146" y="5566"/>
                    <a:pt x="4418" y="5543"/>
                    <a:pt x="4806" y="5543"/>
                  </a:cubicBezTo>
                  <a:cubicBezTo>
                    <a:pt x="4886" y="5543"/>
                    <a:pt x="4971" y="5544"/>
                    <a:pt x="5061" y="5546"/>
                  </a:cubicBezTo>
                  <a:lnTo>
                    <a:pt x="5311" y="6141"/>
                  </a:lnTo>
                  <a:cubicBezTo>
                    <a:pt x="5347" y="6236"/>
                    <a:pt x="5430" y="6296"/>
                    <a:pt x="5537" y="6296"/>
                  </a:cubicBezTo>
                  <a:cubicBezTo>
                    <a:pt x="5621" y="6296"/>
                    <a:pt x="5716" y="6236"/>
                    <a:pt x="5764" y="6141"/>
                  </a:cubicBezTo>
                  <a:lnTo>
                    <a:pt x="6014" y="5546"/>
                  </a:lnTo>
                  <a:cubicBezTo>
                    <a:pt x="6103" y="5544"/>
                    <a:pt x="6189" y="5543"/>
                    <a:pt x="6269" y="5543"/>
                  </a:cubicBezTo>
                  <a:cubicBezTo>
                    <a:pt x="6657" y="5543"/>
                    <a:pt x="6929" y="5566"/>
                    <a:pt x="7038" y="5605"/>
                  </a:cubicBezTo>
                  <a:cubicBezTo>
                    <a:pt x="7526" y="5772"/>
                    <a:pt x="7990" y="5855"/>
                    <a:pt x="8395" y="5855"/>
                  </a:cubicBezTo>
                  <a:cubicBezTo>
                    <a:pt x="8954" y="5855"/>
                    <a:pt x="9455" y="5689"/>
                    <a:pt x="9847" y="5379"/>
                  </a:cubicBezTo>
                  <a:cubicBezTo>
                    <a:pt x="10086" y="5189"/>
                    <a:pt x="10300" y="4939"/>
                    <a:pt x="10478" y="4617"/>
                  </a:cubicBezTo>
                  <a:cubicBezTo>
                    <a:pt x="10526" y="4534"/>
                    <a:pt x="10538" y="4439"/>
                    <a:pt x="10490" y="4367"/>
                  </a:cubicBezTo>
                  <a:cubicBezTo>
                    <a:pt x="10443" y="4272"/>
                    <a:pt x="10324" y="4189"/>
                    <a:pt x="10228" y="4141"/>
                  </a:cubicBezTo>
                  <a:cubicBezTo>
                    <a:pt x="10300" y="4058"/>
                    <a:pt x="10407" y="3974"/>
                    <a:pt x="10478" y="3879"/>
                  </a:cubicBezTo>
                  <a:cubicBezTo>
                    <a:pt x="10740" y="3593"/>
                    <a:pt x="10907" y="3415"/>
                    <a:pt x="10943" y="3272"/>
                  </a:cubicBezTo>
                  <a:cubicBezTo>
                    <a:pt x="10955" y="3176"/>
                    <a:pt x="10943" y="3093"/>
                    <a:pt x="10883" y="3034"/>
                  </a:cubicBezTo>
                  <a:cubicBezTo>
                    <a:pt x="10776" y="2962"/>
                    <a:pt x="10681" y="2926"/>
                    <a:pt x="10586" y="2903"/>
                  </a:cubicBezTo>
                  <a:cubicBezTo>
                    <a:pt x="10943" y="2272"/>
                    <a:pt x="11014" y="1319"/>
                    <a:pt x="11014" y="1271"/>
                  </a:cubicBezTo>
                  <a:cubicBezTo>
                    <a:pt x="11014" y="1200"/>
                    <a:pt x="10979" y="1141"/>
                    <a:pt x="10919" y="1117"/>
                  </a:cubicBezTo>
                  <a:cubicBezTo>
                    <a:pt x="10895" y="1103"/>
                    <a:pt x="10870" y="1096"/>
                    <a:pt x="10845" y="1096"/>
                  </a:cubicBezTo>
                  <a:cubicBezTo>
                    <a:pt x="10807" y="1096"/>
                    <a:pt x="10769" y="1112"/>
                    <a:pt x="10740" y="1141"/>
                  </a:cubicBezTo>
                  <a:lnTo>
                    <a:pt x="10121" y="1795"/>
                  </a:lnTo>
                  <a:cubicBezTo>
                    <a:pt x="9871" y="2057"/>
                    <a:pt x="9574" y="2224"/>
                    <a:pt x="9252" y="2272"/>
                  </a:cubicBezTo>
                  <a:lnTo>
                    <a:pt x="8085" y="2450"/>
                  </a:lnTo>
                  <a:lnTo>
                    <a:pt x="8061" y="2450"/>
                  </a:lnTo>
                  <a:cubicBezTo>
                    <a:pt x="7038" y="2653"/>
                    <a:pt x="6359" y="3403"/>
                    <a:pt x="5918" y="4081"/>
                  </a:cubicBezTo>
                  <a:cubicBezTo>
                    <a:pt x="6145" y="3546"/>
                    <a:pt x="6502" y="2986"/>
                    <a:pt x="6918" y="2450"/>
                  </a:cubicBezTo>
                  <a:cubicBezTo>
                    <a:pt x="6978" y="2379"/>
                    <a:pt x="6966" y="2272"/>
                    <a:pt x="6895" y="2224"/>
                  </a:cubicBezTo>
                  <a:cubicBezTo>
                    <a:pt x="6859" y="2203"/>
                    <a:pt x="6821" y="2192"/>
                    <a:pt x="6785" y="2192"/>
                  </a:cubicBezTo>
                  <a:cubicBezTo>
                    <a:pt x="6738" y="2192"/>
                    <a:pt x="6696" y="2212"/>
                    <a:pt x="6668" y="2260"/>
                  </a:cubicBezTo>
                  <a:cubicBezTo>
                    <a:pt x="6323" y="2688"/>
                    <a:pt x="6026" y="3129"/>
                    <a:pt x="5799" y="3581"/>
                  </a:cubicBezTo>
                  <a:cubicBezTo>
                    <a:pt x="6026" y="2593"/>
                    <a:pt x="6454" y="1736"/>
                    <a:pt x="6978" y="1260"/>
                  </a:cubicBezTo>
                  <a:cubicBezTo>
                    <a:pt x="7639" y="653"/>
                    <a:pt x="8495" y="312"/>
                    <a:pt x="9279" y="312"/>
                  </a:cubicBezTo>
                  <a:cubicBezTo>
                    <a:pt x="9342" y="312"/>
                    <a:pt x="9405" y="315"/>
                    <a:pt x="9466" y="319"/>
                  </a:cubicBezTo>
                  <a:cubicBezTo>
                    <a:pt x="9288" y="545"/>
                    <a:pt x="9169" y="783"/>
                    <a:pt x="9050" y="1010"/>
                  </a:cubicBezTo>
                  <a:cubicBezTo>
                    <a:pt x="8835" y="1391"/>
                    <a:pt x="8657" y="1736"/>
                    <a:pt x="8240" y="1974"/>
                  </a:cubicBezTo>
                  <a:cubicBezTo>
                    <a:pt x="8169" y="2022"/>
                    <a:pt x="8145" y="2117"/>
                    <a:pt x="8181" y="2200"/>
                  </a:cubicBezTo>
                  <a:cubicBezTo>
                    <a:pt x="8213" y="2249"/>
                    <a:pt x="8275" y="2276"/>
                    <a:pt x="8333" y="2276"/>
                  </a:cubicBezTo>
                  <a:cubicBezTo>
                    <a:pt x="8359" y="2276"/>
                    <a:pt x="8385" y="2271"/>
                    <a:pt x="8407" y="2260"/>
                  </a:cubicBezTo>
                  <a:cubicBezTo>
                    <a:pt x="8895" y="1974"/>
                    <a:pt x="9121" y="1557"/>
                    <a:pt x="9335" y="1164"/>
                  </a:cubicBezTo>
                  <a:cubicBezTo>
                    <a:pt x="9478" y="890"/>
                    <a:pt x="9645" y="593"/>
                    <a:pt x="9895" y="331"/>
                  </a:cubicBezTo>
                  <a:cubicBezTo>
                    <a:pt x="9943" y="295"/>
                    <a:pt x="9955" y="236"/>
                    <a:pt x="9943" y="176"/>
                  </a:cubicBezTo>
                  <a:cubicBezTo>
                    <a:pt x="9931" y="117"/>
                    <a:pt x="9883" y="69"/>
                    <a:pt x="9824" y="57"/>
                  </a:cubicBezTo>
                  <a:cubicBezTo>
                    <a:pt x="9647" y="21"/>
                    <a:pt x="9463" y="4"/>
                    <a:pt x="9276" y="4"/>
                  </a:cubicBezTo>
                  <a:cubicBezTo>
                    <a:pt x="8910" y="4"/>
                    <a:pt x="8531" y="70"/>
                    <a:pt x="8169" y="188"/>
                  </a:cubicBezTo>
                  <a:cubicBezTo>
                    <a:pt x="7669" y="367"/>
                    <a:pt x="7169" y="652"/>
                    <a:pt x="6776" y="1021"/>
                  </a:cubicBezTo>
                  <a:cubicBezTo>
                    <a:pt x="6395" y="1367"/>
                    <a:pt x="6073" y="1867"/>
                    <a:pt x="5823" y="2474"/>
                  </a:cubicBezTo>
                  <a:cubicBezTo>
                    <a:pt x="5680" y="2795"/>
                    <a:pt x="5585" y="3117"/>
                    <a:pt x="5502" y="3462"/>
                  </a:cubicBezTo>
                  <a:cubicBezTo>
                    <a:pt x="5430" y="3117"/>
                    <a:pt x="5323" y="2795"/>
                    <a:pt x="5192" y="2474"/>
                  </a:cubicBezTo>
                  <a:cubicBezTo>
                    <a:pt x="4942" y="1867"/>
                    <a:pt x="4609" y="1367"/>
                    <a:pt x="4240" y="1021"/>
                  </a:cubicBezTo>
                  <a:cubicBezTo>
                    <a:pt x="3835" y="652"/>
                    <a:pt x="3347" y="367"/>
                    <a:pt x="2847" y="188"/>
                  </a:cubicBezTo>
                  <a:cubicBezTo>
                    <a:pt x="2483" y="64"/>
                    <a:pt x="2115" y="1"/>
                    <a:pt x="17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66"/>
            <p:cNvSpPr/>
            <p:nvPr/>
          </p:nvSpPr>
          <p:spPr>
            <a:xfrm>
              <a:off x="7582298" y="2650998"/>
              <a:ext cx="86764" cy="50093"/>
            </a:xfrm>
            <a:custGeom>
              <a:avLst/>
              <a:gdLst/>
              <a:ahLst/>
              <a:cxnLst/>
              <a:rect l="l" t="t" r="r" b="b"/>
              <a:pathLst>
                <a:path w="2728" h="1575" extrusionOk="0">
                  <a:moveTo>
                    <a:pt x="1043" y="321"/>
                  </a:moveTo>
                  <a:cubicBezTo>
                    <a:pt x="1160" y="321"/>
                    <a:pt x="1280" y="339"/>
                    <a:pt x="1394" y="384"/>
                  </a:cubicBezTo>
                  <a:cubicBezTo>
                    <a:pt x="1763" y="539"/>
                    <a:pt x="2025" y="896"/>
                    <a:pt x="2168" y="1087"/>
                  </a:cubicBezTo>
                  <a:cubicBezTo>
                    <a:pt x="2017" y="1150"/>
                    <a:pt x="1771" y="1224"/>
                    <a:pt x="1518" y="1224"/>
                  </a:cubicBezTo>
                  <a:cubicBezTo>
                    <a:pt x="1391" y="1224"/>
                    <a:pt x="1263" y="1206"/>
                    <a:pt x="1144" y="1158"/>
                  </a:cubicBezTo>
                  <a:cubicBezTo>
                    <a:pt x="763" y="1015"/>
                    <a:pt x="524" y="658"/>
                    <a:pt x="405" y="468"/>
                  </a:cubicBezTo>
                  <a:cubicBezTo>
                    <a:pt x="552" y="403"/>
                    <a:pt x="792" y="321"/>
                    <a:pt x="1043" y="321"/>
                  </a:cubicBezTo>
                  <a:close/>
                  <a:moveTo>
                    <a:pt x="1055" y="0"/>
                  </a:moveTo>
                  <a:cubicBezTo>
                    <a:pt x="563" y="0"/>
                    <a:pt x="135" y="244"/>
                    <a:pt x="108" y="253"/>
                  </a:cubicBezTo>
                  <a:cubicBezTo>
                    <a:pt x="36" y="301"/>
                    <a:pt x="1" y="384"/>
                    <a:pt x="36" y="468"/>
                  </a:cubicBezTo>
                  <a:cubicBezTo>
                    <a:pt x="48" y="491"/>
                    <a:pt x="382" y="1206"/>
                    <a:pt x="1013" y="1480"/>
                  </a:cubicBezTo>
                  <a:cubicBezTo>
                    <a:pt x="1179" y="1539"/>
                    <a:pt x="1346" y="1563"/>
                    <a:pt x="1513" y="1563"/>
                  </a:cubicBezTo>
                  <a:cubicBezTo>
                    <a:pt x="1846" y="1563"/>
                    <a:pt x="2168" y="1456"/>
                    <a:pt x="2322" y="1384"/>
                  </a:cubicBezTo>
                  <a:lnTo>
                    <a:pt x="2406" y="1503"/>
                  </a:lnTo>
                  <a:cubicBezTo>
                    <a:pt x="2429" y="1551"/>
                    <a:pt x="2489" y="1575"/>
                    <a:pt x="2537" y="1575"/>
                  </a:cubicBezTo>
                  <a:cubicBezTo>
                    <a:pt x="2560" y="1575"/>
                    <a:pt x="2596" y="1575"/>
                    <a:pt x="2620" y="1551"/>
                  </a:cubicBezTo>
                  <a:cubicBezTo>
                    <a:pt x="2703" y="1492"/>
                    <a:pt x="2727" y="1396"/>
                    <a:pt x="2691" y="1325"/>
                  </a:cubicBezTo>
                  <a:lnTo>
                    <a:pt x="2549" y="1087"/>
                  </a:lnTo>
                  <a:cubicBezTo>
                    <a:pt x="2525" y="1015"/>
                    <a:pt x="2156" y="349"/>
                    <a:pt x="1525" y="87"/>
                  </a:cubicBezTo>
                  <a:cubicBezTo>
                    <a:pt x="1369" y="24"/>
                    <a:pt x="1208"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66"/>
            <p:cNvSpPr/>
            <p:nvPr/>
          </p:nvSpPr>
          <p:spPr>
            <a:xfrm>
              <a:off x="7729237" y="2650553"/>
              <a:ext cx="86732" cy="50156"/>
            </a:xfrm>
            <a:custGeom>
              <a:avLst/>
              <a:gdLst/>
              <a:ahLst/>
              <a:cxnLst/>
              <a:rect l="l" t="t" r="r" b="b"/>
              <a:pathLst>
                <a:path w="2727" h="1577" extrusionOk="0">
                  <a:moveTo>
                    <a:pt x="1672" y="335"/>
                  </a:moveTo>
                  <a:cubicBezTo>
                    <a:pt x="1924" y="335"/>
                    <a:pt x="2164" y="417"/>
                    <a:pt x="2310" y="482"/>
                  </a:cubicBezTo>
                  <a:cubicBezTo>
                    <a:pt x="2203" y="672"/>
                    <a:pt x="1953" y="1029"/>
                    <a:pt x="1584" y="1172"/>
                  </a:cubicBezTo>
                  <a:cubicBezTo>
                    <a:pt x="1461" y="1224"/>
                    <a:pt x="1330" y="1244"/>
                    <a:pt x="1201" y="1244"/>
                  </a:cubicBezTo>
                  <a:cubicBezTo>
                    <a:pt x="945" y="1244"/>
                    <a:pt x="699" y="1164"/>
                    <a:pt x="548" y="1101"/>
                  </a:cubicBezTo>
                  <a:cubicBezTo>
                    <a:pt x="691" y="898"/>
                    <a:pt x="953" y="553"/>
                    <a:pt x="1322" y="398"/>
                  </a:cubicBezTo>
                  <a:cubicBezTo>
                    <a:pt x="1435" y="353"/>
                    <a:pt x="1555" y="335"/>
                    <a:pt x="1672" y="335"/>
                  </a:cubicBezTo>
                  <a:close/>
                  <a:moveTo>
                    <a:pt x="1683" y="1"/>
                  </a:moveTo>
                  <a:cubicBezTo>
                    <a:pt x="1526" y="1"/>
                    <a:pt x="1362" y="25"/>
                    <a:pt x="1203" y="89"/>
                  </a:cubicBezTo>
                  <a:cubicBezTo>
                    <a:pt x="584" y="339"/>
                    <a:pt x="215" y="1029"/>
                    <a:pt x="179" y="1089"/>
                  </a:cubicBezTo>
                  <a:lnTo>
                    <a:pt x="48" y="1327"/>
                  </a:lnTo>
                  <a:cubicBezTo>
                    <a:pt x="0" y="1398"/>
                    <a:pt x="24" y="1506"/>
                    <a:pt x="107" y="1553"/>
                  </a:cubicBezTo>
                  <a:cubicBezTo>
                    <a:pt x="131" y="1565"/>
                    <a:pt x="167" y="1577"/>
                    <a:pt x="191" y="1577"/>
                  </a:cubicBezTo>
                  <a:cubicBezTo>
                    <a:pt x="250" y="1577"/>
                    <a:pt x="298" y="1553"/>
                    <a:pt x="322" y="1506"/>
                  </a:cubicBezTo>
                  <a:lnTo>
                    <a:pt x="405" y="1386"/>
                  </a:lnTo>
                  <a:cubicBezTo>
                    <a:pt x="584" y="1458"/>
                    <a:pt x="893" y="1565"/>
                    <a:pt x="1215" y="1565"/>
                  </a:cubicBezTo>
                  <a:cubicBezTo>
                    <a:pt x="1381" y="1565"/>
                    <a:pt x="1548" y="1529"/>
                    <a:pt x="1715" y="1470"/>
                  </a:cubicBezTo>
                  <a:cubicBezTo>
                    <a:pt x="2346" y="1220"/>
                    <a:pt x="2679" y="494"/>
                    <a:pt x="2691" y="458"/>
                  </a:cubicBezTo>
                  <a:cubicBezTo>
                    <a:pt x="2727" y="386"/>
                    <a:pt x="2691" y="303"/>
                    <a:pt x="2620" y="255"/>
                  </a:cubicBezTo>
                  <a:cubicBezTo>
                    <a:pt x="2602" y="237"/>
                    <a:pt x="2174" y="1"/>
                    <a:pt x="16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66"/>
            <p:cNvSpPr/>
            <p:nvPr/>
          </p:nvSpPr>
          <p:spPr>
            <a:xfrm>
              <a:off x="7667885" y="2456447"/>
              <a:ext cx="62147" cy="121209"/>
            </a:xfrm>
            <a:custGeom>
              <a:avLst/>
              <a:gdLst/>
              <a:ahLst/>
              <a:cxnLst/>
              <a:rect l="l" t="t" r="r" b="b"/>
              <a:pathLst>
                <a:path w="1954" h="3811" extrusionOk="0">
                  <a:moveTo>
                    <a:pt x="977" y="0"/>
                  </a:moveTo>
                  <a:cubicBezTo>
                    <a:pt x="917" y="0"/>
                    <a:pt x="858" y="48"/>
                    <a:pt x="834" y="108"/>
                  </a:cubicBezTo>
                  <a:cubicBezTo>
                    <a:pt x="798" y="179"/>
                    <a:pt x="36" y="1941"/>
                    <a:pt x="0" y="3632"/>
                  </a:cubicBezTo>
                  <a:cubicBezTo>
                    <a:pt x="0" y="3727"/>
                    <a:pt x="72" y="3799"/>
                    <a:pt x="155" y="3799"/>
                  </a:cubicBezTo>
                  <a:cubicBezTo>
                    <a:pt x="250" y="3799"/>
                    <a:pt x="322" y="3727"/>
                    <a:pt x="322" y="3632"/>
                  </a:cubicBezTo>
                  <a:cubicBezTo>
                    <a:pt x="358" y="2453"/>
                    <a:pt x="751" y="1203"/>
                    <a:pt x="977" y="596"/>
                  </a:cubicBezTo>
                  <a:cubicBezTo>
                    <a:pt x="1203" y="1203"/>
                    <a:pt x="1620" y="2453"/>
                    <a:pt x="1632" y="3644"/>
                  </a:cubicBezTo>
                  <a:cubicBezTo>
                    <a:pt x="1632" y="3739"/>
                    <a:pt x="1703" y="3810"/>
                    <a:pt x="1798" y="3810"/>
                  </a:cubicBezTo>
                  <a:cubicBezTo>
                    <a:pt x="1882" y="3810"/>
                    <a:pt x="1953" y="3739"/>
                    <a:pt x="1953" y="3644"/>
                  </a:cubicBezTo>
                  <a:cubicBezTo>
                    <a:pt x="1929" y="1953"/>
                    <a:pt x="1155" y="179"/>
                    <a:pt x="1132" y="108"/>
                  </a:cubicBezTo>
                  <a:cubicBezTo>
                    <a:pt x="1096" y="48"/>
                    <a:pt x="10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9" name="Google Shape;12019;p66"/>
          <p:cNvGrpSpPr/>
          <p:nvPr/>
        </p:nvGrpSpPr>
        <p:grpSpPr>
          <a:xfrm>
            <a:off x="3972749" y="2718761"/>
            <a:ext cx="355230" cy="356725"/>
            <a:chOff x="3972749" y="2894211"/>
            <a:chExt cx="355230" cy="356725"/>
          </a:xfrm>
        </p:grpSpPr>
        <p:sp>
          <p:nvSpPr>
            <p:cNvPr id="12020" name="Google Shape;12020;p66"/>
            <p:cNvSpPr/>
            <p:nvPr/>
          </p:nvSpPr>
          <p:spPr>
            <a:xfrm>
              <a:off x="3973512" y="3208508"/>
              <a:ext cx="351795" cy="10623"/>
            </a:xfrm>
            <a:custGeom>
              <a:avLst/>
              <a:gdLst/>
              <a:ahLst/>
              <a:cxnLst/>
              <a:rect l="l" t="t" r="r" b="b"/>
              <a:pathLst>
                <a:path w="11061" h="334" extrusionOk="0">
                  <a:moveTo>
                    <a:pt x="167" y="0"/>
                  </a:moveTo>
                  <a:cubicBezTo>
                    <a:pt x="83" y="0"/>
                    <a:pt x="0" y="84"/>
                    <a:pt x="0" y="167"/>
                  </a:cubicBezTo>
                  <a:cubicBezTo>
                    <a:pt x="0" y="262"/>
                    <a:pt x="83" y="334"/>
                    <a:pt x="167" y="334"/>
                  </a:cubicBezTo>
                  <a:lnTo>
                    <a:pt x="10906" y="334"/>
                  </a:lnTo>
                  <a:cubicBezTo>
                    <a:pt x="10990" y="334"/>
                    <a:pt x="11061" y="262"/>
                    <a:pt x="11061" y="167"/>
                  </a:cubicBezTo>
                  <a:cubicBezTo>
                    <a:pt x="11061" y="84"/>
                    <a:pt x="10990" y="0"/>
                    <a:pt x="10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66"/>
            <p:cNvSpPr/>
            <p:nvPr/>
          </p:nvSpPr>
          <p:spPr>
            <a:xfrm>
              <a:off x="4116253" y="3052091"/>
              <a:ext cx="142804" cy="140546"/>
            </a:xfrm>
            <a:custGeom>
              <a:avLst/>
              <a:gdLst/>
              <a:ahLst/>
              <a:cxnLst/>
              <a:rect l="l" t="t" r="r" b="b"/>
              <a:pathLst>
                <a:path w="4490" h="4419" extrusionOk="0">
                  <a:moveTo>
                    <a:pt x="3799" y="322"/>
                  </a:moveTo>
                  <a:cubicBezTo>
                    <a:pt x="3882" y="322"/>
                    <a:pt x="3977" y="358"/>
                    <a:pt x="4049" y="430"/>
                  </a:cubicBezTo>
                  <a:cubicBezTo>
                    <a:pt x="4120" y="501"/>
                    <a:pt x="4156" y="596"/>
                    <a:pt x="4156" y="692"/>
                  </a:cubicBezTo>
                  <a:cubicBezTo>
                    <a:pt x="4156" y="727"/>
                    <a:pt x="4156" y="751"/>
                    <a:pt x="4132" y="799"/>
                  </a:cubicBezTo>
                  <a:lnTo>
                    <a:pt x="3680" y="334"/>
                  </a:lnTo>
                  <a:cubicBezTo>
                    <a:pt x="3704" y="322"/>
                    <a:pt x="3751" y="322"/>
                    <a:pt x="3799" y="322"/>
                  </a:cubicBezTo>
                  <a:close/>
                  <a:moveTo>
                    <a:pt x="3406" y="549"/>
                  </a:moveTo>
                  <a:lnTo>
                    <a:pt x="3930" y="1061"/>
                  </a:lnTo>
                  <a:lnTo>
                    <a:pt x="3823" y="1168"/>
                  </a:lnTo>
                  <a:lnTo>
                    <a:pt x="3299" y="656"/>
                  </a:lnTo>
                  <a:lnTo>
                    <a:pt x="3406" y="549"/>
                  </a:lnTo>
                  <a:close/>
                  <a:moveTo>
                    <a:pt x="584" y="3489"/>
                  </a:moveTo>
                  <a:lnTo>
                    <a:pt x="953" y="3870"/>
                  </a:lnTo>
                  <a:lnTo>
                    <a:pt x="417" y="4025"/>
                  </a:lnTo>
                  <a:lnTo>
                    <a:pt x="417" y="4025"/>
                  </a:lnTo>
                  <a:lnTo>
                    <a:pt x="584" y="3489"/>
                  </a:lnTo>
                  <a:close/>
                  <a:moveTo>
                    <a:pt x="3799" y="1"/>
                  </a:moveTo>
                  <a:cubicBezTo>
                    <a:pt x="3608" y="1"/>
                    <a:pt x="3442" y="72"/>
                    <a:pt x="3299" y="191"/>
                  </a:cubicBezTo>
                  <a:lnTo>
                    <a:pt x="477" y="2989"/>
                  </a:lnTo>
                  <a:cubicBezTo>
                    <a:pt x="441" y="3013"/>
                    <a:pt x="417" y="3049"/>
                    <a:pt x="406" y="3073"/>
                  </a:cubicBezTo>
                  <a:cubicBezTo>
                    <a:pt x="382" y="3085"/>
                    <a:pt x="382" y="3108"/>
                    <a:pt x="370" y="3108"/>
                  </a:cubicBezTo>
                  <a:cubicBezTo>
                    <a:pt x="334" y="3144"/>
                    <a:pt x="322" y="3192"/>
                    <a:pt x="310" y="3228"/>
                  </a:cubicBezTo>
                  <a:lnTo>
                    <a:pt x="13" y="4204"/>
                  </a:lnTo>
                  <a:cubicBezTo>
                    <a:pt x="1" y="4263"/>
                    <a:pt x="13" y="4323"/>
                    <a:pt x="60" y="4371"/>
                  </a:cubicBezTo>
                  <a:cubicBezTo>
                    <a:pt x="84" y="4406"/>
                    <a:pt x="132" y="4418"/>
                    <a:pt x="179" y="4418"/>
                  </a:cubicBezTo>
                  <a:lnTo>
                    <a:pt x="215" y="4418"/>
                  </a:lnTo>
                  <a:lnTo>
                    <a:pt x="1203" y="4120"/>
                  </a:lnTo>
                  <a:cubicBezTo>
                    <a:pt x="1287" y="4085"/>
                    <a:pt x="1382" y="4025"/>
                    <a:pt x="1453" y="3966"/>
                  </a:cubicBezTo>
                  <a:lnTo>
                    <a:pt x="2953" y="2477"/>
                  </a:lnTo>
                  <a:cubicBezTo>
                    <a:pt x="3013" y="2418"/>
                    <a:pt x="3013" y="2311"/>
                    <a:pt x="2953" y="2239"/>
                  </a:cubicBezTo>
                  <a:cubicBezTo>
                    <a:pt x="2930" y="2210"/>
                    <a:pt x="2891" y="2195"/>
                    <a:pt x="2848" y="2195"/>
                  </a:cubicBezTo>
                  <a:cubicBezTo>
                    <a:pt x="2805" y="2195"/>
                    <a:pt x="2757" y="2210"/>
                    <a:pt x="2715" y="2239"/>
                  </a:cubicBezTo>
                  <a:lnTo>
                    <a:pt x="1263" y="3680"/>
                  </a:lnTo>
                  <a:lnTo>
                    <a:pt x="739" y="3168"/>
                  </a:lnTo>
                  <a:lnTo>
                    <a:pt x="3061" y="870"/>
                  </a:lnTo>
                  <a:lnTo>
                    <a:pt x="3584" y="1394"/>
                  </a:lnTo>
                  <a:lnTo>
                    <a:pt x="3180" y="1787"/>
                  </a:lnTo>
                  <a:cubicBezTo>
                    <a:pt x="3120" y="1846"/>
                    <a:pt x="3120" y="1942"/>
                    <a:pt x="3180" y="2025"/>
                  </a:cubicBezTo>
                  <a:cubicBezTo>
                    <a:pt x="3209" y="2055"/>
                    <a:pt x="3251" y="2070"/>
                    <a:pt x="3294" y="2070"/>
                  </a:cubicBezTo>
                  <a:cubicBezTo>
                    <a:pt x="3337" y="2070"/>
                    <a:pt x="3382" y="2055"/>
                    <a:pt x="3418" y="2025"/>
                  </a:cubicBezTo>
                  <a:lnTo>
                    <a:pt x="3906" y="1525"/>
                  </a:lnTo>
                  <a:cubicBezTo>
                    <a:pt x="3930" y="1525"/>
                    <a:pt x="3930" y="1513"/>
                    <a:pt x="3942" y="1513"/>
                  </a:cubicBezTo>
                  <a:cubicBezTo>
                    <a:pt x="3954" y="1501"/>
                    <a:pt x="3954" y="1501"/>
                    <a:pt x="3954" y="1489"/>
                  </a:cubicBezTo>
                  <a:lnTo>
                    <a:pt x="4287" y="1168"/>
                  </a:lnTo>
                  <a:cubicBezTo>
                    <a:pt x="4418" y="1037"/>
                    <a:pt x="4489" y="858"/>
                    <a:pt x="4489" y="680"/>
                  </a:cubicBezTo>
                  <a:cubicBezTo>
                    <a:pt x="4477" y="489"/>
                    <a:pt x="4406" y="322"/>
                    <a:pt x="4275" y="191"/>
                  </a:cubicBezTo>
                  <a:cubicBezTo>
                    <a:pt x="4132" y="72"/>
                    <a:pt x="3977"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66"/>
            <p:cNvSpPr/>
            <p:nvPr/>
          </p:nvSpPr>
          <p:spPr>
            <a:xfrm>
              <a:off x="3995839" y="2992647"/>
              <a:ext cx="54927" cy="37148"/>
            </a:xfrm>
            <a:custGeom>
              <a:avLst/>
              <a:gdLst/>
              <a:ahLst/>
              <a:cxnLst/>
              <a:rect l="l" t="t" r="r" b="b"/>
              <a:pathLst>
                <a:path w="1727" h="1168" extrusionOk="0">
                  <a:moveTo>
                    <a:pt x="1394" y="346"/>
                  </a:moveTo>
                  <a:lnTo>
                    <a:pt x="1394" y="834"/>
                  </a:lnTo>
                  <a:lnTo>
                    <a:pt x="334" y="834"/>
                  </a:lnTo>
                  <a:lnTo>
                    <a:pt x="334" y="346"/>
                  </a:lnTo>
                  <a:close/>
                  <a:moveTo>
                    <a:pt x="286" y="1"/>
                  </a:moveTo>
                  <a:cubicBezTo>
                    <a:pt x="143" y="1"/>
                    <a:pt x="1" y="144"/>
                    <a:pt x="1" y="286"/>
                  </a:cubicBezTo>
                  <a:lnTo>
                    <a:pt x="1" y="882"/>
                  </a:lnTo>
                  <a:cubicBezTo>
                    <a:pt x="1" y="1037"/>
                    <a:pt x="143"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66"/>
            <p:cNvSpPr/>
            <p:nvPr/>
          </p:nvSpPr>
          <p:spPr>
            <a:xfrm>
              <a:off x="4249548" y="2992647"/>
              <a:ext cx="54959" cy="37148"/>
            </a:xfrm>
            <a:custGeom>
              <a:avLst/>
              <a:gdLst/>
              <a:ahLst/>
              <a:cxnLst/>
              <a:rect l="l" t="t" r="r" b="b"/>
              <a:pathLst>
                <a:path w="1728" h="1168" extrusionOk="0">
                  <a:moveTo>
                    <a:pt x="1394" y="346"/>
                  </a:moveTo>
                  <a:lnTo>
                    <a:pt x="1394" y="834"/>
                  </a:lnTo>
                  <a:lnTo>
                    <a:pt x="334" y="834"/>
                  </a:lnTo>
                  <a:lnTo>
                    <a:pt x="334" y="346"/>
                  </a:lnTo>
                  <a:close/>
                  <a:moveTo>
                    <a:pt x="286" y="1"/>
                  </a:moveTo>
                  <a:cubicBezTo>
                    <a:pt x="144" y="1"/>
                    <a:pt x="1" y="144"/>
                    <a:pt x="1" y="286"/>
                  </a:cubicBezTo>
                  <a:lnTo>
                    <a:pt x="1" y="882"/>
                  </a:lnTo>
                  <a:cubicBezTo>
                    <a:pt x="1" y="1037"/>
                    <a:pt x="144"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4" name="Google Shape;12024;p66"/>
            <p:cNvSpPr/>
            <p:nvPr/>
          </p:nvSpPr>
          <p:spPr>
            <a:xfrm>
              <a:off x="3972749" y="2894211"/>
              <a:ext cx="355230" cy="356725"/>
            </a:xfrm>
            <a:custGeom>
              <a:avLst/>
              <a:gdLst/>
              <a:ahLst/>
              <a:cxnLst/>
              <a:rect l="l" t="t" r="r" b="b"/>
              <a:pathLst>
                <a:path w="11169" h="11216" extrusionOk="0">
                  <a:moveTo>
                    <a:pt x="9775" y="0"/>
                  </a:moveTo>
                  <a:cubicBezTo>
                    <a:pt x="9692" y="0"/>
                    <a:pt x="9620" y="83"/>
                    <a:pt x="9620" y="167"/>
                  </a:cubicBezTo>
                  <a:lnTo>
                    <a:pt x="9620" y="560"/>
                  </a:lnTo>
                  <a:cubicBezTo>
                    <a:pt x="9620" y="881"/>
                    <a:pt x="9347" y="1155"/>
                    <a:pt x="9025" y="1155"/>
                  </a:cubicBezTo>
                  <a:lnTo>
                    <a:pt x="6382" y="1155"/>
                  </a:lnTo>
                  <a:cubicBezTo>
                    <a:pt x="5882" y="1155"/>
                    <a:pt x="5453" y="1572"/>
                    <a:pt x="5453" y="2084"/>
                  </a:cubicBezTo>
                  <a:lnTo>
                    <a:pt x="5453" y="2369"/>
                  </a:lnTo>
                  <a:lnTo>
                    <a:pt x="750" y="2369"/>
                  </a:lnTo>
                  <a:cubicBezTo>
                    <a:pt x="346" y="2369"/>
                    <a:pt x="12" y="2703"/>
                    <a:pt x="12" y="3096"/>
                  </a:cubicBezTo>
                  <a:lnTo>
                    <a:pt x="12" y="7596"/>
                  </a:lnTo>
                  <a:cubicBezTo>
                    <a:pt x="12" y="7680"/>
                    <a:pt x="95" y="7763"/>
                    <a:pt x="179" y="7763"/>
                  </a:cubicBezTo>
                  <a:cubicBezTo>
                    <a:pt x="274" y="7763"/>
                    <a:pt x="346" y="7680"/>
                    <a:pt x="346" y="7596"/>
                  </a:cubicBezTo>
                  <a:lnTo>
                    <a:pt x="346" y="4822"/>
                  </a:lnTo>
                  <a:lnTo>
                    <a:pt x="10835" y="4822"/>
                  </a:lnTo>
                  <a:lnTo>
                    <a:pt x="10835" y="10478"/>
                  </a:lnTo>
                  <a:cubicBezTo>
                    <a:pt x="10835" y="10704"/>
                    <a:pt x="10656" y="10882"/>
                    <a:pt x="10430" y="10882"/>
                  </a:cubicBezTo>
                  <a:lnTo>
                    <a:pt x="727" y="10882"/>
                  </a:lnTo>
                  <a:cubicBezTo>
                    <a:pt x="512" y="10882"/>
                    <a:pt x="322" y="10704"/>
                    <a:pt x="322" y="10478"/>
                  </a:cubicBezTo>
                  <a:lnTo>
                    <a:pt x="322" y="8263"/>
                  </a:lnTo>
                  <a:cubicBezTo>
                    <a:pt x="322" y="8180"/>
                    <a:pt x="250" y="8096"/>
                    <a:pt x="167" y="8096"/>
                  </a:cubicBezTo>
                  <a:cubicBezTo>
                    <a:pt x="72" y="8096"/>
                    <a:pt x="0" y="8180"/>
                    <a:pt x="0" y="8263"/>
                  </a:cubicBezTo>
                  <a:lnTo>
                    <a:pt x="0" y="10478"/>
                  </a:lnTo>
                  <a:cubicBezTo>
                    <a:pt x="0" y="10882"/>
                    <a:pt x="322" y="11216"/>
                    <a:pt x="727" y="11216"/>
                  </a:cubicBezTo>
                  <a:lnTo>
                    <a:pt x="10418" y="11216"/>
                  </a:lnTo>
                  <a:cubicBezTo>
                    <a:pt x="10823" y="11216"/>
                    <a:pt x="11144" y="10882"/>
                    <a:pt x="11144" y="10478"/>
                  </a:cubicBezTo>
                  <a:lnTo>
                    <a:pt x="11144" y="3096"/>
                  </a:lnTo>
                  <a:cubicBezTo>
                    <a:pt x="11168" y="2691"/>
                    <a:pt x="10835" y="2369"/>
                    <a:pt x="10430" y="2369"/>
                  </a:cubicBezTo>
                  <a:lnTo>
                    <a:pt x="8823" y="2369"/>
                  </a:lnTo>
                  <a:cubicBezTo>
                    <a:pt x="8739" y="2369"/>
                    <a:pt x="8668" y="2441"/>
                    <a:pt x="8668" y="2536"/>
                  </a:cubicBezTo>
                  <a:cubicBezTo>
                    <a:pt x="8668" y="2619"/>
                    <a:pt x="8739" y="2703"/>
                    <a:pt x="8823" y="2703"/>
                  </a:cubicBezTo>
                  <a:lnTo>
                    <a:pt x="10430" y="2703"/>
                  </a:lnTo>
                  <a:cubicBezTo>
                    <a:pt x="10656" y="2703"/>
                    <a:pt x="10835" y="2881"/>
                    <a:pt x="10835" y="3096"/>
                  </a:cubicBezTo>
                  <a:lnTo>
                    <a:pt x="10835" y="4501"/>
                  </a:lnTo>
                  <a:lnTo>
                    <a:pt x="346" y="4501"/>
                  </a:lnTo>
                  <a:lnTo>
                    <a:pt x="346" y="3096"/>
                  </a:lnTo>
                  <a:cubicBezTo>
                    <a:pt x="346" y="2881"/>
                    <a:pt x="524" y="2703"/>
                    <a:pt x="750" y="2703"/>
                  </a:cubicBezTo>
                  <a:lnTo>
                    <a:pt x="8168" y="2703"/>
                  </a:lnTo>
                  <a:cubicBezTo>
                    <a:pt x="8263" y="2703"/>
                    <a:pt x="8335" y="2619"/>
                    <a:pt x="8335" y="2536"/>
                  </a:cubicBezTo>
                  <a:cubicBezTo>
                    <a:pt x="8335" y="2441"/>
                    <a:pt x="8263" y="2369"/>
                    <a:pt x="8168" y="2369"/>
                  </a:cubicBezTo>
                  <a:lnTo>
                    <a:pt x="5775" y="2369"/>
                  </a:lnTo>
                  <a:lnTo>
                    <a:pt x="5775" y="2084"/>
                  </a:lnTo>
                  <a:cubicBezTo>
                    <a:pt x="5775" y="1762"/>
                    <a:pt x="6049" y="1488"/>
                    <a:pt x="6370" y="1488"/>
                  </a:cubicBezTo>
                  <a:lnTo>
                    <a:pt x="9001" y="1488"/>
                  </a:lnTo>
                  <a:cubicBezTo>
                    <a:pt x="9513" y="1488"/>
                    <a:pt x="9942" y="1072"/>
                    <a:pt x="9942" y="560"/>
                  </a:cubicBezTo>
                  <a:lnTo>
                    <a:pt x="9942" y="167"/>
                  </a:lnTo>
                  <a:cubicBezTo>
                    <a:pt x="9942" y="83"/>
                    <a:pt x="9871" y="0"/>
                    <a:pt x="9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5" name="Google Shape;12025;p66"/>
          <p:cNvGrpSpPr/>
          <p:nvPr/>
        </p:nvGrpSpPr>
        <p:grpSpPr>
          <a:xfrm>
            <a:off x="3527797" y="2743346"/>
            <a:ext cx="355993" cy="307904"/>
            <a:chOff x="3527797" y="2918796"/>
            <a:chExt cx="355993" cy="307904"/>
          </a:xfrm>
        </p:grpSpPr>
        <p:sp>
          <p:nvSpPr>
            <p:cNvPr id="12026" name="Google Shape;12026;p66"/>
            <p:cNvSpPr/>
            <p:nvPr/>
          </p:nvSpPr>
          <p:spPr>
            <a:xfrm>
              <a:off x="3527797" y="2918796"/>
              <a:ext cx="355993" cy="307904"/>
            </a:xfrm>
            <a:custGeom>
              <a:avLst/>
              <a:gdLst/>
              <a:ahLst/>
              <a:cxnLst/>
              <a:rect l="l" t="t" r="r" b="b"/>
              <a:pathLst>
                <a:path w="11193" h="9681" extrusionOk="0">
                  <a:moveTo>
                    <a:pt x="6966" y="3597"/>
                  </a:moveTo>
                  <a:lnTo>
                    <a:pt x="7692" y="4216"/>
                  </a:lnTo>
                  <a:cubicBezTo>
                    <a:pt x="7620" y="4311"/>
                    <a:pt x="7525" y="4382"/>
                    <a:pt x="7454" y="4466"/>
                  </a:cubicBezTo>
                  <a:cubicBezTo>
                    <a:pt x="7335" y="4371"/>
                    <a:pt x="6799" y="3906"/>
                    <a:pt x="6763" y="3870"/>
                  </a:cubicBezTo>
                  <a:cubicBezTo>
                    <a:pt x="6858" y="3740"/>
                    <a:pt x="6966" y="3609"/>
                    <a:pt x="6966" y="3597"/>
                  </a:cubicBezTo>
                  <a:close/>
                  <a:moveTo>
                    <a:pt x="10549" y="322"/>
                  </a:moveTo>
                  <a:cubicBezTo>
                    <a:pt x="10716" y="322"/>
                    <a:pt x="10871" y="453"/>
                    <a:pt x="10871" y="632"/>
                  </a:cubicBezTo>
                  <a:lnTo>
                    <a:pt x="10871" y="4347"/>
                  </a:lnTo>
                  <a:cubicBezTo>
                    <a:pt x="10871" y="4513"/>
                    <a:pt x="10728" y="4668"/>
                    <a:pt x="10549" y="4668"/>
                  </a:cubicBezTo>
                  <a:lnTo>
                    <a:pt x="7716" y="4668"/>
                  </a:lnTo>
                  <a:cubicBezTo>
                    <a:pt x="7716" y="4668"/>
                    <a:pt x="7811" y="4561"/>
                    <a:pt x="7870" y="4490"/>
                  </a:cubicBezTo>
                  <a:cubicBezTo>
                    <a:pt x="7894" y="4454"/>
                    <a:pt x="9383" y="3073"/>
                    <a:pt x="9835" y="1227"/>
                  </a:cubicBezTo>
                  <a:cubicBezTo>
                    <a:pt x="9874" y="1091"/>
                    <a:pt x="9769" y="970"/>
                    <a:pt x="9645" y="970"/>
                  </a:cubicBezTo>
                  <a:cubicBezTo>
                    <a:pt x="9618" y="970"/>
                    <a:pt x="9589" y="976"/>
                    <a:pt x="9561" y="989"/>
                  </a:cubicBezTo>
                  <a:cubicBezTo>
                    <a:pt x="8930" y="1251"/>
                    <a:pt x="8311" y="1668"/>
                    <a:pt x="7716" y="2239"/>
                  </a:cubicBezTo>
                  <a:cubicBezTo>
                    <a:pt x="7656" y="2299"/>
                    <a:pt x="7632" y="2406"/>
                    <a:pt x="7716" y="2477"/>
                  </a:cubicBezTo>
                  <a:cubicBezTo>
                    <a:pt x="7747" y="2509"/>
                    <a:pt x="7788" y="2527"/>
                    <a:pt x="7831" y="2527"/>
                  </a:cubicBezTo>
                  <a:cubicBezTo>
                    <a:pt x="7871" y="2527"/>
                    <a:pt x="7914" y="2512"/>
                    <a:pt x="7954" y="2477"/>
                  </a:cubicBezTo>
                  <a:cubicBezTo>
                    <a:pt x="8442" y="2013"/>
                    <a:pt x="8930" y="1656"/>
                    <a:pt x="9454" y="1406"/>
                  </a:cubicBezTo>
                  <a:lnTo>
                    <a:pt x="9454" y="1406"/>
                  </a:lnTo>
                  <a:cubicBezTo>
                    <a:pt x="9180" y="2251"/>
                    <a:pt x="8668" y="3097"/>
                    <a:pt x="7918" y="3954"/>
                  </a:cubicBezTo>
                  <a:lnTo>
                    <a:pt x="7180" y="3311"/>
                  </a:lnTo>
                  <a:cubicBezTo>
                    <a:pt x="7275" y="3180"/>
                    <a:pt x="7382" y="3061"/>
                    <a:pt x="7501" y="2942"/>
                  </a:cubicBezTo>
                  <a:cubicBezTo>
                    <a:pt x="7561" y="2858"/>
                    <a:pt x="7561" y="2763"/>
                    <a:pt x="7489" y="2704"/>
                  </a:cubicBezTo>
                  <a:cubicBezTo>
                    <a:pt x="7455" y="2675"/>
                    <a:pt x="7413" y="2660"/>
                    <a:pt x="7372" y="2660"/>
                  </a:cubicBezTo>
                  <a:cubicBezTo>
                    <a:pt x="7327" y="2660"/>
                    <a:pt x="7282" y="2678"/>
                    <a:pt x="7251" y="2716"/>
                  </a:cubicBezTo>
                  <a:cubicBezTo>
                    <a:pt x="7013" y="2966"/>
                    <a:pt x="6775" y="3263"/>
                    <a:pt x="6549" y="3561"/>
                  </a:cubicBezTo>
                  <a:cubicBezTo>
                    <a:pt x="6549" y="3573"/>
                    <a:pt x="6346" y="3835"/>
                    <a:pt x="6025" y="4335"/>
                  </a:cubicBezTo>
                  <a:cubicBezTo>
                    <a:pt x="5998" y="4333"/>
                    <a:pt x="5970" y="4332"/>
                    <a:pt x="5943" y="4332"/>
                  </a:cubicBezTo>
                  <a:cubicBezTo>
                    <a:pt x="5648" y="4332"/>
                    <a:pt x="5352" y="4447"/>
                    <a:pt x="5156" y="4632"/>
                  </a:cubicBezTo>
                  <a:lnTo>
                    <a:pt x="643" y="4632"/>
                  </a:lnTo>
                  <a:cubicBezTo>
                    <a:pt x="477" y="4632"/>
                    <a:pt x="334" y="4502"/>
                    <a:pt x="334" y="4323"/>
                  </a:cubicBezTo>
                  <a:lnTo>
                    <a:pt x="334" y="632"/>
                  </a:lnTo>
                  <a:cubicBezTo>
                    <a:pt x="334" y="465"/>
                    <a:pt x="465" y="322"/>
                    <a:pt x="643" y="322"/>
                  </a:cubicBezTo>
                  <a:close/>
                  <a:moveTo>
                    <a:pt x="6585" y="4132"/>
                  </a:moveTo>
                  <a:lnTo>
                    <a:pt x="7216" y="4692"/>
                  </a:lnTo>
                  <a:cubicBezTo>
                    <a:pt x="7192" y="4728"/>
                    <a:pt x="7085" y="4811"/>
                    <a:pt x="6954" y="4930"/>
                  </a:cubicBezTo>
                  <a:cubicBezTo>
                    <a:pt x="6894" y="4823"/>
                    <a:pt x="6823" y="4740"/>
                    <a:pt x="6727" y="4668"/>
                  </a:cubicBezTo>
                  <a:cubicBezTo>
                    <a:pt x="6620" y="4573"/>
                    <a:pt x="6537" y="4502"/>
                    <a:pt x="6382" y="4442"/>
                  </a:cubicBezTo>
                  <a:cubicBezTo>
                    <a:pt x="6489" y="4275"/>
                    <a:pt x="6561" y="4156"/>
                    <a:pt x="6585" y="4132"/>
                  </a:cubicBezTo>
                  <a:close/>
                  <a:moveTo>
                    <a:pt x="3598" y="5673"/>
                  </a:moveTo>
                  <a:cubicBezTo>
                    <a:pt x="3791" y="5673"/>
                    <a:pt x="3971" y="5794"/>
                    <a:pt x="4049" y="5978"/>
                  </a:cubicBezTo>
                  <a:cubicBezTo>
                    <a:pt x="3941" y="6002"/>
                    <a:pt x="3703" y="6061"/>
                    <a:pt x="3584" y="6085"/>
                  </a:cubicBezTo>
                  <a:cubicBezTo>
                    <a:pt x="3382" y="6121"/>
                    <a:pt x="3310" y="6407"/>
                    <a:pt x="3453" y="6549"/>
                  </a:cubicBezTo>
                  <a:cubicBezTo>
                    <a:pt x="3501" y="6597"/>
                    <a:pt x="3548" y="6633"/>
                    <a:pt x="3584" y="6657"/>
                  </a:cubicBezTo>
                  <a:cubicBezTo>
                    <a:pt x="3382" y="6657"/>
                    <a:pt x="3191" y="6514"/>
                    <a:pt x="3132" y="6299"/>
                  </a:cubicBezTo>
                  <a:cubicBezTo>
                    <a:pt x="3048" y="6037"/>
                    <a:pt x="3203" y="5764"/>
                    <a:pt x="3465" y="5692"/>
                  </a:cubicBezTo>
                  <a:cubicBezTo>
                    <a:pt x="3509" y="5679"/>
                    <a:pt x="3554" y="5673"/>
                    <a:pt x="3598" y="5673"/>
                  </a:cubicBezTo>
                  <a:close/>
                  <a:moveTo>
                    <a:pt x="5952" y="4675"/>
                  </a:moveTo>
                  <a:cubicBezTo>
                    <a:pt x="6182" y="4675"/>
                    <a:pt x="6411" y="4777"/>
                    <a:pt x="6596" y="4990"/>
                  </a:cubicBezTo>
                  <a:cubicBezTo>
                    <a:pt x="6954" y="5406"/>
                    <a:pt x="6799" y="6061"/>
                    <a:pt x="6275" y="6383"/>
                  </a:cubicBezTo>
                  <a:cubicBezTo>
                    <a:pt x="6275" y="6383"/>
                    <a:pt x="5930" y="6609"/>
                    <a:pt x="5430" y="6716"/>
                  </a:cubicBezTo>
                  <a:cubicBezTo>
                    <a:pt x="5346" y="6728"/>
                    <a:pt x="5287" y="6823"/>
                    <a:pt x="5299" y="6907"/>
                  </a:cubicBezTo>
                  <a:cubicBezTo>
                    <a:pt x="5309" y="6988"/>
                    <a:pt x="5379" y="7043"/>
                    <a:pt x="5451" y="7043"/>
                  </a:cubicBezTo>
                  <a:cubicBezTo>
                    <a:pt x="5464" y="7043"/>
                    <a:pt x="5477" y="7041"/>
                    <a:pt x="5489" y="7038"/>
                  </a:cubicBezTo>
                  <a:cubicBezTo>
                    <a:pt x="6037" y="6918"/>
                    <a:pt x="6430" y="6668"/>
                    <a:pt x="6442" y="6668"/>
                  </a:cubicBezTo>
                  <a:cubicBezTo>
                    <a:pt x="6573" y="6585"/>
                    <a:pt x="6692" y="6478"/>
                    <a:pt x="6799" y="6359"/>
                  </a:cubicBezTo>
                  <a:cubicBezTo>
                    <a:pt x="6894" y="6716"/>
                    <a:pt x="7216" y="6966"/>
                    <a:pt x="7585" y="6966"/>
                  </a:cubicBezTo>
                  <a:cubicBezTo>
                    <a:pt x="7644" y="6966"/>
                    <a:pt x="7728" y="6954"/>
                    <a:pt x="7787" y="6942"/>
                  </a:cubicBezTo>
                  <a:cubicBezTo>
                    <a:pt x="7870" y="6918"/>
                    <a:pt x="7930" y="6835"/>
                    <a:pt x="7906" y="6740"/>
                  </a:cubicBezTo>
                  <a:cubicBezTo>
                    <a:pt x="7886" y="6669"/>
                    <a:pt x="7823" y="6616"/>
                    <a:pt x="7746" y="6616"/>
                  </a:cubicBezTo>
                  <a:cubicBezTo>
                    <a:pt x="7732" y="6616"/>
                    <a:pt x="7718" y="6617"/>
                    <a:pt x="7704" y="6621"/>
                  </a:cubicBezTo>
                  <a:cubicBezTo>
                    <a:pt x="7661" y="6632"/>
                    <a:pt x="7619" y="6638"/>
                    <a:pt x="7578" y="6638"/>
                  </a:cubicBezTo>
                  <a:cubicBezTo>
                    <a:pt x="7318" y="6638"/>
                    <a:pt x="7097" y="6422"/>
                    <a:pt x="7097" y="6145"/>
                  </a:cubicBezTo>
                  <a:cubicBezTo>
                    <a:pt x="7097" y="5883"/>
                    <a:pt x="7323" y="5656"/>
                    <a:pt x="7585" y="5656"/>
                  </a:cubicBezTo>
                  <a:cubicBezTo>
                    <a:pt x="7930" y="5656"/>
                    <a:pt x="8168" y="5990"/>
                    <a:pt x="8049" y="6311"/>
                  </a:cubicBezTo>
                  <a:cubicBezTo>
                    <a:pt x="8025" y="6407"/>
                    <a:pt x="8061" y="6490"/>
                    <a:pt x="8156" y="6526"/>
                  </a:cubicBezTo>
                  <a:cubicBezTo>
                    <a:pt x="8171" y="6530"/>
                    <a:pt x="8186" y="6532"/>
                    <a:pt x="8200" y="6532"/>
                  </a:cubicBezTo>
                  <a:cubicBezTo>
                    <a:pt x="8271" y="6532"/>
                    <a:pt x="8339" y="6487"/>
                    <a:pt x="8359" y="6418"/>
                  </a:cubicBezTo>
                  <a:cubicBezTo>
                    <a:pt x="8569" y="5825"/>
                    <a:pt x="8085" y="5329"/>
                    <a:pt x="7564" y="5329"/>
                  </a:cubicBezTo>
                  <a:cubicBezTo>
                    <a:pt x="7406" y="5329"/>
                    <a:pt x="7244" y="5375"/>
                    <a:pt x="7097" y="5478"/>
                  </a:cubicBezTo>
                  <a:cubicBezTo>
                    <a:pt x="7097" y="5406"/>
                    <a:pt x="7085" y="5311"/>
                    <a:pt x="7073" y="5240"/>
                  </a:cubicBezTo>
                  <a:cubicBezTo>
                    <a:pt x="7156" y="5168"/>
                    <a:pt x="7263" y="5073"/>
                    <a:pt x="7347" y="4990"/>
                  </a:cubicBezTo>
                  <a:lnTo>
                    <a:pt x="10537" y="4990"/>
                  </a:lnTo>
                  <a:cubicBezTo>
                    <a:pt x="10704" y="4990"/>
                    <a:pt x="10847" y="5121"/>
                    <a:pt x="10847" y="5299"/>
                  </a:cubicBezTo>
                  <a:lnTo>
                    <a:pt x="10847" y="9038"/>
                  </a:lnTo>
                  <a:lnTo>
                    <a:pt x="10871" y="9038"/>
                  </a:lnTo>
                  <a:cubicBezTo>
                    <a:pt x="10871" y="9204"/>
                    <a:pt x="10728" y="9347"/>
                    <a:pt x="10549" y="9347"/>
                  </a:cubicBezTo>
                  <a:lnTo>
                    <a:pt x="643" y="9347"/>
                  </a:lnTo>
                  <a:cubicBezTo>
                    <a:pt x="477" y="9347"/>
                    <a:pt x="322" y="9216"/>
                    <a:pt x="322" y="9038"/>
                  </a:cubicBezTo>
                  <a:lnTo>
                    <a:pt x="322" y="5323"/>
                  </a:lnTo>
                  <a:cubicBezTo>
                    <a:pt x="322" y="5156"/>
                    <a:pt x="465" y="5002"/>
                    <a:pt x="643" y="5002"/>
                  </a:cubicBezTo>
                  <a:lnTo>
                    <a:pt x="4882" y="5002"/>
                  </a:lnTo>
                  <a:cubicBezTo>
                    <a:pt x="4703" y="5335"/>
                    <a:pt x="4822" y="5525"/>
                    <a:pt x="4358" y="5835"/>
                  </a:cubicBezTo>
                  <a:cubicBezTo>
                    <a:pt x="4224" y="5538"/>
                    <a:pt x="3935" y="5348"/>
                    <a:pt x="3616" y="5348"/>
                  </a:cubicBezTo>
                  <a:cubicBezTo>
                    <a:pt x="3539" y="5348"/>
                    <a:pt x="3460" y="5359"/>
                    <a:pt x="3382" y="5383"/>
                  </a:cubicBezTo>
                  <a:cubicBezTo>
                    <a:pt x="2953" y="5490"/>
                    <a:pt x="2691" y="5954"/>
                    <a:pt x="2810" y="6383"/>
                  </a:cubicBezTo>
                  <a:cubicBezTo>
                    <a:pt x="2916" y="6753"/>
                    <a:pt x="3250" y="6986"/>
                    <a:pt x="3604" y="6986"/>
                  </a:cubicBezTo>
                  <a:cubicBezTo>
                    <a:pt x="3729" y="6986"/>
                    <a:pt x="3856" y="6957"/>
                    <a:pt x="3977" y="6895"/>
                  </a:cubicBezTo>
                  <a:cubicBezTo>
                    <a:pt x="4227" y="7014"/>
                    <a:pt x="4489" y="7085"/>
                    <a:pt x="4775" y="7097"/>
                  </a:cubicBezTo>
                  <a:lnTo>
                    <a:pt x="4787" y="7097"/>
                  </a:lnTo>
                  <a:cubicBezTo>
                    <a:pt x="4882" y="7097"/>
                    <a:pt x="4953" y="7026"/>
                    <a:pt x="4953" y="6954"/>
                  </a:cubicBezTo>
                  <a:cubicBezTo>
                    <a:pt x="4953" y="6859"/>
                    <a:pt x="4894" y="6788"/>
                    <a:pt x="4811" y="6776"/>
                  </a:cubicBezTo>
                  <a:cubicBezTo>
                    <a:pt x="4441" y="6740"/>
                    <a:pt x="4096" y="6609"/>
                    <a:pt x="3798" y="6371"/>
                  </a:cubicBezTo>
                  <a:cubicBezTo>
                    <a:pt x="4287" y="6252"/>
                    <a:pt x="4715" y="6121"/>
                    <a:pt x="4989" y="5668"/>
                  </a:cubicBezTo>
                  <a:cubicBezTo>
                    <a:pt x="5049" y="5573"/>
                    <a:pt x="5072" y="5466"/>
                    <a:pt x="5108" y="5359"/>
                  </a:cubicBezTo>
                  <a:cubicBezTo>
                    <a:pt x="5168" y="5156"/>
                    <a:pt x="5192" y="5121"/>
                    <a:pt x="5299" y="4990"/>
                  </a:cubicBezTo>
                  <a:cubicBezTo>
                    <a:pt x="5346" y="4930"/>
                    <a:pt x="5406" y="4883"/>
                    <a:pt x="5465" y="4835"/>
                  </a:cubicBezTo>
                  <a:cubicBezTo>
                    <a:pt x="5616" y="4729"/>
                    <a:pt x="5784" y="4675"/>
                    <a:pt x="5952" y="4675"/>
                  </a:cubicBezTo>
                  <a:close/>
                  <a:moveTo>
                    <a:pt x="643" y="1"/>
                  </a:moveTo>
                  <a:cubicBezTo>
                    <a:pt x="286" y="1"/>
                    <a:pt x="0" y="287"/>
                    <a:pt x="0" y="644"/>
                  </a:cubicBezTo>
                  <a:lnTo>
                    <a:pt x="0" y="4359"/>
                  </a:lnTo>
                  <a:cubicBezTo>
                    <a:pt x="0" y="4561"/>
                    <a:pt x="72" y="4716"/>
                    <a:pt x="215" y="4847"/>
                  </a:cubicBezTo>
                  <a:cubicBezTo>
                    <a:pt x="72" y="4954"/>
                    <a:pt x="0" y="5121"/>
                    <a:pt x="0" y="5323"/>
                  </a:cubicBezTo>
                  <a:lnTo>
                    <a:pt x="0" y="9038"/>
                  </a:lnTo>
                  <a:cubicBezTo>
                    <a:pt x="0" y="9395"/>
                    <a:pt x="286" y="9681"/>
                    <a:pt x="643" y="9681"/>
                  </a:cubicBezTo>
                  <a:lnTo>
                    <a:pt x="10549" y="9681"/>
                  </a:lnTo>
                  <a:cubicBezTo>
                    <a:pt x="10907" y="9681"/>
                    <a:pt x="11192" y="9395"/>
                    <a:pt x="11192" y="9038"/>
                  </a:cubicBezTo>
                  <a:lnTo>
                    <a:pt x="11192" y="5323"/>
                  </a:lnTo>
                  <a:cubicBezTo>
                    <a:pt x="11192" y="5121"/>
                    <a:pt x="11121" y="4966"/>
                    <a:pt x="10990" y="4847"/>
                  </a:cubicBezTo>
                  <a:cubicBezTo>
                    <a:pt x="11121" y="4728"/>
                    <a:pt x="11192" y="4561"/>
                    <a:pt x="11192" y="4359"/>
                  </a:cubicBezTo>
                  <a:lnTo>
                    <a:pt x="11192" y="644"/>
                  </a:lnTo>
                  <a:cubicBezTo>
                    <a:pt x="11192" y="287"/>
                    <a:pt x="10907" y="1"/>
                    <a:pt x="10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66"/>
            <p:cNvSpPr/>
            <p:nvPr/>
          </p:nvSpPr>
          <p:spPr>
            <a:xfrm>
              <a:off x="3552414" y="3088826"/>
              <a:ext cx="52669" cy="52224"/>
            </a:xfrm>
            <a:custGeom>
              <a:avLst/>
              <a:gdLst/>
              <a:ahLst/>
              <a:cxnLst/>
              <a:rect l="l" t="t" r="r" b="b"/>
              <a:pathLst>
                <a:path w="1656" h="1642"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1"/>
                    <a:pt x="1066" y="1304"/>
                    <a:pt x="996" y="1304"/>
                  </a:cubicBezTo>
                  <a:cubicBezTo>
                    <a:pt x="982" y="1304"/>
                    <a:pt x="967" y="1306"/>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66"/>
            <p:cNvSpPr/>
            <p:nvPr/>
          </p:nvSpPr>
          <p:spPr>
            <a:xfrm>
              <a:off x="3552414" y="3153199"/>
              <a:ext cx="52669" cy="52256"/>
            </a:xfrm>
            <a:custGeom>
              <a:avLst/>
              <a:gdLst/>
              <a:ahLst/>
              <a:cxnLst/>
              <a:rect l="l" t="t" r="r" b="b"/>
              <a:pathLst>
                <a:path w="1656" h="1643"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9"/>
                    <a:pt x="1063" y="1305"/>
                    <a:pt x="991" y="1305"/>
                  </a:cubicBezTo>
                  <a:cubicBezTo>
                    <a:pt x="978" y="1305"/>
                    <a:pt x="965" y="1307"/>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66"/>
            <p:cNvSpPr/>
            <p:nvPr/>
          </p:nvSpPr>
          <p:spPr>
            <a:xfrm>
              <a:off x="3616024" y="3153199"/>
              <a:ext cx="52287" cy="52256"/>
            </a:xfrm>
            <a:custGeom>
              <a:avLst/>
              <a:gdLst/>
              <a:ahLst/>
              <a:cxnLst/>
              <a:rect l="l" t="t" r="r" b="b"/>
              <a:pathLst>
                <a:path w="1644" h="1643" extrusionOk="0">
                  <a:moveTo>
                    <a:pt x="834" y="1"/>
                  </a:moveTo>
                  <a:cubicBezTo>
                    <a:pt x="370" y="1"/>
                    <a:pt x="1" y="370"/>
                    <a:pt x="1" y="822"/>
                  </a:cubicBezTo>
                  <a:cubicBezTo>
                    <a:pt x="1" y="1292"/>
                    <a:pt x="375" y="1642"/>
                    <a:pt x="828" y="1642"/>
                  </a:cubicBezTo>
                  <a:cubicBezTo>
                    <a:pt x="892" y="1642"/>
                    <a:pt x="958" y="1635"/>
                    <a:pt x="1024" y="1620"/>
                  </a:cubicBezTo>
                  <a:cubicBezTo>
                    <a:pt x="1108" y="1608"/>
                    <a:pt x="1167" y="1513"/>
                    <a:pt x="1144" y="1430"/>
                  </a:cubicBezTo>
                  <a:cubicBezTo>
                    <a:pt x="1123" y="1359"/>
                    <a:pt x="1060" y="1305"/>
                    <a:pt x="991" y="1305"/>
                  </a:cubicBezTo>
                  <a:cubicBezTo>
                    <a:pt x="978" y="1305"/>
                    <a:pt x="966" y="1307"/>
                    <a:pt x="953" y="1311"/>
                  </a:cubicBezTo>
                  <a:cubicBezTo>
                    <a:pt x="914" y="1319"/>
                    <a:pt x="876" y="1323"/>
                    <a:pt x="838" y="1323"/>
                  </a:cubicBezTo>
                  <a:cubicBezTo>
                    <a:pt x="564" y="1323"/>
                    <a:pt x="334" y="1106"/>
                    <a:pt x="334" y="834"/>
                  </a:cubicBezTo>
                  <a:cubicBezTo>
                    <a:pt x="334" y="572"/>
                    <a:pt x="560" y="346"/>
                    <a:pt x="822" y="346"/>
                  </a:cubicBezTo>
                  <a:cubicBezTo>
                    <a:pt x="1167" y="346"/>
                    <a:pt x="1405" y="668"/>
                    <a:pt x="1286" y="1001"/>
                  </a:cubicBezTo>
                  <a:cubicBezTo>
                    <a:pt x="1263" y="1084"/>
                    <a:pt x="1310" y="1180"/>
                    <a:pt x="1394" y="1203"/>
                  </a:cubicBezTo>
                  <a:cubicBezTo>
                    <a:pt x="1415" y="1211"/>
                    <a:pt x="1436" y="1215"/>
                    <a:pt x="1456" y="1215"/>
                  </a:cubicBezTo>
                  <a:cubicBezTo>
                    <a:pt x="1524" y="1215"/>
                    <a:pt x="1580" y="1170"/>
                    <a:pt x="1608" y="1096"/>
                  </a:cubicBezTo>
                  <a:cubicBezTo>
                    <a:pt x="1632" y="1013"/>
                    <a:pt x="1644" y="918"/>
                    <a:pt x="1644" y="834"/>
                  </a:cubicBezTo>
                  <a:cubicBezTo>
                    <a:pt x="1644" y="358"/>
                    <a:pt x="127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66"/>
            <p:cNvSpPr/>
            <p:nvPr/>
          </p:nvSpPr>
          <p:spPr>
            <a:xfrm>
              <a:off x="3679252" y="3153199"/>
              <a:ext cx="57217" cy="52256"/>
            </a:xfrm>
            <a:custGeom>
              <a:avLst/>
              <a:gdLst/>
              <a:ahLst/>
              <a:cxnLst/>
              <a:rect l="l" t="t" r="r" b="b"/>
              <a:pathLst>
                <a:path w="1799" h="1643" extrusionOk="0">
                  <a:moveTo>
                    <a:pt x="834" y="1"/>
                  </a:moveTo>
                  <a:cubicBezTo>
                    <a:pt x="370" y="1"/>
                    <a:pt x="1" y="370"/>
                    <a:pt x="1" y="822"/>
                  </a:cubicBezTo>
                  <a:cubicBezTo>
                    <a:pt x="1" y="1292"/>
                    <a:pt x="375" y="1642"/>
                    <a:pt x="828" y="1642"/>
                  </a:cubicBezTo>
                  <a:cubicBezTo>
                    <a:pt x="892" y="1642"/>
                    <a:pt x="958" y="1635"/>
                    <a:pt x="1025" y="1620"/>
                  </a:cubicBezTo>
                  <a:cubicBezTo>
                    <a:pt x="1120" y="1608"/>
                    <a:pt x="1180" y="1513"/>
                    <a:pt x="1144" y="1430"/>
                  </a:cubicBezTo>
                  <a:cubicBezTo>
                    <a:pt x="1134" y="1359"/>
                    <a:pt x="1064" y="1305"/>
                    <a:pt x="992" y="1305"/>
                  </a:cubicBezTo>
                  <a:cubicBezTo>
                    <a:pt x="979" y="1305"/>
                    <a:pt x="966" y="1307"/>
                    <a:pt x="953" y="1311"/>
                  </a:cubicBezTo>
                  <a:cubicBezTo>
                    <a:pt x="916" y="1319"/>
                    <a:pt x="879" y="1323"/>
                    <a:pt x="842" y="1323"/>
                  </a:cubicBezTo>
                  <a:cubicBezTo>
                    <a:pt x="576" y="1323"/>
                    <a:pt x="346" y="1106"/>
                    <a:pt x="346" y="834"/>
                  </a:cubicBezTo>
                  <a:cubicBezTo>
                    <a:pt x="346" y="572"/>
                    <a:pt x="572" y="346"/>
                    <a:pt x="834" y="346"/>
                  </a:cubicBezTo>
                  <a:cubicBezTo>
                    <a:pt x="1180" y="346"/>
                    <a:pt x="1418" y="668"/>
                    <a:pt x="1299" y="1001"/>
                  </a:cubicBezTo>
                  <a:cubicBezTo>
                    <a:pt x="1263" y="1084"/>
                    <a:pt x="1311" y="1180"/>
                    <a:pt x="1406" y="1203"/>
                  </a:cubicBezTo>
                  <a:cubicBezTo>
                    <a:pt x="1425" y="1211"/>
                    <a:pt x="1444" y="1215"/>
                    <a:pt x="1463" y="1215"/>
                  </a:cubicBezTo>
                  <a:cubicBezTo>
                    <a:pt x="1528" y="1215"/>
                    <a:pt x="1590" y="1170"/>
                    <a:pt x="1608" y="1096"/>
                  </a:cubicBezTo>
                  <a:cubicBezTo>
                    <a:pt x="1799" y="549"/>
                    <a:pt x="140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66"/>
            <p:cNvSpPr/>
            <p:nvPr/>
          </p:nvSpPr>
          <p:spPr>
            <a:xfrm>
              <a:off x="3742894" y="3153199"/>
              <a:ext cx="57185" cy="52256"/>
            </a:xfrm>
            <a:custGeom>
              <a:avLst/>
              <a:gdLst/>
              <a:ahLst/>
              <a:cxnLst/>
              <a:rect l="l" t="t" r="r" b="b"/>
              <a:pathLst>
                <a:path w="1798" h="1643" extrusionOk="0">
                  <a:moveTo>
                    <a:pt x="834" y="1"/>
                  </a:moveTo>
                  <a:cubicBezTo>
                    <a:pt x="369" y="1"/>
                    <a:pt x="0" y="370"/>
                    <a:pt x="0" y="822"/>
                  </a:cubicBezTo>
                  <a:cubicBezTo>
                    <a:pt x="0" y="1292"/>
                    <a:pt x="374" y="1642"/>
                    <a:pt x="827" y="1642"/>
                  </a:cubicBezTo>
                  <a:cubicBezTo>
                    <a:pt x="892" y="1642"/>
                    <a:pt x="957" y="1635"/>
                    <a:pt x="1024" y="1620"/>
                  </a:cubicBezTo>
                  <a:cubicBezTo>
                    <a:pt x="1107" y="1608"/>
                    <a:pt x="1167" y="1513"/>
                    <a:pt x="1143" y="1430"/>
                  </a:cubicBezTo>
                  <a:cubicBezTo>
                    <a:pt x="1123" y="1359"/>
                    <a:pt x="1060" y="1305"/>
                    <a:pt x="990" y="1305"/>
                  </a:cubicBezTo>
                  <a:cubicBezTo>
                    <a:pt x="978" y="1305"/>
                    <a:pt x="965" y="1307"/>
                    <a:pt x="953" y="1311"/>
                  </a:cubicBezTo>
                  <a:cubicBezTo>
                    <a:pt x="914" y="1319"/>
                    <a:pt x="875" y="1323"/>
                    <a:pt x="837" y="1323"/>
                  </a:cubicBezTo>
                  <a:cubicBezTo>
                    <a:pt x="563" y="1323"/>
                    <a:pt x="334" y="1106"/>
                    <a:pt x="334" y="834"/>
                  </a:cubicBezTo>
                  <a:cubicBezTo>
                    <a:pt x="334" y="572"/>
                    <a:pt x="560" y="346"/>
                    <a:pt x="822" y="346"/>
                  </a:cubicBezTo>
                  <a:cubicBezTo>
                    <a:pt x="1167" y="346"/>
                    <a:pt x="1405" y="668"/>
                    <a:pt x="1286" y="1001"/>
                  </a:cubicBezTo>
                  <a:cubicBezTo>
                    <a:pt x="1262" y="1084"/>
                    <a:pt x="1298" y="1180"/>
                    <a:pt x="1393" y="1203"/>
                  </a:cubicBezTo>
                  <a:cubicBezTo>
                    <a:pt x="1415" y="1211"/>
                    <a:pt x="1435" y="1215"/>
                    <a:pt x="1455" y="1215"/>
                  </a:cubicBezTo>
                  <a:cubicBezTo>
                    <a:pt x="1523" y="1215"/>
                    <a:pt x="1577" y="1170"/>
                    <a:pt x="1596" y="1096"/>
                  </a:cubicBezTo>
                  <a:cubicBezTo>
                    <a:pt x="1798" y="549"/>
                    <a:pt x="1393"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66"/>
            <p:cNvSpPr/>
            <p:nvPr/>
          </p:nvSpPr>
          <p:spPr>
            <a:xfrm>
              <a:off x="3806122" y="3088826"/>
              <a:ext cx="57217" cy="52224"/>
            </a:xfrm>
            <a:custGeom>
              <a:avLst/>
              <a:gdLst/>
              <a:ahLst/>
              <a:cxnLst/>
              <a:rect l="l" t="t" r="r" b="b"/>
              <a:pathLst>
                <a:path w="1799" h="1642"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4" y="1351"/>
                    <a:pt x="1067" y="1304"/>
                    <a:pt x="996" y="1304"/>
                  </a:cubicBezTo>
                  <a:cubicBezTo>
                    <a:pt x="982" y="1304"/>
                    <a:pt x="967" y="1306"/>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66"/>
            <p:cNvSpPr/>
            <p:nvPr/>
          </p:nvSpPr>
          <p:spPr>
            <a:xfrm>
              <a:off x="3806122" y="3153199"/>
              <a:ext cx="57217" cy="52256"/>
            </a:xfrm>
            <a:custGeom>
              <a:avLst/>
              <a:gdLst/>
              <a:ahLst/>
              <a:cxnLst/>
              <a:rect l="l" t="t" r="r" b="b"/>
              <a:pathLst>
                <a:path w="1799" h="1643"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3" y="1359"/>
                    <a:pt x="1063" y="1305"/>
                    <a:pt x="991" y="1305"/>
                  </a:cubicBezTo>
                  <a:cubicBezTo>
                    <a:pt x="978" y="1305"/>
                    <a:pt x="966" y="1307"/>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66"/>
            <p:cNvSpPr/>
            <p:nvPr/>
          </p:nvSpPr>
          <p:spPr>
            <a:xfrm>
              <a:off x="3549742" y="2940392"/>
              <a:ext cx="107215" cy="72420"/>
            </a:xfrm>
            <a:custGeom>
              <a:avLst/>
              <a:gdLst/>
              <a:ahLst/>
              <a:cxnLst/>
              <a:rect l="l" t="t" r="r" b="b"/>
              <a:pathLst>
                <a:path w="3371" h="2277" extrusionOk="0">
                  <a:moveTo>
                    <a:pt x="1573" y="1"/>
                  </a:moveTo>
                  <a:cubicBezTo>
                    <a:pt x="1311" y="1"/>
                    <a:pt x="1084" y="215"/>
                    <a:pt x="1084" y="489"/>
                  </a:cubicBezTo>
                  <a:lnTo>
                    <a:pt x="1084" y="548"/>
                  </a:lnTo>
                  <a:cubicBezTo>
                    <a:pt x="1084" y="608"/>
                    <a:pt x="1037" y="644"/>
                    <a:pt x="977" y="644"/>
                  </a:cubicBezTo>
                  <a:cubicBezTo>
                    <a:pt x="715" y="644"/>
                    <a:pt x="489" y="870"/>
                    <a:pt x="489" y="1144"/>
                  </a:cubicBezTo>
                  <a:cubicBezTo>
                    <a:pt x="489" y="1167"/>
                    <a:pt x="489" y="1203"/>
                    <a:pt x="501" y="1227"/>
                  </a:cubicBezTo>
                  <a:cubicBezTo>
                    <a:pt x="501" y="1227"/>
                    <a:pt x="501" y="1239"/>
                    <a:pt x="489" y="1239"/>
                  </a:cubicBezTo>
                  <a:cubicBezTo>
                    <a:pt x="215" y="1239"/>
                    <a:pt x="1" y="1465"/>
                    <a:pt x="1" y="1739"/>
                  </a:cubicBezTo>
                  <a:lnTo>
                    <a:pt x="1" y="1775"/>
                  </a:lnTo>
                  <a:cubicBezTo>
                    <a:pt x="1" y="2013"/>
                    <a:pt x="180" y="2227"/>
                    <a:pt x="418" y="2275"/>
                  </a:cubicBezTo>
                  <a:cubicBezTo>
                    <a:pt x="425" y="2276"/>
                    <a:pt x="432" y="2276"/>
                    <a:pt x="439" y="2276"/>
                  </a:cubicBezTo>
                  <a:cubicBezTo>
                    <a:pt x="517" y="2276"/>
                    <a:pt x="597" y="2219"/>
                    <a:pt x="608" y="2132"/>
                  </a:cubicBezTo>
                  <a:cubicBezTo>
                    <a:pt x="620" y="2048"/>
                    <a:pt x="561" y="1953"/>
                    <a:pt x="477" y="1941"/>
                  </a:cubicBezTo>
                  <a:cubicBezTo>
                    <a:pt x="394" y="1929"/>
                    <a:pt x="334" y="1870"/>
                    <a:pt x="334" y="1775"/>
                  </a:cubicBezTo>
                  <a:lnTo>
                    <a:pt x="334" y="1727"/>
                  </a:lnTo>
                  <a:cubicBezTo>
                    <a:pt x="334" y="1632"/>
                    <a:pt x="418" y="1560"/>
                    <a:pt x="501" y="1560"/>
                  </a:cubicBezTo>
                  <a:cubicBezTo>
                    <a:pt x="715" y="1560"/>
                    <a:pt x="894" y="1370"/>
                    <a:pt x="846" y="1144"/>
                  </a:cubicBezTo>
                  <a:cubicBezTo>
                    <a:pt x="822" y="1036"/>
                    <a:pt x="906" y="953"/>
                    <a:pt x="1013" y="953"/>
                  </a:cubicBezTo>
                  <a:cubicBezTo>
                    <a:pt x="1263" y="953"/>
                    <a:pt x="1465" y="739"/>
                    <a:pt x="1454" y="489"/>
                  </a:cubicBezTo>
                  <a:cubicBezTo>
                    <a:pt x="1442" y="370"/>
                    <a:pt x="1525" y="298"/>
                    <a:pt x="1620" y="298"/>
                  </a:cubicBezTo>
                  <a:lnTo>
                    <a:pt x="2382" y="298"/>
                  </a:lnTo>
                  <a:cubicBezTo>
                    <a:pt x="2466" y="298"/>
                    <a:pt x="2537" y="370"/>
                    <a:pt x="2537" y="453"/>
                  </a:cubicBezTo>
                  <a:lnTo>
                    <a:pt x="2537" y="489"/>
                  </a:lnTo>
                  <a:cubicBezTo>
                    <a:pt x="2537" y="513"/>
                    <a:pt x="2525" y="548"/>
                    <a:pt x="2525" y="608"/>
                  </a:cubicBezTo>
                  <a:cubicBezTo>
                    <a:pt x="2525" y="798"/>
                    <a:pt x="2692" y="965"/>
                    <a:pt x="2882" y="965"/>
                  </a:cubicBezTo>
                  <a:cubicBezTo>
                    <a:pt x="2978" y="965"/>
                    <a:pt x="3049" y="1036"/>
                    <a:pt x="3049" y="1132"/>
                  </a:cubicBezTo>
                  <a:cubicBezTo>
                    <a:pt x="3049" y="1215"/>
                    <a:pt x="2978" y="1286"/>
                    <a:pt x="2882" y="1286"/>
                  </a:cubicBezTo>
                  <a:lnTo>
                    <a:pt x="2275" y="1286"/>
                  </a:lnTo>
                  <a:cubicBezTo>
                    <a:pt x="2037" y="1286"/>
                    <a:pt x="1846" y="1489"/>
                    <a:pt x="1846" y="1727"/>
                  </a:cubicBezTo>
                  <a:lnTo>
                    <a:pt x="1846" y="1787"/>
                  </a:lnTo>
                  <a:cubicBezTo>
                    <a:pt x="1846" y="1870"/>
                    <a:pt x="1763" y="1941"/>
                    <a:pt x="1680" y="1941"/>
                  </a:cubicBezTo>
                  <a:lnTo>
                    <a:pt x="1120" y="1941"/>
                  </a:lnTo>
                  <a:cubicBezTo>
                    <a:pt x="1037" y="1941"/>
                    <a:pt x="965" y="2025"/>
                    <a:pt x="965" y="2108"/>
                  </a:cubicBezTo>
                  <a:cubicBezTo>
                    <a:pt x="965" y="2203"/>
                    <a:pt x="1037" y="2275"/>
                    <a:pt x="1120" y="2275"/>
                  </a:cubicBezTo>
                  <a:lnTo>
                    <a:pt x="1680" y="2275"/>
                  </a:lnTo>
                  <a:cubicBezTo>
                    <a:pt x="1942" y="2275"/>
                    <a:pt x="2168" y="2048"/>
                    <a:pt x="2168" y="1787"/>
                  </a:cubicBezTo>
                  <a:lnTo>
                    <a:pt x="2168" y="1727"/>
                  </a:lnTo>
                  <a:cubicBezTo>
                    <a:pt x="2168" y="1667"/>
                    <a:pt x="2216" y="1620"/>
                    <a:pt x="2275" y="1620"/>
                  </a:cubicBezTo>
                  <a:lnTo>
                    <a:pt x="2882" y="1620"/>
                  </a:lnTo>
                  <a:cubicBezTo>
                    <a:pt x="3156" y="1620"/>
                    <a:pt x="3370" y="1394"/>
                    <a:pt x="3370" y="1132"/>
                  </a:cubicBezTo>
                  <a:cubicBezTo>
                    <a:pt x="3311" y="858"/>
                    <a:pt x="3097" y="632"/>
                    <a:pt x="2823" y="632"/>
                  </a:cubicBezTo>
                  <a:cubicBezTo>
                    <a:pt x="2811" y="632"/>
                    <a:pt x="2799" y="620"/>
                    <a:pt x="2811" y="620"/>
                  </a:cubicBezTo>
                  <a:cubicBezTo>
                    <a:pt x="2882" y="298"/>
                    <a:pt x="2644"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66"/>
            <p:cNvSpPr/>
            <p:nvPr/>
          </p:nvSpPr>
          <p:spPr>
            <a:xfrm>
              <a:off x="3630050" y="2983551"/>
              <a:ext cx="93539" cy="73120"/>
            </a:xfrm>
            <a:custGeom>
              <a:avLst/>
              <a:gdLst/>
              <a:ahLst/>
              <a:cxnLst/>
              <a:rect l="l" t="t" r="r" b="b"/>
              <a:pathLst>
                <a:path w="2941" h="2299" extrusionOk="0">
                  <a:moveTo>
                    <a:pt x="1703" y="1"/>
                  </a:moveTo>
                  <a:cubicBezTo>
                    <a:pt x="1429" y="1"/>
                    <a:pt x="1203" y="227"/>
                    <a:pt x="1203" y="501"/>
                  </a:cubicBezTo>
                  <a:lnTo>
                    <a:pt x="1203" y="561"/>
                  </a:lnTo>
                  <a:cubicBezTo>
                    <a:pt x="1203" y="620"/>
                    <a:pt x="1167" y="656"/>
                    <a:pt x="1107" y="656"/>
                  </a:cubicBezTo>
                  <a:lnTo>
                    <a:pt x="488" y="656"/>
                  </a:lnTo>
                  <a:cubicBezTo>
                    <a:pt x="226" y="656"/>
                    <a:pt x="0" y="882"/>
                    <a:pt x="0" y="1156"/>
                  </a:cubicBezTo>
                  <a:cubicBezTo>
                    <a:pt x="0" y="1418"/>
                    <a:pt x="226" y="1644"/>
                    <a:pt x="488" y="1644"/>
                  </a:cubicBezTo>
                  <a:cubicBezTo>
                    <a:pt x="512" y="1644"/>
                    <a:pt x="512" y="1656"/>
                    <a:pt x="512" y="1656"/>
                  </a:cubicBezTo>
                  <a:cubicBezTo>
                    <a:pt x="512" y="1656"/>
                    <a:pt x="488" y="1704"/>
                    <a:pt x="488" y="1775"/>
                  </a:cubicBezTo>
                  <a:lnTo>
                    <a:pt x="488" y="1811"/>
                  </a:lnTo>
                  <a:cubicBezTo>
                    <a:pt x="488" y="2073"/>
                    <a:pt x="714" y="2299"/>
                    <a:pt x="988" y="2299"/>
                  </a:cubicBezTo>
                  <a:lnTo>
                    <a:pt x="1322" y="2299"/>
                  </a:lnTo>
                  <a:cubicBezTo>
                    <a:pt x="1596" y="2299"/>
                    <a:pt x="1834" y="2085"/>
                    <a:pt x="1822" y="1751"/>
                  </a:cubicBezTo>
                  <a:cubicBezTo>
                    <a:pt x="1822" y="1692"/>
                    <a:pt x="1857" y="1644"/>
                    <a:pt x="1917" y="1644"/>
                  </a:cubicBezTo>
                  <a:cubicBezTo>
                    <a:pt x="2238" y="1644"/>
                    <a:pt x="2453" y="1358"/>
                    <a:pt x="2417" y="1061"/>
                  </a:cubicBezTo>
                  <a:cubicBezTo>
                    <a:pt x="2417" y="1049"/>
                    <a:pt x="2417" y="1037"/>
                    <a:pt x="2429" y="1037"/>
                  </a:cubicBezTo>
                  <a:cubicBezTo>
                    <a:pt x="2691" y="1037"/>
                    <a:pt x="2917" y="811"/>
                    <a:pt x="2917" y="537"/>
                  </a:cubicBezTo>
                  <a:lnTo>
                    <a:pt x="2917" y="501"/>
                  </a:lnTo>
                  <a:cubicBezTo>
                    <a:pt x="2941" y="201"/>
                    <a:pt x="2687" y="16"/>
                    <a:pt x="2503" y="16"/>
                  </a:cubicBezTo>
                  <a:cubicBezTo>
                    <a:pt x="2409" y="16"/>
                    <a:pt x="2334" y="63"/>
                    <a:pt x="2322" y="168"/>
                  </a:cubicBezTo>
                  <a:cubicBezTo>
                    <a:pt x="2310" y="263"/>
                    <a:pt x="2381" y="346"/>
                    <a:pt x="2477" y="346"/>
                  </a:cubicBezTo>
                  <a:cubicBezTo>
                    <a:pt x="2548" y="346"/>
                    <a:pt x="2619" y="430"/>
                    <a:pt x="2619" y="513"/>
                  </a:cubicBezTo>
                  <a:lnTo>
                    <a:pt x="2619" y="561"/>
                  </a:lnTo>
                  <a:cubicBezTo>
                    <a:pt x="2619" y="644"/>
                    <a:pt x="2548" y="727"/>
                    <a:pt x="2453" y="727"/>
                  </a:cubicBezTo>
                  <a:cubicBezTo>
                    <a:pt x="2250" y="727"/>
                    <a:pt x="2072" y="918"/>
                    <a:pt x="2119" y="1144"/>
                  </a:cubicBezTo>
                  <a:cubicBezTo>
                    <a:pt x="2131" y="1239"/>
                    <a:pt x="2060" y="1334"/>
                    <a:pt x="1953" y="1334"/>
                  </a:cubicBezTo>
                  <a:cubicBezTo>
                    <a:pt x="1703" y="1334"/>
                    <a:pt x="1488" y="1537"/>
                    <a:pt x="1500" y="1799"/>
                  </a:cubicBezTo>
                  <a:cubicBezTo>
                    <a:pt x="1524" y="1918"/>
                    <a:pt x="1429" y="1989"/>
                    <a:pt x="1345" y="1989"/>
                  </a:cubicBezTo>
                  <a:lnTo>
                    <a:pt x="1000" y="1989"/>
                  </a:lnTo>
                  <a:cubicBezTo>
                    <a:pt x="905" y="1989"/>
                    <a:pt x="834" y="1918"/>
                    <a:pt x="834" y="1823"/>
                  </a:cubicBezTo>
                  <a:lnTo>
                    <a:pt x="834" y="1787"/>
                  </a:lnTo>
                  <a:cubicBezTo>
                    <a:pt x="834" y="1751"/>
                    <a:pt x="845" y="1727"/>
                    <a:pt x="845" y="1668"/>
                  </a:cubicBezTo>
                  <a:cubicBezTo>
                    <a:pt x="845" y="1477"/>
                    <a:pt x="691" y="1323"/>
                    <a:pt x="488" y="1323"/>
                  </a:cubicBezTo>
                  <a:cubicBezTo>
                    <a:pt x="405" y="1323"/>
                    <a:pt x="333" y="1239"/>
                    <a:pt x="333" y="1156"/>
                  </a:cubicBezTo>
                  <a:cubicBezTo>
                    <a:pt x="333" y="1061"/>
                    <a:pt x="405" y="989"/>
                    <a:pt x="488" y="989"/>
                  </a:cubicBezTo>
                  <a:lnTo>
                    <a:pt x="1107" y="989"/>
                  </a:lnTo>
                  <a:cubicBezTo>
                    <a:pt x="1345" y="989"/>
                    <a:pt x="1536" y="799"/>
                    <a:pt x="1536" y="561"/>
                  </a:cubicBezTo>
                  <a:lnTo>
                    <a:pt x="1536" y="501"/>
                  </a:lnTo>
                  <a:cubicBezTo>
                    <a:pt x="1536" y="406"/>
                    <a:pt x="1607" y="334"/>
                    <a:pt x="1703" y="334"/>
                  </a:cubicBezTo>
                  <a:lnTo>
                    <a:pt x="1798" y="334"/>
                  </a:lnTo>
                  <a:cubicBezTo>
                    <a:pt x="1893" y="334"/>
                    <a:pt x="1965" y="263"/>
                    <a:pt x="1965" y="168"/>
                  </a:cubicBezTo>
                  <a:cubicBezTo>
                    <a:pt x="1965" y="84"/>
                    <a:pt x="1893" y="1"/>
                    <a:pt x="1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6" name="Google Shape;12036;p66"/>
          <p:cNvGrpSpPr/>
          <p:nvPr/>
        </p:nvGrpSpPr>
        <p:grpSpPr>
          <a:xfrm>
            <a:off x="3082845" y="2745509"/>
            <a:ext cx="356375" cy="302338"/>
            <a:chOff x="3082845" y="2920959"/>
            <a:chExt cx="356375" cy="302338"/>
          </a:xfrm>
        </p:grpSpPr>
        <p:sp>
          <p:nvSpPr>
            <p:cNvPr id="12037" name="Google Shape;12037;p66"/>
            <p:cNvSpPr/>
            <p:nvPr/>
          </p:nvSpPr>
          <p:spPr>
            <a:xfrm>
              <a:off x="3082845" y="2920959"/>
              <a:ext cx="217769" cy="130432"/>
            </a:xfrm>
            <a:custGeom>
              <a:avLst/>
              <a:gdLst/>
              <a:ahLst/>
              <a:cxnLst/>
              <a:rect l="l" t="t" r="r" b="b"/>
              <a:pathLst>
                <a:path w="6847" h="4101" extrusionOk="0">
                  <a:moveTo>
                    <a:pt x="2394" y="2767"/>
                  </a:moveTo>
                  <a:lnTo>
                    <a:pt x="2394" y="3779"/>
                  </a:lnTo>
                  <a:cubicBezTo>
                    <a:pt x="2156" y="3743"/>
                    <a:pt x="2060" y="3683"/>
                    <a:pt x="1477" y="3469"/>
                  </a:cubicBezTo>
                  <a:cubicBezTo>
                    <a:pt x="1358" y="3374"/>
                    <a:pt x="1370" y="3231"/>
                    <a:pt x="1453" y="3136"/>
                  </a:cubicBezTo>
                  <a:cubicBezTo>
                    <a:pt x="2025" y="2874"/>
                    <a:pt x="2132" y="2790"/>
                    <a:pt x="2394" y="2767"/>
                  </a:cubicBezTo>
                  <a:close/>
                  <a:moveTo>
                    <a:pt x="3696" y="1"/>
                  </a:moveTo>
                  <a:cubicBezTo>
                    <a:pt x="3572" y="1"/>
                    <a:pt x="3447" y="74"/>
                    <a:pt x="3394" y="207"/>
                  </a:cubicBezTo>
                  <a:lnTo>
                    <a:pt x="2799" y="1600"/>
                  </a:lnTo>
                  <a:cubicBezTo>
                    <a:pt x="2727" y="1767"/>
                    <a:pt x="2691" y="1933"/>
                    <a:pt x="2691" y="2100"/>
                  </a:cubicBezTo>
                  <a:cubicBezTo>
                    <a:pt x="2691" y="2195"/>
                    <a:pt x="2715" y="2290"/>
                    <a:pt x="2727" y="2398"/>
                  </a:cubicBezTo>
                  <a:lnTo>
                    <a:pt x="2572" y="2398"/>
                  </a:lnTo>
                  <a:cubicBezTo>
                    <a:pt x="2060" y="2398"/>
                    <a:pt x="1798" y="2588"/>
                    <a:pt x="1286" y="2826"/>
                  </a:cubicBezTo>
                  <a:cubicBezTo>
                    <a:pt x="1227" y="2850"/>
                    <a:pt x="1120" y="2957"/>
                    <a:pt x="1072" y="3088"/>
                  </a:cubicBezTo>
                  <a:lnTo>
                    <a:pt x="167" y="3088"/>
                  </a:lnTo>
                  <a:cubicBezTo>
                    <a:pt x="72" y="3088"/>
                    <a:pt x="1" y="3160"/>
                    <a:pt x="1" y="3255"/>
                  </a:cubicBezTo>
                  <a:cubicBezTo>
                    <a:pt x="1" y="3338"/>
                    <a:pt x="72" y="3421"/>
                    <a:pt x="167" y="3421"/>
                  </a:cubicBezTo>
                  <a:lnTo>
                    <a:pt x="1060" y="3421"/>
                  </a:lnTo>
                  <a:cubicBezTo>
                    <a:pt x="1096" y="3588"/>
                    <a:pt x="1227" y="3719"/>
                    <a:pt x="1310" y="3743"/>
                  </a:cubicBezTo>
                  <a:cubicBezTo>
                    <a:pt x="1906" y="3981"/>
                    <a:pt x="2120" y="4100"/>
                    <a:pt x="2537" y="4100"/>
                  </a:cubicBezTo>
                  <a:lnTo>
                    <a:pt x="5061" y="4100"/>
                  </a:lnTo>
                  <a:cubicBezTo>
                    <a:pt x="5156" y="4100"/>
                    <a:pt x="5227" y="4029"/>
                    <a:pt x="5227" y="3933"/>
                  </a:cubicBezTo>
                  <a:cubicBezTo>
                    <a:pt x="5227" y="3850"/>
                    <a:pt x="5156" y="3779"/>
                    <a:pt x="5061" y="3779"/>
                  </a:cubicBezTo>
                  <a:lnTo>
                    <a:pt x="2715" y="3779"/>
                  </a:lnTo>
                  <a:lnTo>
                    <a:pt x="2715" y="2731"/>
                  </a:lnTo>
                  <a:lnTo>
                    <a:pt x="6668" y="2731"/>
                  </a:lnTo>
                  <a:cubicBezTo>
                    <a:pt x="6763" y="2731"/>
                    <a:pt x="6835" y="2659"/>
                    <a:pt x="6835" y="2564"/>
                  </a:cubicBezTo>
                  <a:cubicBezTo>
                    <a:pt x="6847" y="2481"/>
                    <a:pt x="6775" y="2409"/>
                    <a:pt x="6680" y="2409"/>
                  </a:cubicBezTo>
                  <a:lnTo>
                    <a:pt x="5239" y="2409"/>
                  </a:lnTo>
                  <a:cubicBezTo>
                    <a:pt x="5763" y="1159"/>
                    <a:pt x="5775" y="1207"/>
                    <a:pt x="5775" y="1088"/>
                  </a:cubicBezTo>
                  <a:cubicBezTo>
                    <a:pt x="5775" y="945"/>
                    <a:pt x="5704" y="826"/>
                    <a:pt x="5573" y="766"/>
                  </a:cubicBezTo>
                  <a:lnTo>
                    <a:pt x="5358" y="683"/>
                  </a:lnTo>
                  <a:cubicBezTo>
                    <a:pt x="5337" y="674"/>
                    <a:pt x="5314" y="669"/>
                    <a:pt x="5292" y="669"/>
                  </a:cubicBezTo>
                  <a:cubicBezTo>
                    <a:pt x="5228" y="669"/>
                    <a:pt x="5167" y="705"/>
                    <a:pt x="5132" y="766"/>
                  </a:cubicBezTo>
                  <a:cubicBezTo>
                    <a:pt x="5108" y="862"/>
                    <a:pt x="5132" y="945"/>
                    <a:pt x="5227" y="993"/>
                  </a:cubicBezTo>
                  <a:lnTo>
                    <a:pt x="5430" y="1088"/>
                  </a:lnTo>
                  <a:lnTo>
                    <a:pt x="4870" y="2409"/>
                  </a:lnTo>
                  <a:lnTo>
                    <a:pt x="3072" y="2409"/>
                  </a:lnTo>
                  <a:cubicBezTo>
                    <a:pt x="3037" y="2314"/>
                    <a:pt x="3025" y="2219"/>
                    <a:pt x="3025" y="2112"/>
                  </a:cubicBezTo>
                  <a:cubicBezTo>
                    <a:pt x="3025" y="1993"/>
                    <a:pt x="3049" y="1850"/>
                    <a:pt x="3096" y="1743"/>
                  </a:cubicBezTo>
                  <a:lnTo>
                    <a:pt x="3691" y="338"/>
                  </a:lnTo>
                  <a:lnTo>
                    <a:pt x="4596" y="731"/>
                  </a:lnTo>
                  <a:cubicBezTo>
                    <a:pt x="4619" y="736"/>
                    <a:pt x="4641" y="739"/>
                    <a:pt x="4662" y="739"/>
                  </a:cubicBezTo>
                  <a:cubicBezTo>
                    <a:pt x="4729" y="739"/>
                    <a:pt x="4786" y="708"/>
                    <a:pt x="4823" y="635"/>
                  </a:cubicBezTo>
                  <a:cubicBezTo>
                    <a:pt x="4858" y="552"/>
                    <a:pt x="4823" y="457"/>
                    <a:pt x="4739" y="409"/>
                  </a:cubicBezTo>
                  <a:lnTo>
                    <a:pt x="3822" y="28"/>
                  </a:lnTo>
                  <a:cubicBezTo>
                    <a:pt x="3782" y="10"/>
                    <a:pt x="3739"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66"/>
            <p:cNvSpPr/>
            <p:nvPr/>
          </p:nvSpPr>
          <p:spPr>
            <a:xfrm>
              <a:off x="3260444" y="2997577"/>
              <a:ext cx="178776" cy="225720"/>
            </a:xfrm>
            <a:custGeom>
              <a:avLst/>
              <a:gdLst/>
              <a:ahLst/>
              <a:cxnLst/>
              <a:rect l="l" t="t" r="r" b="b"/>
              <a:pathLst>
                <a:path w="5621" h="7097" extrusionOk="0">
                  <a:moveTo>
                    <a:pt x="4775" y="334"/>
                  </a:moveTo>
                  <a:cubicBezTo>
                    <a:pt x="5061" y="334"/>
                    <a:pt x="5299" y="584"/>
                    <a:pt x="5299" y="858"/>
                  </a:cubicBezTo>
                  <a:cubicBezTo>
                    <a:pt x="5299" y="1143"/>
                    <a:pt x="5061" y="1382"/>
                    <a:pt x="4775" y="1382"/>
                  </a:cubicBezTo>
                  <a:lnTo>
                    <a:pt x="4358" y="1382"/>
                  </a:lnTo>
                  <a:lnTo>
                    <a:pt x="4358" y="334"/>
                  </a:lnTo>
                  <a:close/>
                  <a:moveTo>
                    <a:pt x="1751" y="0"/>
                  </a:moveTo>
                  <a:cubicBezTo>
                    <a:pt x="1667" y="0"/>
                    <a:pt x="1584" y="72"/>
                    <a:pt x="1584" y="167"/>
                  </a:cubicBezTo>
                  <a:cubicBezTo>
                    <a:pt x="1584" y="250"/>
                    <a:pt x="1667" y="322"/>
                    <a:pt x="1751" y="322"/>
                  </a:cubicBezTo>
                  <a:lnTo>
                    <a:pt x="4037" y="322"/>
                  </a:lnTo>
                  <a:lnTo>
                    <a:pt x="4037" y="1370"/>
                  </a:lnTo>
                  <a:lnTo>
                    <a:pt x="167" y="1370"/>
                  </a:lnTo>
                  <a:cubicBezTo>
                    <a:pt x="72" y="1370"/>
                    <a:pt x="1" y="1441"/>
                    <a:pt x="1" y="1536"/>
                  </a:cubicBezTo>
                  <a:cubicBezTo>
                    <a:pt x="1" y="1620"/>
                    <a:pt x="72" y="1691"/>
                    <a:pt x="167" y="1691"/>
                  </a:cubicBezTo>
                  <a:lnTo>
                    <a:pt x="774" y="1691"/>
                  </a:lnTo>
                  <a:lnTo>
                    <a:pt x="774" y="2025"/>
                  </a:lnTo>
                  <a:cubicBezTo>
                    <a:pt x="774" y="2465"/>
                    <a:pt x="1144" y="2846"/>
                    <a:pt x="1596" y="2846"/>
                  </a:cubicBezTo>
                  <a:lnTo>
                    <a:pt x="1834" y="2846"/>
                  </a:lnTo>
                  <a:lnTo>
                    <a:pt x="1834" y="3477"/>
                  </a:lnTo>
                  <a:cubicBezTo>
                    <a:pt x="1834" y="4072"/>
                    <a:pt x="2310" y="4549"/>
                    <a:pt x="2906" y="4549"/>
                  </a:cubicBezTo>
                  <a:lnTo>
                    <a:pt x="3060" y="4549"/>
                  </a:lnTo>
                  <a:cubicBezTo>
                    <a:pt x="3561" y="4549"/>
                    <a:pt x="3953" y="4953"/>
                    <a:pt x="3953" y="5442"/>
                  </a:cubicBezTo>
                  <a:lnTo>
                    <a:pt x="3953" y="6930"/>
                  </a:lnTo>
                  <a:cubicBezTo>
                    <a:pt x="3953" y="7025"/>
                    <a:pt x="4037" y="7097"/>
                    <a:pt x="4120" y="7097"/>
                  </a:cubicBezTo>
                  <a:cubicBezTo>
                    <a:pt x="4215" y="7097"/>
                    <a:pt x="4287" y="7025"/>
                    <a:pt x="4287" y="6930"/>
                  </a:cubicBezTo>
                  <a:lnTo>
                    <a:pt x="4287" y="5442"/>
                  </a:lnTo>
                  <a:cubicBezTo>
                    <a:pt x="4287" y="4775"/>
                    <a:pt x="3739" y="4227"/>
                    <a:pt x="3060" y="4227"/>
                  </a:cubicBezTo>
                  <a:lnTo>
                    <a:pt x="2906" y="4227"/>
                  </a:lnTo>
                  <a:cubicBezTo>
                    <a:pt x="2501" y="4227"/>
                    <a:pt x="2156" y="3894"/>
                    <a:pt x="2156" y="3477"/>
                  </a:cubicBezTo>
                  <a:lnTo>
                    <a:pt x="2156" y="2846"/>
                  </a:lnTo>
                  <a:cubicBezTo>
                    <a:pt x="2176" y="2846"/>
                    <a:pt x="2207" y="2848"/>
                    <a:pt x="2246" y="2848"/>
                  </a:cubicBezTo>
                  <a:cubicBezTo>
                    <a:pt x="2344" y="2848"/>
                    <a:pt x="2491" y="2836"/>
                    <a:pt x="2644" y="2751"/>
                  </a:cubicBezTo>
                  <a:cubicBezTo>
                    <a:pt x="2739" y="2703"/>
                    <a:pt x="2763" y="2620"/>
                    <a:pt x="2727" y="2525"/>
                  </a:cubicBezTo>
                  <a:cubicBezTo>
                    <a:pt x="2694" y="2467"/>
                    <a:pt x="2638" y="2432"/>
                    <a:pt x="2579" y="2432"/>
                  </a:cubicBezTo>
                  <a:cubicBezTo>
                    <a:pt x="2553" y="2432"/>
                    <a:pt x="2526" y="2439"/>
                    <a:pt x="2501" y="2453"/>
                  </a:cubicBezTo>
                  <a:cubicBezTo>
                    <a:pt x="2422" y="2496"/>
                    <a:pt x="2374" y="2505"/>
                    <a:pt x="2191" y="2505"/>
                  </a:cubicBezTo>
                  <a:cubicBezTo>
                    <a:pt x="2068" y="2505"/>
                    <a:pt x="1887" y="2501"/>
                    <a:pt x="1596" y="2501"/>
                  </a:cubicBezTo>
                  <a:cubicBezTo>
                    <a:pt x="1322" y="2501"/>
                    <a:pt x="1096" y="2275"/>
                    <a:pt x="1096" y="2013"/>
                  </a:cubicBezTo>
                  <a:lnTo>
                    <a:pt x="1096" y="1715"/>
                  </a:lnTo>
                  <a:lnTo>
                    <a:pt x="2763" y="1715"/>
                  </a:lnTo>
                  <a:lnTo>
                    <a:pt x="2763" y="2084"/>
                  </a:lnTo>
                  <a:cubicBezTo>
                    <a:pt x="2751" y="2191"/>
                    <a:pt x="2846" y="2263"/>
                    <a:pt x="2930" y="2263"/>
                  </a:cubicBezTo>
                  <a:cubicBezTo>
                    <a:pt x="3025" y="2263"/>
                    <a:pt x="3096" y="2203"/>
                    <a:pt x="3096" y="2108"/>
                  </a:cubicBezTo>
                  <a:lnTo>
                    <a:pt x="3096" y="2036"/>
                  </a:lnTo>
                  <a:lnTo>
                    <a:pt x="3096" y="1715"/>
                  </a:lnTo>
                  <a:lnTo>
                    <a:pt x="4775" y="1715"/>
                  </a:lnTo>
                  <a:cubicBezTo>
                    <a:pt x="5251" y="1715"/>
                    <a:pt x="5620" y="1322"/>
                    <a:pt x="5620" y="858"/>
                  </a:cubicBezTo>
                  <a:cubicBezTo>
                    <a:pt x="5620" y="620"/>
                    <a:pt x="5537" y="417"/>
                    <a:pt x="5370" y="250"/>
                  </a:cubicBezTo>
                  <a:cubicBezTo>
                    <a:pt x="5204" y="84"/>
                    <a:pt x="5001"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9" name="Google Shape;12039;p66"/>
          <p:cNvGrpSpPr/>
          <p:nvPr/>
        </p:nvGrpSpPr>
        <p:grpSpPr>
          <a:xfrm>
            <a:off x="2639038" y="2719492"/>
            <a:ext cx="355612" cy="355612"/>
            <a:chOff x="2639038" y="2894942"/>
            <a:chExt cx="355612" cy="355612"/>
          </a:xfrm>
        </p:grpSpPr>
        <p:sp>
          <p:nvSpPr>
            <p:cNvPr id="12040" name="Google Shape;12040;p66"/>
            <p:cNvSpPr/>
            <p:nvPr/>
          </p:nvSpPr>
          <p:spPr>
            <a:xfrm>
              <a:off x="2748479" y="2894942"/>
              <a:ext cx="246171" cy="304119"/>
            </a:xfrm>
            <a:custGeom>
              <a:avLst/>
              <a:gdLst/>
              <a:ahLst/>
              <a:cxnLst/>
              <a:rect l="l" t="t" r="r" b="b"/>
              <a:pathLst>
                <a:path w="7740" h="9562" extrusionOk="0">
                  <a:moveTo>
                    <a:pt x="7168" y="1930"/>
                  </a:moveTo>
                  <a:cubicBezTo>
                    <a:pt x="7299" y="1930"/>
                    <a:pt x="7406" y="2037"/>
                    <a:pt x="7406" y="2168"/>
                  </a:cubicBezTo>
                  <a:lnTo>
                    <a:pt x="7418" y="3156"/>
                  </a:lnTo>
                  <a:cubicBezTo>
                    <a:pt x="7418" y="3287"/>
                    <a:pt x="7311" y="3394"/>
                    <a:pt x="7180" y="3394"/>
                  </a:cubicBezTo>
                  <a:lnTo>
                    <a:pt x="6882" y="3394"/>
                  </a:lnTo>
                  <a:lnTo>
                    <a:pt x="6882" y="2715"/>
                  </a:lnTo>
                  <a:cubicBezTo>
                    <a:pt x="6882" y="2632"/>
                    <a:pt x="6811" y="2561"/>
                    <a:pt x="6715" y="2561"/>
                  </a:cubicBezTo>
                  <a:cubicBezTo>
                    <a:pt x="6632" y="2561"/>
                    <a:pt x="6549" y="2632"/>
                    <a:pt x="6549" y="2715"/>
                  </a:cubicBezTo>
                  <a:lnTo>
                    <a:pt x="6549" y="3394"/>
                  </a:lnTo>
                  <a:lnTo>
                    <a:pt x="6096" y="3394"/>
                  </a:lnTo>
                  <a:lnTo>
                    <a:pt x="6096" y="1930"/>
                  </a:lnTo>
                  <a:close/>
                  <a:moveTo>
                    <a:pt x="4549" y="1"/>
                  </a:moveTo>
                  <a:cubicBezTo>
                    <a:pt x="4227" y="1"/>
                    <a:pt x="3965" y="251"/>
                    <a:pt x="3965" y="572"/>
                  </a:cubicBezTo>
                  <a:lnTo>
                    <a:pt x="3965" y="1608"/>
                  </a:lnTo>
                  <a:lnTo>
                    <a:pt x="3239" y="1608"/>
                  </a:lnTo>
                  <a:cubicBezTo>
                    <a:pt x="3144" y="1608"/>
                    <a:pt x="3072" y="1680"/>
                    <a:pt x="3072" y="1763"/>
                  </a:cubicBezTo>
                  <a:cubicBezTo>
                    <a:pt x="3072" y="1858"/>
                    <a:pt x="3144" y="1930"/>
                    <a:pt x="3239" y="1930"/>
                  </a:cubicBezTo>
                  <a:lnTo>
                    <a:pt x="3965" y="1930"/>
                  </a:lnTo>
                  <a:lnTo>
                    <a:pt x="3965" y="3394"/>
                  </a:lnTo>
                  <a:lnTo>
                    <a:pt x="3417" y="3394"/>
                  </a:lnTo>
                  <a:lnTo>
                    <a:pt x="3417" y="3013"/>
                  </a:lnTo>
                  <a:cubicBezTo>
                    <a:pt x="3417" y="2930"/>
                    <a:pt x="3334" y="2858"/>
                    <a:pt x="3251" y="2858"/>
                  </a:cubicBezTo>
                  <a:cubicBezTo>
                    <a:pt x="3155" y="2858"/>
                    <a:pt x="3084" y="2930"/>
                    <a:pt x="3084" y="3013"/>
                  </a:cubicBezTo>
                  <a:lnTo>
                    <a:pt x="3084" y="3394"/>
                  </a:lnTo>
                  <a:lnTo>
                    <a:pt x="2382" y="3394"/>
                  </a:lnTo>
                  <a:lnTo>
                    <a:pt x="2382" y="2715"/>
                  </a:lnTo>
                  <a:cubicBezTo>
                    <a:pt x="2382" y="2632"/>
                    <a:pt x="2310" y="2561"/>
                    <a:pt x="2227" y="2561"/>
                  </a:cubicBezTo>
                  <a:cubicBezTo>
                    <a:pt x="2132" y="2561"/>
                    <a:pt x="2060" y="2632"/>
                    <a:pt x="2060" y="2715"/>
                  </a:cubicBezTo>
                  <a:lnTo>
                    <a:pt x="2060" y="3394"/>
                  </a:lnTo>
                  <a:lnTo>
                    <a:pt x="1358" y="3394"/>
                  </a:lnTo>
                  <a:lnTo>
                    <a:pt x="1358" y="3013"/>
                  </a:lnTo>
                  <a:cubicBezTo>
                    <a:pt x="1358" y="2930"/>
                    <a:pt x="1286" y="2858"/>
                    <a:pt x="1191" y="2858"/>
                  </a:cubicBezTo>
                  <a:cubicBezTo>
                    <a:pt x="1108" y="2858"/>
                    <a:pt x="1036" y="2930"/>
                    <a:pt x="1036" y="3013"/>
                  </a:cubicBezTo>
                  <a:lnTo>
                    <a:pt x="1036" y="3394"/>
                  </a:lnTo>
                  <a:lnTo>
                    <a:pt x="334" y="3394"/>
                  </a:lnTo>
                  <a:lnTo>
                    <a:pt x="334" y="2715"/>
                  </a:lnTo>
                  <a:cubicBezTo>
                    <a:pt x="334" y="2632"/>
                    <a:pt x="262" y="2561"/>
                    <a:pt x="167" y="2561"/>
                  </a:cubicBezTo>
                  <a:cubicBezTo>
                    <a:pt x="84" y="2561"/>
                    <a:pt x="0" y="2632"/>
                    <a:pt x="0" y="2715"/>
                  </a:cubicBezTo>
                  <a:lnTo>
                    <a:pt x="0" y="3549"/>
                  </a:lnTo>
                  <a:lnTo>
                    <a:pt x="0" y="4799"/>
                  </a:lnTo>
                  <a:cubicBezTo>
                    <a:pt x="0" y="4894"/>
                    <a:pt x="84" y="4966"/>
                    <a:pt x="167" y="4966"/>
                  </a:cubicBezTo>
                  <a:cubicBezTo>
                    <a:pt x="262" y="4966"/>
                    <a:pt x="334" y="4894"/>
                    <a:pt x="334" y="4799"/>
                  </a:cubicBezTo>
                  <a:lnTo>
                    <a:pt x="334" y="3716"/>
                  </a:lnTo>
                  <a:lnTo>
                    <a:pt x="3977" y="3716"/>
                  </a:lnTo>
                  <a:lnTo>
                    <a:pt x="3977" y="5692"/>
                  </a:lnTo>
                  <a:cubicBezTo>
                    <a:pt x="3977" y="5787"/>
                    <a:pt x="4048" y="5859"/>
                    <a:pt x="4144" y="5859"/>
                  </a:cubicBezTo>
                  <a:cubicBezTo>
                    <a:pt x="4227" y="5859"/>
                    <a:pt x="4310" y="5787"/>
                    <a:pt x="4310" y="5692"/>
                  </a:cubicBezTo>
                  <a:lnTo>
                    <a:pt x="4310" y="560"/>
                  </a:lnTo>
                  <a:cubicBezTo>
                    <a:pt x="4310" y="429"/>
                    <a:pt x="4406" y="322"/>
                    <a:pt x="4549" y="322"/>
                  </a:cubicBezTo>
                  <a:lnTo>
                    <a:pt x="5525" y="322"/>
                  </a:lnTo>
                  <a:cubicBezTo>
                    <a:pt x="5656" y="322"/>
                    <a:pt x="5763" y="429"/>
                    <a:pt x="5763" y="560"/>
                  </a:cubicBezTo>
                  <a:lnTo>
                    <a:pt x="5763" y="8871"/>
                  </a:lnTo>
                  <a:cubicBezTo>
                    <a:pt x="5763" y="9073"/>
                    <a:pt x="5596" y="9240"/>
                    <a:pt x="5394" y="9240"/>
                  </a:cubicBezTo>
                  <a:lnTo>
                    <a:pt x="1727" y="9240"/>
                  </a:lnTo>
                  <a:cubicBezTo>
                    <a:pt x="1643" y="9240"/>
                    <a:pt x="1572" y="9312"/>
                    <a:pt x="1572" y="9407"/>
                  </a:cubicBezTo>
                  <a:cubicBezTo>
                    <a:pt x="1572" y="9490"/>
                    <a:pt x="1643" y="9562"/>
                    <a:pt x="1727" y="9562"/>
                  </a:cubicBezTo>
                  <a:lnTo>
                    <a:pt x="5394" y="9562"/>
                  </a:lnTo>
                  <a:cubicBezTo>
                    <a:pt x="5787" y="9562"/>
                    <a:pt x="6108" y="9252"/>
                    <a:pt x="6108" y="8847"/>
                  </a:cubicBezTo>
                  <a:lnTo>
                    <a:pt x="6108" y="3704"/>
                  </a:lnTo>
                  <a:lnTo>
                    <a:pt x="7180" y="3704"/>
                  </a:lnTo>
                  <a:cubicBezTo>
                    <a:pt x="7489" y="3704"/>
                    <a:pt x="7739" y="3454"/>
                    <a:pt x="7739" y="3120"/>
                  </a:cubicBezTo>
                  <a:lnTo>
                    <a:pt x="7739" y="2144"/>
                  </a:lnTo>
                  <a:cubicBezTo>
                    <a:pt x="7739" y="1858"/>
                    <a:pt x="7489" y="1608"/>
                    <a:pt x="7180" y="1608"/>
                  </a:cubicBezTo>
                  <a:lnTo>
                    <a:pt x="6108" y="1608"/>
                  </a:lnTo>
                  <a:lnTo>
                    <a:pt x="6108" y="572"/>
                  </a:lnTo>
                  <a:cubicBezTo>
                    <a:pt x="6108" y="263"/>
                    <a:pt x="5858" y="1"/>
                    <a:pt x="5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66"/>
            <p:cNvSpPr/>
            <p:nvPr/>
          </p:nvSpPr>
          <p:spPr>
            <a:xfrm>
              <a:off x="2639038" y="2945703"/>
              <a:ext cx="246552" cy="304851"/>
            </a:xfrm>
            <a:custGeom>
              <a:avLst/>
              <a:gdLst/>
              <a:ahLst/>
              <a:cxnLst/>
              <a:rect l="l" t="t" r="r" b="b"/>
              <a:pathLst>
                <a:path w="7752" h="9585" extrusionOk="0">
                  <a:moveTo>
                    <a:pt x="3429" y="7989"/>
                  </a:moveTo>
                  <a:lnTo>
                    <a:pt x="3429" y="9013"/>
                  </a:lnTo>
                  <a:cubicBezTo>
                    <a:pt x="3429" y="9144"/>
                    <a:pt x="3322" y="9251"/>
                    <a:pt x="3191" y="9251"/>
                  </a:cubicBezTo>
                  <a:lnTo>
                    <a:pt x="2215" y="9251"/>
                  </a:lnTo>
                  <a:cubicBezTo>
                    <a:pt x="2072" y="9251"/>
                    <a:pt x="1977" y="9144"/>
                    <a:pt x="1977" y="9013"/>
                  </a:cubicBezTo>
                  <a:lnTo>
                    <a:pt x="1977" y="7989"/>
                  </a:lnTo>
                  <a:close/>
                  <a:moveTo>
                    <a:pt x="2358" y="0"/>
                  </a:moveTo>
                  <a:cubicBezTo>
                    <a:pt x="1977" y="0"/>
                    <a:pt x="1643" y="322"/>
                    <a:pt x="1643" y="715"/>
                  </a:cubicBezTo>
                  <a:lnTo>
                    <a:pt x="1643" y="5870"/>
                  </a:lnTo>
                  <a:lnTo>
                    <a:pt x="572" y="5870"/>
                  </a:lnTo>
                  <a:cubicBezTo>
                    <a:pt x="262" y="5870"/>
                    <a:pt x="0" y="6120"/>
                    <a:pt x="0" y="6430"/>
                  </a:cubicBezTo>
                  <a:lnTo>
                    <a:pt x="0" y="7418"/>
                  </a:lnTo>
                  <a:cubicBezTo>
                    <a:pt x="0" y="7727"/>
                    <a:pt x="250" y="7977"/>
                    <a:pt x="572" y="7977"/>
                  </a:cubicBezTo>
                  <a:lnTo>
                    <a:pt x="1643" y="7977"/>
                  </a:lnTo>
                  <a:lnTo>
                    <a:pt x="1643" y="9013"/>
                  </a:lnTo>
                  <a:cubicBezTo>
                    <a:pt x="1643" y="9323"/>
                    <a:pt x="1905" y="9585"/>
                    <a:pt x="2215" y="9585"/>
                  </a:cubicBezTo>
                  <a:lnTo>
                    <a:pt x="3191" y="9585"/>
                  </a:lnTo>
                  <a:cubicBezTo>
                    <a:pt x="3513" y="9585"/>
                    <a:pt x="3763" y="9335"/>
                    <a:pt x="3763" y="9013"/>
                  </a:cubicBezTo>
                  <a:lnTo>
                    <a:pt x="3763" y="7977"/>
                  </a:lnTo>
                  <a:lnTo>
                    <a:pt x="4489" y="7977"/>
                  </a:lnTo>
                  <a:cubicBezTo>
                    <a:pt x="4584" y="7977"/>
                    <a:pt x="4656" y="7906"/>
                    <a:pt x="4656" y="7823"/>
                  </a:cubicBezTo>
                  <a:cubicBezTo>
                    <a:pt x="4656" y="7727"/>
                    <a:pt x="4584" y="7656"/>
                    <a:pt x="4489" y="7656"/>
                  </a:cubicBezTo>
                  <a:lnTo>
                    <a:pt x="560" y="7656"/>
                  </a:lnTo>
                  <a:cubicBezTo>
                    <a:pt x="429" y="7656"/>
                    <a:pt x="322" y="7549"/>
                    <a:pt x="322" y="7418"/>
                  </a:cubicBezTo>
                  <a:lnTo>
                    <a:pt x="322" y="6430"/>
                  </a:lnTo>
                  <a:cubicBezTo>
                    <a:pt x="322" y="6299"/>
                    <a:pt x="429" y="6192"/>
                    <a:pt x="560" y="6192"/>
                  </a:cubicBezTo>
                  <a:lnTo>
                    <a:pt x="1120" y="6192"/>
                  </a:lnTo>
                  <a:lnTo>
                    <a:pt x="1120" y="6870"/>
                  </a:lnTo>
                  <a:cubicBezTo>
                    <a:pt x="1120" y="6954"/>
                    <a:pt x="1203" y="7025"/>
                    <a:pt x="1286" y="7025"/>
                  </a:cubicBezTo>
                  <a:cubicBezTo>
                    <a:pt x="1382" y="7025"/>
                    <a:pt x="1453" y="6954"/>
                    <a:pt x="1453" y="6870"/>
                  </a:cubicBezTo>
                  <a:lnTo>
                    <a:pt x="1453" y="6192"/>
                  </a:lnTo>
                  <a:lnTo>
                    <a:pt x="2155" y="6192"/>
                  </a:lnTo>
                  <a:lnTo>
                    <a:pt x="2155" y="6608"/>
                  </a:lnTo>
                  <a:cubicBezTo>
                    <a:pt x="2155" y="6704"/>
                    <a:pt x="2227" y="6775"/>
                    <a:pt x="2322" y="6775"/>
                  </a:cubicBezTo>
                  <a:cubicBezTo>
                    <a:pt x="2405" y="6775"/>
                    <a:pt x="2477" y="6704"/>
                    <a:pt x="2477" y="6608"/>
                  </a:cubicBezTo>
                  <a:lnTo>
                    <a:pt x="2477" y="6192"/>
                  </a:lnTo>
                  <a:lnTo>
                    <a:pt x="3179" y="6192"/>
                  </a:lnTo>
                  <a:lnTo>
                    <a:pt x="3179" y="6870"/>
                  </a:lnTo>
                  <a:cubicBezTo>
                    <a:pt x="3179" y="6954"/>
                    <a:pt x="3239" y="7013"/>
                    <a:pt x="3334" y="7025"/>
                  </a:cubicBezTo>
                  <a:lnTo>
                    <a:pt x="3358" y="7025"/>
                  </a:lnTo>
                  <a:cubicBezTo>
                    <a:pt x="3453" y="7025"/>
                    <a:pt x="3525" y="6954"/>
                    <a:pt x="3525" y="6870"/>
                  </a:cubicBezTo>
                  <a:lnTo>
                    <a:pt x="3525" y="6192"/>
                  </a:lnTo>
                  <a:lnTo>
                    <a:pt x="4227" y="6192"/>
                  </a:lnTo>
                  <a:lnTo>
                    <a:pt x="4227" y="6608"/>
                  </a:lnTo>
                  <a:cubicBezTo>
                    <a:pt x="4227" y="6704"/>
                    <a:pt x="4299" y="6775"/>
                    <a:pt x="4382" y="6775"/>
                  </a:cubicBezTo>
                  <a:cubicBezTo>
                    <a:pt x="4477" y="6775"/>
                    <a:pt x="4549" y="6704"/>
                    <a:pt x="4549" y="6608"/>
                  </a:cubicBezTo>
                  <a:lnTo>
                    <a:pt x="4549" y="6192"/>
                  </a:lnTo>
                  <a:lnTo>
                    <a:pt x="5251" y="6192"/>
                  </a:lnTo>
                  <a:lnTo>
                    <a:pt x="5251" y="6870"/>
                  </a:lnTo>
                  <a:cubicBezTo>
                    <a:pt x="5251" y="6954"/>
                    <a:pt x="5323" y="7025"/>
                    <a:pt x="5418" y="7025"/>
                  </a:cubicBezTo>
                  <a:cubicBezTo>
                    <a:pt x="5501" y="7025"/>
                    <a:pt x="5573" y="6954"/>
                    <a:pt x="5573" y="6870"/>
                  </a:cubicBezTo>
                  <a:lnTo>
                    <a:pt x="5573" y="6192"/>
                  </a:lnTo>
                  <a:lnTo>
                    <a:pt x="6275" y="6192"/>
                  </a:lnTo>
                  <a:lnTo>
                    <a:pt x="6275" y="6608"/>
                  </a:lnTo>
                  <a:cubicBezTo>
                    <a:pt x="6275" y="6704"/>
                    <a:pt x="6346" y="6775"/>
                    <a:pt x="6442" y="6775"/>
                  </a:cubicBezTo>
                  <a:cubicBezTo>
                    <a:pt x="6525" y="6775"/>
                    <a:pt x="6608" y="6704"/>
                    <a:pt x="6608" y="6608"/>
                  </a:cubicBezTo>
                  <a:lnTo>
                    <a:pt x="6608" y="6192"/>
                  </a:lnTo>
                  <a:lnTo>
                    <a:pt x="7418" y="6192"/>
                  </a:lnTo>
                  <a:lnTo>
                    <a:pt x="7418" y="6870"/>
                  </a:lnTo>
                  <a:cubicBezTo>
                    <a:pt x="7418" y="6954"/>
                    <a:pt x="7501" y="7025"/>
                    <a:pt x="7585" y="7025"/>
                  </a:cubicBezTo>
                  <a:cubicBezTo>
                    <a:pt x="7680" y="7025"/>
                    <a:pt x="7751" y="6954"/>
                    <a:pt x="7751" y="6870"/>
                  </a:cubicBezTo>
                  <a:lnTo>
                    <a:pt x="7751" y="5965"/>
                  </a:lnTo>
                  <a:lnTo>
                    <a:pt x="7751" y="4775"/>
                  </a:lnTo>
                  <a:cubicBezTo>
                    <a:pt x="7751" y="4679"/>
                    <a:pt x="7680" y="4608"/>
                    <a:pt x="7585" y="4608"/>
                  </a:cubicBezTo>
                  <a:cubicBezTo>
                    <a:pt x="7501" y="4608"/>
                    <a:pt x="7418" y="4679"/>
                    <a:pt x="7418" y="4775"/>
                  </a:cubicBezTo>
                  <a:lnTo>
                    <a:pt x="7418" y="5858"/>
                  </a:lnTo>
                  <a:lnTo>
                    <a:pt x="3775" y="5858"/>
                  </a:lnTo>
                  <a:lnTo>
                    <a:pt x="3775" y="3882"/>
                  </a:lnTo>
                  <a:cubicBezTo>
                    <a:pt x="3775" y="3786"/>
                    <a:pt x="3703" y="3715"/>
                    <a:pt x="3608" y="3715"/>
                  </a:cubicBezTo>
                  <a:cubicBezTo>
                    <a:pt x="3525" y="3715"/>
                    <a:pt x="3441" y="3786"/>
                    <a:pt x="3441" y="3882"/>
                  </a:cubicBezTo>
                  <a:lnTo>
                    <a:pt x="3441" y="5858"/>
                  </a:lnTo>
                  <a:lnTo>
                    <a:pt x="1989" y="5858"/>
                  </a:lnTo>
                  <a:lnTo>
                    <a:pt x="1989" y="703"/>
                  </a:lnTo>
                  <a:cubicBezTo>
                    <a:pt x="1989" y="500"/>
                    <a:pt x="2155" y="334"/>
                    <a:pt x="2358" y="334"/>
                  </a:cubicBezTo>
                  <a:lnTo>
                    <a:pt x="6025" y="334"/>
                  </a:lnTo>
                  <a:cubicBezTo>
                    <a:pt x="6108" y="334"/>
                    <a:pt x="6192" y="262"/>
                    <a:pt x="6192" y="167"/>
                  </a:cubicBezTo>
                  <a:cubicBezTo>
                    <a:pt x="6192" y="84"/>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2" name="Google Shape;12042;p66"/>
          <p:cNvGrpSpPr/>
          <p:nvPr/>
        </p:nvGrpSpPr>
        <p:grpSpPr>
          <a:xfrm>
            <a:off x="2194468" y="2763415"/>
            <a:ext cx="355993" cy="267766"/>
            <a:chOff x="2194468" y="2938865"/>
            <a:chExt cx="355993" cy="267766"/>
          </a:xfrm>
        </p:grpSpPr>
        <p:sp>
          <p:nvSpPr>
            <p:cNvPr id="12043" name="Google Shape;12043;p66"/>
            <p:cNvSpPr/>
            <p:nvPr/>
          </p:nvSpPr>
          <p:spPr>
            <a:xfrm>
              <a:off x="2194468" y="2938865"/>
              <a:ext cx="355993" cy="267766"/>
            </a:xfrm>
            <a:custGeom>
              <a:avLst/>
              <a:gdLst/>
              <a:ahLst/>
              <a:cxnLst/>
              <a:rect l="l" t="t" r="r" b="b"/>
              <a:pathLst>
                <a:path w="11193" h="8419" extrusionOk="0">
                  <a:moveTo>
                    <a:pt x="10859" y="1727"/>
                  </a:moveTo>
                  <a:lnTo>
                    <a:pt x="10859" y="7692"/>
                  </a:lnTo>
                  <a:cubicBezTo>
                    <a:pt x="10859" y="7919"/>
                    <a:pt x="10680" y="8097"/>
                    <a:pt x="10466" y="8097"/>
                  </a:cubicBezTo>
                  <a:lnTo>
                    <a:pt x="727" y="8097"/>
                  </a:lnTo>
                  <a:cubicBezTo>
                    <a:pt x="501" y="8097"/>
                    <a:pt x="322" y="7919"/>
                    <a:pt x="322" y="7692"/>
                  </a:cubicBezTo>
                  <a:lnTo>
                    <a:pt x="322" y="1727"/>
                  </a:lnTo>
                  <a:close/>
                  <a:moveTo>
                    <a:pt x="727" y="1"/>
                  </a:moveTo>
                  <a:cubicBezTo>
                    <a:pt x="322" y="1"/>
                    <a:pt x="0" y="322"/>
                    <a:pt x="0" y="727"/>
                  </a:cubicBezTo>
                  <a:lnTo>
                    <a:pt x="0" y="7692"/>
                  </a:lnTo>
                  <a:cubicBezTo>
                    <a:pt x="0" y="8097"/>
                    <a:pt x="322" y="8419"/>
                    <a:pt x="727" y="8419"/>
                  </a:cubicBezTo>
                  <a:lnTo>
                    <a:pt x="10466" y="8419"/>
                  </a:lnTo>
                  <a:cubicBezTo>
                    <a:pt x="10859" y="8419"/>
                    <a:pt x="11192" y="8097"/>
                    <a:pt x="11192" y="7692"/>
                  </a:cubicBezTo>
                  <a:lnTo>
                    <a:pt x="11192" y="727"/>
                  </a:lnTo>
                  <a:cubicBezTo>
                    <a:pt x="11192" y="322"/>
                    <a:pt x="10859" y="1"/>
                    <a:pt x="10466" y="1"/>
                  </a:cubicBezTo>
                  <a:lnTo>
                    <a:pt x="3644" y="1"/>
                  </a:lnTo>
                  <a:cubicBezTo>
                    <a:pt x="3560" y="1"/>
                    <a:pt x="3477" y="72"/>
                    <a:pt x="3477" y="168"/>
                  </a:cubicBezTo>
                  <a:cubicBezTo>
                    <a:pt x="3477" y="251"/>
                    <a:pt x="3560" y="322"/>
                    <a:pt x="3644" y="322"/>
                  </a:cubicBezTo>
                  <a:lnTo>
                    <a:pt x="10466" y="322"/>
                  </a:lnTo>
                  <a:cubicBezTo>
                    <a:pt x="10680" y="322"/>
                    <a:pt x="10859" y="501"/>
                    <a:pt x="10859" y="727"/>
                  </a:cubicBezTo>
                  <a:lnTo>
                    <a:pt x="10859" y="1394"/>
                  </a:lnTo>
                  <a:lnTo>
                    <a:pt x="322" y="1394"/>
                  </a:lnTo>
                  <a:lnTo>
                    <a:pt x="322" y="727"/>
                  </a:lnTo>
                  <a:cubicBezTo>
                    <a:pt x="322" y="501"/>
                    <a:pt x="501" y="322"/>
                    <a:pt x="727" y="322"/>
                  </a:cubicBezTo>
                  <a:lnTo>
                    <a:pt x="2989" y="322"/>
                  </a:lnTo>
                  <a:cubicBezTo>
                    <a:pt x="3084" y="322"/>
                    <a:pt x="3156" y="251"/>
                    <a:pt x="3156" y="156"/>
                  </a:cubicBezTo>
                  <a:cubicBezTo>
                    <a:pt x="3156"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66"/>
            <p:cNvSpPr/>
            <p:nvPr/>
          </p:nvSpPr>
          <p:spPr>
            <a:xfrm>
              <a:off x="2217940"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6" y="334"/>
                    <a:pt x="1227" y="251"/>
                    <a:pt x="1227" y="167"/>
                  </a:cubicBezTo>
                  <a:cubicBezTo>
                    <a:pt x="1227" y="72"/>
                    <a:pt x="1156"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66"/>
            <p:cNvSpPr/>
            <p:nvPr/>
          </p:nvSpPr>
          <p:spPr>
            <a:xfrm>
              <a:off x="2270959"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66"/>
            <p:cNvSpPr/>
            <p:nvPr/>
          </p:nvSpPr>
          <p:spPr>
            <a:xfrm>
              <a:off x="2323978" y="3005528"/>
              <a:ext cx="39025" cy="10623"/>
            </a:xfrm>
            <a:custGeom>
              <a:avLst/>
              <a:gdLst/>
              <a:ahLst/>
              <a:cxnLst/>
              <a:rect l="l" t="t" r="r" b="b"/>
              <a:pathLst>
                <a:path w="1227" h="334" extrusionOk="0">
                  <a:moveTo>
                    <a:pt x="167" y="0"/>
                  </a:moveTo>
                  <a:cubicBezTo>
                    <a:pt x="84" y="0"/>
                    <a:pt x="0" y="72"/>
                    <a:pt x="0" y="167"/>
                  </a:cubicBezTo>
                  <a:cubicBezTo>
                    <a:pt x="0"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66"/>
            <p:cNvSpPr/>
            <p:nvPr/>
          </p:nvSpPr>
          <p:spPr>
            <a:xfrm>
              <a:off x="2376996"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66"/>
            <p:cNvSpPr/>
            <p:nvPr/>
          </p:nvSpPr>
          <p:spPr>
            <a:xfrm>
              <a:off x="2429634"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7" y="251"/>
                    <a:pt x="1227" y="167"/>
                  </a:cubicBezTo>
                  <a:cubicBezTo>
                    <a:pt x="1227"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66"/>
            <p:cNvSpPr/>
            <p:nvPr/>
          </p:nvSpPr>
          <p:spPr>
            <a:xfrm>
              <a:off x="2482653"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6" y="251"/>
                    <a:pt x="1226" y="167"/>
                  </a:cubicBezTo>
                  <a:cubicBezTo>
                    <a:pt x="1215"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66"/>
            <p:cNvSpPr/>
            <p:nvPr/>
          </p:nvSpPr>
          <p:spPr>
            <a:xfrm>
              <a:off x="2223251" y="2962369"/>
              <a:ext cx="259433" cy="10623"/>
            </a:xfrm>
            <a:custGeom>
              <a:avLst/>
              <a:gdLst/>
              <a:ahLst/>
              <a:cxnLst/>
              <a:rect l="l" t="t" r="r" b="b"/>
              <a:pathLst>
                <a:path w="8157" h="334" extrusionOk="0">
                  <a:moveTo>
                    <a:pt x="167" y="0"/>
                  </a:moveTo>
                  <a:cubicBezTo>
                    <a:pt x="72" y="0"/>
                    <a:pt x="0" y="84"/>
                    <a:pt x="0" y="167"/>
                  </a:cubicBezTo>
                  <a:cubicBezTo>
                    <a:pt x="0" y="262"/>
                    <a:pt x="72" y="334"/>
                    <a:pt x="167" y="334"/>
                  </a:cubicBezTo>
                  <a:lnTo>
                    <a:pt x="7989" y="334"/>
                  </a:lnTo>
                  <a:cubicBezTo>
                    <a:pt x="8085" y="334"/>
                    <a:pt x="8156" y="262"/>
                    <a:pt x="8156" y="167"/>
                  </a:cubicBezTo>
                  <a:cubicBezTo>
                    <a:pt x="8156" y="84"/>
                    <a:pt x="8085" y="0"/>
                    <a:pt x="7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1" name="Google Shape;12051;p66"/>
            <p:cNvSpPr/>
            <p:nvPr/>
          </p:nvSpPr>
          <p:spPr>
            <a:xfrm>
              <a:off x="2502340" y="2954927"/>
              <a:ext cx="30692" cy="25635"/>
            </a:xfrm>
            <a:custGeom>
              <a:avLst/>
              <a:gdLst/>
              <a:ahLst/>
              <a:cxnLst/>
              <a:rect l="l" t="t" r="r" b="b"/>
              <a:pathLst>
                <a:path w="965" h="806" extrusionOk="0">
                  <a:moveTo>
                    <a:pt x="228" y="0"/>
                  </a:moveTo>
                  <a:cubicBezTo>
                    <a:pt x="183" y="0"/>
                    <a:pt x="139" y="18"/>
                    <a:pt x="107" y="56"/>
                  </a:cubicBezTo>
                  <a:cubicBezTo>
                    <a:pt x="48" y="139"/>
                    <a:pt x="48" y="234"/>
                    <a:pt x="119" y="294"/>
                  </a:cubicBezTo>
                  <a:lnTo>
                    <a:pt x="238" y="401"/>
                  </a:lnTo>
                  <a:lnTo>
                    <a:pt x="119" y="508"/>
                  </a:lnTo>
                  <a:cubicBezTo>
                    <a:pt x="0" y="615"/>
                    <a:pt x="84" y="806"/>
                    <a:pt x="226" y="806"/>
                  </a:cubicBezTo>
                  <a:cubicBezTo>
                    <a:pt x="334" y="806"/>
                    <a:pt x="357" y="734"/>
                    <a:pt x="488" y="627"/>
                  </a:cubicBezTo>
                  <a:cubicBezTo>
                    <a:pt x="596" y="734"/>
                    <a:pt x="643" y="806"/>
                    <a:pt x="738" y="806"/>
                  </a:cubicBezTo>
                  <a:cubicBezTo>
                    <a:pt x="881" y="806"/>
                    <a:pt x="965" y="615"/>
                    <a:pt x="846" y="508"/>
                  </a:cubicBezTo>
                  <a:lnTo>
                    <a:pt x="750" y="401"/>
                  </a:lnTo>
                  <a:lnTo>
                    <a:pt x="869" y="294"/>
                  </a:lnTo>
                  <a:cubicBezTo>
                    <a:pt x="941" y="234"/>
                    <a:pt x="941" y="139"/>
                    <a:pt x="881" y="56"/>
                  </a:cubicBezTo>
                  <a:cubicBezTo>
                    <a:pt x="850" y="18"/>
                    <a:pt x="806" y="0"/>
                    <a:pt x="761" y="0"/>
                  </a:cubicBezTo>
                  <a:cubicBezTo>
                    <a:pt x="720" y="0"/>
                    <a:pt x="677" y="15"/>
                    <a:pt x="643" y="44"/>
                  </a:cubicBezTo>
                  <a:lnTo>
                    <a:pt x="500" y="175"/>
                  </a:lnTo>
                  <a:lnTo>
                    <a:pt x="346" y="44"/>
                  </a:lnTo>
                  <a:cubicBezTo>
                    <a:pt x="311" y="15"/>
                    <a:pt x="269" y="0"/>
                    <a:pt x="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66"/>
            <p:cNvSpPr/>
            <p:nvPr/>
          </p:nvSpPr>
          <p:spPr>
            <a:xfrm>
              <a:off x="2217940" y="3032404"/>
              <a:ext cx="101140" cy="83361"/>
            </a:xfrm>
            <a:custGeom>
              <a:avLst/>
              <a:gdLst/>
              <a:ahLst/>
              <a:cxnLst/>
              <a:rect l="l" t="t" r="r" b="b"/>
              <a:pathLst>
                <a:path w="3180" h="2621" extrusionOk="0">
                  <a:moveTo>
                    <a:pt x="525" y="1"/>
                  </a:moveTo>
                  <a:cubicBezTo>
                    <a:pt x="227" y="1"/>
                    <a:pt x="1" y="239"/>
                    <a:pt x="1" y="525"/>
                  </a:cubicBezTo>
                  <a:lnTo>
                    <a:pt x="1" y="2465"/>
                  </a:lnTo>
                  <a:cubicBezTo>
                    <a:pt x="1" y="2549"/>
                    <a:pt x="84" y="2620"/>
                    <a:pt x="167" y="2620"/>
                  </a:cubicBezTo>
                  <a:cubicBezTo>
                    <a:pt x="263" y="2620"/>
                    <a:pt x="334" y="2549"/>
                    <a:pt x="334" y="2465"/>
                  </a:cubicBezTo>
                  <a:lnTo>
                    <a:pt x="334" y="525"/>
                  </a:lnTo>
                  <a:cubicBezTo>
                    <a:pt x="334" y="418"/>
                    <a:pt x="417" y="334"/>
                    <a:pt x="525" y="334"/>
                  </a:cubicBezTo>
                  <a:lnTo>
                    <a:pt x="3013" y="334"/>
                  </a:lnTo>
                  <a:cubicBezTo>
                    <a:pt x="3096" y="334"/>
                    <a:pt x="3180" y="263"/>
                    <a:pt x="3180" y="168"/>
                  </a:cubicBezTo>
                  <a:cubicBezTo>
                    <a:pt x="3180" y="84"/>
                    <a:pt x="3096"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66"/>
            <p:cNvSpPr/>
            <p:nvPr/>
          </p:nvSpPr>
          <p:spPr>
            <a:xfrm>
              <a:off x="2217558" y="3082401"/>
              <a:ext cx="133708" cy="96592"/>
            </a:xfrm>
            <a:custGeom>
              <a:avLst/>
              <a:gdLst/>
              <a:ahLst/>
              <a:cxnLst/>
              <a:rect l="l" t="t" r="r" b="b"/>
              <a:pathLst>
                <a:path w="4204" h="3037" extrusionOk="0">
                  <a:moveTo>
                    <a:pt x="1918" y="322"/>
                  </a:moveTo>
                  <a:cubicBezTo>
                    <a:pt x="2061" y="322"/>
                    <a:pt x="2180" y="393"/>
                    <a:pt x="2239" y="512"/>
                  </a:cubicBezTo>
                  <a:lnTo>
                    <a:pt x="2549" y="1143"/>
                  </a:lnTo>
                  <a:cubicBezTo>
                    <a:pt x="2382" y="1322"/>
                    <a:pt x="2156" y="1405"/>
                    <a:pt x="1918" y="1405"/>
                  </a:cubicBezTo>
                  <a:cubicBezTo>
                    <a:pt x="1680" y="1405"/>
                    <a:pt x="1465" y="1298"/>
                    <a:pt x="1299" y="1143"/>
                  </a:cubicBezTo>
                  <a:lnTo>
                    <a:pt x="1608" y="512"/>
                  </a:lnTo>
                  <a:cubicBezTo>
                    <a:pt x="1668" y="393"/>
                    <a:pt x="1787" y="322"/>
                    <a:pt x="1918" y="322"/>
                  </a:cubicBezTo>
                  <a:close/>
                  <a:moveTo>
                    <a:pt x="2727" y="1453"/>
                  </a:moveTo>
                  <a:lnTo>
                    <a:pt x="3346" y="2691"/>
                  </a:lnTo>
                  <a:lnTo>
                    <a:pt x="525" y="2691"/>
                  </a:lnTo>
                  <a:lnTo>
                    <a:pt x="1144" y="1453"/>
                  </a:lnTo>
                  <a:cubicBezTo>
                    <a:pt x="1370" y="1644"/>
                    <a:pt x="1644" y="1751"/>
                    <a:pt x="1941" y="1751"/>
                  </a:cubicBezTo>
                  <a:cubicBezTo>
                    <a:pt x="2239" y="1751"/>
                    <a:pt x="2501" y="1644"/>
                    <a:pt x="2727" y="1453"/>
                  </a:cubicBezTo>
                  <a:close/>
                  <a:moveTo>
                    <a:pt x="1918" y="0"/>
                  </a:moveTo>
                  <a:cubicBezTo>
                    <a:pt x="1668" y="0"/>
                    <a:pt x="1430" y="143"/>
                    <a:pt x="1310" y="370"/>
                  </a:cubicBezTo>
                  <a:lnTo>
                    <a:pt x="941" y="1084"/>
                  </a:lnTo>
                  <a:lnTo>
                    <a:pt x="322" y="2275"/>
                  </a:lnTo>
                  <a:lnTo>
                    <a:pt x="322" y="1572"/>
                  </a:lnTo>
                  <a:cubicBezTo>
                    <a:pt x="322" y="1489"/>
                    <a:pt x="251" y="1405"/>
                    <a:pt x="167" y="1405"/>
                  </a:cubicBezTo>
                  <a:cubicBezTo>
                    <a:pt x="72" y="1405"/>
                    <a:pt x="1" y="1489"/>
                    <a:pt x="1" y="1572"/>
                  </a:cubicBezTo>
                  <a:lnTo>
                    <a:pt x="1" y="2501"/>
                  </a:lnTo>
                  <a:cubicBezTo>
                    <a:pt x="1" y="2644"/>
                    <a:pt x="60" y="2775"/>
                    <a:pt x="167" y="2882"/>
                  </a:cubicBezTo>
                  <a:cubicBezTo>
                    <a:pt x="263" y="2977"/>
                    <a:pt x="382" y="3037"/>
                    <a:pt x="525" y="3037"/>
                  </a:cubicBezTo>
                  <a:lnTo>
                    <a:pt x="4001" y="3037"/>
                  </a:lnTo>
                  <a:cubicBezTo>
                    <a:pt x="4097" y="3037"/>
                    <a:pt x="4168" y="2953"/>
                    <a:pt x="4168" y="2870"/>
                  </a:cubicBezTo>
                  <a:cubicBezTo>
                    <a:pt x="4204" y="2763"/>
                    <a:pt x="4120" y="2691"/>
                    <a:pt x="4037" y="2691"/>
                  </a:cubicBezTo>
                  <a:lnTo>
                    <a:pt x="3704" y="2691"/>
                  </a:lnTo>
                  <a:lnTo>
                    <a:pt x="2537" y="370"/>
                  </a:lnTo>
                  <a:cubicBezTo>
                    <a:pt x="2418" y="131"/>
                    <a:pt x="2180"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66"/>
            <p:cNvSpPr/>
            <p:nvPr/>
          </p:nvSpPr>
          <p:spPr>
            <a:xfrm>
              <a:off x="2329671" y="3032404"/>
              <a:ext cx="82566" cy="145444"/>
            </a:xfrm>
            <a:custGeom>
              <a:avLst/>
              <a:gdLst/>
              <a:ahLst/>
              <a:cxnLst/>
              <a:rect l="l" t="t" r="r" b="b"/>
              <a:pathLst>
                <a:path w="2596" h="4573" extrusionOk="0">
                  <a:moveTo>
                    <a:pt x="167" y="1"/>
                  </a:moveTo>
                  <a:cubicBezTo>
                    <a:pt x="71" y="1"/>
                    <a:pt x="0" y="84"/>
                    <a:pt x="0" y="168"/>
                  </a:cubicBezTo>
                  <a:cubicBezTo>
                    <a:pt x="0" y="263"/>
                    <a:pt x="71" y="334"/>
                    <a:pt x="167" y="334"/>
                  </a:cubicBezTo>
                  <a:lnTo>
                    <a:pt x="2072" y="334"/>
                  </a:lnTo>
                  <a:cubicBezTo>
                    <a:pt x="2179" y="334"/>
                    <a:pt x="2262" y="418"/>
                    <a:pt x="2262" y="525"/>
                  </a:cubicBezTo>
                  <a:lnTo>
                    <a:pt x="2262" y="4049"/>
                  </a:lnTo>
                  <a:cubicBezTo>
                    <a:pt x="2262" y="4156"/>
                    <a:pt x="2179" y="4251"/>
                    <a:pt x="2072" y="4251"/>
                  </a:cubicBezTo>
                  <a:lnTo>
                    <a:pt x="1179" y="4251"/>
                  </a:lnTo>
                  <a:cubicBezTo>
                    <a:pt x="1095" y="4251"/>
                    <a:pt x="1012" y="4323"/>
                    <a:pt x="1012" y="4406"/>
                  </a:cubicBezTo>
                  <a:cubicBezTo>
                    <a:pt x="1012" y="4501"/>
                    <a:pt x="1095" y="4573"/>
                    <a:pt x="1179" y="4573"/>
                  </a:cubicBezTo>
                  <a:lnTo>
                    <a:pt x="2072" y="4573"/>
                  </a:lnTo>
                  <a:cubicBezTo>
                    <a:pt x="2369" y="4573"/>
                    <a:pt x="2596" y="4335"/>
                    <a:pt x="2596" y="4049"/>
                  </a:cubicBezTo>
                  <a:lnTo>
                    <a:pt x="2596" y="525"/>
                  </a:lnTo>
                  <a:cubicBezTo>
                    <a:pt x="2596" y="239"/>
                    <a:pt x="2357"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66"/>
            <p:cNvSpPr/>
            <p:nvPr/>
          </p:nvSpPr>
          <p:spPr>
            <a:xfrm>
              <a:off x="2437585" y="3032404"/>
              <a:ext cx="84092" cy="10655"/>
            </a:xfrm>
            <a:custGeom>
              <a:avLst/>
              <a:gdLst/>
              <a:ahLst/>
              <a:cxnLst/>
              <a:rect l="l" t="t" r="r" b="b"/>
              <a:pathLst>
                <a:path w="2644" h="335" extrusionOk="0">
                  <a:moveTo>
                    <a:pt x="167" y="1"/>
                  </a:moveTo>
                  <a:cubicBezTo>
                    <a:pt x="84" y="1"/>
                    <a:pt x="0" y="84"/>
                    <a:pt x="0" y="168"/>
                  </a:cubicBezTo>
                  <a:cubicBezTo>
                    <a:pt x="0" y="263"/>
                    <a:pt x="84" y="334"/>
                    <a:pt x="167" y="334"/>
                  </a:cubicBezTo>
                  <a:lnTo>
                    <a:pt x="2477" y="334"/>
                  </a:lnTo>
                  <a:cubicBezTo>
                    <a:pt x="2560" y="334"/>
                    <a:pt x="2643" y="263"/>
                    <a:pt x="2643" y="168"/>
                  </a:cubicBezTo>
                  <a:cubicBezTo>
                    <a:pt x="2632" y="84"/>
                    <a:pt x="25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66"/>
            <p:cNvSpPr/>
            <p:nvPr/>
          </p:nvSpPr>
          <p:spPr>
            <a:xfrm>
              <a:off x="2427344" y="3055144"/>
              <a:ext cx="94334" cy="10623"/>
            </a:xfrm>
            <a:custGeom>
              <a:avLst/>
              <a:gdLst/>
              <a:ahLst/>
              <a:cxnLst/>
              <a:rect l="l" t="t" r="r" b="b"/>
              <a:pathLst>
                <a:path w="2966" h="334" extrusionOk="0">
                  <a:moveTo>
                    <a:pt x="168" y="0"/>
                  </a:moveTo>
                  <a:cubicBezTo>
                    <a:pt x="72" y="0"/>
                    <a:pt x="1" y="84"/>
                    <a:pt x="1" y="167"/>
                  </a:cubicBezTo>
                  <a:cubicBezTo>
                    <a:pt x="1" y="262"/>
                    <a:pt x="72" y="334"/>
                    <a:pt x="168" y="334"/>
                  </a:cubicBezTo>
                  <a:lnTo>
                    <a:pt x="2799" y="334"/>
                  </a:lnTo>
                  <a:cubicBezTo>
                    <a:pt x="2882" y="334"/>
                    <a:pt x="2965" y="262"/>
                    <a:pt x="2965" y="167"/>
                  </a:cubicBezTo>
                  <a:cubicBezTo>
                    <a:pt x="2954" y="84"/>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66"/>
            <p:cNvSpPr/>
            <p:nvPr/>
          </p:nvSpPr>
          <p:spPr>
            <a:xfrm>
              <a:off x="2427344" y="3077853"/>
              <a:ext cx="94334" cy="10623"/>
            </a:xfrm>
            <a:custGeom>
              <a:avLst/>
              <a:gdLst/>
              <a:ahLst/>
              <a:cxnLst/>
              <a:rect l="l" t="t" r="r" b="b"/>
              <a:pathLst>
                <a:path w="2966" h="334" extrusionOk="0">
                  <a:moveTo>
                    <a:pt x="168" y="1"/>
                  </a:moveTo>
                  <a:cubicBezTo>
                    <a:pt x="72" y="1"/>
                    <a:pt x="1" y="84"/>
                    <a:pt x="1" y="167"/>
                  </a:cubicBezTo>
                  <a:cubicBezTo>
                    <a:pt x="1" y="263"/>
                    <a:pt x="72" y="334"/>
                    <a:pt x="168" y="334"/>
                  </a:cubicBezTo>
                  <a:lnTo>
                    <a:pt x="2799" y="334"/>
                  </a:lnTo>
                  <a:cubicBezTo>
                    <a:pt x="2882" y="334"/>
                    <a:pt x="2965" y="263"/>
                    <a:pt x="2965" y="167"/>
                  </a:cubicBezTo>
                  <a:cubicBezTo>
                    <a:pt x="2954" y="84"/>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66"/>
            <p:cNvSpPr/>
            <p:nvPr/>
          </p:nvSpPr>
          <p:spPr>
            <a:xfrm>
              <a:off x="2427344" y="3100212"/>
              <a:ext cx="94334" cy="10623"/>
            </a:xfrm>
            <a:custGeom>
              <a:avLst/>
              <a:gdLst/>
              <a:ahLst/>
              <a:cxnLst/>
              <a:rect l="l" t="t" r="r" b="b"/>
              <a:pathLst>
                <a:path w="2966" h="334" extrusionOk="0">
                  <a:moveTo>
                    <a:pt x="168" y="0"/>
                  </a:moveTo>
                  <a:cubicBezTo>
                    <a:pt x="72" y="0"/>
                    <a:pt x="1" y="71"/>
                    <a:pt x="1" y="167"/>
                  </a:cubicBezTo>
                  <a:cubicBezTo>
                    <a:pt x="1" y="250"/>
                    <a:pt x="72" y="333"/>
                    <a:pt x="168" y="333"/>
                  </a:cubicBezTo>
                  <a:lnTo>
                    <a:pt x="2799" y="333"/>
                  </a:lnTo>
                  <a:cubicBezTo>
                    <a:pt x="2882" y="333"/>
                    <a:pt x="2965" y="250"/>
                    <a:pt x="2965" y="167"/>
                  </a:cubicBezTo>
                  <a:cubicBezTo>
                    <a:pt x="2965" y="71"/>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66"/>
            <p:cNvSpPr/>
            <p:nvPr/>
          </p:nvSpPr>
          <p:spPr>
            <a:xfrm>
              <a:off x="2427344" y="3122921"/>
              <a:ext cx="94334" cy="10623"/>
            </a:xfrm>
            <a:custGeom>
              <a:avLst/>
              <a:gdLst/>
              <a:ahLst/>
              <a:cxnLst/>
              <a:rect l="l" t="t" r="r" b="b"/>
              <a:pathLst>
                <a:path w="2966" h="334" extrusionOk="0">
                  <a:moveTo>
                    <a:pt x="168" y="0"/>
                  </a:moveTo>
                  <a:cubicBezTo>
                    <a:pt x="72" y="0"/>
                    <a:pt x="1" y="72"/>
                    <a:pt x="1" y="167"/>
                  </a:cubicBezTo>
                  <a:cubicBezTo>
                    <a:pt x="1" y="250"/>
                    <a:pt x="72" y="334"/>
                    <a:pt x="168" y="334"/>
                  </a:cubicBezTo>
                  <a:lnTo>
                    <a:pt x="2799" y="334"/>
                  </a:lnTo>
                  <a:cubicBezTo>
                    <a:pt x="2882" y="334"/>
                    <a:pt x="2965" y="250"/>
                    <a:pt x="2965" y="167"/>
                  </a:cubicBezTo>
                  <a:cubicBezTo>
                    <a:pt x="2954" y="72"/>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66"/>
            <p:cNvSpPr/>
            <p:nvPr/>
          </p:nvSpPr>
          <p:spPr>
            <a:xfrm>
              <a:off x="2427344" y="3145629"/>
              <a:ext cx="94334" cy="10655"/>
            </a:xfrm>
            <a:custGeom>
              <a:avLst/>
              <a:gdLst/>
              <a:ahLst/>
              <a:cxnLst/>
              <a:rect l="l" t="t" r="r" b="b"/>
              <a:pathLst>
                <a:path w="2966" h="335" extrusionOk="0">
                  <a:moveTo>
                    <a:pt x="168" y="1"/>
                  </a:moveTo>
                  <a:cubicBezTo>
                    <a:pt x="72" y="1"/>
                    <a:pt x="1" y="72"/>
                    <a:pt x="1" y="167"/>
                  </a:cubicBezTo>
                  <a:cubicBezTo>
                    <a:pt x="1" y="251"/>
                    <a:pt x="72" y="334"/>
                    <a:pt x="168" y="334"/>
                  </a:cubicBezTo>
                  <a:lnTo>
                    <a:pt x="2799" y="334"/>
                  </a:lnTo>
                  <a:cubicBezTo>
                    <a:pt x="2882" y="334"/>
                    <a:pt x="2965" y="251"/>
                    <a:pt x="2965" y="167"/>
                  </a:cubicBezTo>
                  <a:cubicBezTo>
                    <a:pt x="2954" y="72"/>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66"/>
            <p:cNvSpPr/>
            <p:nvPr/>
          </p:nvSpPr>
          <p:spPr>
            <a:xfrm>
              <a:off x="2427344" y="3167988"/>
              <a:ext cx="68953" cy="10241"/>
            </a:xfrm>
            <a:custGeom>
              <a:avLst/>
              <a:gdLst/>
              <a:ahLst/>
              <a:cxnLst/>
              <a:rect l="l" t="t" r="r" b="b"/>
              <a:pathLst>
                <a:path w="2168" h="322" extrusionOk="0">
                  <a:moveTo>
                    <a:pt x="168" y="0"/>
                  </a:moveTo>
                  <a:cubicBezTo>
                    <a:pt x="72" y="0"/>
                    <a:pt x="1" y="72"/>
                    <a:pt x="1" y="167"/>
                  </a:cubicBezTo>
                  <a:cubicBezTo>
                    <a:pt x="1" y="250"/>
                    <a:pt x="72" y="322"/>
                    <a:pt x="168" y="322"/>
                  </a:cubicBezTo>
                  <a:lnTo>
                    <a:pt x="1989" y="322"/>
                  </a:lnTo>
                  <a:cubicBezTo>
                    <a:pt x="2084" y="322"/>
                    <a:pt x="2156" y="250"/>
                    <a:pt x="2156" y="167"/>
                  </a:cubicBezTo>
                  <a:cubicBezTo>
                    <a:pt x="2168" y="72"/>
                    <a:pt x="2096"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66"/>
            <p:cNvSpPr/>
            <p:nvPr/>
          </p:nvSpPr>
          <p:spPr>
            <a:xfrm>
              <a:off x="2323214" y="3050882"/>
              <a:ext cx="66695" cy="69780"/>
            </a:xfrm>
            <a:custGeom>
              <a:avLst/>
              <a:gdLst/>
              <a:ahLst/>
              <a:cxnLst/>
              <a:rect l="l" t="t" r="r" b="b"/>
              <a:pathLst>
                <a:path w="2097" h="2194" extrusionOk="0">
                  <a:moveTo>
                    <a:pt x="715" y="408"/>
                  </a:moveTo>
                  <a:lnTo>
                    <a:pt x="715" y="527"/>
                  </a:lnTo>
                  <a:cubicBezTo>
                    <a:pt x="715" y="1075"/>
                    <a:pt x="1120" y="1527"/>
                    <a:pt x="1632" y="1611"/>
                  </a:cubicBezTo>
                  <a:cubicBezTo>
                    <a:pt x="1477" y="1742"/>
                    <a:pt x="1275" y="1837"/>
                    <a:pt x="1072" y="1837"/>
                  </a:cubicBezTo>
                  <a:cubicBezTo>
                    <a:pt x="655" y="1837"/>
                    <a:pt x="310" y="1492"/>
                    <a:pt x="310" y="1075"/>
                  </a:cubicBezTo>
                  <a:cubicBezTo>
                    <a:pt x="310" y="789"/>
                    <a:pt x="477" y="539"/>
                    <a:pt x="715" y="408"/>
                  </a:cubicBezTo>
                  <a:close/>
                  <a:moveTo>
                    <a:pt x="960" y="0"/>
                  </a:moveTo>
                  <a:cubicBezTo>
                    <a:pt x="950" y="0"/>
                    <a:pt x="939" y="1"/>
                    <a:pt x="929" y="3"/>
                  </a:cubicBezTo>
                  <a:cubicBezTo>
                    <a:pt x="394" y="75"/>
                    <a:pt x="1" y="539"/>
                    <a:pt x="1" y="1087"/>
                  </a:cubicBezTo>
                  <a:cubicBezTo>
                    <a:pt x="1" y="1694"/>
                    <a:pt x="489" y="2194"/>
                    <a:pt x="1096" y="2194"/>
                  </a:cubicBezTo>
                  <a:cubicBezTo>
                    <a:pt x="1525" y="2194"/>
                    <a:pt x="1929" y="1932"/>
                    <a:pt x="2096" y="1539"/>
                  </a:cubicBezTo>
                  <a:cubicBezTo>
                    <a:pt x="2096" y="1444"/>
                    <a:pt x="2084" y="1384"/>
                    <a:pt x="2048" y="1337"/>
                  </a:cubicBezTo>
                  <a:cubicBezTo>
                    <a:pt x="2030" y="1309"/>
                    <a:pt x="1990" y="1281"/>
                    <a:pt x="1945" y="1281"/>
                  </a:cubicBezTo>
                  <a:cubicBezTo>
                    <a:pt x="1932" y="1281"/>
                    <a:pt x="1919" y="1284"/>
                    <a:pt x="1906" y="1289"/>
                  </a:cubicBezTo>
                  <a:lnTo>
                    <a:pt x="1798" y="1289"/>
                  </a:lnTo>
                  <a:cubicBezTo>
                    <a:pt x="1382" y="1289"/>
                    <a:pt x="1036" y="944"/>
                    <a:pt x="1036" y="527"/>
                  </a:cubicBezTo>
                  <a:cubicBezTo>
                    <a:pt x="1036" y="420"/>
                    <a:pt x="1060" y="313"/>
                    <a:pt x="1096" y="229"/>
                  </a:cubicBezTo>
                  <a:cubicBezTo>
                    <a:pt x="1132" y="170"/>
                    <a:pt x="1120" y="110"/>
                    <a:pt x="1084" y="63"/>
                  </a:cubicBezTo>
                  <a:cubicBezTo>
                    <a:pt x="1054" y="23"/>
                    <a:pt x="1009" y="0"/>
                    <a:pt x="9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3" name="Google Shape;12063;p66"/>
          <p:cNvGrpSpPr/>
          <p:nvPr/>
        </p:nvGrpSpPr>
        <p:grpSpPr>
          <a:xfrm>
            <a:off x="1749897" y="2719111"/>
            <a:ext cx="355993" cy="355612"/>
            <a:chOff x="1749897" y="2894561"/>
            <a:chExt cx="355993" cy="355612"/>
          </a:xfrm>
        </p:grpSpPr>
        <p:sp>
          <p:nvSpPr>
            <p:cNvPr id="12064" name="Google Shape;12064;p66"/>
            <p:cNvSpPr/>
            <p:nvPr/>
          </p:nvSpPr>
          <p:spPr>
            <a:xfrm>
              <a:off x="1899858" y="2895324"/>
              <a:ext cx="206033" cy="161728"/>
            </a:xfrm>
            <a:custGeom>
              <a:avLst/>
              <a:gdLst/>
              <a:ahLst/>
              <a:cxnLst/>
              <a:rect l="l" t="t" r="r" b="b"/>
              <a:pathLst>
                <a:path w="6478" h="5085" extrusionOk="0">
                  <a:moveTo>
                    <a:pt x="6156" y="322"/>
                  </a:moveTo>
                  <a:lnTo>
                    <a:pt x="6156" y="4763"/>
                  </a:lnTo>
                  <a:lnTo>
                    <a:pt x="334" y="4763"/>
                  </a:lnTo>
                  <a:lnTo>
                    <a:pt x="334" y="322"/>
                  </a:lnTo>
                  <a:close/>
                  <a:moveTo>
                    <a:pt x="167" y="1"/>
                  </a:moveTo>
                  <a:cubicBezTo>
                    <a:pt x="72" y="1"/>
                    <a:pt x="0" y="72"/>
                    <a:pt x="0" y="167"/>
                  </a:cubicBezTo>
                  <a:lnTo>
                    <a:pt x="0" y="4930"/>
                  </a:lnTo>
                  <a:cubicBezTo>
                    <a:pt x="0" y="5013"/>
                    <a:pt x="72" y="5085"/>
                    <a:pt x="167" y="5085"/>
                  </a:cubicBezTo>
                  <a:lnTo>
                    <a:pt x="6311" y="5085"/>
                  </a:lnTo>
                  <a:cubicBezTo>
                    <a:pt x="6406" y="5085"/>
                    <a:pt x="6477" y="5013"/>
                    <a:pt x="6477" y="4930"/>
                  </a:cubicBezTo>
                  <a:lnTo>
                    <a:pt x="6477" y="167"/>
                  </a:lnTo>
                  <a:cubicBezTo>
                    <a:pt x="6477" y="72"/>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66"/>
            <p:cNvSpPr/>
            <p:nvPr/>
          </p:nvSpPr>
          <p:spPr>
            <a:xfrm>
              <a:off x="1751424" y="2894561"/>
              <a:ext cx="135585" cy="161379"/>
            </a:xfrm>
            <a:custGeom>
              <a:avLst/>
              <a:gdLst/>
              <a:ahLst/>
              <a:cxnLst/>
              <a:rect l="l" t="t" r="r" b="b"/>
              <a:pathLst>
                <a:path w="4263" h="5074" extrusionOk="0">
                  <a:moveTo>
                    <a:pt x="3643" y="334"/>
                  </a:moveTo>
                  <a:lnTo>
                    <a:pt x="2048" y="2227"/>
                  </a:lnTo>
                  <a:lnTo>
                    <a:pt x="476" y="334"/>
                  </a:lnTo>
                  <a:close/>
                  <a:moveTo>
                    <a:pt x="286" y="632"/>
                  </a:moveTo>
                  <a:lnTo>
                    <a:pt x="1846" y="2489"/>
                  </a:lnTo>
                  <a:lnTo>
                    <a:pt x="286" y="4359"/>
                  </a:lnTo>
                  <a:lnTo>
                    <a:pt x="286" y="632"/>
                  </a:lnTo>
                  <a:close/>
                  <a:moveTo>
                    <a:pt x="3894" y="561"/>
                  </a:moveTo>
                  <a:lnTo>
                    <a:pt x="3894" y="4430"/>
                  </a:lnTo>
                  <a:lnTo>
                    <a:pt x="2274" y="2489"/>
                  </a:lnTo>
                  <a:lnTo>
                    <a:pt x="3894" y="561"/>
                  </a:lnTo>
                  <a:close/>
                  <a:moveTo>
                    <a:pt x="2072" y="2739"/>
                  </a:moveTo>
                  <a:lnTo>
                    <a:pt x="3763" y="4763"/>
                  </a:lnTo>
                  <a:lnTo>
                    <a:pt x="369" y="4763"/>
                  </a:lnTo>
                  <a:lnTo>
                    <a:pt x="2072" y="2739"/>
                  </a:lnTo>
                  <a:close/>
                  <a:moveTo>
                    <a:pt x="36" y="1"/>
                  </a:moveTo>
                  <a:cubicBezTo>
                    <a:pt x="36" y="1"/>
                    <a:pt x="24" y="1"/>
                    <a:pt x="24" y="25"/>
                  </a:cubicBezTo>
                  <a:cubicBezTo>
                    <a:pt x="24" y="25"/>
                    <a:pt x="12" y="25"/>
                    <a:pt x="12" y="37"/>
                  </a:cubicBezTo>
                  <a:lnTo>
                    <a:pt x="0" y="49"/>
                  </a:lnTo>
                  <a:lnTo>
                    <a:pt x="0" y="72"/>
                  </a:lnTo>
                  <a:lnTo>
                    <a:pt x="0" y="84"/>
                  </a:lnTo>
                  <a:lnTo>
                    <a:pt x="0" y="96"/>
                  </a:lnTo>
                  <a:lnTo>
                    <a:pt x="0" y="108"/>
                  </a:lnTo>
                  <a:lnTo>
                    <a:pt x="0" y="132"/>
                  </a:lnTo>
                  <a:lnTo>
                    <a:pt x="0" y="144"/>
                  </a:lnTo>
                  <a:lnTo>
                    <a:pt x="0" y="4906"/>
                  </a:lnTo>
                  <a:cubicBezTo>
                    <a:pt x="0" y="4990"/>
                    <a:pt x="72" y="5073"/>
                    <a:pt x="155" y="5073"/>
                  </a:cubicBezTo>
                  <a:lnTo>
                    <a:pt x="4108" y="5073"/>
                  </a:lnTo>
                  <a:cubicBezTo>
                    <a:pt x="4191" y="5073"/>
                    <a:pt x="4263" y="4990"/>
                    <a:pt x="4263" y="4906"/>
                  </a:cubicBezTo>
                  <a:lnTo>
                    <a:pt x="4263" y="144"/>
                  </a:lnTo>
                  <a:cubicBezTo>
                    <a:pt x="4239" y="84"/>
                    <a:pt x="4167"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66"/>
            <p:cNvSpPr/>
            <p:nvPr/>
          </p:nvSpPr>
          <p:spPr>
            <a:xfrm>
              <a:off x="1931663" y="2921468"/>
              <a:ext cx="64787" cy="10241"/>
            </a:xfrm>
            <a:custGeom>
              <a:avLst/>
              <a:gdLst/>
              <a:ahLst/>
              <a:cxnLst/>
              <a:rect l="l" t="t" r="r" b="b"/>
              <a:pathLst>
                <a:path w="2037" h="322" extrusionOk="0">
                  <a:moveTo>
                    <a:pt x="167" y="0"/>
                  </a:moveTo>
                  <a:cubicBezTo>
                    <a:pt x="72" y="0"/>
                    <a:pt x="1" y="72"/>
                    <a:pt x="1" y="155"/>
                  </a:cubicBezTo>
                  <a:cubicBezTo>
                    <a:pt x="1" y="250"/>
                    <a:pt x="72" y="322"/>
                    <a:pt x="167" y="322"/>
                  </a:cubicBezTo>
                  <a:lnTo>
                    <a:pt x="1882" y="322"/>
                  </a:lnTo>
                  <a:cubicBezTo>
                    <a:pt x="1965" y="322"/>
                    <a:pt x="2037" y="250"/>
                    <a:pt x="2037" y="155"/>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66"/>
            <p:cNvSpPr/>
            <p:nvPr/>
          </p:nvSpPr>
          <p:spPr>
            <a:xfrm>
              <a:off x="2009681" y="2921468"/>
              <a:ext cx="65168" cy="10241"/>
            </a:xfrm>
            <a:custGeom>
              <a:avLst/>
              <a:gdLst/>
              <a:ahLst/>
              <a:cxnLst/>
              <a:rect l="l" t="t" r="r" b="b"/>
              <a:pathLst>
                <a:path w="2049" h="322" extrusionOk="0">
                  <a:moveTo>
                    <a:pt x="167" y="0"/>
                  </a:moveTo>
                  <a:cubicBezTo>
                    <a:pt x="84" y="0"/>
                    <a:pt x="0" y="72"/>
                    <a:pt x="0" y="155"/>
                  </a:cubicBezTo>
                  <a:cubicBezTo>
                    <a:pt x="0" y="250"/>
                    <a:pt x="84" y="322"/>
                    <a:pt x="167" y="322"/>
                  </a:cubicBezTo>
                  <a:lnTo>
                    <a:pt x="1881" y="322"/>
                  </a:lnTo>
                  <a:cubicBezTo>
                    <a:pt x="1965" y="322"/>
                    <a:pt x="2048" y="250"/>
                    <a:pt x="2048" y="155"/>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66"/>
            <p:cNvSpPr/>
            <p:nvPr/>
          </p:nvSpPr>
          <p:spPr>
            <a:xfrm>
              <a:off x="1931663" y="2954418"/>
              <a:ext cx="64787" cy="10623"/>
            </a:xfrm>
            <a:custGeom>
              <a:avLst/>
              <a:gdLst/>
              <a:ahLst/>
              <a:cxnLst/>
              <a:rect l="l" t="t" r="r" b="b"/>
              <a:pathLst>
                <a:path w="2037" h="334" extrusionOk="0">
                  <a:moveTo>
                    <a:pt x="167" y="0"/>
                  </a:moveTo>
                  <a:cubicBezTo>
                    <a:pt x="72" y="0"/>
                    <a:pt x="1" y="72"/>
                    <a:pt x="1" y="167"/>
                  </a:cubicBezTo>
                  <a:cubicBezTo>
                    <a:pt x="1" y="250"/>
                    <a:pt x="72" y="334"/>
                    <a:pt x="167" y="334"/>
                  </a:cubicBezTo>
                  <a:lnTo>
                    <a:pt x="1882" y="334"/>
                  </a:lnTo>
                  <a:cubicBezTo>
                    <a:pt x="1965" y="334"/>
                    <a:pt x="2037" y="250"/>
                    <a:pt x="2037" y="167"/>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66"/>
            <p:cNvSpPr/>
            <p:nvPr/>
          </p:nvSpPr>
          <p:spPr>
            <a:xfrm>
              <a:off x="2009681" y="2954418"/>
              <a:ext cx="65168" cy="10623"/>
            </a:xfrm>
            <a:custGeom>
              <a:avLst/>
              <a:gdLst/>
              <a:ahLst/>
              <a:cxnLst/>
              <a:rect l="l" t="t" r="r" b="b"/>
              <a:pathLst>
                <a:path w="2049" h="334" extrusionOk="0">
                  <a:moveTo>
                    <a:pt x="167" y="0"/>
                  </a:moveTo>
                  <a:cubicBezTo>
                    <a:pt x="84" y="0"/>
                    <a:pt x="0" y="72"/>
                    <a:pt x="0" y="167"/>
                  </a:cubicBezTo>
                  <a:cubicBezTo>
                    <a:pt x="0" y="250"/>
                    <a:pt x="84" y="334"/>
                    <a:pt x="167" y="334"/>
                  </a:cubicBezTo>
                  <a:lnTo>
                    <a:pt x="1881" y="334"/>
                  </a:lnTo>
                  <a:cubicBezTo>
                    <a:pt x="1965" y="334"/>
                    <a:pt x="2048" y="250"/>
                    <a:pt x="2048" y="167"/>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66"/>
            <p:cNvSpPr/>
            <p:nvPr/>
          </p:nvSpPr>
          <p:spPr>
            <a:xfrm>
              <a:off x="1931663" y="2987718"/>
              <a:ext cx="64787" cy="10273"/>
            </a:xfrm>
            <a:custGeom>
              <a:avLst/>
              <a:gdLst/>
              <a:ahLst/>
              <a:cxnLst/>
              <a:rect l="l" t="t" r="r" b="b"/>
              <a:pathLst>
                <a:path w="2037" h="323" extrusionOk="0">
                  <a:moveTo>
                    <a:pt x="167" y="1"/>
                  </a:moveTo>
                  <a:cubicBezTo>
                    <a:pt x="72" y="1"/>
                    <a:pt x="1" y="72"/>
                    <a:pt x="1" y="156"/>
                  </a:cubicBezTo>
                  <a:cubicBezTo>
                    <a:pt x="1" y="251"/>
                    <a:pt x="72" y="322"/>
                    <a:pt x="167" y="322"/>
                  </a:cubicBezTo>
                  <a:lnTo>
                    <a:pt x="1882" y="322"/>
                  </a:lnTo>
                  <a:cubicBezTo>
                    <a:pt x="1965" y="322"/>
                    <a:pt x="2037" y="251"/>
                    <a:pt x="2037" y="156"/>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66"/>
            <p:cNvSpPr/>
            <p:nvPr/>
          </p:nvSpPr>
          <p:spPr>
            <a:xfrm>
              <a:off x="2009681" y="2987718"/>
              <a:ext cx="65168" cy="10273"/>
            </a:xfrm>
            <a:custGeom>
              <a:avLst/>
              <a:gdLst/>
              <a:ahLst/>
              <a:cxnLst/>
              <a:rect l="l" t="t" r="r" b="b"/>
              <a:pathLst>
                <a:path w="2049" h="323" extrusionOk="0">
                  <a:moveTo>
                    <a:pt x="167" y="1"/>
                  </a:moveTo>
                  <a:cubicBezTo>
                    <a:pt x="84" y="1"/>
                    <a:pt x="0" y="72"/>
                    <a:pt x="0" y="156"/>
                  </a:cubicBezTo>
                  <a:cubicBezTo>
                    <a:pt x="0" y="251"/>
                    <a:pt x="84" y="322"/>
                    <a:pt x="167" y="322"/>
                  </a:cubicBezTo>
                  <a:lnTo>
                    <a:pt x="1881" y="322"/>
                  </a:lnTo>
                  <a:cubicBezTo>
                    <a:pt x="1965" y="322"/>
                    <a:pt x="2048" y="251"/>
                    <a:pt x="2048" y="156"/>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66"/>
            <p:cNvSpPr/>
            <p:nvPr/>
          </p:nvSpPr>
          <p:spPr>
            <a:xfrm>
              <a:off x="1931663" y="3020668"/>
              <a:ext cx="64787" cy="10655"/>
            </a:xfrm>
            <a:custGeom>
              <a:avLst/>
              <a:gdLst/>
              <a:ahLst/>
              <a:cxnLst/>
              <a:rect l="l" t="t" r="r" b="b"/>
              <a:pathLst>
                <a:path w="2037" h="335" extrusionOk="0">
                  <a:moveTo>
                    <a:pt x="167" y="1"/>
                  </a:moveTo>
                  <a:cubicBezTo>
                    <a:pt x="72" y="1"/>
                    <a:pt x="1" y="72"/>
                    <a:pt x="1" y="167"/>
                  </a:cubicBezTo>
                  <a:cubicBezTo>
                    <a:pt x="1" y="251"/>
                    <a:pt x="72" y="334"/>
                    <a:pt x="167" y="334"/>
                  </a:cubicBezTo>
                  <a:lnTo>
                    <a:pt x="1882" y="334"/>
                  </a:lnTo>
                  <a:cubicBezTo>
                    <a:pt x="1965" y="334"/>
                    <a:pt x="2037" y="251"/>
                    <a:pt x="2037" y="167"/>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66"/>
            <p:cNvSpPr/>
            <p:nvPr/>
          </p:nvSpPr>
          <p:spPr>
            <a:xfrm>
              <a:off x="2009681" y="3020668"/>
              <a:ext cx="65168" cy="10655"/>
            </a:xfrm>
            <a:custGeom>
              <a:avLst/>
              <a:gdLst/>
              <a:ahLst/>
              <a:cxnLst/>
              <a:rect l="l" t="t" r="r" b="b"/>
              <a:pathLst>
                <a:path w="2049" h="335" extrusionOk="0">
                  <a:moveTo>
                    <a:pt x="167" y="1"/>
                  </a:moveTo>
                  <a:cubicBezTo>
                    <a:pt x="84" y="1"/>
                    <a:pt x="0" y="72"/>
                    <a:pt x="0" y="167"/>
                  </a:cubicBezTo>
                  <a:cubicBezTo>
                    <a:pt x="0" y="251"/>
                    <a:pt x="84" y="334"/>
                    <a:pt x="167" y="334"/>
                  </a:cubicBezTo>
                  <a:lnTo>
                    <a:pt x="1881" y="334"/>
                  </a:lnTo>
                  <a:cubicBezTo>
                    <a:pt x="1965" y="334"/>
                    <a:pt x="2048" y="251"/>
                    <a:pt x="2048" y="167"/>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4" name="Google Shape;12074;p66"/>
            <p:cNvSpPr/>
            <p:nvPr/>
          </p:nvSpPr>
          <p:spPr>
            <a:xfrm>
              <a:off x="1749897" y="3069138"/>
              <a:ext cx="355993" cy="181034"/>
            </a:xfrm>
            <a:custGeom>
              <a:avLst/>
              <a:gdLst/>
              <a:ahLst/>
              <a:cxnLst/>
              <a:rect l="l" t="t" r="r" b="b"/>
              <a:pathLst>
                <a:path w="11193" h="5692" extrusionOk="0">
                  <a:moveTo>
                    <a:pt x="9859" y="322"/>
                  </a:moveTo>
                  <a:lnTo>
                    <a:pt x="5596" y="1477"/>
                  </a:lnTo>
                  <a:lnTo>
                    <a:pt x="1334" y="322"/>
                  </a:lnTo>
                  <a:close/>
                  <a:moveTo>
                    <a:pt x="334" y="394"/>
                  </a:moveTo>
                  <a:lnTo>
                    <a:pt x="4954" y="1644"/>
                  </a:lnTo>
                  <a:lnTo>
                    <a:pt x="334" y="2894"/>
                  </a:lnTo>
                  <a:lnTo>
                    <a:pt x="334" y="394"/>
                  </a:lnTo>
                  <a:close/>
                  <a:moveTo>
                    <a:pt x="10871" y="417"/>
                  </a:moveTo>
                  <a:lnTo>
                    <a:pt x="10871" y="2918"/>
                  </a:lnTo>
                  <a:lnTo>
                    <a:pt x="6239" y="1668"/>
                  </a:lnTo>
                  <a:lnTo>
                    <a:pt x="10871" y="417"/>
                  </a:lnTo>
                  <a:close/>
                  <a:moveTo>
                    <a:pt x="5596" y="1822"/>
                  </a:moveTo>
                  <a:lnTo>
                    <a:pt x="10252" y="3096"/>
                  </a:lnTo>
                  <a:lnTo>
                    <a:pt x="941" y="3096"/>
                  </a:lnTo>
                  <a:lnTo>
                    <a:pt x="5596" y="1822"/>
                  </a:lnTo>
                  <a:close/>
                  <a:moveTo>
                    <a:pt x="9132" y="3425"/>
                  </a:moveTo>
                  <a:cubicBezTo>
                    <a:pt x="9140" y="3425"/>
                    <a:pt x="9148" y="3427"/>
                    <a:pt x="9156" y="3430"/>
                  </a:cubicBezTo>
                  <a:lnTo>
                    <a:pt x="10669" y="4477"/>
                  </a:lnTo>
                  <a:cubicBezTo>
                    <a:pt x="10692" y="4489"/>
                    <a:pt x="10704" y="4501"/>
                    <a:pt x="10692" y="4537"/>
                  </a:cubicBezTo>
                  <a:cubicBezTo>
                    <a:pt x="10692" y="4549"/>
                    <a:pt x="10669" y="4561"/>
                    <a:pt x="10645" y="4561"/>
                  </a:cubicBezTo>
                  <a:lnTo>
                    <a:pt x="9871" y="4525"/>
                  </a:lnTo>
                  <a:cubicBezTo>
                    <a:pt x="9856" y="4522"/>
                    <a:pt x="9840" y="4521"/>
                    <a:pt x="9825" y="4521"/>
                  </a:cubicBezTo>
                  <a:cubicBezTo>
                    <a:pt x="9708" y="4521"/>
                    <a:pt x="9589" y="4598"/>
                    <a:pt x="9526" y="4704"/>
                  </a:cubicBezTo>
                  <a:cubicBezTo>
                    <a:pt x="9097" y="5382"/>
                    <a:pt x="9121" y="5382"/>
                    <a:pt x="9085" y="5382"/>
                  </a:cubicBezTo>
                  <a:cubicBezTo>
                    <a:pt x="9049" y="5382"/>
                    <a:pt x="9037" y="5370"/>
                    <a:pt x="9037" y="5335"/>
                  </a:cubicBezTo>
                  <a:lnTo>
                    <a:pt x="9085" y="3477"/>
                  </a:lnTo>
                  <a:cubicBezTo>
                    <a:pt x="9085" y="3441"/>
                    <a:pt x="9106" y="3425"/>
                    <a:pt x="9132" y="3425"/>
                  </a:cubicBezTo>
                  <a:close/>
                  <a:moveTo>
                    <a:pt x="334" y="1"/>
                  </a:moveTo>
                  <a:cubicBezTo>
                    <a:pt x="286" y="1"/>
                    <a:pt x="239" y="13"/>
                    <a:pt x="215" y="25"/>
                  </a:cubicBezTo>
                  <a:cubicBezTo>
                    <a:pt x="96" y="72"/>
                    <a:pt x="12" y="191"/>
                    <a:pt x="1" y="310"/>
                  </a:cubicBezTo>
                  <a:lnTo>
                    <a:pt x="1" y="322"/>
                  </a:lnTo>
                  <a:lnTo>
                    <a:pt x="1" y="3096"/>
                  </a:lnTo>
                  <a:cubicBezTo>
                    <a:pt x="1" y="3275"/>
                    <a:pt x="155" y="3418"/>
                    <a:pt x="334" y="3418"/>
                  </a:cubicBezTo>
                  <a:lnTo>
                    <a:pt x="8728" y="3418"/>
                  </a:lnTo>
                  <a:cubicBezTo>
                    <a:pt x="8728" y="3465"/>
                    <a:pt x="8728" y="3346"/>
                    <a:pt x="8680" y="5311"/>
                  </a:cubicBezTo>
                  <a:cubicBezTo>
                    <a:pt x="8680" y="5418"/>
                    <a:pt x="8704" y="5513"/>
                    <a:pt x="8775" y="5573"/>
                  </a:cubicBezTo>
                  <a:cubicBezTo>
                    <a:pt x="8859" y="5656"/>
                    <a:pt x="8954" y="5692"/>
                    <a:pt x="9061" y="5692"/>
                  </a:cubicBezTo>
                  <a:cubicBezTo>
                    <a:pt x="9192" y="5692"/>
                    <a:pt x="9311" y="5620"/>
                    <a:pt x="9395" y="5513"/>
                  </a:cubicBezTo>
                  <a:cubicBezTo>
                    <a:pt x="9823" y="4847"/>
                    <a:pt x="9787" y="4835"/>
                    <a:pt x="9835" y="4835"/>
                  </a:cubicBezTo>
                  <a:cubicBezTo>
                    <a:pt x="10764" y="4882"/>
                    <a:pt x="10621" y="4882"/>
                    <a:pt x="10645" y="4882"/>
                  </a:cubicBezTo>
                  <a:cubicBezTo>
                    <a:pt x="10800" y="4882"/>
                    <a:pt x="10954" y="4775"/>
                    <a:pt x="11002" y="4608"/>
                  </a:cubicBezTo>
                  <a:cubicBezTo>
                    <a:pt x="11038" y="4442"/>
                    <a:pt x="10978" y="4287"/>
                    <a:pt x="10847" y="4180"/>
                  </a:cubicBezTo>
                  <a:lnTo>
                    <a:pt x="9704" y="3406"/>
                  </a:lnTo>
                  <a:lnTo>
                    <a:pt x="10847" y="3406"/>
                  </a:lnTo>
                  <a:cubicBezTo>
                    <a:pt x="11026" y="3406"/>
                    <a:pt x="11181" y="3251"/>
                    <a:pt x="11181" y="3073"/>
                  </a:cubicBezTo>
                  <a:cubicBezTo>
                    <a:pt x="11192" y="2739"/>
                    <a:pt x="11192" y="620"/>
                    <a:pt x="11192" y="310"/>
                  </a:cubicBezTo>
                  <a:cubicBezTo>
                    <a:pt x="11192" y="179"/>
                    <a:pt x="11109" y="72"/>
                    <a:pt x="10990" y="25"/>
                  </a:cubicBezTo>
                  <a:cubicBezTo>
                    <a:pt x="10942" y="13"/>
                    <a:pt x="10907" y="1"/>
                    <a:pt x="10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5" name="Google Shape;12075;p66"/>
          <p:cNvGrpSpPr/>
          <p:nvPr/>
        </p:nvGrpSpPr>
        <p:grpSpPr>
          <a:xfrm>
            <a:off x="1305327" y="2718761"/>
            <a:ext cx="357520" cy="357488"/>
            <a:chOff x="1305327" y="2894211"/>
            <a:chExt cx="357520" cy="357488"/>
          </a:xfrm>
        </p:grpSpPr>
        <p:sp>
          <p:nvSpPr>
            <p:cNvPr id="12076" name="Google Shape;12076;p66"/>
            <p:cNvSpPr/>
            <p:nvPr/>
          </p:nvSpPr>
          <p:spPr>
            <a:xfrm>
              <a:off x="1305709" y="2975600"/>
              <a:ext cx="281379" cy="275336"/>
            </a:xfrm>
            <a:custGeom>
              <a:avLst/>
              <a:gdLst/>
              <a:ahLst/>
              <a:cxnLst/>
              <a:rect l="l" t="t" r="r" b="b"/>
              <a:pathLst>
                <a:path w="8847" h="8657" extrusionOk="0">
                  <a:moveTo>
                    <a:pt x="167" y="1"/>
                  </a:moveTo>
                  <a:cubicBezTo>
                    <a:pt x="84" y="1"/>
                    <a:pt x="1" y="84"/>
                    <a:pt x="1" y="168"/>
                  </a:cubicBezTo>
                  <a:lnTo>
                    <a:pt x="1" y="8085"/>
                  </a:lnTo>
                  <a:cubicBezTo>
                    <a:pt x="1" y="8395"/>
                    <a:pt x="262" y="8657"/>
                    <a:pt x="572" y="8657"/>
                  </a:cubicBezTo>
                  <a:lnTo>
                    <a:pt x="8680" y="8657"/>
                  </a:lnTo>
                  <a:cubicBezTo>
                    <a:pt x="8775" y="8657"/>
                    <a:pt x="8847" y="8573"/>
                    <a:pt x="8847" y="8490"/>
                  </a:cubicBezTo>
                  <a:cubicBezTo>
                    <a:pt x="8835" y="8395"/>
                    <a:pt x="8764" y="8323"/>
                    <a:pt x="8668" y="8323"/>
                  </a:cubicBezTo>
                  <a:lnTo>
                    <a:pt x="560" y="8323"/>
                  </a:lnTo>
                  <a:cubicBezTo>
                    <a:pt x="429" y="8323"/>
                    <a:pt x="334" y="8216"/>
                    <a:pt x="334" y="8097"/>
                  </a:cubicBez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66"/>
            <p:cNvSpPr/>
            <p:nvPr/>
          </p:nvSpPr>
          <p:spPr>
            <a:xfrm>
              <a:off x="1305327" y="2894211"/>
              <a:ext cx="357520" cy="357488"/>
            </a:xfrm>
            <a:custGeom>
              <a:avLst/>
              <a:gdLst/>
              <a:ahLst/>
              <a:cxnLst/>
              <a:rect l="l" t="t" r="r" b="b"/>
              <a:pathLst>
                <a:path w="11241" h="11240" extrusionOk="0">
                  <a:moveTo>
                    <a:pt x="572" y="0"/>
                  </a:moveTo>
                  <a:cubicBezTo>
                    <a:pt x="251" y="0"/>
                    <a:pt x="1" y="262"/>
                    <a:pt x="1" y="572"/>
                  </a:cubicBezTo>
                  <a:lnTo>
                    <a:pt x="1" y="2060"/>
                  </a:lnTo>
                  <a:cubicBezTo>
                    <a:pt x="1" y="2143"/>
                    <a:pt x="72" y="2215"/>
                    <a:pt x="167" y="2215"/>
                  </a:cubicBezTo>
                  <a:cubicBezTo>
                    <a:pt x="263" y="2215"/>
                    <a:pt x="334" y="2143"/>
                    <a:pt x="334" y="2060"/>
                  </a:cubicBezTo>
                  <a:lnTo>
                    <a:pt x="334" y="572"/>
                  </a:lnTo>
                  <a:cubicBezTo>
                    <a:pt x="334" y="417"/>
                    <a:pt x="453" y="333"/>
                    <a:pt x="572" y="333"/>
                  </a:cubicBezTo>
                  <a:cubicBezTo>
                    <a:pt x="620" y="333"/>
                    <a:pt x="679" y="345"/>
                    <a:pt x="739" y="405"/>
                  </a:cubicBezTo>
                  <a:lnTo>
                    <a:pt x="1048" y="714"/>
                  </a:lnTo>
                  <a:lnTo>
                    <a:pt x="596" y="1167"/>
                  </a:lnTo>
                  <a:cubicBezTo>
                    <a:pt x="501" y="1262"/>
                    <a:pt x="572" y="1441"/>
                    <a:pt x="715" y="1441"/>
                  </a:cubicBezTo>
                  <a:cubicBezTo>
                    <a:pt x="834" y="1441"/>
                    <a:pt x="858" y="1357"/>
                    <a:pt x="1286" y="953"/>
                  </a:cubicBezTo>
                  <a:lnTo>
                    <a:pt x="1822" y="1488"/>
                  </a:lnTo>
                  <a:lnTo>
                    <a:pt x="1644" y="1667"/>
                  </a:lnTo>
                  <a:cubicBezTo>
                    <a:pt x="1584" y="1726"/>
                    <a:pt x="1584" y="1834"/>
                    <a:pt x="1644" y="1905"/>
                  </a:cubicBezTo>
                  <a:cubicBezTo>
                    <a:pt x="1673" y="1935"/>
                    <a:pt x="1715" y="1950"/>
                    <a:pt x="1758" y="1950"/>
                  </a:cubicBezTo>
                  <a:cubicBezTo>
                    <a:pt x="1801" y="1950"/>
                    <a:pt x="1846" y="1935"/>
                    <a:pt x="1882" y="1905"/>
                  </a:cubicBezTo>
                  <a:lnTo>
                    <a:pt x="2060" y="1726"/>
                  </a:lnTo>
                  <a:lnTo>
                    <a:pt x="2596" y="2262"/>
                  </a:lnTo>
                  <a:lnTo>
                    <a:pt x="2144" y="2715"/>
                  </a:lnTo>
                  <a:cubicBezTo>
                    <a:pt x="2084" y="2774"/>
                    <a:pt x="2084" y="2881"/>
                    <a:pt x="2144" y="2953"/>
                  </a:cubicBezTo>
                  <a:cubicBezTo>
                    <a:pt x="2173" y="2983"/>
                    <a:pt x="2215" y="2997"/>
                    <a:pt x="2258" y="2997"/>
                  </a:cubicBezTo>
                  <a:cubicBezTo>
                    <a:pt x="2301" y="2997"/>
                    <a:pt x="2346" y="2983"/>
                    <a:pt x="2382" y="2953"/>
                  </a:cubicBezTo>
                  <a:lnTo>
                    <a:pt x="2834" y="2500"/>
                  </a:lnTo>
                  <a:lnTo>
                    <a:pt x="3370" y="3036"/>
                  </a:lnTo>
                  <a:lnTo>
                    <a:pt x="3191" y="3215"/>
                  </a:lnTo>
                  <a:cubicBezTo>
                    <a:pt x="3132" y="3274"/>
                    <a:pt x="3132" y="3381"/>
                    <a:pt x="3191" y="3453"/>
                  </a:cubicBezTo>
                  <a:cubicBezTo>
                    <a:pt x="3221" y="3483"/>
                    <a:pt x="3263" y="3498"/>
                    <a:pt x="3306" y="3498"/>
                  </a:cubicBezTo>
                  <a:cubicBezTo>
                    <a:pt x="3349" y="3498"/>
                    <a:pt x="3394" y="3483"/>
                    <a:pt x="3430" y="3453"/>
                  </a:cubicBezTo>
                  <a:lnTo>
                    <a:pt x="3608" y="3274"/>
                  </a:lnTo>
                  <a:lnTo>
                    <a:pt x="4144" y="3810"/>
                  </a:lnTo>
                  <a:lnTo>
                    <a:pt x="3692" y="4262"/>
                  </a:lnTo>
                  <a:cubicBezTo>
                    <a:pt x="3632" y="4322"/>
                    <a:pt x="3632" y="4429"/>
                    <a:pt x="3692" y="4501"/>
                  </a:cubicBezTo>
                  <a:cubicBezTo>
                    <a:pt x="3721" y="4530"/>
                    <a:pt x="3763" y="4545"/>
                    <a:pt x="3806" y="4545"/>
                  </a:cubicBezTo>
                  <a:cubicBezTo>
                    <a:pt x="3849" y="4545"/>
                    <a:pt x="3894" y="4530"/>
                    <a:pt x="3930" y="4501"/>
                  </a:cubicBezTo>
                  <a:lnTo>
                    <a:pt x="4382" y="4048"/>
                  </a:lnTo>
                  <a:lnTo>
                    <a:pt x="4918" y="4584"/>
                  </a:lnTo>
                  <a:lnTo>
                    <a:pt x="4739" y="4763"/>
                  </a:lnTo>
                  <a:cubicBezTo>
                    <a:pt x="4680" y="4822"/>
                    <a:pt x="4680" y="4929"/>
                    <a:pt x="4739" y="5001"/>
                  </a:cubicBezTo>
                  <a:cubicBezTo>
                    <a:pt x="4769" y="5030"/>
                    <a:pt x="4811" y="5045"/>
                    <a:pt x="4854" y="5045"/>
                  </a:cubicBezTo>
                  <a:cubicBezTo>
                    <a:pt x="4897" y="5045"/>
                    <a:pt x="4942" y="5030"/>
                    <a:pt x="4977" y="5001"/>
                  </a:cubicBezTo>
                  <a:lnTo>
                    <a:pt x="5156" y="4822"/>
                  </a:lnTo>
                  <a:lnTo>
                    <a:pt x="5692" y="5358"/>
                  </a:lnTo>
                  <a:lnTo>
                    <a:pt x="5239" y="5810"/>
                  </a:lnTo>
                  <a:cubicBezTo>
                    <a:pt x="5180" y="5870"/>
                    <a:pt x="5180" y="5977"/>
                    <a:pt x="5239" y="6048"/>
                  </a:cubicBezTo>
                  <a:cubicBezTo>
                    <a:pt x="5269" y="6078"/>
                    <a:pt x="5311" y="6093"/>
                    <a:pt x="5354" y="6093"/>
                  </a:cubicBezTo>
                  <a:cubicBezTo>
                    <a:pt x="5397" y="6093"/>
                    <a:pt x="5442" y="6078"/>
                    <a:pt x="5477" y="6048"/>
                  </a:cubicBezTo>
                  <a:lnTo>
                    <a:pt x="5930" y="5596"/>
                  </a:lnTo>
                  <a:lnTo>
                    <a:pt x="6466" y="6132"/>
                  </a:lnTo>
                  <a:lnTo>
                    <a:pt x="6287" y="6310"/>
                  </a:lnTo>
                  <a:cubicBezTo>
                    <a:pt x="6228" y="6370"/>
                    <a:pt x="6228" y="6477"/>
                    <a:pt x="6287" y="6548"/>
                  </a:cubicBezTo>
                  <a:cubicBezTo>
                    <a:pt x="6317" y="6578"/>
                    <a:pt x="6359" y="6593"/>
                    <a:pt x="6402" y="6593"/>
                  </a:cubicBezTo>
                  <a:cubicBezTo>
                    <a:pt x="6445" y="6593"/>
                    <a:pt x="6490" y="6578"/>
                    <a:pt x="6525" y="6548"/>
                  </a:cubicBezTo>
                  <a:lnTo>
                    <a:pt x="6704" y="6370"/>
                  </a:lnTo>
                  <a:lnTo>
                    <a:pt x="7240" y="6906"/>
                  </a:lnTo>
                  <a:lnTo>
                    <a:pt x="6787" y="7358"/>
                  </a:lnTo>
                  <a:cubicBezTo>
                    <a:pt x="6728" y="7418"/>
                    <a:pt x="6728" y="7525"/>
                    <a:pt x="6787" y="7596"/>
                  </a:cubicBezTo>
                  <a:cubicBezTo>
                    <a:pt x="6817" y="7626"/>
                    <a:pt x="6859" y="7641"/>
                    <a:pt x="6902" y="7641"/>
                  </a:cubicBezTo>
                  <a:cubicBezTo>
                    <a:pt x="6945" y="7641"/>
                    <a:pt x="6990" y="7626"/>
                    <a:pt x="7025" y="7596"/>
                  </a:cubicBezTo>
                  <a:lnTo>
                    <a:pt x="7478" y="7144"/>
                  </a:lnTo>
                  <a:lnTo>
                    <a:pt x="8014" y="7680"/>
                  </a:lnTo>
                  <a:lnTo>
                    <a:pt x="7763" y="7787"/>
                  </a:lnTo>
                  <a:cubicBezTo>
                    <a:pt x="7704" y="7846"/>
                    <a:pt x="7704" y="7953"/>
                    <a:pt x="7763" y="8025"/>
                  </a:cubicBezTo>
                  <a:cubicBezTo>
                    <a:pt x="7787" y="8055"/>
                    <a:pt x="7826" y="8069"/>
                    <a:pt x="7869" y="8069"/>
                  </a:cubicBezTo>
                  <a:cubicBezTo>
                    <a:pt x="7912" y="8069"/>
                    <a:pt x="7960" y="8055"/>
                    <a:pt x="8002" y="8025"/>
                  </a:cubicBezTo>
                  <a:lnTo>
                    <a:pt x="8180" y="7846"/>
                  </a:lnTo>
                  <a:lnTo>
                    <a:pt x="8716" y="8382"/>
                  </a:lnTo>
                  <a:lnTo>
                    <a:pt x="8264" y="8834"/>
                  </a:lnTo>
                  <a:cubicBezTo>
                    <a:pt x="8204" y="8894"/>
                    <a:pt x="8204" y="8989"/>
                    <a:pt x="8264" y="9073"/>
                  </a:cubicBezTo>
                  <a:cubicBezTo>
                    <a:pt x="8293" y="9102"/>
                    <a:pt x="8335" y="9117"/>
                    <a:pt x="8378" y="9117"/>
                  </a:cubicBezTo>
                  <a:cubicBezTo>
                    <a:pt x="8421" y="9117"/>
                    <a:pt x="8466" y="9102"/>
                    <a:pt x="8502" y="9073"/>
                  </a:cubicBezTo>
                  <a:lnTo>
                    <a:pt x="8954" y="8620"/>
                  </a:lnTo>
                  <a:lnTo>
                    <a:pt x="9490" y="9156"/>
                  </a:lnTo>
                  <a:lnTo>
                    <a:pt x="9311" y="9335"/>
                  </a:lnTo>
                  <a:cubicBezTo>
                    <a:pt x="9252" y="9394"/>
                    <a:pt x="9252" y="9501"/>
                    <a:pt x="9311" y="9573"/>
                  </a:cubicBezTo>
                  <a:cubicBezTo>
                    <a:pt x="9335" y="9608"/>
                    <a:pt x="9383" y="9620"/>
                    <a:pt x="9430" y="9620"/>
                  </a:cubicBezTo>
                  <a:cubicBezTo>
                    <a:pt x="9466" y="9620"/>
                    <a:pt x="9514" y="9608"/>
                    <a:pt x="9549" y="9573"/>
                  </a:cubicBezTo>
                  <a:lnTo>
                    <a:pt x="9728" y="9394"/>
                  </a:lnTo>
                  <a:lnTo>
                    <a:pt x="10264" y="9930"/>
                  </a:lnTo>
                  <a:lnTo>
                    <a:pt x="9811" y="10382"/>
                  </a:lnTo>
                  <a:cubicBezTo>
                    <a:pt x="9752" y="10442"/>
                    <a:pt x="9752" y="10537"/>
                    <a:pt x="9811" y="10620"/>
                  </a:cubicBezTo>
                  <a:cubicBezTo>
                    <a:pt x="9847" y="10644"/>
                    <a:pt x="9883" y="10656"/>
                    <a:pt x="9930" y="10656"/>
                  </a:cubicBezTo>
                  <a:cubicBezTo>
                    <a:pt x="9978" y="10656"/>
                    <a:pt x="10026" y="10644"/>
                    <a:pt x="10049" y="10620"/>
                  </a:cubicBezTo>
                  <a:lnTo>
                    <a:pt x="10502" y="10168"/>
                  </a:lnTo>
                  <a:lnTo>
                    <a:pt x="10835" y="10513"/>
                  </a:lnTo>
                  <a:cubicBezTo>
                    <a:pt x="10895" y="10573"/>
                    <a:pt x="10919" y="10632"/>
                    <a:pt x="10919" y="10680"/>
                  </a:cubicBezTo>
                  <a:cubicBezTo>
                    <a:pt x="10919" y="10799"/>
                    <a:pt x="10823" y="10918"/>
                    <a:pt x="10681" y="10918"/>
                  </a:cubicBezTo>
                  <a:lnTo>
                    <a:pt x="9395" y="10918"/>
                  </a:lnTo>
                  <a:cubicBezTo>
                    <a:pt x="9311" y="10918"/>
                    <a:pt x="9228" y="10989"/>
                    <a:pt x="9228" y="11073"/>
                  </a:cubicBezTo>
                  <a:cubicBezTo>
                    <a:pt x="9228" y="11168"/>
                    <a:pt x="9311" y="11240"/>
                    <a:pt x="9395" y="11240"/>
                  </a:cubicBezTo>
                  <a:lnTo>
                    <a:pt x="10681" y="11240"/>
                  </a:lnTo>
                  <a:cubicBezTo>
                    <a:pt x="10990" y="11240"/>
                    <a:pt x="11240" y="10989"/>
                    <a:pt x="11240" y="10680"/>
                  </a:cubicBezTo>
                  <a:cubicBezTo>
                    <a:pt x="11192" y="10501"/>
                    <a:pt x="11133" y="10358"/>
                    <a:pt x="11038" y="10239"/>
                  </a:cubicBezTo>
                  <a:lnTo>
                    <a:pt x="965" y="167"/>
                  </a:lnTo>
                  <a:cubicBezTo>
                    <a:pt x="870" y="60"/>
                    <a:pt x="715"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8" name="Google Shape;12078;p66"/>
            <p:cNvSpPr/>
            <p:nvPr/>
          </p:nvSpPr>
          <p:spPr>
            <a:xfrm>
              <a:off x="1366679" y="3029191"/>
              <a:ext cx="57981" cy="70289"/>
            </a:xfrm>
            <a:custGeom>
              <a:avLst/>
              <a:gdLst/>
              <a:ahLst/>
              <a:cxnLst/>
              <a:rect l="l" t="t" r="r" b="b"/>
              <a:pathLst>
                <a:path w="1823" h="2210" extrusionOk="0">
                  <a:moveTo>
                    <a:pt x="164" y="1"/>
                  </a:moveTo>
                  <a:cubicBezTo>
                    <a:pt x="140" y="1"/>
                    <a:pt x="116" y="6"/>
                    <a:pt x="96" y="18"/>
                  </a:cubicBezTo>
                  <a:cubicBezTo>
                    <a:pt x="36" y="42"/>
                    <a:pt x="0" y="102"/>
                    <a:pt x="0" y="161"/>
                  </a:cubicBezTo>
                  <a:lnTo>
                    <a:pt x="0" y="2043"/>
                  </a:lnTo>
                  <a:cubicBezTo>
                    <a:pt x="0" y="2126"/>
                    <a:pt x="72" y="2209"/>
                    <a:pt x="155" y="2209"/>
                  </a:cubicBezTo>
                  <a:cubicBezTo>
                    <a:pt x="250" y="2209"/>
                    <a:pt x="322" y="2126"/>
                    <a:pt x="322" y="2043"/>
                  </a:cubicBezTo>
                  <a:lnTo>
                    <a:pt x="322" y="566"/>
                  </a:lnTo>
                  <a:lnTo>
                    <a:pt x="1513" y="1757"/>
                  </a:lnTo>
                  <a:cubicBezTo>
                    <a:pt x="1542" y="1787"/>
                    <a:pt x="1584" y="1801"/>
                    <a:pt x="1627" y="1801"/>
                  </a:cubicBezTo>
                  <a:cubicBezTo>
                    <a:pt x="1670" y="1801"/>
                    <a:pt x="1715" y="1787"/>
                    <a:pt x="1751" y="1757"/>
                  </a:cubicBezTo>
                  <a:cubicBezTo>
                    <a:pt x="1822" y="1697"/>
                    <a:pt x="1810" y="1590"/>
                    <a:pt x="1751" y="1519"/>
                  </a:cubicBezTo>
                  <a:lnTo>
                    <a:pt x="274" y="42"/>
                  </a:lnTo>
                  <a:cubicBezTo>
                    <a:pt x="251" y="19"/>
                    <a:pt x="208" y="1"/>
                    <a:pt x="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66"/>
            <p:cNvSpPr/>
            <p:nvPr/>
          </p:nvSpPr>
          <p:spPr>
            <a:xfrm>
              <a:off x="1428031" y="3091211"/>
              <a:ext cx="100377" cy="99518"/>
            </a:xfrm>
            <a:custGeom>
              <a:avLst/>
              <a:gdLst/>
              <a:ahLst/>
              <a:cxnLst/>
              <a:rect l="l" t="t" r="r" b="b"/>
              <a:pathLst>
                <a:path w="3156" h="3129" extrusionOk="0">
                  <a:moveTo>
                    <a:pt x="183" y="0"/>
                  </a:moveTo>
                  <a:cubicBezTo>
                    <a:pt x="140" y="0"/>
                    <a:pt x="95" y="15"/>
                    <a:pt x="60" y="45"/>
                  </a:cubicBezTo>
                  <a:cubicBezTo>
                    <a:pt x="0" y="104"/>
                    <a:pt x="0" y="212"/>
                    <a:pt x="60" y="283"/>
                  </a:cubicBezTo>
                  <a:lnTo>
                    <a:pt x="2572" y="2795"/>
                  </a:lnTo>
                  <a:lnTo>
                    <a:pt x="655" y="2795"/>
                  </a:lnTo>
                  <a:cubicBezTo>
                    <a:pt x="560" y="2795"/>
                    <a:pt x="488" y="2879"/>
                    <a:pt x="488" y="2962"/>
                  </a:cubicBezTo>
                  <a:cubicBezTo>
                    <a:pt x="488" y="3057"/>
                    <a:pt x="560" y="3129"/>
                    <a:pt x="655" y="3129"/>
                  </a:cubicBezTo>
                  <a:lnTo>
                    <a:pt x="2977" y="3129"/>
                  </a:lnTo>
                  <a:cubicBezTo>
                    <a:pt x="3048" y="3129"/>
                    <a:pt x="3108" y="3081"/>
                    <a:pt x="3132" y="3021"/>
                  </a:cubicBezTo>
                  <a:cubicBezTo>
                    <a:pt x="3155" y="2962"/>
                    <a:pt x="3143" y="2902"/>
                    <a:pt x="3096" y="2843"/>
                  </a:cubicBezTo>
                  <a:lnTo>
                    <a:pt x="298" y="45"/>
                  </a:lnTo>
                  <a:cubicBezTo>
                    <a:pt x="268" y="15"/>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66"/>
            <p:cNvSpPr/>
            <p:nvPr/>
          </p:nvSpPr>
          <p:spPr>
            <a:xfrm>
              <a:off x="1366297" y="3110040"/>
              <a:ext cx="66663" cy="80689"/>
            </a:xfrm>
            <a:custGeom>
              <a:avLst/>
              <a:gdLst/>
              <a:ahLst/>
              <a:cxnLst/>
              <a:rect l="l" t="t" r="r" b="b"/>
              <a:pathLst>
                <a:path w="2096" h="2537" extrusionOk="0">
                  <a:moveTo>
                    <a:pt x="167" y="1"/>
                  </a:moveTo>
                  <a:cubicBezTo>
                    <a:pt x="84" y="1"/>
                    <a:pt x="1" y="72"/>
                    <a:pt x="1" y="167"/>
                  </a:cubicBezTo>
                  <a:lnTo>
                    <a:pt x="1" y="2370"/>
                  </a:lnTo>
                  <a:cubicBezTo>
                    <a:pt x="1" y="2418"/>
                    <a:pt x="24" y="2453"/>
                    <a:pt x="48" y="2489"/>
                  </a:cubicBezTo>
                  <a:cubicBezTo>
                    <a:pt x="84" y="2513"/>
                    <a:pt x="120" y="2537"/>
                    <a:pt x="167" y="2537"/>
                  </a:cubicBezTo>
                  <a:lnTo>
                    <a:pt x="1929" y="2537"/>
                  </a:lnTo>
                  <a:cubicBezTo>
                    <a:pt x="2013" y="2537"/>
                    <a:pt x="2096" y="2453"/>
                    <a:pt x="2096" y="2370"/>
                  </a:cubicBezTo>
                  <a:cubicBezTo>
                    <a:pt x="2096" y="2287"/>
                    <a:pt x="2013" y="2203"/>
                    <a:pt x="1929" y="2203"/>
                  </a:cubicBezTo>
                  <a:lnTo>
                    <a:pt x="334" y="2203"/>
                  </a:ln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1" name="Google Shape;12081;p66"/>
          <p:cNvGrpSpPr/>
          <p:nvPr/>
        </p:nvGrpSpPr>
        <p:grpSpPr>
          <a:xfrm>
            <a:off x="853950" y="2719270"/>
            <a:ext cx="364104" cy="353290"/>
            <a:chOff x="853950" y="2894720"/>
            <a:chExt cx="364104" cy="353290"/>
          </a:xfrm>
        </p:grpSpPr>
        <p:sp>
          <p:nvSpPr>
            <p:cNvPr id="12082" name="Google Shape;12082;p66"/>
            <p:cNvSpPr/>
            <p:nvPr/>
          </p:nvSpPr>
          <p:spPr>
            <a:xfrm>
              <a:off x="1056167" y="3155298"/>
              <a:ext cx="57472" cy="57662"/>
            </a:xfrm>
            <a:custGeom>
              <a:avLst/>
              <a:gdLst/>
              <a:ahLst/>
              <a:cxnLst/>
              <a:rect l="l" t="t" r="r" b="b"/>
              <a:pathLst>
                <a:path w="1807" h="1813" extrusionOk="0">
                  <a:moveTo>
                    <a:pt x="907" y="0"/>
                  </a:moveTo>
                  <a:cubicBezTo>
                    <a:pt x="686" y="0"/>
                    <a:pt x="459" y="83"/>
                    <a:pt x="274" y="268"/>
                  </a:cubicBezTo>
                  <a:cubicBezTo>
                    <a:pt x="215" y="328"/>
                    <a:pt x="215" y="423"/>
                    <a:pt x="274" y="506"/>
                  </a:cubicBezTo>
                  <a:cubicBezTo>
                    <a:pt x="304" y="536"/>
                    <a:pt x="346" y="551"/>
                    <a:pt x="389" y="551"/>
                  </a:cubicBezTo>
                  <a:cubicBezTo>
                    <a:pt x="432" y="551"/>
                    <a:pt x="477" y="536"/>
                    <a:pt x="512" y="506"/>
                  </a:cubicBezTo>
                  <a:cubicBezTo>
                    <a:pt x="625" y="394"/>
                    <a:pt x="767" y="336"/>
                    <a:pt x="908" y="336"/>
                  </a:cubicBezTo>
                  <a:cubicBezTo>
                    <a:pt x="1020" y="336"/>
                    <a:pt x="1132" y="373"/>
                    <a:pt x="1227" y="447"/>
                  </a:cubicBezTo>
                  <a:cubicBezTo>
                    <a:pt x="1489" y="625"/>
                    <a:pt x="1560" y="983"/>
                    <a:pt x="1381" y="1233"/>
                  </a:cubicBezTo>
                  <a:cubicBezTo>
                    <a:pt x="1265" y="1401"/>
                    <a:pt x="1087" y="1477"/>
                    <a:pt x="911" y="1477"/>
                  </a:cubicBezTo>
                  <a:cubicBezTo>
                    <a:pt x="639" y="1477"/>
                    <a:pt x="370" y="1294"/>
                    <a:pt x="334" y="983"/>
                  </a:cubicBezTo>
                  <a:cubicBezTo>
                    <a:pt x="323" y="894"/>
                    <a:pt x="260" y="827"/>
                    <a:pt x="176" y="827"/>
                  </a:cubicBezTo>
                  <a:cubicBezTo>
                    <a:pt x="169" y="827"/>
                    <a:pt x="162" y="827"/>
                    <a:pt x="155" y="828"/>
                  </a:cubicBezTo>
                  <a:cubicBezTo>
                    <a:pt x="72" y="840"/>
                    <a:pt x="0" y="923"/>
                    <a:pt x="12" y="1006"/>
                  </a:cubicBezTo>
                  <a:cubicBezTo>
                    <a:pt x="63" y="1513"/>
                    <a:pt x="487" y="1812"/>
                    <a:pt x="913" y="1812"/>
                  </a:cubicBezTo>
                  <a:cubicBezTo>
                    <a:pt x="1189" y="1812"/>
                    <a:pt x="1466" y="1687"/>
                    <a:pt x="1643" y="1411"/>
                  </a:cubicBezTo>
                  <a:cubicBezTo>
                    <a:pt x="1751" y="1256"/>
                    <a:pt x="1798" y="1078"/>
                    <a:pt x="1798" y="899"/>
                  </a:cubicBezTo>
                  <a:cubicBezTo>
                    <a:pt x="1806" y="360"/>
                    <a:pt x="1368" y="0"/>
                    <a:pt x="9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66"/>
            <p:cNvSpPr/>
            <p:nvPr/>
          </p:nvSpPr>
          <p:spPr>
            <a:xfrm>
              <a:off x="868326" y="2975027"/>
              <a:ext cx="192802" cy="82025"/>
            </a:xfrm>
            <a:custGeom>
              <a:avLst/>
              <a:gdLst/>
              <a:ahLst/>
              <a:cxnLst/>
              <a:rect l="l" t="t" r="r" b="b"/>
              <a:pathLst>
                <a:path w="6062" h="2579" extrusionOk="0">
                  <a:moveTo>
                    <a:pt x="3619" y="1"/>
                  </a:moveTo>
                  <a:cubicBezTo>
                    <a:pt x="2165" y="1"/>
                    <a:pt x="686" y="811"/>
                    <a:pt x="48" y="2364"/>
                  </a:cubicBezTo>
                  <a:cubicBezTo>
                    <a:pt x="1" y="2460"/>
                    <a:pt x="84" y="2579"/>
                    <a:pt x="203" y="2579"/>
                  </a:cubicBezTo>
                  <a:cubicBezTo>
                    <a:pt x="263" y="2579"/>
                    <a:pt x="334" y="2543"/>
                    <a:pt x="346" y="2483"/>
                  </a:cubicBezTo>
                  <a:cubicBezTo>
                    <a:pt x="909" y="1104"/>
                    <a:pt x="2222" y="332"/>
                    <a:pt x="3567" y="332"/>
                  </a:cubicBezTo>
                  <a:cubicBezTo>
                    <a:pt x="4242" y="332"/>
                    <a:pt x="4925" y="526"/>
                    <a:pt x="5525" y="936"/>
                  </a:cubicBezTo>
                  <a:cubicBezTo>
                    <a:pt x="5609" y="995"/>
                    <a:pt x="5680" y="1031"/>
                    <a:pt x="5752" y="1114"/>
                  </a:cubicBezTo>
                  <a:cubicBezTo>
                    <a:pt x="5784" y="1142"/>
                    <a:pt x="5824" y="1156"/>
                    <a:pt x="5864" y="1156"/>
                  </a:cubicBezTo>
                  <a:cubicBezTo>
                    <a:pt x="5911" y="1156"/>
                    <a:pt x="5957" y="1136"/>
                    <a:pt x="5990" y="1090"/>
                  </a:cubicBezTo>
                  <a:cubicBezTo>
                    <a:pt x="6061" y="1019"/>
                    <a:pt x="6049" y="912"/>
                    <a:pt x="5978" y="852"/>
                  </a:cubicBezTo>
                  <a:cubicBezTo>
                    <a:pt x="5317" y="280"/>
                    <a:pt x="4473" y="1"/>
                    <a:pt x="3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4" name="Google Shape;12084;p66"/>
            <p:cNvSpPr/>
            <p:nvPr/>
          </p:nvSpPr>
          <p:spPr>
            <a:xfrm>
              <a:off x="853950" y="3067580"/>
              <a:ext cx="137875" cy="168598"/>
            </a:xfrm>
            <a:custGeom>
              <a:avLst/>
              <a:gdLst/>
              <a:ahLst/>
              <a:cxnLst/>
              <a:rect l="l" t="t" r="r" b="b"/>
              <a:pathLst>
                <a:path w="4335" h="5301" extrusionOk="0">
                  <a:moveTo>
                    <a:pt x="479" y="1"/>
                  </a:moveTo>
                  <a:cubicBezTo>
                    <a:pt x="401" y="1"/>
                    <a:pt x="321" y="57"/>
                    <a:pt x="310" y="133"/>
                  </a:cubicBezTo>
                  <a:cubicBezTo>
                    <a:pt x="0" y="1633"/>
                    <a:pt x="608" y="3217"/>
                    <a:pt x="1893" y="4074"/>
                  </a:cubicBezTo>
                  <a:cubicBezTo>
                    <a:pt x="1965" y="4134"/>
                    <a:pt x="2858" y="4788"/>
                    <a:pt x="4072" y="5288"/>
                  </a:cubicBezTo>
                  <a:cubicBezTo>
                    <a:pt x="4084" y="5300"/>
                    <a:pt x="4120" y="5300"/>
                    <a:pt x="4132" y="5300"/>
                  </a:cubicBezTo>
                  <a:cubicBezTo>
                    <a:pt x="4191" y="5300"/>
                    <a:pt x="4275" y="5253"/>
                    <a:pt x="4287" y="5193"/>
                  </a:cubicBezTo>
                  <a:cubicBezTo>
                    <a:pt x="4334" y="5074"/>
                    <a:pt x="4287" y="4979"/>
                    <a:pt x="4191" y="4955"/>
                  </a:cubicBezTo>
                  <a:cubicBezTo>
                    <a:pt x="2989" y="4479"/>
                    <a:pt x="2084" y="3800"/>
                    <a:pt x="2084" y="3800"/>
                  </a:cubicBezTo>
                  <a:cubicBezTo>
                    <a:pt x="905" y="3002"/>
                    <a:pt x="346" y="1562"/>
                    <a:pt x="643" y="193"/>
                  </a:cubicBezTo>
                  <a:cubicBezTo>
                    <a:pt x="655" y="109"/>
                    <a:pt x="596" y="14"/>
                    <a:pt x="500" y="2"/>
                  </a:cubicBezTo>
                  <a:cubicBezTo>
                    <a:pt x="493" y="1"/>
                    <a:pt x="486"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5" name="Google Shape;12085;p66"/>
            <p:cNvSpPr/>
            <p:nvPr/>
          </p:nvSpPr>
          <p:spPr>
            <a:xfrm>
              <a:off x="937248" y="3014975"/>
              <a:ext cx="87877" cy="57217"/>
            </a:xfrm>
            <a:custGeom>
              <a:avLst/>
              <a:gdLst/>
              <a:ahLst/>
              <a:cxnLst/>
              <a:rect l="l" t="t" r="r" b="b"/>
              <a:pathLst>
                <a:path w="2763" h="1799" extrusionOk="0">
                  <a:moveTo>
                    <a:pt x="2225" y="1"/>
                  </a:moveTo>
                  <a:cubicBezTo>
                    <a:pt x="2218" y="1"/>
                    <a:pt x="2211" y="1"/>
                    <a:pt x="2203" y="1"/>
                  </a:cubicBezTo>
                  <a:lnTo>
                    <a:pt x="941" y="61"/>
                  </a:lnTo>
                  <a:cubicBezTo>
                    <a:pt x="584" y="73"/>
                    <a:pt x="346" y="430"/>
                    <a:pt x="477" y="763"/>
                  </a:cubicBezTo>
                  <a:cubicBezTo>
                    <a:pt x="203" y="787"/>
                    <a:pt x="1" y="1025"/>
                    <a:pt x="13" y="1311"/>
                  </a:cubicBezTo>
                  <a:cubicBezTo>
                    <a:pt x="25" y="1597"/>
                    <a:pt x="263" y="1799"/>
                    <a:pt x="537" y="1799"/>
                  </a:cubicBezTo>
                  <a:cubicBezTo>
                    <a:pt x="560" y="1799"/>
                    <a:pt x="548" y="1799"/>
                    <a:pt x="953" y="1787"/>
                  </a:cubicBezTo>
                  <a:cubicBezTo>
                    <a:pt x="1037" y="1787"/>
                    <a:pt x="1120" y="1704"/>
                    <a:pt x="1120" y="1608"/>
                  </a:cubicBezTo>
                  <a:cubicBezTo>
                    <a:pt x="1120" y="1525"/>
                    <a:pt x="1025" y="1442"/>
                    <a:pt x="941" y="1442"/>
                  </a:cubicBezTo>
                  <a:lnTo>
                    <a:pt x="548" y="1466"/>
                  </a:lnTo>
                  <a:cubicBezTo>
                    <a:pt x="441" y="1466"/>
                    <a:pt x="346" y="1370"/>
                    <a:pt x="346" y="1263"/>
                  </a:cubicBezTo>
                  <a:cubicBezTo>
                    <a:pt x="346" y="1168"/>
                    <a:pt x="429" y="1073"/>
                    <a:pt x="537" y="1073"/>
                  </a:cubicBezTo>
                  <a:lnTo>
                    <a:pt x="667" y="1073"/>
                  </a:lnTo>
                  <a:cubicBezTo>
                    <a:pt x="858" y="1061"/>
                    <a:pt x="953" y="835"/>
                    <a:pt x="834" y="704"/>
                  </a:cubicBezTo>
                  <a:cubicBezTo>
                    <a:pt x="727" y="585"/>
                    <a:pt x="798" y="394"/>
                    <a:pt x="965" y="370"/>
                  </a:cubicBezTo>
                  <a:lnTo>
                    <a:pt x="2227" y="311"/>
                  </a:lnTo>
                  <a:cubicBezTo>
                    <a:pt x="2334" y="311"/>
                    <a:pt x="2442" y="406"/>
                    <a:pt x="2442" y="513"/>
                  </a:cubicBezTo>
                  <a:cubicBezTo>
                    <a:pt x="2442" y="608"/>
                    <a:pt x="2346" y="704"/>
                    <a:pt x="2263" y="704"/>
                  </a:cubicBezTo>
                  <a:lnTo>
                    <a:pt x="2144" y="704"/>
                  </a:lnTo>
                  <a:cubicBezTo>
                    <a:pt x="1953" y="716"/>
                    <a:pt x="1858" y="942"/>
                    <a:pt x="1977" y="1085"/>
                  </a:cubicBezTo>
                  <a:cubicBezTo>
                    <a:pt x="2084" y="1204"/>
                    <a:pt x="1989" y="1406"/>
                    <a:pt x="1834" y="1406"/>
                  </a:cubicBezTo>
                  <a:lnTo>
                    <a:pt x="1620" y="1418"/>
                  </a:lnTo>
                  <a:cubicBezTo>
                    <a:pt x="1537" y="1418"/>
                    <a:pt x="1453" y="1501"/>
                    <a:pt x="1453" y="1597"/>
                  </a:cubicBezTo>
                  <a:cubicBezTo>
                    <a:pt x="1453" y="1680"/>
                    <a:pt x="1549" y="1763"/>
                    <a:pt x="1632" y="1763"/>
                  </a:cubicBezTo>
                  <a:lnTo>
                    <a:pt x="1846" y="1739"/>
                  </a:lnTo>
                  <a:cubicBezTo>
                    <a:pt x="2203" y="1728"/>
                    <a:pt x="2442" y="1370"/>
                    <a:pt x="2322" y="1049"/>
                  </a:cubicBezTo>
                  <a:cubicBezTo>
                    <a:pt x="2561" y="1013"/>
                    <a:pt x="2763" y="775"/>
                    <a:pt x="2751" y="489"/>
                  </a:cubicBezTo>
                  <a:cubicBezTo>
                    <a:pt x="2739" y="222"/>
                    <a:pt x="2502" y="1"/>
                    <a:pt x="2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66"/>
            <p:cNvSpPr/>
            <p:nvPr/>
          </p:nvSpPr>
          <p:spPr>
            <a:xfrm>
              <a:off x="978912" y="3095664"/>
              <a:ext cx="78399" cy="79290"/>
            </a:xfrm>
            <a:custGeom>
              <a:avLst/>
              <a:gdLst/>
              <a:ahLst/>
              <a:cxnLst/>
              <a:rect l="l" t="t" r="r" b="b"/>
              <a:pathLst>
                <a:path w="2465" h="2493" extrusionOk="0">
                  <a:moveTo>
                    <a:pt x="1751" y="0"/>
                  </a:moveTo>
                  <a:cubicBezTo>
                    <a:pt x="1513" y="0"/>
                    <a:pt x="1477" y="95"/>
                    <a:pt x="381" y="691"/>
                  </a:cubicBezTo>
                  <a:cubicBezTo>
                    <a:pt x="72" y="869"/>
                    <a:pt x="24" y="1286"/>
                    <a:pt x="286" y="1524"/>
                  </a:cubicBezTo>
                  <a:cubicBezTo>
                    <a:pt x="84" y="1667"/>
                    <a:pt x="0" y="1929"/>
                    <a:pt x="72" y="2155"/>
                  </a:cubicBezTo>
                  <a:cubicBezTo>
                    <a:pt x="154" y="2370"/>
                    <a:pt x="351" y="2493"/>
                    <a:pt x="555" y="2493"/>
                  </a:cubicBezTo>
                  <a:cubicBezTo>
                    <a:pt x="646" y="2493"/>
                    <a:pt x="738" y="2468"/>
                    <a:pt x="822" y="2417"/>
                  </a:cubicBezTo>
                  <a:lnTo>
                    <a:pt x="1096" y="2262"/>
                  </a:lnTo>
                  <a:cubicBezTo>
                    <a:pt x="1179" y="2215"/>
                    <a:pt x="1203" y="2108"/>
                    <a:pt x="1155" y="2036"/>
                  </a:cubicBezTo>
                  <a:cubicBezTo>
                    <a:pt x="1131" y="1987"/>
                    <a:pt x="1073" y="1955"/>
                    <a:pt x="1016" y="1955"/>
                  </a:cubicBezTo>
                  <a:cubicBezTo>
                    <a:pt x="989" y="1955"/>
                    <a:pt x="963" y="1962"/>
                    <a:pt x="941" y="1977"/>
                  </a:cubicBezTo>
                  <a:lnTo>
                    <a:pt x="655" y="2143"/>
                  </a:lnTo>
                  <a:cubicBezTo>
                    <a:pt x="624" y="2161"/>
                    <a:pt x="591" y="2169"/>
                    <a:pt x="558" y="2169"/>
                  </a:cubicBezTo>
                  <a:cubicBezTo>
                    <a:pt x="479" y="2169"/>
                    <a:pt x="403" y="2120"/>
                    <a:pt x="370" y="2036"/>
                  </a:cubicBezTo>
                  <a:cubicBezTo>
                    <a:pt x="346" y="1965"/>
                    <a:pt x="381" y="1846"/>
                    <a:pt x="465" y="1798"/>
                  </a:cubicBezTo>
                  <a:cubicBezTo>
                    <a:pt x="643" y="1691"/>
                    <a:pt x="667" y="1441"/>
                    <a:pt x="489" y="1310"/>
                  </a:cubicBezTo>
                  <a:cubicBezTo>
                    <a:pt x="381" y="1215"/>
                    <a:pt x="405" y="1048"/>
                    <a:pt x="512" y="976"/>
                  </a:cubicBezTo>
                  <a:cubicBezTo>
                    <a:pt x="1691" y="322"/>
                    <a:pt x="1632" y="322"/>
                    <a:pt x="1727" y="322"/>
                  </a:cubicBezTo>
                  <a:cubicBezTo>
                    <a:pt x="1822" y="322"/>
                    <a:pt x="1917" y="417"/>
                    <a:pt x="1917" y="512"/>
                  </a:cubicBezTo>
                  <a:cubicBezTo>
                    <a:pt x="1917" y="679"/>
                    <a:pt x="1751" y="715"/>
                    <a:pt x="1691" y="750"/>
                  </a:cubicBezTo>
                  <a:cubicBezTo>
                    <a:pt x="1536" y="846"/>
                    <a:pt x="1548" y="1084"/>
                    <a:pt x="1727" y="1155"/>
                  </a:cubicBezTo>
                  <a:cubicBezTo>
                    <a:pt x="1882" y="1215"/>
                    <a:pt x="1882" y="1429"/>
                    <a:pt x="1739" y="1512"/>
                  </a:cubicBezTo>
                  <a:lnTo>
                    <a:pt x="1501" y="1643"/>
                  </a:lnTo>
                  <a:cubicBezTo>
                    <a:pt x="1429" y="1691"/>
                    <a:pt x="1393" y="1798"/>
                    <a:pt x="1441" y="1869"/>
                  </a:cubicBezTo>
                  <a:cubicBezTo>
                    <a:pt x="1474" y="1918"/>
                    <a:pt x="1529" y="1951"/>
                    <a:pt x="1587" y="1951"/>
                  </a:cubicBezTo>
                  <a:cubicBezTo>
                    <a:pt x="1614" y="1951"/>
                    <a:pt x="1641" y="1944"/>
                    <a:pt x="1667" y="1929"/>
                  </a:cubicBezTo>
                  <a:lnTo>
                    <a:pt x="1905" y="1798"/>
                  </a:lnTo>
                  <a:cubicBezTo>
                    <a:pt x="2215" y="1619"/>
                    <a:pt x="2275" y="1203"/>
                    <a:pt x="2001" y="953"/>
                  </a:cubicBezTo>
                  <a:cubicBezTo>
                    <a:pt x="2465" y="679"/>
                    <a:pt x="2275"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66"/>
            <p:cNvSpPr/>
            <p:nvPr/>
          </p:nvSpPr>
          <p:spPr>
            <a:xfrm>
              <a:off x="891067" y="3070697"/>
              <a:ext cx="74615" cy="77477"/>
            </a:xfrm>
            <a:custGeom>
              <a:avLst/>
              <a:gdLst/>
              <a:ahLst/>
              <a:cxnLst/>
              <a:rect l="l" t="t" r="r" b="b"/>
              <a:pathLst>
                <a:path w="2346" h="2436" extrusionOk="0">
                  <a:moveTo>
                    <a:pt x="534" y="1"/>
                  </a:moveTo>
                  <a:cubicBezTo>
                    <a:pt x="499" y="1"/>
                    <a:pt x="464" y="4"/>
                    <a:pt x="429" y="11"/>
                  </a:cubicBezTo>
                  <a:cubicBezTo>
                    <a:pt x="191" y="71"/>
                    <a:pt x="0" y="273"/>
                    <a:pt x="0" y="523"/>
                  </a:cubicBezTo>
                  <a:cubicBezTo>
                    <a:pt x="0" y="690"/>
                    <a:pt x="72" y="749"/>
                    <a:pt x="203" y="1107"/>
                  </a:cubicBezTo>
                  <a:cubicBezTo>
                    <a:pt x="220" y="1178"/>
                    <a:pt x="284" y="1215"/>
                    <a:pt x="345" y="1215"/>
                  </a:cubicBezTo>
                  <a:cubicBezTo>
                    <a:pt x="366" y="1215"/>
                    <a:pt x="387" y="1211"/>
                    <a:pt x="405" y="1202"/>
                  </a:cubicBezTo>
                  <a:cubicBezTo>
                    <a:pt x="500" y="1166"/>
                    <a:pt x="548" y="1059"/>
                    <a:pt x="500" y="988"/>
                  </a:cubicBezTo>
                  <a:cubicBezTo>
                    <a:pt x="345" y="583"/>
                    <a:pt x="334" y="583"/>
                    <a:pt x="334" y="523"/>
                  </a:cubicBezTo>
                  <a:cubicBezTo>
                    <a:pt x="334" y="416"/>
                    <a:pt x="429" y="333"/>
                    <a:pt x="512" y="333"/>
                  </a:cubicBezTo>
                  <a:cubicBezTo>
                    <a:pt x="584" y="333"/>
                    <a:pt x="679" y="392"/>
                    <a:pt x="703" y="464"/>
                  </a:cubicBezTo>
                  <a:cubicBezTo>
                    <a:pt x="738" y="511"/>
                    <a:pt x="750" y="738"/>
                    <a:pt x="965" y="738"/>
                  </a:cubicBezTo>
                  <a:cubicBezTo>
                    <a:pt x="1036" y="738"/>
                    <a:pt x="1107" y="690"/>
                    <a:pt x="1155" y="618"/>
                  </a:cubicBezTo>
                  <a:cubicBezTo>
                    <a:pt x="1188" y="557"/>
                    <a:pt x="1253" y="527"/>
                    <a:pt x="1318" y="527"/>
                  </a:cubicBezTo>
                  <a:cubicBezTo>
                    <a:pt x="1393" y="527"/>
                    <a:pt x="1469" y="566"/>
                    <a:pt x="1500" y="642"/>
                  </a:cubicBezTo>
                  <a:cubicBezTo>
                    <a:pt x="1977" y="1881"/>
                    <a:pt x="1977" y="1833"/>
                    <a:pt x="1977" y="1892"/>
                  </a:cubicBezTo>
                  <a:cubicBezTo>
                    <a:pt x="1977" y="2018"/>
                    <a:pt x="1874" y="2091"/>
                    <a:pt x="1773" y="2091"/>
                  </a:cubicBezTo>
                  <a:cubicBezTo>
                    <a:pt x="1701" y="2091"/>
                    <a:pt x="1630" y="2055"/>
                    <a:pt x="1596" y="1976"/>
                  </a:cubicBezTo>
                  <a:lnTo>
                    <a:pt x="1536" y="1833"/>
                  </a:lnTo>
                  <a:cubicBezTo>
                    <a:pt x="1498" y="1739"/>
                    <a:pt x="1415" y="1691"/>
                    <a:pt x="1332" y="1691"/>
                  </a:cubicBezTo>
                  <a:cubicBezTo>
                    <a:pt x="1257" y="1691"/>
                    <a:pt x="1183" y="1730"/>
                    <a:pt x="1143" y="1809"/>
                  </a:cubicBezTo>
                  <a:cubicBezTo>
                    <a:pt x="1105" y="1875"/>
                    <a:pt x="1041" y="1908"/>
                    <a:pt x="976" y="1908"/>
                  </a:cubicBezTo>
                  <a:cubicBezTo>
                    <a:pt x="901" y="1908"/>
                    <a:pt x="824" y="1863"/>
                    <a:pt x="786" y="1773"/>
                  </a:cubicBezTo>
                  <a:lnTo>
                    <a:pt x="726" y="1607"/>
                  </a:lnTo>
                  <a:cubicBezTo>
                    <a:pt x="700" y="1546"/>
                    <a:pt x="637" y="1504"/>
                    <a:pt x="577" y="1504"/>
                  </a:cubicBezTo>
                  <a:cubicBezTo>
                    <a:pt x="554" y="1504"/>
                    <a:pt x="532" y="1510"/>
                    <a:pt x="512" y="1523"/>
                  </a:cubicBezTo>
                  <a:cubicBezTo>
                    <a:pt x="429" y="1559"/>
                    <a:pt x="381" y="1654"/>
                    <a:pt x="429" y="1726"/>
                  </a:cubicBezTo>
                  <a:lnTo>
                    <a:pt x="488" y="1892"/>
                  </a:lnTo>
                  <a:cubicBezTo>
                    <a:pt x="574" y="2112"/>
                    <a:pt x="779" y="2244"/>
                    <a:pt x="987" y="2244"/>
                  </a:cubicBezTo>
                  <a:cubicBezTo>
                    <a:pt x="1095" y="2244"/>
                    <a:pt x="1204" y="2208"/>
                    <a:pt x="1298" y="2131"/>
                  </a:cubicBezTo>
                  <a:cubicBezTo>
                    <a:pt x="1390" y="2315"/>
                    <a:pt x="1583" y="2436"/>
                    <a:pt x="1793" y="2436"/>
                  </a:cubicBezTo>
                  <a:cubicBezTo>
                    <a:pt x="1853" y="2436"/>
                    <a:pt x="1915" y="2426"/>
                    <a:pt x="1977" y="2404"/>
                  </a:cubicBezTo>
                  <a:cubicBezTo>
                    <a:pt x="2179" y="2321"/>
                    <a:pt x="2310" y="2119"/>
                    <a:pt x="2310" y="1904"/>
                  </a:cubicBezTo>
                  <a:cubicBezTo>
                    <a:pt x="2346" y="1738"/>
                    <a:pt x="2298" y="1738"/>
                    <a:pt x="1834" y="523"/>
                  </a:cubicBezTo>
                  <a:cubicBezTo>
                    <a:pt x="1757" y="315"/>
                    <a:pt x="1555" y="192"/>
                    <a:pt x="1349" y="192"/>
                  </a:cubicBezTo>
                  <a:cubicBezTo>
                    <a:pt x="1236" y="192"/>
                    <a:pt x="1121" y="229"/>
                    <a:pt x="1024" y="309"/>
                  </a:cubicBezTo>
                  <a:cubicBezTo>
                    <a:pt x="933" y="116"/>
                    <a:pt x="737"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66"/>
            <p:cNvSpPr/>
            <p:nvPr/>
          </p:nvSpPr>
          <p:spPr>
            <a:xfrm>
              <a:off x="999745" y="2894720"/>
              <a:ext cx="218310" cy="353290"/>
            </a:xfrm>
            <a:custGeom>
              <a:avLst/>
              <a:gdLst/>
              <a:ahLst/>
              <a:cxnLst/>
              <a:rect l="l" t="t" r="r" b="b"/>
              <a:pathLst>
                <a:path w="6864" h="11108" extrusionOk="0">
                  <a:moveTo>
                    <a:pt x="6633" y="1"/>
                  </a:moveTo>
                  <a:cubicBezTo>
                    <a:pt x="6605" y="1"/>
                    <a:pt x="6577" y="7"/>
                    <a:pt x="6549" y="20"/>
                  </a:cubicBezTo>
                  <a:cubicBezTo>
                    <a:pt x="5918" y="282"/>
                    <a:pt x="5299" y="698"/>
                    <a:pt x="4703" y="1246"/>
                  </a:cubicBezTo>
                  <a:cubicBezTo>
                    <a:pt x="4644" y="1306"/>
                    <a:pt x="4620" y="1413"/>
                    <a:pt x="4703" y="1484"/>
                  </a:cubicBezTo>
                  <a:cubicBezTo>
                    <a:pt x="4735" y="1516"/>
                    <a:pt x="4778" y="1538"/>
                    <a:pt x="4824" y="1538"/>
                  </a:cubicBezTo>
                  <a:cubicBezTo>
                    <a:pt x="4862" y="1538"/>
                    <a:pt x="4903" y="1523"/>
                    <a:pt x="4941" y="1484"/>
                  </a:cubicBezTo>
                  <a:cubicBezTo>
                    <a:pt x="5430" y="1032"/>
                    <a:pt x="5918" y="675"/>
                    <a:pt x="6442" y="413"/>
                  </a:cubicBezTo>
                  <a:lnTo>
                    <a:pt x="6442" y="413"/>
                  </a:lnTo>
                  <a:cubicBezTo>
                    <a:pt x="6084" y="1579"/>
                    <a:pt x="5299" y="2603"/>
                    <a:pt x="4429" y="3449"/>
                  </a:cubicBezTo>
                  <a:cubicBezTo>
                    <a:pt x="4413" y="3444"/>
                    <a:pt x="4397" y="3442"/>
                    <a:pt x="4382" y="3442"/>
                  </a:cubicBezTo>
                  <a:cubicBezTo>
                    <a:pt x="4269" y="3442"/>
                    <a:pt x="4172" y="3548"/>
                    <a:pt x="4203" y="3663"/>
                  </a:cubicBezTo>
                  <a:cubicBezTo>
                    <a:pt x="4108" y="3746"/>
                    <a:pt x="4013" y="3842"/>
                    <a:pt x="3929" y="3913"/>
                  </a:cubicBezTo>
                  <a:cubicBezTo>
                    <a:pt x="3786" y="3711"/>
                    <a:pt x="3572" y="3508"/>
                    <a:pt x="3358" y="3425"/>
                  </a:cubicBezTo>
                  <a:cubicBezTo>
                    <a:pt x="3417" y="3330"/>
                    <a:pt x="3489" y="3234"/>
                    <a:pt x="3548" y="3115"/>
                  </a:cubicBezTo>
                  <a:cubicBezTo>
                    <a:pt x="3727" y="3258"/>
                    <a:pt x="3763" y="3318"/>
                    <a:pt x="3870" y="3318"/>
                  </a:cubicBezTo>
                  <a:cubicBezTo>
                    <a:pt x="4013" y="3318"/>
                    <a:pt x="4084" y="3127"/>
                    <a:pt x="3965" y="3020"/>
                  </a:cubicBezTo>
                  <a:lnTo>
                    <a:pt x="3751" y="2830"/>
                  </a:lnTo>
                  <a:cubicBezTo>
                    <a:pt x="3786" y="2758"/>
                    <a:pt x="3775" y="2782"/>
                    <a:pt x="3810" y="2734"/>
                  </a:cubicBezTo>
                  <a:cubicBezTo>
                    <a:pt x="3810" y="2734"/>
                    <a:pt x="3941" y="2544"/>
                    <a:pt x="3953" y="2544"/>
                  </a:cubicBezTo>
                  <a:lnTo>
                    <a:pt x="4358" y="2889"/>
                  </a:lnTo>
                  <a:cubicBezTo>
                    <a:pt x="4390" y="2916"/>
                    <a:pt x="4430" y="2928"/>
                    <a:pt x="4469" y="2928"/>
                  </a:cubicBezTo>
                  <a:cubicBezTo>
                    <a:pt x="4516" y="2928"/>
                    <a:pt x="4563" y="2910"/>
                    <a:pt x="4596" y="2877"/>
                  </a:cubicBezTo>
                  <a:cubicBezTo>
                    <a:pt x="4656" y="2794"/>
                    <a:pt x="4644" y="2699"/>
                    <a:pt x="4584" y="2639"/>
                  </a:cubicBezTo>
                  <a:lnTo>
                    <a:pt x="4167" y="2282"/>
                  </a:lnTo>
                  <a:cubicBezTo>
                    <a:pt x="4263" y="2139"/>
                    <a:pt x="4370" y="2020"/>
                    <a:pt x="4489" y="1901"/>
                  </a:cubicBezTo>
                  <a:cubicBezTo>
                    <a:pt x="4548" y="1830"/>
                    <a:pt x="4548" y="1722"/>
                    <a:pt x="4477" y="1663"/>
                  </a:cubicBezTo>
                  <a:cubicBezTo>
                    <a:pt x="4444" y="1636"/>
                    <a:pt x="4404" y="1621"/>
                    <a:pt x="4364" y="1621"/>
                  </a:cubicBezTo>
                  <a:cubicBezTo>
                    <a:pt x="4317" y="1621"/>
                    <a:pt x="4271" y="1641"/>
                    <a:pt x="4239" y="1687"/>
                  </a:cubicBezTo>
                  <a:cubicBezTo>
                    <a:pt x="4001" y="1937"/>
                    <a:pt x="3775" y="2222"/>
                    <a:pt x="3536" y="2532"/>
                  </a:cubicBezTo>
                  <a:cubicBezTo>
                    <a:pt x="3536" y="2532"/>
                    <a:pt x="3310" y="2830"/>
                    <a:pt x="3013" y="3306"/>
                  </a:cubicBezTo>
                  <a:cubicBezTo>
                    <a:pt x="2985" y="3304"/>
                    <a:pt x="2957" y="3303"/>
                    <a:pt x="2929" y="3303"/>
                  </a:cubicBezTo>
                  <a:cubicBezTo>
                    <a:pt x="2484" y="3303"/>
                    <a:pt x="2071" y="3569"/>
                    <a:pt x="1858" y="3973"/>
                  </a:cubicBezTo>
                  <a:cubicBezTo>
                    <a:pt x="1762" y="4151"/>
                    <a:pt x="1750" y="4330"/>
                    <a:pt x="1679" y="4449"/>
                  </a:cubicBezTo>
                  <a:cubicBezTo>
                    <a:pt x="1608" y="4568"/>
                    <a:pt x="1500" y="4687"/>
                    <a:pt x="1346" y="4770"/>
                  </a:cubicBezTo>
                  <a:cubicBezTo>
                    <a:pt x="1191" y="4866"/>
                    <a:pt x="1024" y="4913"/>
                    <a:pt x="846" y="4961"/>
                  </a:cubicBezTo>
                  <a:cubicBezTo>
                    <a:pt x="786" y="4973"/>
                    <a:pt x="679" y="5008"/>
                    <a:pt x="572" y="5020"/>
                  </a:cubicBezTo>
                  <a:cubicBezTo>
                    <a:pt x="369" y="5056"/>
                    <a:pt x="274" y="5330"/>
                    <a:pt x="441" y="5485"/>
                  </a:cubicBezTo>
                  <a:cubicBezTo>
                    <a:pt x="560" y="5580"/>
                    <a:pt x="679" y="5687"/>
                    <a:pt x="810" y="5759"/>
                  </a:cubicBezTo>
                  <a:cubicBezTo>
                    <a:pt x="838" y="5775"/>
                    <a:pt x="868" y="5783"/>
                    <a:pt x="897" y="5783"/>
                  </a:cubicBezTo>
                  <a:cubicBezTo>
                    <a:pt x="953" y="5783"/>
                    <a:pt x="1005" y="5754"/>
                    <a:pt x="1036" y="5699"/>
                  </a:cubicBezTo>
                  <a:cubicBezTo>
                    <a:pt x="1084" y="5628"/>
                    <a:pt x="1048" y="5520"/>
                    <a:pt x="977" y="5485"/>
                  </a:cubicBezTo>
                  <a:cubicBezTo>
                    <a:pt x="905" y="5437"/>
                    <a:pt x="834" y="5378"/>
                    <a:pt x="750" y="5318"/>
                  </a:cubicBezTo>
                  <a:cubicBezTo>
                    <a:pt x="1250" y="5199"/>
                    <a:pt x="1679" y="5044"/>
                    <a:pt x="1941" y="4616"/>
                  </a:cubicBezTo>
                  <a:cubicBezTo>
                    <a:pt x="2048" y="4437"/>
                    <a:pt x="2084" y="4246"/>
                    <a:pt x="2143" y="4116"/>
                  </a:cubicBezTo>
                  <a:cubicBezTo>
                    <a:pt x="2278" y="3831"/>
                    <a:pt x="2583" y="3626"/>
                    <a:pt x="2911" y="3626"/>
                  </a:cubicBezTo>
                  <a:cubicBezTo>
                    <a:pt x="3105" y="3626"/>
                    <a:pt x="3308" y="3698"/>
                    <a:pt x="3489" y="3865"/>
                  </a:cubicBezTo>
                  <a:cubicBezTo>
                    <a:pt x="3929" y="4270"/>
                    <a:pt x="3786" y="4985"/>
                    <a:pt x="3239" y="5330"/>
                  </a:cubicBezTo>
                  <a:cubicBezTo>
                    <a:pt x="2867" y="5559"/>
                    <a:pt x="2374" y="5719"/>
                    <a:pt x="1899" y="5719"/>
                  </a:cubicBezTo>
                  <a:cubicBezTo>
                    <a:pt x="1780" y="5719"/>
                    <a:pt x="1662" y="5709"/>
                    <a:pt x="1548" y="5687"/>
                  </a:cubicBezTo>
                  <a:cubicBezTo>
                    <a:pt x="1540" y="5686"/>
                    <a:pt x="1532" y="5686"/>
                    <a:pt x="1524" y="5686"/>
                  </a:cubicBezTo>
                  <a:cubicBezTo>
                    <a:pt x="1439" y="5686"/>
                    <a:pt x="1367" y="5742"/>
                    <a:pt x="1346" y="5818"/>
                  </a:cubicBezTo>
                  <a:cubicBezTo>
                    <a:pt x="1334" y="5913"/>
                    <a:pt x="1393" y="5997"/>
                    <a:pt x="1489" y="6009"/>
                  </a:cubicBezTo>
                  <a:cubicBezTo>
                    <a:pt x="1628" y="6035"/>
                    <a:pt x="1767" y="6048"/>
                    <a:pt x="1907" y="6048"/>
                  </a:cubicBezTo>
                  <a:cubicBezTo>
                    <a:pt x="2077" y="6048"/>
                    <a:pt x="2247" y="6029"/>
                    <a:pt x="2417" y="5997"/>
                  </a:cubicBezTo>
                  <a:cubicBezTo>
                    <a:pt x="2465" y="6937"/>
                    <a:pt x="3096" y="7675"/>
                    <a:pt x="3906" y="8033"/>
                  </a:cubicBezTo>
                  <a:cubicBezTo>
                    <a:pt x="4298" y="8199"/>
                    <a:pt x="4548" y="8592"/>
                    <a:pt x="4548" y="9009"/>
                  </a:cubicBezTo>
                  <a:cubicBezTo>
                    <a:pt x="4548" y="9342"/>
                    <a:pt x="4370" y="9580"/>
                    <a:pt x="4370" y="9580"/>
                  </a:cubicBezTo>
                  <a:cubicBezTo>
                    <a:pt x="3673" y="10434"/>
                    <a:pt x="2786" y="10777"/>
                    <a:pt x="1813" y="10777"/>
                  </a:cubicBezTo>
                  <a:cubicBezTo>
                    <a:pt x="1307" y="10777"/>
                    <a:pt x="777" y="10684"/>
                    <a:pt x="238" y="10521"/>
                  </a:cubicBezTo>
                  <a:cubicBezTo>
                    <a:pt x="224" y="10517"/>
                    <a:pt x="210" y="10516"/>
                    <a:pt x="196" y="10516"/>
                  </a:cubicBezTo>
                  <a:cubicBezTo>
                    <a:pt x="119" y="10516"/>
                    <a:pt x="54" y="10568"/>
                    <a:pt x="24" y="10628"/>
                  </a:cubicBezTo>
                  <a:cubicBezTo>
                    <a:pt x="0" y="10712"/>
                    <a:pt x="60" y="10807"/>
                    <a:pt x="131" y="10831"/>
                  </a:cubicBezTo>
                  <a:cubicBezTo>
                    <a:pt x="707" y="11009"/>
                    <a:pt x="1272" y="11107"/>
                    <a:pt x="1811" y="11107"/>
                  </a:cubicBezTo>
                  <a:cubicBezTo>
                    <a:pt x="2890" y="11107"/>
                    <a:pt x="3866" y="10716"/>
                    <a:pt x="4620" y="9795"/>
                  </a:cubicBezTo>
                  <a:cubicBezTo>
                    <a:pt x="4620" y="9783"/>
                    <a:pt x="4644" y="9783"/>
                    <a:pt x="4644" y="9759"/>
                  </a:cubicBezTo>
                  <a:cubicBezTo>
                    <a:pt x="5120" y="9045"/>
                    <a:pt x="4834" y="8068"/>
                    <a:pt x="4048" y="7723"/>
                  </a:cubicBezTo>
                  <a:cubicBezTo>
                    <a:pt x="3310" y="7414"/>
                    <a:pt x="2763" y="6747"/>
                    <a:pt x="2751" y="5913"/>
                  </a:cubicBezTo>
                  <a:cubicBezTo>
                    <a:pt x="3132" y="5794"/>
                    <a:pt x="3405" y="5628"/>
                    <a:pt x="3417" y="5616"/>
                  </a:cubicBezTo>
                  <a:cubicBezTo>
                    <a:pt x="3953" y="5282"/>
                    <a:pt x="4179" y="4687"/>
                    <a:pt x="4060" y="4187"/>
                  </a:cubicBezTo>
                  <a:cubicBezTo>
                    <a:pt x="5251" y="3234"/>
                    <a:pt x="6430" y="1818"/>
                    <a:pt x="6834" y="258"/>
                  </a:cubicBezTo>
                  <a:cubicBezTo>
                    <a:pt x="6864" y="121"/>
                    <a:pt x="6757" y="1"/>
                    <a:pt x="66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9" name="Google Shape;12089;p66"/>
          <p:cNvGrpSpPr/>
          <p:nvPr/>
        </p:nvGrpSpPr>
        <p:grpSpPr>
          <a:xfrm>
            <a:off x="7066548" y="2737144"/>
            <a:ext cx="352209" cy="334938"/>
            <a:chOff x="7066548" y="2912594"/>
            <a:chExt cx="352209" cy="334938"/>
          </a:xfrm>
        </p:grpSpPr>
        <p:sp>
          <p:nvSpPr>
            <p:cNvPr id="12090" name="Google Shape;12090;p66"/>
            <p:cNvSpPr/>
            <p:nvPr/>
          </p:nvSpPr>
          <p:spPr>
            <a:xfrm>
              <a:off x="7066548" y="2912594"/>
              <a:ext cx="219264" cy="266399"/>
            </a:xfrm>
            <a:custGeom>
              <a:avLst/>
              <a:gdLst/>
              <a:ahLst/>
              <a:cxnLst/>
              <a:rect l="l" t="t" r="r" b="b"/>
              <a:pathLst>
                <a:path w="6894" h="8376" extrusionOk="0">
                  <a:moveTo>
                    <a:pt x="6584" y="363"/>
                  </a:moveTo>
                  <a:lnTo>
                    <a:pt x="6584" y="1839"/>
                  </a:lnTo>
                  <a:lnTo>
                    <a:pt x="1774" y="2911"/>
                  </a:lnTo>
                  <a:lnTo>
                    <a:pt x="1774" y="1434"/>
                  </a:lnTo>
                  <a:lnTo>
                    <a:pt x="6584" y="363"/>
                  </a:lnTo>
                  <a:close/>
                  <a:moveTo>
                    <a:pt x="6584" y="2137"/>
                  </a:moveTo>
                  <a:lnTo>
                    <a:pt x="6584" y="6078"/>
                  </a:lnTo>
                  <a:cubicBezTo>
                    <a:pt x="6584" y="6209"/>
                    <a:pt x="6525" y="6423"/>
                    <a:pt x="6346" y="6578"/>
                  </a:cubicBezTo>
                  <a:cubicBezTo>
                    <a:pt x="6203" y="6721"/>
                    <a:pt x="5989" y="6863"/>
                    <a:pt x="5596" y="6863"/>
                  </a:cubicBezTo>
                  <a:cubicBezTo>
                    <a:pt x="5191" y="6863"/>
                    <a:pt x="4882" y="6625"/>
                    <a:pt x="4882" y="6328"/>
                  </a:cubicBezTo>
                  <a:cubicBezTo>
                    <a:pt x="4882" y="6030"/>
                    <a:pt x="5215" y="5792"/>
                    <a:pt x="5596" y="5792"/>
                  </a:cubicBezTo>
                  <a:cubicBezTo>
                    <a:pt x="5751" y="5792"/>
                    <a:pt x="5906" y="5840"/>
                    <a:pt x="6084" y="5899"/>
                  </a:cubicBezTo>
                  <a:cubicBezTo>
                    <a:pt x="6104" y="5904"/>
                    <a:pt x="6126" y="5907"/>
                    <a:pt x="6148" y="5907"/>
                  </a:cubicBezTo>
                  <a:cubicBezTo>
                    <a:pt x="6179" y="5907"/>
                    <a:pt x="6211" y="5901"/>
                    <a:pt x="6239" y="5887"/>
                  </a:cubicBezTo>
                  <a:cubicBezTo>
                    <a:pt x="6287" y="5851"/>
                    <a:pt x="6311" y="5804"/>
                    <a:pt x="6311" y="5744"/>
                  </a:cubicBezTo>
                  <a:lnTo>
                    <a:pt x="6311" y="2196"/>
                  </a:lnTo>
                  <a:lnTo>
                    <a:pt x="6584" y="2137"/>
                  </a:lnTo>
                  <a:close/>
                  <a:moveTo>
                    <a:pt x="6735" y="1"/>
                  </a:moveTo>
                  <a:cubicBezTo>
                    <a:pt x="6724" y="1"/>
                    <a:pt x="6713" y="2"/>
                    <a:pt x="6704" y="5"/>
                  </a:cubicBezTo>
                  <a:lnTo>
                    <a:pt x="1560" y="1137"/>
                  </a:lnTo>
                  <a:cubicBezTo>
                    <a:pt x="1489" y="1148"/>
                    <a:pt x="1429" y="1220"/>
                    <a:pt x="1429" y="1303"/>
                  </a:cubicBezTo>
                  <a:lnTo>
                    <a:pt x="1429" y="3101"/>
                  </a:lnTo>
                  <a:lnTo>
                    <a:pt x="1429" y="4030"/>
                  </a:lnTo>
                  <a:cubicBezTo>
                    <a:pt x="1429" y="4113"/>
                    <a:pt x="1500" y="4185"/>
                    <a:pt x="1596" y="4185"/>
                  </a:cubicBezTo>
                  <a:cubicBezTo>
                    <a:pt x="1679" y="4185"/>
                    <a:pt x="1751" y="4113"/>
                    <a:pt x="1751" y="4030"/>
                  </a:cubicBezTo>
                  <a:lnTo>
                    <a:pt x="1751" y="3232"/>
                  </a:lnTo>
                  <a:lnTo>
                    <a:pt x="2024" y="3173"/>
                  </a:lnTo>
                  <a:lnTo>
                    <a:pt x="2024" y="7304"/>
                  </a:lnTo>
                  <a:cubicBezTo>
                    <a:pt x="2024" y="7459"/>
                    <a:pt x="1858" y="8078"/>
                    <a:pt x="1036" y="8078"/>
                  </a:cubicBezTo>
                  <a:cubicBezTo>
                    <a:pt x="643" y="8078"/>
                    <a:pt x="322" y="7840"/>
                    <a:pt x="322" y="7542"/>
                  </a:cubicBezTo>
                  <a:cubicBezTo>
                    <a:pt x="322" y="7244"/>
                    <a:pt x="655" y="7006"/>
                    <a:pt x="1036" y="7006"/>
                  </a:cubicBezTo>
                  <a:cubicBezTo>
                    <a:pt x="1191" y="7006"/>
                    <a:pt x="1358" y="7042"/>
                    <a:pt x="1536" y="7102"/>
                  </a:cubicBezTo>
                  <a:cubicBezTo>
                    <a:pt x="1552" y="7112"/>
                    <a:pt x="1573" y="7118"/>
                    <a:pt x="1596" y="7118"/>
                  </a:cubicBezTo>
                  <a:cubicBezTo>
                    <a:pt x="1623" y="7118"/>
                    <a:pt x="1653" y="7109"/>
                    <a:pt x="1679" y="7090"/>
                  </a:cubicBezTo>
                  <a:cubicBezTo>
                    <a:pt x="1727" y="7066"/>
                    <a:pt x="1751" y="7018"/>
                    <a:pt x="1751" y="6959"/>
                  </a:cubicBezTo>
                  <a:lnTo>
                    <a:pt x="1751" y="4744"/>
                  </a:lnTo>
                  <a:cubicBezTo>
                    <a:pt x="1751" y="4649"/>
                    <a:pt x="1679" y="4577"/>
                    <a:pt x="1596" y="4577"/>
                  </a:cubicBezTo>
                  <a:cubicBezTo>
                    <a:pt x="1500" y="4577"/>
                    <a:pt x="1429" y="4649"/>
                    <a:pt x="1429" y="4744"/>
                  </a:cubicBezTo>
                  <a:lnTo>
                    <a:pt x="1429" y="6732"/>
                  </a:lnTo>
                  <a:cubicBezTo>
                    <a:pt x="1298" y="6709"/>
                    <a:pt x="1167" y="6673"/>
                    <a:pt x="1048" y="6673"/>
                  </a:cubicBezTo>
                  <a:cubicBezTo>
                    <a:pt x="465" y="6673"/>
                    <a:pt x="0" y="7066"/>
                    <a:pt x="0" y="7518"/>
                  </a:cubicBezTo>
                  <a:cubicBezTo>
                    <a:pt x="0" y="7995"/>
                    <a:pt x="465" y="8376"/>
                    <a:pt x="1048" y="8376"/>
                  </a:cubicBezTo>
                  <a:cubicBezTo>
                    <a:pt x="1596" y="8376"/>
                    <a:pt x="1905" y="8137"/>
                    <a:pt x="2072" y="7935"/>
                  </a:cubicBezTo>
                  <a:cubicBezTo>
                    <a:pt x="2274" y="7697"/>
                    <a:pt x="2358" y="7435"/>
                    <a:pt x="2358" y="7268"/>
                  </a:cubicBezTo>
                  <a:lnTo>
                    <a:pt x="2358" y="3089"/>
                  </a:lnTo>
                  <a:lnTo>
                    <a:pt x="5965" y="2280"/>
                  </a:lnTo>
                  <a:lnTo>
                    <a:pt x="5965" y="5542"/>
                  </a:lnTo>
                  <a:cubicBezTo>
                    <a:pt x="5834" y="5518"/>
                    <a:pt x="5703" y="5482"/>
                    <a:pt x="5584" y="5482"/>
                  </a:cubicBezTo>
                  <a:cubicBezTo>
                    <a:pt x="5001" y="5482"/>
                    <a:pt x="4537" y="5875"/>
                    <a:pt x="4537" y="6328"/>
                  </a:cubicBezTo>
                  <a:cubicBezTo>
                    <a:pt x="4537" y="6804"/>
                    <a:pt x="5001" y="7185"/>
                    <a:pt x="5584" y="7185"/>
                  </a:cubicBezTo>
                  <a:cubicBezTo>
                    <a:pt x="6477" y="7185"/>
                    <a:pt x="6894" y="6506"/>
                    <a:pt x="6894" y="6054"/>
                  </a:cubicBezTo>
                  <a:lnTo>
                    <a:pt x="6894" y="1922"/>
                  </a:lnTo>
                  <a:lnTo>
                    <a:pt x="6894" y="125"/>
                  </a:lnTo>
                  <a:cubicBezTo>
                    <a:pt x="6894" y="113"/>
                    <a:pt x="6882" y="65"/>
                    <a:pt x="6834" y="29"/>
                  </a:cubicBezTo>
                  <a:cubicBezTo>
                    <a:pt x="6800" y="12"/>
                    <a:pt x="6765" y="1"/>
                    <a:pt x="6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66"/>
            <p:cNvSpPr/>
            <p:nvPr/>
          </p:nvSpPr>
          <p:spPr>
            <a:xfrm>
              <a:off x="7262690" y="2968571"/>
              <a:ext cx="156067" cy="278962"/>
            </a:xfrm>
            <a:custGeom>
              <a:avLst/>
              <a:gdLst/>
              <a:ahLst/>
              <a:cxnLst/>
              <a:rect l="l" t="t" r="r" b="b"/>
              <a:pathLst>
                <a:path w="4907" h="8771" extrusionOk="0">
                  <a:moveTo>
                    <a:pt x="1928" y="0"/>
                  </a:moveTo>
                  <a:cubicBezTo>
                    <a:pt x="1909" y="0"/>
                    <a:pt x="1889" y="3"/>
                    <a:pt x="1870" y="8"/>
                  </a:cubicBezTo>
                  <a:cubicBezTo>
                    <a:pt x="1787" y="31"/>
                    <a:pt x="1727" y="103"/>
                    <a:pt x="1727" y="210"/>
                  </a:cubicBezTo>
                  <a:lnTo>
                    <a:pt x="1727" y="3746"/>
                  </a:lnTo>
                  <a:cubicBezTo>
                    <a:pt x="1727" y="3841"/>
                    <a:pt x="1799" y="3913"/>
                    <a:pt x="1882" y="3913"/>
                  </a:cubicBezTo>
                  <a:cubicBezTo>
                    <a:pt x="1977" y="3913"/>
                    <a:pt x="2049" y="3841"/>
                    <a:pt x="2049" y="3746"/>
                  </a:cubicBezTo>
                  <a:lnTo>
                    <a:pt x="2049" y="627"/>
                  </a:lnTo>
                  <a:cubicBezTo>
                    <a:pt x="2108" y="734"/>
                    <a:pt x="2180" y="853"/>
                    <a:pt x="2275" y="972"/>
                  </a:cubicBezTo>
                  <a:lnTo>
                    <a:pt x="2287" y="984"/>
                  </a:lnTo>
                  <a:lnTo>
                    <a:pt x="2322" y="1008"/>
                  </a:lnTo>
                  <a:lnTo>
                    <a:pt x="2334" y="1032"/>
                  </a:lnTo>
                  <a:cubicBezTo>
                    <a:pt x="2858" y="1770"/>
                    <a:pt x="3346" y="2246"/>
                    <a:pt x="3787" y="2425"/>
                  </a:cubicBezTo>
                  <a:cubicBezTo>
                    <a:pt x="4180" y="2591"/>
                    <a:pt x="4370" y="3091"/>
                    <a:pt x="4466" y="3508"/>
                  </a:cubicBezTo>
                  <a:cubicBezTo>
                    <a:pt x="4525" y="3782"/>
                    <a:pt x="4549" y="4068"/>
                    <a:pt x="4573" y="4306"/>
                  </a:cubicBezTo>
                  <a:cubicBezTo>
                    <a:pt x="4216" y="3853"/>
                    <a:pt x="3573" y="3175"/>
                    <a:pt x="2561" y="2794"/>
                  </a:cubicBezTo>
                  <a:cubicBezTo>
                    <a:pt x="2543" y="2789"/>
                    <a:pt x="2524" y="2787"/>
                    <a:pt x="2505" y="2787"/>
                  </a:cubicBezTo>
                  <a:cubicBezTo>
                    <a:pt x="2471" y="2787"/>
                    <a:pt x="2436" y="2795"/>
                    <a:pt x="2406" y="2817"/>
                  </a:cubicBezTo>
                  <a:cubicBezTo>
                    <a:pt x="2358" y="2841"/>
                    <a:pt x="2334" y="2889"/>
                    <a:pt x="2334" y="2948"/>
                  </a:cubicBezTo>
                  <a:lnTo>
                    <a:pt x="2334" y="7366"/>
                  </a:lnTo>
                  <a:cubicBezTo>
                    <a:pt x="2334" y="7735"/>
                    <a:pt x="1894" y="8437"/>
                    <a:pt x="1191" y="8437"/>
                  </a:cubicBezTo>
                  <a:cubicBezTo>
                    <a:pt x="727" y="8437"/>
                    <a:pt x="334" y="8151"/>
                    <a:pt x="334" y="7818"/>
                  </a:cubicBezTo>
                  <a:cubicBezTo>
                    <a:pt x="334" y="7473"/>
                    <a:pt x="727" y="7187"/>
                    <a:pt x="1191" y="7187"/>
                  </a:cubicBezTo>
                  <a:cubicBezTo>
                    <a:pt x="1382" y="7187"/>
                    <a:pt x="1620" y="7247"/>
                    <a:pt x="1822" y="7354"/>
                  </a:cubicBezTo>
                  <a:cubicBezTo>
                    <a:pt x="1841" y="7363"/>
                    <a:pt x="1861" y="7367"/>
                    <a:pt x="1881" y="7367"/>
                  </a:cubicBezTo>
                  <a:cubicBezTo>
                    <a:pt x="1914" y="7367"/>
                    <a:pt x="1948" y="7357"/>
                    <a:pt x="1977" y="7342"/>
                  </a:cubicBezTo>
                  <a:cubicBezTo>
                    <a:pt x="2013" y="7306"/>
                    <a:pt x="2049" y="7258"/>
                    <a:pt x="2049" y="7199"/>
                  </a:cubicBezTo>
                  <a:lnTo>
                    <a:pt x="2049" y="4520"/>
                  </a:lnTo>
                  <a:cubicBezTo>
                    <a:pt x="2049" y="4437"/>
                    <a:pt x="1977" y="4365"/>
                    <a:pt x="1882" y="4365"/>
                  </a:cubicBezTo>
                  <a:cubicBezTo>
                    <a:pt x="1799" y="4365"/>
                    <a:pt x="1727" y="4437"/>
                    <a:pt x="1727" y="4520"/>
                  </a:cubicBezTo>
                  <a:lnTo>
                    <a:pt x="1727" y="6961"/>
                  </a:lnTo>
                  <a:cubicBezTo>
                    <a:pt x="1525" y="6901"/>
                    <a:pt x="1334" y="6866"/>
                    <a:pt x="1168" y="6866"/>
                  </a:cubicBezTo>
                  <a:cubicBezTo>
                    <a:pt x="537" y="6866"/>
                    <a:pt x="1" y="7294"/>
                    <a:pt x="1" y="7818"/>
                  </a:cubicBezTo>
                  <a:cubicBezTo>
                    <a:pt x="1" y="8330"/>
                    <a:pt x="513" y="8771"/>
                    <a:pt x="1168" y="8771"/>
                  </a:cubicBezTo>
                  <a:cubicBezTo>
                    <a:pt x="1584" y="8771"/>
                    <a:pt x="1977" y="8592"/>
                    <a:pt x="2263" y="8259"/>
                  </a:cubicBezTo>
                  <a:cubicBezTo>
                    <a:pt x="2489" y="7997"/>
                    <a:pt x="2644" y="7651"/>
                    <a:pt x="2644" y="7366"/>
                  </a:cubicBezTo>
                  <a:lnTo>
                    <a:pt x="2644" y="3187"/>
                  </a:lnTo>
                  <a:cubicBezTo>
                    <a:pt x="3775" y="3675"/>
                    <a:pt x="4382" y="4568"/>
                    <a:pt x="4549" y="4842"/>
                  </a:cubicBezTo>
                  <a:cubicBezTo>
                    <a:pt x="4589" y="4901"/>
                    <a:pt x="4654" y="4928"/>
                    <a:pt x="4723" y="4928"/>
                  </a:cubicBezTo>
                  <a:cubicBezTo>
                    <a:pt x="4736" y="4928"/>
                    <a:pt x="4750" y="4927"/>
                    <a:pt x="4763" y="4925"/>
                  </a:cubicBezTo>
                  <a:cubicBezTo>
                    <a:pt x="4847" y="4901"/>
                    <a:pt x="4894" y="4818"/>
                    <a:pt x="4894" y="4746"/>
                  </a:cubicBezTo>
                  <a:cubicBezTo>
                    <a:pt x="4906" y="4544"/>
                    <a:pt x="4894" y="3996"/>
                    <a:pt x="4763" y="3460"/>
                  </a:cubicBezTo>
                  <a:cubicBezTo>
                    <a:pt x="4597" y="2758"/>
                    <a:pt x="4311" y="2329"/>
                    <a:pt x="3894" y="2151"/>
                  </a:cubicBezTo>
                  <a:cubicBezTo>
                    <a:pt x="3513" y="1984"/>
                    <a:pt x="3061" y="1555"/>
                    <a:pt x="2584" y="865"/>
                  </a:cubicBezTo>
                  <a:cubicBezTo>
                    <a:pt x="2572" y="841"/>
                    <a:pt x="2561" y="805"/>
                    <a:pt x="2525" y="781"/>
                  </a:cubicBezTo>
                  <a:cubicBezTo>
                    <a:pt x="2346" y="508"/>
                    <a:pt x="2203" y="270"/>
                    <a:pt x="2108" y="103"/>
                  </a:cubicBezTo>
                  <a:cubicBezTo>
                    <a:pt x="2070" y="36"/>
                    <a:pt x="2002" y="0"/>
                    <a:pt x="19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66"/>
            <p:cNvSpPr/>
            <p:nvPr/>
          </p:nvSpPr>
          <p:spPr>
            <a:xfrm>
              <a:off x="7356610" y="3200843"/>
              <a:ext cx="58362" cy="24363"/>
            </a:xfrm>
            <a:custGeom>
              <a:avLst/>
              <a:gdLst/>
              <a:ahLst/>
              <a:cxnLst/>
              <a:rect l="l" t="t" r="r" b="b"/>
              <a:pathLst>
                <a:path w="1835" h="766" extrusionOk="0">
                  <a:moveTo>
                    <a:pt x="1669" y="1"/>
                  </a:moveTo>
                  <a:cubicBezTo>
                    <a:pt x="1636" y="1"/>
                    <a:pt x="1603" y="13"/>
                    <a:pt x="1572" y="39"/>
                  </a:cubicBezTo>
                  <a:cubicBezTo>
                    <a:pt x="1572" y="39"/>
                    <a:pt x="1120" y="348"/>
                    <a:pt x="155" y="444"/>
                  </a:cubicBezTo>
                  <a:cubicBezTo>
                    <a:pt x="60" y="456"/>
                    <a:pt x="0" y="527"/>
                    <a:pt x="0" y="622"/>
                  </a:cubicBezTo>
                  <a:cubicBezTo>
                    <a:pt x="24" y="706"/>
                    <a:pt x="84" y="765"/>
                    <a:pt x="167" y="765"/>
                  </a:cubicBezTo>
                  <a:lnTo>
                    <a:pt x="179" y="765"/>
                  </a:lnTo>
                  <a:cubicBezTo>
                    <a:pt x="1263" y="658"/>
                    <a:pt x="1739" y="325"/>
                    <a:pt x="1763" y="301"/>
                  </a:cubicBezTo>
                  <a:cubicBezTo>
                    <a:pt x="1822" y="229"/>
                    <a:pt x="1834" y="146"/>
                    <a:pt x="1786" y="63"/>
                  </a:cubicBezTo>
                  <a:cubicBezTo>
                    <a:pt x="1753" y="22"/>
                    <a:pt x="1711" y="1"/>
                    <a:pt x="16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66"/>
            <p:cNvSpPr/>
            <p:nvPr/>
          </p:nvSpPr>
          <p:spPr>
            <a:xfrm>
              <a:off x="7068806" y="3188821"/>
              <a:ext cx="179539" cy="24617"/>
            </a:xfrm>
            <a:custGeom>
              <a:avLst/>
              <a:gdLst/>
              <a:ahLst/>
              <a:cxnLst/>
              <a:rect l="l" t="t" r="r" b="b"/>
              <a:pathLst>
                <a:path w="5645" h="774" extrusionOk="0">
                  <a:moveTo>
                    <a:pt x="1675" y="1"/>
                  </a:moveTo>
                  <a:cubicBezTo>
                    <a:pt x="1452" y="1"/>
                    <a:pt x="1243" y="9"/>
                    <a:pt x="1048" y="24"/>
                  </a:cubicBezTo>
                  <a:cubicBezTo>
                    <a:pt x="632" y="60"/>
                    <a:pt x="322" y="131"/>
                    <a:pt x="144" y="202"/>
                  </a:cubicBezTo>
                  <a:cubicBezTo>
                    <a:pt x="36" y="250"/>
                    <a:pt x="1" y="369"/>
                    <a:pt x="84" y="464"/>
                  </a:cubicBezTo>
                  <a:cubicBezTo>
                    <a:pt x="106" y="502"/>
                    <a:pt x="147" y="520"/>
                    <a:pt x="189" y="520"/>
                  </a:cubicBezTo>
                  <a:cubicBezTo>
                    <a:pt x="215" y="520"/>
                    <a:pt x="240" y="514"/>
                    <a:pt x="263" y="500"/>
                  </a:cubicBezTo>
                  <a:cubicBezTo>
                    <a:pt x="394" y="441"/>
                    <a:pt x="656" y="369"/>
                    <a:pt x="1168" y="345"/>
                  </a:cubicBezTo>
                  <a:cubicBezTo>
                    <a:pt x="1340" y="332"/>
                    <a:pt x="1521" y="327"/>
                    <a:pt x="1709" y="327"/>
                  </a:cubicBezTo>
                  <a:cubicBezTo>
                    <a:pt x="2909" y="327"/>
                    <a:pt x="4373" y="568"/>
                    <a:pt x="5454" y="774"/>
                  </a:cubicBezTo>
                  <a:lnTo>
                    <a:pt x="5478" y="774"/>
                  </a:lnTo>
                  <a:cubicBezTo>
                    <a:pt x="5561" y="774"/>
                    <a:pt x="5632" y="714"/>
                    <a:pt x="5644" y="643"/>
                  </a:cubicBezTo>
                  <a:cubicBezTo>
                    <a:pt x="5644" y="560"/>
                    <a:pt x="5585" y="488"/>
                    <a:pt x="5513" y="464"/>
                  </a:cubicBezTo>
                  <a:cubicBezTo>
                    <a:pt x="3958" y="153"/>
                    <a:pt x="2672"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66"/>
            <p:cNvSpPr/>
            <p:nvPr/>
          </p:nvSpPr>
          <p:spPr>
            <a:xfrm>
              <a:off x="7361158" y="3154726"/>
              <a:ext cx="49997" cy="20482"/>
            </a:xfrm>
            <a:custGeom>
              <a:avLst/>
              <a:gdLst/>
              <a:ahLst/>
              <a:cxnLst/>
              <a:rect l="l" t="t" r="r" b="b"/>
              <a:pathLst>
                <a:path w="1572" h="644" extrusionOk="0">
                  <a:moveTo>
                    <a:pt x="1375" y="1"/>
                  </a:moveTo>
                  <a:cubicBezTo>
                    <a:pt x="1352" y="1"/>
                    <a:pt x="1330" y="5"/>
                    <a:pt x="1310" y="12"/>
                  </a:cubicBezTo>
                  <a:cubicBezTo>
                    <a:pt x="1131" y="120"/>
                    <a:pt x="750" y="251"/>
                    <a:pt x="143" y="310"/>
                  </a:cubicBezTo>
                  <a:cubicBezTo>
                    <a:pt x="60" y="322"/>
                    <a:pt x="0" y="382"/>
                    <a:pt x="0" y="477"/>
                  </a:cubicBezTo>
                  <a:cubicBezTo>
                    <a:pt x="0" y="560"/>
                    <a:pt x="72" y="643"/>
                    <a:pt x="155" y="643"/>
                  </a:cubicBezTo>
                  <a:lnTo>
                    <a:pt x="179" y="643"/>
                  </a:lnTo>
                  <a:cubicBezTo>
                    <a:pt x="881" y="584"/>
                    <a:pt x="1274" y="417"/>
                    <a:pt x="1465" y="310"/>
                  </a:cubicBezTo>
                  <a:cubicBezTo>
                    <a:pt x="1560" y="251"/>
                    <a:pt x="1572" y="120"/>
                    <a:pt x="1501" y="48"/>
                  </a:cubicBezTo>
                  <a:cubicBezTo>
                    <a:pt x="1469" y="16"/>
                    <a:pt x="1421" y="1"/>
                    <a:pt x="13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66"/>
            <p:cNvSpPr/>
            <p:nvPr/>
          </p:nvSpPr>
          <p:spPr>
            <a:xfrm>
              <a:off x="7155920" y="3139523"/>
              <a:ext cx="148084" cy="33045"/>
            </a:xfrm>
            <a:custGeom>
              <a:avLst/>
              <a:gdLst/>
              <a:ahLst/>
              <a:cxnLst/>
              <a:rect l="l" t="t" r="r" b="b"/>
              <a:pathLst>
                <a:path w="4656" h="1039" extrusionOk="0">
                  <a:moveTo>
                    <a:pt x="172" y="1"/>
                  </a:moveTo>
                  <a:cubicBezTo>
                    <a:pt x="97" y="1"/>
                    <a:pt x="34" y="68"/>
                    <a:pt x="12" y="145"/>
                  </a:cubicBezTo>
                  <a:cubicBezTo>
                    <a:pt x="0" y="240"/>
                    <a:pt x="84" y="312"/>
                    <a:pt x="167" y="324"/>
                  </a:cubicBezTo>
                  <a:cubicBezTo>
                    <a:pt x="726" y="383"/>
                    <a:pt x="1536" y="526"/>
                    <a:pt x="2489" y="705"/>
                  </a:cubicBezTo>
                  <a:cubicBezTo>
                    <a:pt x="3382" y="883"/>
                    <a:pt x="4001" y="979"/>
                    <a:pt x="4477" y="1038"/>
                  </a:cubicBezTo>
                  <a:lnTo>
                    <a:pt x="4501" y="1038"/>
                  </a:lnTo>
                  <a:cubicBezTo>
                    <a:pt x="4572" y="1038"/>
                    <a:pt x="4644" y="979"/>
                    <a:pt x="4656" y="895"/>
                  </a:cubicBezTo>
                  <a:cubicBezTo>
                    <a:pt x="4644" y="824"/>
                    <a:pt x="4584" y="740"/>
                    <a:pt x="4501" y="729"/>
                  </a:cubicBezTo>
                  <a:cubicBezTo>
                    <a:pt x="4036" y="669"/>
                    <a:pt x="3417" y="562"/>
                    <a:pt x="2536" y="383"/>
                  </a:cubicBezTo>
                  <a:cubicBezTo>
                    <a:pt x="1584" y="193"/>
                    <a:pt x="762" y="62"/>
                    <a:pt x="191" y="2"/>
                  </a:cubicBezTo>
                  <a:cubicBezTo>
                    <a:pt x="185" y="1"/>
                    <a:pt x="178" y="1"/>
                    <a:pt x="1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96" name="Google Shape;12096;p66"/>
          <p:cNvSpPr/>
          <p:nvPr/>
        </p:nvSpPr>
        <p:spPr>
          <a:xfrm>
            <a:off x="6591286" y="2708520"/>
            <a:ext cx="390088" cy="357520"/>
          </a:xfrm>
          <a:custGeom>
            <a:avLst/>
            <a:gdLst/>
            <a:ahLst/>
            <a:cxnLst/>
            <a:rect l="l" t="t" r="r" b="b"/>
            <a:pathLst>
              <a:path w="12265" h="11241" extrusionOk="0">
                <a:moveTo>
                  <a:pt x="11645" y="358"/>
                </a:moveTo>
                <a:cubicBezTo>
                  <a:pt x="11562" y="465"/>
                  <a:pt x="11431" y="584"/>
                  <a:pt x="11229" y="715"/>
                </a:cubicBezTo>
                <a:lnTo>
                  <a:pt x="11205" y="715"/>
                </a:lnTo>
                <a:cubicBezTo>
                  <a:pt x="11193" y="727"/>
                  <a:pt x="11181" y="727"/>
                  <a:pt x="11169" y="739"/>
                </a:cubicBezTo>
                <a:cubicBezTo>
                  <a:pt x="11169" y="739"/>
                  <a:pt x="11145" y="739"/>
                  <a:pt x="11145" y="763"/>
                </a:cubicBezTo>
                <a:cubicBezTo>
                  <a:pt x="11133" y="763"/>
                  <a:pt x="11133" y="774"/>
                  <a:pt x="11121" y="774"/>
                </a:cubicBezTo>
                <a:cubicBezTo>
                  <a:pt x="11109" y="774"/>
                  <a:pt x="11109" y="786"/>
                  <a:pt x="11086" y="786"/>
                </a:cubicBezTo>
                <a:cubicBezTo>
                  <a:pt x="11074" y="786"/>
                  <a:pt x="11074" y="798"/>
                  <a:pt x="11062" y="798"/>
                </a:cubicBezTo>
                <a:cubicBezTo>
                  <a:pt x="11050" y="798"/>
                  <a:pt x="11050" y="822"/>
                  <a:pt x="11026" y="822"/>
                </a:cubicBezTo>
                <a:cubicBezTo>
                  <a:pt x="11002" y="834"/>
                  <a:pt x="10967" y="846"/>
                  <a:pt x="10955" y="858"/>
                </a:cubicBezTo>
                <a:cubicBezTo>
                  <a:pt x="10955" y="858"/>
                  <a:pt x="10943" y="882"/>
                  <a:pt x="10931" y="882"/>
                </a:cubicBezTo>
                <a:cubicBezTo>
                  <a:pt x="10907" y="882"/>
                  <a:pt x="10907" y="894"/>
                  <a:pt x="10895" y="894"/>
                </a:cubicBezTo>
                <a:cubicBezTo>
                  <a:pt x="10883" y="894"/>
                  <a:pt x="10883" y="905"/>
                  <a:pt x="10871" y="905"/>
                </a:cubicBezTo>
                <a:cubicBezTo>
                  <a:pt x="10848" y="905"/>
                  <a:pt x="10848" y="917"/>
                  <a:pt x="10836" y="917"/>
                </a:cubicBezTo>
                <a:cubicBezTo>
                  <a:pt x="10824" y="917"/>
                  <a:pt x="10800" y="941"/>
                  <a:pt x="10788" y="941"/>
                </a:cubicBezTo>
                <a:cubicBezTo>
                  <a:pt x="10776" y="941"/>
                  <a:pt x="10776" y="941"/>
                  <a:pt x="10764" y="953"/>
                </a:cubicBezTo>
                <a:cubicBezTo>
                  <a:pt x="10752" y="965"/>
                  <a:pt x="10728" y="965"/>
                  <a:pt x="10705" y="977"/>
                </a:cubicBezTo>
                <a:lnTo>
                  <a:pt x="10693" y="977"/>
                </a:lnTo>
                <a:cubicBezTo>
                  <a:pt x="10609" y="1013"/>
                  <a:pt x="10538" y="1036"/>
                  <a:pt x="10455" y="1084"/>
                </a:cubicBezTo>
                <a:cubicBezTo>
                  <a:pt x="10347" y="1132"/>
                  <a:pt x="10228" y="1179"/>
                  <a:pt x="10109" y="1203"/>
                </a:cubicBezTo>
                <a:cubicBezTo>
                  <a:pt x="9776" y="1310"/>
                  <a:pt x="9419" y="1417"/>
                  <a:pt x="9038" y="1489"/>
                </a:cubicBezTo>
                <a:lnTo>
                  <a:pt x="9026" y="1489"/>
                </a:lnTo>
                <a:cubicBezTo>
                  <a:pt x="8669" y="1560"/>
                  <a:pt x="8288" y="1620"/>
                  <a:pt x="7907" y="1667"/>
                </a:cubicBezTo>
                <a:lnTo>
                  <a:pt x="7895" y="1667"/>
                </a:lnTo>
                <a:cubicBezTo>
                  <a:pt x="7311" y="1739"/>
                  <a:pt x="6704" y="1775"/>
                  <a:pt x="6085" y="1775"/>
                </a:cubicBezTo>
                <a:cubicBezTo>
                  <a:pt x="5478" y="1775"/>
                  <a:pt x="4871" y="1739"/>
                  <a:pt x="4287" y="1667"/>
                </a:cubicBezTo>
                <a:lnTo>
                  <a:pt x="4275" y="1667"/>
                </a:lnTo>
                <a:cubicBezTo>
                  <a:pt x="3882" y="1620"/>
                  <a:pt x="3513" y="1560"/>
                  <a:pt x="3156" y="1489"/>
                </a:cubicBezTo>
                <a:lnTo>
                  <a:pt x="3144" y="1489"/>
                </a:lnTo>
                <a:cubicBezTo>
                  <a:pt x="2775" y="1417"/>
                  <a:pt x="2418" y="1310"/>
                  <a:pt x="2073" y="1203"/>
                </a:cubicBezTo>
                <a:cubicBezTo>
                  <a:pt x="1954" y="1155"/>
                  <a:pt x="1835" y="1120"/>
                  <a:pt x="1727" y="1084"/>
                </a:cubicBezTo>
                <a:cubicBezTo>
                  <a:pt x="1644" y="1060"/>
                  <a:pt x="1561" y="1025"/>
                  <a:pt x="1489" y="977"/>
                </a:cubicBezTo>
                <a:lnTo>
                  <a:pt x="1477" y="977"/>
                </a:lnTo>
                <a:cubicBezTo>
                  <a:pt x="1465" y="965"/>
                  <a:pt x="1442" y="965"/>
                  <a:pt x="1418" y="953"/>
                </a:cubicBezTo>
                <a:cubicBezTo>
                  <a:pt x="1406" y="953"/>
                  <a:pt x="1406" y="953"/>
                  <a:pt x="1382" y="941"/>
                </a:cubicBezTo>
                <a:cubicBezTo>
                  <a:pt x="1370" y="941"/>
                  <a:pt x="1358" y="917"/>
                  <a:pt x="1346" y="917"/>
                </a:cubicBezTo>
                <a:cubicBezTo>
                  <a:pt x="1323" y="917"/>
                  <a:pt x="1323" y="905"/>
                  <a:pt x="1311" y="905"/>
                </a:cubicBezTo>
                <a:cubicBezTo>
                  <a:pt x="1299" y="905"/>
                  <a:pt x="1299" y="894"/>
                  <a:pt x="1287" y="894"/>
                </a:cubicBezTo>
                <a:cubicBezTo>
                  <a:pt x="1263" y="894"/>
                  <a:pt x="1263" y="882"/>
                  <a:pt x="1251" y="882"/>
                </a:cubicBezTo>
                <a:cubicBezTo>
                  <a:pt x="1239" y="882"/>
                  <a:pt x="1239" y="858"/>
                  <a:pt x="1227" y="858"/>
                </a:cubicBezTo>
                <a:cubicBezTo>
                  <a:pt x="1192" y="846"/>
                  <a:pt x="1168" y="834"/>
                  <a:pt x="1144" y="822"/>
                </a:cubicBezTo>
                <a:cubicBezTo>
                  <a:pt x="1132" y="822"/>
                  <a:pt x="1132" y="798"/>
                  <a:pt x="1120" y="798"/>
                </a:cubicBezTo>
                <a:cubicBezTo>
                  <a:pt x="1108" y="798"/>
                  <a:pt x="1108" y="786"/>
                  <a:pt x="1084" y="786"/>
                </a:cubicBezTo>
                <a:cubicBezTo>
                  <a:pt x="1073" y="786"/>
                  <a:pt x="1073" y="774"/>
                  <a:pt x="1061" y="774"/>
                </a:cubicBezTo>
                <a:cubicBezTo>
                  <a:pt x="1049" y="774"/>
                  <a:pt x="1049" y="763"/>
                  <a:pt x="1025" y="763"/>
                </a:cubicBezTo>
                <a:cubicBezTo>
                  <a:pt x="1025" y="763"/>
                  <a:pt x="1013" y="763"/>
                  <a:pt x="1013" y="739"/>
                </a:cubicBezTo>
                <a:cubicBezTo>
                  <a:pt x="1001" y="727"/>
                  <a:pt x="989" y="727"/>
                  <a:pt x="965" y="715"/>
                </a:cubicBezTo>
                <a:lnTo>
                  <a:pt x="953" y="715"/>
                </a:lnTo>
                <a:cubicBezTo>
                  <a:pt x="751" y="584"/>
                  <a:pt x="608" y="453"/>
                  <a:pt x="537" y="358"/>
                </a:cubicBezTo>
                <a:close/>
                <a:moveTo>
                  <a:pt x="1537" y="5680"/>
                </a:moveTo>
                <a:lnTo>
                  <a:pt x="1537" y="6037"/>
                </a:lnTo>
                <a:lnTo>
                  <a:pt x="358" y="6037"/>
                </a:lnTo>
                <a:lnTo>
                  <a:pt x="358" y="5680"/>
                </a:lnTo>
                <a:close/>
                <a:moveTo>
                  <a:pt x="11895" y="5680"/>
                </a:moveTo>
                <a:lnTo>
                  <a:pt x="11895" y="6037"/>
                </a:lnTo>
                <a:lnTo>
                  <a:pt x="10717" y="6037"/>
                </a:lnTo>
                <a:lnTo>
                  <a:pt x="10717" y="5680"/>
                </a:lnTo>
                <a:close/>
                <a:moveTo>
                  <a:pt x="11717" y="798"/>
                </a:moveTo>
                <a:lnTo>
                  <a:pt x="11717" y="5323"/>
                </a:lnTo>
                <a:lnTo>
                  <a:pt x="10717" y="5323"/>
                </a:lnTo>
                <a:cubicBezTo>
                  <a:pt x="10526" y="5323"/>
                  <a:pt x="10359" y="5489"/>
                  <a:pt x="10359" y="5680"/>
                </a:cubicBezTo>
                <a:lnTo>
                  <a:pt x="10359" y="6049"/>
                </a:lnTo>
                <a:cubicBezTo>
                  <a:pt x="10359" y="6144"/>
                  <a:pt x="10407" y="6239"/>
                  <a:pt x="10467" y="6311"/>
                </a:cubicBezTo>
                <a:cubicBezTo>
                  <a:pt x="10359" y="6632"/>
                  <a:pt x="10228" y="7049"/>
                  <a:pt x="10109" y="7502"/>
                </a:cubicBezTo>
                <a:lnTo>
                  <a:pt x="2168" y="7502"/>
                </a:lnTo>
                <a:cubicBezTo>
                  <a:pt x="2049" y="7049"/>
                  <a:pt x="1918" y="6632"/>
                  <a:pt x="1811" y="6311"/>
                </a:cubicBezTo>
                <a:cubicBezTo>
                  <a:pt x="1870" y="6251"/>
                  <a:pt x="1918" y="6156"/>
                  <a:pt x="1918" y="6049"/>
                </a:cubicBezTo>
                <a:lnTo>
                  <a:pt x="1918" y="5680"/>
                </a:lnTo>
                <a:cubicBezTo>
                  <a:pt x="1918" y="5489"/>
                  <a:pt x="1751" y="5323"/>
                  <a:pt x="1561" y="5323"/>
                </a:cubicBezTo>
                <a:lnTo>
                  <a:pt x="561" y="5323"/>
                </a:lnTo>
                <a:lnTo>
                  <a:pt x="561" y="808"/>
                </a:lnTo>
                <a:lnTo>
                  <a:pt x="561" y="808"/>
                </a:lnTo>
                <a:cubicBezTo>
                  <a:pt x="616" y="854"/>
                  <a:pt x="673" y="909"/>
                  <a:pt x="751" y="953"/>
                </a:cubicBezTo>
                <a:cubicBezTo>
                  <a:pt x="942" y="1084"/>
                  <a:pt x="1192" y="1215"/>
                  <a:pt x="1537" y="1358"/>
                </a:cubicBezTo>
                <a:cubicBezTo>
                  <a:pt x="1537" y="2489"/>
                  <a:pt x="1203" y="3739"/>
                  <a:pt x="930" y="4608"/>
                </a:cubicBezTo>
                <a:cubicBezTo>
                  <a:pt x="894" y="4704"/>
                  <a:pt x="942" y="4799"/>
                  <a:pt x="1049" y="4835"/>
                </a:cubicBezTo>
                <a:cubicBezTo>
                  <a:pt x="1067" y="4842"/>
                  <a:pt x="1087" y="4846"/>
                  <a:pt x="1106" y="4846"/>
                </a:cubicBezTo>
                <a:cubicBezTo>
                  <a:pt x="1175" y="4846"/>
                  <a:pt x="1244" y="4799"/>
                  <a:pt x="1263" y="4715"/>
                </a:cubicBezTo>
                <a:cubicBezTo>
                  <a:pt x="1549" y="3858"/>
                  <a:pt x="1870" y="2620"/>
                  <a:pt x="1894" y="1489"/>
                </a:cubicBezTo>
                <a:cubicBezTo>
                  <a:pt x="1942" y="1501"/>
                  <a:pt x="1965" y="1513"/>
                  <a:pt x="2013" y="1525"/>
                </a:cubicBezTo>
                <a:cubicBezTo>
                  <a:pt x="2311" y="1632"/>
                  <a:pt x="2620" y="1715"/>
                  <a:pt x="2954" y="1787"/>
                </a:cubicBezTo>
                <a:cubicBezTo>
                  <a:pt x="2561" y="2965"/>
                  <a:pt x="1954" y="3930"/>
                  <a:pt x="1489" y="4549"/>
                </a:cubicBezTo>
                <a:cubicBezTo>
                  <a:pt x="1430" y="4632"/>
                  <a:pt x="1442" y="4751"/>
                  <a:pt x="1525" y="4811"/>
                </a:cubicBezTo>
                <a:cubicBezTo>
                  <a:pt x="1549" y="4835"/>
                  <a:pt x="1596" y="4835"/>
                  <a:pt x="1620" y="4835"/>
                </a:cubicBezTo>
                <a:cubicBezTo>
                  <a:pt x="1680" y="4835"/>
                  <a:pt x="1727" y="4811"/>
                  <a:pt x="1775" y="4763"/>
                </a:cubicBezTo>
                <a:cubicBezTo>
                  <a:pt x="2263" y="4108"/>
                  <a:pt x="2906" y="3096"/>
                  <a:pt x="3311" y="1846"/>
                </a:cubicBezTo>
                <a:cubicBezTo>
                  <a:pt x="3561" y="1894"/>
                  <a:pt x="3811" y="1929"/>
                  <a:pt x="4061" y="1965"/>
                </a:cubicBezTo>
                <a:cubicBezTo>
                  <a:pt x="3680" y="2906"/>
                  <a:pt x="2918" y="3858"/>
                  <a:pt x="2323" y="4525"/>
                </a:cubicBezTo>
                <a:cubicBezTo>
                  <a:pt x="2263" y="4596"/>
                  <a:pt x="2263" y="4715"/>
                  <a:pt x="2335" y="4775"/>
                </a:cubicBezTo>
                <a:cubicBezTo>
                  <a:pt x="2369" y="4803"/>
                  <a:pt x="2414" y="4818"/>
                  <a:pt x="2458" y="4818"/>
                </a:cubicBezTo>
                <a:cubicBezTo>
                  <a:pt x="2506" y="4818"/>
                  <a:pt x="2553" y="4800"/>
                  <a:pt x="2585" y="4763"/>
                </a:cubicBezTo>
                <a:cubicBezTo>
                  <a:pt x="3692" y="3525"/>
                  <a:pt x="4192" y="2608"/>
                  <a:pt x="4418" y="2013"/>
                </a:cubicBezTo>
                <a:cubicBezTo>
                  <a:pt x="4966" y="2072"/>
                  <a:pt x="5549" y="2096"/>
                  <a:pt x="6133" y="2096"/>
                </a:cubicBezTo>
                <a:cubicBezTo>
                  <a:pt x="6716" y="2096"/>
                  <a:pt x="7288" y="2072"/>
                  <a:pt x="7847" y="2013"/>
                </a:cubicBezTo>
                <a:cubicBezTo>
                  <a:pt x="8228" y="3025"/>
                  <a:pt x="9050" y="4061"/>
                  <a:pt x="9669" y="4763"/>
                </a:cubicBezTo>
                <a:cubicBezTo>
                  <a:pt x="9700" y="4800"/>
                  <a:pt x="9747" y="4818"/>
                  <a:pt x="9797" y="4818"/>
                </a:cubicBezTo>
                <a:cubicBezTo>
                  <a:pt x="9843" y="4818"/>
                  <a:pt x="9891" y="4803"/>
                  <a:pt x="9931" y="4775"/>
                </a:cubicBezTo>
                <a:cubicBezTo>
                  <a:pt x="10002" y="4715"/>
                  <a:pt x="10002" y="4596"/>
                  <a:pt x="9943" y="4525"/>
                </a:cubicBezTo>
                <a:cubicBezTo>
                  <a:pt x="9347" y="3870"/>
                  <a:pt x="8585" y="2906"/>
                  <a:pt x="8204" y="1965"/>
                </a:cubicBezTo>
                <a:cubicBezTo>
                  <a:pt x="8454" y="1929"/>
                  <a:pt x="8716" y="1894"/>
                  <a:pt x="8954" y="1846"/>
                </a:cubicBezTo>
                <a:cubicBezTo>
                  <a:pt x="9359" y="3096"/>
                  <a:pt x="10002" y="4108"/>
                  <a:pt x="10490" y="4763"/>
                </a:cubicBezTo>
                <a:cubicBezTo>
                  <a:pt x="10526" y="4811"/>
                  <a:pt x="10586" y="4835"/>
                  <a:pt x="10645" y="4835"/>
                </a:cubicBezTo>
                <a:cubicBezTo>
                  <a:pt x="10681" y="4835"/>
                  <a:pt x="10717" y="4823"/>
                  <a:pt x="10740" y="4811"/>
                </a:cubicBezTo>
                <a:cubicBezTo>
                  <a:pt x="10824" y="4751"/>
                  <a:pt x="10836" y="4632"/>
                  <a:pt x="10776" y="4549"/>
                </a:cubicBezTo>
                <a:cubicBezTo>
                  <a:pt x="10312" y="3930"/>
                  <a:pt x="9693" y="2965"/>
                  <a:pt x="9312" y="1787"/>
                </a:cubicBezTo>
                <a:cubicBezTo>
                  <a:pt x="9645" y="1715"/>
                  <a:pt x="9955" y="1620"/>
                  <a:pt x="10252" y="1525"/>
                </a:cubicBezTo>
                <a:cubicBezTo>
                  <a:pt x="10300" y="1513"/>
                  <a:pt x="10324" y="1501"/>
                  <a:pt x="10371" y="1489"/>
                </a:cubicBezTo>
                <a:cubicBezTo>
                  <a:pt x="10407" y="2632"/>
                  <a:pt x="10717" y="3858"/>
                  <a:pt x="11002" y="4715"/>
                </a:cubicBezTo>
                <a:cubicBezTo>
                  <a:pt x="11021" y="4792"/>
                  <a:pt x="11094" y="4845"/>
                  <a:pt x="11165" y="4845"/>
                </a:cubicBezTo>
                <a:cubicBezTo>
                  <a:pt x="11182" y="4845"/>
                  <a:pt x="11200" y="4842"/>
                  <a:pt x="11217" y="4835"/>
                </a:cubicBezTo>
                <a:cubicBezTo>
                  <a:pt x="11312" y="4799"/>
                  <a:pt x="11371" y="4704"/>
                  <a:pt x="11336" y="4608"/>
                </a:cubicBezTo>
                <a:cubicBezTo>
                  <a:pt x="11062" y="3751"/>
                  <a:pt x="10728" y="2489"/>
                  <a:pt x="10728" y="1358"/>
                </a:cubicBezTo>
                <a:cubicBezTo>
                  <a:pt x="11074" y="1215"/>
                  <a:pt x="11324" y="1084"/>
                  <a:pt x="11514" y="953"/>
                </a:cubicBezTo>
                <a:cubicBezTo>
                  <a:pt x="11598" y="905"/>
                  <a:pt x="11657" y="846"/>
                  <a:pt x="11717" y="798"/>
                </a:cubicBezTo>
                <a:close/>
                <a:moveTo>
                  <a:pt x="715" y="6394"/>
                </a:moveTo>
                <a:cubicBezTo>
                  <a:pt x="1382" y="8621"/>
                  <a:pt x="1596" y="10252"/>
                  <a:pt x="1287" y="10800"/>
                </a:cubicBezTo>
                <a:cubicBezTo>
                  <a:pt x="1263" y="10835"/>
                  <a:pt x="1227" y="10859"/>
                  <a:pt x="1180" y="10859"/>
                </a:cubicBezTo>
                <a:lnTo>
                  <a:pt x="537" y="10859"/>
                </a:lnTo>
                <a:lnTo>
                  <a:pt x="537" y="6394"/>
                </a:lnTo>
                <a:close/>
                <a:moveTo>
                  <a:pt x="3501" y="9478"/>
                </a:moveTo>
                <a:cubicBezTo>
                  <a:pt x="3704" y="9478"/>
                  <a:pt x="3882" y="9657"/>
                  <a:pt x="3882" y="9859"/>
                </a:cubicBezTo>
                <a:lnTo>
                  <a:pt x="3882" y="10859"/>
                </a:lnTo>
                <a:lnTo>
                  <a:pt x="2180" y="10859"/>
                </a:lnTo>
                <a:lnTo>
                  <a:pt x="2180" y="9859"/>
                </a:lnTo>
                <a:cubicBezTo>
                  <a:pt x="2180" y="9657"/>
                  <a:pt x="2358" y="9478"/>
                  <a:pt x="2561" y="9478"/>
                </a:cubicBezTo>
                <a:close/>
                <a:moveTo>
                  <a:pt x="5561" y="9478"/>
                </a:moveTo>
                <a:cubicBezTo>
                  <a:pt x="5775" y="9478"/>
                  <a:pt x="5954" y="9657"/>
                  <a:pt x="5954" y="9859"/>
                </a:cubicBezTo>
                <a:lnTo>
                  <a:pt x="5954" y="10859"/>
                </a:lnTo>
                <a:lnTo>
                  <a:pt x="4240" y="10859"/>
                </a:lnTo>
                <a:lnTo>
                  <a:pt x="4240" y="9859"/>
                </a:lnTo>
                <a:cubicBezTo>
                  <a:pt x="4240" y="9657"/>
                  <a:pt x="4418" y="9478"/>
                  <a:pt x="4632" y="9478"/>
                </a:cubicBezTo>
                <a:close/>
                <a:moveTo>
                  <a:pt x="7633" y="9478"/>
                </a:moveTo>
                <a:cubicBezTo>
                  <a:pt x="7847" y="9478"/>
                  <a:pt x="8026" y="9657"/>
                  <a:pt x="8026" y="9859"/>
                </a:cubicBezTo>
                <a:lnTo>
                  <a:pt x="8026" y="10859"/>
                </a:lnTo>
                <a:lnTo>
                  <a:pt x="6311" y="10859"/>
                </a:lnTo>
                <a:lnTo>
                  <a:pt x="6311" y="9859"/>
                </a:lnTo>
                <a:cubicBezTo>
                  <a:pt x="6311" y="9657"/>
                  <a:pt x="6490" y="9478"/>
                  <a:pt x="6704" y="9478"/>
                </a:cubicBezTo>
                <a:close/>
                <a:moveTo>
                  <a:pt x="9693" y="9478"/>
                </a:moveTo>
                <a:cubicBezTo>
                  <a:pt x="9895" y="9478"/>
                  <a:pt x="10074" y="9657"/>
                  <a:pt x="10074" y="9859"/>
                </a:cubicBezTo>
                <a:lnTo>
                  <a:pt x="10074" y="10859"/>
                </a:lnTo>
                <a:lnTo>
                  <a:pt x="8371" y="10859"/>
                </a:lnTo>
                <a:lnTo>
                  <a:pt x="8371" y="9859"/>
                </a:lnTo>
                <a:cubicBezTo>
                  <a:pt x="8371" y="9657"/>
                  <a:pt x="8550" y="9478"/>
                  <a:pt x="8752" y="9478"/>
                </a:cubicBezTo>
                <a:close/>
                <a:moveTo>
                  <a:pt x="11169" y="6394"/>
                </a:moveTo>
                <a:cubicBezTo>
                  <a:pt x="10764" y="7775"/>
                  <a:pt x="10240" y="9942"/>
                  <a:pt x="10598" y="10859"/>
                </a:cubicBezTo>
                <a:lnTo>
                  <a:pt x="10431" y="10859"/>
                </a:lnTo>
                <a:lnTo>
                  <a:pt x="10431" y="9859"/>
                </a:lnTo>
                <a:cubicBezTo>
                  <a:pt x="10431" y="9454"/>
                  <a:pt x="10097" y="9121"/>
                  <a:pt x="9693" y="9121"/>
                </a:cubicBezTo>
                <a:lnTo>
                  <a:pt x="8752" y="9121"/>
                </a:lnTo>
                <a:cubicBezTo>
                  <a:pt x="8526" y="9121"/>
                  <a:pt x="8323" y="9228"/>
                  <a:pt x="8192" y="9383"/>
                </a:cubicBezTo>
                <a:cubicBezTo>
                  <a:pt x="8050" y="9228"/>
                  <a:pt x="7847" y="9121"/>
                  <a:pt x="7621" y="9121"/>
                </a:cubicBezTo>
                <a:lnTo>
                  <a:pt x="6680" y="9121"/>
                </a:lnTo>
                <a:cubicBezTo>
                  <a:pt x="6466" y="9121"/>
                  <a:pt x="6252" y="9228"/>
                  <a:pt x="6121" y="9383"/>
                </a:cubicBezTo>
                <a:cubicBezTo>
                  <a:pt x="5990" y="9228"/>
                  <a:pt x="5775" y="9121"/>
                  <a:pt x="5549" y="9121"/>
                </a:cubicBezTo>
                <a:lnTo>
                  <a:pt x="4621" y="9121"/>
                </a:lnTo>
                <a:cubicBezTo>
                  <a:pt x="4394" y="9121"/>
                  <a:pt x="4180" y="9228"/>
                  <a:pt x="4049" y="9383"/>
                </a:cubicBezTo>
                <a:cubicBezTo>
                  <a:pt x="3918" y="9228"/>
                  <a:pt x="3704" y="9121"/>
                  <a:pt x="3489" y="9121"/>
                </a:cubicBezTo>
                <a:lnTo>
                  <a:pt x="2549" y="9121"/>
                </a:lnTo>
                <a:cubicBezTo>
                  <a:pt x="2132" y="9121"/>
                  <a:pt x="1799" y="9466"/>
                  <a:pt x="1799" y="9859"/>
                </a:cubicBezTo>
                <a:lnTo>
                  <a:pt x="1799" y="10859"/>
                </a:lnTo>
                <a:lnTo>
                  <a:pt x="1656" y="10859"/>
                </a:lnTo>
                <a:cubicBezTo>
                  <a:pt x="2013" y="9942"/>
                  <a:pt x="1489" y="7775"/>
                  <a:pt x="1084" y="6394"/>
                </a:cubicBezTo>
                <a:lnTo>
                  <a:pt x="1442" y="6394"/>
                </a:lnTo>
                <a:cubicBezTo>
                  <a:pt x="1608" y="6918"/>
                  <a:pt x="1835" y="7632"/>
                  <a:pt x="2013" y="8371"/>
                </a:cubicBezTo>
                <a:cubicBezTo>
                  <a:pt x="2034" y="8453"/>
                  <a:pt x="2108" y="8518"/>
                  <a:pt x="2182" y="8518"/>
                </a:cubicBezTo>
                <a:cubicBezTo>
                  <a:pt x="2193" y="8518"/>
                  <a:pt x="2205" y="8517"/>
                  <a:pt x="2216" y="8514"/>
                </a:cubicBezTo>
                <a:cubicBezTo>
                  <a:pt x="2311" y="8478"/>
                  <a:pt x="2382" y="8394"/>
                  <a:pt x="2358" y="8299"/>
                </a:cubicBezTo>
                <a:cubicBezTo>
                  <a:pt x="2323" y="8156"/>
                  <a:pt x="2275" y="8002"/>
                  <a:pt x="2251" y="7859"/>
                </a:cubicBezTo>
                <a:lnTo>
                  <a:pt x="9990" y="7859"/>
                </a:lnTo>
                <a:cubicBezTo>
                  <a:pt x="9943" y="8002"/>
                  <a:pt x="9919" y="8156"/>
                  <a:pt x="9883" y="8299"/>
                </a:cubicBezTo>
                <a:cubicBezTo>
                  <a:pt x="9871" y="8394"/>
                  <a:pt x="9931" y="8490"/>
                  <a:pt x="10014" y="8514"/>
                </a:cubicBezTo>
                <a:lnTo>
                  <a:pt x="10062" y="8514"/>
                </a:lnTo>
                <a:cubicBezTo>
                  <a:pt x="10133" y="8514"/>
                  <a:pt x="10217" y="8454"/>
                  <a:pt x="10240" y="8371"/>
                </a:cubicBezTo>
                <a:cubicBezTo>
                  <a:pt x="10407" y="7632"/>
                  <a:pt x="10633" y="6906"/>
                  <a:pt x="10812" y="6394"/>
                </a:cubicBezTo>
                <a:close/>
                <a:moveTo>
                  <a:pt x="11717" y="6394"/>
                </a:moveTo>
                <a:lnTo>
                  <a:pt x="11717" y="10859"/>
                </a:lnTo>
                <a:lnTo>
                  <a:pt x="11074" y="10859"/>
                </a:lnTo>
                <a:cubicBezTo>
                  <a:pt x="11026" y="10859"/>
                  <a:pt x="11002" y="10835"/>
                  <a:pt x="10967" y="10800"/>
                </a:cubicBezTo>
                <a:cubicBezTo>
                  <a:pt x="10669" y="10252"/>
                  <a:pt x="10883" y="8621"/>
                  <a:pt x="11538" y="6394"/>
                </a:cubicBezTo>
                <a:close/>
                <a:moveTo>
                  <a:pt x="370" y="1"/>
                </a:moveTo>
                <a:cubicBezTo>
                  <a:pt x="275" y="1"/>
                  <a:pt x="191" y="72"/>
                  <a:pt x="191" y="179"/>
                </a:cubicBezTo>
                <a:lnTo>
                  <a:pt x="191" y="5370"/>
                </a:lnTo>
                <a:cubicBezTo>
                  <a:pt x="84" y="5430"/>
                  <a:pt x="1" y="5549"/>
                  <a:pt x="1" y="5680"/>
                </a:cubicBezTo>
                <a:lnTo>
                  <a:pt x="1" y="6061"/>
                </a:lnTo>
                <a:cubicBezTo>
                  <a:pt x="1" y="6192"/>
                  <a:pt x="72" y="6311"/>
                  <a:pt x="191" y="6370"/>
                </a:cubicBezTo>
                <a:lnTo>
                  <a:pt x="191" y="11061"/>
                </a:lnTo>
                <a:cubicBezTo>
                  <a:pt x="191" y="11157"/>
                  <a:pt x="275" y="11240"/>
                  <a:pt x="370" y="11240"/>
                </a:cubicBezTo>
                <a:lnTo>
                  <a:pt x="11895" y="11240"/>
                </a:lnTo>
                <a:cubicBezTo>
                  <a:pt x="12002" y="11240"/>
                  <a:pt x="12074" y="11157"/>
                  <a:pt x="12074" y="11061"/>
                </a:cubicBezTo>
                <a:lnTo>
                  <a:pt x="12074" y="6370"/>
                </a:lnTo>
                <a:cubicBezTo>
                  <a:pt x="12181" y="6311"/>
                  <a:pt x="12264" y="6192"/>
                  <a:pt x="12264" y="6061"/>
                </a:cubicBezTo>
                <a:lnTo>
                  <a:pt x="12264" y="5680"/>
                </a:lnTo>
                <a:cubicBezTo>
                  <a:pt x="12252" y="5549"/>
                  <a:pt x="12181" y="5430"/>
                  <a:pt x="12074" y="5370"/>
                </a:cubicBezTo>
                <a:lnTo>
                  <a:pt x="12074" y="179"/>
                </a:lnTo>
                <a:cubicBezTo>
                  <a:pt x="12074" y="72"/>
                  <a:pt x="12002" y="1"/>
                  <a:pt x="11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66"/>
          <p:cNvSpPr/>
          <p:nvPr/>
        </p:nvSpPr>
        <p:spPr>
          <a:xfrm>
            <a:off x="6134980" y="2726331"/>
            <a:ext cx="390470" cy="332108"/>
          </a:xfrm>
          <a:custGeom>
            <a:avLst/>
            <a:gdLst/>
            <a:ahLst/>
            <a:cxnLst/>
            <a:rect l="l" t="t" r="r" b="b"/>
            <a:pathLst>
              <a:path w="12277" h="10442" extrusionOk="0">
                <a:moveTo>
                  <a:pt x="6121" y="298"/>
                </a:moveTo>
                <a:cubicBezTo>
                  <a:pt x="7240" y="298"/>
                  <a:pt x="8288" y="393"/>
                  <a:pt x="9085" y="536"/>
                </a:cubicBezTo>
                <a:cubicBezTo>
                  <a:pt x="10002" y="715"/>
                  <a:pt x="10228" y="929"/>
                  <a:pt x="10228" y="965"/>
                </a:cubicBezTo>
                <a:lnTo>
                  <a:pt x="10228" y="988"/>
                </a:lnTo>
                <a:lnTo>
                  <a:pt x="10216" y="1000"/>
                </a:lnTo>
                <a:cubicBezTo>
                  <a:pt x="10193" y="1024"/>
                  <a:pt x="10157" y="1060"/>
                  <a:pt x="10109" y="1084"/>
                </a:cubicBezTo>
                <a:cubicBezTo>
                  <a:pt x="10062" y="1119"/>
                  <a:pt x="9990" y="1143"/>
                  <a:pt x="9895" y="1191"/>
                </a:cubicBezTo>
                <a:lnTo>
                  <a:pt x="9871" y="1191"/>
                </a:lnTo>
                <a:cubicBezTo>
                  <a:pt x="9859" y="1191"/>
                  <a:pt x="9835" y="1215"/>
                  <a:pt x="9835" y="1215"/>
                </a:cubicBezTo>
                <a:cubicBezTo>
                  <a:pt x="9645" y="1286"/>
                  <a:pt x="9395" y="1346"/>
                  <a:pt x="9050" y="1417"/>
                </a:cubicBezTo>
                <a:cubicBezTo>
                  <a:pt x="9038" y="1417"/>
                  <a:pt x="9002" y="1429"/>
                  <a:pt x="8978" y="1429"/>
                </a:cubicBezTo>
                <a:lnTo>
                  <a:pt x="8966" y="1429"/>
                </a:lnTo>
                <a:cubicBezTo>
                  <a:pt x="8931" y="1429"/>
                  <a:pt x="8919" y="1453"/>
                  <a:pt x="8883" y="1453"/>
                </a:cubicBezTo>
                <a:cubicBezTo>
                  <a:pt x="8169" y="1560"/>
                  <a:pt x="7264" y="1643"/>
                  <a:pt x="6311" y="1655"/>
                </a:cubicBezTo>
                <a:lnTo>
                  <a:pt x="5930" y="1655"/>
                </a:lnTo>
                <a:cubicBezTo>
                  <a:pt x="4978" y="1643"/>
                  <a:pt x="4061" y="1584"/>
                  <a:pt x="3347" y="1453"/>
                </a:cubicBezTo>
                <a:cubicBezTo>
                  <a:pt x="3323" y="1453"/>
                  <a:pt x="3311" y="1429"/>
                  <a:pt x="3275" y="1429"/>
                </a:cubicBezTo>
                <a:cubicBezTo>
                  <a:pt x="3251" y="1429"/>
                  <a:pt x="3228" y="1417"/>
                  <a:pt x="3204" y="1417"/>
                </a:cubicBezTo>
                <a:cubicBezTo>
                  <a:pt x="2847" y="1346"/>
                  <a:pt x="2561" y="1262"/>
                  <a:pt x="2370" y="1191"/>
                </a:cubicBezTo>
                <a:cubicBezTo>
                  <a:pt x="2358" y="1191"/>
                  <a:pt x="2335" y="1179"/>
                  <a:pt x="2335" y="1179"/>
                </a:cubicBezTo>
                <a:cubicBezTo>
                  <a:pt x="2263" y="1179"/>
                  <a:pt x="2215" y="1155"/>
                  <a:pt x="2180" y="1119"/>
                </a:cubicBezTo>
                <a:cubicBezTo>
                  <a:pt x="2180" y="1119"/>
                  <a:pt x="2156" y="1119"/>
                  <a:pt x="2156" y="1107"/>
                </a:cubicBezTo>
                <a:cubicBezTo>
                  <a:pt x="2096" y="1072"/>
                  <a:pt x="2061" y="1024"/>
                  <a:pt x="2025" y="1000"/>
                </a:cubicBezTo>
                <a:cubicBezTo>
                  <a:pt x="2025" y="1000"/>
                  <a:pt x="2025" y="988"/>
                  <a:pt x="2013" y="988"/>
                </a:cubicBezTo>
                <a:lnTo>
                  <a:pt x="2013" y="965"/>
                </a:lnTo>
                <a:cubicBezTo>
                  <a:pt x="2025" y="929"/>
                  <a:pt x="2239" y="715"/>
                  <a:pt x="3156" y="536"/>
                </a:cubicBezTo>
                <a:cubicBezTo>
                  <a:pt x="3942" y="393"/>
                  <a:pt x="5002" y="298"/>
                  <a:pt x="6121" y="298"/>
                </a:cubicBezTo>
                <a:close/>
                <a:moveTo>
                  <a:pt x="9514" y="7775"/>
                </a:moveTo>
                <a:cubicBezTo>
                  <a:pt x="9728" y="7787"/>
                  <a:pt x="9931" y="7787"/>
                  <a:pt x="10133" y="7799"/>
                </a:cubicBezTo>
                <a:cubicBezTo>
                  <a:pt x="10181" y="7799"/>
                  <a:pt x="10228" y="7799"/>
                  <a:pt x="10288" y="7811"/>
                </a:cubicBezTo>
                <a:cubicBezTo>
                  <a:pt x="10538" y="7834"/>
                  <a:pt x="10919" y="7846"/>
                  <a:pt x="11252" y="7930"/>
                </a:cubicBezTo>
                <a:cubicBezTo>
                  <a:pt x="11490" y="7989"/>
                  <a:pt x="11776" y="8085"/>
                  <a:pt x="11812" y="8263"/>
                </a:cubicBezTo>
                <a:cubicBezTo>
                  <a:pt x="11836" y="8489"/>
                  <a:pt x="11490" y="8739"/>
                  <a:pt x="11288" y="8858"/>
                </a:cubicBezTo>
                <a:cubicBezTo>
                  <a:pt x="10943" y="9061"/>
                  <a:pt x="10514" y="9251"/>
                  <a:pt x="10336" y="9323"/>
                </a:cubicBezTo>
                <a:cubicBezTo>
                  <a:pt x="9109" y="9799"/>
                  <a:pt x="7692" y="10037"/>
                  <a:pt x="6121" y="10037"/>
                </a:cubicBezTo>
                <a:cubicBezTo>
                  <a:pt x="4537" y="10037"/>
                  <a:pt x="3108" y="9799"/>
                  <a:pt x="1906" y="9323"/>
                </a:cubicBezTo>
                <a:cubicBezTo>
                  <a:pt x="1727" y="9251"/>
                  <a:pt x="1299" y="9085"/>
                  <a:pt x="953" y="8858"/>
                </a:cubicBezTo>
                <a:cubicBezTo>
                  <a:pt x="739" y="8727"/>
                  <a:pt x="418" y="8489"/>
                  <a:pt x="477" y="8263"/>
                </a:cubicBezTo>
                <a:cubicBezTo>
                  <a:pt x="561" y="7894"/>
                  <a:pt x="1608" y="7846"/>
                  <a:pt x="2013" y="7811"/>
                </a:cubicBezTo>
                <a:cubicBezTo>
                  <a:pt x="2073" y="7811"/>
                  <a:pt x="2132" y="7811"/>
                  <a:pt x="2156" y="7799"/>
                </a:cubicBezTo>
                <a:cubicBezTo>
                  <a:pt x="2346" y="7787"/>
                  <a:pt x="2561" y="7775"/>
                  <a:pt x="2787" y="7775"/>
                </a:cubicBezTo>
                <a:lnTo>
                  <a:pt x="2787" y="8073"/>
                </a:lnTo>
                <a:lnTo>
                  <a:pt x="2787" y="8085"/>
                </a:lnTo>
                <a:lnTo>
                  <a:pt x="2787" y="8394"/>
                </a:lnTo>
                <a:lnTo>
                  <a:pt x="2787" y="8442"/>
                </a:lnTo>
                <a:cubicBezTo>
                  <a:pt x="2787" y="8466"/>
                  <a:pt x="2787" y="8489"/>
                  <a:pt x="2799" y="8513"/>
                </a:cubicBezTo>
                <a:cubicBezTo>
                  <a:pt x="2799" y="8525"/>
                  <a:pt x="2811" y="8549"/>
                  <a:pt x="2811" y="8561"/>
                </a:cubicBezTo>
                <a:cubicBezTo>
                  <a:pt x="2811" y="8573"/>
                  <a:pt x="2823" y="8585"/>
                  <a:pt x="2847" y="8608"/>
                </a:cubicBezTo>
                <a:cubicBezTo>
                  <a:pt x="2966" y="8787"/>
                  <a:pt x="3287" y="8918"/>
                  <a:pt x="3870" y="9025"/>
                </a:cubicBezTo>
                <a:cubicBezTo>
                  <a:pt x="4478" y="9120"/>
                  <a:pt x="5287" y="9204"/>
                  <a:pt x="6145" y="9204"/>
                </a:cubicBezTo>
                <a:cubicBezTo>
                  <a:pt x="6359" y="9204"/>
                  <a:pt x="6585" y="9204"/>
                  <a:pt x="6776" y="9180"/>
                </a:cubicBezTo>
                <a:cubicBezTo>
                  <a:pt x="7395" y="9168"/>
                  <a:pt x="7966" y="9108"/>
                  <a:pt x="8419" y="9025"/>
                </a:cubicBezTo>
                <a:cubicBezTo>
                  <a:pt x="9097" y="8906"/>
                  <a:pt x="9431" y="8739"/>
                  <a:pt x="9490" y="8513"/>
                </a:cubicBezTo>
                <a:cubicBezTo>
                  <a:pt x="9490" y="8489"/>
                  <a:pt x="9514" y="8466"/>
                  <a:pt x="9514" y="8442"/>
                </a:cubicBezTo>
                <a:lnTo>
                  <a:pt x="9514" y="8430"/>
                </a:lnTo>
                <a:lnTo>
                  <a:pt x="9514" y="8108"/>
                </a:lnTo>
                <a:lnTo>
                  <a:pt x="9514" y="8073"/>
                </a:lnTo>
                <a:lnTo>
                  <a:pt x="9514" y="7787"/>
                </a:lnTo>
                <a:lnTo>
                  <a:pt x="9514" y="7775"/>
                </a:lnTo>
                <a:close/>
                <a:moveTo>
                  <a:pt x="6133" y="0"/>
                </a:moveTo>
                <a:cubicBezTo>
                  <a:pt x="4978" y="0"/>
                  <a:pt x="3882" y="95"/>
                  <a:pt x="3073" y="250"/>
                </a:cubicBezTo>
                <a:cubicBezTo>
                  <a:pt x="2668" y="334"/>
                  <a:pt x="2335" y="429"/>
                  <a:pt x="2096" y="536"/>
                </a:cubicBezTo>
                <a:cubicBezTo>
                  <a:pt x="2001" y="584"/>
                  <a:pt x="1704" y="726"/>
                  <a:pt x="1668" y="988"/>
                </a:cubicBezTo>
                <a:lnTo>
                  <a:pt x="1668" y="1012"/>
                </a:lnTo>
                <a:lnTo>
                  <a:pt x="1668" y="1024"/>
                </a:lnTo>
                <a:cubicBezTo>
                  <a:pt x="1668" y="1119"/>
                  <a:pt x="1704" y="1191"/>
                  <a:pt x="1739" y="1250"/>
                </a:cubicBezTo>
                <a:cubicBezTo>
                  <a:pt x="1977" y="1953"/>
                  <a:pt x="2668" y="4155"/>
                  <a:pt x="2787" y="7144"/>
                </a:cubicBezTo>
                <a:lnTo>
                  <a:pt x="2787" y="7168"/>
                </a:lnTo>
                <a:cubicBezTo>
                  <a:pt x="2787" y="7263"/>
                  <a:pt x="2787" y="7370"/>
                  <a:pt x="2799" y="7477"/>
                </a:cubicBezTo>
                <a:cubicBezTo>
                  <a:pt x="2573" y="7489"/>
                  <a:pt x="2370" y="7489"/>
                  <a:pt x="2156" y="7501"/>
                </a:cubicBezTo>
                <a:cubicBezTo>
                  <a:pt x="2120" y="7501"/>
                  <a:pt x="2073" y="7501"/>
                  <a:pt x="2013" y="7525"/>
                </a:cubicBezTo>
                <a:cubicBezTo>
                  <a:pt x="1418" y="7549"/>
                  <a:pt x="310" y="7608"/>
                  <a:pt x="168" y="8239"/>
                </a:cubicBezTo>
                <a:cubicBezTo>
                  <a:pt x="1" y="8906"/>
                  <a:pt x="1025" y="9382"/>
                  <a:pt x="1823" y="9692"/>
                </a:cubicBezTo>
                <a:cubicBezTo>
                  <a:pt x="3073" y="10180"/>
                  <a:pt x="4537" y="10442"/>
                  <a:pt x="6168" y="10442"/>
                </a:cubicBezTo>
                <a:cubicBezTo>
                  <a:pt x="7788" y="10442"/>
                  <a:pt x="9264" y="10180"/>
                  <a:pt x="10514" y="9692"/>
                </a:cubicBezTo>
                <a:cubicBezTo>
                  <a:pt x="11252" y="9335"/>
                  <a:pt x="12276" y="8846"/>
                  <a:pt x="12121" y="8192"/>
                </a:cubicBezTo>
                <a:cubicBezTo>
                  <a:pt x="11967" y="7561"/>
                  <a:pt x="10848" y="7501"/>
                  <a:pt x="10252" y="7477"/>
                </a:cubicBezTo>
                <a:cubicBezTo>
                  <a:pt x="10193" y="7477"/>
                  <a:pt x="10157" y="7477"/>
                  <a:pt x="10109" y="7465"/>
                </a:cubicBezTo>
                <a:cubicBezTo>
                  <a:pt x="9895" y="7442"/>
                  <a:pt x="9693" y="7430"/>
                  <a:pt x="9466" y="7430"/>
                </a:cubicBezTo>
                <a:cubicBezTo>
                  <a:pt x="9466" y="7323"/>
                  <a:pt x="9466" y="7215"/>
                  <a:pt x="9478" y="7120"/>
                </a:cubicBezTo>
                <a:cubicBezTo>
                  <a:pt x="9526" y="5906"/>
                  <a:pt x="9657" y="4715"/>
                  <a:pt x="9895" y="3548"/>
                </a:cubicBezTo>
                <a:cubicBezTo>
                  <a:pt x="9907" y="3453"/>
                  <a:pt x="9859" y="3346"/>
                  <a:pt x="9764" y="3334"/>
                </a:cubicBezTo>
                <a:cubicBezTo>
                  <a:pt x="9756" y="3333"/>
                  <a:pt x="9748" y="3332"/>
                  <a:pt x="9740" y="3332"/>
                </a:cubicBezTo>
                <a:cubicBezTo>
                  <a:pt x="9653" y="3332"/>
                  <a:pt x="9571" y="3389"/>
                  <a:pt x="9550" y="3465"/>
                </a:cubicBezTo>
                <a:cubicBezTo>
                  <a:pt x="9312" y="4620"/>
                  <a:pt x="9181" y="5787"/>
                  <a:pt x="9133" y="6965"/>
                </a:cubicBezTo>
                <a:cubicBezTo>
                  <a:pt x="8288" y="7120"/>
                  <a:pt x="7228" y="7203"/>
                  <a:pt x="6121" y="7203"/>
                </a:cubicBezTo>
                <a:cubicBezTo>
                  <a:pt x="5597" y="7203"/>
                  <a:pt x="5085" y="7192"/>
                  <a:pt x="4609" y="7144"/>
                </a:cubicBezTo>
                <a:cubicBezTo>
                  <a:pt x="4513" y="7144"/>
                  <a:pt x="4430" y="7203"/>
                  <a:pt x="4418" y="7311"/>
                </a:cubicBezTo>
                <a:cubicBezTo>
                  <a:pt x="4418" y="7418"/>
                  <a:pt x="4478" y="7489"/>
                  <a:pt x="4585" y="7501"/>
                </a:cubicBezTo>
                <a:cubicBezTo>
                  <a:pt x="5073" y="7537"/>
                  <a:pt x="5597" y="7561"/>
                  <a:pt x="6121" y="7561"/>
                </a:cubicBezTo>
                <a:cubicBezTo>
                  <a:pt x="7216" y="7561"/>
                  <a:pt x="8276" y="7489"/>
                  <a:pt x="9121" y="7334"/>
                </a:cubicBezTo>
                <a:lnTo>
                  <a:pt x="9121" y="7370"/>
                </a:lnTo>
                <a:lnTo>
                  <a:pt x="9121" y="7608"/>
                </a:lnTo>
                <a:lnTo>
                  <a:pt x="9121" y="7668"/>
                </a:lnTo>
                <a:lnTo>
                  <a:pt x="9121" y="7704"/>
                </a:lnTo>
                <a:lnTo>
                  <a:pt x="9121" y="7894"/>
                </a:lnTo>
                <a:lnTo>
                  <a:pt x="9121" y="7965"/>
                </a:lnTo>
                <a:lnTo>
                  <a:pt x="9121" y="8096"/>
                </a:lnTo>
                <a:lnTo>
                  <a:pt x="9121" y="8168"/>
                </a:lnTo>
                <a:lnTo>
                  <a:pt x="9121" y="8215"/>
                </a:lnTo>
                <a:lnTo>
                  <a:pt x="9121" y="8466"/>
                </a:lnTo>
                <a:cubicBezTo>
                  <a:pt x="9097" y="8501"/>
                  <a:pt x="8919" y="8632"/>
                  <a:pt x="8216" y="8751"/>
                </a:cubicBezTo>
                <a:cubicBezTo>
                  <a:pt x="7633" y="8846"/>
                  <a:pt x="6907" y="8906"/>
                  <a:pt x="6133" y="8906"/>
                </a:cubicBezTo>
                <a:cubicBezTo>
                  <a:pt x="5359" y="8906"/>
                  <a:pt x="4609" y="8858"/>
                  <a:pt x="4049" y="8751"/>
                </a:cubicBezTo>
                <a:cubicBezTo>
                  <a:pt x="3990" y="8739"/>
                  <a:pt x="3930" y="8739"/>
                  <a:pt x="3870" y="8727"/>
                </a:cubicBezTo>
                <a:cubicBezTo>
                  <a:pt x="3716" y="8692"/>
                  <a:pt x="3597" y="8668"/>
                  <a:pt x="3501" y="8632"/>
                </a:cubicBezTo>
                <a:cubicBezTo>
                  <a:pt x="3478" y="8632"/>
                  <a:pt x="3466" y="8632"/>
                  <a:pt x="3466" y="8620"/>
                </a:cubicBezTo>
                <a:cubicBezTo>
                  <a:pt x="3239" y="8549"/>
                  <a:pt x="3168" y="8501"/>
                  <a:pt x="3144" y="8466"/>
                </a:cubicBezTo>
                <a:lnTo>
                  <a:pt x="3144" y="8275"/>
                </a:lnTo>
                <a:lnTo>
                  <a:pt x="3144" y="8251"/>
                </a:lnTo>
                <a:lnTo>
                  <a:pt x="3144" y="8204"/>
                </a:lnTo>
                <a:lnTo>
                  <a:pt x="3144" y="7370"/>
                </a:lnTo>
                <a:cubicBezTo>
                  <a:pt x="3347" y="7394"/>
                  <a:pt x="3561" y="7430"/>
                  <a:pt x="3775" y="7453"/>
                </a:cubicBezTo>
                <a:cubicBezTo>
                  <a:pt x="3786" y="7456"/>
                  <a:pt x="3798" y="7458"/>
                  <a:pt x="3808" y="7458"/>
                </a:cubicBezTo>
                <a:cubicBezTo>
                  <a:pt x="3889" y="7458"/>
                  <a:pt x="3957" y="7384"/>
                  <a:pt x="3978" y="7311"/>
                </a:cubicBezTo>
                <a:cubicBezTo>
                  <a:pt x="3990" y="7215"/>
                  <a:pt x="3918" y="7132"/>
                  <a:pt x="3823" y="7120"/>
                </a:cubicBezTo>
                <a:cubicBezTo>
                  <a:pt x="3573" y="7084"/>
                  <a:pt x="3347" y="7061"/>
                  <a:pt x="3120" y="7013"/>
                </a:cubicBezTo>
                <a:cubicBezTo>
                  <a:pt x="3025" y="4501"/>
                  <a:pt x="2513" y="2548"/>
                  <a:pt x="2215" y="1584"/>
                </a:cubicBezTo>
                <a:lnTo>
                  <a:pt x="2215" y="1584"/>
                </a:lnTo>
                <a:cubicBezTo>
                  <a:pt x="2442" y="1667"/>
                  <a:pt x="2727" y="1738"/>
                  <a:pt x="3061" y="1822"/>
                </a:cubicBezTo>
                <a:cubicBezTo>
                  <a:pt x="3859" y="1977"/>
                  <a:pt x="4894" y="2072"/>
                  <a:pt x="6002" y="2072"/>
                </a:cubicBezTo>
                <a:lnTo>
                  <a:pt x="6264" y="2072"/>
                </a:lnTo>
                <a:cubicBezTo>
                  <a:pt x="7371" y="2072"/>
                  <a:pt x="8407" y="1977"/>
                  <a:pt x="9204" y="1822"/>
                </a:cubicBezTo>
                <a:cubicBezTo>
                  <a:pt x="9538" y="1738"/>
                  <a:pt x="9824" y="1667"/>
                  <a:pt x="10050" y="1584"/>
                </a:cubicBezTo>
                <a:lnTo>
                  <a:pt x="10050" y="1584"/>
                </a:lnTo>
                <a:cubicBezTo>
                  <a:pt x="9955" y="1858"/>
                  <a:pt x="9859" y="2250"/>
                  <a:pt x="9740" y="2715"/>
                </a:cubicBezTo>
                <a:cubicBezTo>
                  <a:pt x="9705" y="2798"/>
                  <a:pt x="9764" y="2905"/>
                  <a:pt x="9871" y="2917"/>
                </a:cubicBezTo>
                <a:cubicBezTo>
                  <a:pt x="9888" y="2924"/>
                  <a:pt x="9905" y="2928"/>
                  <a:pt x="9922" y="2928"/>
                </a:cubicBezTo>
                <a:cubicBezTo>
                  <a:pt x="9993" y="2928"/>
                  <a:pt x="10064" y="2872"/>
                  <a:pt x="10074" y="2786"/>
                </a:cubicBezTo>
                <a:cubicBezTo>
                  <a:pt x="10252" y="2036"/>
                  <a:pt x="10419" y="1524"/>
                  <a:pt x="10526" y="1250"/>
                </a:cubicBezTo>
                <a:cubicBezTo>
                  <a:pt x="10574" y="1191"/>
                  <a:pt x="10597" y="1119"/>
                  <a:pt x="10597" y="1024"/>
                </a:cubicBezTo>
                <a:lnTo>
                  <a:pt x="10597" y="1012"/>
                </a:lnTo>
                <a:lnTo>
                  <a:pt x="10597" y="1000"/>
                </a:lnTo>
                <a:lnTo>
                  <a:pt x="10597" y="988"/>
                </a:lnTo>
                <a:cubicBezTo>
                  <a:pt x="10574" y="715"/>
                  <a:pt x="10276" y="584"/>
                  <a:pt x="10169" y="536"/>
                </a:cubicBezTo>
                <a:cubicBezTo>
                  <a:pt x="9943" y="429"/>
                  <a:pt x="9621" y="334"/>
                  <a:pt x="9204" y="250"/>
                </a:cubicBezTo>
                <a:cubicBezTo>
                  <a:pt x="8383" y="95"/>
                  <a:pt x="7276" y="0"/>
                  <a:pt x="6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98" name="Google Shape;12098;p66"/>
          <p:cNvGrpSpPr/>
          <p:nvPr/>
        </p:nvGrpSpPr>
        <p:grpSpPr>
          <a:xfrm>
            <a:off x="7541397" y="2729352"/>
            <a:ext cx="318495" cy="352209"/>
            <a:chOff x="7541397" y="2904802"/>
            <a:chExt cx="318495" cy="352209"/>
          </a:xfrm>
        </p:grpSpPr>
        <p:sp>
          <p:nvSpPr>
            <p:cNvPr id="12099" name="Google Shape;12099;p66"/>
            <p:cNvSpPr/>
            <p:nvPr/>
          </p:nvSpPr>
          <p:spPr>
            <a:xfrm>
              <a:off x="7541397" y="2904802"/>
              <a:ext cx="318495" cy="352209"/>
            </a:xfrm>
            <a:custGeom>
              <a:avLst/>
              <a:gdLst/>
              <a:ahLst/>
              <a:cxnLst/>
              <a:rect l="l" t="t" r="r" b="b"/>
              <a:pathLst>
                <a:path w="10014" h="11074" extrusionOk="0">
                  <a:moveTo>
                    <a:pt x="2287" y="1763"/>
                  </a:moveTo>
                  <a:lnTo>
                    <a:pt x="2453" y="3941"/>
                  </a:lnTo>
                  <a:cubicBezTo>
                    <a:pt x="2501" y="4501"/>
                    <a:pt x="2668" y="5037"/>
                    <a:pt x="2918" y="5537"/>
                  </a:cubicBezTo>
                  <a:lnTo>
                    <a:pt x="2096" y="5120"/>
                  </a:lnTo>
                  <a:cubicBezTo>
                    <a:pt x="1560" y="4846"/>
                    <a:pt x="1120" y="4430"/>
                    <a:pt x="787" y="3929"/>
                  </a:cubicBezTo>
                  <a:cubicBezTo>
                    <a:pt x="477" y="3418"/>
                    <a:pt x="310" y="2822"/>
                    <a:pt x="310" y="2227"/>
                  </a:cubicBezTo>
                  <a:lnTo>
                    <a:pt x="310" y="1977"/>
                  </a:lnTo>
                  <a:cubicBezTo>
                    <a:pt x="310" y="1858"/>
                    <a:pt x="406" y="1763"/>
                    <a:pt x="525" y="1763"/>
                  </a:cubicBezTo>
                  <a:close/>
                  <a:moveTo>
                    <a:pt x="7383" y="1036"/>
                  </a:moveTo>
                  <a:lnTo>
                    <a:pt x="7168" y="3799"/>
                  </a:lnTo>
                  <a:cubicBezTo>
                    <a:pt x="7168" y="3882"/>
                    <a:pt x="7228" y="3953"/>
                    <a:pt x="7323" y="3977"/>
                  </a:cubicBezTo>
                  <a:cubicBezTo>
                    <a:pt x="7406" y="3977"/>
                    <a:pt x="7490" y="3918"/>
                    <a:pt x="7502" y="3822"/>
                  </a:cubicBezTo>
                  <a:lnTo>
                    <a:pt x="7645" y="1751"/>
                  </a:lnTo>
                  <a:lnTo>
                    <a:pt x="9419" y="1751"/>
                  </a:lnTo>
                  <a:cubicBezTo>
                    <a:pt x="9538" y="1751"/>
                    <a:pt x="9633" y="1846"/>
                    <a:pt x="9633" y="1965"/>
                  </a:cubicBezTo>
                  <a:lnTo>
                    <a:pt x="9633" y="2227"/>
                  </a:lnTo>
                  <a:lnTo>
                    <a:pt x="9645" y="2227"/>
                  </a:lnTo>
                  <a:cubicBezTo>
                    <a:pt x="9645" y="2822"/>
                    <a:pt x="9478" y="3418"/>
                    <a:pt x="9169" y="3929"/>
                  </a:cubicBezTo>
                  <a:cubicBezTo>
                    <a:pt x="8859" y="4430"/>
                    <a:pt x="8395" y="4846"/>
                    <a:pt x="7859" y="5120"/>
                  </a:cubicBezTo>
                  <a:lnTo>
                    <a:pt x="7037" y="5525"/>
                  </a:lnTo>
                  <a:cubicBezTo>
                    <a:pt x="7204" y="5239"/>
                    <a:pt x="7323" y="4930"/>
                    <a:pt x="7395" y="4596"/>
                  </a:cubicBezTo>
                  <a:cubicBezTo>
                    <a:pt x="7406" y="4501"/>
                    <a:pt x="7371" y="4418"/>
                    <a:pt x="7275" y="4406"/>
                  </a:cubicBezTo>
                  <a:cubicBezTo>
                    <a:pt x="7265" y="4404"/>
                    <a:pt x="7255" y="4404"/>
                    <a:pt x="7244" y="4404"/>
                  </a:cubicBezTo>
                  <a:cubicBezTo>
                    <a:pt x="7170" y="4404"/>
                    <a:pt x="7095" y="4441"/>
                    <a:pt x="7085" y="4525"/>
                  </a:cubicBezTo>
                  <a:cubicBezTo>
                    <a:pt x="6966" y="5013"/>
                    <a:pt x="6740" y="5477"/>
                    <a:pt x="6430" y="5858"/>
                  </a:cubicBezTo>
                  <a:lnTo>
                    <a:pt x="6418" y="5882"/>
                  </a:lnTo>
                  <a:cubicBezTo>
                    <a:pt x="6240" y="6096"/>
                    <a:pt x="6025" y="6311"/>
                    <a:pt x="5787" y="6489"/>
                  </a:cubicBezTo>
                  <a:lnTo>
                    <a:pt x="4156" y="6489"/>
                  </a:lnTo>
                  <a:cubicBezTo>
                    <a:pt x="3930" y="6311"/>
                    <a:pt x="3715" y="6120"/>
                    <a:pt x="3537" y="5894"/>
                  </a:cubicBezTo>
                  <a:cubicBezTo>
                    <a:pt x="3525" y="5882"/>
                    <a:pt x="3525" y="5858"/>
                    <a:pt x="3513" y="5846"/>
                  </a:cubicBezTo>
                  <a:cubicBezTo>
                    <a:pt x="3084" y="5299"/>
                    <a:pt x="2811" y="4608"/>
                    <a:pt x="2751" y="3894"/>
                  </a:cubicBezTo>
                  <a:lnTo>
                    <a:pt x="2549" y="1036"/>
                  </a:lnTo>
                  <a:close/>
                  <a:moveTo>
                    <a:pt x="5668" y="6811"/>
                  </a:moveTo>
                  <a:cubicBezTo>
                    <a:pt x="5680" y="6811"/>
                    <a:pt x="5692" y="6835"/>
                    <a:pt x="5692" y="6835"/>
                  </a:cubicBezTo>
                  <a:cubicBezTo>
                    <a:pt x="5740" y="6858"/>
                    <a:pt x="5751" y="6906"/>
                    <a:pt x="5751" y="6954"/>
                  </a:cubicBezTo>
                  <a:lnTo>
                    <a:pt x="5751" y="7049"/>
                  </a:lnTo>
                  <a:cubicBezTo>
                    <a:pt x="5787" y="7120"/>
                    <a:pt x="5716" y="7192"/>
                    <a:pt x="5644" y="7192"/>
                  </a:cubicBezTo>
                  <a:lnTo>
                    <a:pt x="4311" y="7192"/>
                  </a:lnTo>
                  <a:cubicBezTo>
                    <a:pt x="4239" y="7192"/>
                    <a:pt x="4180" y="7132"/>
                    <a:pt x="4180" y="7049"/>
                  </a:cubicBezTo>
                  <a:lnTo>
                    <a:pt x="4180" y="6954"/>
                  </a:lnTo>
                  <a:cubicBezTo>
                    <a:pt x="4180" y="6906"/>
                    <a:pt x="4216" y="6858"/>
                    <a:pt x="4239" y="6835"/>
                  </a:cubicBezTo>
                  <a:cubicBezTo>
                    <a:pt x="4251" y="6835"/>
                    <a:pt x="4275" y="6811"/>
                    <a:pt x="4275" y="6811"/>
                  </a:cubicBezTo>
                  <a:close/>
                  <a:moveTo>
                    <a:pt x="5382" y="7513"/>
                  </a:moveTo>
                  <a:cubicBezTo>
                    <a:pt x="5466" y="7787"/>
                    <a:pt x="5656" y="8013"/>
                    <a:pt x="5906" y="8156"/>
                  </a:cubicBezTo>
                  <a:lnTo>
                    <a:pt x="6013" y="8216"/>
                  </a:lnTo>
                  <a:cubicBezTo>
                    <a:pt x="6180" y="8287"/>
                    <a:pt x="6263" y="8454"/>
                    <a:pt x="6263" y="8632"/>
                  </a:cubicBezTo>
                  <a:lnTo>
                    <a:pt x="6263" y="8668"/>
                  </a:lnTo>
                  <a:lnTo>
                    <a:pt x="3680" y="8668"/>
                  </a:lnTo>
                  <a:lnTo>
                    <a:pt x="3680" y="8632"/>
                  </a:lnTo>
                  <a:cubicBezTo>
                    <a:pt x="3680" y="8454"/>
                    <a:pt x="3775" y="8299"/>
                    <a:pt x="3930" y="8216"/>
                  </a:cubicBezTo>
                  <a:lnTo>
                    <a:pt x="4037" y="8156"/>
                  </a:lnTo>
                  <a:cubicBezTo>
                    <a:pt x="4287" y="8025"/>
                    <a:pt x="4477" y="7799"/>
                    <a:pt x="4537" y="7513"/>
                  </a:cubicBezTo>
                  <a:close/>
                  <a:moveTo>
                    <a:pt x="6966" y="8978"/>
                  </a:moveTo>
                  <a:cubicBezTo>
                    <a:pt x="7168" y="8978"/>
                    <a:pt x="7347" y="9156"/>
                    <a:pt x="7347" y="9359"/>
                  </a:cubicBezTo>
                  <a:lnTo>
                    <a:pt x="7347" y="10002"/>
                  </a:lnTo>
                  <a:lnTo>
                    <a:pt x="2572" y="10002"/>
                  </a:lnTo>
                  <a:lnTo>
                    <a:pt x="2572" y="9359"/>
                  </a:lnTo>
                  <a:cubicBezTo>
                    <a:pt x="2572" y="9156"/>
                    <a:pt x="2751" y="8978"/>
                    <a:pt x="2953" y="8978"/>
                  </a:cubicBezTo>
                  <a:close/>
                  <a:moveTo>
                    <a:pt x="7859" y="10347"/>
                  </a:moveTo>
                  <a:lnTo>
                    <a:pt x="7859" y="10716"/>
                  </a:lnTo>
                  <a:lnTo>
                    <a:pt x="2084" y="10716"/>
                  </a:lnTo>
                  <a:lnTo>
                    <a:pt x="2084" y="10347"/>
                  </a:lnTo>
                  <a:close/>
                  <a:moveTo>
                    <a:pt x="2132" y="0"/>
                  </a:moveTo>
                  <a:cubicBezTo>
                    <a:pt x="1930" y="0"/>
                    <a:pt x="1763" y="167"/>
                    <a:pt x="1763" y="358"/>
                  </a:cubicBezTo>
                  <a:lnTo>
                    <a:pt x="1763" y="703"/>
                  </a:lnTo>
                  <a:cubicBezTo>
                    <a:pt x="1763" y="893"/>
                    <a:pt x="1930" y="1060"/>
                    <a:pt x="2132" y="1060"/>
                  </a:cubicBezTo>
                  <a:lnTo>
                    <a:pt x="2251" y="1060"/>
                  </a:lnTo>
                  <a:lnTo>
                    <a:pt x="2275" y="1441"/>
                  </a:lnTo>
                  <a:lnTo>
                    <a:pt x="537" y="1441"/>
                  </a:lnTo>
                  <a:cubicBezTo>
                    <a:pt x="239" y="1441"/>
                    <a:pt x="1" y="1679"/>
                    <a:pt x="1" y="1977"/>
                  </a:cubicBezTo>
                  <a:lnTo>
                    <a:pt x="1" y="2227"/>
                  </a:lnTo>
                  <a:cubicBezTo>
                    <a:pt x="1" y="2882"/>
                    <a:pt x="179" y="3537"/>
                    <a:pt x="537" y="4108"/>
                  </a:cubicBezTo>
                  <a:cubicBezTo>
                    <a:pt x="870" y="4668"/>
                    <a:pt x="1382" y="5120"/>
                    <a:pt x="1965" y="5418"/>
                  </a:cubicBezTo>
                  <a:lnTo>
                    <a:pt x="3239" y="6061"/>
                  </a:lnTo>
                  <a:cubicBezTo>
                    <a:pt x="3251" y="6061"/>
                    <a:pt x="3275" y="6073"/>
                    <a:pt x="3287" y="6085"/>
                  </a:cubicBezTo>
                  <a:cubicBezTo>
                    <a:pt x="3287" y="6085"/>
                    <a:pt x="3287" y="6096"/>
                    <a:pt x="3299" y="6096"/>
                  </a:cubicBezTo>
                  <a:cubicBezTo>
                    <a:pt x="3311" y="6120"/>
                    <a:pt x="3334" y="6144"/>
                    <a:pt x="3334" y="6180"/>
                  </a:cubicBezTo>
                  <a:cubicBezTo>
                    <a:pt x="3334" y="6251"/>
                    <a:pt x="3275" y="6311"/>
                    <a:pt x="3192" y="6311"/>
                  </a:cubicBezTo>
                  <a:lnTo>
                    <a:pt x="3013" y="6311"/>
                  </a:lnTo>
                  <a:cubicBezTo>
                    <a:pt x="2930" y="6311"/>
                    <a:pt x="2858" y="6382"/>
                    <a:pt x="2858" y="6477"/>
                  </a:cubicBezTo>
                  <a:cubicBezTo>
                    <a:pt x="2858" y="6561"/>
                    <a:pt x="2930" y="6632"/>
                    <a:pt x="3013" y="6632"/>
                  </a:cubicBezTo>
                  <a:lnTo>
                    <a:pt x="3192" y="6632"/>
                  </a:lnTo>
                  <a:cubicBezTo>
                    <a:pt x="3358" y="6632"/>
                    <a:pt x="3489" y="6549"/>
                    <a:pt x="3585" y="6430"/>
                  </a:cubicBezTo>
                  <a:cubicBezTo>
                    <a:pt x="3692" y="6537"/>
                    <a:pt x="3811" y="6632"/>
                    <a:pt x="3930" y="6739"/>
                  </a:cubicBezTo>
                  <a:cubicBezTo>
                    <a:pt x="3882" y="6811"/>
                    <a:pt x="3870" y="6894"/>
                    <a:pt x="3870" y="6977"/>
                  </a:cubicBezTo>
                  <a:lnTo>
                    <a:pt x="3870" y="7085"/>
                  </a:lnTo>
                  <a:cubicBezTo>
                    <a:pt x="3870" y="7311"/>
                    <a:pt x="4025" y="7501"/>
                    <a:pt x="4239" y="7549"/>
                  </a:cubicBezTo>
                  <a:cubicBezTo>
                    <a:pt x="4180" y="7692"/>
                    <a:pt x="4073" y="7823"/>
                    <a:pt x="3906" y="7906"/>
                  </a:cubicBezTo>
                  <a:lnTo>
                    <a:pt x="3811" y="7966"/>
                  </a:lnTo>
                  <a:cubicBezTo>
                    <a:pt x="3537" y="8097"/>
                    <a:pt x="3370" y="8359"/>
                    <a:pt x="3370" y="8656"/>
                  </a:cubicBezTo>
                  <a:lnTo>
                    <a:pt x="3370" y="8704"/>
                  </a:lnTo>
                  <a:lnTo>
                    <a:pt x="3001" y="8704"/>
                  </a:lnTo>
                  <a:cubicBezTo>
                    <a:pt x="2620" y="8704"/>
                    <a:pt x="2287" y="9037"/>
                    <a:pt x="2287" y="9418"/>
                  </a:cubicBezTo>
                  <a:lnTo>
                    <a:pt x="2287" y="10061"/>
                  </a:lnTo>
                  <a:lnTo>
                    <a:pt x="2025" y="10061"/>
                  </a:lnTo>
                  <a:cubicBezTo>
                    <a:pt x="1906" y="10061"/>
                    <a:pt x="1799" y="10168"/>
                    <a:pt x="1799" y="10287"/>
                  </a:cubicBezTo>
                  <a:lnTo>
                    <a:pt x="1799" y="10847"/>
                  </a:lnTo>
                  <a:cubicBezTo>
                    <a:pt x="1799" y="10966"/>
                    <a:pt x="1906" y="11073"/>
                    <a:pt x="2025" y="11073"/>
                  </a:cubicBezTo>
                  <a:lnTo>
                    <a:pt x="8002" y="11073"/>
                  </a:lnTo>
                  <a:cubicBezTo>
                    <a:pt x="8121" y="11073"/>
                    <a:pt x="8228" y="10966"/>
                    <a:pt x="8228" y="10847"/>
                  </a:cubicBezTo>
                  <a:lnTo>
                    <a:pt x="8228" y="10287"/>
                  </a:lnTo>
                  <a:cubicBezTo>
                    <a:pt x="8228" y="10168"/>
                    <a:pt x="8121" y="10061"/>
                    <a:pt x="8002" y="10061"/>
                  </a:cubicBezTo>
                  <a:lnTo>
                    <a:pt x="7740" y="10061"/>
                  </a:lnTo>
                  <a:lnTo>
                    <a:pt x="7740" y="9418"/>
                  </a:lnTo>
                  <a:cubicBezTo>
                    <a:pt x="7740" y="9037"/>
                    <a:pt x="7406" y="8704"/>
                    <a:pt x="7025" y="8704"/>
                  </a:cubicBezTo>
                  <a:lnTo>
                    <a:pt x="6644" y="8704"/>
                  </a:lnTo>
                  <a:lnTo>
                    <a:pt x="6644" y="8656"/>
                  </a:lnTo>
                  <a:cubicBezTo>
                    <a:pt x="6644" y="8359"/>
                    <a:pt x="6490" y="8097"/>
                    <a:pt x="6216" y="7966"/>
                  </a:cubicBezTo>
                  <a:lnTo>
                    <a:pt x="6109" y="7906"/>
                  </a:lnTo>
                  <a:cubicBezTo>
                    <a:pt x="5966" y="7823"/>
                    <a:pt x="5847" y="7692"/>
                    <a:pt x="5787" y="7549"/>
                  </a:cubicBezTo>
                  <a:cubicBezTo>
                    <a:pt x="5990" y="7501"/>
                    <a:pt x="6156" y="7323"/>
                    <a:pt x="6156" y="7085"/>
                  </a:cubicBezTo>
                  <a:lnTo>
                    <a:pt x="6156" y="6977"/>
                  </a:lnTo>
                  <a:cubicBezTo>
                    <a:pt x="6156" y="6894"/>
                    <a:pt x="6132" y="6811"/>
                    <a:pt x="6097" y="6739"/>
                  </a:cubicBezTo>
                  <a:cubicBezTo>
                    <a:pt x="6216" y="6656"/>
                    <a:pt x="6335" y="6549"/>
                    <a:pt x="6442" y="6430"/>
                  </a:cubicBezTo>
                  <a:cubicBezTo>
                    <a:pt x="6513" y="6561"/>
                    <a:pt x="6668" y="6632"/>
                    <a:pt x="6823" y="6632"/>
                  </a:cubicBezTo>
                  <a:lnTo>
                    <a:pt x="7002" y="6632"/>
                  </a:lnTo>
                  <a:cubicBezTo>
                    <a:pt x="7097" y="6632"/>
                    <a:pt x="7168" y="6561"/>
                    <a:pt x="7168" y="6477"/>
                  </a:cubicBezTo>
                  <a:cubicBezTo>
                    <a:pt x="7168" y="6382"/>
                    <a:pt x="7097" y="6311"/>
                    <a:pt x="7002" y="6311"/>
                  </a:cubicBezTo>
                  <a:lnTo>
                    <a:pt x="6823" y="6311"/>
                  </a:lnTo>
                  <a:cubicBezTo>
                    <a:pt x="6752" y="6311"/>
                    <a:pt x="6692" y="6251"/>
                    <a:pt x="6692" y="6180"/>
                  </a:cubicBezTo>
                  <a:cubicBezTo>
                    <a:pt x="6692" y="6144"/>
                    <a:pt x="6704" y="6120"/>
                    <a:pt x="6728" y="6085"/>
                  </a:cubicBezTo>
                  <a:cubicBezTo>
                    <a:pt x="6740" y="6073"/>
                    <a:pt x="6752" y="6061"/>
                    <a:pt x="6763" y="6061"/>
                  </a:cubicBezTo>
                  <a:lnTo>
                    <a:pt x="8049" y="5418"/>
                  </a:lnTo>
                  <a:cubicBezTo>
                    <a:pt x="8645" y="5120"/>
                    <a:pt x="9133" y="4668"/>
                    <a:pt x="9478" y="4108"/>
                  </a:cubicBezTo>
                  <a:cubicBezTo>
                    <a:pt x="9823" y="3537"/>
                    <a:pt x="10014" y="2906"/>
                    <a:pt x="10014" y="2227"/>
                  </a:cubicBezTo>
                  <a:lnTo>
                    <a:pt x="10014" y="1977"/>
                  </a:lnTo>
                  <a:cubicBezTo>
                    <a:pt x="9954" y="1679"/>
                    <a:pt x="9716" y="1441"/>
                    <a:pt x="9430" y="1441"/>
                  </a:cubicBezTo>
                  <a:lnTo>
                    <a:pt x="7692" y="1441"/>
                  </a:lnTo>
                  <a:lnTo>
                    <a:pt x="7728" y="1060"/>
                  </a:lnTo>
                  <a:lnTo>
                    <a:pt x="7847" y="1060"/>
                  </a:lnTo>
                  <a:cubicBezTo>
                    <a:pt x="8037" y="1060"/>
                    <a:pt x="8204" y="893"/>
                    <a:pt x="8204" y="703"/>
                  </a:cubicBezTo>
                  <a:lnTo>
                    <a:pt x="8204" y="358"/>
                  </a:lnTo>
                  <a:cubicBezTo>
                    <a:pt x="8204" y="167"/>
                    <a:pt x="8037" y="0"/>
                    <a:pt x="7847" y="0"/>
                  </a:cubicBezTo>
                  <a:lnTo>
                    <a:pt x="3501" y="0"/>
                  </a:lnTo>
                  <a:cubicBezTo>
                    <a:pt x="3406" y="0"/>
                    <a:pt x="3334" y="72"/>
                    <a:pt x="3334" y="167"/>
                  </a:cubicBezTo>
                  <a:cubicBezTo>
                    <a:pt x="3334" y="250"/>
                    <a:pt x="3406" y="322"/>
                    <a:pt x="3501" y="322"/>
                  </a:cubicBezTo>
                  <a:lnTo>
                    <a:pt x="7847" y="322"/>
                  </a:lnTo>
                  <a:cubicBezTo>
                    <a:pt x="7859" y="322"/>
                    <a:pt x="7883" y="346"/>
                    <a:pt x="7883" y="370"/>
                  </a:cubicBezTo>
                  <a:lnTo>
                    <a:pt x="7883" y="715"/>
                  </a:lnTo>
                  <a:cubicBezTo>
                    <a:pt x="7883" y="727"/>
                    <a:pt x="7871" y="762"/>
                    <a:pt x="7847" y="762"/>
                  </a:cubicBezTo>
                  <a:lnTo>
                    <a:pt x="2132" y="762"/>
                  </a:lnTo>
                  <a:cubicBezTo>
                    <a:pt x="2108" y="762"/>
                    <a:pt x="2084" y="739"/>
                    <a:pt x="2084" y="715"/>
                  </a:cubicBezTo>
                  <a:lnTo>
                    <a:pt x="2084" y="370"/>
                  </a:lnTo>
                  <a:cubicBezTo>
                    <a:pt x="2084" y="358"/>
                    <a:pt x="2096" y="322"/>
                    <a:pt x="2132" y="322"/>
                  </a:cubicBezTo>
                  <a:lnTo>
                    <a:pt x="2739" y="322"/>
                  </a:lnTo>
                  <a:cubicBezTo>
                    <a:pt x="2823" y="322"/>
                    <a:pt x="2894" y="250"/>
                    <a:pt x="2894" y="167"/>
                  </a:cubicBezTo>
                  <a:cubicBezTo>
                    <a:pt x="2894" y="72"/>
                    <a:pt x="2823"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66"/>
            <p:cNvSpPr/>
            <p:nvPr/>
          </p:nvSpPr>
          <p:spPr>
            <a:xfrm>
              <a:off x="7642505" y="2952128"/>
              <a:ext cx="112876" cy="106451"/>
            </a:xfrm>
            <a:custGeom>
              <a:avLst/>
              <a:gdLst/>
              <a:ahLst/>
              <a:cxnLst/>
              <a:rect l="l" t="t" r="r" b="b"/>
              <a:pathLst>
                <a:path w="3549" h="3347" extrusionOk="0">
                  <a:moveTo>
                    <a:pt x="1822" y="548"/>
                  </a:moveTo>
                  <a:lnTo>
                    <a:pt x="2084" y="1287"/>
                  </a:lnTo>
                  <a:cubicBezTo>
                    <a:pt x="2120" y="1346"/>
                    <a:pt x="2156" y="1394"/>
                    <a:pt x="2239" y="1394"/>
                  </a:cubicBezTo>
                  <a:lnTo>
                    <a:pt x="3037" y="1429"/>
                  </a:lnTo>
                  <a:lnTo>
                    <a:pt x="2382" y="1918"/>
                  </a:lnTo>
                  <a:cubicBezTo>
                    <a:pt x="2322" y="1965"/>
                    <a:pt x="2311" y="2025"/>
                    <a:pt x="2322" y="2096"/>
                  </a:cubicBezTo>
                  <a:lnTo>
                    <a:pt x="2549" y="2870"/>
                  </a:lnTo>
                  <a:lnTo>
                    <a:pt x="1894" y="2430"/>
                  </a:lnTo>
                  <a:cubicBezTo>
                    <a:pt x="1864" y="2412"/>
                    <a:pt x="1831" y="2403"/>
                    <a:pt x="1800" y="2403"/>
                  </a:cubicBezTo>
                  <a:cubicBezTo>
                    <a:pt x="1769" y="2403"/>
                    <a:pt x="1739" y="2412"/>
                    <a:pt x="1715" y="2430"/>
                  </a:cubicBezTo>
                  <a:lnTo>
                    <a:pt x="1060" y="2870"/>
                  </a:lnTo>
                  <a:lnTo>
                    <a:pt x="1287" y="2096"/>
                  </a:lnTo>
                  <a:cubicBezTo>
                    <a:pt x="1298" y="2037"/>
                    <a:pt x="1287" y="1965"/>
                    <a:pt x="1227" y="1918"/>
                  </a:cubicBezTo>
                  <a:lnTo>
                    <a:pt x="596" y="1429"/>
                  </a:lnTo>
                  <a:lnTo>
                    <a:pt x="1406" y="1394"/>
                  </a:lnTo>
                  <a:cubicBezTo>
                    <a:pt x="1465" y="1394"/>
                    <a:pt x="1525" y="1358"/>
                    <a:pt x="1549" y="1287"/>
                  </a:cubicBezTo>
                  <a:lnTo>
                    <a:pt x="1822" y="548"/>
                  </a:lnTo>
                  <a:close/>
                  <a:moveTo>
                    <a:pt x="1775" y="1"/>
                  </a:moveTo>
                  <a:cubicBezTo>
                    <a:pt x="1691" y="1"/>
                    <a:pt x="1608" y="60"/>
                    <a:pt x="1560" y="144"/>
                  </a:cubicBezTo>
                  <a:lnTo>
                    <a:pt x="1227" y="1084"/>
                  </a:lnTo>
                  <a:lnTo>
                    <a:pt x="227" y="1120"/>
                  </a:lnTo>
                  <a:cubicBezTo>
                    <a:pt x="144" y="1120"/>
                    <a:pt x="60" y="1168"/>
                    <a:pt x="36" y="1263"/>
                  </a:cubicBezTo>
                  <a:cubicBezTo>
                    <a:pt x="1" y="1358"/>
                    <a:pt x="36" y="1441"/>
                    <a:pt x="108" y="1501"/>
                  </a:cubicBezTo>
                  <a:lnTo>
                    <a:pt x="894" y="2108"/>
                  </a:lnTo>
                  <a:lnTo>
                    <a:pt x="632" y="3061"/>
                  </a:lnTo>
                  <a:cubicBezTo>
                    <a:pt x="596" y="3156"/>
                    <a:pt x="632" y="3239"/>
                    <a:pt x="703" y="3299"/>
                  </a:cubicBezTo>
                  <a:cubicBezTo>
                    <a:pt x="739" y="3328"/>
                    <a:pt x="781" y="3343"/>
                    <a:pt x="824" y="3343"/>
                  </a:cubicBezTo>
                  <a:cubicBezTo>
                    <a:pt x="867" y="3343"/>
                    <a:pt x="912" y="3328"/>
                    <a:pt x="953" y="3299"/>
                  </a:cubicBezTo>
                  <a:lnTo>
                    <a:pt x="1775" y="2751"/>
                  </a:lnTo>
                  <a:lnTo>
                    <a:pt x="2596" y="3299"/>
                  </a:lnTo>
                  <a:cubicBezTo>
                    <a:pt x="2620" y="3334"/>
                    <a:pt x="2668" y="3346"/>
                    <a:pt x="2715" y="3346"/>
                  </a:cubicBezTo>
                  <a:cubicBezTo>
                    <a:pt x="2751" y="3346"/>
                    <a:pt x="2799" y="3334"/>
                    <a:pt x="2834" y="3299"/>
                  </a:cubicBezTo>
                  <a:cubicBezTo>
                    <a:pt x="2906" y="3239"/>
                    <a:pt x="2942" y="3156"/>
                    <a:pt x="2906" y="3061"/>
                  </a:cubicBezTo>
                  <a:lnTo>
                    <a:pt x="2644" y="2108"/>
                  </a:lnTo>
                  <a:lnTo>
                    <a:pt x="3430" y="1501"/>
                  </a:lnTo>
                  <a:cubicBezTo>
                    <a:pt x="3513" y="1441"/>
                    <a:pt x="3549" y="1358"/>
                    <a:pt x="3513" y="1263"/>
                  </a:cubicBezTo>
                  <a:cubicBezTo>
                    <a:pt x="3489" y="1168"/>
                    <a:pt x="3418" y="1120"/>
                    <a:pt x="3323" y="1120"/>
                  </a:cubicBezTo>
                  <a:lnTo>
                    <a:pt x="2322" y="1084"/>
                  </a:lnTo>
                  <a:lnTo>
                    <a:pt x="1989" y="144"/>
                  </a:lnTo>
                  <a:cubicBezTo>
                    <a:pt x="1953" y="60"/>
                    <a:pt x="1882"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1" name="Google Shape;12101;p66"/>
          <p:cNvGrpSpPr/>
          <p:nvPr/>
        </p:nvGrpSpPr>
        <p:grpSpPr>
          <a:xfrm>
            <a:off x="8003015" y="2728589"/>
            <a:ext cx="306759" cy="351445"/>
            <a:chOff x="8003015" y="2904039"/>
            <a:chExt cx="306759" cy="351445"/>
          </a:xfrm>
        </p:grpSpPr>
        <p:sp>
          <p:nvSpPr>
            <p:cNvPr id="12102" name="Google Shape;12102;p66"/>
            <p:cNvSpPr/>
            <p:nvPr/>
          </p:nvSpPr>
          <p:spPr>
            <a:xfrm>
              <a:off x="8094263" y="2957439"/>
              <a:ext cx="30342" cy="30310"/>
            </a:xfrm>
            <a:custGeom>
              <a:avLst/>
              <a:gdLst/>
              <a:ahLst/>
              <a:cxnLst/>
              <a:rect l="l" t="t" r="r" b="b"/>
              <a:pathLst>
                <a:path w="954" h="953" extrusionOk="0">
                  <a:moveTo>
                    <a:pt x="477" y="0"/>
                  </a:moveTo>
                  <a:cubicBezTo>
                    <a:pt x="382" y="0"/>
                    <a:pt x="310" y="72"/>
                    <a:pt x="310" y="155"/>
                  </a:cubicBezTo>
                  <a:lnTo>
                    <a:pt x="310" y="310"/>
                  </a:lnTo>
                  <a:lnTo>
                    <a:pt x="168" y="310"/>
                  </a:lnTo>
                  <a:cubicBezTo>
                    <a:pt x="72" y="310"/>
                    <a:pt x="1" y="381"/>
                    <a:pt x="1" y="477"/>
                  </a:cubicBezTo>
                  <a:cubicBezTo>
                    <a:pt x="1" y="560"/>
                    <a:pt x="72" y="631"/>
                    <a:pt x="168" y="631"/>
                  </a:cubicBezTo>
                  <a:lnTo>
                    <a:pt x="310" y="631"/>
                  </a:lnTo>
                  <a:lnTo>
                    <a:pt x="310" y="786"/>
                  </a:lnTo>
                  <a:cubicBezTo>
                    <a:pt x="310" y="870"/>
                    <a:pt x="382" y="953"/>
                    <a:pt x="477" y="953"/>
                  </a:cubicBezTo>
                  <a:cubicBezTo>
                    <a:pt x="560"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66"/>
            <p:cNvSpPr/>
            <p:nvPr/>
          </p:nvSpPr>
          <p:spPr>
            <a:xfrm>
              <a:off x="8187420" y="2957439"/>
              <a:ext cx="30342" cy="30310"/>
            </a:xfrm>
            <a:custGeom>
              <a:avLst/>
              <a:gdLst/>
              <a:ahLst/>
              <a:cxnLst/>
              <a:rect l="l" t="t" r="r" b="b"/>
              <a:pathLst>
                <a:path w="954" h="953" extrusionOk="0">
                  <a:moveTo>
                    <a:pt x="477" y="0"/>
                  </a:moveTo>
                  <a:cubicBezTo>
                    <a:pt x="394" y="0"/>
                    <a:pt x="310" y="72"/>
                    <a:pt x="310" y="155"/>
                  </a:cubicBezTo>
                  <a:lnTo>
                    <a:pt x="310" y="310"/>
                  </a:lnTo>
                  <a:lnTo>
                    <a:pt x="167" y="310"/>
                  </a:lnTo>
                  <a:cubicBezTo>
                    <a:pt x="72" y="310"/>
                    <a:pt x="1" y="381"/>
                    <a:pt x="1" y="477"/>
                  </a:cubicBezTo>
                  <a:cubicBezTo>
                    <a:pt x="1" y="560"/>
                    <a:pt x="72" y="631"/>
                    <a:pt x="167" y="631"/>
                  </a:cubicBezTo>
                  <a:lnTo>
                    <a:pt x="310" y="631"/>
                  </a:lnTo>
                  <a:lnTo>
                    <a:pt x="310" y="786"/>
                  </a:lnTo>
                  <a:cubicBezTo>
                    <a:pt x="310" y="870"/>
                    <a:pt x="394" y="953"/>
                    <a:pt x="477" y="953"/>
                  </a:cubicBezTo>
                  <a:cubicBezTo>
                    <a:pt x="572"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66"/>
            <p:cNvSpPr/>
            <p:nvPr/>
          </p:nvSpPr>
          <p:spPr>
            <a:xfrm>
              <a:off x="8094263" y="3027856"/>
              <a:ext cx="30342" cy="30342"/>
            </a:xfrm>
            <a:custGeom>
              <a:avLst/>
              <a:gdLst/>
              <a:ahLst/>
              <a:cxnLst/>
              <a:rect l="l" t="t" r="r" b="b"/>
              <a:pathLst>
                <a:path w="954" h="954" extrusionOk="0">
                  <a:moveTo>
                    <a:pt x="477" y="1"/>
                  </a:moveTo>
                  <a:cubicBezTo>
                    <a:pt x="382" y="1"/>
                    <a:pt x="310" y="72"/>
                    <a:pt x="310" y="168"/>
                  </a:cubicBezTo>
                  <a:lnTo>
                    <a:pt x="310" y="311"/>
                  </a:lnTo>
                  <a:lnTo>
                    <a:pt x="168" y="311"/>
                  </a:lnTo>
                  <a:cubicBezTo>
                    <a:pt x="72" y="311"/>
                    <a:pt x="1" y="382"/>
                    <a:pt x="1" y="477"/>
                  </a:cubicBezTo>
                  <a:cubicBezTo>
                    <a:pt x="1" y="561"/>
                    <a:pt x="72" y="644"/>
                    <a:pt x="168" y="644"/>
                  </a:cubicBezTo>
                  <a:lnTo>
                    <a:pt x="310" y="644"/>
                  </a:lnTo>
                  <a:lnTo>
                    <a:pt x="310" y="787"/>
                  </a:lnTo>
                  <a:cubicBezTo>
                    <a:pt x="310" y="882"/>
                    <a:pt x="382" y="953"/>
                    <a:pt x="477" y="953"/>
                  </a:cubicBezTo>
                  <a:cubicBezTo>
                    <a:pt x="560"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66"/>
            <p:cNvSpPr/>
            <p:nvPr/>
          </p:nvSpPr>
          <p:spPr>
            <a:xfrm>
              <a:off x="8187420" y="3027856"/>
              <a:ext cx="30342" cy="30342"/>
            </a:xfrm>
            <a:custGeom>
              <a:avLst/>
              <a:gdLst/>
              <a:ahLst/>
              <a:cxnLst/>
              <a:rect l="l" t="t" r="r" b="b"/>
              <a:pathLst>
                <a:path w="954" h="954" extrusionOk="0">
                  <a:moveTo>
                    <a:pt x="477" y="1"/>
                  </a:moveTo>
                  <a:cubicBezTo>
                    <a:pt x="394" y="1"/>
                    <a:pt x="310" y="72"/>
                    <a:pt x="310" y="168"/>
                  </a:cubicBezTo>
                  <a:lnTo>
                    <a:pt x="310" y="311"/>
                  </a:lnTo>
                  <a:lnTo>
                    <a:pt x="167" y="311"/>
                  </a:lnTo>
                  <a:cubicBezTo>
                    <a:pt x="72" y="311"/>
                    <a:pt x="1" y="382"/>
                    <a:pt x="1" y="477"/>
                  </a:cubicBezTo>
                  <a:cubicBezTo>
                    <a:pt x="1" y="561"/>
                    <a:pt x="72" y="644"/>
                    <a:pt x="167" y="644"/>
                  </a:cubicBezTo>
                  <a:lnTo>
                    <a:pt x="310" y="644"/>
                  </a:lnTo>
                  <a:lnTo>
                    <a:pt x="310" y="787"/>
                  </a:lnTo>
                  <a:cubicBezTo>
                    <a:pt x="310" y="882"/>
                    <a:pt x="394" y="953"/>
                    <a:pt x="477" y="953"/>
                  </a:cubicBezTo>
                  <a:cubicBezTo>
                    <a:pt x="572"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66"/>
            <p:cNvSpPr/>
            <p:nvPr/>
          </p:nvSpPr>
          <p:spPr>
            <a:xfrm>
              <a:off x="8003015" y="3050214"/>
              <a:ext cx="306759" cy="205269"/>
            </a:xfrm>
            <a:custGeom>
              <a:avLst/>
              <a:gdLst/>
              <a:ahLst/>
              <a:cxnLst/>
              <a:rect l="l" t="t" r="r" b="b"/>
              <a:pathLst>
                <a:path w="9645" h="6454" extrusionOk="0">
                  <a:moveTo>
                    <a:pt x="2465" y="310"/>
                  </a:moveTo>
                  <a:cubicBezTo>
                    <a:pt x="2465" y="310"/>
                    <a:pt x="2477" y="310"/>
                    <a:pt x="2477" y="322"/>
                  </a:cubicBezTo>
                  <a:lnTo>
                    <a:pt x="2477" y="751"/>
                  </a:lnTo>
                  <a:cubicBezTo>
                    <a:pt x="2477" y="751"/>
                    <a:pt x="2477" y="762"/>
                    <a:pt x="2465" y="762"/>
                  </a:cubicBezTo>
                  <a:lnTo>
                    <a:pt x="322" y="762"/>
                  </a:lnTo>
                  <a:lnTo>
                    <a:pt x="310" y="322"/>
                  </a:lnTo>
                  <a:cubicBezTo>
                    <a:pt x="310" y="322"/>
                    <a:pt x="310" y="310"/>
                    <a:pt x="322" y="310"/>
                  </a:cubicBezTo>
                  <a:close/>
                  <a:moveTo>
                    <a:pt x="9311" y="322"/>
                  </a:moveTo>
                  <a:cubicBezTo>
                    <a:pt x="9311" y="322"/>
                    <a:pt x="9323" y="322"/>
                    <a:pt x="9323" y="334"/>
                  </a:cubicBezTo>
                  <a:lnTo>
                    <a:pt x="9323" y="762"/>
                  </a:lnTo>
                  <a:lnTo>
                    <a:pt x="9311" y="762"/>
                  </a:lnTo>
                  <a:lnTo>
                    <a:pt x="7168" y="786"/>
                  </a:lnTo>
                  <a:cubicBezTo>
                    <a:pt x="7168" y="786"/>
                    <a:pt x="7156" y="786"/>
                    <a:pt x="7156" y="762"/>
                  </a:cubicBezTo>
                  <a:lnTo>
                    <a:pt x="7156" y="334"/>
                  </a:lnTo>
                  <a:cubicBezTo>
                    <a:pt x="7156" y="334"/>
                    <a:pt x="7156" y="322"/>
                    <a:pt x="7168" y="322"/>
                  </a:cubicBezTo>
                  <a:close/>
                  <a:moveTo>
                    <a:pt x="2084" y="1096"/>
                  </a:moveTo>
                  <a:lnTo>
                    <a:pt x="2084" y="3477"/>
                  </a:lnTo>
                  <a:lnTo>
                    <a:pt x="1036" y="3477"/>
                  </a:lnTo>
                  <a:cubicBezTo>
                    <a:pt x="870" y="3477"/>
                    <a:pt x="727" y="3346"/>
                    <a:pt x="727" y="3167"/>
                  </a:cubicBezTo>
                  <a:lnTo>
                    <a:pt x="727" y="1096"/>
                  </a:lnTo>
                  <a:close/>
                  <a:moveTo>
                    <a:pt x="6668" y="1977"/>
                  </a:moveTo>
                  <a:cubicBezTo>
                    <a:pt x="6942" y="1977"/>
                    <a:pt x="7180" y="2215"/>
                    <a:pt x="7180" y="2501"/>
                  </a:cubicBezTo>
                  <a:lnTo>
                    <a:pt x="7180" y="3477"/>
                  </a:lnTo>
                  <a:lnTo>
                    <a:pt x="2382" y="3477"/>
                  </a:lnTo>
                  <a:lnTo>
                    <a:pt x="2382" y="2501"/>
                  </a:lnTo>
                  <a:cubicBezTo>
                    <a:pt x="2394" y="2215"/>
                    <a:pt x="2632" y="1977"/>
                    <a:pt x="2917" y="1977"/>
                  </a:cubicBezTo>
                  <a:close/>
                  <a:moveTo>
                    <a:pt x="8871" y="1096"/>
                  </a:moveTo>
                  <a:lnTo>
                    <a:pt x="8871" y="3167"/>
                  </a:lnTo>
                  <a:cubicBezTo>
                    <a:pt x="8871" y="3334"/>
                    <a:pt x="8728" y="3477"/>
                    <a:pt x="8549" y="3477"/>
                  </a:cubicBezTo>
                  <a:lnTo>
                    <a:pt x="7513" y="3477"/>
                  </a:lnTo>
                  <a:lnTo>
                    <a:pt x="7513" y="1096"/>
                  </a:lnTo>
                  <a:close/>
                  <a:moveTo>
                    <a:pt x="8299" y="3787"/>
                  </a:moveTo>
                  <a:lnTo>
                    <a:pt x="8299" y="4120"/>
                  </a:lnTo>
                  <a:lnTo>
                    <a:pt x="8287" y="4120"/>
                  </a:lnTo>
                  <a:cubicBezTo>
                    <a:pt x="8287" y="4191"/>
                    <a:pt x="8228" y="4251"/>
                    <a:pt x="8156" y="4251"/>
                  </a:cubicBezTo>
                  <a:lnTo>
                    <a:pt x="1453" y="4251"/>
                  </a:lnTo>
                  <a:cubicBezTo>
                    <a:pt x="1382" y="4251"/>
                    <a:pt x="1322" y="4191"/>
                    <a:pt x="1322" y="4120"/>
                  </a:cubicBezTo>
                  <a:lnTo>
                    <a:pt x="1322" y="3787"/>
                  </a:lnTo>
                  <a:close/>
                  <a:moveTo>
                    <a:pt x="2644" y="4584"/>
                  </a:moveTo>
                  <a:lnTo>
                    <a:pt x="2644" y="6120"/>
                  </a:lnTo>
                  <a:lnTo>
                    <a:pt x="2132" y="6120"/>
                  </a:lnTo>
                  <a:lnTo>
                    <a:pt x="2132" y="4584"/>
                  </a:lnTo>
                  <a:close/>
                  <a:moveTo>
                    <a:pt x="7454" y="4584"/>
                  </a:moveTo>
                  <a:lnTo>
                    <a:pt x="7454" y="6120"/>
                  </a:lnTo>
                  <a:lnTo>
                    <a:pt x="6942" y="6120"/>
                  </a:lnTo>
                  <a:lnTo>
                    <a:pt x="6942" y="4584"/>
                  </a:lnTo>
                  <a:close/>
                  <a:moveTo>
                    <a:pt x="7168" y="0"/>
                  </a:moveTo>
                  <a:cubicBezTo>
                    <a:pt x="6989" y="0"/>
                    <a:pt x="6847" y="143"/>
                    <a:pt x="6847" y="322"/>
                  </a:cubicBezTo>
                  <a:lnTo>
                    <a:pt x="6847" y="751"/>
                  </a:lnTo>
                  <a:cubicBezTo>
                    <a:pt x="6847" y="929"/>
                    <a:pt x="6989" y="1084"/>
                    <a:pt x="7168" y="1084"/>
                  </a:cubicBezTo>
                  <a:lnTo>
                    <a:pt x="7204" y="1084"/>
                  </a:lnTo>
                  <a:lnTo>
                    <a:pt x="7204" y="1810"/>
                  </a:lnTo>
                  <a:cubicBezTo>
                    <a:pt x="7049" y="1691"/>
                    <a:pt x="6870" y="1632"/>
                    <a:pt x="6680" y="1632"/>
                  </a:cubicBezTo>
                  <a:lnTo>
                    <a:pt x="2929" y="1632"/>
                  </a:lnTo>
                  <a:cubicBezTo>
                    <a:pt x="2739" y="1632"/>
                    <a:pt x="2560" y="1703"/>
                    <a:pt x="2406" y="1810"/>
                  </a:cubicBezTo>
                  <a:lnTo>
                    <a:pt x="2406" y="1096"/>
                  </a:lnTo>
                  <a:lnTo>
                    <a:pt x="2477" y="1096"/>
                  </a:lnTo>
                  <a:cubicBezTo>
                    <a:pt x="2656" y="1096"/>
                    <a:pt x="2810" y="953"/>
                    <a:pt x="2810" y="762"/>
                  </a:cubicBezTo>
                  <a:lnTo>
                    <a:pt x="2810" y="334"/>
                  </a:lnTo>
                  <a:cubicBezTo>
                    <a:pt x="2810" y="155"/>
                    <a:pt x="2656" y="12"/>
                    <a:pt x="2477" y="12"/>
                  </a:cubicBezTo>
                  <a:lnTo>
                    <a:pt x="322" y="12"/>
                  </a:lnTo>
                  <a:cubicBezTo>
                    <a:pt x="143" y="12"/>
                    <a:pt x="0" y="155"/>
                    <a:pt x="0" y="334"/>
                  </a:cubicBezTo>
                  <a:lnTo>
                    <a:pt x="0" y="762"/>
                  </a:lnTo>
                  <a:cubicBezTo>
                    <a:pt x="0" y="953"/>
                    <a:pt x="143" y="1096"/>
                    <a:pt x="322" y="1096"/>
                  </a:cubicBezTo>
                  <a:lnTo>
                    <a:pt x="393" y="1096"/>
                  </a:lnTo>
                  <a:lnTo>
                    <a:pt x="393" y="3167"/>
                  </a:lnTo>
                  <a:cubicBezTo>
                    <a:pt x="393" y="3489"/>
                    <a:pt x="655" y="3763"/>
                    <a:pt x="977" y="3787"/>
                  </a:cubicBezTo>
                  <a:lnTo>
                    <a:pt x="977" y="4120"/>
                  </a:lnTo>
                  <a:cubicBezTo>
                    <a:pt x="977" y="4370"/>
                    <a:pt x="1191" y="4584"/>
                    <a:pt x="1441" y="4584"/>
                  </a:cubicBezTo>
                  <a:lnTo>
                    <a:pt x="1810" y="4584"/>
                  </a:lnTo>
                  <a:lnTo>
                    <a:pt x="1810" y="6132"/>
                  </a:lnTo>
                  <a:lnTo>
                    <a:pt x="1572" y="6132"/>
                  </a:lnTo>
                  <a:cubicBezTo>
                    <a:pt x="1489" y="6132"/>
                    <a:pt x="1405" y="6204"/>
                    <a:pt x="1405" y="6287"/>
                  </a:cubicBezTo>
                  <a:cubicBezTo>
                    <a:pt x="1405" y="6382"/>
                    <a:pt x="1489" y="6454"/>
                    <a:pt x="1572" y="6454"/>
                  </a:cubicBezTo>
                  <a:lnTo>
                    <a:pt x="3191" y="6454"/>
                  </a:lnTo>
                  <a:cubicBezTo>
                    <a:pt x="3287" y="6454"/>
                    <a:pt x="3358" y="6382"/>
                    <a:pt x="3358" y="6287"/>
                  </a:cubicBezTo>
                  <a:cubicBezTo>
                    <a:pt x="3358" y="6204"/>
                    <a:pt x="3287" y="6132"/>
                    <a:pt x="3191" y="6132"/>
                  </a:cubicBezTo>
                  <a:lnTo>
                    <a:pt x="2953" y="6132"/>
                  </a:lnTo>
                  <a:lnTo>
                    <a:pt x="2953" y="4584"/>
                  </a:lnTo>
                  <a:lnTo>
                    <a:pt x="6620" y="4584"/>
                  </a:lnTo>
                  <a:lnTo>
                    <a:pt x="6620" y="6132"/>
                  </a:lnTo>
                  <a:lnTo>
                    <a:pt x="6382" y="6132"/>
                  </a:lnTo>
                  <a:cubicBezTo>
                    <a:pt x="6287" y="6132"/>
                    <a:pt x="6216" y="6204"/>
                    <a:pt x="6216" y="6287"/>
                  </a:cubicBezTo>
                  <a:cubicBezTo>
                    <a:pt x="6216" y="6382"/>
                    <a:pt x="6287" y="6454"/>
                    <a:pt x="6382" y="6454"/>
                  </a:cubicBezTo>
                  <a:lnTo>
                    <a:pt x="8001" y="6454"/>
                  </a:lnTo>
                  <a:cubicBezTo>
                    <a:pt x="8097" y="6454"/>
                    <a:pt x="8168" y="6382"/>
                    <a:pt x="8168" y="6287"/>
                  </a:cubicBezTo>
                  <a:cubicBezTo>
                    <a:pt x="8168" y="6204"/>
                    <a:pt x="8097" y="6132"/>
                    <a:pt x="8001" y="6132"/>
                  </a:cubicBezTo>
                  <a:lnTo>
                    <a:pt x="7763" y="6132"/>
                  </a:lnTo>
                  <a:lnTo>
                    <a:pt x="7763" y="4584"/>
                  </a:lnTo>
                  <a:lnTo>
                    <a:pt x="8132" y="4584"/>
                  </a:lnTo>
                  <a:cubicBezTo>
                    <a:pt x="8394" y="4584"/>
                    <a:pt x="8597" y="4370"/>
                    <a:pt x="8597" y="4120"/>
                  </a:cubicBezTo>
                  <a:lnTo>
                    <a:pt x="8597" y="3787"/>
                  </a:lnTo>
                  <a:cubicBezTo>
                    <a:pt x="8930" y="3763"/>
                    <a:pt x="9180" y="3489"/>
                    <a:pt x="9180" y="3167"/>
                  </a:cubicBezTo>
                  <a:lnTo>
                    <a:pt x="9180" y="1096"/>
                  </a:lnTo>
                  <a:lnTo>
                    <a:pt x="9299" y="1096"/>
                  </a:lnTo>
                  <a:cubicBezTo>
                    <a:pt x="9478" y="1096"/>
                    <a:pt x="9621" y="953"/>
                    <a:pt x="9621" y="762"/>
                  </a:cubicBezTo>
                  <a:lnTo>
                    <a:pt x="9621" y="334"/>
                  </a:lnTo>
                  <a:cubicBezTo>
                    <a:pt x="9645" y="143"/>
                    <a:pt x="9490" y="0"/>
                    <a:pt x="9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66"/>
            <p:cNvSpPr/>
            <p:nvPr/>
          </p:nvSpPr>
          <p:spPr>
            <a:xfrm>
              <a:off x="8040131" y="2904039"/>
              <a:ext cx="230268" cy="132182"/>
            </a:xfrm>
            <a:custGeom>
              <a:avLst/>
              <a:gdLst/>
              <a:ahLst/>
              <a:cxnLst/>
              <a:rect l="l" t="t" r="r" b="b"/>
              <a:pathLst>
                <a:path w="7240" h="4156" extrusionOk="0">
                  <a:moveTo>
                    <a:pt x="1346" y="1"/>
                  </a:moveTo>
                  <a:cubicBezTo>
                    <a:pt x="619" y="1"/>
                    <a:pt x="0" y="596"/>
                    <a:pt x="0" y="1346"/>
                  </a:cubicBezTo>
                  <a:lnTo>
                    <a:pt x="0" y="3989"/>
                  </a:lnTo>
                  <a:cubicBezTo>
                    <a:pt x="0" y="4084"/>
                    <a:pt x="84" y="4156"/>
                    <a:pt x="167" y="4156"/>
                  </a:cubicBezTo>
                  <a:cubicBezTo>
                    <a:pt x="262" y="4156"/>
                    <a:pt x="334" y="4084"/>
                    <a:pt x="334" y="3989"/>
                  </a:cubicBezTo>
                  <a:lnTo>
                    <a:pt x="334" y="1346"/>
                  </a:lnTo>
                  <a:cubicBezTo>
                    <a:pt x="334" y="798"/>
                    <a:pt x="774" y="334"/>
                    <a:pt x="1346" y="334"/>
                  </a:cubicBezTo>
                  <a:lnTo>
                    <a:pt x="5882" y="334"/>
                  </a:lnTo>
                  <a:cubicBezTo>
                    <a:pt x="6430" y="334"/>
                    <a:pt x="6894" y="786"/>
                    <a:pt x="6894" y="1346"/>
                  </a:cubicBezTo>
                  <a:lnTo>
                    <a:pt x="6906" y="3989"/>
                  </a:lnTo>
                  <a:cubicBezTo>
                    <a:pt x="6906" y="4084"/>
                    <a:pt x="6977" y="4156"/>
                    <a:pt x="7073" y="4156"/>
                  </a:cubicBezTo>
                  <a:cubicBezTo>
                    <a:pt x="7156" y="4156"/>
                    <a:pt x="7239" y="4084"/>
                    <a:pt x="7239" y="3989"/>
                  </a:cubicBezTo>
                  <a:lnTo>
                    <a:pt x="7227" y="1346"/>
                  </a:lnTo>
                  <a:cubicBezTo>
                    <a:pt x="7227" y="620"/>
                    <a:pt x="663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8" name="Google Shape;12108;p66"/>
          <p:cNvGrpSpPr/>
          <p:nvPr/>
        </p:nvGrpSpPr>
        <p:grpSpPr>
          <a:xfrm>
            <a:off x="5687770" y="2710046"/>
            <a:ext cx="369638" cy="369606"/>
            <a:chOff x="5687770" y="2885496"/>
            <a:chExt cx="369638" cy="369606"/>
          </a:xfrm>
        </p:grpSpPr>
        <p:sp>
          <p:nvSpPr>
            <p:cNvPr id="12109" name="Google Shape;12109;p66"/>
            <p:cNvSpPr/>
            <p:nvPr/>
          </p:nvSpPr>
          <p:spPr>
            <a:xfrm>
              <a:off x="5772594" y="3003366"/>
              <a:ext cx="112113" cy="110872"/>
            </a:xfrm>
            <a:custGeom>
              <a:avLst/>
              <a:gdLst/>
              <a:ahLst/>
              <a:cxnLst/>
              <a:rect l="l" t="t" r="r" b="b"/>
              <a:pathLst>
                <a:path w="3525" h="3486" extrusionOk="0">
                  <a:moveTo>
                    <a:pt x="3346" y="0"/>
                  </a:moveTo>
                  <a:cubicBezTo>
                    <a:pt x="3302" y="0"/>
                    <a:pt x="3257" y="15"/>
                    <a:pt x="3227" y="45"/>
                  </a:cubicBezTo>
                  <a:lnTo>
                    <a:pt x="60" y="3212"/>
                  </a:lnTo>
                  <a:cubicBezTo>
                    <a:pt x="1" y="3271"/>
                    <a:pt x="1" y="3390"/>
                    <a:pt x="60" y="3450"/>
                  </a:cubicBezTo>
                  <a:cubicBezTo>
                    <a:pt x="84" y="3474"/>
                    <a:pt x="132" y="3486"/>
                    <a:pt x="179" y="3486"/>
                  </a:cubicBezTo>
                  <a:cubicBezTo>
                    <a:pt x="215" y="3486"/>
                    <a:pt x="263" y="3474"/>
                    <a:pt x="298" y="3450"/>
                  </a:cubicBezTo>
                  <a:lnTo>
                    <a:pt x="3465" y="283"/>
                  </a:lnTo>
                  <a:cubicBezTo>
                    <a:pt x="3525" y="223"/>
                    <a:pt x="3525" y="116"/>
                    <a:pt x="3465" y="45"/>
                  </a:cubicBezTo>
                  <a:cubicBezTo>
                    <a:pt x="3436" y="15"/>
                    <a:pt x="339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66"/>
            <p:cNvSpPr/>
            <p:nvPr/>
          </p:nvSpPr>
          <p:spPr>
            <a:xfrm>
              <a:off x="5800996" y="3031736"/>
              <a:ext cx="112113" cy="110904"/>
            </a:xfrm>
            <a:custGeom>
              <a:avLst/>
              <a:gdLst/>
              <a:ahLst/>
              <a:cxnLst/>
              <a:rect l="l" t="t" r="r" b="b"/>
              <a:pathLst>
                <a:path w="3525" h="3487" extrusionOk="0">
                  <a:moveTo>
                    <a:pt x="3346" y="1"/>
                  </a:moveTo>
                  <a:cubicBezTo>
                    <a:pt x="3302" y="1"/>
                    <a:pt x="3257" y="16"/>
                    <a:pt x="3227" y="46"/>
                  </a:cubicBezTo>
                  <a:lnTo>
                    <a:pt x="60" y="3213"/>
                  </a:lnTo>
                  <a:cubicBezTo>
                    <a:pt x="1" y="3272"/>
                    <a:pt x="1" y="3391"/>
                    <a:pt x="60" y="3451"/>
                  </a:cubicBezTo>
                  <a:cubicBezTo>
                    <a:pt x="84" y="3475"/>
                    <a:pt x="132" y="3487"/>
                    <a:pt x="179" y="3487"/>
                  </a:cubicBezTo>
                  <a:cubicBezTo>
                    <a:pt x="215" y="3487"/>
                    <a:pt x="263" y="3475"/>
                    <a:pt x="298" y="3451"/>
                  </a:cubicBezTo>
                  <a:lnTo>
                    <a:pt x="3465" y="284"/>
                  </a:lnTo>
                  <a:cubicBezTo>
                    <a:pt x="3525" y="224"/>
                    <a:pt x="3525" y="117"/>
                    <a:pt x="3465" y="46"/>
                  </a:cubicBezTo>
                  <a:cubicBezTo>
                    <a:pt x="3436" y="16"/>
                    <a:pt x="3391"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66"/>
            <p:cNvSpPr/>
            <p:nvPr/>
          </p:nvSpPr>
          <p:spPr>
            <a:xfrm>
              <a:off x="5829016" y="3141558"/>
              <a:ext cx="31455" cy="30247"/>
            </a:xfrm>
            <a:custGeom>
              <a:avLst/>
              <a:gdLst/>
              <a:ahLst/>
              <a:cxnLst/>
              <a:rect l="l" t="t" r="r" b="b"/>
              <a:pathLst>
                <a:path w="989" h="951" extrusionOk="0">
                  <a:moveTo>
                    <a:pt x="810" y="1"/>
                  </a:moveTo>
                  <a:cubicBezTo>
                    <a:pt x="766" y="1"/>
                    <a:pt x="721" y="16"/>
                    <a:pt x="691" y="45"/>
                  </a:cubicBezTo>
                  <a:lnTo>
                    <a:pt x="72" y="665"/>
                  </a:lnTo>
                  <a:cubicBezTo>
                    <a:pt x="1" y="724"/>
                    <a:pt x="1" y="843"/>
                    <a:pt x="72" y="903"/>
                  </a:cubicBezTo>
                  <a:cubicBezTo>
                    <a:pt x="96" y="938"/>
                    <a:pt x="144" y="950"/>
                    <a:pt x="191" y="950"/>
                  </a:cubicBezTo>
                  <a:cubicBezTo>
                    <a:pt x="227" y="950"/>
                    <a:pt x="275" y="938"/>
                    <a:pt x="298" y="903"/>
                  </a:cubicBezTo>
                  <a:lnTo>
                    <a:pt x="929" y="284"/>
                  </a:lnTo>
                  <a:cubicBezTo>
                    <a:pt x="989" y="224"/>
                    <a:pt x="989" y="105"/>
                    <a:pt x="929" y="45"/>
                  </a:cubicBezTo>
                  <a:cubicBezTo>
                    <a:pt x="900" y="16"/>
                    <a:pt x="855"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66"/>
            <p:cNvSpPr/>
            <p:nvPr/>
          </p:nvSpPr>
          <p:spPr>
            <a:xfrm>
              <a:off x="5866514" y="3060519"/>
              <a:ext cx="75378" cy="73788"/>
            </a:xfrm>
            <a:custGeom>
              <a:avLst/>
              <a:gdLst/>
              <a:ahLst/>
              <a:cxnLst/>
              <a:rect l="l" t="t" r="r" b="b"/>
              <a:pathLst>
                <a:path w="2370" h="2320" extrusionOk="0">
                  <a:moveTo>
                    <a:pt x="2179" y="1"/>
                  </a:moveTo>
                  <a:cubicBezTo>
                    <a:pt x="2135" y="1"/>
                    <a:pt x="2090" y="16"/>
                    <a:pt x="2060" y="46"/>
                  </a:cubicBezTo>
                  <a:lnTo>
                    <a:pt x="60" y="2034"/>
                  </a:lnTo>
                  <a:cubicBezTo>
                    <a:pt x="0" y="2093"/>
                    <a:pt x="0" y="2212"/>
                    <a:pt x="60" y="2272"/>
                  </a:cubicBezTo>
                  <a:cubicBezTo>
                    <a:pt x="96" y="2308"/>
                    <a:pt x="143" y="2320"/>
                    <a:pt x="179" y="2320"/>
                  </a:cubicBezTo>
                  <a:cubicBezTo>
                    <a:pt x="227" y="2320"/>
                    <a:pt x="274" y="2308"/>
                    <a:pt x="298" y="2272"/>
                  </a:cubicBezTo>
                  <a:lnTo>
                    <a:pt x="2298" y="284"/>
                  </a:lnTo>
                  <a:cubicBezTo>
                    <a:pt x="2370" y="212"/>
                    <a:pt x="2370" y="105"/>
                    <a:pt x="2298" y="46"/>
                  </a:cubicBezTo>
                  <a:cubicBezTo>
                    <a:pt x="2269" y="16"/>
                    <a:pt x="2224"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66"/>
            <p:cNvSpPr/>
            <p:nvPr/>
          </p:nvSpPr>
          <p:spPr>
            <a:xfrm>
              <a:off x="5687770" y="2885496"/>
              <a:ext cx="369638" cy="369606"/>
            </a:xfrm>
            <a:custGeom>
              <a:avLst/>
              <a:gdLst/>
              <a:ahLst/>
              <a:cxnLst/>
              <a:rect l="l" t="t" r="r" b="b"/>
              <a:pathLst>
                <a:path w="11622" h="11621" extrusionOk="0">
                  <a:moveTo>
                    <a:pt x="7275" y="357"/>
                  </a:moveTo>
                  <a:lnTo>
                    <a:pt x="7466" y="548"/>
                  </a:lnTo>
                  <a:lnTo>
                    <a:pt x="7466" y="560"/>
                  </a:lnTo>
                  <a:cubicBezTo>
                    <a:pt x="7335" y="810"/>
                    <a:pt x="7383" y="1131"/>
                    <a:pt x="7573" y="1334"/>
                  </a:cubicBezTo>
                  <a:cubicBezTo>
                    <a:pt x="7702" y="1462"/>
                    <a:pt x="7864" y="1527"/>
                    <a:pt x="8028" y="1527"/>
                  </a:cubicBezTo>
                  <a:cubicBezTo>
                    <a:pt x="8137" y="1527"/>
                    <a:pt x="8247" y="1498"/>
                    <a:pt x="8347" y="1441"/>
                  </a:cubicBezTo>
                  <a:lnTo>
                    <a:pt x="8359" y="1441"/>
                  </a:lnTo>
                  <a:lnTo>
                    <a:pt x="8811" y="1881"/>
                  </a:lnTo>
                  <a:lnTo>
                    <a:pt x="8811" y="1905"/>
                  </a:lnTo>
                  <a:cubicBezTo>
                    <a:pt x="8680" y="2155"/>
                    <a:pt x="8716" y="2465"/>
                    <a:pt x="8918" y="2679"/>
                  </a:cubicBezTo>
                  <a:cubicBezTo>
                    <a:pt x="9040" y="2800"/>
                    <a:pt x="9199" y="2866"/>
                    <a:pt x="9364" y="2866"/>
                  </a:cubicBezTo>
                  <a:cubicBezTo>
                    <a:pt x="9474" y="2866"/>
                    <a:pt x="9587" y="2836"/>
                    <a:pt x="9692" y="2774"/>
                  </a:cubicBezTo>
                  <a:lnTo>
                    <a:pt x="9704" y="2774"/>
                  </a:lnTo>
                  <a:lnTo>
                    <a:pt x="10145" y="3227"/>
                  </a:lnTo>
                  <a:lnTo>
                    <a:pt x="10145" y="3239"/>
                  </a:lnTo>
                  <a:cubicBezTo>
                    <a:pt x="10014" y="3489"/>
                    <a:pt x="10061" y="3810"/>
                    <a:pt x="10252" y="4013"/>
                  </a:cubicBezTo>
                  <a:cubicBezTo>
                    <a:pt x="10381" y="4141"/>
                    <a:pt x="10543" y="4205"/>
                    <a:pt x="10707" y="4205"/>
                  </a:cubicBezTo>
                  <a:cubicBezTo>
                    <a:pt x="10816" y="4205"/>
                    <a:pt x="10926" y="4177"/>
                    <a:pt x="11026" y="4120"/>
                  </a:cubicBezTo>
                  <a:lnTo>
                    <a:pt x="11038" y="4120"/>
                  </a:lnTo>
                  <a:lnTo>
                    <a:pt x="11240" y="4310"/>
                  </a:lnTo>
                  <a:cubicBezTo>
                    <a:pt x="11276" y="4358"/>
                    <a:pt x="11288" y="4358"/>
                    <a:pt x="11276" y="4370"/>
                  </a:cubicBezTo>
                  <a:lnTo>
                    <a:pt x="10252" y="5394"/>
                  </a:lnTo>
                  <a:lnTo>
                    <a:pt x="9907" y="5060"/>
                  </a:lnTo>
                  <a:cubicBezTo>
                    <a:pt x="9877" y="5031"/>
                    <a:pt x="9832" y="5016"/>
                    <a:pt x="9788" y="5016"/>
                  </a:cubicBezTo>
                  <a:cubicBezTo>
                    <a:pt x="9743" y="5016"/>
                    <a:pt x="9698" y="5031"/>
                    <a:pt x="9669" y="5060"/>
                  </a:cubicBezTo>
                  <a:cubicBezTo>
                    <a:pt x="9609" y="5120"/>
                    <a:pt x="9609" y="5239"/>
                    <a:pt x="9669" y="5298"/>
                  </a:cubicBezTo>
                  <a:lnTo>
                    <a:pt x="10014" y="5632"/>
                  </a:lnTo>
                  <a:lnTo>
                    <a:pt x="4358" y="11287"/>
                  </a:lnTo>
                  <a:lnTo>
                    <a:pt x="4335" y="11287"/>
                  </a:lnTo>
                  <a:lnTo>
                    <a:pt x="4132" y="11097"/>
                  </a:lnTo>
                  <a:lnTo>
                    <a:pt x="4132" y="11085"/>
                  </a:lnTo>
                  <a:cubicBezTo>
                    <a:pt x="4275" y="10835"/>
                    <a:pt x="4227" y="10513"/>
                    <a:pt x="4013" y="10323"/>
                  </a:cubicBezTo>
                  <a:cubicBezTo>
                    <a:pt x="3894" y="10204"/>
                    <a:pt x="3715" y="10132"/>
                    <a:pt x="3561" y="10132"/>
                  </a:cubicBezTo>
                  <a:cubicBezTo>
                    <a:pt x="3453" y="10132"/>
                    <a:pt x="3346" y="10156"/>
                    <a:pt x="3239" y="10204"/>
                  </a:cubicBezTo>
                  <a:lnTo>
                    <a:pt x="3227" y="10204"/>
                  </a:lnTo>
                  <a:lnTo>
                    <a:pt x="2763" y="9739"/>
                  </a:lnTo>
                  <a:lnTo>
                    <a:pt x="2763" y="9728"/>
                  </a:lnTo>
                  <a:cubicBezTo>
                    <a:pt x="2906" y="9478"/>
                    <a:pt x="2858" y="9168"/>
                    <a:pt x="2644" y="8966"/>
                  </a:cubicBezTo>
                  <a:cubicBezTo>
                    <a:pt x="2518" y="8839"/>
                    <a:pt x="2354" y="8773"/>
                    <a:pt x="2188" y="8773"/>
                  </a:cubicBezTo>
                  <a:cubicBezTo>
                    <a:pt x="2089" y="8773"/>
                    <a:pt x="1988" y="8797"/>
                    <a:pt x="1894" y="8847"/>
                  </a:cubicBezTo>
                  <a:lnTo>
                    <a:pt x="1870" y="8847"/>
                  </a:lnTo>
                  <a:lnTo>
                    <a:pt x="1417" y="8394"/>
                  </a:lnTo>
                  <a:lnTo>
                    <a:pt x="1417" y="8370"/>
                  </a:lnTo>
                  <a:cubicBezTo>
                    <a:pt x="1548" y="8120"/>
                    <a:pt x="1501" y="7811"/>
                    <a:pt x="1298" y="7620"/>
                  </a:cubicBezTo>
                  <a:cubicBezTo>
                    <a:pt x="1166" y="7488"/>
                    <a:pt x="1003" y="7419"/>
                    <a:pt x="838" y="7419"/>
                  </a:cubicBezTo>
                  <a:cubicBezTo>
                    <a:pt x="736" y="7419"/>
                    <a:pt x="632" y="7446"/>
                    <a:pt x="536" y="7501"/>
                  </a:cubicBezTo>
                  <a:lnTo>
                    <a:pt x="525" y="7501"/>
                  </a:lnTo>
                  <a:lnTo>
                    <a:pt x="322" y="7299"/>
                  </a:lnTo>
                  <a:lnTo>
                    <a:pt x="322" y="7287"/>
                  </a:lnTo>
                  <a:lnTo>
                    <a:pt x="322" y="7275"/>
                  </a:lnTo>
                  <a:lnTo>
                    <a:pt x="5978" y="1619"/>
                  </a:lnTo>
                  <a:lnTo>
                    <a:pt x="6335" y="1977"/>
                  </a:lnTo>
                  <a:cubicBezTo>
                    <a:pt x="6370" y="2000"/>
                    <a:pt x="6418" y="2024"/>
                    <a:pt x="6454" y="2024"/>
                  </a:cubicBezTo>
                  <a:cubicBezTo>
                    <a:pt x="6501" y="2024"/>
                    <a:pt x="6549" y="2000"/>
                    <a:pt x="6573" y="1977"/>
                  </a:cubicBezTo>
                  <a:cubicBezTo>
                    <a:pt x="6632" y="1917"/>
                    <a:pt x="6632" y="1798"/>
                    <a:pt x="6573" y="1739"/>
                  </a:cubicBezTo>
                  <a:lnTo>
                    <a:pt x="6216" y="1381"/>
                  </a:lnTo>
                  <a:lnTo>
                    <a:pt x="7252" y="357"/>
                  </a:lnTo>
                  <a:close/>
                  <a:moveTo>
                    <a:pt x="7275" y="0"/>
                  </a:moveTo>
                  <a:cubicBezTo>
                    <a:pt x="7180" y="0"/>
                    <a:pt x="7097" y="24"/>
                    <a:pt x="7025" y="95"/>
                  </a:cubicBezTo>
                  <a:lnTo>
                    <a:pt x="96" y="7025"/>
                  </a:lnTo>
                  <a:cubicBezTo>
                    <a:pt x="36" y="7084"/>
                    <a:pt x="1" y="7168"/>
                    <a:pt x="1" y="7275"/>
                  </a:cubicBezTo>
                  <a:cubicBezTo>
                    <a:pt x="1" y="7358"/>
                    <a:pt x="24" y="7454"/>
                    <a:pt x="96" y="7525"/>
                  </a:cubicBezTo>
                  <a:lnTo>
                    <a:pt x="298" y="7715"/>
                  </a:lnTo>
                  <a:cubicBezTo>
                    <a:pt x="357" y="7782"/>
                    <a:pt x="449" y="7821"/>
                    <a:pt x="544" y="7821"/>
                  </a:cubicBezTo>
                  <a:cubicBezTo>
                    <a:pt x="602" y="7821"/>
                    <a:pt x="661" y="7807"/>
                    <a:pt x="715" y="7775"/>
                  </a:cubicBezTo>
                  <a:cubicBezTo>
                    <a:pt x="759" y="7753"/>
                    <a:pt x="806" y="7743"/>
                    <a:pt x="852" y="7743"/>
                  </a:cubicBezTo>
                  <a:cubicBezTo>
                    <a:pt x="932" y="7743"/>
                    <a:pt x="1012" y="7774"/>
                    <a:pt x="1072" y="7835"/>
                  </a:cubicBezTo>
                  <a:cubicBezTo>
                    <a:pt x="1156" y="7930"/>
                    <a:pt x="1191" y="8073"/>
                    <a:pt x="1132" y="8192"/>
                  </a:cubicBezTo>
                  <a:cubicBezTo>
                    <a:pt x="1048" y="8335"/>
                    <a:pt x="1084" y="8513"/>
                    <a:pt x="1191" y="8608"/>
                  </a:cubicBezTo>
                  <a:lnTo>
                    <a:pt x="1644" y="9073"/>
                  </a:lnTo>
                  <a:cubicBezTo>
                    <a:pt x="1710" y="9139"/>
                    <a:pt x="1803" y="9173"/>
                    <a:pt x="1895" y="9173"/>
                  </a:cubicBezTo>
                  <a:cubicBezTo>
                    <a:pt x="1953" y="9173"/>
                    <a:pt x="2010" y="9160"/>
                    <a:pt x="2060" y="9132"/>
                  </a:cubicBezTo>
                  <a:cubicBezTo>
                    <a:pt x="2107" y="9109"/>
                    <a:pt x="2159" y="9097"/>
                    <a:pt x="2210" y="9097"/>
                  </a:cubicBezTo>
                  <a:cubicBezTo>
                    <a:pt x="2290" y="9097"/>
                    <a:pt x="2367" y="9127"/>
                    <a:pt x="2418" y="9192"/>
                  </a:cubicBezTo>
                  <a:cubicBezTo>
                    <a:pt x="2513" y="9287"/>
                    <a:pt x="2537" y="9430"/>
                    <a:pt x="2477" y="9549"/>
                  </a:cubicBezTo>
                  <a:cubicBezTo>
                    <a:pt x="2406" y="9680"/>
                    <a:pt x="2441" y="9859"/>
                    <a:pt x="2549" y="9966"/>
                  </a:cubicBezTo>
                  <a:lnTo>
                    <a:pt x="3001" y="10430"/>
                  </a:lnTo>
                  <a:cubicBezTo>
                    <a:pt x="3067" y="10496"/>
                    <a:pt x="3160" y="10530"/>
                    <a:pt x="3252" y="10530"/>
                  </a:cubicBezTo>
                  <a:cubicBezTo>
                    <a:pt x="3310" y="10530"/>
                    <a:pt x="3367" y="10517"/>
                    <a:pt x="3418" y="10490"/>
                  </a:cubicBezTo>
                  <a:cubicBezTo>
                    <a:pt x="3464" y="10466"/>
                    <a:pt x="3516" y="10454"/>
                    <a:pt x="3567" y="10454"/>
                  </a:cubicBezTo>
                  <a:cubicBezTo>
                    <a:pt x="3647" y="10454"/>
                    <a:pt x="3724" y="10484"/>
                    <a:pt x="3775" y="10549"/>
                  </a:cubicBezTo>
                  <a:cubicBezTo>
                    <a:pt x="3870" y="10632"/>
                    <a:pt x="3894" y="10787"/>
                    <a:pt x="3834" y="10906"/>
                  </a:cubicBezTo>
                  <a:cubicBezTo>
                    <a:pt x="3763" y="11037"/>
                    <a:pt x="3799" y="11216"/>
                    <a:pt x="3894" y="11323"/>
                  </a:cubicBezTo>
                  <a:lnTo>
                    <a:pt x="4096" y="11514"/>
                  </a:lnTo>
                  <a:cubicBezTo>
                    <a:pt x="4156" y="11573"/>
                    <a:pt x="4239" y="11621"/>
                    <a:pt x="4346" y="11621"/>
                  </a:cubicBezTo>
                  <a:cubicBezTo>
                    <a:pt x="4430" y="11621"/>
                    <a:pt x="4525" y="11585"/>
                    <a:pt x="4596" y="11514"/>
                  </a:cubicBezTo>
                  <a:lnTo>
                    <a:pt x="11514" y="4596"/>
                  </a:lnTo>
                  <a:cubicBezTo>
                    <a:pt x="11574" y="4536"/>
                    <a:pt x="11621" y="4441"/>
                    <a:pt x="11621" y="4346"/>
                  </a:cubicBezTo>
                  <a:cubicBezTo>
                    <a:pt x="11621" y="4239"/>
                    <a:pt x="11585" y="4179"/>
                    <a:pt x="11538" y="4108"/>
                  </a:cubicBezTo>
                  <a:lnTo>
                    <a:pt x="11335" y="3905"/>
                  </a:lnTo>
                  <a:cubicBezTo>
                    <a:pt x="11275" y="3845"/>
                    <a:pt x="11180" y="3808"/>
                    <a:pt x="11082" y="3808"/>
                  </a:cubicBezTo>
                  <a:cubicBezTo>
                    <a:pt x="11027" y="3808"/>
                    <a:pt x="10970" y="3820"/>
                    <a:pt x="10919" y="3846"/>
                  </a:cubicBezTo>
                  <a:cubicBezTo>
                    <a:pt x="10872" y="3869"/>
                    <a:pt x="10822" y="3882"/>
                    <a:pt x="10772" y="3882"/>
                  </a:cubicBezTo>
                  <a:cubicBezTo>
                    <a:pt x="10693" y="3882"/>
                    <a:pt x="10615" y="3852"/>
                    <a:pt x="10550" y="3786"/>
                  </a:cubicBezTo>
                  <a:cubicBezTo>
                    <a:pt x="10466" y="3703"/>
                    <a:pt x="10431" y="3536"/>
                    <a:pt x="10490" y="3417"/>
                  </a:cubicBezTo>
                  <a:cubicBezTo>
                    <a:pt x="10561" y="3286"/>
                    <a:pt x="10550" y="3108"/>
                    <a:pt x="10431" y="3001"/>
                  </a:cubicBezTo>
                  <a:lnTo>
                    <a:pt x="9990" y="2560"/>
                  </a:lnTo>
                  <a:cubicBezTo>
                    <a:pt x="9923" y="2493"/>
                    <a:pt x="9829" y="2454"/>
                    <a:pt x="9736" y="2454"/>
                  </a:cubicBezTo>
                  <a:cubicBezTo>
                    <a:pt x="9679" y="2454"/>
                    <a:pt x="9623" y="2469"/>
                    <a:pt x="9573" y="2501"/>
                  </a:cubicBezTo>
                  <a:cubicBezTo>
                    <a:pt x="9530" y="2522"/>
                    <a:pt x="9481" y="2533"/>
                    <a:pt x="9432" y="2533"/>
                  </a:cubicBezTo>
                  <a:cubicBezTo>
                    <a:pt x="9347" y="2533"/>
                    <a:pt x="9260" y="2501"/>
                    <a:pt x="9192" y="2441"/>
                  </a:cubicBezTo>
                  <a:cubicBezTo>
                    <a:pt x="9109" y="2346"/>
                    <a:pt x="9073" y="2179"/>
                    <a:pt x="9133" y="2060"/>
                  </a:cubicBezTo>
                  <a:cubicBezTo>
                    <a:pt x="9204" y="1929"/>
                    <a:pt x="9192" y="1750"/>
                    <a:pt x="9073" y="1643"/>
                  </a:cubicBezTo>
                  <a:lnTo>
                    <a:pt x="8633" y="1203"/>
                  </a:lnTo>
                  <a:cubicBezTo>
                    <a:pt x="8567" y="1137"/>
                    <a:pt x="8474" y="1102"/>
                    <a:pt x="8381" y="1102"/>
                  </a:cubicBezTo>
                  <a:cubicBezTo>
                    <a:pt x="8324" y="1102"/>
                    <a:pt x="8266" y="1116"/>
                    <a:pt x="8216" y="1143"/>
                  </a:cubicBezTo>
                  <a:cubicBezTo>
                    <a:pt x="8169" y="1166"/>
                    <a:pt x="8117" y="1179"/>
                    <a:pt x="8065" y="1179"/>
                  </a:cubicBezTo>
                  <a:cubicBezTo>
                    <a:pt x="7983" y="1179"/>
                    <a:pt x="7900" y="1149"/>
                    <a:pt x="7835" y="1084"/>
                  </a:cubicBezTo>
                  <a:cubicBezTo>
                    <a:pt x="7752" y="988"/>
                    <a:pt x="7716" y="834"/>
                    <a:pt x="7775" y="715"/>
                  </a:cubicBezTo>
                  <a:cubicBezTo>
                    <a:pt x="7859" y="572"/>
                    <a:pt x="7835" y="393"/>
                    <a:pt x="7716" y="298"/>
                  </a:cubicBezTo>
                  <a:lnTo>
                    <a:pt x="7525" y="95"/>
                  </a:lnTo>
                  <a:cubicBezTo>
                    <a:pt x="7466" y="36"/>
                    <a:pt x="7383" y="0"/>
                    <a:pt x="7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66"/>
            <p:cNvSpPr/>
            <p:nvPr/>
          </p:nvSpPr>
          <p:spPr>
            <a:xfrm>
              <a:off x="5737386" y="2968794"/>
              <a:ext cx="182942" cy="181416"/>
            </a:xfrm>
            <a:custGeom>
              <a:avLst/>
              <a:gdLst/>
              <a:ahLst/>
              <a:cxnLst/>
              <a:rect l="l" t="t" r="r" b="b"/>
              <a:pathLst>
                <a:path w="5752" h="5704" extrusionOk="0">
                  <a:moveTo>
                    <a:pt x="4322" y="1"/>
                  </a:moveTo>
                  <a:cubicBezTo>
                    <a:pt x="4263" y="1"/>
                    <a:pt x="4203" y="24"/>
                    <a:pt x="4156" y="48"/>
                  </a:cubicBezTo>
                  <a:lnTo>
                    <a:pt x="60" y="4144"/>
                  </a:lnTo>
                  <a:cubicBezTo>
                    <a:pt x="12" y="4192"/>
                    <a:pt x="0" y="4251"/>
                    <a:pt x="0" y="4311"/>
                  </a:cubicBezTo>
                  <a:cubicBezTo>
                    <a:pt x="0" y="4370"/>
                    <a:pt x="36" y="4430"/>
                    <a:pt x="60" y="4477"/>
                  </a:cubicBezTo>
                  <a:lnTo>
                    <a:pt x="1251" y="5668"/>
                  </a:lnTo>
                  <a:cubicBezTo>
                    <a:pt x="1286" y="5692"/>
                    <a:pt x="1322" y="5704"/>
                    <a:pt x="1370" y="5704"/>
                  </a:cubicBezTo>
                  <a:cubicBezTo>
                    <a:pt x="1417" y="5704"/>
                    <a:pt x="1465" y="5692"/>
                    <a:pt x="1489" y="5668"/>
                  </a:cubicBezTo>
                  <a:cubicBezTo>
                    <a:pt x="1548" y="5608"/>
                    <a:pt x="1548" y="5489"/>
                    <a:pt x="1489" y="5430"/>
                  </a:cubicBezTo>
                  <a:lnTo>
                    <a:pt x="393" y="4323"/>
                  </a:lnTo>
                  <a:lnTo>
                    <a:pt x="4322" y="393"/>
                  </a:lnTo>
                  <a:lnTo>
                    <a:pt x="5418" y="1501"/>
                  </a:lnTo>
                  <a:cubicBezTo>
                    <a:pt x="5447" y="1531"/>
                    <a:pt x="5492" y="1545"/>
                    <a:pt x="5537" y="1545"/>
                  </a:cubicBezTo>
                  <a:cubicBezTo>
                    <a:pt x="5581" y="1545"/>
                    <a:pt x="5626" y="1531"/>
                    <a:pt x="5656" y="1501"/>
                  </a:cubicBezTo>
                  <a:cubicBezTo>
                    <a:pt x="5751" y="1406"/>
                    <a:pt x="5751" y="1310"/>
                    <a:pt x="5668" y="1239"/>
                  </a:cubicBezTo>
                  <a:lnTo>
                    <a:pt x="4477" y="48"/>
                  </a:lnTo>
                  <a:cubicBezTo>
                    <a:pt x="4441" y="12"/>
                    <a:pt x="4370" y="1"/>
                    <a:pt x="4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5" name="Google Shape;12115;p66"/>
            <p:cNvSpPr/>
            <p:nvPr/>
          </p:nvSpPr>
          <p:spPr>
            <a:xfrm>
              <a:off x="5793808" y="3024548"/>
              <a:ext cx="181797" cy="181320"/>
            </a:xfrm>
            <a:custGeom>
              <a:avLst/>
              <a:gdLst/>
              <a:ahLst/>
              <a:cxnLst/>
              <a:rect l="l" t="t" r="r" b="b"/>
              <a:pathLst>
                <a:path w="5716" h="5701" extrusionOk="0">
                  <a:moveTo>
                    <a:pt x="4346" y="1"/>
                  </a:moveTo>
                  <a:cubicBezTo>
                    <a:pt x="4302" y="1"/>
                    <a:pt x="4257" y="16"/>
                    <a:pt x="4227" y="45"/>
                  </a:cubicBezTo>
                  <a:cubicBezTo>
                    <a:pt x="4168" y="105"/>
                    <a:pt x="4168" y="224"/>
                    <a:pt x="4227" y="284"/>
                  </a:cubicBezTo>
                  <a:lnTo>
                    <a:pt x="5322" y="1379"/>
                  </a:lnTo>
                  <a:lnTo>
                    <a:pt x="1393" y="5308"/>
                  </a:lnTo>
                  <a:lnTo>
                    <a:pt x="298" y="4213"/>
                  </a:lnTo>
                  <a:cubicBezTo>
                    <a:pt x="268" y="4183"/>
                    <a:pt x="224" y="4168"/>
                    <a:pt x="179" y="4168"/>
                  </a:cubicBezTo>
                  <a:cubicBezTo>
                    <a:pt x="134" y="4168"/>
                    <a:pt x="90" y="4183"/>
                    <a:pt x="60" y="4213"/>
                  </a:cubicBezTo>
                  <a:cubicBezTo>
                    <a:pt x="0" y="4272"/>
                    <a:pt x="0" y="4391"/>
                    <a:pt x="60" y="4451"/>
                  </a:cubicBezTo>
                  <a:lnTo>
                    <a:pt x="1251" y="5641"/>
                  </a:lnTo>
                  <a:cubicBezTo>
                    <a:pt x="1298" y="5689"/>
                    <a:pt x="1358" y="5701"/>
                    <a:pt x="1393" y="5701"/>
                  </a:cubicBezTo>
                  <a:cubicBezTo>
                    <a:pt x="1453" y="5701"/>
                    <a:pt x="1512" y="5689"/>
                    <a:pt x="1560" y="5641"/>
                  </a:cubicBezTo>
                  <a:lnTo>
                    <a:pt x="5656" y="1546"/>
                  </a:lnTo>
                  <a:cubicBezTo>
                    <a:pt x="5692" y="1498"/>
                    <a:pt x="5715" y="1438"/>
                    <a:pt x="5715" y="1379"/>
                  </a:cubicBezTo>
                  <a:cubicBezTo>
                    <a:pt x="5715" y="1343"/>
                    <a:pt x="5703" y="1272"/>
                    <a:pt x="5656" y="1236"/>
                  </a:cubicBezTo>
                  <a:lnTo>
                    <a:pt x="4465" y="45"/>
                  </a:lnTo>
                  <a:cubicBezTo>
                    <a:pt x="4435" y="16"/>
                    <a:pt x="4391"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6" name="Google Shape;12116;p66"/>
            <p:cNvSpPr/>
            <p:nvPr/>
          </p:nvSpPr>
          <p:spPr>
            <a:xfrm>
              <a:off x="5964600" y="3015483"/>
              <a:ext cx="23122" cy="21882"/>
            </a:xfrm>
            <a:custGeom>
              <a:avLst/>
              <a:gdLst/>
              <a:ahLst/>
              <a:cxnLst/>
              <a:rect l="l" t="t" r="r" b="b"/>
              <a:pathLst>
                <a:path w="727" h="688" extrusionOk="0">
                  <a:moveTo>
                    <a:pt x="179" y="0"/>
                  </a:moveTo>
                  <a:cubicBezTo>
                    <a:pt x="134" y="0"/>
                    <a:pt x="89" y="15"/>
                    <a:pt x="60" y="45"/>
                  </a:cubicBezTo>
                  <a:cubicBezTo>
                    <a:pt x="0" y="104"/>
                    <a:pt x="0" y="223"/>
                    <a:pt x="60" y="283"/>
                  </a:cubicBezTo>
                  <a:lnTo>
                    <a:pt x="417" y="640"/>
                  </a:lnTo>
                  <a:cubicBezTo>
                    <a:pt x="453" y="676"/>
                    <a:pt x="488" y="688"/>
                    <a:pt x="536" y="688"/>
                  </a:cubicBezTo>
                  <a:cubicBezTo>
                    <a:pt x="584" y="688"/>
                    <a:pt x="619" y="664"/>
                    <a:pt x="655" y="640"/>
                  </a:cubicBezTo>
                  <a:cubicBezTo>
                    <a:pt x="726" y="580"/>
                    <a:pt x="726" y="473"/>
                    <a:pt x="655" y="402"/>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7" name="Google Shape;12117;p66"/>
            <p:cNvSpPr/>
            <p:nvPr/>
          </p:nvSpPr>
          <p:spPr>
            <a:xfrm>
              <a:off x="5935817" y="2986700"/>
              <a:ext cx="22741" cy="21119"/>
            </a:xfrm>
            <a:custGeom>
              <a:avLst/>
              <a:gdLst/>
              <a:ahLst/>
              <a:cxnLst/>
              <a:rect l="l" t="t" r="r" b="b"/>
              <a:pathLst>
                <a:path w="715" h="664" extrusionOk="0">
                  <a:moveTo>
                    <a:pt x="179" y="0"/>
                  </a:moveTo>
                  <a:cubicBezTo>
                    <a:pt x="134" y="0"/>
                    <a:pt x="90" y="15"/>
                    <a:pt x="60" y="45"/>
                  </a:cubicBezTo>
                  <a:cubicBezTo>
                    <a:pt x="0" y="104"/>
                    <a:pt x="0" y="223"/>
                    <a:pt x="60" y="283"/>
                  </a:cubicBezTo>
                  <a:lnTo>
                    <a:pt x="405" y="628"/>
                  </a:lnTo>
                  <a:cubicBezTo>
                    <a:pt x="429" y="652"/>
                    <a:pt x="476" y="664"/>
                    <a:pt x="524" y="664"/>
                  </a:cubicBezTo>
                  <a:cubicBezTo>
                    <a:pt x="560" y="664"/>
                    <a:pt x="607" y="652"/>
                    <a:pt x="643" y="628"/>
                  </a:cubicBezTo>
                  <a:cubicBezTo>
                    <a:pt x="715" y="569"/>
                    <a:pt x="715" y="462"/>
                    <a:pt x="643" y="378"/>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66"/>
            <p:cNvSpPr/>
            <p:nvPr/>
          </p:nvSpPr>
          <p:spPr>
            <a:xfrm>
              <a:off x="5906270" y="2957153"/>
              <a:ext cx="23504" cy="21914"/>
            </a:xfrm>
            <a:custGeom>
              <a:avLst/>
              <a:gdLst/>
              <a:ahLst/>
              <a:cxnLst/>
              <a:rect l="l" t="t" r="r" b="b"/>
              <a:pathLst>
                <a:path w="739" h="689" extrusionOk="0">
                  <a:moveTo>
                    <a:pt x="179" y="0"/>
                  </a:moveTo>
                  <a:cubicBezTo>
                    <a:pt x="134" y="0"/>
                    <a:pt x="90" y="15"/>
                    <a:pt x="60" y="45"/>
                  </a:cubicBezTo>
                  <a:cubicBezTo>
                    <a:pt x="1" y="105"/>
                    <a:pt x="1" y="224"/>
                    <a:pt x="60" y="283"/>
                  </a:cubicBezTo>
                  <a:lnTo>
                    <a:pt x="417" y="640"/>
                  </a:lnTo>
                  <a:cubicBezTo>
                    <a:pt x="453" y="676"/>
                    <a:pt x="501" y="688"/>
                    <a:pt x="536" y="688"/>
                  </a:cubicBezTo>
                  <a:cubicBezTo>
                    <a:pt x="584" y="688"/>
                    <a:pt x="632" y="676"/>
                    <a:pt x="655" y="640"/>
                  </a:cubicBezTo>
                  <a:cubicBezTo>
                    <a:pt x="739" y="581"/>
                    <a:pt x="739" y="486"/>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9" name="Google Shape;12119;p66"/>
          <p:cNvGrpSpPr/>
          <p:nvPr/>
        </p:nvGrpSpPr>
        <p:grpSpPr>
          <a:xfrm>
            <a:off x="4881958" y="2729352"/>
            <a:ext cx="156417" cy="349537"/>
            <a:chOff x="4881958" y="2904802"/>
            <a:chExt cx="156417" cy="349537"/>
          </a:xfrm>
        </p:grpSpPr>
        <p:sp>
          <p:nvSpPr>
            <p:cNvPr id="12120" name="Google Shape;12120;p66"/>
            <p:cNvSpPr/>
            <p:nvPr/>
          </p:nvSpPr>
          <p:spPr>
            <a:xfrm>
              <a:off x="4994802" y="3168370"/>
              <a:ext cx="10241" cy="10623"/>
            </a:xfrm>
            <a:custGeom>
              <a:avLst/>
              <a:gdLst/>
              <a:ahLst/>
              <a:cxnLst/>
              <a:rect l="l" t="t" r="r" b="b"/>
              <a:pathLst>
                <a:path w="322" h="334" extrusionOk="0">
                  <a:moveTo>
                    <a:pt x="167" y="0"/>
                  </a:moveTo>
                  <a:cubicBezTo>
                    <a:pt x="72" y="0"/>
                    <a:pt x="0" y="72"/>
                    <a:pt x="0" y="167"/>
                  </a:cubicBezTo>
                  <a:cubicBezTo>
                    <a:pt x="0" y="250"/>
                    <a:pt x="72" y="334"/>
                    <a:pt x="167" y="334"/>
                  </a:cubicBezTo>
                  <a:cubicBezTo>
                    <a:pt x="250" y="334"/>
                    <a:pt x="322" y="250"/>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66"/>
            <p:cNvSpPr/>
            <p:nvPr/>
          </p:nvSpPr>
          <p:spPr>
            <a:xfrm>
              <a:off x="4994802" y="3194864"/>
              <a:ext cx="10241" cy="10273"/>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66"/>
            <p:cNvSpPr/>
            <p:nvPr/>
          </p:nvSpPr>
          <p:spPr>
            <a:xfrm>
              <a:off x="4937999" y="2904802"/>
              <a:ext cx="45831" cy="221935"/>
            </a:xfrm>
            <a:custGeom>
              <a:avLst/>
              <a:gdLst/>
              <a:ahLst/>
              <a:cxnLst/>
              <a:rect l="l" t="t" r="r" b="b"/>
              <a:pathLst>
                <a:path w="1441" h="6978" extrusionOk="0">
                  <a:moveTo>
                    <a:pt x="1060" y="310"/>
                  </a:moveTo>
                  <a:cubicBezTo>
                    <a:pt x="1072" y="310"/>
                    <a:pt x="1084" y="322"/>
                    <a:pt x="1084" y="322"/>
                  </a:cubicBezTo>
                  <a:cubicBezTo>
                    <a:pt x="1084" y="346"/>
                    <a:pt x="1096" y="346"/>
                    <a:pt x="1096" y="358"/>
                  </a:cubicBezTo>
                  <a:lnTo>
                    <a:pt x="1084" y="417"/>
                  </a:lnTo>
                  <a:cubicBezTo>
                    <a:pt x="1024" y="643"/>
                    <a:pt x="1024" y="881"/>
                    <a:pt x="1060" y="1096"/>
                  </a:cubicBezTo>
                  <a:lnTo>
                    <a:pt x="1143" y="1632"/>
                  </a:lnTo>
                  <a:cubicBezTo>
                    <a:pt x="1119" y="1691"/>
                    <a:pt x="1096" y="1727"/>
                    <a:pt x="1072" y="1751"/>
                  </a:cubicBezTo>
                  <a:cubicBezTo>
                    <a:pt x="1000" y="1834"/>
                    <a:pt x="881" y="1953"/>
                    <a:pt x="834" y="2096"/>
                  </a:cubicBezTo>
                  <a:lnTo>
                    <a:pt x="834" y="2108"/>
                  </a:lnTo>
                  <a:lnTo>
                    <a:pt x="488" y="2108"/>
                  </a:lnTo>
                  <a:lnTo>
                    <a:pt x="488" y="2096"/>
                  </a:lnTo>
                  <a:lnTo>
                    <a:pt x="1012" y="310"/>
                  </a:lnTo>
                  <a:close/>
                  <a:moveTo>
                    <a:pt x="774" y="2429"/>
                  </a:moveTo>
                  <a:lnTo>
                    <a:pt x="917" y="6668"/>
                  </a:lnTo>
                  <a:lnTo>
                    <a:pt x="465" y="6668"/>
                  </a:lnTo>
                  <a:lnTo>
                    <a:pt x="607" y="2429"/>
                  </a:lnTo>
                  <a:close/>
                  <a:moveTo>
                    <a:pt x="1000" y="0"/>
                  </a:moveTo>
                  <a:cubicBezTo>
                    <a:pt x="846" y="0"/>
                    <a:pt x="727" y="84"/>
                    <a:pt x="679" y="239"/>
                  </a:cubicBezTo>
                  <a:lnTo>
                    <a:pt x="655" y="310"/>
                  </a:lnTo>
                  <a:lnTo>
                    <a:pt x="548" y="286"/>
                  </a:lnTo>
                  <a:cubicBezTo>
                    <a:pt x="531" y="279"/>
                    <a:pt x="513" y="275"/>
                    <a:pt x="496" y="275"/>
                  </a:cubicBezTo>
                  <a:cubicBezTo>
                    <a:pt x="429" y="275"/>
                    <a:pt x="367" y="325"/>
                    <a:pt x="357" y="381"/>
                  </a:cubicBezTo>
                  <a:cubicBezTo>
                    <a:pt x="322" y="477"/>
                    <a:pt x="381" y="560"/>
                    <a:pt x="465" y="584"/>
                  </a:cubicBezTo>
                  <a:lnTo>
                    <a:pt x="560" y="608"/>
                  </a:lnTo>
                  <a:lnTo>
                    <a:pt x="488" y="846"/>
                  </a:lnTo>
                  <a:lnTo>
                    <a:pt x="381" y="822"/>
                  </a:lnTo>
                  <a:cubicBezTo>
                    <a:pt x="364" y="815"/>
                    <a:pt x="346" y="811"/>
                    <a:pt x="329" y="811"/>
                  </a:cubicBezTo>
                  <a:cubicBezTo>
                    <a:pt x="262" y="811"/>
                    <a:pt x="200" y="860"/>
                    <a:pt x="191" y="917"/>
                  </a:cubicBezTo>
                  <a:cubicBezTo>
                    <a:pt x="167" y="1012"/>
                    <a:pt x="226" y="1096"/>
                    <a:pt x="298" y="1120"/>
                  </a:cubicBezTo>
                  <a:lnTo>
                    <a:pt x="405" y="1143"/>
                  </a:lnTo>
                  <a:lnTo>
                    <a:pt x="322" y="1382"/>
                  </a:lnTo>
                  <a:lnTo>
                    <a:pt x="226" y="1358"/>
                  </a:lnTo>
                  <a:cubicBezTo>
                    <a:pt x="207" y="1350"/>
                    <a:pt x="188" y="1347"/>
                    <a:pt x="170" y="1347"/>
                  </a:cubicBezTo>
                  <a:cubicBezTo>
                    <a:pt x="99" y="1347"/>
                    <a:pt x="43" y="1396"/>
                    <a:pt x="24" y="1453"/>
                  </a:cubicBezTo>
                  <a:cubicBezTo>
                    <a:pt x="0" y="1548"/>
                    <a:pt x="60" y="1632"/>
                    <a:pt x="131" y="1655"/>
                  </a:cubicBezTo>
                  <a:lnTo>
                    <a:pt x="238" y="1679"/>
                  </a:lnTo>
                  <a:lnTo>
                    <a:pt x="143" y="1977"/>
                  </a:lnTo>
                  <a:cubicBezTo>
                    <a:pt x="119" y="2084"/>
                    <a:pt x="131" y="2191"/>
                    <a:pt x="203" y="2275"/>
                  </a:cubicBezTo>
                  <a:cubicBezTo>
                    <a:pt x="226" y="2310"/>
                    <a:pt x="250" y="2334"/>
                    <a:pt x="286" y="2346"/>
                  </a:cubicBezTo>
                  <a:lnTo>
                    <a:pt x="131" y="6668"/>
                  </a:lnTo>
                  <a:cubicBezTo>
                    <a:pt x="131" y="6751"/>
                    <a:pt x="167" y="6835"/>
                    <a:pt x="226" y="6894"/>
                  </a:cubicBezTo>
                  <a:cubicBezTo>
                    <a:pt x="286" y="6954"/>
                    <a:pt x="357" y="6977"/>
                    <a:pt x="429" y="6977"/>
                  </a:cubicBezTo>
                  <a:lnTo>
                    <a:pt x="905" y="6977"/>
                  </a:lnTo>
                  <a:cubicBezTo>
                    <a:pt x="1000" y="6977"/>
                    <a:pt x="1072" y="6954"/>
                    <a:pt x="1119" y="6894"/>
                  </a:cubicBezTo>
                  <a:cubicBezTo>
                    <a:pt x="1179" y="6835"/>
                    <a:pt x="1203" y="6751"/>
                    <a:pt x="1203" y="6668"/>
                  </a:cubicBezTo>
                  <a:lnTo>
                    <a:pt x="1060" y="2286"/>
                  </a:lnTo>
                  <a:cubicBezTo>
                    <a:pt x="1084" y="2263"/>
                    <a:pt x="1096" y="2215"/>
                    <a:pt x="1119" y="2167"/>
                  </a:cubicBezTo>
                  <a:cubicBezTo>
                    <a:pt x="1143" y="2084"/>
                    <a:pt x="1203" y="2013"/>
                    <a:pt x="1262" y="1965"/>
                  </a:cubicBezTo>
                  <a:cubicBezTo>
                    <a:pt x="1393" y="1894"/>
                    <a:pt x="1441" y="1751"/>
                    <a:pt x="1429" y="1608"/>
                  </a:cubicBezTo>
                  <a:lnTo>
                    <a:pt x="1334" y="1072"/>
                  </a:lnTo>
                  <a:cubicBezTo>
                    <a:pt x="1310" y="881"/>
                    <a:pt x="1310" y="703"/>
                    <a:pt x="1369" y="500"/>
                  </a:cubicBezTo>
                  <a:lnTo>
                    <a:pt x="1381" y="441"/>
                  </a:lnTo>
                  <a:cubicBezTo>
                    <a:pt x="1417" y="346"/>
                    <a:pt x="1381" y="227"/>
                    <a:pt x="1310" y="131"/>
                  </a:cubicBezTo>
                  <a:cubicBezTo>
                    <a:pt x="1239" y="48"/>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66"/>
            <p:cNvSpPr/>
            <p:nvPr/>
          </p:nvSpPr>
          <p:spPr>
            <a:xfrm>
              <a:off x="4937617" y="3141463"/>
              <a:ext cx="44718" cy="10273"/>
            </a:xfrm>
            <a:custGeom>
              <a:avLst/>
              <a:gdLst/>
              <a:ahLst/>
              <a:cxnLst/>
              <a:rect l="l" t="t" r="r" b="b"/>
              <a:pathLst>
                <a:path w="1406" h="323" extrusionOk="0">
                  <a:moveTo>
                    <a:pt x="155" y="1"/>
                  </a:moveTo>
                  <a:cubicBezTo>
                    <a:pt x="72" y="1"/>
                    <a:pt x="0" y="72"/>
                    <a:pt x="0" y="168"/>
                  </a:cubicBezTo>
                  <a:cubicBezTo>
                    <a:pt x="0" y="251"/>
                    <a:pt x="72" y="322"/>
                    <a:pt x="155" y="322"/>
                  </a:cubicBezTo>
                  <a:lnTo>
                    <a:pt x="1239" y="322"/>
                  </a:lnTo>
                  <a:cubicBezTo>
                    <a:pt x="1334" y="322"/>
                    <a:pt x="1405" y="251"/>
                    <a:pt x="1405" y="168"/>
                  </a:cubicBezTo>
                  <a:cubicBezTo>
                    <a:pt x="1405" y="72"/>
                    <a:pt x="1334"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66"/>
            <p:cNvSpPr/>
            <p:nvPr/>
          </p:nvSpPr>
          <p:spPr>
            <a:xfrm>
              <a:off x="4937617" y="3168370"/>
              <a:ext cx="44718" cy="10623"/>
            </a:xfrm>
            <a:custGeom>
              <a:avLst/>
              <a:gdLst/>
              <a:ahLst/>
              <a:cxnLst/>
              <a:rect l="l" t="t" r="r" b="b"/>
              <a:pathLst>
                <a:path w="1406" h="334" extrusionOk="0">
                  <a:moveTo>
                    <a:pt x="155" y="0"/>
                  </a:moveTo>
                  <a:cubicBezTo>
                    <a:pt x="72" y="0"/>
                    <a:pt x="0" y="72"/>
                    <a:pt x="0" y="167"/>
                  </a:cubicBezTo>
                  <a:cubicBezTo>
                    <a:pt x="0" y="250"/>
                    <a:pt x="72" y="334"/>
                    <a:pt x="155" y="334"/>
                  </a:cubicBezTo>
                  <a:lnTo>
                    <a:pt x="1239" y="334"/>
                  </a:lnTo>
                  <a:cubicBezTo>
                    <a:pt x="1334" y="334"/>
                    <a:pt x="1405" y="250"/>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66"/>
            <p:cNvSpPr/>
            <p:nvPr/>
          </p:nvSpPr>
          <p:spPr>
            <a:xfrm>
              <a:off x="4937617" y="3195245"/>
              <a:ext cx="44718" cy="10623"/>
            </a:xfrm>
            <a:custGeom>
              <a:avLst/>
              <a:gdLst/>
              <a:ahLst/>
              <a:cxnLst/>
              <a:rect l="l" t="t" r="r" b="b"/>
              <a:pathLst>
                <a:path w="1406" h="334" extrusionOk="0">
                  <a:moveTo>
                    <a:pt x="155" y="0"/>
                  </a:moveTo>
                  <a:cubicBezTo>
                    <a:pt x="72" y="0"/>
                    <a:pt x="0" y="72"/>
                    <a:pt x="0" y="167"/>
                  </a:cubicBezTo>
                  <a:cubicBezTo>
                    <a:pt x="0" y="262"/>
                    <a:pt x="72" y="334"/>
                    <a:pt x="155" y="334"/>
                  </a:cubicBezTo>
                  <a:lnTo>
                    <a:pt x="1239" y="334"/>
                  </a:lnTo>
                  <a:cubicBezTo>
                    <a:pt x="1334" y="334"/>
                    <a:pt x="1405" y="262"/>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66"/>
            <p:cNvSpPr/>
            <p:nvPr/>
          </p:nvSpPr>
          <p:spPr>
            <a:xfrm>
              <a:off x="4881958" y="3054953"/>
              <a:ext cx="156417" cy="199386"/>
            </a:xfrm>
            <a:custGeom>
              <a:avLst/>
              <a:gdLst/>
              <a:ahLst/>
              <a:cxnLst/>
              <a:rect l="l" t="t" r="r" b="b"/>
              <a:pathLst>
                <a:path w="4918" h="6269" extrusionOk="0">
                  <a:moveTo>
                    <a:pt x="777" y="1"/>
                  </a:moveTo>
                  <a:cubicBezTo>
                    <a:pt x="669" y="1"/>
                    <a:pt x="573" y="58"/>
                    <a:pt x="512" y="149"/>
                  </a:cubicBezTo>
                  <a:cubicBezTo>
                    <a:pt x="262" y="471"/>
                    <a:pt x="393" y="1316"/>
                    <a:pt x="869" y="2268"/>
                  </a:cubicBezTo>
                  <a:cubicBezTo>
                    <a:pt x="1012" y="2566"/>
                    <a:pt x="988" y="2602"/>
                    <a:pt x="750" y="2888"/>
                  </a:cubicBezTo>
                  <a:cubicBezTo>
                    <a:pt x="643" y="2995"/>
                    <a:pt x="512" y="3149"/>
                    <a:pt x="357" y="3376"/>
                  </a:cubicBezTo>
                  <a:cubicBezTo>
                    <a:pt x="36" y="3840"/>
                    <a:pt x="0" y="4566"/>
                    <a:pt x="298" y="5138"/>
                  </a:cubicBezTo>
                  <a:cubicBezTo>
                    <a:pt x="500" y="5543"/>
                    <a:pt x="1000" y="6221"/>
                    <a:pt x="2227" y="6269"/>
                  </a:cubicBezTo>
                  <a:lnTo>
                    <a:pt x="2703" y="6269"/>
                  </a:lnTo>
                  <a:cubicBezTo>
                    <a:pt x="3632" y="6233"/>
                    <a:pt x="4346" y="5781"/>
                    <a:pt x="4679" y="5043"/>
                  </a:cubicBezTo>
                  <a:cubicBezTo>
                    <a:pt x="4917" y="4471"/>
                    <a:pt x="4870" y="3792"/>
                    <a:pt x="4525" y="3388"/>
                  </a:cubicBezTo>
                  <a:cubicBezTo>
                    <a:pt x="4405" y="3257"/>
                    <a:pt x="4310" y="3149"/>
                    <a:pt x="4227" y="3042"/>
                  </a:cubicBezTo>
                  <a:cubicBezTo>
                    <a:pt x="4013" y="2804"/>
                    <a:pt x="3929" y="2721"/>
                    <a:pt x="3917" y="2602"/>
                  </a:cubicBezTo>
                  <a:cubicBezTo>
                    <a:pt x="3929" y="2554"/>
                    <a:pt x="3989" y="2471"/>
                    <a:pt x="4036" y="2376"/>
                  </a:cubicBezTo>
                  <a:cubicBezTo>
                    <a:pt x="4263" y="1995"/>
                    <a:pt x="4644" y="1340"/>
                    <a:pt x="4394" y="875"/>
                  </a:cubicBezTo>
                  <a:cubicBezTo>
                    <a:pt x="4334" y="768"/>
                    <a:pt x="4251" y="744"/>
                    <a:pt x="4203" y="721"/>
                  </a:cubicBezTo>
                  <a:cubicBezTo>
                    <a:pt x="4192" y="719"/>
                    <a:pt x="4180" y="718"/>
                    <a:pt x="4169" y="718"/>
                  </a:cubicBezTo>
                  <a:cubicBezTo>
                    <a:pt x="4003" y="718"/>
                    <a:pt x="3845" y="876"/>
                    <a:pt x="3655" y="1066"/>
                  </a:cubicBezTo>
                  <a:cubicBezTo>
                    <a:pt x="3596" y="1125"/>
                    <a:pt x="3536" y="1185"/>
                    <a:pt x="3477" y="1233"/>
                  </a:cubicBezTo>
                  <a:cubicBezTo>
                    <a:pt x="3417" y="1292"/>
                    <a:pt x="3393" y="1399"/>
                    <a:pt x="3453" y="1459"/>
                  </a:cubicBezTo>
                  <a:cubicBezTo>
                    <a:pt x="3487" y="1486"/>
                    <a:pt x="3538" y="1506"/>
                    <a:pt x="3586" y="1506"/>
                  </a:cubicBezTo>
                  <a:cubicBezTo>
                    <a:pt x="3621" y="1506"/>
                    <a:pt x="3654" y="1496"/>
                    <a:pt x="3679" y="1471"/>
                  </a:cubicBezTo>
                  <a:lnTo>
                    <a:pt x="3858" y="1292"/>
                  </a:lnTo>
                  <a:cubicBezTo>
                    <a:pt x="3929" y="1209"/>
                    <a:pt x="4048" y="1102"/>
                    <a:pt x="4108" y="1054"/>
                  </a:cubicBezTo>
                  <a:lnTo>
                    <a:pt x="4108" y="1054"/>
                  </a:lnTo>
                  <a:cubicBezTo>
                    <a:pt x="4227" y="1352"/>
                    <a:pt x="3917" y="1899"/>
                    <a:pt x="3739" y="2197"/>
                  </a:cubicBezTo>
                  <a:cubicBezTo>
                    <a:pt x="3620" y="2399"/>
                    <a:pt x="3572" y="2495"/>
                    <a:pt x="3572" y="2566"/>
                  </a:cubicBezTo>
                  <a:cubicBezTo>
                    <a:pt x="3572" y="2804"/>
                    <a:pt x="3727" y="2971"/>
                    <a:pt x="3977" y="3245"/>
                  </a:cubicBezTo>
                  <a:cubicBezTo>
                    <a:pt x="4072" y="3328"/>
                    <a:pt x="4155" y="3435"/>
                    <a:pt x="4274" y="3566"/>
                  </a:cubicBezTo>
                  <a:cubicBezTo>
                    <a:pt x="4525" y="3876"/>
                    <a:pt x="4560" y="4435"/>
                    <a:pt x="4346" y="4912"/>
                  </a:cubicBezTo>
                  <a:cubicBezTo>
                    <a:pt x="4191" y="5269"/>
                    <a:pt x="3751" y="5888"/>
                    <a:pt x="2655" y="5947"/>
                  </a:cubicBezTo>
                  <a:lnTo>
                    <a:pt x="2203" y="5947"/>
                  </a:lnTo>
                  <a:cubicBezTo>
                    <a:pt x="1429" y="5900"/>
                    <a:pt x="834" y="5578"/>
                    <a:pt x="572" y="4995"/>
                  </a:cubicBezTo>
                  <a:cubicBezTo>
                    <a:pt x="334" y="4519"/>
                    <a:pt x="357" y="3911"/>
                    <a:pt x="619" y="3554"/>
                  </a:cubicBezTo>
                  <a:cubicBezTo>
                    <a:pt x="762" y="3340"/>
                    <a:pt x="881" y="3209"/>
                    <a:pt x="988" y="3090"/>
                  </a:cubicBezTo>
                  <a:cubicBezTo>
                    <a:pt x="1274" y="2757"/>
                    <a:pt x="1369" y="2602"/>
                    <a:pt x="1155" y="2126"/>
                  </a:cubicBezTo>
                  <a:cubicBezTo>
                    <a:pt x="584" y="947"/>
                    <a:pt x="691" y="351"/>
                    <a:pt x="774" y="316"/>
                  </a:cubicBezTo>
                  <a:lnTo>
                    <a:pt x="774" y="316"/>
                  </a:lnTo>
                  <a:cubicBezTo>
                    <a:pt x="881" y="340"/>
                    <a:pt x="941" y="435"/>
                    <a:pt x="1048" y="602"/>
                  </a:cubicBezTo>
                  <a:cubicBezTo>
                    <a:pt x="1107" y="709"/>
                    <a:pt x="1179" y="828"/>
                    <a:pt x="1286" y="935"/>
                  </a:cubicBezTo>
                  <a:cubicBezTo>
                    <a:pt x="1317" y="966"/>
                    <a:pt x="1361" y="984"/>
                    <a:pt x="1405" y="984"/>
                  </a:cubicBezTo>
                  <a:cubicBezTo>
                    <a:pt x="1445" y="984"/>
                    <a:pt x="1484" y="969"/>
                    <a:pt x="1512" y="935"/>
                  </a:cubicBezTo>
                  <a:cubicBezTo>
                    <a:pt x="1572" y="875"/>
                    <a:pt x="1584" y="768"/>
                    <a:pt x="1512" y="709"/>
                  </a:cubicBezTo>
                  <a:cubicBezTo>
                    <a:pt x="1429" y="613"/>
                    <a:pt x="1369" y="530"/>
                    <a:pt x="1310" y="447"/>
                  </a:cubicBezTo>
                  <a:cubicBezTo>
                    <a:pt x="1191" y="244"/>
                    <a:pt x="1072" y="54"/>
                    <a:pt x="834" y="6"/>
                  </a:cubicBezTo>
                  <a:cubicBezTo>
                    <a:pt x="814" y="3"/>
                    <a:pt x="795" y="1"/>
                    <a:pt x="7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7" name="Google Shape;12127;p66"/>
          <p:cNvGrpSpPr/>
          <p:nvPr/>
        </p:nvGrpSpPr>
        <p:grpSpPr>
          <a:xfrm>
            <a:off x="5230318" y="2711064"/>
            <a:ext cx="371133" cy="367443"/>
            <a:chOff x="5230318" y="2886514"/>
            <a:chExt cx="371133" cy="367443"/>
          </a:xfrm>
        </p:grpSpPr>
        <p:sp>
          <p:nvSpPr>
            <p:cNvPr id="12128" name="Google Shape;12128;p66"/>
            <p:cNvSpPr/>
            <p:nvPr/>
          </p:nvSpPr>
          <p:spPr>
            <a:xfrm>
              <a:off x="5328023" y="3080397"/>
              <a:ext cx="72356" cy="70257"/>
            </a:xfrm>
            <a:custGeom>
              <a:avLst/>
              <a:gdLst/>
              <a:ahLst/>
              <a:cxnLst/>
              <a:rect l="l" t="t" r="r" b="b"/>
              <a:pathLst>
                <a:path w="2275" h="2209" extrusionOk="0">
                  <a:moveTo>
                    <a:pt x="1161" y="0"/>
                  </a:moveTo>
                  <a:cubicBezTo>
                    <a:pt x="1103" y="0"/>
                    <a:pt x="1041" y="35"/>
                    <a:pt x="1001" y="75"/>
                  </a:cubicBezTo>
                  <a:cubicBezTo>
                    <a:pt x="953" y="111"/>
                    <a:pt x="941" y="147"/>
                    <a:pt x="965" y="206"/>
                  </a:cubicBezTo>
                  <a:lnTo>
                    <a:pt x="1858" y="1826"/>
                  </a:lnTo>
                  <a:lnTo>
                    <a:pt x="239" y="933"/>
                  </a:lnTo>
                  <a:cubicBezTo>
                    <a:pt x="226" y="926"/>
                    <a:pt x="212" y="923"/>
                    <a:pt x="199" y="923"/>
                  </a:cubicBezTo>
                  <a:cubicBezTo>
                    <a:pt x="165" y="923"/>
                    <a:pt x="130" y="943"/>
                    <a:pt x="96" y="968"/>
                  </a:cubicBezTo>
                  <a:cubicBezTo>
                    <a:pt x="36" y="1028"/>
                    <a:pt x="1" y="1147"/>
                    <a:pt x="60" y="1206"/>
                  </a:cubicBezTo>
                  <a:lnTo>
                    <a:pt x="72" y="1218"/>
                  </a:lnTo>
                  <a:lnTo>
                    <a:pt x="1941" y="2195"/>
                  </a:lnTo>
                  <a:cubicBezTo>
                    <a:pt x="1964" y="2204"/>
                    <a:pt x="1986" y="2209"/>
                    <a:pt x="2008" y="2209"/>
                  </a:cubicBezTo>
                  <a:cubicBezTo>
                    <a:pt x="2068" y="2209"/>
                    <a:pt x="2124" y="2176"/>
                    <a:pt x="2168" y="2123"/>
                  </a:cubicBezTo>
                  <a:cubicBezTo>
                    <a:pt x="2251" y="2088"/>
                    <a:pt x="2275" y="1992"/>
                    <a:pt x="2251" y="1921"/>
                  </a:cubicBezTo>
                  <a:lnTo>
                    <a:pt x="1251" y="63"/>
                  </a:lnTo>
                  <a:cubicBezTo>
                    <a:pt x="1251" y="40"/>
                    <a:pt x="1239" y="40"/>
                    <a:pt x="1239" y="28"/>
                  </a:cubicBezTo>
                  <a:cubicBezTo>
                    <a:pt x="1216" y="8"/>
                    <a:pt x="1189"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66"/>
            <p:cNvSpPr/>
            <p:nvPr/>
          </p:nvSpPr>
          <p:spPr>
            <a:xfrm>
              <a:off x="5372328" y="3064877"/>
              <a:ext cx="56836" cy="55468"/>
            </a:xfrm>
            <a:custGeom>
              <a:avLst/>
              <a:gdLst/>
              <a:ahLst/>
              <a:cxnLst/>
              <a:rect l="l" t="t" r="r" b="b"/>
              <a:pathLst>
                <a:path w="1787" h="1744" extrusionOk="0">
                  <a:moveTo>
                    <a:pt x="226" y="0"/>
                  </a:moveTo>
                  <a:cubicBezTo>
                    <a:pt x="182" y="0"/>
                    <a:pt x="136" y="35"/>
                    <a:pt x="96" y="75"/>
                  </a:cubicBezTo>
                  <a:cubicBezTo>
                    <a:pt x="36" y="135"/>
                    <a:pt x="1" y="206"/>
                    <a:pt x="48" y="266"/>
                  </a:cubicBezTo>
                  <a:lnTo>
                    <a:pt x="1513" y="1718"/>
                  </a:lnTo>
                  <a:cubicBezTo>
                    <a:pt x="1526" y="1736"/>
                    <a:pt x="1547" y="1744"/>
                    <a:pt x="1571" y="1744"/>
                  </a:cubicBezTo>
                  <a:cubicBezTo>
                    <a:pt x="1614" y="1744"/>
                    <a:pt x="1666" y="1720"/>
                    <a:pt x="1703" y="1683"/>
                  </a:cubicBezTo>
                  <a:cubicBezTo>
                    <a:pt x="1763" y="1623"/>
                    <a:pt x="1787" y="1540"/>
                    <a:pt x="1751" y="1480"/>
                  </a:cubicBezTo>
                  <a:lnTo>
                    <a:pt x="286" y="28"/>
                  </a:lnTo>
                  <a:cubicBezTo>
                    <a:pt x="267" y="8"/>
                    <a:pt x="247" y="0"/>
                    <a:pt x="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66"/>
            <p:cNvSpPr/>
            <p:nvPr/>
          </p:nvSpPr>
          <p:spPr>
            <a:xfrm>
              <a:off x="5390902" y="3028269"/>
              <a:ext cx="57949" cy="73533"/>
            </a:xfrm>
            <a:custGeom>
              <a:avLst/>
              <a:gdLst/>
              <a:ahLst/>
              <a:cxnLst/>
              <a:rect l="l" t="t" r="r" b="b"/>
              <a:pathLst>
                <a:path w="1822" h="2312" extrusionOk="0">
                  <a:moveTo>
                    <a:pt x="933" y="336"/>
                  </a:moveTo>
                  <a:cubicBezTo>
                    <a:pt x="1027" y="336"/>
                    <a:pt x="1125" y="381"/>
                    <a:pt x="1226" y="476"/>
                  </a:cubicBezTo>
                  <a:lnTo>
                    <a:pt x="1250" y="512"/>
                  </a:lnTo>
                  <a:cubicBezTo>
                    <a:pt x="1441" y="702"/>
                    <a:pt x="1441" y="893"/>
                    <a:pt x="1286" y="1060"/>
                  </a:cubicBezTo>
                  <a:lnTo>
                    <a:pt x="1012" y="1321"/>
                  </a:lnTo>
                  <a:lnTo>
                    <a:pt x="405" y="726"/>
                  </a:lnTo>
                  <a:lnTo>
                    <a:pt x="667" y="464"/>
                  </a:lnTo>
                  <a:cubicBezTo>
                    <a:pt x="750" y="381"/>
                    <a:pt x="840" y="336"/>
                    <a:pt x="933" y="336"/>
                  </a:cubicBezTo>
                  <a:close/>
                  <a:moveTo>
                    <a:pt x="973" y="0"/>
                  </a:moveTo>
                  <a:cubicBezTo>
                    <a:pt x="797" y="0"/>
                    <a:pt x="634" y="92"/>
                    <a:pt x="488" y="238"/>
                  </a:cubicBezTo>
                  <a:lnTo>
                    <a:pt x="60" y="667"/>
                  </a:lnTo>
                  <a:cubicBezTo>
                    <a:pt x="0" y="726"/>
                    <a:pt x="0" y="786"/>
                    <a:pt x="48" y="833"/>
                  </a:cubicBezTo>
                  <a:lnTo>
                    <a:pt x="1500" y="2286"/>
                  </a:lnTo>
                  <a:cubicBezTo>
                    <a:pt x="1518" y="2303"/>
                    <a:pt x="1542" y="2311"/>
                    <a:pt x="1567" y="2311"/>
                  </a:cubicBezTo>
                  <a:cubicBezTo>
                    <a:pt x="1611" y="2311"/>
                    <a:pt x="1661" y="2288"/>
                    <a:pt x="1691" y="2250"/>
                  </a:cubicBezTo>
                  <a:cubicBezTo>
                    <a:pt x="1762" y="2191"/>
                    <a:pt x="1786" y="2119"/>
                    <a:pt x="1738" y="2048"/>
                  </a:cubicBezTo>
                  <a:lnTo>
                    <a:pt x="1191" y="1500"/>
                  </a:lnTo>
                  <a:lnTo>
                    <a:pt x="1465" y="1238"/>
                  </a:lnTo>
                  <a:cubicBezTo>
                    <a:pt x="1738" y="952"/>
                    <a:pt x="1822" y="607"/>
                    <a:pt x="1477" y="250"/>
                  </a:cubicBezTo>
                  <a:lnTo>
                    <a:pt x="1465" y="238"/>
                  </a:lnTo>
                  <a:cubicBezTo>
                    <a:pt x="1292" y="71"/>
                    <a:pt x="1127" y="0"/>
                    <a:pt x="9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66"/>
            <p:cNvSpPr/>
            <p:nvPr/>
          </p:nvSpPr>
          <p:spPr>
            <a:xfrm>
              <a:off x="5230318" y="2886514"/>
              <a:ext cx="371133" cy="367443"/>
            </a:xfrm>
            <a:custGeom>
              <a:avLst/>
              <a:gdLst/>
              <a:ahLst/>
              <a:cxnLst/>
              <a:rect l="l" t="t" r="r" b="b"/>
              <a:pathLst>
                <a:path w="11669" h="11553" extrusionOk="0">
                  <a:moveTo>
                    <a:pt x="7323" y="385"/>
                  </a:moveTo>
                  <a:lnTo>
                    <a:pt x="7526" y="575"/>
                  </a:lnTo>
                  <a:lnTo>
                    <a:pt x="7526" y="587"/>
                  </a:lnTo>
                  <a:cubicBezTo>
                    <a:pt x="7383" y="837"/>
                    <a:pt x="7430" y="1147"/>
                    <a:pt x="7621" y="1349"/>
                  </a:cubicBezTo>
                  <a:cubicBezTo>
                    <a:pt x="7752" y="1473"/>
                    <a:pt x="7918" y="1539"/>
                    <a:pt x="8082" y="1539"/>
                  </a:cubicBezTo>
                  <a:cubicBezTo>
                    <a:pt x="8187" y="1539"/>
                    <a:pt x="8290" y="1512"/>
                    <a:pt x="8383" y="1456"/>
                  </a:cubicBezTo>
                  <a:lnTo>
                    <a:pt x="8395" y="1456"/>
                  </a:lnTo>
                  <a:lnTo>
                    <a:pt x="8847" y="1897"/>
                  </a:lnTo>
                  <a:lnTo>
                    <a:pt x="8847" y="1909"/>
                  </a:lnTo>
                  <a:cubicBezTo>
                    <a:pt x="8716" y="2171"/>
                    <a:pt x="8752" y="2480"/>
                    <a:pt x="8954" y="2671"/>
                  </a:cubicBezTo>
                  <a:cubicBezTo>
                    <a:pt x="9076" y="2800"/>
                    <a:pt x="9236" y="2864"/>
                    <a:pt x="9396" y="2864"/>
                  </a:cubicBezTo>
                  <a:cubicBezTo>
                    <a:pt x="9503" y="2864"/>
                    <a:pt x="9609" y="2835"/>
                    <a:pt x="9704" y="2778"/>
                  </a:cubicBezTo>
                  <a:lnTo>
                    <a:pt x="9728" y="2778"/>
                  </a:lnTo>
                  <a:lnTo>
                    <a:pt x="10169" y="3219"/>
                  </a:lnTo>
                  <a:lnTo>
                    <a:pt x="10169" y="3242"/>
                  </a:lnTo>
                  <a:cubicBezTo>
                    <a:pt x="10038" y="3492"/>
                    <a:pt x="10085" y="3802"/>
                    <a:pt x="10276" y="3993"/>
                  </a:cubicBezTo>
                  <a:cubicBezTo>
                    <a:pt x="10398" y="4122"/>
                    <a:pt x="10564" y="4191"/>
                    <a:pt x="10728" y="4191"/>
                  </a:cubicBezTo>
                  <a:cubicBezTo>
                    <a:pt x="10836" y="4191"/>
                    <a:pt x="10944" y="4161"/>
                    <a:pt x="11038" y="4100"/>
                  </a:cubicBezTo>
                  <a:lnTo>
                    <a:pt x="11050" y="4100"/>
                  </a:lnTo>
                  <a:lnTo>
                    <a:pt x="11240" y="4290"/>
                  </a:lnTo>
                  <a:cubicBezTo>
                    <a:pt x="11300" y="4350"/>
                    <a:pt x="11300" y="4350"/>
                    <a:pt x="11288" y="4350"/>
                  </a:cubicBezTo>
                  <a:lnTo>
                    <a:pt x="10276" y="5362"/>
                  </a:lnTo>
                  <a:lnTo>
                    <a:pt x="9966" y="5052"/>
                  </a:lnTo>
                  <a:cubicBezTo>
                    <a:pt x="9937" y="5022"/>
                    <a:pt x="9892" y="5008"/>
                    <a:pt x="9847" y="5008"/>
                  </a:cubicBezTo>
                  <a:cubicBezTo>
                    <a:pt x="9803" y="5008"/>
                    <a:pt x="9758" y="5022"/>
                    <a:pt x="9728" y="5052"/>
                  </a:cubicBezTo>
                  <a:cubicBezTo>
                    <a:pt x="9669" y="5112"/>
                    <a:pt x="9669" y="5231"/>
                    <a:pt x="9728" y="5290"/>
                  </a:cubicBezTo>
                  <a:lnTo>
                    <a:pt x="10038" y="5600"/>
                  </a:lnTo>
                  <a:lnTo>
                    <a:pt x="4394" y="11243"/>
                  </a:lnTo>
                  <a:lnTo>
                    <a:pt x="4382" y="11243"/>
                  </a:lnTo>
                  <a:lnTo>
                    <a:pt x="4192" y="11053"/>
                  </a:lnTo>
                  <a:lnTo>
                    <a:pt x="4192" y="11029"/>
                  </a:lnTo>
                  <a:cubicBezTo>
                    <a:pt x="4323" y="10779"/>
                    <a:pt x="4275" y="10469"/>
                    <a:pt x="4073" y="10279"/>
                  </a:cubicBezTo>
                  <a:cubicBezTo>
                    <a:pt x="3954" y="10160"/>
                    <a:pt x="3775" y="10077"/>
                    <a:pt x="3608" y="10077"/>
                  </a:cubicBezTo>
                  <a:cubicBezTo>
                    <a:pt x="3501" y="10077"/>
                    <a:pt x="3394" y="10112"/>
                    <a:pt x="3311" y="10160"/>
                  </a:cubicBezTo>
                  <a:lnTo>
                    <a:pt x="3299" y="10160"/>
                  </a:lnTo>
                  <a:lnTo>
                    <a:pt x="2846" y="9707"/>
                  </a:lnTo>
                  <a:lnTo>
                    <a:pt x="2846" y="9696"/>
                  </a:lnTo>
                  <a:cubicBezTo>
                    <a:pt x="2977" y="9446"/>
                    <a:pt x="2942" y="9136"/>
                    <a:pt x="2727" y="8934"/>
                  </a:cubicBezTo>
                  <a:cubicBezTo>
                    <a:pt x="2601" y="8807"/>
                    <a:pt x="2438" y="8741"/>
                    <a:pt x="2269" y="8741"/>
                  </a:cubicBezTo>
                  <a:cubicBezTo>
                    <a:pt x="2167" y="8741"/>
                    <a:pt x="2064" y="8765"/>
                    <a:pt x="1965" y="8815"/>
                  </a:cubicBezTo>
                  <a:lnTo>
                    <a:pt x="1954" y="8815"/>
                  </a:lnTo>
                  <a:lnTo>
                    <a:pt x="1513" y="8374"/>
                  </a:lnTo>
                  <a:lnTo>
                    <a:pt x="1513" y="8350"/>
                  </a:lnTo>
                  <a:cubicBezTo>
                    <a:pt x="1644" y="8100"/>
                    <a:pt x="1596" y="7791"/>
                    <a:pt x="1394" y="7600"/>
                  </a:cubicBezTo>
                  <a:cubicBezTo>
                    <a:pt x="1260" y="7473"/>
                    <a:pt x="1093" y="7403"/>
                    <a:pt x="925" y="7403"/>
                  </a:cubicBezTo>
                  <a:cubicBezTo>
                    <a:pt x="825" y="7403"/>
                    <a:pt x="725" y="7428"/>
                    <a:pt x="632" y="7481"/>
                  </a:cubicBezTo>
                  <a:lnTo>
                    <a:pt x="620" y="7481"/>
                  </a:lnTo>
                  <a:lnTo>
                    <a:pt x="418" y="7291"/>
                  </a:lnTo>
                  <a:lnTo>
                    <a:pt x="418" y="7267"/>
                  </a:lnTo>
                  <a:lnTo>
                    <a:pt x="6061" y="1635"/>
                  </a:lnTo>
                  <a:lnTo>
                    <a:pt x="6395" y="1957"/>
                  </a:lnTo>
                  <a:cubicBezTo>
                    <a:pt x="6418" y="1992"/>
                    <a:pt x="6466" y="2004"/>
                    <a:pt x="6514" y="2004"/>
                  </a:cubicBezTo>
                  <a:cubicBezTo>
                    <a:pt x="6549" y="2004"/>
                    <a:pt x="6597" y="1992"/>
                    <a:pt x="6633" y="1957"/>
                  </a:cubicBezTo>
                  <a:cubicBezTo>
                    <a:pt x="6692" y="1897"/>
                    <a:pt x="6692" y="1778"/>
                    <a:pt x="6633" y="1718"/>
                  </a:cubicBezTo>
                  <a:lnTo>
                    <a:pt x="6299" y="1397"/>
                  </a:lnTo>
                  <a:lnTo>
                    <a:pt x="7311" y="385"/>
                  </a:lnTo>
                  <a:close/>
                  <a:moveTo>
                    <a:pt x="7288" y="1"/>
                  </a:moveTo>
                  <a:cubicBezTo>
                    <a:pt x="7198" y="1"/>
                    <a:pt x="7109" y="34"/>
                    <a:pt x="7037" y="99"/>
                  </a:cubicBezTo>
                  <a:lnTo>
                    <a:pt x="132" y="7005"/>
                  </a:lnTo>
                  <a:cubicBezTo>
                    <a:pt x="1" y="7136"/>
                    <a:pt x="1" y="7362"/>
                    <a:pt x="132" y="7493"/>
                  </a:cubicBezTo>
                  <a:lnTo>
                    <a:pt x="334" y="7683"/>
                  </a:lnTo>
                  <a:cubicBezTo>
                    <a:pt x="393" y="7750"/>
                    <a:pt x="485" y="7789"/>
                    <a:pt x="580" y="7789"/>
                  </a:cubicBezTo>
                  <a:cubicBezTo>
                    <a:pt x="638" y="7789"/>
                    <a:pt x="697" y="7775"/>
                    <a:pt x="751" y="7743"/>
                  </a:cubicBezTo>
                  <a:cubicBezTo>
                    <a:pt x="795" y="7721"/>
                    <a:pt x="842" y="7711"/>
                    <a:pt x="888" y="7711"/>
                  </a:cubicBezTo>
                  <a:cubicBezTo>
                    <a:pt x="968" y="7711"/>
                    <a:pt x="1048" y="7742"/>
                    <a:pt x="1108" y="7803"/>
                  </a:cubicBezTo>
                  <a:cubicBezTo>
                    <a:pt x="1192" y="7898"/>
                    <a:pt x="1227" y="8041"/>
                    <a:pt x="1168" y="8160"/>
                  </a:cubicBezTo>
                  <a:cubicBezTo>
                    <a:pt x="1084" y="8303"/>
                    <a:pt x="1120" y="8481"/>
                    <a:pt x="1227" y="8576"/>
                  </a:cubicBezTo>
                  <a:lnTo>
                    <a:pt x="1668" y="9029"/>
                  </a:lnTo>
                  <a:cubicBezTo>
                    <a:pt x="1734" y="9095"/>
                    <a:pt x="1827" y="9129"/>
                    <a:pt x="1919" y="9129"/>
                  </a:cubicBezTo>
                  <a:cubicBezTo>
                    <a:pt x="1977" y="9129"/>
                    <a:pt x="2034" y="9116"/>
                    <a:pt x="2084" y="9088"/>
                  </a:cubicBezTo>
                  <a:cubicBezTo>
                    <a:pt x="2131" y="9065"/>
                    <a:pt x="2183" y="9053"/>
                    <a:pt x="2234" y="9053"/>
                  </a:cubicBezTo>
                  <a:cubicBezTo>
                    <a:pt x="2314" y="9053"/>
                    <a:pt x="2391" y="9083"/>
                    <a:pt x="2442" y="9148"/>
                  </a:cubicBezTo>
                  <a:cubicBezTo>
                    <a:pt x="2537" y="9231"/>
                    <a:pt x="2561" y="9386"/>
                    <a:pt x="2501" y="9505"/>
                  </a:cubicBezTo>
                  <a:cubicBezTo>
                    <a:pt x="2430" y="9636"/>
                    <a:pt x="2454" y="9815"/>
                    <a:pt x="2561" y="9922"/>
                  </a:cubicBezTo>
                  <a:lnTo>
                    <a:pt x="3013" y="10362"/>
                  </a:lnTo>
                  <a:cubicBezTo>
                    <a:pt x="3080" y="10429"/>
                    <a:pt x="3174" y="10468"/>
                    <a:pt x="3267" y="10468"/>
                  </a:cubicBezTo>
                  <a:cubicBezTo>
                    <a:pt x="3324" y="10468"/>
                    <a:pt x="3380" y="10453"/>
                    <a:pt x="3430" y="10422"/>
                  </a:cubicBezTo>
                  <a:cubicBezTo>
                    <a:pt x="3474" y="10400"/>
                    <a:pt x="3520" y="10389"/>
                    <a:pt x="3567" y="10389"/>
                  </a:cubicBezTo>
                  <a:cubicBezTo>
                    <a:pt x="3647" y="10389"/>
                    <a:pt x="3727" y="10421"/>
                    <a:pt x="3787" y="10481"/>
                  </a:cubicBezTo>
                  <a:cubicBezTo>
                    <a:pt x="3870" y="10577"/>
                    <a:pt x="3906" y="10720"/>
                    <a:pt x="3847" y="10839"/>
                  </a:cubicBezTo>
                  <a:cubicBezTo>
                    <a:pt x="3775" y="10970"/>
                    <a:pt x="3799" y="11160"/>
                    <a:pt x="3906" y="11255"/>
                  </a:cubicBezTo>
                  <a:lnTo>
                    <a:pt x="4097" y="11446"/>
                  </a:lnTo>
                  <a:cubicBezTo>
                    <a:pt x="4168" y="11529"/>
                    <a:pt x="4263" y="11553"/>
                    <a:pt x="4347" y="11553"/>
                  </a:cubicBezTo>
                  <a:cubicBezTo>
                    <a:pt x="4442" y="11553"/>
                    <a:pt x="4525" y="11529"/>
                    <a:pt x="4609" y="11446"/>
                  </a:cubicBezTo>
                  <a:lnTo>
                    <a:pt x="11514" y="4540"/>
                  </a:lnTo>
                  <a:cubicBezTo>
                    <a:pt x="11669" y="4457"/>
                    <a:pt x="11669" y="4231"/>
                    <a:pt x="11538" y="4100"/>
                  </a:cubicBezTo>
                  <a:lnTo>
                    <a:pt x="11348" y="3909"/>
                  </a:lnTo>
                  <a:cubicBezTo>
                    <a:pt x="11282" y="3843"/>
                    <a:pt x="11188" y="3809"/>
                    <a:pt x="11096" y="3809"/>
                  </a:cubicBezTo>
                  <a:cubicBezTo>
                    <a:pt x="11038" y="3809"/>
                    <a:pt x="10981" y="3822"/>
                    <a:pt x="10931" y="3850"/>
                  </a:cubicBezTo>
                  <a:cubicBezTo>
                    <a:pt x="10884" y="3873"/>
                    <a:pt x="10832" y="3885"/>
                    <a:pt x="10780" y="3885"/>
                  </a:cubicBezTo>
                  <a:cubicBezTo>
                    <a:pt x="10700" y="3885"/>
                    <a:pt x="10620" y="3855"/>
                    <a:pt x="10562" y="3790"/>
                  </a:cubicBezTo>
                  <a:cubicBezTo>
                    <a:pt x="10466" y="3695"/>
                    <a:pt x="10443" y="3540"/>
                    <a:pt x="10490" y="3421"/>
                  </a:cubicBezTo>
                  <a:cubicBezTo>
                    <a:pt x="10574" y="3278"/>
                    <a:pt x="10562" y="3100"/>
                    <a:pt x="10431" y="3004"/>
                  </a:cubicBezTo>
                  <a:lnTo>
                    <a:pt x="9990" y="2552"/>
                  </a:lnTo>
                  <a:cubicBezTo>
                    <a:pt x="9924" y="2486"/>
                    <a:pt x="9831" y="2451"/>
                    <a:pt x="9739" y="2451"/>
                  </a:cubicBezTo>
                  <a:cubicBezTo>
                    <a:pt x="9681" y="2451"/>
                    <a:pt x="9624" y="2465"/>
                    <a:pt x="9574" y="2492"/>
                  </a:cubicBezTo>
                  <a:cubicBezTo>
                    <a:pt x="9527" y="2516"/>
                    <a:pt x="9475" y="2528"/>
                    <a:pt x="9423" y="2528"/>
                  </a:cubicBezTo>
                  <a:cubicBezTo>
                    <a:pt x="9342" y="2528"/>
                    <a:pt x="9262" y="2498"/>
                    <a:pt x="9204" y="2433"/>
                  </a:cubicBezTo>
                  <a:cubicBezTo>
                    <a:pt x="9109" y="2349"/>
                    <a:pt x="9085" y="2183"/>
                    <a:pt x="9145" y="2064"/>
                  </a:cubicBezTo>
                  <a:cubicBezTo>
                    <a:pt x="9216" y="1933"/>
                    <a:pt x="9204" y="1754"/>
                    <a:pt x="9085" y="1647"/>
                  </a:cubicBezTo>
                  <a:lnTo>
                    <a:pt x="8633" y="1195"/>
                  </a:lnTo>
                  <a:cubicBezTo>
                    <a:pt x="8565" y="1134"/>
                    <a:pt x="8467" y="1097"/>
                    <a:pt x="8372" y="1097"/>
                  </a:cubicBezTo>
                  <a:cubicBezTo>
                    <a:pt x="8317" y="1097"/>
                    <a:pt x="8264" y="1109"/>
                    <a:pt x="8216" y="1135"/>
                  </a:cubicBezTo>
                  <a:cubicBezTo>
                    <a:pt x="8170" y="1158"/>
                    <a:pt x="8119" y="1171"/>
                    <a:pt x="8069" y="1171"/>
                  </a:cubicBezTo>
                  <a:cubicBezTo>
                    <a:pt x="7991" y="1171"/>
                    <a:pt x="7912" y="1141"/>
                    <a:pt x="7847" y="1075"/>
                  </a:cubicBezTo>
                  <a:cubicBezTo>
                    <a:pt x="7740" y="980"/>
                    <a:pt x="7728" y="825"/>
                    <a:pt x="7788" y="706"/>
                  </a:cubicBezTo>
                  <a:cubicBezTo>
                    <a:pt x="7859" y="575"/>
                    <a:pt x="7847" y="397"/>
                    <a:pt x="7728" y="290"/>
                  </a:cubicBezTo>
                  <a:lnTo>
                    <a:pt x="7538" y="99"/>
                  </a:lnTo>
                  <a:cubicBezTo>
                    <a:pt x="7466" y="34"/>
                    <a:pt x="7377" y="1"/>
                    <a:pt x="7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66"/>
            <p:cNvSpPr/>
            <p:nvPr/>
          </p:nvSpPr>
          <p:spPr>
            <a:xfrm>
              <a:off x="5337501" y="3026074"/>
              <a:ext cx="181797" cy="180175"/>
            </a:xfrm>
            <a:custGeom>
              <a:avLst/>
              <a:gdLst/>
              <a:ahLst/>
              <a:cxnLst/>
              <a:rect l="l" t="t" r="r" b="b"/>
              <a:pathLst>
                <a:path w="5716" h="5665" extrusionOk="0">
                  <a:moveTo>
                    <a:pt x="4324" y="0"/>
                  </a:moveTo>
                  <a:cubicBezTo>
                    <a:pt x="4281" y="0"/>
                    <a:pt x="4239" y="15"/>
                    <a:pt x="4215" y="45"/>
                  </a:cubicBezTo>
                  <a:cubicBezTo>
                    <a:pt x="4144" y="105"/>
                    <a:pt x="4144" y="224"/>
                    <a:pt x="4215" y="283"/>
                  </a:cubicBezTo>
                  <a:lnTo>
                    <a:pt x="5311" y="1379"/>
                  </a:lnTo>
                  <a:lnTo>
                    <a:pt x="1393" y="5296"/>
                  </a:lnTo>
                  <a:lnTo>
                    <a:pt x="298" y="4188"/>
                  </a:lnTo>
                  <a:cubicBezTo>
                    <a:pt x="268" y="4159"/>
                    <a:pt x="224" y="4144"/>
                    <a:pt x="179" y="4144"/>
                  </a:cubicBezTo>
                  <a:cubicBezTo>
                    <a:pt x="134" y="4144"/>
                    <a:pt x="90" y="4159"/>
                    <a:pt x="60" y="4188"/>
                  </a:cubicBezTo>
                  <a:cubicBezTo>
                    <a:pt x="0" y="4248"/>
                    <a:pt x="0" y="4367"/>
                    <a:pt x="60" y="4427"/>
                  </a:cubicBezTo>
                  <a:lnTo>
                    <a:pt x="1239" y="5605"/>
                  </a:lnTo>
                  <a:cubicBezTo>
                    <a:pt x="1274" y="5653"/>
                    <a:pt x="1322" y="5665"/>
                    <a:pt x="1381" y="5665"/>
                  </a:cubicBezTo>
                  <a:cubicBezTo>
                    <a:pt x="1441" y="5665"/>
                    <a:pt x="1501" y="5641"/>
                    <a:pt x="1536" y="5605"/>
                  </a:cubicBezTo>
                  <a:lnTo>
                    <a:pt x="5608" y="1533"/>
                  </a:lnTo>
                  <a:cubicBezTo>
                    <a:pt x="5715" y="1438"/>
                    <a:pt x="5715" y="1307"/>
                    <a:pt x="5620" y="1212"/>
                  </a:cubicBezTo>
                  <a:lnTo>
                    <a:pt x="4441" y="45"/>
                  </a:lnTo>
                  <a:cubicBezTo>
                    <a:pt x="4412" y="15"/>
                    <a:pt x="4367" y="0"/>
                    <a:pt x="43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66"/>
            <p:cNvSpPr/>
            <p:nvPr/>
          </p:nvSpPr>
          <p:spPr>
            <a:xfrm>
              <a:off x="5281461" y="2969462"/>
              <a:ext cx="181416" cy="180366"/>
            </a:xfrm>
            <a:custGeom>
              <a:avLst/>
              <a:gdLst/>
              <a:ahLst/>
              <a:cxnLst/>
              <a:rect l="l" t="t" r="r" b="b"/>
              <a:pathLst>
                <a:path w="5704" h="5671" extrusionOk="0">
                  <a:moveTo>
                    <a:pt x="4298" y="0"/>
                  </a:moveTo>
                  <a:cubicBezTo>
                    <a:pt x="4242" y="0"/>
                    <a:pt x="4185" y="21"/>
                    <a:pt x="4144" y="63"/>
                  </a:cubicBezTo>
                  <a:lnTo>
                    <a:pt x="60" y="4147"/>
                  </a:lnTo>
                  <a:cubicBezTo>
                    <a:pt x="24" y="4182"/>
                    <a:pt x="0" y="4230"/>
                    <a:pt x="0" y="4290"/>
                  </a:cubicBezTo>
                  <a:cubicBezTo>
                    <a:pt x="0" y="4349"/>
                    <a:pt x="36" y="4409"/>
                    <a:pt x="60" y="4444"/>
                  </a:cubicBezTo>
                  <a:lnTo>
                    <a:pt x="1250" y="5635"/>
                  </a:lnTo>
                  <a:cubicBezTo>
                    <a:pt x="1286" y="5659"/>
                    <a:pt x="1334" y="5671"/>
                    <a:pt x="1369" y="5671"/>
                  </a:cubicBezTo>
                  <a:cubicBezTo>
                    <a:pt x="1417" y="5671"/>
                    <a:pt x="1465" y="5659"/>
                    <a:pt x="1489" y="5635"/>
                  </a:cubicBezTo>
                  <a:cubicBezTo>
                    <a:pt x="1548" y="5576"/>
                    <a:pt x="1548" y="5445"/>
                    <a:pt x="1489" y="5385"/>
                  </a:cubicBezTo>
                  <a:lnTo>
                    <a:pt x="393" y="4290"/>
                  </a:lnTo>
                  <a:lnTo>
                    <a:pt x="4298" y="372"/>
                  </a:lnTo>
                  <a:lnTo>
                    <a:pt x="5406" y="1480"/>
                  </a:lnTo>
                  <a:cubicBezTo>
                    <a:pt x="5435" y="1510"/>
                    <a:pt x="5480" y="1524"/>
                    <a:pt x="5525" y="1524"/>
                  </a:cubicBezTo>
                  <a:cubicBezTo>
                    <a:pt x="5569" y="1524"/>
                    <a:pt x="5614" y="1510"/>
                    <a:pt x="5644" y="1480"/>
                  </a:cubicBezTo>
                  <a:cubicBezTo>
                    <a:pt x="5703" y="1432"/>
                    <a:pt x="5703" y="1313"/>
                    <a:pt x="5644" y="1254"/>
                  </a:cubicBezTo>
                  <a:lnTo>
                    <a:pt x="4453" y="63"/>
                  </a:lnTo>
                  <a:cubicBezTo>
                    <a:pt x="4411" y="21"/>
                    <a:pt x="4355" y="0"/>
                    <a:pt x="4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66"/>
            <p:cNvSpPr/>
            <p:nvPr/>
          </p:nvSpPr>
          <p:spPr>
            <a:xfrm>
              <a:off x="5508294" y="3016978"/>
              <a:ext cx="23122" cy="21532"/>
            </a:xfrm>
            <a:custGeom>
              <a:avLst/>
              <a:gdLst/>
              <a:ahLst/>
              <a:cxnLst/>
              <a:rect l="l" t="t" r="r" b="b"/>
              <a:pathLst>
                <a:path w="727" h="677" extrusionOk="0">
                  <a:moveTo>
                    <a:pt x="179" y="1"/>
                  </a:moveTo>
                  <a:cubicBezTo>
                    <a:pt x="134" y="1"/>
                    <a:pt x="89" y="16"/>
                    <a:pt x="60" y="45"/>
                  </a:cubicBezTo>
                  <a:cubicBezTo>
                    <a:pt x="0" y="105"/>
                    <a:pt x="0" y="224"/>
                    <a:pt x="60" y="283"/>
                  </a:cubicBezTo>
                  <a:lnTo>
                    <a:pt x="417" y="641"/>
                  </a:lnTo>
                  <a:cubicBezTo>
                    <a:pt x="453" y="664"/>
                    <a:pt x="488" y="676"/>
                    <a:pt x="536" y="676"/>
                  </a:cubicBezTo>
                  <a:cubicBezTo>
                    <a:pt x="583" y="676"/>
                    <a:pt x="631" y="664"/>
                    <a:pt x="655" y="641"/>
                  </a:cubicBezTo>
                  <a:cubicBezTo>
                    <a:pt x="726" y="581"/>
                    <a:pt x="726" y="474"/>
                    <a:pt x="655" y="402"/>
                  </a:cubicBezTo>
                  <a:lnTo>
                    <a:pt x="298" y="45"/>
                  </a:lnTo>
                  <a:cubicBezTo>
                    <a:pt x="268" y="16"/>
                    <a:pt x="22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5" name="Google Shape;12135;p66"/>
            <p:cNvSpPr/>
            <p:nvPr/>
          </p:nvSpPr>
          <p:spPr>
            <a:xfrm>
              <a:off x="5478366" y="2987082"/>
              <a:ext cx="23504" cy="21882"/>
            </a:xfrm>
            <a:custGeom>
              <a:avLst/>
              <a:gdLst/>
              <a:ahLst/>
              <a:cxnLst/>
              <a:rect l="l" t="t" r="r" b="b"/>
              <a:pathLst>
                <a:path w="739" h="688" extrusionOk="0">
                  <a:moveTo>
                    <a:pt x="179" y="0"/>
                  </a:moveTo>
                  <a:cubicBezTo>
                    <a:pt x="134" y="0"/>
                    <a:pt x="90" y="15"/>
                    <a:pt x="60" y="45"/>
                  </a:cubicBezTo>
                  <a:cubicBezTo>
                    <a:pt x="0" y="104"/>
                    <a:pt x="0" y="223"/>
                    <a:pt x="60" y="283"/>
                  </a:cubicBezTo>
                  <a:lnTo>
                    <a:pt x="417" y="640"/>
                  </a:lnTo>
                  <a:cubicBezTo>
                    <a:pt x="453" y="676"/>
                    <a:pt x="501" y="688"/>
                    <a:pt x="536" y="688"/>
                  </a:cubicBezTo>
                  <a:cubicBezTo>
                    <a:pt x="584" y="688"/>
                    <a:pt x="632" y="664"/>
                    <a:pt x="655" y="640"/>
                  </a:cubicBezTo>
                  <a:cubicBezTo>
                    <a:pt x="739" y="580"/>
                    <a:pt x="739" y="473"/>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66"/>
            <p:cNvSpPr/>
            <p:nvPr/>
          </p:nvSpPr>
          <p:spPr>
            <a:xfrm>
              <a:off x="5449200" y="2957916"/>
              <a:ext cx="23122" cy="21500"/>
            </a:xfrm>
            <a:custGeom>
              <a:avLst/>
              <a:gdLst/>
              <a:ahLst/>
              <a:cxnLst/>
              <a:rect l="l" t="t" r="r" b="b"/>
              <a:pathLst>
                <a:path w="727" h="676" extrusionOk="0">
                  <a:moveTo>
                    <a:pt x="179" y="0"/>
                  </a:moveTo>
                  <a:cubicBezTo>
                    <a:pt x="135" y="0"/>
                    <a:pt x="90" y="15"/>
                    <a:pt x="60" y="45"/>
                  </a:cubicBezTo>
                  <a:cubicBezTo>
                    <a:pt x="1" y="93"/>
                    <a:pt x="1" y="224"/>
                    <a:pt x="60" y="283"/>
                  </a:cubicBezTo>
                  <a:lnTo>
                    <a:pt x="417" y="640"/>
                  </a:lnTo>
                  <a:cubicBezTo>
                    <a:pt x="441" y="664"/>
                    <a:pt x="489" y="676"/>
                    <a:pt x="536" y="676"/>
                  </a:cubicBezTo>
                  <a:cubicBezTo>
                    <a:pt x="584" y="676"/>
                    <a:pt x="620" y="664"/>
                    <a:pt x="656" y="640"/>
                  </a:cubicBezTo>
                  <a:cubicBezTo>
                    <a:pt x="727" y="581"/>
                    <a:pt x="727" y="474"/>
                    <a:pt x="656" y="390"/>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7" name="Google Shape;12137;p66"/>
          <p:cNvGrpSpPr/>
          <p:nvPr/>
        </p:nvGrpSpPr>
        <p:grpSpPr>
          <a:xfrm>
            <a:off x="5748358" y="3259128"/>
            <a:ext cx="352590" cy="182561"/>
            <a:chOff x="5748358" y="3434578"/>
            <a:chExt cx="352590" cy="182561"/>
          </a:xfrm>
        </p:grpSpPr>
        <p:sp>
          <p:nvSpPr>
            <p:cNvPr id="12138" name="Google Shape;12138;p66"/>
            <p:cNvSpPr/>
            <p:nvPr/>
          </p:nvSpPr>
          <p:spPr>
            <a:xfrm>
              <a:off x="5857799" y="3457668"/>
              <a:ext cx="26525" cy="50761"/>
            </a:xfrm>
            <a:custGeom>
              <a:avLst/>
              <a:gdLst/>
              <a:ahLst/>
              <a:cxnLst/>
              <a:rect l="l" t="t" r="r" b="b"/>
              <a:pathLst>
                <a:path w="834" h="1596" extrusionOk="0">
                  <a:moveTo>
                    <a:pt x="417" y="1"/>
                  </a:moveTo>
                  <a:cubicBezTo>
                    <a:pt x="322" y="1"/>
                    <a:pt x="251" y="72"/>
                    <a:pt x="251" y="167"/>
                  </a:cubicBezTo>
                  <a:lnTo>
                    <a:pt x="251" y="239"/>
                  </a:lnTo>
                  <a:lnTo>
                    <a:pt x="155" y="239"/>
                  </a:lnTo>
                  <a:cubicBezTo>
                    <a:pt x="72" y="239"/>
                    <a:pt x="1" y="310"/>
                    <a:pt x="1" y="405"/>
                  </a:cubicBezTo>
                  <a:cubicBezTo>
                    <a:pt x="1" y="489"/>
                    <a:pt x="72" y="560"/>
                    <a:pt x="155" y="560"/>
                  </a:cubicBezTo>
                  <a:lnTo>
                    <a:pt x="251" y="560"/>
                  </a:lnTo>
                  <a:lnTo>
                    <a:pt x="251" y="1429"/>
                  </a:lnTo>
                  <a:cubicBezTo>
                    <a:pt x="251" y="1513"/>
                    <a:pt x="322" y="1596"/>
                    <a:pt x="417" y="1596"/>
                  </a:cubicBezTo>
                  <a:cubicBezTo>
                    <a:pt x="501" y="1596"/>
                    <a:pt x="572" y="1513"/>
                    <a:pt x="572" y="1429"/>
                  </a:cubicBezTo>
                  <a:lnTo>
                    <a:pt x="572" y="560"/>
                  </a:lnTo>
                  <a:lnTo>
                    <a:pt x="667" y="560"/>
                  </a:lnTo>
                  <a:cubicBezTo>
                    <a:pt x="751" y="560"/>
                    <a:pt x="822" y="489"/>
                    <a:pt x="822" y="405"/>
                  </a:cubicBezTo>
                  <a:cubicBezTo>
                    <a:pt x="834" y="310"/>
                    <a:pt x="751" y="239"/>
                    <a:pt x="667" y="239"/>
                  </a:cubicBezTo>
                  <a:lnTo>
                    <a:pt x="572" y="239"/>
                  </a:lnTo>
                  <a:lnTo>
                    <a:pt x="572" y="167"/>
                  </a:lnTo>
                  <a:cubicBezTo>
                    <a:pt x="572" y="72"/>
                    <a:pt x="501"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66"/>
            <p:cNvSpPr/>
            <p:nvPr/>
          </p:nvSpPr>
          <p:spPr>
            <a:xfrm>
              <a:off x="5823704" y="3457668"/>
              <a:ext cx="26557" cy="51142"/>
            </a:xfrm>
            <a:custGeom>
              <a:avLst/>
              <a:gdLst/>
              <a:ahLst/>
              <a:cxnLst/>
              <a:rect l="l" t="t" r="r" b="b"/>
              <a:pathLst>
                <a:path w="835" h="1608" extrusionOk="0">
                  <a:moveTo>
                    <a:pt x="418" y="1"/>
                  </a:moveTo>
                  <a:cubicBezTo>
                    <a:pt x="322" y="1"/>
                    <a:pt x="251" y="72"/>
                    <a:pt x="251" y="167"/>
                  </a:cubicBezTo>
                  <a:lnTo>
                    <a:pt x="251" y="846"/>
                  </a:lnTo>
                  <a:lnTo>
                    <a:pt x="156" y="846"/>
                  </a:lnTo>
                  <a:cubicBezTo>
                    <a:pt x="72" y="846"/>
                    <a:pt x="1" y="917"/>
                    <a:pt x="1" y="1013"/>
                  </a:cubicBezTo>
                  <a:cubicBezTo>
                    <a:pt x="1" y="1096"/>
                    <a:pt x="72" y="1179"/>
                    <a:pt x="156" y="1179"/>
                  </a:cubicBezTo>
                  <a:lnTo>
                    <a:pt x="251" y="1179"/>
                  </a:lnTo>
                  <a:lnTo>
                    <a:pt x="251" y="1441"/>
                  </a:lnTo>
                  <a:cubicBezTo>
                    <a:pt x="251" y="1536"/>
                    <a:pt x="322" y="1608"/>
                    <a:pt x="418" y="1608"/>
                  </a:cubicBezTo>
                  <a:cubicBezTo>
                    <a:pt x="501" y="1608"/>
                    <a:pt x="572" y="1536"/>
                    <a:pt x="572" y="1441"/>
                  </a:cubicBezTo>
                  <a:lnTo>
                    <a:pt x="572" y="1179"/>
                  </a:lnTo>
                  <a:lnTo>
                    <a:pt x="668" y="1179"/>
                  </a:lnTo>
                  <a:cubicBezTo>
                    <a:pt x="751" y="1179"/>
                    <a:pt x="834" y="1096"/>
                    <a:pt x="834" y="1013"/>
                  </a:cubicBezTo>
                  <a:cubicBezTo>
                    <a:pt x="834" y="917"/>
                    <a:pt x="751" y="846"/>
                    <a:pt x="668" y="846"/>
                  </a:cubicBezTo>
                  <a:lnTo>
                    <a:pt x="572" y="846"/>
                  </a:lnTo>
                  <a:lnTo>
                    <a:pt x="572" y="167"/>
                  </a:lnTo>
                  <a:cubicBezTo>
                    <a:pt x="572"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66"/>
            <p:cNvSpPr/>
            <p:nvPr/>
          </p:nvSpPr>
          <p:spPr>
            <a:xfrm>
              <a:off x="5788115" y="3457668"/>
              <a:ext cx="26557" cy="50761"/>
            </a:xfrm>
            <a:custGeom>
              <a:avLst/>
              <a:gdLst/>
              <a:ahLst/>
              <a:cxnLst/>
              <a:rect l="l" t="t" r="r" b="b"/>
              <a:pathLst>
                <a:path w="835" h="1596" extrusionOk="0">
                  <a:moveTo>
                    <a:pt x="418" y="1"/>
                  </a:moveTo>
                  <a:cubicBezTo>
                    <a:pt x="322" y="1"/>
                    <a:pt x="251" y="72"/>
                    <a:pt x="251" y="167"/>
                  </a:cubicBezTo>
                  <a:lnTo>
                    <a:pt x="251" y="239"/>
                  </a:lnTo>
                  <a:lnTo>
                    <a:pt x="167" y="239"/>
                  </a:lnTo>
                  <a:cubicBezTo>
                    <a:pt x="72" y="239"/>
                    <a:pt x="1" y="310"/>
                    <a:pt x="1" y="405"/>
                  </a:cubicBezTo>
                  <a:cubicBezTo>
                    <a:pt x="1" y="489"/>
                    <a:pt x="72" y="560"/>
                    <a:pt x="167" y="560"/>
                  </a:cubicBezTo>
                  <a:lnTo>
                    <a:pt x="251" y="560"/>
                  </a:lnTo>
                  <a:lnTo>
                    <a:pt x="251" y="1429"/>
                  </a:lnTo>
                  <a:cubicBezTo>
                    <a:pt x="251" y="1513"/>
                    <a:pt x="322" y="1596"/>
                    <a:pt x="418" y="1596"/>
                  </a:cubicBezTo>
                  <a:cubicBezTo>
                    <a:pt x="501" y="1596"/>
                    <a:pt x="584" y="1513"/>
                    <a:pt x="584" y="1429"/>
                  </a:cubicBezTo>
                  <a:lnTo>
                    <a:pt x="584" y="560"/>
                  </a:lnTo>
                  <a:lnTo>
                    <a:pt x="668" y="560"/>
                  </a:lnTo>
                  <a:cubicBezTo>
                    <a:pt x="763" y="560"/>
                    <a:pt x="834" y="489"/>
                    <a:pt x="834" y="405"/>
                  </a:cubicBezTo>
                  <a:cubicBezTo>
                    <a:pt x="834" y="310"/>
                    <a:pt x="763" y="239"/>
                    <a:pt x="668" y="239"/>
                  </a:cubicBezTo>
                  <a:lnTo>
                    <a:pt x="584" y="239"/>
                  </a:lnTo>
                  <a:lnTo>
                    <a:pt x="584" y="167"/>
                  </a:lnTo>
                  <a:cubicBezTo>
                    <a:pt x="584"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66"/>
            <p:cNvSpPr/>
            <p:nvPr/>
          </p:nvSpPr>
          <p:spPr>
            <a:xfrm>
              <a:off x="5913458" y="3457668"/>
              <a:ext cx="142423" cy="50761"/>
            </a:xfrm>
            <a:custGeom>
              <a:avLst/>
              <a:gdLst/>
              <a:ahLst/>
              <a:cxnLst/>
              <a:rect l="l" t="t" r="r" b="b"/>
              <a:pathLst>
                <a:path w="4478" h="1596" extrusionOk="0">
                  <a:moveTo>
                    <a:pt x="4156" y="322"/>
                  </a:moveTo>
                  <a:lnTo>
                    <a:pt x="4156" y="1263"/>
                  </a:lnTo>
                  <a:lnTo>
                    <a:pt x="310" y="1263"/>
                  </a:lnTo>
                  <a:lnTo>
                    <a:pt x="310" y="322"/>
                  </a:lnTo>
                  <a:close/>
                  <a:moveTo>
                    <a:pt x="298" y="1"/>
                  </a:moveTo>
                  <a:cubicBezTo>
                    <a:pt x="132" y="1"/>
                    <a:pt x="1" y="131"/>
                    <a:pt x="1" y="298"/>
                  </a:cubicBezTo>
                  <a:lnTo>
                    <a:pt x="1" y="1298"/>
                  </a:lnTo>
                  <a:cubicBezTo>
                    <a:pt x="1" y="1453"/>
                    <a:pt x="132" y="1596"/>
                    <a:pt x="298" y="1596"/>
                  </a:cubicBezTo>
                  <a:lnTo>
                    <a:pt x="4180" y="1596"/>
                  </a:lnTo>
                  <a:cubicBezTo>
                    <a:pt x="4347" y="1596"/>
                    <a:pt x="4478" y="1453"/>
                    <a:pt x="4478" y="1298"/>
                  </a:cubicBezTo>
                  <a:lnTo>
                    <a:pt x="4478" y="298"/>
                  </a:lnTo>
                  <a:cubicBezTo>
                    <a:pt x="4478" y="131"/>
                    <a:pt x="4347"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66"/>
            <p:cNvSpPr/>
            <p:nvPr/>
          </p:nvSpPr>
          <p:spPr>
            <a:xfrm>
              <a:off x="5748358" y="3434578"/>
              <a:ext cx="352590" cy="39788"/>
            </a:xfrm>
            <a:custGeom>
              <a:avLst/>
              <a:gdLst/>
              <a:ahLst/>
              <a:cxnLst/>
              <a:rect l="l" t="t" r="r" b="b"/>
              <a:pathLst>
                <a:path w="11086" h="1251" extrusionOk="0">
                  <a:moveTo>
                    <a:pt x="370" y="0"/>
                  </a:moveTo>
                  <a:cubicBezTo>
                    <a:pt x="155" y="0"/>
                    <a:pt x="1" y="155"/>
                    <a:pt x="1" y="369"/>
                  </a:cubicBezTo>
                  <a:lnTo>
                    <a:pt x="1" y="1084"/>
                  </a:lnTo>
                  <a:cubicBezTo>
                    <a:pt x="1" y="1167"/>
                    <a:pt x="72" y="1250"/>
                    <a:pt x="155" y="1250"/>
                  </a:cubicBezTo>
                  <a:cubicBezTo>
                    <a:pt x="251" y="1250"/>
                    <a:pt x="322" y="1167"/>
                    <a:pt x="322" y="1084"/>
                  </a:cubicBezTo>
                  <a:lnTo>
                    <a:pt x="322" y="369"/>
                  </a:lnTo>
                  <a:cubicBezTo>
                    <a:pt x="322" y="334"/>
                    <a:pt x="334" y="322"/>
                    <a:pt x="370" y="322"/>
                  </a:cubicBezTo>
                  <a:lnTo>
                    <a:pt x="10692" y="322"/>
                  </a:lnTo>
                  <a:cubicBezTo>
                    <a:pt x="10728" y="322"/>
                    <a:pt x="10740" y="334"/>
                    <a:pt x="10740" y="369"/>
                  </a:cubicBezTo>
                  <a:lnTo>
                    <a:pt x="10740" y="1084"/>
                  </a:lnTo>
                  <a:cubicBezTo>
                    <a:pt x="10740" y="1167"/>
                    <a:pt x="10812" y="1250"/>
                    <a:pt x="10907" y="1250"/>
                  </a:cubicBezTo>
                  <a:cubicBezTo>
                    <a:pt x="10990" y="1250"/>
                    <a:pt x="11073" y="1167"/>
                    <a:pt x="11073" y="1084"/>
                  </a:cubicBezTo>
                  <a:lnTo>
                    <a:pt x="11073" y="369"/>
                  </a:lnTo>
                  <a:cubicBezTo>
                    <a:pt x="11085" y="179"/>
                    <a:pt x="10919" y="0"/>
                    <a:pt x="10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66"/>
            <p:cNvSpPr/>
            <p:nvPr/>
          </p:nvSpPr>
          <p:spPr>
            <a:xfrm>
              <a:off x="5748358" y="3488328"/>
              <a:ext cx="352590" cy="128810"/>
            </a:xfrm>
            <a:custGeom>
              <a:avLst/>
              <a:gdLst/>
              <a:ahLst/>
              <a:cxnLst/>
              <a:rect l="l" t="t" r="r" b="b"/>
              <a:pathLst>
                <a:path w="11086" h="4050" extrusionOk="0">
                  <a:moveTo>
                    <a:pt x="2227" y="1525"/>
                  </a:moveTo>
                  <a:lnTo>
                    <a:pt x="2227" y="2620"/>
                  </a:lnTo>
                  <a:lnTo>
                    <a:pt x="1918" y="2620"/>
                  </a:lnTo>
                  <a:lnTo>
                    <a:pt x="1918" y="1525"/>
                  </a:lnTo>
                  <a:close/>
                  <a:moveTo>
                    <a:pt x="3954" y="1525"/>
                  </a:moveTo>
                  <a:lnTo>
                    <a:pt x="3954" y="2620"/>
                  </a:lnTo>
                  <a:lnTo>
                    <a:pt x="3644" y="2620"/>
                  </a:lnTo>
                  <a:lnTo>
                    <a:pt x="3644" y="1525"/>
                  </a:lnTo>
                  <a:close/>
                  <a:moveTo>
                    <a:pt x="5680" y="1525"/>
                  </a:moveTo>
                  <a:lnTo>
                    <a:pt x="5680" y="2620"/>
                  </a:lnTo>
                  <a:lnTo>
                    <a:pt x="5370" y="2620"/>
                  </a:lnTo>
                  <a:lnTo>
                    <a:pt x="5370" y="1525"/>
                  </a:lnTo>
                  <a:close/>
                  <a:moveTo>
                    <a:pt x="7406" y="1525"/>
                  </a:moveTo>
                  <a:lnTo>
                    <a:pt x="7406" y="2620"/>
                  </a:lnTo>
                  <a:lnTo>
                    <a:pt x="7097" y="2620"/>
                  </a:lnTo>
                  <a:lnTo>
                    <a:pt x="7097" y="1525"/>
                  </a:lnTo>
                  <a:close/>
                  <a:moveTo>
                    <a:pt x="9157" y="1525"/>
                  </a:moveTo>
                  <a:lnTo>
                    <a:pt x="9157" y="2620"/>
                  </a:lnTo>
                  <a:lnTo>
                    <a:pt x="8835" y="2620"/>
                  </a:lnTo>
                  <a:lnTo>
                    <a:pt x="8835" y="1525"/>
                  </a:lnTo>
                  <a:close/>
                  <a:moveTo>
                    <a:pt x="10764" y="1501"/>
                  </a:moveTo>
                  <a:lnTo>
                    <a:pt x="10764" y="3668"/>
                  </a:lnTo>
                  <a:cubicBezTo>
                    <a:pt x="10764" y="3692"/>
                    <a:pt x="10740" y="3704"/>
                    <a:pt x="10716" y="3704"/>
                  </a:cubicBezTo>
                  <a:lnTo>
                    <a:pt x="10026" y="3704"/>
                  </a:lnTo>
                  <a:lnTo>
                    <a:pt x="10026" y="1501"/>
                  </a:lnTo>
                  <a:close/>
                  <a:moveTo>
                    <a:pt x="1060" y="1525"/>
                  </a:moveTo>
                  <a:lnTo>
                    <a:pt x="1060" y="3728"/>
                  </a:lnTo>
                  <a:lnTo>
                    <a:pt x="370" y="3728"/>
                  </a:lnTo>
                  <a:cubicBezTo>
                    <a:pt x="346" y="3728"/>
                    <a:pt x="322" y="3704"/>
                    <a:pt x="322" y="3680"/>
                  </a:cubicBezTo>
                  <a:lnTo>
                    <a:pt x="322" y="1525"/>
                  </a:lnTo>
                  <a:close/>
                  <a:moveTo>
                    <a:pt x="1608" y="1525"/>
                  </a:moveTo>
                  <a:lnTo>
                    <a:pt x="1608" y="2620"/>
                  </a:lnTo>
                  <a:cubicBezTo>
                    <a:pt x="1608" y="2799"/>
                    <a:pt x="1751" y="2954"/>
                    <a:pt x="1929" y="2954"/>
                  </a:cubicBezTo>
                  <a:lnTo>
                    <a:pt x="1929" y="3728"/>
                  </a:lnTo>
                  <a:lnTo>
                    <a:pt x="1382" y="3728"/>
                  </a:lnTo>
                  <a:lnTo>
                    <a:pt x="1382" y="1525"/>
                  </a:lnTo>
                  <a:close/>
                  <a:moveTo>
                    <a:pt x="2799" y="1525"/>
                  </a:moveTo>
                  <a:lnTo>
                    <a:pt x="2799" y="3728"/>
                  </a:lnTo>
                  <a:lnTo>
                    <a:pt x="2251" y="3728"/>
                  </a:lnTo>
                  <a:lnTo>
                    <a:pt x="2251" y="2954"/>
                  </a:lnTo>
                  <a:cubicBezTo>
                    <a:pt x="2430" y="2954"/>
                    <a:pt x="2572" y="2799"/>
                    <a:pt x="2572" y="2620"/>
                  </a:cubicBezTo>
                  <a:lnTo>
                    <a:pt x="2572" y="1525"/>
                  </a:lnTo>
                  <a:close/>
                  <a:moveTo>
                    <a:pt x="3334" y="1525"/>
                  </a:moveTo>
                  <a:lnTo>
                    <a:pt x="3334" y="2620"/>
                  </a:lnTo>
                  <a:cubicBezTo>
                    <a:pt x="3334" y="2799"/>
                    <a:pt x="3477" y="2954"/>
                    <a:pt x="3656" y="2954"/>
                  </a:cubicBezTo>
                  <a:lnTo>
                    <a:pt x="3656" y="3728"/>
                  </a:lnTo>
                  <a:lnTo>
                    <a:pt x="3108" y="3728"/>
                  </a:lnTo>
                  <a:lnTo>
                    <a:pt x="3108" y="1525"/>
                  </a:lnTo>
                  <a:close/>
                  <a:moveTo>
                    <a:pt x="4537" y="1525"/>
                  </a:moveTo>
                  <a:lnTo>
                    <a:pt x="4537" y="3728"/>
                  </a:lnTo>
                  <a:lnTo>
                    <a:pt x="3989" y="3728"/>
                  </a:lnTo>
                  <a:lnTo>
                    <a:pt x="3989" y="2954"/>
                  </a:lnTo>
                  <a:cubicBezTo>
                    <a:pt x="4168" y="2954"/>
                    <a:pt x="4311" y="2799"/>
                    <a:pt x="4311" y="2620"/>
                  </a:cubicBezTo>
                  <a:lnTo>
                    <a:pt x="4311" y="1525"/>
                  </a:lnTo>
                  <a:close/>
                  <a:moveTo>
                    <a:pt x="5073" y="1525"/>
                  </a:moveTo>
                  <a:lnTo>
                    <a:pt x="5073" y="2620"/>
                  </a:lnTo>
                  <a:cubicBezTo>
                    <a:pt x="5073" y="2799"/>
                    <a:pt x="5227" y="2954"/>
                    <a:pt x="5406" y="2954"/>
                  </a:cubicBezTo>
                  <a:lnTo>
                    <a:pt x="5406" y="3728"/>
                  </a:lnTo>
                  <a:lnTo>
                    <a:pt x="4846" y="3728"/>
                  </a:lnTo>
                  <a:lnTo>
                    <a:pt x="4846" y="1525"/>
                  </a:lnTo>
                  <a:close/>
                  <a:moveTo>
                    <a:pt x="6263" y="1525"/>
                  </a:moveTo>
                  <a:lnTo>
                    <a:pt x="6263" y="3728"/>
                  </a:lnTo>
                  <a:lnTo>
                    <a:pt x="5716" y="3728"/>
                  </a:lnTo>
                  <a:lnTo>
                    <a:pt x="5716" y="2954"/>
                  </a:lnTo>
                  <a:cubicBezTo>
                    <a:pt x="5894" y="2954"/>
                    <a:pt x="6037" y="2799"/>
                    <a:pt x="6037" y="2620"/>
                  </a:cubicBezTo>
                  <a:lnTo>
                    <a:pt x="6037" y="1525"/>
                  </a:lnTo>
                  <a:close/>
                  <a:moveTo>
                    <a:pt x="6799" y="1525"/>
                  </a:moveTo>
                  <a:lnTo>
                    <a:pt x="6799" y="2620"/>
                  </a:lnTo>
                  <a:cubicBezTo>
                    <a:pt x="6799" y="2799"/>
                    <a:pt x="6954" y="2954"/>
                    <a:pt x="7132" y="2954"/>
                  </a:cubicBezTo>
                  <a:lnTo>
                    <a:pt x="7132" y="3728"/>
                  </a:lnTo>
                  <a:lnTo>
                    <a:pt x="6573" y="3728"/>
                  </a:lnTo>
                  <a:lnTo>
                    <a:pt x="6573" y="1525"/>
                  </a:lnTo>
                  <a:close/>
                  <a:moveTo>
                    <a:pt x="7990" y="1525"/>
                  </a:moveTo>
                  <a:lnTo>
                    <a:pt x="7990" y="3728"/>
                  </a:lnTo>
                  <a:lnTo>
                    <a:pt x="7442" y="3728"/>
                  </a:lnTo>
                  <a:lnTo>
                    <a:pt x="7442" y="2954"/>
                  </a:lnTo>
                  <a:cubicBezTo>
                    <a:pt x="7621" y="2954"/>
                    <a:pt x="7764" y="2799"/>
                    <a:pt x="7764" y="2620"/>
                  </a:cubicBezTo>
                  <a:lnTo>
                    <a:pt x="7764" y="1525"/>
                  </a:lnTo>
                  <a:close/>
                  <a:moveTo>
                    <a:pt x="8526" y="1525"/>
                  </a:moveTo>
                  <a:lnTo>
                    <a:pt x="8526" y="2620"/>
                  </a:lnTo>
                  <a:cubicBezTo>
                    <a:pt x="8526" y="2799"/>
                    <a:pt x="8680" y="2954"/>
                    <a:pt x="8859" y="2954"/>
                  </a:cubicBezTo>
                  <a:lnTo>
                    <a:pt x="8859" y="3728"/>
                  </a:lnTo>
                  <a:lnTo>
                    <a:pt x="8299" y="3728"/>
                  </a:lnTo>
                  <a:lnTo>
                    <a:pt x="8299" y="1525"/>
                  </a:lnTo>
                  <a:close/>
                  <a:moveTo>
                    <a:pt x="9716" y="1525"/>
                  </a:moveTo>
                  <a:lnTo>
                    <a:pt x="9716" y="3728"/>
                  </a:lnTo>
                  <a:lnTo>
                    <a:pt x="9168" y="3728"/>
                  </a:lnTo>
                  <a:lnTo>
                    <a:pt x="9168" y="2954"/>
                  </a:lnTo>
                  <a:cubicBezTo>
                    <a:pt x="9347" y="2954"/>
                    <a:pt x="9490" y="2799"/>
                    <a:pt x="9490" y="2620"/>
                  </a:cubicBezTo>
                  <a:lnTo>
                    <a:pt x="9490" y="1525"/>
                  </a:lnTo>
                  <a:close/>
                  <a:moveTo>
                    <a:pt x="167" y="1"/>
                  </a:moveTo>
                  <a:cubicBezTo>
                    <a:pt x="72" y="1"/>
                    <a:pt x="1" y="72"/>
                    <a:pt x="1" y="168"/>
                  </a:cubicBezTo>
                  <a:lnTo>
                    <a:pt x="1" y="1358"/>
                  </a:lnTo>
                  <a:lnTo>
                    <a:pt x="1" y="3680"/>
                  </a:lnTo>
                  <a:cubicBezTo>
                    <a:pt x="1" y="3882"/>
                    <a:pt x="167" y="4049"/>
                    <a:pt x="370" y="4049"/>
                  </a:cubicBezTo>
                  <a:lnTo>
                    <a:pt x="10704" y="4049"/>
                  </a:lnTo>
                  <a:cubicBezTo>
                    <a:pt x="10907" y="4049"/>
                    <a:pt x="11073" y="3882"/>
                    <a:pt x="11073" y="3680"/>
                  </a:cubicBezTo>
                  <a:lnTo>
                    <a:pt x="11073" y="1358"/>
                  </a:lnTo>
                  <a:lnTo>
                    <a:pt x="11073" y="168"/>
                  </a:lnTo>
                  <a:cubicBezTo>
                    <a:pt x="11085" y="60"/>
                    <a:pt x="11014" y="1"/>
                    <a:pt x="10919" y="1"/>
                  </a:cubicBezTo>
                  <a:cubicBezTo>
                    <a:pt x="10835" y="1"/>
                    <a:pt x="10764" y="72"/>
                    <a:pt x="10764" y="168"/>
                  </a:cubicBezTo>
                  <a:lnTo>
                    <a:pt x="10764" y="1192"/>
                  </a:lnTo>
                  <a:lnTo>
                    <a:pt x="322" y="1192"/>
                  </a:ln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4" name="Google Shape;12144;p66"/>
          <p:cNvGrpSpPr/>
          <p:nvPr/>
        </p:nvGrpSpPr>
        <p:grpSpPr>
          <a:xfrm>
            <a:off x="862283" y="4099321"/>
            <a:ext cx="341204" cy="359301"/>
            <a:chOff x="862283" y="4274771"/>
            <a:chExt cx="341204" cy="359301"/>
          </a:xfrm>
        </p:grpSpPr>
        <p:sp>
          <p:nvSpPr>
            <p:cNvPr id="12145" name="Google Shape;12145;p66"/>
            <p:cNvSpPr/>
            <p:nvPr/>
          </p:nvSpPr>
          <p:spPr>
            <a:xfrm>
              <a:off x="1100089" y="4490790"/>
              <a:ext cx="24267" cy="17366"/>
            </a:xfrm>
            <a:custGeom>
              <a:avLst/>
              <a:gdLst/>
              <a:ahLst/>
              <a:cxnLst/>
              <a:rect l="l" t="t" r="r" b="b"/>
              <a:pathLst>
                <a:path w="763" h="546" extrusionOk="0">
                  <a:moveTo>
                    <a:pt x="561" y="0"/>
                  </a:moveTo>
                  <a:cubicBezTo>
                    <a:pt x="536" y="0"/>
                    <a:pt x="510" y="7"/>
                    <a:pt x="489" y="22"/>
                  </a:cubicBezTo>
                  <a:lnTo>
                    <a:pt x="108" y="224"/>
                  </a:lnTo>
                  <a:cubicBezTo>
                    <a:pt x="24" y="272"/>
                    <a:pt x="0" y="379"/>
                    <a:pt x="48" y="450"/>
                  </a:cubicBezTo>
                  <a:cubicBezTo>
                    <a:pt x="72" y="510"/>
                    <a:pt x="131" y="545"/>
                    <a:pt x="191" y="545"/>
                  </a:cubicBezTo>
                  <a:cubicBezTo>
                    <a:pt x="227" y="545"/>
                    <a:pt x="250" y="545"/>
                    <a:pt x="262" y="522"/>
                  </a:cubicBezTo>
                  <a:lnTo>
                    <a:pt x="655" y="319"/>
                  </a:lnTo>
                  <a:cubicBezTo>
                    <a:pt x="727" y="272"/>
                    <a:pt x="762" y="164"/>
                    <a:pt x="715" y="93"/>
                  </a:cubicBezTo>
                  <a:cubicBezTo>
                    <a:pt x="682" y="35"/>
                    <a:pt x="620"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66"/>
            <p:cNvSpPr/>
            <p:nvPr/>
          </p:nvSpPr>
          <p:spPr>
            <a:xfrm>
              <a:off x="1100089" y="4476001"/>
              <a:ext cx="24267" cy="17397"/>
            </a:xfrm>
            <a:custGeom>
              <a:avLst/>
              <a:gdLst/>
              <a:ahLst/>
              <a:cxnLst/>
              <a:rect l="l" t="t" r="r" b="b"/>
              <a:pathLst>
                <a:path w="763" h="547" extrusionOk="0">
                  <a:moveTo>
                    <a:pt x="561" y="1"/>
                  </a:moveTo>
                  <a:cubicBezTo>
                    <a:pt x="536" y="1"/>
                    <a:pt x="510" y="8"/>
                    <a:pt x="489" y="22"/>
                  </a:cubicBezTo>
                  <a:lnTo>
                    <a:pt x="108" y="236"/>
                  </a:lnTo>
                  <a:cubicBezTo>
                    <a:pt x="24" y="272"/>
                    <a:pt x="0" y="379"/>
                    <a:pt x="48" y="451"/>
                  </a:cubicBezTo>
                  <a:cubicBezTo>
                    <a:pt x="72" y="510"/>
                    <a:pt x="131" y="546"/>
                    <a:pt x="191" y="546"/>
                  </a:cubicBezTo>
                  <a:cubicBezTo>
                    <a:pt x="227" y="546"/>
                    <a:pt x="250" y="546"/>
                    <a:pt x="262" y="534"/>
                  </a:cubicBezTo>
                  <a:lnTo>
                    <a:pt x="655" y="320"/>
                  </a:lnTo>
                  <a:cubicBezTo>
                    <a:pt x="727" y="272"/>
                    <a:pt x="762" y="177"/>
                    <a:pt x="715" y="94"/>
                  </a:cubicBezTo>
                  <a:cubicBezTo>
                    <a:pt x="682" y="36"/>
                    <a:pt x="620" y="1"/>
                    <a:pt x="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66"/>
            <p:cNvSpPr/>
            <p:nvPr/>
          </p:nvSpPr>
          <p:spPr>
            <a:xfrm>
              <a:off x="862283" y="4274771"/>
              <a:ext cx="341204" cy="359301"/>
            </a:xfrm>
            <a:custGeom>
              <a:avLst/>
              <a:gdLst/>
              <a:ahLst/>
              <a:cxnLst/>
              <a:rect l="l" t="t" r="r" b="b"/>
              <a:pathLst>
                <a:path w="10728" h="11297" extrusionOk="0">
                  <a:moveTo>
                    <a:pt x="5203" y="444"/>
                  </a:moveTo>
                  <a:lnTo>
                    <a:pt x="5203" y="2194"/>
                  </a:lnTo>
                  <a:lnTo>
                    <a:pt x="2084" y="3920"/>
                  </a:lnTo>
                  <a:lnTo>
                    <a:pt x="512" y="3051"/>
                  </a:lnTo>
                  <a:lnTo>
                    <a:pt x="5203" y="444"/>
                  </a:lnTo>
                  <a:close/>
                  <a:moveTo>
                    <a:pt x="5537" y="444"/>
                  </a:moveTo>
                  <a:lnTo>
                    <a:pt x="10228" y="3051"/>
                  </a:lnTo>
                  <a:lnTo>
                    <a:pt x="8656" y="3920"/>
                  </a:lnTo>
                  <a:lnTo>
                    <a:pt x="5537" y="2194"/>
                  </a:lnTo>
                  <a:lnTo>
                    <a:pt x="5537" y="444"/>
                  </a:lnTo>
                  <a:close/>
                  <a:moveTo>
                    <a:pt x="5382" y="2480"/>
                  </a:moveTo>
                  <a:lnTo>
                    <a:pt x="8311" y="4099"/>
                  </a:lnTo>
                  <a:lnTo>
                    <a:pt x="5382" y="5730"/>
                  </a:lnTo>
                  <a:lnTo>
                    <a:pt x="2441" y="4099"/>
                  </a:lnTo>
                  <a:lnTo>
                    <a:pt x="5382" y="2480"/>
                  </a:lnTo>
                  <a:close/>
                  <a:moveTo>
                    <a:pt x="346" y="3325"/>
                  </a:moveTo>
                  <a:lnTo>
                    <a:pt x="1941" y="4206"/>
                  </a:lnTo>
                  <a:lnTo>
                    <a:pt x="1941" y="7278"/>
                  </a:lnTo>
                  <a:lnTo>
                    <a:pt x="346" y="7992"/>
                  </a:lnTo>
                  <a:lnTo>
                    <a:pt x="346" y="3325"/>
                  </a:lnTo>
                  <a:close/>
                  <a:moveTo>
                    <a:pt x="2262" y="4385"/>
                  </a:moveTo>
                  <a:lnTo>
                    <a:pt x="3477" y="5051"/>
                  </a:lnTo>
                  <a:lnTo>
                    <a:pt x="5215" y="6028"/>
                  </a:lnTo>
                  <a:lnTo>
                    <a:pt x="5215" y="8921"/>
                  </a:lnTo>
                  <a:lnTo>
                    <a:pt x="2262" y="7290"/>
                  </a:lnTo>
                  <a:lnTo>
                    <a:pt x="2262" y="4385"/>
                  </a:lnTo>
                  <a:close/>
                  <a:moveTo>
                    <a:pt x="8489" y="4385"/>
                  </a:moveTo>
                  <a:lnTo>
                    <a:pt x="8489" y="7290"/>
                  </a:lnTo>
                  <a:lnTo>
                    <a:pt x="5537" y="8921"/>
                  </a:lnTo>
                  <a:lnTo>
                    <a:pt x="5537" y="6028"/>
                  </a:lnTo>
                  <a:lnTo>
                    <a:pt x="8489" y="4385"/>
                  </a:lnTo>
                  <a:close/>
                  <a:moveTo>
                    <a:pt x="5374" y="0"/>
                  </a:moveTo>
                  <a:cubicBezTo>
                    <a:pt x="5346" y="0"/>
                    <a:pt x="5316" y="9"/>
                    <a:pt x="5287" y="27"/>
                  </a:cubicBezTo>
                  <a:lnTo>
                    <a:pt x="96" y="2896"/>
                  </a:lnTo>
                  <a:cubicBezTo>
                    <a:pt x="36" y="2932"/>
                    <a:pt x="0" y="2992"/>
                    <a:pt x="0" y="3051"/>
                  </a:cubicBezTo>
                  <a:lnTo>
                    <a:pt x="0" y="8242"/>
                  </a:lnTo>
                  <a:cubicBezTo>
                    <a:pt x="0" y="8302"/>
                    <a:pt x="36" y="8361"/>
                    <a:pt x="96" y="8385"/>
                  </a:cubicBezTo>
                  <a:lnTo>
                    <a:pt x="2382" y="9659"/>
                  </a:lnTo>
                  <a:cubicBezTo>
                    <a:pt x="2407" y="9670"/>
                    <a:pt x="2434" y="9676"/>
                    <a:pt x="2461" y="9676"/>
                  </a:cubicBezTo>
                  <a:cubicBezTo>
                    <a:pt x="2519" y="9676"/>
                    <a:pt x="2575" y="9649"/>
                    <a:pt x="2608" y="9600"/>
                  </a:cubicBezTo>
                  <a:cubicBezTo>
                    <a:pt x="2655" y="9516"/>
                    <a:pt x="2620" y="9421"/>
                    <a:pt x="2548" y="9373"/>
                  </a:cubicBezTo>
                  <a:lnTo>
                    <a:pt x="548" y="8266"/>
                  </a:lnTo>
                  <a:lnTo>
                    <a:pt x="2096" y="7587"/>
                  </a:lnTo>
                  <a:lnTo>
                    <a:pt x="5227" y="9314"/>
                  </a:lnTo>
                  <a:lnTo>
                    <a:pt x="5227" y="10862"/>
                  </a:lnTo>
                  <a:lnTo>
                    <a:pt x="3215" y="9742"/>
                  </a:lnTo>
                  <a:cubicBezTo>
                    <a:pt x="3193" y="9727"/>
                    <a:pt x="3167" y="9721"/>
                    <a:pt x="3140" y="9721"/>
                  </a:cubicBezTo>
                  <a:cubicBezTo>
                    <a:pt x="3082" y="9721"/>
                    <a:pt x="3021" y="9753"/>
                    <a:pt x="2989" y="9802"/>
                  </a:cubicBezTo>
                  <a:cubicBezTo>
                    <a:pt x="2953" y="9873"/>
                    <a:pt x="2977" y="9981"/>
                    <a:pt x="3060" y="10028"/>
                  </a:cubicBezTo>
                  <a:lnTo>
                    <a:pt x="5299" y="11278"/>
                  </a:lnTo>
                  <a:cubicBezTo>
                    <a:pt x="5322" y="11290"/>
                    <a:pt x="5349" y="11296"/>
                    <a:pt x="5377" y="11296"/>
                  </a:cubicBezTo>
                  <a:cubicBezTo>
                    <a:pt x="5406" y="11296"/>
                    <a:pt x="5435" y="11290"/>
                    <a:pt x="5465" y="11278"/>
                  </a:cubicBezTo>
                  <a:lnTo>
                    <a:pt x="7835" y="9969"/>
                  </a:lnTo>
                  <a:cubicBezTo>
                    <a:pt x="7906" y="9921"/>
                    <a:pt x="7930" y="9814"/>
                    <a:pt x="7894" y="9742"/>
                  </a:cubicBezTo>
                  <a:cubicBezTo>
                    <a:pt x="7861" y="9693"/>
                    <a:pt x="7801" y="9661"/>
                    <a:pt x="7743" y="9661"/>
                  </a:cubicBezTo>
                  <a:cubicBezTo>
                    <a:pt x="7716" y="9661"/>
                    <a:pt x="7690" y="9668"/>
                    <a:pt x="7668" y="9683"/>
                  </a:cubicBezTo>
                  <a:lnTo>
                    <a:pt x="5561" y="10862"/>
                  </a:lnTo>
                  <a:lnTo>
                    <a:pt x="5561" y="9314"/>
                  </a:lnTo>
                  <a:lnTo>
                    <a:pt x="8680" y="7587"/>
                  </a:lnTo>
                  <a:lnTo>
                    <a:pt x="10228" y="8266"/>
                  </a:lnTo>
                  <a:lnTo>
                    <a:pt x="8335" y="9314"/>
                  </a:lnTo>
                  <a:cubicBezTo>
                    <a:pt x="8263" y="9361"/>
                    <a:pt x="8239" y="9457"/>
                    <a:pt x="8275" y="9540"/>
                  </a:cubicBezTo>
                  <a:cubicBezTo>
                    <a:pt x="8311" y="9600"/>
                    <a:pt x="8370" y="9623"/>
                    <a:pt x="8430" y="9623"/>
                  </a:cubicBezTo>
                  <a:cubicBezTo>
                    <a:pt x="8454" y="9623"/>
                    <a:pt x="8489" y="9623"/>
                    <a:pt x="8501" y="9611"/>
                  </a:cubicBezTo>
                  <a:lnTo>
                    <a:pt x="10680" y="8409"/>
                  </a:lnTo>
                  <a:cubicBezTo>
                    <a:pt x="10680" y="8373"/>
                    <a:pt x="10692" y="8349"/>
                    <a:pt x="10704" y="8326"/>
                  </a:cubicBezTo>
                  <a:cubicBezTo>
                    <a:pt x="10716" y="8302"/>
                    <a:pt x="10728" y="8266"/>
                    <a:pt x="10728" y="8242"/>
                  </a:cubicBezTo>
                  <a:lnTo>
                    <a:pt x="10728" y="6778"/>
                  </a:lnTo>
                  <a:cubicBezTo>
                    <a:pt x="10728" y="6694"/>
                    <a:pt x="10656" y="6623"/>
                    <a:pt x="10573" y="6623"/>
                  </a:cubicBezTo>
                  <a:cubicBezTo>
                    <a:pt x="10478" y="6623"/>
                    <a:pt x="10406" y="6694"/>
                    <a:pt x="10406" y="6778"/>
                  </a:cubicBezTo>
                  <a:lnTo>
                    <a:pt x="10406" y="7992"/>
                  </a:lnTo>
                  <a:lnTo>
                    <a:pt x="8811" y="7278"/>
                  </a:lnTo>
                  <a:lnTo>
                    <a:pt x="8811" y="4206"/>
                  </a:lnTo>
                  <a:lnTo>
                    <a:pt x="10406" y="3325"/>
                  </a:lnTo>
                  <a:lnTo>
                    <a:pt x="10406" y="6063"/>
                  </a:lnTo>
                  <a:cubicBezTo>
                    <a:pt x="10406" y="6159"/>
                    <a:pt x="10478" y="6230"/>
                    <a:pt x="10573" y="6230"/>
                  </a:cubicBezTo>
                  <a:cubicBezTo>
                    <a:pt x="10656" y="6230"/>
                    <a:pt x="10728" y="6159"/>
                    <a:pt x="10728" y="6063"/>
                  </a:cubicBezTo>
                  <a:lnTo>
                    <a:pt x="10728" y="3051"/>
                  </a:lnTo>
                  <a:cubicBezTo>
                    <a:pt x="10728" y="2992"/>
                    <a:pt x="10704" y="2932"/>
                    <a:pt x="10644" y="2896"/>
                  </a:cubicBezTo>
                  <a:lnTo>
                    <a:pt x="5453" y="27"/>
                  </a:lnTo>
                  <a:cubicBezTo>
                    <a:pt x="5430" y="9"/>
                    <a:pt x="5403" y="0"/>
                    <a:pt x="53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8" name="Google Shape;12148;p66"/>
          <p:cNvGrpSpPr/>
          <p:nvPr/>
        </p:nvGrpSpPr>
        <p:grpSpPr>
          <a:xfrm>
            <a:off x="1396957" y="4111915"/>
            <a:ext cx="301861" cy="332871"/>
            <a:chOff x="1396957" y="4287365"/>
            <a:chExt cx="301861" cy="332871"/>
          </a:xfrm>
        </p:grpSpPr>
        <p:sp>
          <p:nvSpPr>
            <p:cNvPr id="12149" name="Google Shape;12149;p66"/>
            <p:cNvSpPr/>
            <p:nvPr/>
          </p:nvSpPr>
          <p:spPr>
            <a:xfrm>
              <a:off x="1396957" y="4287365"/>
              <a:ext cx="301861" cy="332871"/>
            </a:xfrm>
            <a:custGeom>
              <a:avLst/>
              <a:gdLst/>
              <a:ahLst/>
              <a:cxnLst/>
              <a:rect l="l" t="t" r="r" b="b"/>
              <a:pathLst>
                <a:path w="9491" h="10466" extrusionOk="0">
                  <a:moveTo>
                    <a:pt x="751" y="2417"/>
                  </a:moveTo>
                  <a:lnTo>
                    <a:pt x="930" y="2619"/>
                  </a:lnTo>
                  <a:lnTo>
                    <a:pt x="513" y="2989"/>
                  </a:lnTo>
                  <a:lnTo>
                    <a:pt x="334" y="2786"/>
                  </a:lnTo>
                  <a:lnTo>
                    <a:pt x="751" y="2417"/>
                  </a:lnTo>
                  <a:close/>
                  <a:moveTo>
                    <a:pt x="1132" y="2834"/>
                  </a:moveTo>
                  <a:lnTo>
                    <a:pt x="3394" y="5346"/>
                  </a:lnTo>
                  <a:lnTo>
                    <a:pt x="3299" y="5429"/>
                  </a:lnTo>
                  <a:lnTo>
                    <a:pt x="1037" y="2917"/>
                  </a:lnTo>
                  <a:lnTo>
                    <a:pt x="1132" y="2834"/>
                  </a:lnTo>
                  <a:close/>
                  <a:moveTo>
                    <a:pt x="811" y="3131"/>
                  </a:moveTo>
                  <a:lnTo>
                    <a:pt x="3073" y="5644"/>
                  </a:lnTo>
                  <a:lnTo>
                    <a:pt x="2989" y="5727"/>
                  </a:lnTo>
                  <a:lnTo>
                    <a:pt x="727" y="3215"/>
                  </a:lnTo>
                  <a:lnTo>
                    <a:pt x="811" y="3131"/>
                  </a:lnTo>
                  <a:close/>
                  <a:moveTo>
                    <a:pt x="3478" y="5691"/>
                  </a:moveTo>
                  <a:lnTo>
                    <a:pt x="3597" y="5989"/>
                  </a:lnTo>
                  <a:lnTo>
                    <a:pt x="3299" y="5846"/>
                  </a:lnTo>
                  <a:lnTo>
                    <a:pt x="3478" y="5691"/>
                  </a:lnTo>
                  <a:close/>
                  <a:moveTo>
                    <a:pt x="3216" y="0"/>
                  </a:moveTo>
                  <a:cubicBezTo>
                    <a:pt x="3013" y="0"/>
                    <a:pt x="2858" y="167"/>
                    <a:pt x="2858" y="357"/>
                  </a:cubicBezTo>
                  <a:lnTo>
                    <a:pt x="2858" y="4286"/>
                  </a:lnTo>
                  <a:lnTo>
                    <a:pt x="977" y="2203"/>
                  </a:lnTo>
                  <a:cubicBezTo>
                    <a:pt x="918" y="2143"/>
                    <a:pt x="846" y="2119"/>
                    <a:pt x="775" y="2096"/>
                  </a:cubicBezTo>
                  <a:cubicBezTo>
                    <a:pt x="691" y="2096"/>
                    <a:pt x="608" y="2131"/>
                    <a:pt x="549" y="2167"/>
                  </a:cubicBezTo>
                  <a:lnTo>
                    <a:pt x="132" y="2548"/>
                  </a:lnTo>
                  <a:cubicBezTo>
                    <a:pt x="13" y="2667"/>
                    <a:pt x="1" y="2858"/>
                    <a:pt x="96" y="2977"/>
                  </a:cubicBezTo>
                  <a:lnTo>
                    <a:pt x="2751" y="5917"/>
                  </a:lnTo>
                  <a:cubicBezTo>
                    <a:pt x="2775" y="5953"/>
                    <a:pt x="2811" y="5977"/>
                    <a:pt x="2858" y="6001"/>
                  </a:cubicBezTo>
                  <a:lnTo>
                    <a:pt x="2858" y="8358"/>
                  </a:lnTo>
                  <a:lnTo>
                    <a:pt x="2263" y="8358"/>
                  </a:lnTo>
                  <a:cubicBezTo>
                    <a:pt x="2168" y="8358"/>
                    <a:pt x="2108" y="8442"/>
                    <a:pt x="2108" y="8513"/>
                  </a:cubicBezTo>
                  <a:cubicBezTo>
                    <a:pt x="2108" y="8596"/>
                    <a:pt x="2180" y="8656"/>
                    <a:pt x="2263" y="8656"/>
                  </a:cubicBezTo>
                  <a:lnTo>
                    <a:pt x="6502" y="8656"/>
                  </a:lnTo>
                  <a:cubicBezTo>
                    <a:pt x="6526" y="8656"/>
                    <a:pt x="6549" y="8692"/>
                    <a:pt x="6549" y="8704"/>
                  </a:cubicBezTo>
                  <a:lnTo>
                    <a:pt x="6549" y="9013"/>
                  </a:lnTo>
                  <a:cubicBezTo>
                    <a:pt x="6549" y="9477"/>
                    <a:pt x="6752" y="9882"/>
                    <a:pt x="7097" y="10144"/>
                  </a:cubicBezTo>
                  <a:lnTo>
                    <a:pt x="1644" y="10144"/>
                  </a:lnTo>
                  <a:cubicBezTo>
                    <a:pt x="1025" y="10144"/>
                    <a:pt x="513" y="9644"/>
                    <a:pt x="513" y="9013"/>
                  </a:cubicBezTo>
                  <a:lnTo>
                    <a:pt x="513" y="8704"/>
                  </a:lnTo>
                  <a:cubicBezTo>
                    <a:pt x="513" y="8680"/>
                    <a:pt x="549" y="8656"/>
                    <a:pt x="561" y="8656"/>
                  </a:cubicBezTo>
                  <a:lnTo>
                    <a:pt x="1573" y="8656"/>
                  </a:lnTo>
                  <a:cubicBezTo>
                    <a:pt x="1668" y="8656"/>
                    <a:pt x="1727" y="8584"/>
                    <a:pt x="1727" y="8513"/>
                  </a:cubicBezTo>
                  <a:cubicBezTo>
                    <a:pt x="1727" y="8418"/>
                    <a:pt x="1644" y="8358"/>
                    <a:pt x="1573" y="8358"/>
                  </a:cubicBezTo>
                  <a:lnTo>
                    <a:pt x="561" y="8358"/>
                  </a:lnTo>
                  <a:cubicBezTo>
                    <a:pt x="370" y="8358"/>
                    <a:pt x="203" y="8525"/>
                    <a:pt x="203" y="8715"/>
                  </a:cubicBezTo>
                  <a:lnTo>
                    <a:pt x="203" y="9037"/>
                  </a:lnTo>
                  <a:cubicBezTo>
                    <a:pt x="203" y="9823"/>
                    <a:pt x="846" y="10466"/>
                    <a:pt x="1632" y="10466"/>
                  </a:cubicBezTo>
                  <a:lnTo>
                    <a:pt x="8050" y="10466"/>
                  </a:lnTo>
                  <a:cubicBezTo>
                    <a:pt x="8835" y="10466"/>
                    <a:pt x="9478" y="9823"/>
                    <a:pt x="9478" y="9037"/>
                  </a:cubicBezTo>
                  <a:lnTo>
                    <a:pt x="9478" y="4846"/>
                  </a:lnTo>
                  <a:cubicBezTo>
                    <a:pt x="9478" y="4763"/>
                    <a:pt x="9407" y="4703"/>
                    <a:pt x="9324" y="4703"/>
                  </a:cubicBezTo>
                  <a:cubicBezTo>
                    <a:pt x="9240" y="4703"/>
                    <a:pt x="9181" y="4774"/>
                    <a:pt x="9181" y="4846"/>
                  </a:cubicBezTo>
                  <a:lnTo>
                    <a:pt x="9181" y="9037"/>
                  </a:lnTo>
                  <a:cubicBezTo>
                    <a:pt x="9181" y="9656"/>
                    <a:pt x="8669" y="10168"/>
                    <a:pt x="8050" y="10168"/>
                  </a:cubicBezTo>
                  <a:lnTo>
                    <a:pt x="7978" y="10168"/>
                  </a:lnTo>
                  <a:cubicBezTo>
                    <a:pt x="7347" y="10168"/>
                    <a:pt x="6847" y="9656"/>
                    <a:pt x="6847" y="9037"/>
                  </a:cubicBezTo>
                  <a:lnTo>
                    <a:pt x="6847" y="8715"/>
                  </a:lnTo>
                  <a:cubicBezTo>
                    <a:pt x="6847" y="8525"/>
                    <a:pt x="6680" y="8358"/>
                    <a:pt x="6490" y="8358"/>
                  </a:cubicBezTo>
                  <a:lnTo>
                    <a:pt x="3156" y="8358"/>
                  </a:lnTo>
                  <a:lnTo>
                    <a:pt x="3156" y="6096"/>
                  </a:lnTo>
                  <a:lnTo>
                    <a:pt x="3585" y="6322"/>
                  </a:lnTo>
                  <a:cubicBezTo>
                    <a:pt x="3609" y="6334"/>
                    <a:pt x="3656" y="6358"/>
                    <a:pt x="3692" y="6358"/>
                  </a:cubicBezTo>
                  <a:cubicBezTo>
                    <a:pt x="3751" y="6358"/>
                    <a:pt x="3811" y="6334"/>
                    <a:pt x="3847" y="6298"/>
                  </a:cubicBezTo>
                  <a:cubicBezTo>
                    <a:pt x="3930" y="6215"/>
                    <a:pt x="3954" y="6120"/>
                    <a:pt x="3906" y="6025"/>
                  </a:cubicBezTo>
                  <a:lnTo>
                    <a:pt x="3668" y="5394"/>
                  </a:lnTo>
                  <a:lnTo>
                    <a:pt x="3668" y="5358"/>
                  </a:lnTo>
                  <a:cubicBezTo>
                    <a:pt x="3668" y="5286"/>
                    <a:pt x="3644" y="5191"/>
                    <a:pt x="3597" y="5132"/>
                  </a:cubicBezTo>
                  <a:lnTo>
                    <a:pt x="3132" y="4608"/>
                  </a:lnTo>
                  <a:lnTo>
                    <a:pt x="3132" y="345"/>
                  </a:lnTo>
                  <a:cubicBezTo>
                    <a:pt x="3132" y="310"/>
                    <a:pt x="3168" y="298"/>
                    <a:pt x="3180" y="298"/>
                  </a:cubicBezTo>
                  <a:lnTo>
                    <a:pt x="9109" y="298"/>
                  </a:lnTo>
                  <a:cubicBezTo>
                    <a:pt x="9133" y="298"/>
                    <a:pt x="9145" y="333"/>
                    <a:pt x="9145" y="345"/>
                  </a:cubicBezTo>
                  <a:lnTo>
                    <a:pt x="9145" y="2346"/>
                  </a:lnTo>
                  <a:cubicBezTo>
                    <a:pt x="9145" y="2441"/>
                    <a:pt x="9228" y="2500"/>
                    <a:pt x="9300" y="2500"/>
                  </a:cubicBezTo>
                  <a:cubicBezTo>
                    <a:pt x="9383" y="2500"/>
                    <a:pt x="9443" y="2429"/>
                    <a:pt x="9443" y="2346"/>
                  </a:cubicBezTo>
                  <a:lnTo>
                    <a:pt x="9443" y="345"/>
                  </a:lnTo>
                  <a:cubicBezTo>
                    <a:pt x="9490" y="167"/>
                    <a:pt x="932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66"/>
            <p:cNvSpPr/>
            <p:nvPr/>
          </p:nvSpPr>
          <p:spPr>
            <a:xfrm>
              <a:off x="1689309" y="4378614"/>
              <a:ext cx="9510" cy="46976"/>
            </a:xfrm>
            <a:custGeom>
              <a:avLst/>
              <a:gdLst/>
              <a:ahLst/>
              <a:cxnLst/>
              <a:rect l="l" t="t" r="r" b="b"/>
              <a:pathLst>
                <a:path w="299" h="1477" extrusionOk="0">
                  <a:moveTo>
                    <a:pt x="155" y="0"/>
                  </a:moveTo>
                  <a:cubicBezTo>
                    <a:pt x="60" y="0"/>
                    <a:pt x="1" y="84"/>
                    <a:pt x="1" y="155"/>
                  </a:cubicBezTo>
                  <a:lnTo>
                    <a:pt x="1" y="1334"/>
                  </a:lnTo>
                  <a:cubicBezTo>
                    <a:pt x="1" y="1417"/>
                    <a:pt x="72" y="1477"/>
                    <a:pt x="155" y="1477"/>
                  </a:cubicBezTo>
                  <a:cubicBezTo>
                    <a:pt x="239" y="1477"/>
                    <a:pt x="298" y="1405"/>
                    <a:pt x="298" y="1334"/>
                  </a:cubicBezTo>
                  <a:lnTo>
                    <a:pt x="298" y="155"/>
                  </a:lnTo>
                  <a:cubicBezTo>
                    <a:pt x="298" y="84"/>
                    <a:pt x="239"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66"/>
            <p:cNvSpPr/>
            <p:nvPr/>
          </p:nvSpPr>
          <p:spPr>
            <a:xfrm>
              <a:off x="1520424" y="4385420"/>
              <a:ext cx="33363" cy="32982"/>
            </a:xfrm>
            <a:custGeom>
              <a:avLst/>
              <a:gdLst/>
              <a:ahLst/>
              <a:cxnLst/>
              <a:rect l="l" t="t" r="r" b="b"/>
              <a:pathLst>
                <a:path w="1049" h="1037" extrusionOk="0">
                  <a:moveTo>
                    <a:pt x="524" y="298"/>
                  </a:moveTo>
                  <a:cubicBezTo>
                    <a:pt x="643" y="298"/>
                    <a:pt x="739" y="406"/>
                    <a:pt x="739" y="525"/>
                  </a:cubicBezTo>
                  <a:cubicBezTo>
                    <a:pt x="739" y="644"/>
                    <a:pt x="643" y="739"/>
                    <a:pt x="524" y="739"/>
                  </a:cubicBezTo>
                  <a:cubicBezTo>
                    <a:pt x="405" y="739"/>
                    <a:pt x="298" y="644"/>
                    <a:pt x="298" y="525"/>
                  </a:cubicBezTo>
                  <a:cubicBezTo>
                    <a:pt x="298" y="406"/>
                    <a:pt x="405" y="298"/>
                    <a:pt x="524" y="298"/>
                  </a:cubicBezTo>
                  <a:close/>
                  <a:moveTo>
                    <a:pt x="524" y="1"/>
                  </a:moveTo>
                  <a:cubicBezTo>
                    <a:pt x="238" y="1"/>
                    <a:pt x="0" y="239"/>
                    <a:pt x="0" y="525"/>
                  </a:cubicBezTo>
                  <a:cubicBezTo>
                    <a:pt x="0" y="798"/>
                    <a:pt x="238" y="1037"/>
                    <a:pt x="524" y="1037"/>
                  </a:cubicBezTo>
                  <a:cubicBezTo>
                    <a:pt x="798" y="1037"/>
                    <a:pt x="1036" y="798"/>
                    <a:pt x="1036" y="525"/>
                  </a:cubicBezTo>
                  <a:cubicBezTo>
                    <a:pt x="1048" y="239"/>
                    <a:pt x="822"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66"/>
            <p:cNvSpPr/>
            <p:nvPr/>
          </p:nvSpPr>
          <p:spPr>
            <a:xfrm>
              <a:off x="1563202" y="4398683"/>
              <a:ext cx="34508" cy="9510"/>
            </a:xfrm>
            <a:custGeom>
              <a:avLst/>
              <a:gdLst/>
              <a:ahLst/>
              <a:cxnLst/>
              <a:rect l="l" t="t" r="r" b="b"/>
              <a:pathLst>
                <a:path w="1085" h="299" extrusionOk="0">
                  <a:moveTo>
                    <a:pt x="167" y="0"/>
                  </a:moveTo>
                  <a:cubicBezTo>
                    <a:pt x="84" y="0"/>
                    <a:pt x="25" y="72"/>
                    <a:pt x="25" y="143"/>
                  </a:cubicBezTo>
                  <a:cubicBezTo>
                    <a:pt x="1" y="227"/>
                    <a:pt x="84" y="298"/>
                    <a:pt x="167" y="298"/>
                  </a:cubicBezTo>
                  <a:lnTo>
                    <a:pt x="929" y="298"/>
                  </a:lnTo>
                  <a:cubicBezTo>
                    <a:pt x="1025" y="298"/>
                    <a:pt x="1084" y="227"/>
                    <a:pt x="1084" y="143"/>
                  </a:cubicBezTo>
                  <a:cubicBezTo>
                    <a:pt x="1084" y="60"/>
                    <a:pt x="1001"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66"/>
            <p:cNvSpPr/>
            <p:nvPr/>
          </p:nvSpPr>
          <p:spPr>
            <a:xfrm>
              <a:off x="1563965" y="4410037"/>
              <a:ext cx="92807" cy="9510"/>
            </a:xfrm>
            <a:custGeom>
              <a:avLst/>
              <a:gdLst/>
              <a:ahLst/>
              <a:cxnLst/>
              <a:rect l="l" t="t" r="r" b="b"/>
              <a:pathLst>
                <a:path w="2918" h="299" extrusionOk="0">
                  <a:moveTo>
                    <a:pt x="143" y="1"/>
                  </a:moveTo>
                  <a:cubicBezTo>
                    <a:pt x="60" y="1"/>
                    <a:pt x="1" y="72"/>
                    <a:pt x="1" y="144"/>
                  </a:cubicBezTo>
                  <a:cubicBezTo>
                    <a:pt x="1" y="239"/>
                    <a:pt x="72" y="298"/>
                    <a:pt x="143" y="298"/>
                  </a:cubicBezTo>
                  <a:lnTo>
                    <a:pt x="2763" y="298"/>
                  </a:lnTo>
                  <a:cubicBezTo>
                    <a:pt x="2858" y="298"/>
                    <a:pt x="2918" y="227"/>
                    <a:pt x="2918" y="144"/>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66"/>
            <p:cNvSpPr/>
            <p:nvPr/>
          </p:nvSpPr>
          <p:spPr>
            <a:xfrm>
              <a:off x="1563202" y="4385039"/>
              <a:ext cx="10273" cy="9510"/>
            </a:xfrm>
            <a:custGeom>
              <a:avLst/>
              <a:gdLst/>
              <a:ahLst/>
              <a:cxnLst/>
              <a:rect l="l" t="t" r="r" b="b"/>
              <a:pathLst>
                <a:path w="323" h="299" extrusionOk="0">
                  <a:moveTo>
                    <a:pt x="167" y="1"/>
                  </a:moveTo>
                  <a:cubicBezTo>
                    <a:pt x="84" y="1"/>
                    <a:pt x="25" y="72"/>
                    <a:pt x="25" y="144"/>
                  </a:cubicBezTo>
                  <a:cubicBezTo>
                    <a:pt x="1" y="215"/>
                    <a:pt x="84" y="299"/>
                    <a:pt x="167" y="299"/>
                  </a:cubicBezTo>
                  <a:cubicBezTo>
                    <a:pt x="263" y="299"/>
                    <a:pt x="322" y="215"/>
                    <a:pt x="322" y="144"/>
                  </a:cubicBez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66"/>
            <p:cNvSpPr/>
            <p:nvPr/>
          </p:nvSpPr>
          <p:spPr>
            <a:xfrm>
              <a:off x="1520424" y="4436944"/>
              <a:ext cx="33363" cy="33332"/>
            </a:xfrm>
            <a:custGeom>
              <a:avLst/>
              <a:gdLst/>
              <a:ahLst/>
              <a:cxnLst/>
              <a:rect l="l" t="t" r="r" b="b"/>
              <a:pathLst>
                <a:path w="1049" h="1048" extrusionOk="0">
                  <a:moveTo>
                    <a:pt x="524" y="298"/>
                  </a:moveTo>
                  <a:cubicBezTo>
                    <a:pt x="643" y="298"/>
                    <a:pt x="739" y="405"/>
                    <a:pt x="739" y="524"/>
                  </a:cubicBezTo>
                  <a:cubicBezTo>
                    <a:pt x="739" y="655"/>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66"/>
            <p:cNvSpPr/>
            <p:nvPr/>
          </p:nvSpPr>
          <p:spPr>
            <a:xfrm>
              <a:off x="1563202" y="4450175"/>
              <a:ext cx="34508" cy="9510"/>
            </a:xfrm>
            <a:custGeom>
              <a:avLst/>
              <a:gdLst/>
              <a:ahLst/>
              <a:cxnLst/>
              <a:rect l="l" t="t" r="r" b="b"/>
              <a:pathLst>
                <a:path w="1085" h="299" extrusionOk="0">
                  <a:moveTo>
                    <a:pt x="167" y="1"/>
                  </a:moveTo>
                  <a:cubicBezTo>
                    <a:pt x="84" y="1"/>
                    <a:pt x="25" y="72"/>
                    <a:pt x="25" y="156"/>
                  </a:cubicBezTo>
                  <a:cubicBezTo>
                    <a:pt x="1" y="239"/>
                    <a:pt x="84" y="298"/>
                    <a:pt x="167" y="298"/>
                  </a:cubicBezTo>
                  <a:lnTo>
                    <a:pt x="929" y="298"/>
                  </a:lnTo>
                  <a:cubicBezTo>
                    <a:pt x="1025" y="298"/>
                    <a:pt x="1084" y="227"/>
                    <a:pt x="1084" y="156"/>
                  </a:cubicBezTo>
                  <a:cubicBezTo>
                    <a:pt x="1084" y="60"/>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66"/>
            <p:cNvSpPr/>
            <p:nvPr/>
          </p:nvSpPr>
          <p:spPr>
            <a:xfrm>
              <a:off x="1563965" y="4461530"/>
              <a:ext cx="92807" cy="9510"/>
            </a:xfrm>
            <a:custGeom>
              <a:avLst/>
              <a:gdLst/>
              <a:ahLst/>
              <a:cxnLst/>
              <a:rect l="l" t="t" r="r" b="b"/>
              <a:pathLst>
                <a:path w="2918" h="299" extrusionOk="0">
                  <a:moveTo>
                    <a:pt x="143" y="1"/>
                  </a:moveTo>
                  <a:cubicBezTo>
                    <a:pt x="60" y="1"/>
                    <a:pt x="1" y="72"/>
                    <a:pt x="1" y="156"/>
                  </a:cubicBezTo>
                  <a:cubicBezTo>
                    <a:pt x="1" y="239"/>
                    <a:pt x="72" y="299"/>
                    <a:pt x="143" y="299"/>
                  </a:cubicBezTo>
                  <a:lnTo>
                    <a:pt x="2763" y="299"/>
                  </a:lnTo>
                  <a:cubicBezTo>
                    <a:pt x="2858" y="299"/>
                    <a:pt x="2918" y="227"/>
                    <a:pt x="2918" y="156"/>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66"/>
            <p:cNvSpPr/>
            <p:nvPr/>
          </p:nvSpPr>
          <p:spPr>
            <a:xfrm>
              <a:off x="1563202" y="4436563"/>
              <a:ext cx="10273" cy="9478"/>
            </a:xfrm>
            <a:custGeom>
              <a:avLst/>
              <a:gdLst/>
              <a:ahLst/>
              <a:cxnLst/>
              <a:rect l="l" t="t" r="r" b="b"/>
              <a:pathLst>
                <a:path w="323" h="298" extrusionOk="0">
                  <a:moveTo>
                    <a:pt x="167" y="0"/>
                  </a:moveTo>
                  <a:cubicBezTo>
                    <a:pt x="84" y="0"/>
                    <a:pt x="25" y="72"/>
                    <a:pt x="25" y="143"/>
                  </a:cubicBezTo>
                  <a:cubicBezTo>
                    <a:pt x="1" y="226"/>
                    <a:pt x="84" y="298"/>
                    <a:pt x="167" y="298"/>
                  </a:cubicBezTo>
                  <a:cubicBezTo>
                    <a:pt x="263" y="298"/>
                    <a:pt x="322" y="226"/>
                    <a:pt x="322" y="143"/>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66"/>
            <p:cNvSpPr/>
            <p:nvPr/>
          </p:nvSpPr>
          <p:spPr>
            <a:xfrm>
              <a:off x="1520424" y="4488437"/>
              <a:ext cx="33363" cy="33332"/>
            </a:xfrm>
            <a:custGeom>
              <a:avLst/>
              <a:gdLst/>
              <a:ahLst/>
              <a:cxnLst/>
              <a:rect l="l" t="t" r="r" b="b"/>
              <a:pathLst>
                <a:path w="1049" h="1048" extrusionOk="0">
                  <a:moveTo>
                    <a:pt x="524" y="298"/>
                  </a:moveTo>
                  <a:cubicBezTo>
                    <a:pt x="643" y="298"/>
                    <a:pt x="739" y="405"/>
                    <a:pt x="739" y="524"/>
                  </a:cubicBezTo>
                  <a:cubicBezTo>
                    <a:pt x="739" y="643"/>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66"/>
            <p:cNvSpPr/>
            <p:nvPr/>
          </p:nvSpPr>
          <p:spPr>
            <a:xfrm>
              <a:off x="1563202" y="4501667"/>
              <a:ext cx="34508" cy="9510"/>
            </a:xfrm>
            <a:custGeom>
              <a:avLst/>
              <a:gdLst/>
              <a:ahLst/>
              <a:cxnLst/>
              <a:rect l="l" t="t" r="r" b="b"/>
              <a:pathLst>
                <a:path w="1085" h="299" extrusionOk="0">
                  <a:moveTo>
                    <a:pt x="167" y="1"/>
                  </a:moveTo>
                  <a:cubicBezTo>
                    <a:pt x="84" y="1"/>
                    <a:pt x="25" y="84"/>
                    <a:pt x="25" y="156"/>
                  </a:cubicBezTo>
                  <a:cubicBezTo>
                    <a:pt x="1" y="239"/>
                    <a:pt x="84" y="299"/>
                    <a:pt x="167" y="299"/>
                  </a:cubicBezTo>
                  <a:lnTo>
                    <a:pt x="929" y="299"/>
                  </a:lnTo>
                  <a:cubicBezTo>
                    <a:pt x="1025" y="299"/>
                    <a:pt x="1084" y="227"/>
                    <a:pt x="1084" y="156"/>
                  </a:cubicBezTo>
                  <a:cubicBezTo>
                    <a:pt x="1084" y="61"/>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66"/>
            <p:cNvSpPr/>
            <p:nvPr/>
          </p:nvSpPr>
          <p:spPr>
            <a:xfrm>
              <a:off x="1563202" y="4513785"/>
              <a:ext cx="93570" cy="9510"/>
            </a:xfrm>
            <a:custGeom>
              <a:avLst/>
              <a:gdLst/>
              <a:ahLst/>
              <a:cxnLst/>
              <a:rect l="l" t="t" r="r" b="b"/>
              <a:pathLst>
                <a:path w="2942" h="299" extrusionOk="0">
                  <a:moveTo>
                    <a:pt x="167" y="1"/>
                  </a:moveTo>
                  <a:cubicBezTo>
                    <a:pt x="84" y="1"/>
                    <a:pt x="25" y="72"/>
                    <a:pt x="25" y="144"/>
                  </a:cubicBezTo>
                  <a:cubicBezTo>
                    <a:pt x="1" y="215"/>
                    <a:pt x="84" y="299"/>
                    <a:pt x="167" y="299"/>
                  </a:cubicBezTo>
                  <a:lnTo>
                    <a:pt x="2787" y="299"/>
                  </a:lnTo>
                  <a:cubicBezTo>
                    <a:pt x="2882" y="299"/>
                    <a:pt x="2942" y="215"/>
                    <a:pt x="2942" y="144"/>
                  </a:cubicBezTo>
                  <a:cubicBezTo>
                    <a:pt x="2942" y="61"/>
                    <a:pt x="2870"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66"/>
            <p:cNvSpPr/>
            <p:nvPr/>
          </p:nvSpPr>
          <p:spPr>
            <a:xfrm>
              <a:off x="1563202" y="4488055"/>
              <a:ext cx="10273" cy="9478"/>
            </a:xfrm>
            <a:custGeom>
              <a:avLst/>
              <a:gdLst/>
              <a:ahLst/>
              <a:cxnLst/>
              <a:rect l="l" t="t" r="r" b="b"/>
              <a:pathLst>
                <a:path w="323" h="298" extrusionOk="0">
                  <a:moveTo>
                    <a:pt x="167" y="0"/>
                  </a:moveTo>
                  <a:cubicBezTo>
                    <a:pt x="84" y="0"/>
                    <a:pt x="25" y="72"/>
                    <a:pt x="25" y="155"/>
                  </a:cubicBezTo>
                  <a:cubicBezTo>
                    <a:pt x="1" y="227"/>
                    <a:pt x="84" y="298"/>
                    <a:pt x="167" y="298"/>
                  </a:cubicBezTo>
                  <a:cubicBezTo>
                    <a:pt x="263" y="298"/>
                    <a:pt x="322" y="227"/>
                    <a:pt x="322" y="155"/>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66"/>
            <p:cNvSpPr/>
            <p:nvPr/>
          </p:nvSpPr>
          <p:spPr>
            <a:xfrm>
              <a:off x="1522682" y="4318025"/>
              <a:ext cx="141659" cy="37912"/>
            </a:xfrm>
            <a:custGeom>
              <a:avLst/>
              <a:gdLst/>
              <a:ahLst/>
              <a:cxnLst/>
              <a:rect l="l" t="t" r="r" b="b"/>
              <a:pathLst>
                <a:path w="4454" h="1192" extrusionOk="0">
                  <a:moveTo>
                    <a:pt x="4144" y="322"/>
                  </a:moveTo>
                  <a:lnTo>
                    <a:pt x="4144" y="893"/>
                  </a:lnTo>
                  <a:lnTo>
                    <a:pt x="298" y="893"/>
                  </a:lnTo>
                  <a:lnTo>
                    <a:pt x="298" y="322"/>
                  </a:lnTo>
                  <a:close/>
                  <a:moveTo>
                    <a:pt x="156" y="0"/>
                  </a:moveTo>
                  <a:cubicBezTo>
                    <a:pt x="60" y="0"/>
                    <a:pt x="1" y="84"/>
                    <a:pt x="1" y="155"/>
                  </a:cubicBezTo>
                  <a:lnTo>
                    <a:pt x="1" y="1048"/>
                  </a:lnTo>
                  <a:cubicBezTo>
                    <a:pt x="1" y="1132"/>
                    <a:pt x="72" y="1191"/>
                    <a:pt x="156" y="1191"/>
                  </a:cubicBezTo>
                  <a:lnTo>
                    <a:pt x="4299" y="1191"/>
                  </a:lnTo>
                  <a:cubicBezTo>
                    <a:pt x="4382" y="1191"/>
                    <a:pt x="4454" y="1132"/>
                    <a:pt x="4454" y="1048"/>
                  </a:cubicBezTo>
                  <a:lnTo>
                    <a:pt x="4454" y="155"/>
                  </a:lnTo>
                  <a:cubicBezTo>
                    <a:pt x="4454" y="60"/>
                    <a:pt x="4382"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4" name="Google Shape;12164;p66"/>
          <p:cNvGrpSpPr/>
          <p:nvPr/>
        </p:nvGrpSpPr>
        <p:grpSpPr>
          <a:xfrm>
            <a:off x="1865381" y="4102056"/>
            <a:ext cx="396131" cy="355612"/>
            <a:chOff x="1865381" y="4277506"/>
            <a:chExt cx="396131" cy="355612"/>
          </a:xfrm>
        </p:grpSpPr>
        <p:sp>
          <p:nvSpPr>
            <p:cNvPr id="12165" name="Google Shape;12165;p66"/>
            <p:cNvSpPr/>
            <p:nvPr/>
          </p:nvSpPr>
          <p:spPr>
            <a:xfrm>
              <a:off x="1865381" y="4277506"/>
              <a:ext cx="396131" cy="355612"/>
            </a:xfrm>
            <a:custGeom>
              <a:avLst/>
              <a:gdLst/>
              <a:ahLst/>
              <a:cxnLst/>
              <a:rect l="l" t="t" r="r" b="b"/>
              <a:pathLst>
                <a:path w="12455" h="11181" extrusionOk="0">
                  <a:moveTo>
                    <a:pt x="6240" y="322"/>
                  </a:moveTo>
                  <a:cubicBezTo>
                    <a:pt x="6883" y="322"/>
                    <a:pt x="7395" y="846"/>
                    <a:pt x="7395" y="1489"/>
                  </a:cubicBezTo>
                  <a:cubicBezTo>
                    <a:pt x="7395" y="2132"/>
                    <a:pt x="6883" y="2644"/>
                    <a:pt x="6240" y="2644"/>
                  </a:cubicBezTo>
                  <a:cubicBezTo>
                    <a:pt x="5597" y="2644"/>
                    <a:pt x="5073" y="2132"/>
                    <a:pt x="5073" y="1489"/>
                  </a:cubicBezTo>
                  <a:cubicBezTo>
                    <a:pt x="5073" y="834"/>
                    <a:pt x="5597" y="322"/>
                    <a:pt x="6240" y="322"/>
                  </a:cubicBezTo>
                  <a:close/>
                  <a:moveTo>
                    <a:pt x="8621" y="3703"/>
                  </a:moveTo>
                  <a:cubicBezTo>
                    <a:pt x="8943" y="3703"/>
                    <a:pt x="9276" y="3751"/>
                    <a:pt x="9585" y="3834"/>
                  </a:cubicBezTo>
                  <a:cubicBezTo>
                    <a:pt x="9657" y="4156"/>
                    <a:pt x="9705" y="4477"/>
                    <a:pt x="9705" y="4811"/>
                  </a:cubicBezTo>
                  <a:cubicBezTo>
                    <a:pt x="9705" y="6239"/>
                    <a:pt x="8847" y="7466"/>
                    <a:pt x="7609" y="7990"/>
                  </a:cubicBezTo>
                  <a:cubicBezTo>
                    <a:pt x="7669" y="7728"/>
                    <a:pt x="7692" y="7454"/>
                    <a:pt x="7692" y="7192"/>
                  </a:cubicBezTo>
                  <a:cubicBezTo>
                    <a:pt x="7692" y="6382"/>
                    <a:pt x="7454" y="5620"/>
                    <a:pt x="7002" y="4965"/>
                  </a:cubicBezTo>
                  <a:cubicBezTo>
                    <a:pt x="6859" y="4775"/>
                    <a:pt x="6704" y="4584"/>
                    <a:pt x="6526" y="4418"/>
                  </a:cubicBezTo>
                  <a:cubicBezTo>
                    <a:pt x="7097" y="3977"/>
                    <a:pt x="7835" y="3703"/>
                    <a:pt x="8621" y="3703"/>
                  </a:cubicBezTo>
                  <a:close/>
                  <a:moveTo>
                    <a:pt x="10478" y="7918"/>
                  </a:moveTo>
                  <a:lnTo>
                    <a:pt x="10598" y="8168"/>
                  </a:lnTo>
                  <a:lnTo>
                    <a:pt x="10359" y="8168"/>
                  </a:lnTo>
                  <a:lnTo>
                    <a:pt x="10478" y="7918"/>
                  </a:lnTo>
                  <a:close/>
                  <a:moveTo>
                    <a:pt x="6240" y="4656"/>
                  </a:moveTo>
                  <a:cubicBezTo>
                    <a:pt x="6407" y="4823"/>
                    <a:pt x="6561" y="4989"/>
                    <a:pt x="6704" y="5180"/>
                  </a:cubicBezTo>
                  <a:cubicBezTo>
                    <a:pt x="7121" y="5775"/>
                    <a:pt x="7335" y="6454"/>
                    <a:pt x="7335" y="7192"/>
                  </a:cubicBezTo>
                  <a:cubicBezTo>
                    <a:pt x="7335" y="7513"/>
                    <a:pt x="7299" y="7847"/>
                    <a:pt x="7204" y="8144"/>
                  </a:cubicBezTo>
                  <a:cubicBezTo>
                    <a:pt x="6907" y="8228"/>
                    <a:pt x="6585" y="8275"/>
                    <a:pt x="6252" y="8275"/>
                  </a:cubicBezTo>
                  <a:cubicBezTo>
                    <a:pt x="5930" y="8275"/>
                    <a:pt x="5597" y="8228"/>
                    <a:pt x="5299" y="8144"/>
                  </a:cubicBezTo>
                  <a:cubicBezTo>
                    <a:pt x="5180" y="7847"/>
                    <a:pt x="5133" y="7513"/>
                    <a:pt x="5133" y="7192"/>
                  </a:cubicBezTo>
                  <a:cubicBezTo>
                    <a:pt x="5133" y="6192"/>
                    <a:pt x="5549" y="5299"/>
                    <a:pt x="6240" y="4656"/>
                  </a:cubicBezTo>
                  <a:close/>
                  <a:moveTo>
                    <a:pt x="5430" y="8561"/>
                  </a:moveTo>
                  <a:lnTo>
                    <a:pt x="5430" y="8561"/>
                  </a:lnTo>
                  <a:cubicBezTo>
                    <a:pt x="5704" y="8621"/>
                    <a:pt x="5966" y="8644"/>
                    <a:pt x="6252" y="8644"/>
                  </a:cubicBezTo>
                  <a:cubicBezTo>
                    <a:pt x="6537" y="8644"/>
                    <a:pt x="6799" y="8621"/>
                    <a:pt x="7061" y="8561"/>
                  </a:cubicBezTo>
                  <a:lnTo>
                    <a:pt x="7061" y="8561"/>
                  </a:lnTo>
                  <a:cubicBezTo>
                    <a:pt x="6847" y="8990"/>
                    <a:pt x="6585" y="9395"/>
                    <a:pt x="6240" y="9716"/>
                  </a:cubicBezTo>
                  <a:cubicBezTo>
                    <a:pt x="5895" y="9395"/>
                    <a:pt x="5609" y="9002"/>
                    <a:pt x="5430" y="8561"/>
                  </a:cubicBezTo>
                  <a:close/>
                  <a:moveTo>
                    <a:pt x="2470" y="7643"/>
                  </a:moveTo>
                  <a:cubicBezTo>
                    <a:pt x="2693" y="7643"/>
                    <a:pt x="2903" y="7736"/>
                    <a:pt x="3049" y="7882"/>
                  </a:cubicBezTo>
                  <a:cubicBezTo>
                    <a:pt x="3216" y="8049"/>
                    <a:pt x="3323" y="8263"/>
                    <a:pt x="3323" y="8502"/>
                  </a:cubicBezTo>
                  <a:cubicBezTo>
                    <a:pt x="3323" y="8692"/>
                    <a:pt x="3263" y="8859"/>
                    <a:pt x="3144" y="9002"/>
                  </a:cubicBezTo>
                  <a:cubicBezTo>
                    <a:pt x="2954" y="9275"/>
                    <a:pt x="2799" y="9549"/>
                    <a:pt x="2739" y="9847"/>
                  </a:cubicBezTo>
                  <a:lnTo>
                    <a:pt x="2192" y="9847"/>
                  </a:lnTo>
                  <a:cubicBezTo>
                    <a:pt x="2132" y="9537"/>
                    <a:pt x="2001" y="9252"/>
                    <a:pt x="1799" y="9002"/>
                  </a:cubicBezTo>
                  <a:cubicBezTo>
                    <a:pt x="1680" y="8835"/>
                    <a:pt x="1620" y="8656"/>
                    <a:pt x="1620" y="8454"/>
                  </a:cubicBezTo>
                  <a:cubicBezTo>
                    <a:pt x="1644" y="8025"/>
                    <a:pt x="2001" y="7668"/>
                    <a:pt x="2430" y="7644"/>
                  </a:cubicBezTo>
                  <a:cubicBezTo>
                    <a:pt x="2443" y="7644"/>
                    <a:pt x="2457" y="7643"/>
                    <a:pt x="2470" y="7643"/>
                  </a:cubicBezTo>
                  <a:close/>
                  <a:moveTo>
                    <a:pt x="10300" y="8525"/>
                  </a:moveTo>
                  <a:lnTo>
                    <a:pt x="10300" y="10145"/>
                  </a:lnTo>
                  <a:lnTo>
                    <a:pt x="10109" y="10145"/>
                  </a:lnTo>
                  <a:lnTo>
                    <a:pt x="10109" y="8585"/>
                  </a:lnTo>
                  <a:cubicBezTo>
                    <a:pt x="10109" y="8561"/>
                    <a:pt x="10133" y="8525"/>
                    <a:pt x="10169" y="8525"/>
                  </a:cubicBezTo>
                  <a:close/>
                  <a:moveTo>
                    <a:pt x="10788" y="8525"/>
                  </a:moveTo>
                  <a:cubicBezTo>
                    <a:pt x="10824" y="8525"/>
                    <a:pt x="10848" y="8561"/>
                    <a:pt x="10848" y="8585"/>
                  </a:cubicBezTo>
                  <a:lnTo>
                    <a:pt x="10848" y="10145"/>
                  </a:lnTo>
                  <a:lnTo>
                    <a:pt x="10657" y="10145"/>
                  </a:lnTo>
                  <a:lnTo>
                    <a:pt x="10657" y="8525"/>
                  </a:lnTo>
                  <a:close/>
                  <a:moveTo>
                    <a:pt x="2847" y="10252"/>
                  </a:moveTo>
                  <a:lnTo>
                    <a:pt x="2847" y="10323"/>
                  </a:lnTo>
                  <a:lnTo>
                    <a:pt x="2073" y="10323"/>
                  </a:lnTo>
                  <a:lnTo>
                    <a:pt x="2073" y="10252"/>
                  </a:lnTo>
                  <a:close/>
                  <a:moveTo>
                    <a:pt x="2489" y="4013"/>
                  </a:moveTo>
                  <a:lnTo>
                    <a:pt x="2489" y="4013"/>
                  </a:lnTo>
                  <a:cubicBezTo>
                    <a:pt x="2430" y="4287"/>
                    <a:pt x="2394" y="4549"/>
                    <a:pt x="2394" y="4823"/>
                  </a:cubicBezTo>
                  <a:cubicBezTo>
                    <a:pt x="2394" y="6501"/>
                    <a:pt x="3489" y="7930"/>
                    <a:pt x="4990" y="8454"/>
                  </a:cubicBezTo>
                  <a:cubicBezTo>
                    <a:pt x="5180" y="9025"/>
                    <a:pt x="5525" y="9549"/>
                    <a:pt x="5954" y="9966"/>
                  </a:cubicBezTo>
                  <a:cubicBezTo>
                    <a:pt x="5371" y="10383"/>
                    <a:pt x="4644" y="10657"/>
                    <a:pt x="3859" y="10657"/>
                  </a:cubicBezTo>
                  <a:cubicBezTo>
                    <a:pt x="3644" y="10657"/>
                    <a:pt x="3430" y="10645"/>
                    <a:pt x="3216" y="10597"/>
                  </a:cubicBezTo>
                  <a:lnTo>
                    <a:pt x="3216" y="10192"/>
                  </a:lnTo>
                  <a:cubicBezTo>
                    <a:pt x="3216" y="10085"/>
                    <a:pt x="3168" y="10002"/>
                    <a:pt x="3097" y="9942"/>
                  </a:cubicBezTo>
                  <a:cubicBezTo>
                    <a:pt x="3156" y="9680"/>
                    <a:pt x="3263" y="9454"/>
                    <a:pt x="3430" y="9240"/>
                  </a:cubicBezTo>
                  <a:cubicBezTo>
                    <a:pt x="3585" y="9025"/>
                    <a:pt x="3680" y="8775"/>
                    <a:pt x="3680" y="8513"/>
                  </a:cubicBezTo>
                  <a:cubicBezTo>
                    <a:pt x="3680" y="8180"/>
                    <a:pt x="3549" y="7871"/>
                    <a:pt x="3311" y="7632"/>
                  </a:cubicBezTo>
                  <a:cubicBezTo>
                    <a:pt x="3072" y="7416"/>
                    <a:pt x="2769" y="7298"/>
                    <a:pt x="2462" y="7298"/>
                  </a:cubicBezTo>
                  <a:cubicBezTo>
                    <a:pt x="2447" y="7298"/>
                    <a:pt x="2433" y="7298"/>
                    <a:pt x="2418" y="7299"/>
                  </a:cubicBezTo>
                  <a:cubicBezTo>
                    <a:pt x="1787" y="7335"/>
                    <a:pt x="1275" y="7835"/>
                    <a:pt x="1263" y="8466"/>
                  </a:cubicBezTo>
                  <a:cubicBezTo>
                    <a:pt x="1251" y="8752"/>
                    <a:pt x="1346" y="9025"/>
                    <a:pt x="1525" y="9252"/>
                  </a:cubicBezTo>
                  <a:cubicBezTo>
                    <a:pt x="1680" y="9466"/>
                    <a:pt x="1787" y="9704"/>
                    <a:pt x="1846" y="9954"/>
                  </a:cubicBezTo>
                  <a:lnTo>
                    <a:pt x="1799" y="10002"/>
                  </a:lnTo>
                  <a:cubicBezTo>
                    <a:pt x="906" y="9347"/>
                    <a:pt x="382" y="8311"/>
                    <a:pt x="382" y="7204"/>
                  </a:cubicBezTo>
                  <a:cubicBezTo>
                    <a:pt x="382" y="5775"/>
                    <a:pt x="1251" y="4537"/>
                    <a:pt x="2489" y="4013"/>
                  </a:cubicBezTo>
                  <a:close/>
                  <a:moveTo>
                    <a:pt x="2847" y="10680"/>
                  </a:moveTo>
                  <a:lnTo>
                    <a:pt x="2847" y="10788"/>
                  </a:lnTo>
                  <a:lnTo>
                    <a:pt x="2073" y="10788"/>
                  </a:lnTo>
                  <a:lnTo>
                    <a:pt x="2073" y="10680"/>
                  </a:lnTo>
                  <a:close/>
                  <a:moveTo>
                    <a:pt x="10848" y="10526"/>
                  </a:moveTo>
                  <a:lnTo>
                    <a:pt x="10848" y="10728"/>
                  </a:lnTo>
                  <a:cubicBezTo>
                    <a:pt x="10848" y="10764"/>
                    <a:pt x="10824" y="10788"/>
                    <a:pt x="10788" y="10788"/>
                  </a:cubicBezTo>
                  <a:lnTo>
                    <a:pt x="10169" y="10788"/>
                  </a:lnTo>
                  <a:cubicBezTo>
                    <a:pt x="10133" y="10788"/>
                    <a:pt x="10109" y="10764"/>
                    <a:pt x="10109" y="10728"/>
                  </a:cubicBezTo>
                  <a:lnTo>
                    <a:pt x="10109" y="10526"/>
                  </a:lnTo>
                  <a:close/>
                  <a:moveTo>
                    <a:pt x="6228" y="0"/>
                  </a:moveTo>
                  <a:cubicBezTo>
                    <a:pt x="5454" y="0"/>
                    <a:pt x="4823" y="584"/>
                    <a:pt x="4716" y="1310"/>
                  </a:cubicBezTo>
                  <a:cubicBezTo>
                    <a:pt x="4049" y="1596"/>
                    <a:pt x="3466" y="2072"/>
                    <a:pt x="3049" y="2667"/>
                  </a:cubicBezTo>
                  <a:cubicBezTo>
                    <a:pt x="2858" y="2941"/>
                    <a:pt x="2692" y="3263"/>
                    <a:pt x="2597" y="3584"/>
                  </a:cubicBezTo>
                  <a:cubicBezTo>
                    <a:pt x="1084" y="4108"/>
                    <a:pt x="1" y="5537"/>
                    <a:pt x="1" y="7216"/>
                  </a:cubicBezTo>
                  <a:cubicBezTo>
                    <a:pt x="1" y="8502"/>
                    <a:pt x="632" y="9692"/>
                    <a:pt x="1704" y="10407"/>
                  </a:cubicBezTo>
                  <a:lnTo>
                    <a:pt x="1704" y="10847"/>
                  </a:lnTo>
                  <a:cubicBezTo>
                    <a:pt x="1704" y="11026"/>
                    <a:pt x="1846" y="11180"/>
                    <a:pt x="2025" y="11180"/>
                  </a:cubicBezTo>
                  <a:lnTo>
                    <a:pt x="2858" y="11180"/>
                  </a:lnTo>
                  <a:cubicBezTo>
                    <a:pt x="2989" y="11180"/>
                    <a:pt x="3108" y="11097"/>
                    <a:pt x="3156" y="10978"/>
                  </a:cubicBezTo>
                  <a:cubicBezTo>
                    <a:pt x="3382" y="11026"/>
                    <a:pt x="3609" y="11038"/>
                    <a:pt x="3823" y="11038"/>
                  </a:cubicBezTo>
                  <a:cubicBezTo>
                    <a:pt x="4716" y="11038"/>
                    <a:pt x="5549" y="10728"/>
                    <a:pt x="6204" y="10204"/>
                  </a:cubicBezTo>
                  <a:cubicBezTo>
                    <a:pt x="6764" y="10645"/>
                    <a:pt x="7419" y="10919"/>
                    <a:pt x="8157" y="11014"/>
                  </a:cubicBezTo>
                  <a:lnTo>
                    <a:pt x="8169" y="11014"/>
                  </a:lnTo>
                  <a:cubicBezTo>
                    <a:pt x="8264" y="11014"/>
                    <a:pt x="8335" y="10942"/>
                    <a:pt x="8347" y="10847"/>
                  </a:cubicBezTo>
                  <a:cubicBezTo>
                    <a:pt x="8371" y="10740"/>
                    <a:pt x="8288" y="10657"/>
                    <a:pt x="8192" y="10645"/>
                  </a:cubicBezTo>
                  <a:cubicBezTo>
                    <a:pt x="7550" y="10561"/>
                    <a:pt x="6966" y="10323"/>
                    <a:pt x="6490" y="9954"/>
                  </a:cubicBezTo>
                  <a:cubicBezTo>
                    <a:pt x="6918" y="9537"/>
                    <a:pt x="7264" y="9014"/>
                    <a:pt x="7454" y="8442"/>
                  </a:cubicBezTo>
                  <a:cubicBezTo>
                    <a:pt x="8966" y="7918"/>
                    <a:pt x="10050" y="6489"/>
                    <a:pt x="10050" y="4811"/>
                  </a:cubicBezTo>
                  <a:cubicBezTo>
                    <a:pt x="10050" y="4525"/>
                    <a:pt x="10014" y="4251"/>
                    <a:pt x="9955" y="4001"/>
                  </a:cubicBezTo>
                  <a:lnTo>
                    <a:pt x="9955" y="4001"/>
                  </a:lnTo>
                  <a:cubicBezTo>
                    <a:pt x="11193" y="4537"/>
                    <a:pt x="12062" y="5763"/>
                    <a:pt x="12062" y="7192"/>
                  </a:cubicBezTo>
                  <a:cubicBezTo>
                    <a:pt x="12062" y="8037"/>
                    <a:pt x="11741" y="8859"/>
                    <a:pt x="11181" y="9490"/>
                  </a:cubicBezTo>
                  <a:lnTo>
                    <a:pt x="11181" y="8597"/>
                  </a:lnTo>
                  <a:cubicBezTo>
                    <a:pt x="11181" y="8466"/>
                    <a:pt x="11109" y="8335"/>
                    <a:pt x="11002" y="8263"/>
                  </a:cubicBezTo>
                  <a:lnTo>
                    <a:pt x="10717" y="7644"/>
                  </a:lnTo>
                  <a:cubicBezTo>
                    <a:pt x="10669" y="7549"/>
                    <a:pt x="10574" y="7466"/>
                    <a:pt x="10455" y="7466"/>
                  </a:cubicBezTo>
                  <a:cubicBezTo>
                    <a:pt x="10336" y="7466"/>
                    <a:pt x="10228" y="7525"/>
                    <a:pt x="10181" y="7644"/>
                  </a:cubicBezTo>
                  <a:lnTo>
                    <a:pt x="9895" y="8263"/>
                  </a:lnTo>
                  <a:cubicBezTo>
                    <a:pt x="9800" y="8335"/>
                    <a:pt x="9716" y="8466"/>
                    <a:pt x="9716" y="8597"/>
                  </a:cubicBezTo>
                  <a:lnTo>
                    <a:pt x="9716" y="10478"/>
                  </a:lnTo>
                  <a:cubicBezTo>
                    <a:pt x="9466" y="10561"/>
                    <a:pt x="9216" y="10621"/>
                    <a:pt x="8943" y="10645"/>
                  </a:cubicBezTo>
                  <a:cubicBezTo>
                    <a:pt x="8847" y="10657"/>
                    <a:pt x="8764" y="10740"/>
                    <a:pt x="8788" y="10835"/>
                  </a:cubicBezTo>
                  <a:cubicBezTo>
                    <a:pt x="8800" y="10919"/>
                    <a:pt x="8871" y="11002"/>
                    <a:pt x="8966" y="11002"/>
                  </a:cubicBezTo>
                  <a:lnTo>
                    <a:pt x="8978" y="11002"/>
                  </a:lnTo>
                  <a:cubicBezTo>
                    <a:pt x="9228" y="10966"/>
                    <a:pt x="9478" y="10919"/>
                    <a:pt x="9740" y="10847"/>
                  </a:cubicBezTo>
                  <a:cubicBezTo>
                    <a:pt x="9776" y="11026"/>
                    <a:pt x="9943" y="11157"/>
                    <a:pt x="10133" y="11157"/>
                  </a:cubicBezTo>
                  <a:lnTo>
                    <a:pt x="10764" y="11157"/>
                  </a:lnTo>
                  <a:cubicBezTo>
                    <a:pt x="11002" y="11157"/>
                    <a:pt x="11193" y="10966"/>
                    <a:pt x="11193" y="10728"/>
                  </a:cubicBezTo>
                  <a:lnTo>
                    <a:pt x="11193" y="10014"/>
                  </a:lnTo>
                  <a:cubicBezTo>
                    <a:pt x="12002" y="9287"/>
                    <a:pt x="12455" y="8263"/>
                    <a:pt x="12455" y="7192"/>
                  </a:cubicBezTo>
                  <a:cubicBezTo>
                    <a:pt x="12455" y="5501"/>
                    <a:pt x="11371" y="4072"/>
                    <a:pt x="9871" y="3560"/>
                  </a:cubicBezTo>
                  <a:cubicBezTo>
                    <a:pt x="9740" y="3168"/>
                    <a:pt x="9538" y="2798"/>
                    <a:pt x="9276" y="2465"/>
                  </a:cubicBezTo>
                  <a:cubicBezTo>
                    <a:pt x="9242" y="2425"/>
                    <a:pt x="9189" y="2403"/>
                    <a:pt x="9137" y="2403"/>
                  </a:cubicBezTo>
                  <a:cubicBezTo>
                    <a:pt x="9097" y="2403"/>
                    <a:pt x="9057" y="2416"/>
                    <a:pt x="9026" y="2441"/>
                  </a:cubicBezTo>
                  <a:cubicBezTo>
                    <a:pt x="8943" y="2501"/>
                    <a:pt x="8931" y="2620"/>
                    <a:pt x="8990" y="2691"/>
                  </a:cubicBezTo>
                  <a:cubicBezTo>
                    <a:pt x="9169" y="2929"/>
                    <a:pt x="9324" y="3168"/>
                    <a:pt x="9443" y="3441"/>
                  </a:cubicBezTo>
                  <a:cubicBezTo>
                    <a:pt x="9169" y="3382"/>
                    <a:pt x="8907" y="3346"/>
                    <a:pt x="8621" y="3346"/>
                  </a:cubicBezTo>
                  <a:cubicBezTo>
                    <a:pt x="7728" y="3346"/>
                    <a:pt x="6895" y="3656"/>
                    <a:pt x="6240" y="4180"/>
                  </a:cubicBezTo>
                  <a:cubicBezTo>
                    <a:pt x="5930" y="3930"/>
                    <a:pt x="5573" y="3739"/>
                    <a:pt x="5192" y="3584"/>
                  </a:cubicBezTo>
                  <a:cubicBezTo>
                    <a:pt x="5175" y="3580"/>
                    <a:pt x="5158" y="3577"/>
                    <a:pt x="5140" y="3577"/>
                  </a:cubicBezTo>
                  <a:cubicBezTo>
                    <a:pt x="5068" y="3577"/>
                    <a:pt x="4992" y="3615"/>
                    <a:pt x="4954" y="3691"/>
                  </a:cubicBezTo>
                  <a:cubicBezTo>
                    <a:pt x="4930" y="3775"/>
                    <a:pt x="4978" y="3882"/>
                    <a:pt x="5061" y="3930"/>
                  </a:cubicBezTo>
                  <a:cubicBezTo>
                    <a:pt x="5394" y="4049"/>
                    <a:pt x="5692" y="4215"/>
                    <a:pt x="5954" y="4418"/>
                  </a:cubicBezTo>
                  <a:cubicBezTo>
                    <a:pt x="5228" y="5120"/>
                    <a:pt x="4775" y="6096"/>
                    <a:pt x="4775" y="7192"/>
                  </a:cubicBezTo>
                  <a:cubicBezTo>
                    <a:pt x="4775" y="7466"/>
                    <a:pt x="4811" y="7740"/>
                    <a:pt x="4871" y="7990"/>
                  </a:cubicBezTo>
                  <a:cubicBezTo>
                    <a:pt x="3632" y="7454"/>
                    <a:pt x="2775" y="6239"/>
                    <a:pt x="2775" y="4811"/>
                  </a:cubicBezTo>
                  <a:cubicBezTo>
                    <a:pt x="2775" y="4477"/>
                    <a:pt x="2811" y="4156"/>
                    <a:pt x="2906" y="3858"/>
                  </a:cubicBezTo>
                  <a:cubicBezTo>
                    <a:pt x="3204" y="3763"/>
                    <a:pt x="3525" y="3715"/>
                    <a:pt x="3859" y="3715"/>
                  </a:cubicBezTo>
                  <a:cubicBezTo>
                    <a:pt x="4025" y="3715"/>
                    <a:pt x="4168" y="3739"/>
                    <a:pt x="4335" y="3751"/>
                  </a:cubicBezTo>
                  <a:cubicBezTo>
                    <a:pt x="4342" y="3752"/>
                    <a:pt x="4349" y="3752"/>
                    <a:pt x="4356" y="3752"/>
                  </a:cubicBezTo>
                  <a:cubicBezTo>
                    <a:pt x="4444" y="3752"/>
                    <a:pt x="4526" y="3684"/>
                    <a:pt x="4537" y="3596"/>
                  </a:cubicBezTo>
                  <a:cubicBezTo>
                    <a:pt x="4549" y="3501"/>
                    <a:pt x="4478" y="3406"/>
                    <a:pt x="4394" y="3394"/>
                  </a:cubicBezTo>
                  <a:cubicBezTo>
                    <a:pt x="4216" y="3358"/>
                    <a:pt x="4049" y="3358"/>
                    <a:pt x="3870" y="3358"/>
                  </a:cubicBezTo>
                  <a:cubicBezTo>
                    <a:pt x="3585" y="3358"/>
                    <a:pt x="3323" y="3394"/>
                    <a:pt x="3049" y="3453"/>
                  </a:cubicBezTo>
                  <a:cubicBezTo>
                    <a:pt x="3144" y="3239"/>
                    <a:pt x="3239" y="3048"/>
                    <a:pt x="3382" y="2858"/>
                  </a:cubicBezTo>
                  <a:cubicBezTo>
                    <a:pt x="3716" y="2346"/>
                    <a:pt x="4192" y="1953"/>
                    <a:pt x="4728" y="1691"/>
                  </a:cubicBezTo>
                  <a:cubicBezTo>
                    <a:pt x="4835" y="2441"/>
                    <a:pt x="5466" y="3025"/>
                    <a:pt x="6240" y="3025"/>
                  </a:cubicBezTo>
                  <a:cubicBezTo>
                    <a:pt x="7014" y="3025"/>
                    <a:pt x="7657" y="2441"/>
                    <a:pt x="7740" y="1691"/>
                  </a:cubicBezTo>
                  <a:cubicBezTo>
                    <a:pt x="7990" y="1810"/>
                    <a:pt x="8228" y="1977"/>
                    <a:pt x="8454" y="2156"/>
                  </a:cubicBezTo>
                  <a:cubicBezTo>
                    <a:pt x="8490" y="2191"/>
                    <a:pt x="8526" y="2203"/>
                    <a:pt x="8573" y="2203"/>
                  </a:cubicBezTo>
                  <a:cubicBezTo>
                    <a:pt x="8633" y="2203"/>
                    <a:pt x="8681" y="2191"/>
                    <a:pt x="8704" y="2144"/>
                  </a:cubicBezTo>
                  <a:cubicBezTo>
                    <a:pt x="8764" y="2072"/>
                    <a:pt x="8764" y="1953"/>
                    <a:pt x="8681" y="1894"/>
                  </a:cubicBezTo>
                  <a:cubicBezTo>
                    <a:pt x="8395" y="1655"/>
                    <a:pt x="8073" y="1453"/>
                    <a:pt x="7728" y="1310"/>
                  </a:cubicBezTo>
                  <a:cubicBezTo>
                    <a:pt x="7621" y="560"/>
                    <a:pt x="7002" y="0"/>
                    <a:pt x="6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6" name="Google Shape;12166;p66"/>
            <p:cNvSpPr/>
            <p:nvPr/>
          </p:nvSpPr>
          <p:spPr>
            <a:xfrm>
              <a:off x="2057770" y="4294553"/>
              <a:ext cx="22741" cy="35622"/>
            </a:xfrm>
            <a:custGeom>
              <a:avLst/>
              <a:gdLst/>
              <a:ahLst/>
              <a:cxnLst/>
              <a:rect l="l" t="t" r="r" b="b"/>
              <a:pathLst>
                <a:path w="715" h="1120" extrusionOk="0">
                  <a:moveTo>
                    <a:pt x="191" y="0"/>
                  </a:moveTo>
                  <a:cubicBezTo>
                    <a:pt x="84" y="0"/>
                    <a:pt x="12" y="72"/>
                    <a:pt x="12" y="179"/>
                  </a:cubicBezTo>
                  <a:lnTo>
                    <a:pt x="12" y="941"/>
                  </a:lnTo>
                  <a:cubicBezTo>
                    <a:pt x="0" y="1036"/>
                    <a:pt x="84" y="1119"/>
                    <a:pt x="191" y="1119"/>
                  </a:cubicBezTo>
                  <a:lnTo>
                    <a:pt x="536" y="1119"/>
                  </a:lnTo>
                  <a:cubicBezTo>
                    <a:pt x="631" y="1119"/>
                    <a:pt x="715" y="1036"/>
                    <a:pt x="715" y="941"/>
                  </a:cubicBezTo>
                  <a:cubicBezTo>
                    <a:pt x="715" y="834"/>
                    <a:pt x="631" y="750"/>
                    <a:pt x="536" y="750"/>
                  </a:cubicBezTo>
                  <a:lnTo>
                    <a:pt x="369" y="750"/>
                  </a:lnTo>
                  <a:lnTo>
                    <a:pt x="369" y="179"/>
                  </a:lnTo>
                  <a:cubicBezTo>
                    <a:pt x="369" y="72"/>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66"/>
            <p:cNvSpPr/>
            <p:nvPr/>
          </p:nvSpPr>
          <p:spPr>
            <a:xfrm>
              <a:off x="2048292" y="4456250"/>
              <a:ext cx="30724" cy="64055"/>
            </a:xfrm>
            <a:custGeom>
              <a:avLst/>
              <a:gdLst/>
              <a:ahLst/>
              <a:cxnLst/>
              <a:rect l="l" t="t" r="r" b="b"/>
              <a:pathLst>
                <a:path w="966" h="2014" extrusionOk="0">
                  <a:moveTo>
                    <a:pt x="477" y="0"/>
                  </a:moveTo>
                  <a:cubicBezTo>
                    <a:pt x="370" y="0"/>
                    <a:pt x="298" y="84"/>
                    <a:pt x="298" y="179"/>
                  </a:cubicBezTo>
                  <a:lnTo>
                    <a:pt x="298" y="262"/>
                  </a:lnTo>
                  <a:cubicBezTo>
                    <a:pt x="120" y="334"/>
                    <a:pt x="1" y="512"/>
                    <a:pt x="1" y="703"/>
                  </a:cubicBezTo>
                  <a:cubicBezTo>
                    <a:pt x="1" y="977"/>
                    <a:pt x="215" y="1191"/>
                    <a:pt x="489" y="1191"/>
                  </a:cubicBezTo>
                  <a:cubicBezTo>
                    <a:pt x="560" y="1191"/>
                    <a:pt x="608" y="1250"/>
                    <a:pt x="608" y="1310"/>
                  </a:cubicBezTo>
                  <a:cubicBezTo>
                    <a:pt x="608" y="1381"/>
                    <a:pt x="548" y="1429"/>
                    <a:pt x="489" y="1429"/>
                  </a:cubicBezTo>
                  <a:cubicBezTo>
                    <a:pt x="441" y="1429"/>
                    <a:pt x="394" y="1405"/>
                    <a:pt x="382" y="1358"/>
                  </a:cubicBezTo>
                  <a:cubicBezTo>
                    <a:pt x="346" y="1287"/>
                    <a:pt x="284" y="1249"/>
                    <a:pt x="216" y="1249"/>
                  </a:cubicBezTo>
                  <a:cubicBezTo>
                    <a:pt x="192" y="1249"/>
                    <a:pt x="168" y="1253"/>
                    <a:pt x="144" y="1262"/>
                  </a:cubicBezTo>
                  <a:cubicBezTo>
                    <a:pt x="60" y="1310"/>
                    <a:pt x="13" y="1417"/>
                    <a:pt x="60" y="1500"/>
                  </a:cubicBezTo>
                  <a:cubicBezTo>
                    <a:pt x="120" y="1608"/>
                    <a:pt x="203" y="1703"/>
                    <a:pt x="310" y="1739"/>
                  </a:cubicBezTo>
                  <a:lnTo>
                    <a:pt x="310" y="1834"/>
                  </a:lnTo>
                  <a:cubicBezTo>
                    <a:pt x="310" y="1941"/>
                    <a:pt x="382" y="2012"/>
                    <a:pt x="489" y="2012"/>
                  </a:cubicBezTo>
                  <a:cubicBezTo>
                    <a:pt x="495" y="2013"/>
                    <a:pt x="501" y="2014"/>
                    <a:pt x="507" y="2014"/>
                  </a:cubicBezTo>
                  <a:cubicBezTo>
                    <a:pt x="586" y="2014"/>
                    <a:pt x="667" y="1945"/>
                    <a:pt x="667" y="1846"/>
                  </a:cubicBezTo>
                  <a:lnTo>
                    <a:pt x="667" y="1762"/>
                  </a:lnTo>
                  <a:cubicBezTo>
                    <a:pt x="846" y="1691"/>
                    <a:pt x="965" y="1512"/>
                    <a:pt x="965" y="1310"/>
                  </a:cubicBezTo>
                  <a:cubicBezTo>
                    <a:pt x="965" y="1048"/>
                    <a:pt x="739" y="822"/>
                    <a:pt x="477" y="822"/>
                  </a:cubicBezTo>
                  <a:cubicBezTo>
                    <a:pt x="394" y="822"/>
                    <a:pt x="358" y="762"/>
                    <a:pt x="358" y="703"/>
                  </a:cubicBezTo>
                  <a:cubicBezTo>
                    <a:pt x="358" y="631"/>
                    <a:pt x="417" y="584"/>
                    <a:pt x="477" y="584"/>
                  </a:cubicBezTo>
                  <a:cubicBezTo>
                    <a:pt x="513" y="584"/>
                    <a:pt x="548" y="596"/>
                    <a:pt x="572" y="643"/>
                  </a:cubicBezTo>
                  <a:cubicBezTo>
                    <a:pt x="608" y="700"/>
                    <a:pt x="660" y="727"/>
                    <a:pt x="717" y="727"/>
                  </a:cubicBezTo>
                  <a:cubicBezTo>
                    <a:pt x="755" y="727"/>
                    <a:pt x="796" y="715"/>
                    <a:pt x="834" y="691"/>
                  </a:cubicBezTo>
                  <a:cubicBezTo>
                    <a:pt x="917" y="631"/>
                    <a:pt x="929" y="524"/>
                    <a:pt x="870" y="441"/>
                  </a:cubicBezTo>
                  <a:cubicBezTo>
                    <a:pt x="810" y="357"/>
                    <a:pt x="739" y="286"/>
                    <a:pt x="656" y="262"/>
                  </a:cubicBezTo>
                  <a:lnTo>
                    <a:pt x="656" y="179"/>
                  </a:lnTo>
                  <a:cubicBezTo>
                    <a:pt x="656" y="84"/>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66"/>
            <p:cNvSpPr/>
            <p:nvPr/>
          </p:nvSpPr>
          <p:spPr>
            <a:xfrm>
              <a:off x="1898713" y="4487196"/>
              <a:ext cx="17461" cy="16030"/>
            </a:xfrm>
            <a:custGeom>
              <a:avLst/>
              <a:gdLst/>
              <a:ahLst/>
              <a:cxnLst/>
              <a:rect l="l" t="t" r="r" b="b"/>
              <a:pathLst>
                <a:path w="549" h="504" extrusionOk="0">
                  <a:moveTo>
                    <a:pt x="193" y="1"/>
                  </a:moveTo>
                  <a:cubicBezTo>
                    <a:pt x="147" y="1"/>
                    <a:pt x="102" y="21"/>
                    <a:pt x="72" y="63"/>
                  </a:cubicBezTo>
                  <a:cubicBezTo>
                    <a:pt x="1" y="135"/>
                    <a:pt x="1" y="254"/>
                    <a:pt x="72" y="313"/>
                  </a:cubicBezTo>
                  <a:lnTo>
                    <a:pt x="203" y="444"/>
                  </a:lnTo>
                  <a:cubicBezTo>
                    <a:pt x="227" y="480"/>
                    <a:pt x="298" y="504"/>
                    <a:pt x="334" y="504"/>
                  </a:cubicBezTo>
                  <a:cubicBezTo>
                    <a:pt x="382" y="504"/>
                    <a:pt x="429" y="492"/>
                    <a:pt x="465" y="444"/>
                  </a:cubicBezTo>
                  <a:cubicBezTo>
                    <a:pt x="548" y="373"/>
                    <a:pt x="548" y="254"/>
                    <a:pt x="465" y="194"/>
                  </a:cubicBezTo>
                  <a:lnTo>
                    <a:pt x="322" y="63"/>
                  </a:lnTo>
                  <a:cubicBezTo>
                    <a:pt x="286" y="21"/>
                    <a:pt x="239"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66"/>
            <p:cNvSpPr/>
            <p:nvPr/>
          </p:nvSpPr>
          <p:spPr>
            <a:xfrm>
              <a:off x="1887740" y="4502494"/>
              <a:ext cx="19337" cy="13231"/>
            </a:xfrm>
            <a:custGeom>
              <a:avLst/>
              <a:gdLst/>
              <a:ahLst/>
              <a:cxnLst/>
              <a:rect l="l" t="t" r="r" b="b"/>
              <a:pathLst>
                <a:path w="608" h="416" extrusionOk="0">
                  <a:moveTo>
                    <a:pt x="190" y="0"/>
                  </a:moveTo>
                  <a:cubicBezTo>
                    <a:pt x="112" y="0"/>
                    <a:pt x="53" y="56"/>
                    <a:pt x="24" y="142"/>
                  </a:cubicBezTo>
                  <a:cubicBezTo>
                    <a:pt x="0" y="249"/>
                    <a:pt x="60" y="332"/>
                    <a:pt x="155" y="368"/>
                  </a:cubicBezTo>
                  <a:lnTo>
                    <a:pt x="358" y="416"/>
                  </a:lnTo>
                  <a:lnTo>
                    <a:pt x="405" y="416"/>
                  </a:lnTo>
                  <a:cubicBezTo>
                    <a:pt x="477" y="416"/>
                    <a:pt x="548" y="356"/>
                    <a:pt x="572" y="273"/>
                  </a:cubicBezTo>
                  <a:cubicBezTo>
                    <a:pt x="608" y="189"/>
                    <a:pt x="548" y="82"/>
                    <a:pt x="441" y="58"/>
                  </a:cubicBezTo>
                  <a:lnTo>
                    <a:pt x="250" y="11"/>
                  </a:lnTo>
                  <a:cubicBezTo>
                    <a:pt x="229" y="4"/>
                    <a:pt x="209"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66"/>
            <p:cNvSpPr/>
            <p:nvPr/>
          </p:nvSpPr>
          <p:spPr>
            <a:xfrm>
              <a:off x="1913852" y="4477019"/>
              <a:ext cx="13676" cy="17874"/>
            </a:xfrm>
            <a:custGeom>
              <a:avLst/>
              <a:gdLst/>
              <a:ahLst/>
              <a:cxnLst/>
              <a:rect l="l" t="t" r="r" b="b"/>
              <a:pathLst>
                <a:path w="430" h="562" extrusionOk="0">
                  <a:moveTo>
                    <a:pt x="175" y="0"/>
                  </a:moveTo>
                  <a:cubicBezTo>
                    <a:pt x="165" y="0"/>
                    <a:pt x="155" y="1"/>
                    <a:pt x="144" y="2"/>
                  </a:cubicBezTo>
                  <a:cubicBezTo>
                    <a:pt x="37" y="38"/>
                    <a:pt x="1" y="121"/>
                    <a:pt x="13" y="228"/>
                  </a:cubicBezTo>
                  <a:lnTo>
                    <a:pt x="60" y="419"/>
                  </a:lnTo>
                  <a:cubicBezTo>
                    <a:pt x="72" y="502"/>
                    <a:pt x="144" y="562"/>
                    <a:pt x="239" y="562"/>
                  </a:cubicBezTo>
                  <a:lnTo>
                    <a:pt x="275" y="562"/>
                  </a:lnTo>
                  <a:cubicBezTo>
                    <a:pt x="382" y="526"/>
                    <a:pt x="430" y="443"/>
                    <a:pt x="418" y="335"/>
                  </a:cubicBezTo>
                  <a:lnTo>
                    <a:pt x="370" y="145"/>
                  </a:lnTo>
                  <a:cubicBezTo>
                    <a:pt x="338" y="49"/>
                    <a:pt x="267"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1" name="Google Shape;12171;p66"/>
          <p:cNvGrpSpPr/>
          <p:nvPr/>
        </p:nvGrpSpPr>
        <p:grpSpPr>
          <a:xfrm>
            <a:off x="2411823" y="4128549"/>
            <a:ext cx="334398" cy="299953"/>
            <a:chOff x="2411823" y="4303999"/>
            <a:chExt cx="334398" cy="299953"/>
          </a:xfrm>
        </p:grpSpPr>
        <p:sp>
          <p:nvSpPr>
            <p:cNvPr id="12172" name="Google Shape;12172;p66"/>
            <p:cNvSpPr/>
            <p:nvPr/>
          </p:nvSpPr>
          <p:spPr>
            <a:xfrm>
              <a:off x="2411823" y="4303999"/>
              <a:ext cx="237838" cy="84124"/>
            </a:xfrm>
            <a:custGeom>
              <a:avLst/>
              <a:gdLst/>
              <a:ahLst/>
              <a:cxnLst/>
              <a:rect l="l" t="t" r="r" b="b"/>
              <a:pathLst>
                <a:path w="7478" h="2645" extrusionOk="0">
                  <a:moveTo>
                    <a:pt x="3573" y="299"/>
                  </a:moveTo>
                  <a:cubicBezTo>
                    <a:pt x="3584" y="299"/>
                    <a:pt x="3596" y="310"/>
                    <a:pt x="3608" y="322"/>
                  </a:cubicBezTo>
                  <a:lnTo>
                    <a:pt x="3954" y="846"/>
                  </a:lnTo>
                  <a:lnTo>
                    <a:pt x="703" y="846"/>
                  </a:lnTo>
                  <a:lnTo>
                    <a:pt x="703" y="346"/>
                  </a:lnTo>
                  <a:lnTo>
                    <a:pt x="715" y="346"/>
                  </a:lnTo>
                  <a:cubicBezTo>
                    <a:pt x="715" y="310"/>
                    <a:pt x="739" y="299"/>
                    <a:pt x="751" y="299"/>
                  </a:cubicBezTo>
                  <a:close/>
                  <a:moveTo>
                    <a:pt x="5978" y="501"/>
                  </a:moveTo>
                  <a:cubicBezTo>
                    <a:pt x="5990" y="501"/>
                    <a:pt x="6013" y="525"/>
                    <a:pt x="6025" y="537"/>
                  </a:cubicBezTo>
                  <a:lnTo>
                    <a:pt x="6216" y="846"/>
                  </a:lnTo>
                  <a:lnTo>
                    <a:pt x="4323" y="846"/>
                  </a:lnTo>
                  <a:lnTo>
                    <a:pt x="4120" y="525"/>
                  </a:lnTo>
                  <a:lnTo>
                    <a:pt x="5978" y="525"/>
                  </a:lnTo>
                  <a:lnTo>
                    <a:pt x="5978" y="501"/>
                  </a:lnTo>
                  <a:close/>
                  <a:moveTo>
                    <a:pt x="786" y="1"/>
                  </a:moveTo>
                  <a:cubicBezTo>
                    <a:pt x="596" y="1"/>
                    <a:pt x="429" y="156"/>
                    <a:pt x="429" y="358"/>
                  </a:cubicBezTo>
                  <a:lnTo>
                    <a:pt x="429" y="858"/>
                  </a:lnTo>
                  <a:lnTo>
                    <a:pt x="358" y="858"/>
                  </a:lnTo>
                  <a:cubicBezTo>
                    <a:pt x="155" y="858"/>
                    <a:pt x="1" y="1025"/>
                    <a:pt x="1" y="1215"/>
                  </a:cubicBezTo>
                  <a:lnTo>
                    <a:pt x="1" y="2513"/>
                  </a:lnTo>
                  <a:cubicBezTo>
                    <a:pt x="1" y="2585"/>
                    <a:pt x="72" y="2644"/>
                    <a:pt x="144" y="2644"/>
                  </a:cubicBezTo>
                  <a:cubicBezTo>
                    <a:pt x="239" y="2644"/>
                    <a:pt x="298" y="2573"/>
                    <a:pt x="298" y="2501"/>
                  </a:cubicBezTo>
                  <a:lnTo>
                    <a:pt x="298" y="1203"/>
                  </a:lnTo>
                  <a:cubicBezTo>
                    <a:pt x="298" y="1168"/>
                    <a:pt x="322" y="1156"/>
                    <a:pt x="334" y="1156"/>
                  </a:cubicBezTo>
                  <a:lnTo>
                    <a:pt x="7335" y="1156"/>
                  </a:lnTo>
                  <a:cubicBezTo>
                    <a:pt x="7418" y="1156"/>
                    <a:pt x="7478" y="1084"/>
                    <a:pt x="7478" y="1013"/>
                  </a:cubicBezTo>
                  <a:cubicBezTo>
                    <a:pt x="7478" y="918"/>
                    <a:pt x="7406" y="858"/>
                    <a:pt x="7335" y="858"/>
                  </a:cubicBezTo>
                  <a:lnTo>
                    <a:pt x="6573" y="858"/>
                  </a:lnTo>
                  <a:lnTo>
                    <a:pt x="6263" y="382"/>
                  </a:lnTo>
                  <a:cubicBezTo>
                    <a:pt x="6204" y="275"/>
                    <a:pt x="6085" y="215"/>
                    <a:pt x="5966" y="215"/>
                  </a:cubicBezTo>
                  <a:lnTo>
                    <a:pt x="3930" y="215"/>
                  </a:lnTo>
                  <a:lnTo>
                    <a:pt x="3894" y="156"/>
                  </a:lnTo>
                  <a:cubicBezTo>
                    <a:pt x="3834" y="60"/>
                    <a:pt x="3715"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66"/>
            <p:cNvSpPr/>
            <p:nvPr/>
          </p:nvSpPr>
          <p:spPr>
            <a:xfrm>
              <a:off x="2412205" y="4330525"/>
              <a:ext cx="334016" cy="273428"/>
            </a:xfrm>
            <a:custGeom>
              <a:avLst/>
              <a:gdLst/>
              <a:ahLst/>
              <a:cxnLst/>
              <a:rect l="l" t="t" r="r" b="b"/>
              <a:pathLst>
                <a:path w="10502" h="8597" extrusionOk="0">
                  <a:moveTo>
                    <a:pt x="6847" y="6835"/>
                  </a:moveTo>
                  <a:cubicBezTo>
                    <a:pt x="6870" y="6835"/>
                    <a:pt x="6894" y="6858"/>
                    <a:pt x="6894" y="6870"/>
                  </a:cubicBezTo>
                  <a:lnTo>
                    <a:pt x="6894" y="7192"/>
                  </a:lnTo>
                  <a:cubicBezTo>
                    <a:pt x="6894" y="7644"/>
                    <a:pt x="7097" y="8049"/>
                    <a:pt x="7442" y="8323"/>
                  </a:cubicBezTo>
                  <a:lnTo>
                    <a:pt x="1989" y="8323"/>
                  </a:lnTo>
                  <a:cubicBezTo>
                    <a:pt x="1370" y="8323"/>
                    <a:pt x="858" y="7811"/>
                    <a:pt x="858" y="7192"/>
                  </a:cubicBezTo>
                  <a:lnTo>
                    <a:pt x="858" y="6870"/>
                  </a:lnTo>
                  <a:cubicBezTo>
                    <a:pt x="858" y="6846"/>
                    <a:pt x="894" y="6835"/>
                    <a:pt x="905" y="6835"/>
                  </a:cubicBezTo>
                  <a:close/>
                  <a:moveTo>
                    <a:pt x="8002" y="0"/>
                  </a:moveTo>
                  <a:cubicBezTo>
                    <a:pt x="7918" y="0"/>
                    <a:pt x="7859" y="72"/>
                    <a:pt x="7859" y="143"/>
                  </a:cubicBezTo>
                  <a:cubicBezTo>
                    <a:pt x="7859" y="238"/>
                    <a:pt x="7930" y="298"/>
                    <a:pt x="8002" y="298"/>
                  </a:cubicBezTo>
                  <a:lnTo>
                    <a:pt x="10133" y="298"/>
                  </a:lnTo>
                  <a:cubicBezTo>
                    <a:pt x="10169" y="298"/>
                    <a:pt x="10180" y="322"/>
                    <a:pt x="10180" y="346"/>
                  </a:cubicBezTo>
                  <a:lnTo>
                    <a:pt x="10180" y="6918"/>
                  </a:lnTo>
                  <a:cubicBezTo>
                    <a:pt x="10180" y="6954"/>
                    <a:pt x="10145" y="6966"/>
                    <a:pt x="10133" y="6966"/>
                  </a:cubicBezTo>
                  <a:lnTo>
                    <a:pt x="9847" y="6966"/>
                  </a:lnTo>
                  <a:lnTo>
                    <a:pt x="9847" y="2465"/>
                  </a:lnTo>
                  <a:cubicBezTo>
                    <a:pt x="9847" y="2274"/>
                    <a:pt x="9680" y="2108"/>
                    <a:pt x="9490" y="2108"/>
                  </a:cubicBezTo>
                  <a:lnTo>
                    <a:pt x="5358" y="2108"/>
                  </a:lnTo>
                  <a:cubicBezTo>
                    <a:pt x="5263" y="2108"/>
                    <a:pt x="5204" y="2191"/>
                    <a:pt x="5204" y="2263"/>
                  </a:cubicBezTo>
                  <a:cubicBezTo>
                    <a:pt x="5204" y="2346"/>
                    <a:pt x="5287" y="2405"/>
                    <a:pt x="5358" y="2405"/>
                  </a:cubicBezTo>
                  <a:lnTo>
                    <a:pt x="9490" y="2405"/>
                  </a:lnTo>
                  <a:cubicBezTo>
                    <a:pt x="9526" y="2405"/>
                    <a:pt x="9537" y="2441"/>
                    <a:pt x="9537" y="2453"/>
                  </a:cubicBezTo>
                  <a:lnTo>
                    <a:pt x="9537" y="7144"/>
                  </a:lnTo>
                  <a:cubicBezTo>
                    <a:pt x="9537" y="7763"/>
                    <a:pt x="9037" y="8275"/>
                    <a:pt x="8406" y="8275"/>
                  </a:cubicBezTo>
                  <a:lnTo>
                    <a:pt x="8335" y="8275"/>
                  </a:lnTo>
                  <a:cubicBezTo>
                    <a:pt x="7704" y="8275"/>
                    <a:pt x="7204" y="7763"/>
                    <a:pt x="7204" y="7144"/>
                  </a:cubicBezTo>
                  <a:lnTo>
                    <a:pt x="7204" y="6823"/>
                  </a:lnTo>
                  <a:cubicBezTo>
                    <a:pt x="7204" y="6632"/>
                    <a:pt x="7037" y="6465"/>
                    <a:pt x="6847" y="6465"/>
                  </a:cubicBezTo>
                  <a:lnTo>
                    <a:pt x="3513" y="6465"/>
                  </a:lnTo>
                  <a:lnTo>
                    <a:pt x="3513" y="2453"/>
                  </a:lnTo>
                  <a:cubicBezTo>
                    <a:pt x="3513" y="2417"/>
                    <a:pt x="3537" y="2405"/>
                    <a:pt x="3549" y="2405"/>
                  </a:cubicBezTo>
                  <a:lnTo>
                    <a:pt x="4680" y="2405"/>
                  </a:lnTo>
                  <a:cubicBezTo>
                    <a:pt x="4775" y="2405"/>
                    <a:pt x="4835" y="2334"/>
                    <a:pt x="4835" y="2263"/>
                  </a:cubicBezTo>
                  <a:cubicBezTo>
                    <a:pt x="4835" y="2167"/>
                    <a:pt x="4763" y="2108"/>
                    <a:pt x="4680" y="2108"/>
                  </a:cubicBezTo>
                  <a:lnTo>
                    <a:pt x="3549" y="2108"/>
                  </a:lnTo>
                  <a:cubicBezTo>
                    <a:pt x="3358" y="2108"/>
                    <a:pt x="3191" y="2274"/>
                    <a:pt x="3191" y="2465"/>
                  </a:cubicBezTo>
                  <a:lnTo>
                    <a:pt x="3191" y="6489"/>
                  </a:lnTo>
                  <a:lnTo>
                    <a:pt x="905" y="6489"/>
                  </a:lnTo>
                  <a:cubicBezTo>
                    <a:pt x="715" y="6489"/>
                    <a:pt x="548" y="6656"/>
                    <a:pt x="548" y="6846"/>
                  </a:cubicBezTo>
                  <a:lnTo>
                    <a:pt x="548" y="6966"/>
                  </a:lnTo>
                  <a:lnTo>
                    <a:pt x="346" y="6966"/>
                  </a:lnTo>
                  <a:cubicBezTo>
                    <a:pt x="310" y="6966"/>
                    <a:pt x="298" y="6930"/>
                    <a:pt x="298" y="6918"/>
                  </a:cubicBezTo>
                  <a:lnTo>
                    <a:pt x="298" y="2298"/>
                  </a:lnTo>
                  <a:cubicBezTo>
                    <a:pt x="298" y="2215"/>
                    <a:pt x="227" y="2155"/>
                    <a:pt x="143" y="2155"/>
                  </a:cubicBezTo>
                  <a:cubicBezTo>
                    <a:pt x="60" y="2155"/>
                    <a:pt x="1" y="2227"/>
                    <a:pt x="1" y="2298"/>
                  </a:cubicBezTo>
                  <a:lnTo>
                    <a:pt x="1" y="6918"/>
                  </a:lnTo>
                  <a:cubicBezTo>
                    <a:pt x="1" y="7108"/>
                    <a:pt x="167" y="7275"/>
                    <a:pt x="358" y="7275"/>
                  </a:cubicBezTo>
                  <a:lnTo>
                    <a:pt x="584" y="7275"/>
                  </a:lnTo>
                  <a:cubicBezTo>
                    <a:pt x="632" y="8013"/>
                    <a:pt x="1251" y="8597"/>
                    <a:pt x="2001" y="8597"/>
                  </a:cubicBezTo>
                  <a:lnTo>
                    <a:pt x="8442" y="8597"/>
                  </a:lnTo>
                  <a:cubicBezTo>
                    <a:pt x="9192" y="8597"/>
                    <a:pt x="9823" y="8013"/>
                    <a:pt x="9871" y="7275"/>
                  </a:cubicBezTo>
                  <a:lnTo>
                    <a:pt x="10145" y="7275"/>
                  </a:lnTo>
                  <a:cubicBezTo>
                    <a:pt x="10335" y="7275"/>
                    <a:pt x="10502" y="7108"/>
                    <a:pt x="10502" y="6918"/>
                  </a:cubicBezTo>
                  <a:lnTo>
                    <a:pt x="10502" y="334"/>
                  </a:lnTo>
                  <a:cubicBezTo>
                    <a:pt x="10490" y="167"/>
                    <a:pt x="10347" y="0"/>
                    <a:pt x="10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66"/>
            <p:cNvSpPr/>
            <p:nvPr/>
          </p:nvSpPr>
          <p:spPr>
            <a:xfrm>
              <a:off x="2543241" y="4476319"/>
              <a:ext cx="20101" cy="9478"/>
            </a:xfrm>
            <a:custGeom>
              <a:avLst/>
              <a:gdLst/>
              <a:ahLst/>
              <a:cxnLst/>
              <a:rect l="l" t="t" r="r" b="b"/>
              <a:pathLst>
                <a:path w="632" h="298" extrusionOk="0">
                  <a:moveTo>
                    <a:pt x="167" y="0"/>
                  </a:moveTo>
                  <a:cubicBezTo>
                    <a:pt x="72" y="0"/>
                    <a:pt x="12" y="72"/>
                    <a:pt x="12" y="143"/>
                  </a:cubicBezTo>
                  <a:cubicBezTo>
                    <a:pt x="0" y="226"/>
                    <a:pt x="72" y="298"/>
                    <a:pt x="167" y="298"/>
                  </a:cubicBezTo>
                  <a:lnTo>
                    <a:pt x="476" y="298"/>
                  </a:lnTo>
                  <a:cubicBezTo>
                    <a:pt x="572" y="298"/>
                    <a:pt x="631" y="226"/>
                    <a:pt x="631" y="143"/>
                  </a:cubicBezTo>
                  <a:cubicBezTo>
                    <a:pt x="631" y="60"/>
                    <a:pt x="548"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66"/>
            <p:cNvSpPr/>
            <p:nvPr/>
          </p:nvSpPr>
          <p:spPr>
            <a:xfrm>
              <a:off x="2568590" y="4475937"/>
              <a:ext cx="129160" cy="9478"/>
            </a:xfrm>
            <a:custGeom>
              <a:avLst/>
              <a:gdLst/>
              <a:ahLst/>
              <a:cxnLst/>
              <a:rect l="l" t="t" r="r" b="b"/>
              <a:pathLst>
                <a:path w="4061" h="298" extrusionOk="0">
                  <a:moveTo>
                    <a:pt x="156" y="0"/>
                  </a:moveTo>
                  <a:cubicBezTo>
                    <a:pt x="84" y="0"/>
                    <a:pt x="1" y="72"/>
                    <a:pt x="1" y="143"/>
                  </a:cubicBezTo>
                  <a:cubicBezTo>
                    <a:pt x="1" y="238"/>
                    <a:pt x="84" y="298"/>
                    <a:pt x="156" y="298"/>
                  </a:cubicBezTo>
                  <a:lnTo>
                    <a:pt x="3906" y="298"/>
                  </a:lnTo>
                  <a:cubicBezTo>
                    <a:pt x="4001" y="298"/>
                    <a:pt x="4061" y="215"/>
                    <a:pt x="4061" y="143"/>
                  </a:cubicBezTo>
                  <a:cubicBezTo>
                    <a:pt x="4061" y="60"/>
                    <a:pt x="3978"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66"/>
            <p:cNvSpPr/>
            <p:nvPr/>
          </p:nvSpPr>
          <p:spPr>
            <a:xfrm>
              <a:off x="2543241" y="4491840"/>
              <a:ext cx="154890" cy="9510"/>
            </a:xfrm>
            <a:custGeom>
              <a:avLst/>
              <a:gdLst/>
              <a:ahLst/>
              <a:cxnLst/>
              <a:rect l="l" t="t" r="r" b="b"/>
              <a:pathLst>
                <a:path w="4870" h="299" extrusionOk="0">
                  <a:moveTo>
                    <a:pt x="155" y="0"/>
                  </a:moveTo>
                  <a:cubicBezTo>
                    <a:pt x="60" y="0"/>
                    <a:pt x="0" y="72"/>
                    <a:pt x="0" y="155"/>
                  </a:cubicBezTo>
                  <a:cubicBezTo>
                    <a:pt x="0" y="239"/>
                    <a:pt x="72" y="298"/>
                    <a:pt x="155" y="298"/>
                  </a:cubicBezTo>
                  <a:lnTo>
                    <a:pt x="4715" y="298"/>
                  </a:lnTo>
                  <a:cubicBezTo>
                    <a:pt x="4810" y="298"/>
                    <a:pt x="4870" y="227"/>
                    <a:pt x="4870" y="155"/>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66"/>
            <p:cNvSpPr/>
            <p:nvPr/>
          </p:nvSpPr>
          <p:spPr>
            <a:xfrm>
              <a:off x="2543241" y="4508506"/>
              <a:ext cx="154890" cy="9478"/>
            </a:xfrm>
            <a:custGeom>
              <a:avLst/>
              <a:gdLst/>
              <a:ahLst/>
              <a:cxnLst/>
              <a:rect l="l" t="t" r="r" b="b"/>
              <a:pathLst>
                <a:path w="4870" h="298" extrusionOk="0">
                  <a:moveTo>
                    <a:pt x="155" y="0"/>
                  </a:moveTo>
                  <a:cubicBezTo>
                    <a:pt x="60" y="0"/>
                    <a:pt x="0" y="72"/>
                    <a:pt x="0" y="143"/>
                  </a:cubicBezTo>
                  <a:cubicBezTo>
                    <a:pt x="0" y="238"/>
                    <a:pt x="72" y="298"/>
                    <a:pt x="155" y="298"/>
                  </a:cubicBezTo>
                  <a:lnTo>
                    <a:pt x="4715" y="298"/>
                  </a:lnTo>
                  <a:cubicBezTo>
                    <a:pt x="4810" y="298"/>
                    <a:pt x="4870" y="227"/>
                    <a:pt x="4870" y="143"/>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66"/>
            <p:cNvSpPr/>
            <p:nvPr/>
          </p:nvSpPr>
          <p:spPr>
            <a:xfrm>
              <a:off x="2635635" y="4436563"/>
              <a:ext cx="62497" cy="27289"/>
            </a:xfrm>
            <a:custGeom>
              <a:avLst/>
              <a:gdLst/>
              <a:ahLst/>
              <a:cxnLst/>
              <a:rect l="l" t="t" r="r" b="b"/>
              <a:pathLst>
                <a:path w="1965" h="858" extrusionOk="0">
                  <a:moveTo>
                    <a:pt x="1655" y="310"/>
                  </a:moveTo>
                  <a:lnTo>
                    <a:pt x="1655" y="560"/>
                  </a:lnTo>
                  <a:lnTo>
                    <a:pt x="298" y="560"/>
                  </a:lnTo>
                  <a:lnTo>
                    <a:pt x="298" y="310"/>
                  </a:lnTo>
                  <a:close/>
                  <a:moveTo>
                    <a:pt x="143" y="0"/>
                  </a:moveTo>
                  <a:cubicBezTo>
                    <a:pt x="60" y="0"/>
                    <a:pt x="0" y="72"/>
                    <a:pt x="0" y="143"/>
                  </a:cubicBezTo>
                  <a:lnTo>
                    <a:pt x="0" y="714"/>
                  </a:lnTo>
                  <a:cubicBezTo>
                    <a:pt x="0" y="798"/>
                    <a:pt x="72" y="857"/>
                    <a:pt x="143" y="857"/>
                  </a:cubicBezTo>
                  <a:lnTo>
                    <a:pt x="1810" y="857"/>
                  </a:lnTo>
                  <a:cubicBezTo>
                    <a:pt x="1905" y="857"/>
                    <a:pt x="1965" y="786"/>
                    <a:pt x="1965" y="714"/>
                  </a:cubicBezTo>
                  <a:lnTo>
                    <a:pt x="1965" y="143"/>
                  </a:lnTo>
                  <a:cubicBezTo>
                    <a:pt x="1965" y="60"/>
                    <a:pt x="1893"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9" name="Google Shape;12179;p66"/>
          <p:cNvGrpSpPr/>
          <p:nvPr/>
        </p:nvGrpSpPr>
        <p:grpSpPr>
          <a:xfrm>
            <a:off x="2903337" y="4103582"/>
            <a:ext cx="382519" cy="350682"/>
            <a:chOff x="2903337" y="4279032"/>
            <a:chExt cx="382519" cy="350682"/>
          </a:xfrm>
        </p:grpSpPr>
        <p:sp>
          <p:nvSpPr>
            <p:cNvPr id="12180" name="Google Shape;12180;p66"/>
            <p:cNvSpPr/>
            <p:nvPr/>
          </p:nvSpPr>
          <p:spPr>
            <a:xfrm>
              <a:off x="2966979" y="4320570"/>
              <a:ext cx="202248" cy="184183"/>
            </a:xfrm>
            <a:custGeom>
              <a:avLst/>
              <a:gdLst/>
              <a:ahLst/>
              <a:cxnLst/>
              <a:rect l="l" t="t" r="r" b="b"/>
              <a:pathLst>
                <a:path w="6359" h="5791" extrusionOk="0">
                  <a:moveTo>
                    <a:pt x="3179" y="361"/>
                  </a:moveTo>
                  <a:cubicBezTo>
                    <a:pt x="3834" y="361"/>
                    <a:pt x="4477" y="611"/>
                    <a:pt x="4989" y="1099"/>
                  </a:cubicBezTo>
                  <a:cubicBezTo>
                    <a:pt x="5965" y="2087"/>
                    <a:pt x="5965" y="3707"/>
                    <a:pt x="4965" y="4683"/>
                  </a:cubicBezTo>
                  <a:cubicBezTo>
                    <a:pt x="4465" y="5183"/>
                    <a:pt x="3813" y="5433"/>
                    <a:pt x="3164" y="5433"/>
                  </a:cubicBezTo>
                  <a:cubicBezTo>
                    <a:pt x="2515" y="5433"/>
                    <a:pt x="1870" y="5183"/>
                    <a:pt x="1381" y="4683"/>
                  </a:cubicBezTo>
                  <a:cubicBezTo>
                    <a:pt x="393" y="3695"/>
                    <a:pt x="381" y="2087"/>
                    <a:pt x="1381" y="1099"/>
                  </a:cubicBezTo>
                  <a:cubicBezTo>
                    <a:pt x="1870" y="611"/>
                    <a:pt x="2524" y="361"/>
                    <a:pt x="3179" y="361"/>
                  </a:cubicBezTo>
                  <a:close/>
                  <a:moveTo>
                    <a:pt x="3179" y="1"/>
                  </a:moveTo>
                  <a:cubicBezTo>
                    <a:pt x="2438" y="1"/>
                    <a:pt x="1697" y="284"/>
                    <a:pt x="1131" y="849"/>
                  </a:cubicBezTo>
                  <a:cubicBezTo>
                    <a:pt x="0" y="1980"/>
                    <a:pt x="0" y="3814"/>
                    <a:pt x="1131" y="4945"/>
                  </a:cubicBezTo>
                  <a:cubicBezTo>
                    <a:pt x="1691" y="5504"/>
                    <a:pt x="2441" y="5790"/>
                    <a:pt x="3167" y="5790"/>
                  </a:cubicBezTo>
                  <a:cubicBezTo>
                    <a:pt x="3917" y="5790"/>
                    <a:pt x="4644" y="5504"/>
                    <a:pt x="5203" y="4945"/>
                  </a:cubicBezTo>
                  <a:cubicBezTo>
                    <a:pt x="6358" y="3814"/>
                    <a:pt x="6358" y="1980"/>
                    <a:pt x="5227" y="849"/>
                  </a:cubicBezTo>
                  <a:cubicBezTo>
                    <a:pt x="4662" y="284"/>
                    <a:pt x="3920" y="1"/>
                    <a:pt x="3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66"/>
            <p:cNvSpPr/>
            <p:nvPr/>
          </p:nvSpPr>
          <p:spPr>
            <a:xfrm>
              <a:off x="2903337" y="4279032"/>
              <a:ext cx="382519" cy="350682"/>
            </a:xfrm>
            <a:custGeom>
              <a:avLst/>
              <a:gdLst/>
              <a:ahLst/>
              <a:cxnLst/>
              <a:rect l="l" t="t" r="r" b="b"/>
              <a:pathLst>
                <a:path w="12027" h="11026" extrusionOk="0">
                  <a:moveTo>
                    <a:pt x="5168" y="1072"/>
                  </a:moveTo>
                  <a:cubicBezTo>
                    <a:pt x="5966" y="1072"/>
                    <a:pt x="6776" y="1381"/>
                    <a:pt x="7383" y="1988"/>
                  </a:cubicBezTo>
                  <a:cubicBezTo>
                    <a:pt x="8609" y="3215"/>
                    <a:pt x="8609" y="5203"/>
                    <a:pt x="7383" y="6429"/>
                  </a:cubicBezTo>
                  <a:cubicBezTo>
                    <a:pt x="6776" y="7037"/>
                    <a:pt x="5966" y="7346"/>
                    <a:pt x="5168" y="7346"/>
                  </a:cubicBezTo>
                  <a:cubicBezTo>
                    <a:pt x="4359" y="7334"/>
                    <a:pt x="3561" y="7037"/>
                    <a:pt x="2954" y="6429"/>
                  </a:cubicBezTo>
                  <a:cubicBezTo>
                    <a:pt x="1727" y="5203"/>
                    <a:pt x="1727" y="3215"/>
                    <a:pt x="2954" y="1988"/>
                  </a:cubicBezTo>
                  <a:cubicBezTo>
                    <a:pt x="3561" y="1381"/>
                    <a:pt x="4359" y="1072"/>
                    <a:pt x="5168" y="1072"/>
                  </a:cubicBezTo>
                  <a:close/>
                  <a:moveTo>
                    <a:pt x="7788" y="6513"/>
                  </a:moveTo>
                  <a:lnTo>
                    <a:pt x="8538" y="7263"/>
                  </a:lnTo>
                  <a:lnTo>
                    <a:pt x="8240" y="7561"/>
                  </a:lnTo>
                  <a:lnTo>
                    <a:pt x="7490" y="6810"/>
                  </a:lnTo>
                  <a:cubicBezTo>
                    <a:pt x="7550" y="6763"/>
                    <a:pt x="7597" y="6727"/>
                    <a:pt x="7633" y="6668"/>
                  </a:cubicBezTo>
                  <a:lnTo>
                    <a:pt x="7788" y="6513"/>
                  </a:lnTo>
                  <a:close/>
                  <a:moveTo>
                    <a:pt x="9038" y="7251"/>
                  </a:moveTo>
                  <a:cubicBezTo>
                    <a:pt x="9050" y="7251"/>
                    <a:pt x="9050" y="7251"/>
                    <a:pt x="9074" y="7275"/>
                  </a:cubicBezTo>
                  <a:lnTo>
                    <a:pt x="11276" y="9477"/>
                  </a:lnTo>
                  <a:lnTo>
                    <a:pt x="10455" y="10287"/>
                  </a:lnTo>
                  <a:lnTo>
                    <a:pt x="8252" y="8084"/>
                  </a:lnTo>
                  <a:cubicBezTo>
                    <a:pt x="8240" y="8073"/>
                    <a:pt x="8240" y="8061"/>
                    <a:pt x="8240" y="8061"/>
                  </a:cubicBezTo>
                  <a:cubicBezTo>
                    <a:pt x="8240" y="8049"/>
                    <a:pt x="8240" y="8049"/>
                    <a:pt x="8252" y="8037"/>
                  </a:cubicBezTo>
                  <a:lnTo>
                    <a:pt x="9014" y="7275"/>
                  </a:lnTo>
                  <a:cubicBezTo>
                    <a:pt x="9026" y="7251"/>
                    <a:pt x="9026" y="7251"/>
                    <a:pt x="9038" y="7251"/>
                  </a:cubicBezTo>
                  <a:close/>
                  <a:moveTo>
                    <a:pt x="11514" y="9716"/>
                  </a:moveTo>
                  <a:lnTo>
                    <a:pt x="11621" y="9835"/>
                  </a:lnTo>
                  <a:cubicBezTo>
                    <a:pt x="11645" y="9847"/>
                    <a:pt x="11645" y="9882"/>
                    <a:pt x="11633" y="9894"/>
                  </a:cubicBezTo>
                  <a:lnTo>
                    <a:pt x="10871" y="10656"/>
                  </a:lnTo>
                  <a:cubicBezTo>
                    <a:pt x="10859" y="10668"/>
                    <a:pt x="10859" y="10668"/>
                    <a:pt x="10836" y="10668"/>
                  </a:cubicBezTo>
                  <a:cubicBezTo>
                    <a:pt x="10824" y="10668"/>
                    <a:pt x="10824" y="10668"/>
                    <a:pt x="10812" y="10656"/>
                  </a:cubicBezTo>
                  <a:lnTo>
                    <a:pt x="10693" y="10537"/>
                  </a:lnTo>
                  <a:lnTo>
                    <a:pt x="11514" y="9716"/>
                  </a:lnTo>
                  <a:close/>
                  <a:moveTo>
                    <a:pt x="656" y="0"/>
                  </a:moveTo>
                  <a:cubicBezTo>
                    <a:pt x="299" y="0"/>
                    <a:pt x="1" y="298"/>
                    <a:pt x="1" y="655"/>
                  </a:cubicBezTo>
                  <a:lnTo>
                    <a:pt x="1" y="8715"/>
                  </a:lnTo>
                  <a:cubicBezTo>
                    <a:pt x="1" y="8942"/>
                    <a:pt x="180" y="9132"/>
                    <a:pt x="418" y="9132"/>
                  </a:cubicBezTo>
                  <a:lnTo>
                    <a:pt x="5859" y="9132"/>
                  </a:lnTo>
                  <a:cubicBezTo>
                    <a:pt x="5954" y="9132"/>
                    <a:pt x="6037" y="9061"/>
                    <a:pt x="6037" y="8954"/>
                  </a:cubicBezTo>
                  <a:cubicBezTo>
                    <a:pt x="6037" y="8846"/>
                    <a:pt x="5954" y="8775"/>
                    <a:pt x="5859" y="8775"/>
                  </a:cubicBezTo>
                  <a:lnTo>
                    <a:pt x="418" y="8775"/>
                  </a:lnTo>
                  <a:cubicBezTo>
                    <a:pt x="394" y="8775"/>
                    <a:pt x="358" y="8739"/>
                    <a:pt x="358" y="8715"/>
                  </a:cubicBezTo>
                  <a:lnTo>
                    <a:pt x="358" y="1631"/>
                  </a:lnTo>
                  <a:lnTo>
                    <a:pt x="2787" y="1631"/>
                  </a:lnTo>
                  <a:lnTo>
                    <a:pt x="2704" y="1727"/>
                  </a:lnTo>
                  <a:cubicBezTo>
                    <a:pt x="1346" y="3072"/>
                    <a:pt x="1346" y="5298"/>
                    <a:pt x="2704" y="6668"/>
                  </a:cubicBezTo>
                  <a:cubicBezTo>
                    <a:pt x="3382" y="7346"/>
                    <a:pt x="4275" y="7692"/>
                    <a:pt x="5168" y="7692"/>
                  </a:cubicBezTo>
                  <a:cubicBezTo>
                    <a:pt x="5883" y="7692"/>
                    <a:pt x="6597" y="7465"/>
                    <a:pt x="7204" y="7037"/>
                  </a:cubicBezTo>
                  <a:lnTo>
                    <a:pt x="7978" y="7811"/>
                  </a:lnTo>
                  <a:cubicBezTo>
                    <a:pt x="7919" y="7882"/>
                    <a:pt x="7883" y="7977"/>
                    <a:pt x="7883" y="8061"/>
                  </a:cubicBezTo>
                  <a:cubicBezTo>
                    <a:pt x="7883" y="8168"/>
                    <a:pt x="7919" y="8275"/>
                    <a:pt x="8002" y="8346"/>
                  </a:cubicBezTo>
                  <a:lnTo>
                    <a:pt x="8443" y="8787"/>
                  </a:lnTo>
                  <a:lnTo>
                    <a:pt x="6609" y="8787"/>
                  </a:lnTo>
                  <a:cubicBezTo>
                    <a:pt x="6514" y="8787"/>
                    <a:pt x="6430" y="8870"/>
                    <a:pt x="6430" y="8966"/>
                  </a:cubicBezTo>
                  <a:cubicBezTo>
                    <a:pt x="6430" y="9073"/>
                    <a:pt x="6514" y="9144"/>
                    <a:pt x="6609" y="9144"/>
                  </a:cubicBezTo>
                  <a:lnTo>
                    <a:pt x="8800" y="9144"/>
                  </a:lnTo>
                  <a:lnTo>
                    <a:pt x="10562" y="10906"/>
                  </a:lnTo>
                  <a:cubicBezTo>
                    <a:pt x="10633" y="10978"/>
                    <a:pt x="10740" y="11025"/>
                    <a:pt x="10836" y="11025"/>
                  </a:cubicBezTo>
                  <a:cubicBezTo>
                    <a:pt x="10943" y="11025"/>
                    <a:pt x="11050" y="10978"/>
                    <a:pt x="11121" y="10906"/>
                  </a:cubicBezTo>
                  <a:lnTo>
                    <a:pt x="11883" y="10144"/>
                  </a:lnTo>
                  <a:cubicBezTo>
                    <a:pt x="12026" y="9978"/>
                    <a:pt x="12026" y="9728"/>
                    <a:pt x="11872" y="9585"/>
                  </a:cubicBezTo>
                  <a:lnTo>
                    <a:pt x="11062" y="8775"/>
                  </a:lnTo>
                  <a:lnTo>
                    <a:pt x="11062" y="8727"/>
                  </a:lnTo>
                  <a:lnTo>
                    <a:pt x="11062" y="7025"/>
                  </a:lnTo>
                  <a:cubicBezTo>
                    <a:pt x="11062" y="6918"/>
                    <a:pt x="10990" y="6846"/>
                    <a:pt x="10883" y="6846"/>
                  </a:cubicBezTo>
                  <a:cubicBezTo>
                    <a:pt x="10776" y="6846"/>
                    <a:pt x="10705" y="6918"/>
                    <a:pt x="10705" y="7025"/>
                  </a:cubicBezTo>
                  <a:lnTo>
                    <a:pt x="10705" y="8430"/>
                  </a:lnTo>
                  <a:lnTo>
                    <a:pt x="9312" y="7037"/>
                  </a:lnTo>
                  <a:cubicBezTo>
                    <a:pt x="9233" y="6958"/>
                    <a:pt x="9132" y="6919"/>
                    <a:pt x="9034" y="6919"/>
                  </a:cubicBezTo>
                  <a:cubicBezTo>
                    <a:pt x="8939" y="6919"/>
                    <a:pt x="8846" y="6955"/>
                    <a:pt x="8776" y="7025"/>
                  </a:cubicBezTo>
                  <a:lnTo>
                    <a:pt x="8002" y="6251"/>
                  </a:lnTo>
                  <a:cubicBezTo>
                    <a:pt x="8978" y="4882"/>
                    <a:pt x="8859" y="2953"/>
                    <a:pt x="7633" y="1738"/>
                  </a:cubicBezTo>
                  <a:lnTo>
                    <a:pt x="7550" y="1643"/>
                  </a:lnTo>
                  <a:lnTo>
                    <a:pt x="10705" y="1643"/>
                  </a:lnTo>
                  <a:lnTo>
                    <a:pt x="10705" y="6251"/>
                  </a:lnTo>
                  <a:cubicBezTo>
                    <a:pt x="10705" y="6346"/>
                    <a:pt x="10776" y="6429"/>
                    <a:pt x="10883" y="6429"/>
                  </a:cubicBezTo>
                  <a:cubicBezTo>
                    <a:pt x="10990" y="6429"/>
                    <a:pt x="11062" y="6346"/>
                    <a:pt x="11062" y="6251"/>
                  </a:cubicBezTo>
                  <a:lnTo>
                    <a:pt x="11062" y="655"/>
                  </a:lnTo>
                  <a:cubicBezTo>
                    <a:pt x="11062" y="298"/>
                    <a:pt x="10764" y="0"/>
                    <a:pt x="10407" y="0"/>
                  </a:cubicBezTo>
                  <a:lnTo>
                    <a:pt x="8812" y="0"/>
                  </a:lnTo>
                  <a:cubicBezTo>
                    <a:pt x="8716" y="0"/>
                    <a:pt x="8633" y="72"/>
                    <a:pt x="8633" y="179"/>
                  </a:cubicBezTo>
                  <a:cubicBezTo>
                    <a:pt x="8633" y="274"/>
                    <a:pt x="8716" y="357"/>
                    <a:pt x="8812" y="357"/>
                  </a:cubicBezTo>
                  <a:lnTo>
                    <a:pt x="10407" y="357"/>
                  </a:lnTo>
                  <a:cubicBezTo>
                    <a:pt x="10574" y="357"/>
                    <a:pt x="10705" y="488"/>
                    <a:pt x="10705" y="655"/>
                  </a:cubicBezTo>
                  <a:lnTo>
                    <a:pt x="10705" y="1286"/>
                  </a:lnTo>
                  <a:lnTo>
                    <a:pt x="7109" y="1286"/>
                  </a:lnTo>
                  <a:cubicBezTo>
                    <a:pt x="6520" y="899"/>
                    <a:pt x="5841" y="706"/>
                    <a:pt x="5165" y="706"/>
                  </a:cubicBezTo>
                  <a:cubicBezTo>
                    <a:pt x="4490" y="706"/>
                    <a:pt x="3817" y="899"/>
                    <a:pt x="3239" y="1286"/>
                  </a:cubicBezTo>
                  <a:lnTo>
                    <a:pt x="358" y="1286"/>
                  </a:lnTo>
                  <a:lnTo>
                    <a:pt x="358" y="655"/>
                  </a:lnTo>
                  <a:cubicBezTo>
                    <a:pt x="358" y="488"/>
                    <a:pt x="501" y="357"/>
                    <a:pt x="656" y="357"/>
                  </a:cubicBezTo>
                  <a:lnTo>
                    <a:pt x="8062" y="357"/>
                  </a:lnTo>
                  <a:cubicBezTo>
                    <a:pt x="8157" y="357"/>
                    <a:pt x="8240" y="274"/>
                    <a:pt x="8240" y="179"/>
                  </a:cubicBezTo>
                  <a:cubicBezTo>
                    <a:pt x="8240" y="72"/>
                    <a:pt x="8157" y="0"/>
                    <a:pt x="8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66"/>
            <p:cNvSpPr/>
            <p:nvPr/>
          </p:nvSpPr>
          <p:spPr>
            <a:xfrm>
              <a:off x="2937814" y="4300215"/>
              <a:ext cx="11768" cy="11418"/>
            </a:xfrm>
            <a:custGeom>
              <a:avLst/>
              <a:gdLst/>
              <a:ahLst/>
              <a:cxnLst/>
              <a:rect l="l" t="t" r="r" b="b"/>
              <a:pathLst>
                <a:path w="370" h="359" extrusionOk="0">
                  <a:moveTo>
                    <a:pt x="191" y="1"/>
                  </a:moveTo>
                  <a:cubicBezTo>
                    <a:pt x="84" y="1"/>
                    <a:pt x="0" y="72"/>
                    <a:pt x="0" y="179"/>
                  </a:cubicBezTo>
                  <a:cubicBezTo>
                    <a:pt x="0" y="263"/>
                    <a:pt x="84" y="358"/>
                    <a:pt x="191" y="358"/>
                  </a:cubicBezTo>
                  <a:cubicBezTo>
                    <a:pt x="286" y="358"/>
                    <a:pt x="370" y="287"/>
                    <a:pt x="370" y="179"/>
                  </a:cubicBezTo>
                  <a:cubicBezTo>
                    <a:pt x="370" y="72"/>
                    <a:pt x="286"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66"/>
            <p:cNvSpPr/>
            <p:nvPr/>
          </p:nvSpPr>
          <p:spPr>
            <a:xfrm>
              <a:off x="2952572" y="4300215"/>
              <a:ext cx="11386" cy="11418"/>
            </a:xfrm>
            <a:custGeom>
              <a:avLst/>
              <a:gdLst/>
              <a:ahLst/>
              <a:cxnLst/>
              <a:rect l="l" t="t" r="r" b="b"/>
              <a:pathLst>
                <a:path w="358" h="359" extrusionOk="0">
                  <a:moveTo>
                    <a:pt x="179" y="1"/>
                  </a:moveTo>
                  <a:cubicBezTo>
                    <a:pt x="84" y="1"/>
                    <a:pt x="1" y="72"/>
                    <a:pt x="1" y="179"/>
                  </a:cubicBezTo>
                  <a:cubicBezTo>
                    <a:pt x="1" y="263"/>
                    <a:pt x="84" y="358"/>
                    <a:pt x="179" y="358"/>
                  </a:cubicBezTo>
                  <a:cubicBezTo>
                    <a:pt x="287" y="358"/>
                    <a:pt x="358" y="287"/>
                    <a:pt x="358" y="179"/>
                  </a:cubicBezTo>
                  <a:cubicBezTo>
                    <a:pt x="358" y="72"/>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66"/>
            <p:cNvSpPr/>
            <p:nvPr/>
          </p:nvSpPr>
          <p:spPr>
            <a:xfrm>
              <a:off x="2967361" y="4300215"/>
              <a:ext cx="11386" cy="11418"/>
            </a:xfrm>
            <a:custGeom>
              <a:avLst/>
              <a:gdLst/>
              <a:ahLst/>
              <a:cxnLst/>
              <a:rect l="l" t="t" r="r" b="b"/>
              <a:pathLst>
                <a:path w="358" h="359" extrusionOk="0">
                  <a:moveTo>
                    <a:pt x="179" y="1"/>
                  </a:moveTo>
                  <a:cubicBezTo>
                    <a:pt x="72" y="1"/>
                    <a:pt x="0" y="72"/>
                    <a:pt x="0" y="179"/>
                  </a:cubicBezTo>
                  <a:cubicBezTo>
                    <a:pt x="0" y="263"/>
                    <a:pt x="72" y="358"/>
                    <a:pt x="179" y="358"/>
                  </a:cubicBezTo>
                  <a:cubicBezTo>
                    <a:pt x="286" y="358"/>
                    <a:pt x="357" y="287"/>
                    <a:pt x="357" y="179"/>
                  </a:cubicBezTo>
                  <a:cubicBezTo>
                    <a:pt x="345"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66"/>
            <p:cNvSpPr/>
            <p:nvPr/>
          </p:nvSpPr>
          <p:spPr>
            <a:xfrm>
              <a:off x="3016563" y="4424063"/>
              <a:ext cx="11418" cy="11386"/>
            </a:xfrm>
            <a:custGeom>
              <a:avLst/>
              <a:gdLst/>
              <a:ahLst/>
              <a:cxnLst/>
              <a:rect l="l" t="t" r="r" b="b"/>
              <a:pathLst>
                <a:path w="359" h="358" extrusionOk="0">
                  <a:moveTo>
                    <a:pt x="180" y="0"/>
                  </a:moveTo>
                  <a:cubicBezTo>
                    <a:pt x="72" y="0"/>
                    <a:pt x="1" y="84"/>
                    <a:pt x="1" y="179"/>
                  </a:cubicBezTo>
                  <a:cubicBezTo>
                    <a:pt x="1" y="286"/>
                    <a:pt x="72" y="357"/>
                    <a:pt x="180" y="357"/>
                  </a:cubicBezTo>
                  <a:cubicBezTo>
                    <a:pt x="287" y="357"/>
                    <a:pt x="358" y="286"/>
                    <a:pt x="358" y="179"/>
                  </a:cubicBezTo>
                  <a:cubicBezTo>
                    <a:pt x="358" y="84"/>
                    <a:pt x="287"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66"/>
            <p:cNvSpPr/>
            <p:nvPr/>
          </p:nvSpPr>
          <p:spPr>
            <a:xfrm>
              <a:off x="3016563" y="4442606"/>
              <a:ext cx="11418" cy="11386"/>
            </a:xfrm>
            <a:custGeom>
              <a:avLst/>
              <a:gdLst/>
              <a:ahLst/>
              <a:cxnLst/>
              <a:rect l="l" t="t" r="r" b="b"/>
              <a:pathLst>
                <a:path w="359" h="358" extrusionOk="0">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66"/>
            <p:cNvSpPr/>
            <p:nvPr/>
          </p:nvSpPr>
          <p:spPr>
            <a:xfrm>
              <a:off x="3032498" y="4424063"/>
              <a:ext cx="11768" cy="11386"/>
            </a:xfrm>
            <a:custGeom>
              <a:avLst/>
              <a:gdLst/>
              <a:ahLst/>
              <a:cxnLst/>
              <a:rect l="l" t="t" r="r" b="b"/>
              <a:pathLst>
                <a:path w="370" h="358" extrusionOk="0">
                  <a:moveTo>
                    <a:pt x="191" y="0"/>
                  </a:moveTo>
                  <a:cubicBezTo>
                    <a:pt x="83" y="0"/>
                    <a:pt x="0" y="84"/>
                    <a:pt x="0" y="179"/>
                  </a:cubicBezTo>
                  <a:cubicBezTo>
                    <a:pt x="0" y="286"/>
                    <a:pt x="83" y="357"/>
                    <a:pt x="191" y="357"/>
                  </a:cubicBezTo>
                  <a:cubicBezTo>
                    <a:pt x="286" y="357"/>
                    <a:pt x="369" y="286"/>
                    <a:pt x="369" y="179"/>
                  </a:cubicBezTo>
                  <a:cubicBezTo>
                    <a:pt x="369" y="84"/>
                    <a:pt x="274"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66"/>
            <p:cNvSpPr/>
            <p:nvPr/>
          </p:nvSpPr>
          <p:spPr>
            <a:xfrm>
              <a:off x="3032498" y="4442606"/>
              <a:ext cx="11768" cy="11386"/>
            </a:xfrm>
            <a:custGeom>
              <a:avLst/>
              <a:gdLst/>
              <a:ahLst/>
              <a:cxnLst/>
              <a:rect l="l" t="t" r="r" b="b"/>
              <a:pathLst>
                <a:path w="370" h="358" extrusionOk="0">
                  <a:moveTo>
                    <a:pt x="191" y="1"/>
                  </a:moveTo>
                  <a:cubicBezTo>
                    <a:pt x="83" y="1"/>
                    <a:pt x="0" y="72"/>
                    <a:pt x="0" y="179"/>
                  </a:cubicBezTo>
                  <a:cubicBezTo>
                    <a:pt x="0" y="286"/>
                    <a:pt x="83" y="358"/>
                    <a:pt x="191" y="358"/>
                  </a:cubicBezTo>
                  <a:cubicBezTo>
                    <a:pt x="286" y="358"/>
                    <a:pt x="369" y="286"/>
                    <a:pt x="369" y="179"/>
                  </a:cubicBezTo>
                  <a:cubicBezTo>
                    <a:pt x="369" y="72"/>
                    <a:pt x="274"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66"/>
            <p:cNvSpPr/>
            <p:nvPr/>
          </p:nvSpPr>
          <p:spPr>
            <a:xfrm>
              <a:off x="3016213" y="4357527"/>
              <a:ext cx="112494" cy="111636"/>
            </a:xfrm>
            <a:custGeom>
              <a:avLst/>
              <a:gdLst/>
              <a:ahLst/>
              <a:cxnLst/>
              <a:rect l="l" t="t" r="r" b="b"/>
              <a:pathLst>
                <a:path w="3537" h="3510" extrusionOk="0">
                  <a:moveTo>
                    <a:pt x="2250" y="354"/>
                  </a:moveTo>
                  <a:lnTo>
                    <a:pt x="2096" y="1080"/>
                  </a:lnTo>
                  <a:lnTo>
                    <a:pt x="1357" y="913"/>
                  </a:lnTo>
                  <a:cubicBezTo>
                    <a:pt x="1336" y="909"/>
                    <a:pt x="1315" y="907"/>
                    <a:pt x="1293" y="907"/>
                  </a:cubicBezTo>
                  <a:cubicBezTo>
                    <a:pt x="1193" y="907"/>
                    <a:pt x="1093" y="950"/>
                    <a:pt x="1024" y="1009"/>
                  </a:cubicBezTo>
                  <a:cubicBezTo>
                    <a:pt x="929" y="1104"/>
                    <a:pt x="905" y="1211"/>
                    <a:pt x="929" y="1342"/>
                  </a:cubicBezTo>
                  <a:lnTo>
                    <a:pt x="953" y="1366"/>
                  </a:lnTo>
                  <a:lnTo>
                    <a:pt x="369" y="818"/>
                  </a:lnTo>
                  <a:lnTo>
                    <a:pt x="2250" y="354"/>
                  </a:lnTo>
                  <a:close/>
                  <a:moveTo>
                    <a:pt x="1274" y="1259"/>
                  </a:moveTo>
                  <a:lnTo>
                    <a:pt x="2036" y="1425"/>
                  </a:lnTo>
                  <a:lnTo>
                    <a:pt x="1869" y="2259"/>
                  </a:lnTo>
                  <a:lnTo>
                    <a:pt x="1429" y="1830"/>
                  </a:lnTo>
                  <a:lnTo>
                    <a:pt x="1274" y="1259"/>
                  </a:lnTo>
                  <a:close/>
                  <a:moveTo>
                    <a:pt x="2369" y="1521"/>
                  </a:moveTo>
                  <a:lnTo>
                    <a:pt x="3167" y="1699"/>
                  </a:lnTo>
                  <a:lnTo>
                    <a:pt x="1715" y="3152"/>
                  </a:lnTo>
                  <a:lnTo>
                    <a:pt x="1548" y="2449"/>
                  </a:lnTo>
                  <a:lnTo>
                    <a:pt x="1607" y="2509"/>
                  </a:lnTo>
                  <a:cubicBezTo>
                    <a:pt x="1679" y="2568"/>
                    <a:pt x="1774" y="2616"/>
                    <a:pt x="1857" y="2616"/>
                  </a:cubicBezTo>
                  <a:cubicBezTo>
                    <a:pt x="1893" y="2616"/>
                    <a:pt x="1929" y="2616"/>
                    <a:pt x="1965" y="2604"/>
                  </a:cubicBezTo>
                  <a:cubicBezTo>
                    <a:pt x="2084" y="2557"/>
                    <a:pt x="2191" y="2473"/>
                    <a:pt x="2203" y="2330"/>
                  </a:cubicBezTo>
                  <a:lnTo>
                    <a:pt x="2369" y="1521"/>
                  </a:lnTo>
                  <a:close/>
                  <a:moveTo>
                    <a:pt x="2239" y="0"/>
                  </a:moveTo>
                  <a:cubicBezTo>
                    <a:pt x="2211" y="0"/>
                    <a:pt x="2183" y="3"/>
                    <a:pt x="2155" y="9"/>
                  </a:cubicBezTo>
                  <a:lnTo>
                    <a:pt x="274" y="473"/>
                  </a:lnTo>
                  <a:cubicBezTo>
                    <a:pt x="167" y="509"/>
                    <a:pt x="60" y="604"/>
                    <a:pt x="24" y="723"/>
                  </a:cubicBezTo>
                  <a:cubicBezTo>
                    <a:pt x="0" y="842"/>
                    <a:pt x="24" y="985"/>
                    <a:pt x="119" y="1068"/>
                  </a:cubicBezTo>
                  <a:lnTo>
                    <a:pt x="1084" y="2009"/>
                  </a:lnTo>
                  <a:lnTo>
                    <a:pt x="1369" y="3223"/>
                  </a:lnTo>
                  <a:cubicBezTo>
                    <a:pt x="1393" y="3342"/>
                    <a:pt x="1488" y="3450"/>
                    <a:pt x="1619" y="3497"/>
                  </a:cubicBezTo>
                  <a:cubicBezTo>
                    <a:pt x="1655" y="3509"/>
                    <a:pt x="1679" y="3509"/>
                    <a:pt x="1726" y="3509"/>
                  </a:cubicBezTo>
                  <a:cubicBezTo>
                    <a:pt x="1810" y="3509"/>
                    <a:pt x="1905" y="3473"/>
                    <a:pt x="1976" y="3402"/>
                  </a:cubicBezTo>
                  <a:lnTo>
                    <a:pt x="3441" y="1949"/>
                  </a:lnTo>
                  <a:cubicBezTo>
                    <a:pt x="3512" y="1842"/>
                    <a:pt x="3536" y="1711"/>
                    <a:pt x="3512" y="1592"/>
                  </a:cubicBezTo>
                  <a:cubicBezTo>
                    <a:pt x="3477" y="1473"/>
                    <a:pt x="3381" y="1366"/>
                    <a:pt x="3239" y="1342"/>
                  </a:cubicBezTo>
                  <a:lnTo>
                    <a:pt x="2441" y="1152"/>
                  </a:lnTo>
                  <a:lnTo>
                    <a:pt x="2584" y="425"/>
                  </a:lnTo>
                  <a:cubicBezTo>
                    <a:pt x="2619" y="306"/>
                    <a:pt x="2572" y="187"/>
                    <a:pt x="2488" y="104"/>
                  </a:cubicBezTo>
                  <a:cubicBezTo>
                    <a:pt x="2416" y="31"/>
                    <a:pt x="2329"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0" name="Google Shape;12190;p66"/>
            <p:cNvSpPr/>
            <p:nvPr/>
          </p:nvSpPr>
          <p:spPr>
            <a:xfrm>
              <a:off x="2937051" y="4499791"/>
              <a:ext cx="14439" cy="11386"/>
            </a:xfrm>
            <a:custGeom>
              <a:avLst/>
              <a:gdLst/>
              <a:ahLst/>
              <a:cxnLst/>
              <a:rect l="l" t="t" r="r" b="b"/>
              <a:pathLst>
                <a:path w="454" h="358" extrusionOk="0">
                  <a:moveTo>
                    <a:pt x="179" y="0"/>
                  </a:moveTo>
                  <a:cubicBezTo>
                    <a:pt x="72" y="0"/>
                    <a:pt x="1" y="72"/>
                    <a:pt x="1" y="179"/>
                  </a:cubicBezTo>
                  <a:cubicBezTo>
                    <a:pt x="1" y="286"/>
                    <a:pt x="96" y="358"/>
                    <a:pt x="179" y="358"/>
                  </a:cubicBezTo>
                  <a:lnTo>
                    <a:pt x="274" y="358"/>
                  </a:lnTo>
                  <a:cubicBezTo>
                    <a:pt x="370" y="358"/>
                    <a:pt x="453" y="286"/>
                    <a:pt x="453" y="179"/>
                  </a:cubicBezTo>
                  <a:cubicBezTo>
                    <a:pt x="453" y="72"/>
                    <a:pt x="370" y="0"/>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1" name="Google Shape;12191;p66"/>
            <p:cNvSpPr/>
            <p:nvPr/>
          </p:nvSpPr>
          <p:spPr>
            <a:xfrm>
              <a:off x="2953717" y="4499791"/>
              <a:ext cx="30310" cy="11386"/>
            </a:xfrm>
            <a:custGeom>
              <a:avLst/>
              <a:gdLst/>
              <a:ahLst/>
              <a:cxnLst/>
              <a:rect l="l" t="t" r="r" b="b"/>
              <a:pathLst>
                <a:path w="953" h="358" extrusionOk="0">
                  <a:moveTo>
                    <a:pt x="179" y="0"/>
                  </a:moveTo>
                  <a:cubicBezTo>
                    <a:pt x="72" y="0"/>
                    <a:pt x="1" y="84"/>
                    <a:pt x="1" y="179"/>
                  </a:cubicBezTo>
                  <a:cubicBezTo>
                    <a:pt x="1" y="286"/>
                    <a:pt x="72" y="358"/>
                    <a:pt x="179" y="358"/>
                  </a:cubicBezTo>
                  <a:lnTo>
                    <a:pt x="774" y="358"/>
                  </a:lnTo>
                  <a:cubicBezTo>
                    <a:pt x="882" y="358"/>
                    <a:pt x="953" y="286"/>
                    <a:pt x="953" y="179"/>
                  </a:cubicBezTo>
                  <a:cubicBezTo>
                    <a:pt x="953" y="96"/>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66"/>
            <p:cNvSpPr/>
            <p:nvPr/>
          </p:nvSpPr>
          <p:spPr>
            <a:xfrm>
              <a:off x="2937051" y="4514930"/>
              <a:ext cx="46976" cy="11386"/>
            </a:xfrm>
            <a:custGeom>
              <a:avLst/>
              <a:gdLst/>
              <a:ahLst/>
              <a:cxnLst/>
              <a:rect l="l" t="t" r="r" b="b"/>
              <a:pathLst>
                <a:path w="1477" h="358" extrusionOk="0">
                  <a:moveTo>
                    <a:pt x="179" y="1"/>
                  </a:moveTo>
                  <a:cubicBezTo>
                    <a:pt x="72" y="1"/>
                    <a:pt x="1" y="84"/>
                    <a:pt x="1" y="179"/>
                  </a:cubicBezTo>
                  <a:cubicBezTo>
                    <a:pt x="1" y="286"/>
                    <a:pt x="72" y="358"/>
                    <a:pt x="179" y="358"/>
                  </a:cubicBezTo>
                  <a:lnTo>
                    <a:pt x="1298" y="358"/>
                  </a:lnTo>
                  <a:cubicBezTo>
                    <a:pt x="1406" y="358"/>
                    <a:pt x="1477" y="286"/>
                    <a:pt x="1477" y="179"/>
                  </a:cubicBezTo>
                  <a:cubicBezTo>
                    <a:pt x="1477" y="84"/>
                    <a:pt x="1382" y="1"/>
                    <a:pt x="1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66"/>
            <p:cNvSpPr/>
            <p:nvPr/>
          </p:nvSpPr>
          <p:spPr>
            <a:xfrm>
              <a:off x="2937051" y="4529719"/>
              <a:ext cx="46976" cy="11386"/>
            </a:xfrm>
            <a:custGeom>
              <a:avLst/>
              <a:gdLst/>
              <a:ahLst/>
              <a:cxnLst/>
              <a:rect l="l" t="t" r="r" b="b"/>
              <a:pathLst>
                <a:path w="1477" h="358" extrusionOk="0">
                  <a:moveTo>
                    <a:pt x="179" y="0"/>
                  </a:moveTo>
                  <a:cubicBezTo>
                    <a:pt x="72" y="0"/>
                    <a:pt x="1" y="71"/>
                    <a:pt x="1" y="179"/>
                  </a:cubicBezTo>
                  <a:cubicBezTo>
                    <a:pt x="1" y="286"/>
                    <a:pt x="72" y="357"/>
                    <a:pt x="179" y="357"/>
                  </a:cubicBezTo>
                  <a:lnTo>
                    <a:pt x="1298" y="357"/>
                  </a:lnTo>
                  <a:cubicBezTo>
                    <a:pt x="1406" y="357"/>
                    <a:pt x="1477" y="286"/>
                    <a:pt x="1477" y="179"/>
                  </a:cubicBezTo>
                  <a:cubicBezTo>
                    <a:pt x="1477" y="71"/>
                    <a:pt x="1382" y="0"/>
                    <a:pt x="1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66"/>
            <p:cNvSpPr/>
            <p:nvPr/>
          </p:nvSpPr>
          <p:spPr>
            <a:xfrm>
              <a:off x="3213881" y="4343787"/>
              <a:ext cx="11386" cy="126488"/>
            </a:xfrm>
            <a:custGeom>
              <a:avLst/>
              <a:gdLst/>
              <a:ahLst/>
              <a:cxnLst/>
              <a:rect l="l" t="t" r="r" b="b"/>
              <a:pathLst>
                <a:path w="358" h="3977" extrusionOk="0">
                  <a:moveTo>
                    <a:pt x="179" y="0"/>
                  </a:moveTo>
                  <a:cubicBezTo>
                    <a:pt x="83" y="0"/>
                    <a:pt x="0" y="83"/>
                    <a:pt x="0" y="179"/>
                  </a:cubicBezTo>
                  <a:lnTo>
                    <a:pt x="0" y="3798"/>
                  </a:lnTo>
                  <a:cubicBezTo>
                    <a:pt x="0" y="3893"/>
                    <a:pt x="83" y="3977"/>
                    <a:pt x="179" y="3977"/>
                  </a:cubicBezTo>
                  <a:cubicBezTo>
                    <a:pt x="286" y="3977"/>
                    <a:pt x="357" y="3893"/>
                    <a:pt x="357" y="3798"/>
                  </a:cubicBezTo>
                  <a:lnTo>
                    <a:pt x="357" y="179"/>
                  </a:lnTo>
                  <a:cubicBezTo>
                    <a:pt x="357"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5" name="Google Shape;12195;p66"/>
          <p:cNvGrpSpPr/>
          <p:nvPr/>
        </p:nvGrpSpPr>
        <p:grpSpPr>
          <a:xfrm>
            <a:off x="3933342" y="4140317"/>
            <a:ext cx="383632" cy="276449"/>
            <a:chOff x="3933342" y="4315767"/>
            <a:chExt cx="383632" cy="276449"/>
          </a:xfrm>
        </p:grpSpPr>
        <p:sp>
          <p:nvSpPr>
            <p:cNvPr id="12196" name="Google Shape;12196;p66"/>
            <p:cNvSpPr/>
            <p:nvPr/>
          </p:nvSpPr>
          <p:spPr>
            <a:xfrm>
              <a:off x="3933342" y="4315767"/>
              <a:ext cx="383632" cy="276449"/>
            </a:xfrm>
            <a:custGeom>
              <a:avLst/>
              <a:gdLst/>
              <a:ahLst/>
              <a:cxnLst/>
              <a:rect l="l" t="t" r="r" b="b"/>
              <a:pathLst>
                <a:path w="12062" h="8692" extrusionOk="0">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66"/>
            <p:cNvSpPr/>
            <p:nvPr/>
          </p:nvSpPr>
          <p:spPr>
            <a:xfrm>
              <a:off x="4035214" y="4410037"/>
              <a:ext cx="11386" cy="140896"/>
            </a:xfrm>
            <a:custGeom>
              <a:avLst/>
              <a:gdLst/>
              <a:ahLst/>
              <a:cxnLst/>
              <a:rect l="l" t="t" r="r" b="b"/>
              <a:pathLst>
                <a:path w="358" h="4430" extrusionOk="0">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66"/>
            <p:cNvSpPr/>
            <p:nvPr/>
          </p:nvSpPr>
          <p:spPr>
            <a:xfrm>
              <a:off x="4221146" y="4390827"/>
              <a:ext cx="42460" cy="32886"/>
            </a:xfrm>
            <a:custGeom>
              <a:avLst/>
              <a:gdLst/>
              <a:ahLst/>
              <a:cxnLst/>
              <a:rect l="l" t="t" r="r" b="b"/>
              <a:pathLst>
                <a:path w="1335" h="1034" extrusionOk="0">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66"/>
            <p:cNvSpPr/>
            <p:nvPr/>
          </p:nvSpPr>
          <p:spPr>
            <a:xfrm>
              <a:off x="4054519" y="4384561"/>
              <a:ext cx="192961" cy="192516"/>
            </a:xfrm>
            <a:custGeom>
              <a:avLst/>
              <a:gdLst/>
              <a:ahLst/>
              <a:cxnLst/>
              <a:rect l="l" t="t" r="r" b="b"/>
              <a:pathLst>
                <a:path w="6067" h="6053" extrusionOk="0">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66"/>
            <p:cNvSpPr/>
            <p:nvPr/>
          </p:nvSpPr>
          <p:spPr>
            <a:xfrm>
              <a:off x="4085593" y="4420278"/>
              <a:ext cx="145826" cy="120923"/>
            </a:xfrm>
            <a:custGeom>
              <a:avLst/>
              <a:gdLst/>
              <a:ahLst/>
              <a:cxnLst/>
              <a:rect l="l" t="t" r="r" b="b"/>
              <a:pathLst>
                <a:path w="4585" h="3802" extrusionOk="0">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66"/>
            <p:cNvSpPr/>
            <p:nvPr/>
          </p:nvSpPr>
          <p:spPr>
            <a:xfrm>
              <a:off x="4131392" y="4449507"/>
              <a:ext cx="54577" cy="45767"/>
            </a:xfrm>
            <a:custGeom>
              <a:avLst/>
              <a:gdLst/>
              <a:ahLst/>
              <a:cxnLst/>
              <a:rect l="l" t="t" r="r" b="b"/>
              <a:pathLst>
                <a:path w="1716" h="1439" extrusionOk="0">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2" name="Google Shape;12202;p66"/>
          <p:cNvGrpSpPr/>
          <p:nvPr/>
        </p:nvGrpSpPr>
        <p:grpSpPr>
          <a:xfrm>
            <a:off x="3441065" y="4127055"/>
            <a:ext cx="337069" cy="302593"/>
            <a:chOff x="3441065" y="4302505"/>
            <a:chExt cx="337069" cy="302593"/>
          </a:xfrm>
        </p:grpSpPr>
        <p:sp>
          <p:nvSpPr>
            <p:cNvPr id="12203" name="Google Shape;12203;p66"/>
            <p:cNvSpPr/>
            <p:nvPr/>
          </p:nvSpPr>
          <p:spPr>
            <a:xfrm>
              <a:off x="3441065" y="4366941"/>
              <a:ext cx="337069" cy="173655"/>
            </a:xfrm>
            <a:custGeom>
              <a:avLst/>
              <a:gdLst/>
              <a:ahLst/>
              <a:cxnLst/>
              <a:rect l="l" t="t" r="r" b="b"/>
              <a:pathLst>
                <a:path w="10598" h="5460" extrusionOk="0">
                  <a:moveTo>
                    <a:pt x="5062" y="1"/>
                  </a:moveTo>
                  <a:cubicBezTo>
                    <a:pt x="3977" y="1"/>
                    <a:pt x="2891" y="303"/>
                    <a:pt x="1834" y="951"/>
                  </a:cubicBezTo>
                  <a:cubicBezTo>
                    <a:pt x="1001" y="1463"/>
                    <a:pt x="418" y="2058"/>
                    <a:pt x="156" y="2368"/>
                  </a:cubicBezTo>
                  <a:cubicBezTo>
                    <a:pt x="1" y="2546"/>
                    <a:pt x="1" y="2808"/>
                    <a:pt x="168" y="2987"/>
                  </a:cubicBezTo>
                  <a:cubicBezTo>
                    <a:pt x="1001" y="3844"/>
                    <a:pt x="1870" y="4475"/>
                    <a:pt x="2739" y="4892"/>
                  </a:cubicBezTo>
                  <a:cubicBezTo>
                    <a:pt x="2763" y="4916"/>
                    <a:pt x="2787" y="4916"/>
                    <a:pt x="2823" y="4916"/>
                  </a:cubicBezTo>
                  <a:cubicBezTo>
                    <a:pt x="2977" y="4916"/>
                    <a:pt x="3037" y="4689"/>
                    <a:pt x="2894" y="4618"/>
                  </a:cubicBezTo>
                  <a:cubicBezTo>
                    <a:pt x="2049" y="4213"/>
                    <a:pt x="1215" y="3582"/>
                    <a:pt x="406" y="2773"/>
                  </a:cubicBezTo>
                  <a:cubicBezTo>
                    <a:pt x="346" y="2713"/>
                    <a:pt x="346" y="2630"/>
                    <a:pt x="406" y="2570"/>
                  </a:cubicBezTo>
                  <a:cubicBezTo>
                    <a:pt x="799" y="2130"/>
                    <a:pt x="2061" y="868"/>
                    <a:pt x="3918" y="451"/>
                  </a:cubicBezTo>
                  <a:lnTo>
                    <a:pt x="3918" y="451"/>
                  </a:lnTo>
                  <a:cubicBezTo>
                    <a:pt x="3561" y="665"/>
                    <a:pt x="3263" y="963"/>
                    <a:pt x="3025" y="1320"/>
                  </a:cubicBezTo>
                  <a:cubicBezTo>
                    <a:pt x="2977" y="1403"/>
                    <a:pt x="3001" y="1487"/>
                    <a:pt x="3073" y="1534"/>
                  </a:cubicBezTo>
                  <a:cubicBezTo>
                    <a:pt x="3098" y="1551"/>
                    <a:pt x="3126" y="1559"/>
                    <a:pt x="3154" y="1559"/>
                  </a:cubicBezTo>
                  <a:cubicBezTo>
                    <a:pt x="3204" y="1559"/>
                    <a:pt x="3252" y="1533"/>
                    <a:pt x="3275" y="1487"/>
                  </a:cubicBezTo>
                  <a:cubicBezTo>
                    <a:pt x="3728" y="772"/>
                    <a:pt x="4490" y="367"/>
                    <a:pt x="5299" y="367"/>
                  </a:cubicBezTo>
                  <a:cubicBezTo>
                    <a:pt x="6609" y="367"/>
                    <a:pt x="7680" y="1439"/>
                    <a:pt x="7680" y="2749"/>
                  </a:cubicBezTo>
                  <a:cubicBezTo>
                    <a:pt x="7680" y="3820"/>
                    <a:pt x="6954" y="4773"/>
                    <a:pt x="5930" y="5047"/>
                  </a:cubicBezTo>
                  <a:cubicBezTo>
                    <a:pt x="5720" y="5103"/>
                    <a:pt x="5510" y="5130"/>
                    <a:pt x="5305" y="5130"/>
                  </a:cubicBezTo>
                  <a:cubicBezTo>
                    <a:pt x="4250" y="5130"/>
                    <a:pt x="3302" y="4424"/>
                    <a:pt x="3013" y="3368"/>
                  </a:cubicBezTo>
                  <a:cubicBezTo>
                    <a:pt x="2954" y="3154"/>
                    <a:pt x="2918" y="2951"/>
                    <a:pt x="2918" y="2737"/>
                  </a:cubicBezTo>
                  <a:cubicBezTo>
                    <a:pt x="2918" y="2487"/>
                    <a:pt x="2966" y="2249"/>
                    <a:pt x="3037" y="2011"/>
                  </a:cubicBezTo>
                  <a:cubicBezTo>
                    <a:pt x="3073" y="1915"/>
                    <a:pt x="3025" y="1844"/>
                    <a:pt x="2942" y="1820"/>
                  </a:cubicBezTo>
                  <a:cubicBezTo>
                    <a:pt x="2920" y="1812"/>
                    <a:pt x="2899" y="1808"/>
                    <a:pt x="2880" y="1808"/>
                  </a:cubicBezTo>
                  <a:cubicBezTo>
                    <a:pt x="2816" y="1808"/>
                    <a:pt x="2767" y="1851"/>
                    <a:pt x="2739" y="1915"/>
                  </a:cubicBezTo>
                  <a:cubicBezTo>
                    <a:pt x="2656" y="2189"/>
                    <a:pt x="2608" y="2475"/>
                    <a:pt x="2608" y="2737"/>
                  </a:cubicBezTo>
                  <a:cubicBezTo>
                    <a:pt x="2608" y="2975"/>
                    <a:pt x="2644" y="3213"/>
                    <a:pt x="2704" y="3439"/>
                  </a:cubicBezTo>
                  <a:cubicBezTo>
                    <a:pt x="2858" y="4058"/>
                    <a:pt x="3251" y="4582"/>
                    <a:pt x="3739" y="4928"/>
                  </a:cubicBezTo>
                  <a:cubicBezTo>
                    <a:pt x="3632" y="4892"/>
                    <a:pt x="3549" y="4868"/>
                    <a:pt x="3442" y="4820"/>
                  </a:cubicBezTo>
                  <a:cubicBezTo>
                    <a:pt x="3427" y="4816"/>
                    <a:pt x="3412" y="4813"/>
                    <a:pt x="3396" y="4813"/>
                  </a:cubicBezTo>
                  <a:cubicBezTo>
                    <a:pt x="3334" y="4813"/>
                    <a:pt x="3270" y="4849"/>
                    <a:pt x="3251" y="4916"/>
                  </a:cubicBezTo>
                  <a:cubicBezTo>
                    <a:pt x="3216" y="4987"/>
                    <a:pt x="3263" y="5070"/>
                    <a:pt x="3335" y="5106"/>
                  </a:cubicBezTo>
                  <a:cubicBezTo>
                    <a:pt x="3996" y="5346"/>
                    <a:pt x="4652" y="5460"/>
                    <a:pt x="5299" y="5460"/>
                  </a:cubicBezTo>
                  <a:cubicBezTo>
                    <a:pt x="6446" y="5460"/>
                    <a:pt x="7563" y="5103"/>
                    <a:pt x="8621" y="4463"/>
                  </a:cubicBezTo>
                  <a:cubicBezTo>
                    <a:pt x="9502" y="3927"/>
                    <a:pt x="10145" y="3308"/>
                    <a:pt x="10443" y="2975"/>
                  </a:cubicBezTo>
                  <a:cubicBezTo>
                    <a:pt x="10597" y="2808"/>
                    <a:pt x="10586" y="2511"/>
                    <a:pt x="10395" y="2356"/>
                  </a:cubicBezTo>
                  <a:cubicBezTo>
                    <a:pt x="10062" y="2058"/>
                    <a:pt x="9728" y="1784"/>
                    <a:pt x="9383" y="1546"/>
                  </a:cubicBezTo>
                  <a:cubicBezTo>
                    <a:pt x="9357" y="1529"/>
                    <a:pt x="9327" y="1521"/>
                    <a:pt x="9298" y="1521"/>
                  </a:cubicBezTo>
                  <a:cubicBezTo>
                    <a:pt x="9246" y="1521"/>
                    <a:pt x="9194" y="1544"/>
                    <a:pt x="9157" y="1582"/>
                  </a:cubicBezTo>
                  <a:cubicBezTo>
                    <a:pt x="9109" y="1653"/>
                    <a:pt x="9133" y="1737"/>
                    <a:pt x="9192" y="1796"/>
                  </a:cubicBezTo>
                  <a:cubicBezTo>
                    <a:pt x="9514" y="2034"/>
                    <a:pt x="9847" y="2296"/>
                    <a:pt x="10169" y="2594"/>
                  </a:cubicBezTo>
                  <a:cubicBezTo>
                    <a:pt x="10228" y="2653"/>
                    <a:pt x="10228" y="2737"/>
                    <a:pt x="10181" y="2796"/>
                  </a:cubicBezTo>
                  <a:cubicBezTo>
                    <a:pt x="9788" y="3225"/>
                    <a:pt x="8550" y="4439"/>
                    <a:pt x="6835" y="4939"/>
                  </a:cubicBezTo>
                  <a:cubicBezTo>
                    <a:pt x="8311" y="3904"/>
                    <a:pt x="8359" y="1737"/>
                    <a:pt x="6954" y="629"/>
                  </a:cubicBezTo>
                  <a:lnTo>
                    <a:pt x="6954" y="629"/>
                  </a:lnTo>
                  <a:cubicBezTo>
                    <a:pt x="7538" y="820"/>
                    <a:pt x="8121" y="1106"/>
                    <a:pt x="8692" y="1463"/>
                  </a:cubicBezTo>
                  <a:cubicBezTo>
                    <a:pt x="8722" y="1476"/>
                    <a:pt x="8752" y="1482"/>
                    <a:pt x="8780" y="1482"/>
                  </a:cubicBezTo>
                  <a:cubicBezTo>
                    <a:pt x="8831" y="1482"/>
                    <a:pt x="8876" y="1461"/>
                    <a:pt x="8907" y="1415"/>
                  </a:cubicBezTo>
                  <a:cubicBezTo>
                    <a:pt x="8954" y="1344"/>
                    <a:pt x="8931" y="1249"/>
                    <a:pt x="8859" y="1201"/>
                  </a:cubicBezTo>
                  <a:cubicBezTo>
                    <a:pt x="7632" y="426"/>
                    <a:pt x="6348" y="1"/>
                    <a:pt x="5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66"/>
            <p:cNvSpPr/>
            <p:nvPr/>
          </p:nvSpPr>
          <p:spPr>
            <a:xfrm>
              <a:off x="3572864" y="4423300"/>
              <a:ext cx="76141" cy="61479"/>
            </a:xfrm>
            <a:custGeom>
              <a:avLst/>
              <a:gdLst/>
              <a:ahLst/>
              <a:cxnLst/>
              <a:rect l="l" t="t" r="r" b="b"/>
              <a:pathLst>
                <a:path w="2394" h="1933" extrusionOk="0">
                  <a:moveTo>
                    <a:pt x="1143" y="0"/>
                  </a:moveTo>
                  <a:cubicBezTo>
                    <a:pt x="465" y="0"/>
                    <a:pt x="0" y="679"/>
                    <a:pt x="238" y="1322"/>
                  </a:cubicBezTo>
                  <a:cubicBezTo>
                    <a:pt x="258" y="1381"/>
                    <a:pt x="326" y="1423"/>
                    <a:pt x="396" y="1423"/>
                  </a:cubicBezTo>
                  <a:cubicBezTo>
                    <a:pt x="411" y="1423"/>
                    <a:pt x="426" y="1421"/>
                    <a:pt x="441" y="1417"/>
                  </a:cubicBezTo>
                  <a:cubicBezTo>
                    <a:pt x="524" y="1382"/>
                    <a:pt x="560" y="1298"/>
                    <a:pt x="536" y="1203"/>
                  </a:cubicBezTo>
                  <a:cubicBezTo>
                    <a:pt x="354" y="738"/>
                    <a:pt x="729" y="308"/>
                    <a:pt x="1156" y="308"/>
                  </a:cubicBezTo>
                  <a:cubicBezTo>
                    <a:pt x="1287" y="308"/>
                    <a:pt x="1422" y="349"/>
                    <a:pt x="1548" y="441"/>
                  </a:cubicBezTo>
                  <a:cubicBezTo>
                    <a:pt x="2036" y="822"/>
                    <a:pt x="1774" y="1620"/>
                    <a:pt x="1143" y="1620"/>
                  </a:cubicBezTo>
                  <a:cubicBezTo>
                    <a:pt x="1048" y="1620"/>
                    <a:pt x="953" y="1608"/>
                    <a:pt x="881" y="1560"/>
                  </a:cubicBezTo>
                  <a:cubicBezTo>
                    <a:pt x="860" y="1554"/>
                    <a:pt x="840" y="1551"/>
                    <a:pt x="819" y="1551"/>
                  </a:cubicBezTo>
                  <a:cubicBezTo>
                    <a:pt x="759" y="1551"/>
                    <a:pt x="703" y="1578"/>
                    <a:pt x="667" y="1632"/>
                  </a:cubicBezTo>
                  <a:cubicBezTo>
                    <a:pt x="643" y="1715"/>
                    <a:pt x="667" y="1798"/>
                    <a:pt x="738" y="1846"/>
                  </a:cubicBezTo>
                  <a:cubicBezTo>
                    <a:pt x="869" y="1904"/>
                    <a:pt x="1009" y="1933"/>
                    <a:pt x="1148" y="1933"/>
                  </a:cubicBezTo>
                  <a:cubicBezTo>
                    <a:pt x="1438" y="1933"/>
                    <a:pt x="1724" y="1806"/>
                    <a:pt x="1917" y="1548"/>
                  </a:cubicBezTo>
                  <a:cubicBezTo>
                    <a:pt x="2393" y="917"/>
                    <a:pt x="1965"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66"/>
            <p:cNvSpPr/>
            <p:nvPr/>
          </p:nvSpPr>
          <p:spPr>
            <a:xfrm>
              <a:off x="3619045" y="4394485"/>
              <a:ext cx="46626" cy="39088"/>
            </a:xfrm>
            <a:custGeom>
              <a:avLst/>
              <a:gdLst/>
              <a:ahLst/>
              <a:cxnLst/>
              <a:rect l="l" t="t" r="r" b="b"/>
              <a:pathLst>
                <a:path w="1466" h="1229" extrusionOk="0">
                  <a:moveTo>
                    <a:pt x="782" y="310"/>
                  </a:moveTo>
                  <a:cubicBezTo>
                    <a:pt x="917" y="310"/>
                    <a:pt x="1054" y="400"/>
                    <a:pt x="1096" y="549"/>
                  </a:cubicBezTo>
                  <a:cubicBezTo>
                    <a:pt x="1120" y="716"/>
                    <a:pt x="1013" y="871"/>
                    <a:pt x="858" y="906"/>
                  </a:cubicBezTo>
                  <a:cubicBezTo>
                    <a:pt x="834" y="912"/>
                    <a:pt x="810" y="914"/>
                    <a:pt x="788" y="914"/>
                  </a:cubicBezTo>
                  <a:cubicBezTo>
                    <a:pt x="553" y="914"/>
                    <a:pt x="406" y="648"/>
                    <a:pt x="537" y="442"/>
                  </a:cubicBezTo>
                  <a:cubicBezTo>
                    <a:pt x="599" y="351"/>
                    <a:pt x="690" y="310"/>
                    <a:pt x="782" y="310"/>
                  </a:cubicBezTo>
                  <a:close/>
                  <a:moveTo>
                    <a:pt x="791" y="1"/>
                  </a:moveTo>
                  <a:cubicBezTo>
                    <a:pt x="598" y="1"/>
                    <a:pt x="403" y="88"/>
                    <a:pt x="275" y="275"/>
                  </a:cubicBezTo>
                  <a:cubicBezTo>
                    <a:pt x="1" y="692"/>
                    <a:pt x="321" y="1229"/>
                    <a:pt x="792" y="1229"/>
                  </a:cubicBezTo>
                  <a:cubicBezTo>
                    <a:pt x="833" y="1229"/>
                    <a:pt x="875" y="1225"/>
                    <a:pt x="918" y="1216"/>
                  </a:cubicBezTo>
                  <a:cubicBezTo>
                    <a:pt x="1251" y="1145"/>
                    <a:pt x="1465" y="811"/>
                    <a:pt x="1394" y="490"/>
                  </a:cubicBezTo>
                  <a:cubicBezTo>
                    <a:pt x="1331" y="176"/>
                    <a:pt x="1064" y="1"/>
                    <a:pt x="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66"/>
            <p:cNvSpPr/>
            <p:nvPr/>
          </p:nvSpPr>
          <p:spPr>
            <a:xfrm>
              <a:off x="3604669" y="4302505"/>
              <a:ext cx="9860" cy="42046"/>
            </a:xfrm>
            <a:custGeom>
              <a:avLst/>
              <a:gdLst/>
              <a:ahLst/>
              <a:cxnLst/>
              <a:rect l="l" t="t" r="r" b="b"/>
              <a:pathLst>
                <a:path w="310" h="1322" extrusionOk="0">
                  <a:moveTo>
                    <a:pt x="143" y="0"/>
                  </a:moveTo>
                  <a:cubicBezTo>
                    <a:pt x="60" y="0"/>
                    <a:pt x="0" y="72"/>
                    <a:pt x="0" y="155"/>
                  </a:cubicBezTo>
                  <a:lnTo>
                    <a:pt x="0" y="1179"/>
                  </a:lnTo>
                  <a:cubicBezTo>
                    <a:pt x="0" y="1262"/>
                    <a:pt x="72" y="1322"/>
                    <a:pt x="143" y="1322"/>
                  </a:cubicBezTo>
                  <a:cubicBezTo>
                    <a:pt x="238" y="1322"/>
                    <a:pt x="298" y="1250"/>
                    <a:pt x="298" y="1179"/>
                  </a:cubicBezTo>
                  <a:lnTo>
                    <a:pt x="298" y="155"/>
                  </a:lnTo>
                  <a:cubicBezTo>
                    <a:pt x="310"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66"/>
            <p:cNvSpPr/>
            <p:nvPr/>
          </p:nvSpPr>
          <p:spPr>
            <a:xfrm>
              <a:off x="3528178" y="4315926"/>
              <a:ext cx="22359" cy="40742"/>
            </a:xfrm>
            <a:custGeom>
              <a:avLst/>
              <a:gdLst/>
              <a:ahLst/>
              <a:cxnLst/>
              <a:rect l="l" t="t" r="r" b="b"/>
              <a:pathLst>
                <a:path w="703" h="1281" extrusionOk="0">
                  <a:moveTo>
                    <a:pt x="163" y="1"/>
                  </a:moveTo>
                  <a:cubicBezTo>
                    <a:pt x="149" y="1"/>
                    <a:pt x="134" y="3"/>
                    <a:pt x="119" y="7"/>
                  </a:cubicBezTo>
                  <a:cubicBezTo>
                    <a:pt x="48" y="43"/>
                    <a:pt x="0" y="126"/>
                    <a:pt x="36" y="209"/>
                  </a:cubicBezTo>
                  <a:lnTo>
                    <a:pt x="393" y="1174"/>
                  </a:lnTo>
                  <a:cubicBezTo>
                    <a:pt x="417" y="1233"/>
                    <a:pt x="477" y="1281"/>
                    <a:pt x="536" y="1281"/>
                  </a:cubicBezTo>
                  <a:cubicBezTo>
                    <a:pt x="631" y="1281"/>
                    <a:pt x="703" y="1174"/>
                    <a:pt x="679" y="1067"/>
                  </a:cubicBezTo>
                  <a:lnTo>
                    <a:pt x="322" y="102"/>
                  </a:lnTo>
                  <a:cubicBezTo>
                    <a:pt x="292" y="43"/>
                    <a:pt x="23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66"/>
            <p:cNvSpPr/>
            <p:nvPr/>
          </p:nvSpPr>
          <p:spPr>
            <a:xfrm>
              <a:off x="3457730" y="4348590"/>
              <a:ext cx="32600" cy="35367"/>
            </a:xfrm>
            <a:custGeom>
              <a:avLst/>
              <a:gdLst/>
              <a:ahLst/>
              <a:cxnLst/>
              <a:rect l="l" t="t" r="r" b="b"/>
              <a:pathLst>
                <a:path w="1025" h="1112" extrusionOk="0">
                  <a:moveTo>
                    <a:pt x="183" y="0"/>
                  </a:moveTo>
                  <a:cubicBezTo>
                    <a:pt x="147" y="0"/>
                    <a:pt x="110" y="13"/>
                    <a:pt x="72" y="40"/>
                  </a:cubicBezTo>
                  <a:cubicBezTo>
                    <a:pt x="13" y="99"/>
                    <a:pt x="1" y="194"/>
                    <a:pt x="60" y="266"/>
                  </a:cubicBezTo>
                  <a:lnTo>
                    <a:pt x="715" y="1052"/>
                  </a:lnTo>
                  <a:cubicBezTo>
                    <a:pt x="751" y="1087"/>
                    <a:pt x="787" y="1111"/>
                    <a:pt x="834" y="1111"/>
                  </a:cubicBezTo>
                  <a:cubicBezTo>
                    <a:pt x="953" y="1099"/>
                    <a:pt x="1025" y="944"/>
                    <a:pt x="953" y="849"/>
                  </a:cubicBezTo>
                  <a:lnTo>
                    <a:pt x="298" y="51"/>
                  </a:lnTo>
                  <a:cubicBezTo>
                    <a:pt x="266" y="19"/>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66"/>
            <p:cNvSpPr/>
            <p:nvPr/>
          </p:nvSpPr>
          <p:spPr>
            <a:xfrm>
              <a:off x="3727723" y="4351611"/>
              <a:ext cx="32218" cy="34954"/>
            </a:xfrm>
            <a:custGeom>
              <a:avLst/>
              <a:gdLst/>
              <a:ahLst/>
              <a:cxnLst/>
              <a:rect l="l" t="t" r="r" b="b"/>
              <a:pathLst>
                <a:path w="1013" h="1099" extrusionOk="0">
                  <a:moveTo>
                    <a:pt x="834" y="1"/>
                  </a:moveTo>
                  <a:cubicBezTo>
                    <a:pt x="791" y="1"/>
                    <a:pt x="748" y="19"/>
                    <a:pt x="715" y="52"/>
                  </a:cubicBezTo>
                  <a:lnTo>
                    <a:pt x="60" y="838"/>
                  </a:lnTo>
                  <a:cubicBezTo>
                    <a:pt x="1" y="897"/>
                    <a:pt x="13" y="1004"/>
                    <a:pt x="72" y="1064"/>
                  </a:cubicBezTo>
                  <a:cubicBezTo>
                    <a:pt x="96" y="1088"/>
                    <a:pt x="128" y="1098"/>
                    <a:pt x="161" y="1098"/>
                  </a:cubicBezTo>
                  <a:cubicBezTo>
                    <a:pt x="211" y="1098"/>
                    <a:pt x="263" y="1075"/>
                    <a:pt x="299" y="1040"/>
                  </a:cubicBezTo>
                  <a:lnTo>
                    <a:pt x="953" y="254"/>
                  </a:lnTo>
                  <a:cubicBezTo>
                    <a:pt x="1013" y="183"/>
                    <a:pt x="1013" y="76"/>
                    <a:pt x="930" y="40"/>
                  </a:cubicBezTo>
                  <a:cubicBezTo>
                    <a:pt x="903" y="13"/>
                    <a:pt x="869"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66"/>
            <p:cNvSpPr/>
            <p:nvPr/>
          </p:nvSpPr>
          <p:spPr>
            <a:xfrm>
              <a:off x="3668279" y="4315926"/>
              <a:ext cx="22391" cy="40742"/>
            </a:xfrm>
            <a:custGeom>
              <a:avLst/>
              <a:gdLst/>
              <a:ahLst/>
              <a:cxnLst/>
              <a:rect l="l" t="t" r="r" b="b"/>
              <a:pathLst>
                <a:path w="704" h="1281" extrusionOk="0">
                  <a:moveTo>
                    <a:pt x="544" y="1"/>
                  </a:moveTo>
                  <a:cubicBezTo>
                    <a:pt x="481" y="1"/>
                    <a:pt x="413" y="43"/>
                    <a:pt x="394" y="102"/>
                  </a:cubicBezTo>
                  <a:lnTo>
                    <a:pt x="36" y="1067"/>
                  </a:lnTo>
                  <a:cubicBezTo>
                    <a:pt x="1" y="1174"/>
                    <a:pt x="84" y="1281"/>
                    <a:pt x="179" y="1281"/>
                  </a:cubicBezTo>
                  <a:cubicBezTo>
                    <a:pt x="239" y="1281"/>
                    <a:pt x="298" y="1233"/>
                    <a:pt x="334" y="1174"/>
                  </a:cubicBezTo>
                  <a:lnTo>
                    <a:pt x="691" y="209"/>
                  </a:lnTo>
                  <a:cubicBezTo>
                    <a:pt x="703" y="126"/>
                    <a:pt x="655" y="43"/>
                    <a:pt x="584" y="7"/>
                  </a:cubicBezTo>
                  <a:cubicBezTo>
                    <a:pt x="571" y="3"/>
                    <a:pt x="558" y="1"/>
                    <a:pt x="5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66"/>
            <p:cNvSpPr/>
            <p:nvPr/>
          </p:nvSpPr>
          <p:spPr>
            <a:xfrm>
              <a:off x="3603143" y="4563019"/>
              <a:ext cx="9891" cy="42078"/>
            </a:xfrm>
            <a:custGeom>
              <a:avLst/>
              <a:gdLst/>
              <a:ahLst/>
              <a:cxnLst/>
              <a:rect l="l" t="t" r="r" b="b"/>
              <a:pathLst>
                <a:path w="311" h="1323" extrusionOk="0">
                  <a:moveTo>
                    <a:pt x="144" y="1"/>
                  </a:moveTo>
                  <a:cubicBezTo>
                    <a:pt x="60" y="1"/>
                    <a:pt x="1" y="72"/>
                    <a:pt x="1" y="144"/>
                  </a:cubicBezTo>
                  <a:lnTo>
                    <a:pt x="1" y="1168"/>
                  </a:lnTo>
                  <a:cubicBezTo>
                    <a:pt x="1" y="1263"/>
                    <a:pt x="72" y="1322"/>
                    <a:pt x="144" y="1322"/>
                  </a:cubicBezTo>
                  <a:cubicBezTo>
                    <a:pt x="239" y="1322"/>
                    <a:pt x="298" y="1251"/>
                    <a:pt x="298" y="1168"/>
                  </a:cubicBezTo>
                  <a:lnTo>
                    <a:pt x="298" y="144"/>
                  </a:lnTo>
                  <a:cubicBezTo>
                    <a:pt x="310" y="72"/>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66"/>
            <p:cNvSpPr/>
            <p:nvPr/>
          </p:nvSpPr>
          <p:spPr>
            <a:xfrm>
              <a:off x="3667134" y="4552206"/>
              <a:ext cx="22009" cy="40233"/>
            </a:xfrm>
            <a:custGeom>
              <a:avLst/>
              <a:gdLst/>
              <a:ahLst/>
              <a:cxnLst/>
              <a:rect l="l" t="t" r="r" b="b"/>
              <a:pathLst>
                <a:path w="692" h="1265" extrusionOk="0">
                  <a:moveTo>
                    <a:pt x="165" y="0"/>
                  </a:moveTo>
                  <a:cubicBezTo>
                    <a:pt x="150" y="0"/>
                    <a:pt x="135" y="3"/>
                    <a:pt x="120" y="7"/>
                  </a:cubicBezTo>
                  <a:cubicBezTo>
                    <a:pt x="37" y="43"/>
                    <a:pt x="1" y="126"/>
                    <a:pt x="25" y="198"/>
                  </a:cubicBezTo>
                  <a:lnTo>
                    <a:pt x="382" y="1174"/>
                  </a:lnTo>
                  <a:cubicBezTo>
                    <a:pt x="410" y="1231"/>
                    <a:pt x="468" y="1265"/>
                    <a:pt x="527" y="1265"/>
                  </a:cubicBezTo>
                  <a:cubicBezTo>
                    <a:pt x="542" y="1265"/>
                    <a:pt x="557" y="1263"/>
                    <a:pt x="572" y="1258"/>
                  </a:cubicBezTo>
                  <a:cubicBezTo>
                    <a:pt x="656" y="1234"/>
                    <a:pt x="691" y="1139"/>
                    <a:pt x="668" y="1067"/>
                  </a:cubicBezTo>
                  <a:lnTo>
                    <a:pt x="310" y="103"/>
                  </a:lnTo>
                  <a:cubicBezTo>
                    <a:pt x="282" y="36"/>
                    <a:pt x="22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66"/>
            <p:cNvSpPr/>
            <p:nvPr/>
          </p:nvSpPr>
          <p:spPr>
            <a:xfrm>
              <a:off x="3727723" y="4524662"/>
              <a:ext cx="32982" cy="35367"/>
            </a:xfrm>
            <a:custGeom>
              <a:avLst/>
              <a:gdLst/>
              <a:ahLst/>
              <a:cxnLst/>
              <a:rect l="l" t="t" r="r" b="b"/>
              <a:pathLst>
                <a:path w="1037" h="1112" extrusionOk="0">
                  <a:moveTo>
                    <a:pt x="178" y="1"/>
                  </a:moveTo>
                  <a:cubicBezTo>
                    <a:pt x="142" y="1"/>
                    <a:pt x="104" y="13"/>
                    <a:pt x="72" y="40"/>
                  </a:cubicBezTo>
                  <a:cubicBezTo>
                    <a:pt x="13" y="100"/>
                    <a:pt x="1" y="195"/>
                    <a:pt x="60" y="266"/>
                  </a:cubicBezTo>
                  <a:lnTo>
                    <a:pt x="715" y="1052"/>
                  </a:lnTo>
                  <a:cubicBezTo>
                    <a:pt x="739" y="1088"/>
                    <a:pt x="787" y="1112"/>
                    <a:pt x="834" y="1112"/>
                  </a:cubicBezTo>
                  <a:cubicBezTo>
                    <a:pt x="965" y="1100"/>
                    <a:pt x="1037" y="945"/>
                    <a:pt x="953" y="850"/>
                  </a:cubicBezTo>
                  <a:lnTo>
                    <a:pt x="299" y="52"/>
                  </a:lnTo>
                  <a:cubicBezTo>
                    <a:pt x="266" y="19"/>
                    <a:pt x="222"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66"/>
            <p:cNvSpPr/>
            <p:nvPr/>
          </p:nvSpPr>
          <p:spPr>
            <a:xfrm>
              <a:off x="3457349" y="4522023"/>
              <a:ext cx="32218" cy="34954"/>
            </a:xfrm>
            <a:custGeom>
              <a:avLst/>
              <a:gdLst/>
              <a:ahLst/>
              <a:cxnLst/>
              <a:rect l="l" t="t" r="r" b="b"/>
              <a:pathLst>
                <a:path w="1013" h="1099" extrusionOk="0">
                  <a:moveTo>
                    <a:pt x="841" y="0"/>
                  </a:moveTo>
                  <a:cubicBezTo>
                    <a:pt x="795" y="0"/>
                    <a:pt x="748" y="19"/>
                    <a:pt x="715" y="52"/>
                  </a:cubicBezTo>
                  <a:lnTo>
                    <a:pt x="60" y="837"/>
                  </a:lnTo>
                  <a:cubicBezTo>
                    <a:pt x="1" y="897"/>
                    <a:pt x="13" y="1004"/>
                    <a:pt x="72" y="1064"/>
                  </a:cubicBezTo>
                  <a:cubicBezTo>
                    <a:pt x="96" y="1088"/>
                    <a:pt x="128" y="1098"/>
                    <a:pt x="161" y="1098"/>
                  </a:cubicBezTo>
                  <a:cubicBezTo>
                    <a:pt x="211" y="1098"/>
                    <a:pt x="263" y="1075"/>
                    <a:pt x="298" y="1040"/>
                  </a:cubicBezTo>
                  <a:lnTo>
                    <a:pt x="953" y="254"/>
                  </a:lnTo>
                  <a:cubicBezTo>
                    <a:pt x="1013" y="183"/>
                    <a:pt x="1013" y="99"/>
                    <a:pt x="941" y="40"/>
                  </a:cubicBezTo>
                  <a:cubicBezTo>
                    <a:pt x="915" y="13"/>
                    <a:pt x="878" y="0"/>
                    <a:pt x="8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66"/>
            <p:cNvSpPr/>
            <p:nvPr/>
          </p:nvSpPr>
          <p:spPr>
            <a:xfrm>
              <a:off x="3526270" y="4551665"/>
              <a:ext cx="22772" cy="40392"/>
            </a:xfrm>
            <a:custGeom>
              <a:avLst/>
              <a:gdLst/>
              <a:ahLst/>
              <a:cxnLst/>
              <a:rect l="l" t="t" r="r" b="b"/>
              <a:pathLst>
                <a:path w="716" h="1270" extrusionOk="0">
                  <a:moveTo>
                    <a:pt x="531" y="0"/>
                  </a:moveTo>
                  <a:cubicBezTo>
                    <a:pt x="472" y="0"/>
                    <a:pt x="412" y="41"/>
                    <a:pt x="394" y="96"/>
                  </a:cubicBezTo>
                  <a:lnTo>
                    <a:pt x="36" y="1072"/>
                  </a:lnTo>
                  <a:cubicBezTo>
                    <a:pt x="1" y="1144"/>
                    <a:pt x="48" y="1227"/>
                    <a:pt x="120" y="1263"/>
                  </a:cubicBezTo>
                  <a:cubicBezTo>
                    <a:pt x="137" y="1268"/>
                    <a:pt x="154" y="1270"/>
                    <a:pt x="170" y="1270"/>
                  </a:cubicBezTo>
                  <a:cubicBezTo>
                    <a:pt x="235" y="1270"/>
                    <a:pt x="294" y="1234"/>
                    <a:pt x="322" y="1167"/>
                  </a:cubicBezTo>
                  <a:lnTo>
                    <a:pt x="679" y="203"/>
                  </a:lnTo>
                  <a:cubicBezTo>
                    <a:pt x="715" y="132"/>
                    <a:pt x="679" y="36"/>
                    <a:pt x="584" y="13"/>
                  </a:cubicBezTo>
                  <a:cubicBezTo>
                    <a:pt x="567" y="4"/>
                    <a:pt x="549" y="0"/>
                    <a:pt x="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6" name="Google Shape;12216;p66"/>
          <p:cNvGrpSpPr/>
          <p:nvPr/>
        </p:nvGrpSpPr>
        <p:grpSpPr>
          <a:xfrm>
            <a:off x="3532345" y="3187185"/>
            <a:ext cx="339328" cy="336274"/>
            <a:chOff x="3532345" y="3362635"/>
            <a:chExt cx="339328" cy="336274"/>
          </a:xfrm>
        </p:grpSpPr>
        <p:sp>
          <p:nvSpPr>
            <p:cNvPr id="12217" name="Google Shape;12217;p66"/>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66"/>
            <p:cNvSpPr/>
            <p:nvPr/>
          </p:nvSpPr>
          <p:spPr>
            <a:xfrm>
              <a:off x="3819385" y="3493258"/>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66"/>
            <p:cNvSpPr/>
            <p:nvPr/>
          </p:nvSpPr>
          <p:spPr>
            <a:xfrm>
              <a:off x="3532345" y="3362635"/>
              <a:ext cx="339328" cy="282142"/>
            </a:xfrm>
            <a:custGeom>
              <a:avLst/>
              <a:gdLst/>
              <a:ahLst/>
              <a:cxnLst/>
              <a:rect l="l" t="t" r="r" b="b"/>
              <a:pathLst>
                <a:path w="10669" h="8871" extrusionOk="0">
                  <a:moveTo>
                    <a:pt x="6299" y="262"/>
                  </a:moveTo>
                  <a:cubicBezTo>
                    <a:pt x="6465" y="262"/>
                    <a:pt x="6596" y="393"/>
                    <a:pt x="6596" y="560"/>
                  </a:cubicBezTo>
                  <a:lnTo>
                    <a:pt x="6596" y="2084"/>
                  </a:lnTo>
                  <a:cubicBezTo>
                    <a:pt x="6382" y="2119"/>
                    <a:pt x="6322" y="2155"/>
                    <a:pt x="6322" y="2155"/>
                  </a:cubicBezTo>
                  <a:cubicBezTo>
                    <a:pt x="6203" y="2179"/>
                    <a:pt x="6108" y="2227"/>
                    <a:pt x="6049" y="2238"/>
                  </a:cubicBezTo>
                  <a:cubicBezTo>
                    <a:pt x="5941" y="2119"/>
                    <a:pt x="6001" y="1988"/>
                    <a:pt x="5989" y="1846"/>
                  </a:cubicBezTo>
                  <a:lnTo>
                    <a:pt x="5989" y="560"/>
                  </a:lnTo>
                  <a:cubicBezTo>
                    <a:pt x="5989" y="393"/>
                    <a:pt x="6120" y="262"/>
                    <a:pt x="6287" y="262"/>
                  </a:cubicBezTo>
                  <a:close/>
                  <a:moveTo>
                    <a:pt x="3489" y="262"/>
                  </a:moveTo>
                  <a:cubicBezTo>
                    <a:pt x="3655" y="262"/>
                    <a:pt x="3786" y="393"/>
                    <a:pt x="3786" y="560"/>
                  </a:cubicBezTo>
                  <a:lnTo>
                    <a:pt x="3786" y="1846"/>
                  </a:lnTo>
                  <a:cubicBezTo>
                    <a:pt x="3786" y="2084"/>
                    <a:pt x="3786" y="2096"/>
                    <a:pt x="3775" y="2155"/>
                  </a:cubicBezTo>
                  <a:cubicBezTo>
                    <a:pt x="3727" y="2274"/>
                    <a:pt x="3620" y="2357"/>
                    <a:pt x="3477" y="2357"/>
                  </a:cubicBezTo>
                  <a:cubicBezTo>
                    <a:pt x="3477" y="2357"/>
                    <a:pt x="3470" y="2358"/>
                    <a:pt x="3457" y="2358"/>
                  </a:cubicBezTo>
                  <a:cubicBezTo>
                    <a:pt x="3399" y="2358"/>
                    <a:pt x="3228" y="2342"/>
                    <a:pt x="3179" y="2155"/>
                  </a:cubicBezTo>
                  <a:cubicBezTo>
                    <a:pt x="3167" y="2084"/>
                    <a:pt x="3191" y="2024"/>
                    <a:pt x="3179" y="1846"/>
                  </a:cubicBezTo>
                  <a:lnTo>
                    <a:pt x="3179" y="560"/>
                  </a:lnTo>
                  <a:cubicBezTo>
                    <a:pt x="3179" y="393"/>
                    <a:pt x="3310" y="262"/>
                    <a:pt x="3477" y="262"/>
                  </a:cubicBezTo>
                  <a:close/>
                  <a:moveTo>
                    <a:pt x="5370" y="262"/>
                  </a:moveTo>
                  <a:cubicBezTo>
                    <a:pt x="5525" y="262"/>
                    <a:pt x="5668" y="393"/>
                    <a:pt x="5668" y="560"/>
                  </a:cubicBezTo>
                  <a:lnTo>
                    <a:pt x="5668" y="1846"/>
                  </a:lnTo>
                  <a:cubicBezTo>
                    <a:pt x="5668" y="2060"/>
                    <a:pt x="5668" y="2096"/>
                    <a:pt x="5644" y="2155"/>
                  </a:cubicBezTo>
                  <a:cubicBezTo>
                    <a:pt x="5608" y="2274"/>
                    <a:pt x="5501" y="2357"/>
                    <a:pt x="5346" y="2357"/>
                  </a:cubicBezTo>
                  <a:cubicBezTo>
                    <a:pt x="5346" y="2357"/>
                    <a:pt x="5339" y="2358"/>
                    <a:pt x="5327" y="2358"/>
                  </a:cubicBezTo>
                  <a:cubicBezTo>
                    <a:pt x="5269" y="2358"/>
                    <a:pt x="5098" y="2342"/>
                    <a:pt x="5049" y="2155"/>
                  </a:cubicBezTo>
                  <a:lnTo>
                    <a:pt x="5049" y="1846"/>
                  </a:lnTo>
                  <a:lnTo>
                    <a:pt x="5049" y="560"/>
                  </a:lnTo>
                  <a:cubicBezTo>
                    <a:pt x="5049" y="393"/>
                    <a:pt x="5191" y="262"/>
                    <a:pt x="5346" y="262"/>
                  </a:cubicBezTo>
                  <a:close/>
                  <a:moveTo>
                    <a:pt x="4429" y="262"/>
                  </a:moveTo>
                  <a:cubicBezTo>
                    <a:pt x="4596" y="262"/>
                    <a:pt x="4727" y="393"/>
                    <a:pt x="4727" y="560"/>
                  </a:cubicBezTo>
                  <a:lnTo>
                    <a:pt x="4727" y="2060"/>
                  </a:lnTo>
                  <a:cubicBezTo>
                    <a:pt x="4727" y="2264"/>
                    <a:pt x="4567" y="2368"/>
                    <a:pt x="4408" y="2368"/>
                  </a:cubicBezTo>
                  <a:cubicBezTo>
                    <a:pt x="4251" y="2368"/>
                    <a:pt x="4096" y="2267"/>
                    <a:pt x="4096" y="2060"/>
                  </a:cubicBezTo>
                  <a:cubicBezTo>
                    <a:pt x="4120" y="1726"/>
                    <a:pt x="4120" y="869"/>
                    <a:pt x="4120" y="560"/>
                  </a:cubicBezTo>
                  <a:cubicBezTo>
                    <a:pt x="4120" y="393"/>
                    <a:pt x="4251" y="262"/>
                    <a:pt x="4417" y="262"/>
                  </a:cubicBezTo>
                  <a:close/>
                  <a:moveTo>
                    <a:pt x="2882" y="2155"/>
                  </a:moveTo>
                  <a:cubicBezTo>
                    <a:pt x="2927" y="2488"/>
                    <a:pt x="3212" y="2686"/>
                    <a:pt x="3503" y="2686"/>
                  </a:cubicBezTo>
                  <a:cubicBezTo>
                    <a:pt x="3670" y="2686"/>
                    <a:pt x="3839" y="2620"/>
                    <a:pt x="3965" y="2477"/>
                  </a:cubicBezTo>
                  <a:cubicBezTo>
                    <a:pt x="4090" y="2619"/>
                    <a:pt x="4260" y="2691"/>
                    <a:pt x="4431" y="2691"/>
                  </a:cubicBezTo>
                  <a:cubicBezTo>
                    <a:pt x="4602" y="2691"/>
                    <a:pt x="4775" y="2619"/>
                    <a:pt x="4906" y="2477"/>
                  </a:cubicBezTo>
                  <a:cubicBezTo>
                    <a:pt x="5001" y="2596"/>
                    <a:pt x="5168" y="2691"/>
                    <a:pt x="5346" y="2691"/>
                  </a:cubicBezTo>
                  <a:cubicBezTo>
                    <a:pt x="5275" y="2750"/>
                    <a:pt x="5203" y="2822"/>
                    <a:pt x="5120" y="2893"/>
                  </a:cubicBezTo>
                  <a:lnTo>
                    <a:pt x="2227" y="2893"/>
                  </a:lnTo>
                  <a:lnTo>
                    <a:pt x="2227" y="2155"/>
                  </a:lnTo>
                  <a:close/>
                  <a:moveTo>
                    <a:pt x="8370" y="2155"/>
                  </a:moveTo>
                  <a:lnTo>
                    <a:pt x="8370" y="2893"/>
                  </a:lnTo>
                  <a:lnTo>
                    <a:pt x="7870" y="2893"/>
                  </a:lnTo>
                  <a:lnTo>
                    <a:pt x="7870" y="2155"/>
                  </a:lnTo>
                  <a:close/>
                  <a:moveTo>
                    <a:pt x="9906" y="2798"/>
                  </a:moveTo>
                  <a:lnTo>
                    <a:pt x="10228" y="2977"/>
                  </a:lnTo>
                  <a:cubicBezTo>
                    <a:pt x="10287" y="2989"/>
                    <a:pt x="10287" y="3072"/>
                    <a:pt x="10228" y="3108"/>
                  </a:cubicBezTo>
                  <a:lnTo>
                    <a:pt x="9906" y="3286"/>
                  </a:lnTo>
                  <a:cubicBezTo>
                    <a:pt x="9835" y="3131"/>
                    <a:pt x="9835" y="2941"/>
                    <a:pt x="9906" y="2798"/>
                  </a:cubicBezTo>
                  <a:close/>
                  <a:moveTo>
                    <a:pt x="1917" y="2167"/>
                  </a:moveTo>
                  <a:lnTo>
                    <a:pt x="1917" y="3905"/>
                  </a:lnTo>
                  <a:lnTo>
                    <a:pt x="1298" y="3905"/>
                  </a:lnTo>
                  <a:lnTo>
                    <a:pt x="1298" y="2167"/>
                  </a:lnTo>
                  <a:close/>
                  <a:moveTo>
                    <a:pt x="4870" y="3227"/>
                  </a:moveTo>
                  <a:cubicBezTo>
                    <a:pt x="4834" y="3274"/>
                    <a:pt x="4751" y="3393"/>
                    <a:pt x="4715" y="3512"/>
                  </a:cubicBezTo>
                  <a:cubicBezTo>
                    <a:pt x="4656" y="3631"/>
                    <a:pt x="4596" y="3774"/>
                    <a:pt x="4596" y="3774"/>
                  </a:cubicBezTo>
                  <a:lnTo>
                    <a:pt x="4548" y="3905"/>
                  </a:lnTo>
                  <a:lnTo>
                    <a:pt x="2227" y="3905"/>
                  </a:lnTo>
                  <a:lnTo>
                    <a:pt x="2227" y="3227"/>
                  </a:lnTo>
                  <a:close/>
                  <a:moveTo>
                    <a:pt x="8370" y="3227"/>
                  </a:moveTo>
                  <a:lnTo>
                    <a:pt x="8370" y="3905"/>
                  </a:lnTo>
                  <a:lnTo>
                    <a:pt x="7775" y="3905"/>
                  </a:lnTo>
                  <a:cubicBezTo>
                    <a:pt x="7882" y="3548"/>
                    <a:pt x="7870" y="3286"/>
                    <a:pt x="7870" y="3227"/>
                  </a:cubicBezTo>
                  <a:close/>
                  <a:moveTo>
                    <a:pt x="7109" y="843"/>
                  </a:moveTo>
                  <a:cubicBezTo>
                    <a:pt x="7144" y="843"/>
                    <a:pt x="7181" y="849"/>
                    <a:pt x="7215" y="857"/>
                  </a:cubicBezTo>
                  <a:cubicBezTo>
                    <a:pt x="7358" y="905"/>
                    <a:pt x="7477" y="1024"/>
                    <a:pt x="7525" y="1167"/>
                  </a:cubicBezTo>
                  <a:cubicBezTo>
                    <a:pt x="7549" y="1286"/>
                    <a:pt x="7537" y="1393"/>
                    <a:pt x="7537" y="1524"/>
                  </a:cubicBezTo>
                  <a:cubicBezTo>
                    <a:pt x="7537" y="3370"/>
                    <a:pt x="7585" y="3489"/>
                    <a:pt x="7454" y="3870"/>
                  </a:cubicBezTo>
                  <a:cubicBezTo>
                    <a:pt x="7394" y="4024"/>
                    <a:pt x="7311" y="4179"/>
                    <a:pt x="7215" y="4322"/>
                  </a:cubicBezTo>
                  <a:lnTo>
                    <a:pt x="4751" y="4322"/>
                  </a:lnTo>
                  <a:cubicBezTo>
                    <a:pt x="4846" y="3786"/>
                    <a:pt x="5156" y="3250"/>
                    <a:pt x="5537" y="2941"/>
                  </a:cubicBezTo>
                  <a:cubicBezTo>
                    <a:pt x="5763" y="2750"/>
                    <a:pt x="6108" y="2560"/>
                    <a:pt x="6465" y="2453"/>
                  </a:cubicBezTo>
                  <a:cubicBezTo>
                    <a:pt x="6763" y="2381"/>
                    <a:pt x="6799" y="2405"/>
                    <a:pt x="6870" y="2346"/>
                  </a:cubicBezTo>
                  <a:cubicBezTo>
                    <a:pt x="6894" y="2322"/>
                    <a:pt x="6894" y="2298"/>
                    <a:pt x="6918" y="2286"/>
                  </a:cubicBezTo>
                  <a:cubicBezTo>
                    <a:pt x="6930" y="2238"/>
                    <a:pt x="6930" y="2203"/>
                    <a:pt x="6930" y="2167"/>
                  </a:cubicBezTo>
                  <a:lnTo>
                    <a:pt x="6930" y="988"/>
                  </a:lnTo>
                  <a:cubicBezTo>
                    <a:pt x="6930" y="964"/>
                    <a:pt x="6942" y="929"/>
                    <a:pt x="6954" y="905"/>
                  </a:cubicBezTo>
                  <a:cubicBezTo>
                    <a:pt x="6991" y="860"/>
                    <a:pt x="7048" y="843"/>
                    <a:pt x="7109" y="843"/>
                  </a:cubicBezTo>
                  <a:close/>
                  <a:moveTo>
                    <a:pt x="4453" y="4227"/>
                  </a:moveTo>
                  <a:cubicBezTo>
                    <a:pt x="4453" y="4251"/>
                    <a:pt x="4441" y="4286"/>
                    <a:pt x="4441" y="4322"/>
                  </a:cubicBezTo>
                  <a:lnTo>
                    <a:pt x="3548" y="4322"/>
                  </a:lnTo>
                  <a:cubicBezTo>
                    <a:pt x="3489" y="4322"/>
                    <a:pt x="3441" y="4322"/>
                    <a:pt x="3405" y="4346"/>
                  </a:cubicBezTo>
                  <a:cubicBezTo>
                    <a:pt x="3370" y="4298"/>
                    <a:pt x="3358" y="4262"/>
                    <a:pt x="3322" y="4227"/>
                  </a:cubicBezTo>
                  <a:close/>
                  <a:moveTo>
                    <a:pt x="3489" y="0"/>
                  </a:moveTo>
                  <a:cubicBezTo>
                    <a:pt x="3144" y="0"/>
                    <a:pt x="2858" y="274"/>
                    <a:pt x="2858" y="619"/>
                  </a:cubicBezTo>
                  <a:lnTo>
                    <a:pt x="2858" y="1905"/>
                  </a:lnTo>
                  <a:lnTo>
                    <a:pt x="1167" y="1905"/>
                  </a:lnTo>
                  <a:cubicBezTo>
                    <a:pt x="750" y="1905"/>
                    <a:pt x="357" y="2107"/>
                    <a:pt x="155" y="2465"/>
                  </a:cubicBezTo>
                  <a:cubicBezTo>
                    <a:pt x="107" y="2536"/>
                    <a:pt x="143" y="2643"/>
                    <a:pt x="215" y="2691"/>
                  </a:cubicBezTo>
                  <a:cubicBezTo>
                    <a:pt x="237" y="2706"/>
                    <a:pt x="263" y="2713"/>
                    <a:pt x="289" y="2713"/>
                  </a:cubicBezTo>
                  <a:cubicBezTo>
                    <a:pt x="347" y="2713"/>
                    <a:pt x="408" y="2680"/>
                    <a:pt x="441" y="2631"/>
                  </a:cubicBezTo>
                  <a:cubicBezTo>
                    <a:pt x="572" y="2417"/>
                    <a:pt x="762" y="2274"/>
                    <a:pt x="1000" y="2227"/>
                  </a:cubicBezTo>
                  <a:lnTo>
                    <a:pt x="1000" y="3941"/>
                  </a:lnTo>
                  <a:cubicBezTo>
                    <a:pt x="631" y="3846"/>
                    <a:pt x="334" y="3536"/>
                    <a:pt x="322" y="3155"/>
                  </a:cubicBezTo>
                  <a:cubicBezTo>
                    <a:pt x="322" y="3060"/>
                    <a:pt x="238" y="3000"/>
                    <a:pt x="155" y="3000"/>
                  </a:cubicBezTo>
                  <a:cubicBezTo>
                    <a:pt x="60" y="3000"/>
                    <a:pt x="0" y="3072"/>
                    <a:pt x="0" y="3167"/>
                  </a:cubicBezTo>
                  <a:cubicBezTo>
                    <a:pt x="48" y="3762"/>
                    <a:pt x="536" y="4239"/>
                    <a:pt x="1131" y="4286"/>
                  </a:cubicBezTo>
                  <a:lnTo>
                    <a:pt x="3001" y="4286"/>
                  </a:lnTo>
                  <a:cubicBezTo>
                    <a:pt x="3024" y="4370"/>
                    <a:pt x="3072" y="4465"/>
                    <a:pt x="3120" y="4536"/>
                  </a:cubicBezTo>
                  <a:cubicBezTo>
                    <a:pt x="2941" y="4667"/>
                    <a:pt x="2834" y="4882"/>
                    <a:pt x="2834" y="5120"/>
                  </a:cubicBezTo>
                  <a:lnTo>
                    <a:pt x="2834" y="5632"/>
                  </a:lnTo>
                  <a:cubicBezTo>
                    <a:pt x="2834" y="6025"/>
                    <a:pt x="3144" y="6346"/>
                    <a:pt x="3536" y="6370"/>
                  </a:cubicBezTo>
                  <a:lnTo>
                    <a:pt x="3536" y="8704"/>
                  </a:lnTo>
                  <a:cubicBezTo>
                    <a:pt x="3536" y="8787"/>
                    <a:pt x="3608" y="8870"/>
                    <a:pt x="3691" y="8870"/>
                  </a:cubicBezTo>
                  <a:cubicBezTo>
                    <a:pt x="3786" y="8870"/>
                    <a:pt x="3858" y="8787"/>
                    <a:pt x="3858" y="8704"/>
                  </a:cubicBezTo>
                  <a:lnTo>
                    <a:pt x="3858" y="6310"/>
                  </a:lnTo>
                  <a:lnTo>
                    <a:pt x="5001" y="6310"/>
                  </a:lnTo>
                  <a:cubicBezTo>
                    <a:pt x="5096" y="6310"/>
                    <a:pt x="5168" y="6227"/>
                    <a:pt x="5168" y="6144"/>
                  </a:cubicBezTo>
                  <a:cubicBezTo>
                    <a:pt x="5168" y="6048"/>
                    <a:pt x="5096" y="5977"/>
                    <a:pt x="5001" y="5977"/>
                  </a:cubicBezTo>
                  <a:lnTo>
                    <a:pt x="3548" y="5977"/>
                  </a:lnTo>
                  <a:cubicBezTo>
                    <a:pt x="3334" y="5965"/>
                    <a:pt x="3155" y="5786"/>
                    <a:pt x="3155" y="5572"/>
                  </a:cubicBezTo>
                  <a:lnTo>
                    <a:pt x="3155" y="5048"/>
                  </a:lnTo>
                  <a:cubicBezTo>
                    <a:pt x="3155" y="4917"/>
                    <a:pt x="3215" y="4798"/>
                    <a:pt x="3322" y="4727"/>
                  </a:cubicBezTo>
                  <a:cubicBezTo>
                    <a:pt x="3394" y="4667"/>
                    <a:pt x="3489" y="4632"/>
                    <a:pt x="3572" y="4632"/>
                  </a:cubicBezTo>
                  <a:lnTo>
                    <a:pt x="7215" y="4632"/>
                  </a:lnTo>
                  <a:cubicBezTo>
                    <a:pt x="7275" y="4632"/>
                    <a:pt x="7311" y="4655"/>
                    <a:pt x="7358" y="4667"/>
                  </a:cubicBezTo>
                  <a:lnTo>
                    <a:pt x="7370" y="4667"/>
                  </a:lnTo>
                  <a:cubicBezTo>
                    <a:pt x="7525" y="4727"/>
                    <a:pt x="7608" y="4870"/>
                    <a:pt x="7608" y="5036"/>
                  </a:cubicBezTo>
                  <a:lnTo>
                    <a:pt x="7608" y="5560"/>
                  </a:lnTo>
                  <a:cubicBezTo>
                    <a:pt x="7608" y="5786"/>
                    <a:pt x="7430" y="5977"/>
                    <a:pt x="7192" y="5977"/>
                  </a:cubicBezTo>
                  <a:lnTo>
                    <a:pt x="5620" y="5977"/>
                  </a:lnTo>
                  <a:cubicBezTo>
                    <a:pt x="5525" y="5977"/>
                    <a:pt x="5453" y="6048"/>
                    <a:pt x="5453" y="6144"/>
                  </a:cubicBezTo>
                  <a:cubicBezTo>
                    <a:pt x="5453" y="6227"/>
                    <a:pt x="5525" y="6298"/>
                    <a:pt x="5620" y="6298"/>
                  </a:cubicBezTo>
                  <a:lnTo>
                    <a:pt x="6751" y="6298"/>
                  </a:lnTo>
                  <a:lnTo>
                    <a:pt x="6751" y="6751"/>
                  </a:lnTo>
                  <a:cubicBezTo>
                    <a:pt x="6751" y="6834"/>
                    <a:pt x="6823" y="6918"/>
                    <a:pt x="6918" y="6918"/>
                  </a:cubicBezTo>
                  <a:cubicBezTo>
                    <a:pt x="7001" y="6918"/>
                    <a:pt x="7073" y="6834"/>
                    <a:pt x="7073" y="6751"/>
                  </a:cubicBezTo>
                  <a:lnTo>
                    <a:pt x="7073" y="6298"/>
                  </a:lnTo>
                  <a:lnTo>
                    <a:pt x="7215" y="6298"/>
                  </a:lnTo>
                  <a:cubicBezTo>
                    <a:pt x="7608" y="6298"/>
                    <a:pt x="7942" y="5977"/>
                    <a:pt x="7942" y="5572"/>
                  </a:cubicBezTo>
                  <a:lnTo>
                    <a:pt x="7942" y="5048"/>
                  </a:lnTo>
                  <a:cubicBezTo>
                    <a:pt x="7942" y="4786"/>
                    <a:pt x="7787" y="4560"/>
                    <a:pt x="7585" y="4429"/>
                  </a:cubicBezTo>
                  <a:lnTo>
                    <a:pt x="7585" y="4393"/>
                  </a:lnTo>
                  <a:cubicBezTo>
                    <a:pt x="7608" y="4334"/>
                    <a:pt x="7644" y="4298"/>
                    <a:pt x="7668" y="4239"/>
                  </a:cubicBezTo>
                  <a:lnTo>
                    <a:pt x="8561" y="4239"/>
                  </a:lnTo>
                  <a:cubicBezTo>
                    <a:pt x="8728" y="4239"/>
                    <a:pt x="8894" y="4191"/>
                    <a:pt x="9037" y="4120"/>
                  </a:cubicBezTo>
                  <a:cubicBezTo>
                    <a:pt x="9073" y="4096"/>
                    <a:pt x="9263" y="4001"/>
                    <a:pt x="10394" y="3405"/>
                  </a:cubicBezTo>
                  <a:cubicBezTo>
                    <a:pt x="10621" y="3250"/>
                    <a:pt x="10668" y="2929"/>
                    <a:pt x="10466" y="2750"/>
                  </a:cubicBezTo>
                  <a:cubicBezTo>
                    <a:pt x="10394" y="2691"/>
                    <a:pt x="10383" y="2691"/>
                    <a:pt x="9918" y="2453"/>
                  </a:cubicBezTo>
                  <a:lnTo>
                    <a:pt x="9632" y="2298"/>
                  </a:lnTo>
                  <a:cubicBezTo>
                    <a:pt x="9610" y="2287"/>
                    <a:pt x="9585" y="2282"/>
                    <a:pt x="9559" y="2282"/>
                  </a:cubicBezTo>
                  <a:cubicBezTo>
                    <a:pt x="9503" y="2282"/>
                    <a:pt x="9446" y="2308"/>
                    <a:pt x="9430" y="2357"/>
                  </a:cubicBezTo>
                  <a:cubicBezTo>
                    <a:pt x="9382" y="2441"/>
                    <a:pt x="9418" y="2536"/>
                    <a:pt x="9490" y="2572"/>
                  </a:cubicBezTo>
                  <a:lnTo>
                    <a:pt x="9621" y="2643"/>
                  </a:lnTo>
                  <a:cubicBezTo>
                    <a:pt x="9490" y="2881"/>
                    <a:pt x="9490" y="3179"/>
                    <a:pt x="9621" y="3429"/>
                  </a:cubicBezTo>
                  <a:lnTo>
                    <a:pt x="8882" y="3834"/>
                  </a:lnTo>
                  <a:cubicBezTo>
                    <a:pt x="8823" y="3870"/>
                    <a:pt x="8763" y="3893"/>
                    <a:pt x="8680" y="3905"/>
                  </a:cubicBezTo>
                  <a:lnTo>
                    <a:pt x="8680" y="2203"/>
                  </a:lnTo>
                  <a:cubicBezTo>
                    <a:pt x="8823" y="2227"/>
                    <a:pt x="8894" y="2274"/>
                    <a:pt x="8942" y="2298"/>
                  </a:cubicBezTo>
                  <a:cubicBezTo>
                    <a:pt x="8966" y="2314"/>
                    <a:pt x="8995" y="2322"/>
                    <a:pt x="9023" y="2322"/>
                  </a:cubicBezTo>
                  <a:cubicBezTo>
                    <a:pt x="9077" y="2322"/>
                    <a:pt x="9129" y="2293"/>
                    <a:pt x="9144" y="2238"/>
                  </a:cubicBezTo>
                  <a:cubicBezTo>
                    <a:pt x="9192" y="2167"/>
                    <a:pt x="9156" y="2060"/>
                    <a:pt x="9085" y="2036"/>
                  </a:cubicBezTo>
                  <a:lnTo>
                    <a:pt x="9025" y="2000"/>
                  </a:lnTo>
                  <a:cubicBezTo>
                    <a:pt x="8882" y="1929"/>
                    <a:pt x="8716" y="1881"/>
                    <a:pt x="8549" y="1881"/>
                  </a:cubicBezTo>
                  <a:lnTo>
                    <a:pt x="7882" y="1881"/>
                  </a:lnTo>
                  <a:lnTo>
                    <a:pt x="7882" y="1345"/>
                  </a:lnTo>
                  <a:cubicBezTo>
                    <a:pt x="7882" y="1048"/>
                    <a:pt x="7704" y="750"/>
                    <a:pt x="7370" y="619"/>
                  </a:cubicBezTo>
                  <a:cubicBezTo>
                    <a:pt x="7297" y="590"/>
                    <a:pt x="7200" y="569"/>
                    <a:pt x="7107" y="569"/>
                  </a:cubicBezTo>
                  <a:cubicBezTo>
                    <a:pt x="7049" y="569"/>
                    <a:pt x="6992" y="577"/>
                    <a:pt x="6942" y="595"/>
                  </a:cubicBezTo>
                  <a:cubicBezTo>
                    <a:pt x="6930" y="262"/>
                    <a:pt x="6656" y="0"/>
                    <a:pt x="6322" y="0"/>
                  </a:cubicBezTo>
                  <a:lnTo>
                    <a:pt x="6299" y="0"/>
                  </a:lnTo>
                  <a:cubicBezTo>
                    <a:pt x="6120" y="0"/>
                    <a:pt x="5965" y="71"/>
                    <a:pt x="5846" y="202"/>
                  </a:cubicBezTo>
                  <a:cubicBezTo>
                    <a:pt x="5727" y="71"/>
                    <a:pt x="5560" y="0"/>
                    <a:pt x="5382" y="0"/>
                  </a:cubicBezTo>
                  <a:lnTo>
                    <a:pt x="5370" y="0"/>
                  </a:lnTo>
                  <a:cubicBezTo>
                    <a:pt x="5191" y="0"/>
                    <a:pt x="5025" y="71"/>
                    <a:pt x="4906" y="202"/>
                  </a:cubicBezTo>
                  <a:cubicBezTo>
                    <a:pt x="4787" y="71"/>
                    <a:pt x="4620" y="0"/>
                    <a:pt x="4441" y="0"/>
                  </a:cubicBezTo>
                  <a:lnTo>
                    <a:pt x="4429" y="0"/>
                  </a:lnTo>
                  <a:cubicBezTo>
                    <a:pt x="4251" y="0"/>
                    <a:pt x="4084" y="71"/>
                    <a:pt x="3965" y="202"/>
                  </a:cubicBezTo>
                  <a:cubicBezTo>
                    <a:pt x="3846" y="71"/>
                    <a:pt x="3679" y="0"/>
                    <a:pt x="3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66"/>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66"/>
            <p:cNvSpPr/>
            <p:nvPr/>
          </p:nvSpPr>
          <p:spPr>
            <a:xfrm>
              <a:off x="3644044" y="3592490"/>
              <a:ext cx="112494" cy="106420"/>
            </a:xfrm>
            <a:custGeom>
              <a:avLst/>
              <a:gdLst/>
              <a:ahLst/>
              <a:cxnLst/>
              <a:rect l="l" t="t" r="r" b="b"/>
              <a:pathLst>
                <a:path w="3537" h="3346" extrusionOk="0">
                  <a:moveTo>
                    <a:pt x="3382" y="0"/>
                  </a:moveTo>
                  <a:cubicBezTo>
                    <a:pt x="3299" y="0"/>
                    <a:pt x="3227" y="72"/>
                    <a:pt x="3227" y="167"/>
                  </a:cubicBezTo>
                  <a:lnTo>
                    <a:pt x="3227" y="2798"/>
                  </a:lnTo>
                  <a:cubicBezTo>
                    <a:pt x="3227" y="2929"/>
                    <a:pt x="3120" y="3036"/>
                    <a:pt x="2989" y="3036"/>
                  </a:cubicBezTo>
                  <a:lnTo>
                    <a:pt x="572" y="3036"/>
                  </a:lnTo>
                  <a:cubicBezTo>
                    <a:pt x="441" y="3036"/>
                    <a:pt x="334" y="2929"/>
                    <a:pt x="334" y="2798"/>
                  </a:cubicBezTo>
                  <a:lnTo>
                    <a:pt x="334" y="2060"/>
                  </a:lnTo>
                  <a:cubicBezTo>
                    <a:pt x="334" y="1965"/>
                    <a:pt x="263" y="1893"/>
                    <a:pt x="167" y="1893"/>
                  </a:cubicBezTo>
                  <a:cubicBezTo>
                    <a:pt x="84" y="1893"/>
                    <a:pt x="1" y="1965"/>
                    <a:pt x="1" y="2060"/>
                  </a:cubicBezTo>
                  <a:lnTo>
                    <a:pt x="1" y="2798"/>
                  </a:lnTo>
                  <a:cubicBezTo>
                    <a:pt x="1" y="3108"/>
                    <a:pt x="263" y="3346"/>
                    <a:pt x="560" y="3346"/>
                  </a:cubicBezTo>
                  <a:lnTo>
                    <a:pt x="2989" y="3346"/>
                  </a:lnTo>
                  <a:cubicBezTo>
                    <a:pt x="3299" y="3346"/>
                    <a:pt x="3537" y="3096"/>
                    <a:pt x="3537" y="2798"/>
                  </a:cubicBezTo>
                  <a:lnTo>
                    <a:pt x="3537" y="167"/>
                  </a:lnTo>
                  <a:cubicBezTo>
                    <a:pt x="3537" y="60"/>
                    <a:pt x="3465"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22" name="Google Shape;12222;p66"/>
          <p:cNvSpPr/>
          <p:nvPr/>
        </p:nvSpPr>
        <p:spPr>
          <a:xfrm>
            <a:off x="3968964" y="3174495"/>
            <a:ext cx="359015" cy="358442"/>
          </a:xfrm>
          <a:custGeom>
            <a:avLst/>
            <a:gdLst/>
            <a:ahLst/>
            <a:cxnLst/>
            <a:rect l="l" t="t" r="r" b="b"/>
            <a:pathLst>
              <a:path w="11288" h="11270" extrusionOk="0">
                <a:moveTo>
                  <a:pt x="6049" y="351"/>
                </a:moveTo>
                <a:lnTo>
                  <a:pt x="6049" y="1149"/>
                </a:lnTo>
                <a:lnTo>
                  <a:pt x="5239" y="1149"/>
                </a:lnTo>
                <a:lnTo>
                  <a:pt x="5239" y="351"/>
                </a:lnTo>
                <a:close/>
                <a:moveTo>
                  <a:pt x="1167" y="5828"/>
                </a:moveTo>
                <a:lnTo>
                  <a:pt x="1167" y="6650"/>
                </a:lnTo>
                <a:lnTo>
                  <a:pt x="345" y="6650"/>
                </a:lnTo>
                <a:lnTo>
                  <a:pt x="345" y="5828"/>
                </a:lnTo>
                <a:close/>
                <a:moveTo>
                  <a:pt x="10954" y="5828"/>
                </a:moveTo>
                <a:lnTo>
                  <a:pt x="10954" y="6650"/>
                </a:lnTo>
                <a:lnTo>
                  <a:pt x="10132" y="6650"/>
                </a:lnTo>
                <a:lnTo>
                  <a:pt x="10132" y="5828"/>
                </a:lnTo>
                <a:close/>
                <a:moveTo>
                  <a:pt x="1442" y="0"/>
                </a:moveTo>
                <a:cubicBezTo>
                  <a:pt x="1273" y="0"/>
                  <a:pt x="1100" y="58"/>
                  <a:pt x="953" y="185"/>
                </a:cubicBezTo>
                <a:cubicBezTo>
                  <a:pt x="726" y="375"/>
                  <a:pt x="643" y="709"/>
                  <a:pt x="726" y="971"/>
                </a:cubicBezTo>
                <a:cubicBezTo>
                  <a:pt x="755" y="1047"/>
                  <a:pt x="814" y="1085"/>
                  <a:pt x="885" y="1085"/>
                </a:cubicBezTo>
                <a:cubicBezTo>
                  <a:pt x="903" y="1085"/>
                  <a:pt x="922" y="1082"/>
                  <a:pt x="941" y="1078"/>
                </a:cubicBezTo>
                <a:cubicBezTo>
                  <a:pt x="1024" y="1042"/>
                  <a:pt x="1072" y="959"/>
                  <a:pt x="1036" y="863"/>
                </a:cubicBezTo>
                <a:cubicBezTo>
                  <a:pt x="953" y="601"/>
                  <a:pt x="1143" y="328"/>
                  <a:pt x="1429" y="328"/>
                </a:cubicBezTo>
                <a:cubicBezTo>
                  <a:pt x="1798" y="328"/>
                  <a:pt x="1977" y="792"/>
                  <a:pt x="1691" y="1042"/>
                </a:cubicBezTo>
                <a:cubicBezTo>
                  <a:pt x="1631" y="1112"/>
                  <a:pt x="1545" y="1140"/>
                  <a:pt x="1463" y="1140"/>
                </a:cubicBezTo>
                <a:cubicBezTo>
                  <a:pt x="1447" y="1140"/>
                  <a:pt x="1432" y="1139"/>
                  <a:pt x="1417" y="1137"/>
                </a:cubicBezTo>
                <a:cubicBezTo>
                  <a:pt x="1322" y="1137"/>
                  <a:pt x="1238" y="1197"/>
                  <a:pt x="1238" y="1280"/>
                </a:cubicBezTo>
                <a:cubicBezTo>
                  <a:pt x="1238" y="1375"/>
                  <a:pt x="1298" y="1459"/>
                  <a:pt x="1381" y="1459"/>
                </a:cubicBezTo>
                <a:cubicBezTo>
                  <a:pt x="1409" y="1462"/>
                  <a:pt x="1436" y="1464"/>
                  <a:pt x="1463" y="1464"/>
                </a:cubicBezTo>
                <a:cubicBezTo>
                  <a:pt x="1628" y="1464"/>
                  <a:pt x="1795" y="1403"/>
                  <a:pt x="1917" y="1280"/>
                </a:cubicBezTo>
                <a:cubicBezTo>
                  <a:pt x="2036" y="1185"/>
                  <a:pt x="2131" y="1042"/>
                  <a:pt x="2155" y="899"/>
                </a:cubicBezTo>
                <a:lnTo>
                  <a:pt x="3822" y="899"/>
                </a:lnTo>
                <a:cubicBezTo>
                  <a:pt x="3167" y="1149"/>
                  <a:pt x="2572" y="1542"/>
                  <a:pt x="2072" y="2042"/>
                </a:cubicBezTo>
                <a:cubicBezTo>
                  <a:pt x="1143" y="2971"/>
                  <a:pt x="619" y="4173"/>
                  <a:pt x="595" y="5471"/>
                </a:cubicBezTo>
                <a:lnTo>
                  <a:pt x="167" y="5471"/>
                </a:lnTo>
                <a:cubicBezTo>
                  <a:pt x="72" y="5471"/>
                  <a:pt x="0" y="5543"/>
                  <a:pt x="0" y="5626"/>
                </a:cubicBezTo>
                <a:lnTo>
                  <a:pt x="0" y="6793"/>
                </a:lnTo>
                <a:cubicBezTo>
                  <a:pt x="0" y="6876"/>
                  <a:pt x="72" y="6959"/>
                  <a:pt x="167" y="6959"/>
                </a:cubicBezTo>
                <a:lnTo>
                  <a:pt x="1322" y="6959"/>
                </a:lnTo>
                <a:cubicBezTo>
                  <a:pt x="1417" y="6959"/>
                  <a:pt x="1488" y="6876"/>
                  <a:pt x="1488" y="6793"/>
                </a:cubicBezTo>
                <a:lnTo>
                  <a:pt x="1488" y="5626"/>
                </a:lnTo>
                <a:cubicBezTo>
                  <a:pt x="1488" y="5543"/>
                  <a:pt x="1417" y="5471"/>
                  <a:pt x="1322" y="5471"/>
                </a:cubicBezTo>
                <a:lnTo>
                  <a:pt x="941" y="5471"/>
                </a:lnTo>
                <a:cubicBezTo>
                  <a:pt x="1012" y="3185"/>
                  <a:pt x="2703" y="1304"/>
                  <a:pt x="4906" y="959"/>
                </a:cubicBezTo>
                <a:lnTo>
                  <a:pt x="4906" y="1304"/>
                </a:lnTo>
                <a:cubicBezTo>
                  <a:pt x="4906" y="1387"/>
                  <a:pt x="4989" y="1459"/>
                  <a:pt x="5072" y="1459"/>
                </a:cubicBezTo>
                <a:lnTo>
                  <a:pt x="5406" y="1459"/>
                </a:lnTo>
                <a:cubicBezTo>
                  <a:pt x="5227" y="1518"/>
                  <a:pt x="5072" y="1661"/>
                  <a:pt x="5001" y="1852"/>
                </a:cubicBezTo>
                <a:lnTo>
                  <a:pt x="3513" y="5269"/>
                </a:lnTo>
                <a:cubicBezTo>
                  <a:pt x="3382" y="5566"/>
                  <a:pt x="3322" y="5888"/>
                  <a:pt x="3322" y="6197"/>
                </a:cubicBezTo>
                <a:cubicBezTo>
                  <a:pt x="3322" y="6793"/>
                  <a:pt x="3548" y="7340"/>
                  <a:pt x="3941" y="7793"/>
                </a:cubicBezTo>
                <a:cubicBezTo>
                  <a:pt x="3977" y="7817"/>
                  <a:pt x="4001" y="7852"/>
                  <a:pt x="4036" y="7900"/>
                </a:cubicBezTo>
                <a:lnTo>
                  <a:pt x="3643" y="7900"/>
                </a:lnTo>
                <a:cubicBezTo>
                  <a:pt x="3429" y="7900"/>
                  <a:pt x="3215" y="8031"/>
                  <a:pt x="3132" y="8233"/>
                </a:cubicBezTo>
                <a:cubicBezTo>
                  <a:pt x="3096" y="8329"/>
                  <a:pt x="3132" y="8412"/>
                  <a:pt x="3215" y="8460"/>
                </a:cubicBezTo>
                <a:cubicBezTo>
                  <a:pt x="3240" y="8469"/>
                  <a:pt x="3264" y="8473"/>
                  <a:pt x="3287" y="8473"/>
                </a:cubicBezTo>
                <a:cubicBezTo>
                  <a:pt x="3351" y="8473"/>
                  <a:pt x="3406" y="8438"/>
                  <a:pt x="3441" y="8376"/>
                </a:cubicBezTo>
                <a:cubicBezTo>
                  <a:pt x="3465" y="8281"/>
                  <a:pt x="3560" y="8221"/>
                  <a:pt x="3667" y="8221"/>
                </a:cubicBezTo>
                <a:lnTo>
                  <a:pt x="7632" y="8221"/>
                </a:lnTo>
                <a:cubicBezTo>
                  <a:pt x="7775" y="8221"/>
                  <a:pt x="7870" y="8329"/>
                  <a:pt x="7870" y="8460"/>
                </a:cubicBezTo>
                <a:lnTo>
                  <a:pt x="7870" y="9043"/>
                </a:lnTo>
                <a:cubicBezTo>
                  <a:pt x="7870" y="9174"/>
                  <a:pt x="7775" y="9281"/>
                  <a:pt x="7632" y="9281"/>
                </a:cubicBezTo>
                <a:lnTo>
                  <a:pt x="3632" y="9281"/>
                </a:lnTo>
                <a:cubicBezTo>
                  <a:pt x="3501" y="9281"/>
                  <a:pt x="3393" y="9174"/>
                  <a:pt x="3393" y="9043"/>
                </a:cubicBezTo>
                <a:lnTo>
                  <a:pt x="3393" y="8972"/>
                </a:lnTo>
                <a:cubicBezTo>
                  <a:pt x="3393" y="8876"/>
                  <a:pt x="3322" y="8805"/>
                  <a:pt x="3227" y="8805"/>
                </a:cubicBezTo>
                <a:cubicBezTo>
                  <a:pt x="3143" y="8805"/>
                  <a:pt x="3072" y="8876"/>
                  <a:pt x="3072" y="8972"/>
                </a:cubicBezTo>
                <a:lnTo>
                  <a:pt x="3072" y="9043"/>
                </a:lnTo>
                <a:cubicBezTo>
                  <a:pt x="3072" y="9353"/>
                  <a:pt x="3322" y="9603"/>
                  <a:pt x="3632" y="9603"/>
                </a:cubicBezTo>
                <a:lnTo>
                  <a:pt x="3691" y="9603"/>
                </a:lnTo>
                <a:lnTo>
                  <a:pt x="3691" y="11103"/>
                </a:lnTo>
                <a:cubicBezTo>
                  <a:pt x="3691" y="11198"/>
                  <a:pt x="3763" y="11269"/>
                  <a:pt x="3858" y="11269"/>
                </a:cubicBezTo>
                <a:lnTo>
                  <a:pt x="7382" y="11269"/>
                </a:lnTo>
                <a:cubicBezTo>
                  <a:pt x="7477" y="11269"/>
                  <a:pt x="7549" y="11198"/>
                  <a:pt x="7549" y="11103"/>
                </a:cubicBezTo>
                <a:lnTo>
                  <a:pt x="7549" y="10710"/>
                </a:lnTo>
                <a:cubicBezTo>
                  <a:pt x="7549" y="10615"/>
                  <a:pt x="7477" y="10543"/>
                  <a:pt x="7382" y="10543"/>
                </a:cubicBezTo>
                <a:cubicBezTo>
                  <a:pt x="7299" y="10543"/>
                  <a:pt x="7215" y="10615"/>
                  <a:pt x="7215" y="10710"/>
                </a:cubicBezTo>
                <a:lnTo>
                  <a:pt x="7215" y="10948"/>
                </a:lnTo>
                <a:lnTo>
                  <a:pt x="4024" y="10948"/>
                </a:lnTo>
                <a:lnTo>
                  <a:pt x="4024" y="9603"/>
                </a:lnTo>
                <a:lnTo>
                  <a:pt x="7215" y="9603"/>
                </a:lnTo>
                <a:lnTo>
                  <a:pt x="7215" y="10031"/>
                </a:lnTo>
                <a:cubicBezTo>
                  <a:pt x="7215" y="10126"/>
                  <a:pt x="7299" y="10198"/>
                  <a:pt x="7382" y="10198"/>
                </a:cubicBezTo>
                <a:cubicBezTo>
                  <a:pt x="7477" y="10198"/>
                  <a:pt x="7549" y="10126"/>
                  <a:pt x="7549" y="10031"/>
                </a:cubicBezTo>
                <a:lnTo>
                  <a:pt x="7549" y="9603"/>
                </a:lnTo>
                <a:lnTo>
                  <a:pt x="7608" y="9603"/>
                </a:lnTo>
                <a:cubicBezTo>
                  <a:pt x="7918" y="9603"/>
                  <a:pt x="8168" y="9353"/>
                  <a:pt x="8168" y="9043"/>
                </a:cubicBezTo>
                <a:lnTo>
                  <a:pt x="8168" y="8460"/>
                </a:lnTo>
                <a:cubicBezTo>
                  <a:pt x="8168" y="8150"/>
                  <a:pt x="7918" y="7900"/>
                  <a:pt x="7608" y="7900"/>
                </a:cubicBezTo>
                <a:lnTo>
                  <a:pt x="7239" y="7900"/>
                </a:lnTo>
                <a:cubicBezTo>
                  <a:pt x="7453" y="7686"/>
                  <a:pt x="7632" y="7436"/>
                  <a:pt x="7751" y="7150"/>
                </a:cubicBezTo>
                <a:cubicBezTo>
                  <a:pt x="7799" y="7067"/>
                  <a:pt x="7751" y="6971"/>
                  <a:pt x="7668" y="6924"/>
                </a:cubicBezTo>
                <a:cubicBezTo>
                  <a:pt x="7643" y="6915"/>
                  <a:pt x="7620" y="6910"/>
                  <a:pt x="7598" y="6910"/>
                </a:cubicBezTo>
                <a:cubicBezTo>
                  <a:pt x="7532" y="6910"/>
                  <a:pt x="7477" y="6948"/>
                  <a:pt x="7442" y="7019"/>
                </a:cubicBezTo>
                <a:cubicBezTo>
                  <a:pt x="7275" y="7388"/>
                  <a:pt x="7013" y="7686"/>
                  <a:pt x="6680" y="7900"/>
                </a:cubicBezTo>
                <a:lnTo>
                  <a:pt x="4572" y="7900"/>
                </a:lnTo>
                <a:cubicBezTo>
                  <a:pt x="4001" y="7555"/>
                  <a:pt x="3632" y="6912"/>
                  <a:pt x="3632" y="6209"/>
                </a:cubicBezTo>
                <a:cubicBezTo>
                  <a:pt x="3632" y="5947"/>
                  <a:pt x="3691" y="5674"/>
                  <a:pt x="3798" y="5423"/>
                </a:cubicBezTo>
                <a:lnTo>
                  <a:pt x="5287" y="2006"/>
                </a:lnTo>
                <a:cubicBezTo>
                  <a:pt x="5310" y="1911"/>
                  <a:pt x="5370" y="1852"/>
                  <a:pt x="5453" y="1828"/>
                </a:cubicBezTo>
                <a:lnTo>
                  <a:pt x="5453" y="5114"/>
                </a:lnTo>
                <a:cubicBezTo>
                  <a:pt x="5072" y="5173"/>
                  <a:pt x="4775" y="5423"/>
                  <a:pt x="4656" y="5781"/>
                </a:cubicBezTo>
                <a:cubicBezTo>
                  <a:pt x="4632" y="5876"/>
                  <a:pt x="4679" y="5959"/>
                  <a:pt x="4763" y="5995"/>
                </a:cubicBezTo>
                <a:cubicBezTo>
                  <a:pt x="4779" y="5999"/>
                  <a:pt x="4795" y="6001"/>
                  <a:pt x="4811" y="6001"/>
                </a:cubicBezTo>
                <a:cubicBezTo>
                  <a:pt x="4886" y="6001"/>
                  <a:pt x="4947" y="5957"/>
                  <a:pt x="4977" y="5888"/>
                </a:cubicBezTo>
                <a:cubicBezTo>
                  <a:pt x="5085" y="5573"/>
                  <a:pt x="5349" y="5427"/>
                  <a:pt x="5614" y="5427"/>
                </a:cubicBezTo>
                <a:cubicBezTo>
                  <a:pt x="5930" y="5427"/>
                  <a:pt x="6247" y="5636"/>
                  <a:pt x="6299" y="6019"/>
                </a:cubicBezTo>
                <a:lnTo>
                  <a:pt x="6299" y="6114"/>
                </a:lnTo>
                <a:cubicBezTo>
                  <a:pt x="6299" y="6537"/>
                  <a:pt x="5951" y="6795"/>
                  <a:pt x="5605" y="6795"/>
                </a:cubicBezTo>
                <a:cubicBezTo>
                  <a:pt x="5356" y="6795"/>
                  <a:pt x="5108" y="6662"/>
                  <a:pt x="4989" y="6364"/>
                </a:cubicBezTo>
                <a:cubicBezTo>
                  <a:pt x="4962" y="6293"/>
                  <a:pt x="4903" y="6255"/>
                  <a:pt x="4835" y="6255"/>
                </a:cubicBezTo>
                <a:cubicBezTo>
                  <a:pt x="4811" y="6255"/>
                  <a:pt x="4787" y="6260"/>
                  <a:pt x="4763" y="6269"/>
                </a:cubicBezTo>
                <a:cubicBezTo>
                  <a:pt x="4679" y="6305"/>
                  <a:pt x="4632" y="6412"/>
                  <a:pt x="4679" y="6495"/>
                </a:cubicBezTo>
                <a:cubicBezTo>
                  <a:pt x="4810" y="6805"/>
                  <a:pt x="5072" y="7043"/>
                  <a:pt x="5418" y="7126"/>
                </a:cubicBezTo>
                <a:cubicBezTo>
                  <a:pt x="5483" y="7138"/>
                  <a:pt x="5548" y="7144"/>
                  <a:pt x="5612" y="7144"/>
                </a:cubicBezTo>
                <a:cubicBezTo>
                  <a:pt x="6166" y="7144"/>
                  <a:pt x="6644" y="6702"/>
                  <a:pt x="6644" y="6126"/>
                </a:cubicBezTo>
                <a:cubicBezTo>
                  <a:pt x="6644" y="5590"/>
                  <a:pt x="6239" y="5197"/>
                  <a:pt x="5787" y="5126"/>
                </a:cubicBezTo>
                <a:lnTo>
                  <a:pt x="5787" y="1840"/>
                </a:lnTo>
                <a:cubicBezTo>
                  <a:pt x="5870" y="1864"/>
                  <a:pt x="5929" y="1947"/>
                  <a:pt x="5953" y="2018"/>
                </a:cubicBezTo>
                <a:lnTo>
                  <a:pt x="7442" y="5459"/>
                </a:lnTo>
                <a:cubicBezTo>
                  <a:pt x="7573" y="5769"/>
                  <a:pt x="7632" y="6114"/>
                  <a:pt x="7596" y="6447"/>
                </a:cubicBezTo>
                <a:cubicBezTo>
                  <a:pt x="7573" y="6543"/>
                  <a:pt x="7656" y="6626"/>
                  <a:pt x="7739" y="6626"/>
                </a:cubicBezTo>
                <a:cubicBezTo>
                  <a:pt x="7750" y="6629"/>
                  <a:pt x="7762" y="6630"/>
                  <a:pt x="7772" y="6630"/>
                </a:cubicBezTo>
                <a:cubicBezTo>
                  <a:pt x="7853" y="6630"/>
                  <a:pt x="7918" y="6557"/>
                  <a:pt x="7918" y="6483"/>
                </a:cubicBezTo>
                <a:cubicBezTo>
                  <a:pt x="7965" y="6090"/>
                  <a:pt x="7906" y="5697"/>
                  <a:pt x="7739" y="5316"/>
                </a:cubicBezTo>
                <a:lnTo>
                  <a:pt x="6251" y="1887"/>
                </a:lnTo>
                <a:cubicBezTo>
                  <a:pt x="6180" y="1709"/>
                  <a:pt x="6025" y="1566"/>
                  <a:pt x="5846" y="1494"/>
                </a:cubicBezTo>
                <a:lnTo>
                  <a:pt x="6180" y="1494"/>
                </a:lnTo>
                <a:cubicBezTo>
                  <a:pt x="6263" y="1494"/>
                  <a:pt x="6346" y="1423"/>
                  <a:pt x="6346" y="1328"/>
                </a:cubicBezTo>
                <a:lnTo>
                  <a:pt x="6346" y="994"/>
                </a:lnTo>
                <a:cubicBezTo>
                  <a:pt x="8549" y="1328"/>
                  <a:pt x="10240" y="3221"/>
                  <a:pt x="10311" y="5495"/>
                </a:cubicBezTo>
                <a:lnTo>
                  <a:pt x="9930" y="5495"/>
                </a:lnTo>
                <a:cubicBezTo>
                  <a:pt x="9835" y="5495"/>
                  <a:pt x="9763" y="5578"/>
                  <a:pt x="9763" y="5662"/>
                </a:cubicBezTo>
                <a:lnTo>
                  <a:pt x="9763" y="6828"/>
                </a:lnTo>
                <a:cubicBezTo>
                  <a:pt x="9763" y="6912"/>
                  <a:pt x="9835" y="6983"/>
                  <a:pt x="9930" y="6983"/>
                </a:cubicBezTo>
                <a:lnTo>
                  <a:pt x="11085" y="6983"/>
                </a:lnTo>
                <a:cubicBezTo>
                  <a:pt x="11180" y="6983"/>
                  <a:pt x="11252" y="6912"/>
                  <a:pt x="11252" y="6828"/>
                </a:cubicBezTo>
                <a:lnTo>
                  <a:pt x="11252" y="5662"/>
                </a:lnTo>
                <a:cubicBezTo>
                  <a:pt x="11287" y="5554"/>
                  <a:pt x="11204" y="5483"/>
                  <a:pt x="11121" y="5483"/>
                </a:cubicBezTo>
                <a:lnTo>
                  <a:pt x="10692" y="5483"/>
                </a:lnTo>
                <a:cubicBezTo>
                  <a:pt x="10656" y="4185"/>
                  <a:pt x="10132" y="2983"/>
                  <a:pt x="9216" y="2054"/>
                </a:cubicBezTo>
                <a:cubicBezTo>
                  <a:pt x="8704" y="1554"/>
                  <a:pt x="8108" y="1161"/>
                  <a:pt x="7453" y="911"/>
                </a:cubicBezTo>
                <a:lnTo>
                  <a:pt x="9120" y="911"/>
                </a:lnTo>
                <a:cubicBezTo>
                  <a:pt x="9204" y="1244"/>
                  <a:pt x="9501" y="1483"/>
                  <a:pt x="9835" y="1483"/>
                </a:cubicBezTo>
                <a:cubicBezTo>
                  <a:pt x="10240" y="1483"/>
                  <a:pt x="10585" y="1149"/>
                  <a:pt x="10585" y="732"/>
                </a:cubicBezTo>
                <a:cubicBezTo>
                  <a:pt x="10585" y="447"/>
                  <a:pt x="10418" y="197"/>
                  <a:pt x="10180" y="78"/>
                </a:cubicBezTo>
                <a:cubicBezTo>
                  <a:pt x="10155" y="63"/>
                  <a:pt x="10128" y="56"/>
                  <a:pt x="10102" y="56"/>
                </a:cubicBezTo>
                <a:cubicBezTo>
                  <a:pt x="10043" y="56"/>
                  <a:pt x="9987" y="91"/>
                  <a:pt x="9954" y="149"/>
                </a:cubicBezTo>
                <a:cubicBezTo>
                  <a:pt x="9918" y="244"/>
                  <a:pt x="9942" y="328"/>
                  <a:pt x="10037" y="375"/>
                </a:cubicBezTo>
                <a:cubicBezTo>
                  <a:pt x="10168" y="447"/>
                  <a:pt x="10251" y="590"/>
                  <a:pt x="10251" y="732"/>
                </a:cubicBezTo>
                <a:cubicBezTo>
                  <a:pt x="10251" y="959"/>
                  <a:pt x="10073" y="1137"/>
                  <a:pt x="9859" y="1137"/>
                </a:cubicBezTo>
                <a:cubicBezTo>
                  <a:pt x="9632" y="1137"/>
                  <a:pt x="9454" y="959"/>
                  <a:pt x="9454" y="732"/>
                </a:cubicBezTo>
                <a:cubicBezTo>
                  <a:pt x="9454" y="613"/>
                  <a:pt x="9489" y="506"/>
                  <a:pt x="9585" y="435"/>
                </a:cubicBezTo>
                <a:cubicBezTo>
                  <a:pt x="9656" y="375"/>
                  <a:pt x="9656" y="268"/>
                  <a:pt x="9597" y="197"/>
                </a:cubicBezTo>
                <a:cubicBezTo>
                  <a:pt x="9565" y="159"/>
                  <a:pt x="9521" y="141"/>
                  <a:pt x="9476" y="141"/>
                </a:cubicBezTo>
                <a:cubicBezTo>
                  <a:pt x="9435" y="141"/>
                  <a:pt x="9393" y="156"/>
                  <a:pt x="9358" y="185"/>
                </a:cubicBezTo>
                <a:cubicBezTo>
                  <a:pt x="9239" y="292"/>
                  <a:pt x="9168" y="423"/>
                  <a:pt x="9120" y="566"/>
                </a:cubicBezTo>
                <a:lnTo>
                  <a:pt x="6370" y="566"/>
                </a:lnTo>
                <a:lnTo>
                  <a:pt x="6370" y="173"/>
                </a:lnTo>
                <a:cubicBezTo>
                  <a:pt x="6370" y="78"/>
                  <a:pt x="6299" y="6"/>
                  <a:pt x="6203" y="6"/>
                </a:cubicBezTo>
                <a:lnTo>
                  <a:pt x="5072" y="6"/>
                </a:lnTo>
                <a:cubicBezTo>
                  <a:pt x="4989" y="6"/>
                  <a:pt x="4906" y="78"/>
                  <a:pt x="4906" y="173"/>
                </a:cubicBezTo>
                <a:lnTo>
                  <a:pt x="4906" y="566"/>
                </a:lnTo>
                <a:lnTo>
                  <a:pt x="2155" y="566"/>
                </a:lnTo>
                <a:cubicBezTo>
                  <a:pt x="2077" y="214"/>
                  <a:pt x="1767"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23" name="Google Shape;12223;p66"/>
          <p:cNvGrpSpPr/>
          <p:nvPr/>
        </p:nvGrpSpPr>
        <p:grpSpPr>
          <a:xfrm>
            <a:off x="1883955" y="3633250"/>
            <a:ext cx="162873" cy="351445"/>
            <a:chOff x="1883955" y="3808700"/>
            <a:chExt cx="162873" cy="351445"/>
          </a:xfrm>
        </p:grpSpPr>
        <p:sp>
          <p:nvSpPr>
            <p:cNvPr id="12224" name="Google Shape;12224;p66"/>
            <p:cNvSpPr/>
            <p:nvPr/>
          </p:nvSpPr>
          <p:spPr>
            <a:xfrm>
              <a:off x="1901734" y="3808700"/>
              <a:ext cx="131832" cy="209054"/>
            </a:xfrm>
            <a:custGeom>
              <a:avLst/>
              <a:gdLst/>
              <a:ahLst/>
              <a:cxnLst/>
              <a:rect l="l" t="t" r="r" b="b"/>
              <a:pathLst>
                <a:path w="4145" h="6573" extrusionOk="0">
                  <a:moveTo>
                    <a:pt x="2704" y="1941"/>
                  </a:moveTo>
                  <a:lnTo>
                    <a:pt x="2704" y="2346"/>
                  </a:lnTo>
                  <a:lnTo>
                    <a:pt x="1275" y="2346"/>
                  </a:lnTo>
                  <a:lnTo>
                    <a:pt x="1275" y="1941"/>
                  </a:lnTo>
                  <a:close/>
                  <a:moveTo>
                    <a:pt x="953" y="1"/>
                  </a:moveTo>
                  <a:cubicBezTo>
                    <a:pt x="715" y="1"/>
                    <a:pt x="525" y="191"/>
                    <a:pt x="525" y="429"/>
                  </a:cubicBezTo>
                  <a:lnTo>
                    <a:pt x="525" y="1489"/>
                  </a:lnTo>
                  <a:cubicBezTo>
                    <a:pt x="525" y="1727"/>
                    <a:pt x="715" y="1906"/>
                    <a:pt x="942" y="1917"/>
                  </a:cubicBezTo>
                  <a:lnTo>
                    <a:pt x="942" y="2322"/>
                  </a:lnTo>
                  <a:lnTo>
                    <a:pt x="739" y="2322"/>
                  </a:lnTo>
                  <a:cubicBezTo>
                    <a:pt x="513" y="2322"/>
                    <a:pt x="322" y="2489"/>
                    <a:pt x="287" y="2715"/>
                  </a:cubicBezTo>
                  <a:lnTo>
                    <a:pt x="25" y="4835"/>
                  </a:lnTo>
                  <a:cubicBezTo>
                    <a:pt x="1" y="4930"/>
                    <a:pt x="84" y="5013"/>
                    <a:pt x="168" y="5013"/>
                  </a:cubicBezTo>
                  <a:cubicBezTo>
                    <a:pt x="180" y="5016"/>
                    <a:pt x="192" y="5018"/>
                    <a:pt x="204" y="5018"/>
                  </a:cubicBezTo>
                  <a:cubicBezTo>
                    <a:pt x="283" y="5018"/>
                    <a:pt x="346" y="4953"/>
                    <a:pt x="346" y="4870"/>
                  </a:cubicBezTo>
                  <a:lnTo>
                    <a:pt x="620" y="2739"/>
                  </a:lnTo>
                  <a:cubicBezTo>
                    <a:pt x="620" y="2679"/>
                    <a:pt x="680" y="2632"/>
                    <a:pt x="739" y="2632"/>
                  </a:cubicBezTo>
                  <a:lnTo>
                    <a:pt x="3239" y="2632"/>
                  </a:lnTo>
                  <a:cubicBezTo>
                    <a:pt x="3299" y="2632"/>
                    <a:pt x="3335" y="2679"/>
                    <a:pt x="3359" y="2739"/>
                  </a:cubicBezTo>
                  <a:lnTo>
                    <a:pt x="3799" y="6418"/>
                  </a:lnTo>
                  <a:cubicBezTo>
                    <a:pt x="3811" y="6513"/>
                    <a:pt x="3870" y="6573"/>
                    <a:pt x="3966" y="6573"/>
                  </a:cubicBezTo>
                  <a:lnTo>
                    <a:pt x="3978" y="6573"/>
                  </a:lnTo>
                  <a:cubicBezTo>
                    <a:pt x="4073" y="6573"/>
                    <a:pt x="4144" y="6478"/>
                    <a:pt x="4132" y="6394"/>
                  </a:cubicBezTo>
                  <a:lnTo>
                    <a:pt x="3680" y="2715"/>
                  </a:lnTo>
                  <a:cubicBezTo>
                    <a:pt x="3656" y="2489"/>
                    <a:pt x="3454" y="2322"/>
                    <a:pt x="3239" y="2322"/>
                  </a:cubicBezTo>
                  <a:lnTo>
                    <a:pt x="3025" y="2322"/>
                  </a:lnTo>
                  <a:lnTo>
                    <a:pt x="3025" y="1917"/>
                  </a:lnTo>
                  <a:cubicBezTo>
                    <a:pt x="3263" y="1917"/>
                    <a:pt x="3442" y="1727"/>
                    <a:pt x="3442" y="1489"/>
                  </a:cubicBezTo>
                  <a:lnTo>
                    <a:pt x="3442" y="429"/>
                  </a:lnTo>
                  <a:cubicBezTo>
                    <a:pt x="3442" y="191"/>
                    <a:pt x="3251" y="1"/>
                    <a:pt x="3013" y="1"/>
                  </a:cubicBezTo>
                  <a:lnTo>
                    <a:pt x="2013" y="1"/>
                  </a:lnTo>
                  <a:cubicBezTo>
                    <a:pt x="1930" y="1"/>
                    <a:pt x="1846" y="72"/>
                    <a:pt x="1846" y="167"/>
                  </a:cubicBezTo>
                  <a:cubicBezTo>
                    <a:pt x="1846" y="251"/>
                    <a:pt x="1930" y="334"/>
                    <a:pt x="2013" y="334"/>
                  </a:cubicBezTo>
                  <a:lnTo>
                    <a:pt x="3013" y="334"/>
                  </a:lnTo>
                  <a:cubicBezTo>
                    <a:pt x="3073" y="334"/>
                    <a:pt x="3120" y="370"/>
                    <a:pt x="3120" y="441"/>
                  </a:cubicBezTo>
                  <a:lnTo>
                    <a:pt x="3120" y="1489"/>
                  </a:lnTo>
                  <a:cubicBezTo>
                    <a:pt x="3120" y="1536"/>
                    <a:pt x="3073" y="1584"/>
                    <a:pt x="3025" y="1596"/>
                  </a:cubicBezTo>
                  <a:lnTo>
                    <a:pt x="942" y="1596"/>
                  </a:lnTo>
                  <a:cubicBezTo>
                    <a:pt x="894" y="1596"/>
                    <a:pt x="858" y="1548"/>
                    <a:pt x="858" y="1489"/>
                  </a:cubicBezTo>
                  <a:lnTo>
                    <a:pt x="858" y="441"/>
                  </a:lnTo>
                  <a:cubicBezTo>
                    <a:pt x="858" y="382"/>
                    <a:pt x="894" y="334"/>
                    <a:pt x="953"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66"/>
            <p:cNvSpPr/>
            <p:nvPr/>
          </p:nvSpPr>
          <p:spPr>
            <a:xfrm>
              <a:off x="1883955" y="3978730"/>
              <a:ext cx="162873" cy="181416"/>
            </a:xfrm>
            <a:custGeom>
              <a:avLst/>
              <a:gdLst/>
              <a:ahLst/>
              <a:cxnLst/>
              <a:rect l="l" t="t" r="r" b="b"/>
              <a:pathLst>
                <a:path w="5121" h="5704" extrusionOk="0">
                  <a:moveTo>
                    <a:pt x="715" y="0"/>
                  </a:moveTo>
                  <a:cubicBezTo>
                    <a:pt x="619" y="0"/>
                    <a:pt x="536" y="60"/>
                    <a:pt x="536" y="155"/>
                  </a:cubicBezTo>
                  <a:cubicBezTo>
                    <a:pt x="0" y="4501"/>
                    <a:pt x="24" y="4299"/>
                    <a:pt x="24" y="4322"/>
                  </a:cubicBezTo>
                  <a:lnTo>
                    <a:pt x="24" y="5537"/>
                  </a:lnTo>
                  <a:cubicBezTo>
                    <a:pt x="24" y="5632"/>
                    <a:pt x="96" y="5704"/>
                    <a:pt x="191" y="5704"/>
                  </a:cubicBezTo>
                  <a:lnTo>
                    <a:pt x="4953" y="5704"/>
                  </a:lnTo>
                  <a:cubicBezTo>
                    <a:pt x="5037" y="5704"/>
                    <a:pt x="5120" y="5632"/>
                    <a:pt x="5120" y="5537"/>
                  </a:cubicBezTo>
                  <a:cubicBezTo>
                    <a:pt x="5084" y="4227"/>
                    <a:pt x="5084" y="4322"/>
                    <a:pt x="5084" y="4287"/>
                  </a:cubicBezTo>
                  <a:lnTo>
                    <a:pt x="4763" y="1703"/>
                  </a:lnTo>
                  <a:cubicBezTo>
                    <a:pt x="4751" y="1608"/>
                    <a:pt x="4668" y="1548"/>
                    <a:pt x="4584" y="1548"/>
                  </a:cubicBezTo>
                  <a:cubicBezTo>
                    <a:pt x="4489" y="1560"/>
                    <a:pt x="4429" y="1644"/>
                    <a:pt x="4429" y="1727"/>
                  </a:cubicBezTo>
                  <a:lnTo>
                    <a:pt x="4727" y="4144"/>
                  </a:lnTo>
                  <a:lnTo>
                    <a:pt x="2084" y="4144"/>
                  </a:lnTo>
                  <a:cubicBezTo>
                    <a:pt x="1989" y="4144"/>
                    <a:pt x="1917" y="4215"/>
                    <a:pt x="1917" y="4299"/>
                  </a:cubicBezTo>
                  <a:cubicBezTo>
                    <a:pt x="1917" y="4394"/>
                    <a:pt x="1989" y="4465"/>
                    <a:pt x="2084" y="4465"/>
                  </a:cubicBezTo>
                  <a:lnTo>
                    <a:pt x="4763" y="4465"/>
                  </a:lnTo>
                  <a:lnTo>
                    <a:pt x="4763" y="5358"/>
                  </a:lnTo>
                  <a:lnTo>
                    <a:pt x="4549" y="5358"/>
                  </a:lnTo>
                  <a:lnTo>
                    <a:pt x="4549" y="4834"/>
                  </a:lnTo>
                  <a:cubicBezTo>
                    <a:pt x="4549" y="4751"/>
                    <a:pt x="4477" y="4680"/>
                    <a:pt x="4394" y="4680"/>
                  </a:cubicBezTo>
                  <a:cubicBezTo>
                    <a:pt x="4299" y="4680"/>
                    <a:pt x="4227" y="4751"/>
                    <a:pt x="4227" y="4834"/>
                  </a:cubicBezTo>
                  <a:lnTo>
                    <a:pt x="4227" y="5358"/>
                  </a:lnTo>
                  <a:lnTo>
                    <a:pt x="3822" y="5358"/>
                  </a:lnTo>
                  <a:lnTo>
                    <a:pt x="3822" y="4834"/>
                  </a:lnTo>
                  <a:cubicBezTo>
                    <a:pt x="3822" y="4751"/>
                    <a:pt x="3751" y="4680"/>
                    <a:pt x="3656" y="4680"/>
                  </a:cubicBezTo>
                  <a:cubicBezTo>
                    <a:pt x="3572" y="4680"/>
                    <a:pt x="3501" y="4751"/>
                    <a:pt x="3501" y="4834"/>
                  </a:cubicBezTo>
                  <a:lnTo>
                    <a:pt x="3501" y="5358"/>
                  </a:lnTo>
                  <a:lnTo>
                    <a:pt x="3096" y="5358"/>
                  </a:lnTo>
                  <a:lnTo>
                    <a:pt x="3096" y="4834"/>
                  </a:lnTo>
                  <a:cubicBezTo>
                    <a:pt x="3096" y="4751"/>
                    <a:pt x="3025" y="4680"/>
                    <a:pt x="2929" y="4680"/>
                  </a:cubicBezTo>
                  <a:cubicBezTo>
                    <a:pt x="2834" y="4680"/>
                    <a:pt x="2763" y="4751"/>
                    <a:pt x="2763" y="4834"/>
                  </a:cubicBezTo>
                  <a:lnTo>
                    <a:pt x="2763" y="5358"/>
                  </a:lnTo>
                  <a:lnTo>
                    <a:pt x="2358" y="5358"/>
                  </a:lnTo>
                  <a:lnTo>
                    <a:pt x="2358" y="4834"/>
                  </a:lnTo>
                  <a:cubicBezTo>
                    <a:pt x="2358" y="4751"/>
                    <a:pt x="2286" y="4680"/>
                    <a:pt x="2203" y="4680"/>
                  </a:cubicBezTo>
                  <a:cubicBezTo>
                    <a:pt x="2108" y="4680"/>
                    <a:pt x="2036" y="4751"/>
                    <a:pt x="2036" y="4834"/>
                  </a:cubicBezTo>
                  <a:lnTo>
                    <a:pt x="2036" y="5358"/>
                  </a:lnTo>
                  <a:lnTo>
                    <a:pt x="1632" y="5358"/>
                  </a:lnTo>
                  <a:lnTo>
                    <a:pt x="1632" y="4834"/>
                  </a:lnTo>
                  <a:cubicBezTo>
                    <a:pt x="1632" y="4751"/>
                    <a:pt x="1560" y="4680"/>
                    <a:pt x="1465" y="4680"/>
                  </a:cubicBezTo>
                  <a:cubicBezTo>
                    <a:pt x="1381" y="4680"/>
                    <a:pt x="1310" y="4751"/>
                    <a:pt x="1310" y="4834"/>
                  </a:cubicBezTo>
                  <a:lnTo>
                    <a:pt x="1310" y="5358"/>
                  </a:lnTo>
                  <a:lnTo>
                    <a:pt x="905" y="5358"/>
                  </a:lnTo>
                  <a:lnTo>
                    <a:pt x="905" y="4834"/>
                  </a:lnTo>
                  <a:cubicBezTo>
                    <a:pt x="905" y="4751"/>
                    <a:pt x="834" y="4680"/>
                    <a:pt x="739" y="4680"/>
                  </a:cubicBezTo>
                  <a:cubicBezTo>
                    <a:pt x="655" y="4680"/>
                    <a:pt x="572" y="4751"/>
                    <a:pt x="572" y="4834"/>
                  </a:cubicBezTo>
                  <a:lnTo>
                    <a:pt x="572" y="5358"/>
                  </a:lnTo>
                  <a:lnTo>
                    <a:pt x="334" y="5358"/>
                  </a:lnTo>
                  <a:lnTo>
                    <a:pt x="334" y="4465"/>
                  </a:lnTo>
                  <a:lnTo>
                    <a:pt x="1453" y="4465"/>
                  </a:lnTo>
                  <a:cubicBezTo>
                    <a:pt x="1548" y="4465"/>
                    <a:pt x="1620" y="4394"/>
                    <a:pt x="1620" y="4299"/>
                  </a:cubicBezTo>
                  <a:cubicBezTo>
                    <a:pt x="1620" y="4215"/>
                    <a:pt x="1548" y="4144"/>
                    <a:pt x="1453" y="4144"/>
                  </a:cubicBezTo>
                  <a:lnTo>
                    <a:pt x="369" y="4144"/>
                  </a:lnTo>
                  <a:lnTo>
                    <a:pt x="858" y="179"/>
                  </a:lnTo>
                  <a:cubicBezTo>
                    <a:pt x="870" y="96"/>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6" name="Google Shape;12226;p66"/>
          <p:cNvGrpSpPr/>
          <p:nvPr/>
        </p:nvGrpSpPr>
        <p:grpSpPr>
          <a:xfrm>
            <a:off x="939156" y="3633759"/>
            <a:ext cx="192007" cy="351318"/>
            <a:chOff x="939156" y="3809209"/>
            <a:chExt cx="192007" cy="351318"/>
          </a:xfrm>
        </p:grpSpPr>
        <p:sp>
          <p:nvSpPr>
            <p:cNvPr id="12227" name="Google Shape;12227;p66"/>
            <p:cNvSpPr/>
            <p:nvPr/>
          </p:nvSpPr>
          <p:spPr>
            <a:xfrm>
              <a:off x="939538" y="3809209"/>
              <a:ext cx="191625" cy="106706"/>
            </a:xfrm>
            <a:custGeom>
              <a:avLst/>
              <a:gdLst/>
              <a:ahLst/>
              <a:cxnLst/>
              <a:rect l="l" t="t" r="r" b="b"/>
              <a:pathLst>
                <a:path w="6025" h="3355" extrusionOk="0">
                  <a:moveTo>
                    <a:pt x="3016" y="0"/>
                  </a:moveTo>
                  <a:cubicBezTo>
                    <a:pt x="2872" y="0"/>
                    <a:pt x="2764" y="67"/>
                    <a:pt x="2786" y="199"/>
                  </a:cubicBezTo>
                  <a:cubicBezTo>
                    <a:pt x="2797" y="275"/>
                    <a:pt x="2878" y="331"/>
                    <a:pt x="2955" y="331"/>
                  </a:cubicBezTo>
                  <a:cubicBezTo>
                    <a:pt x="2962" y="331"/>
                    <a:pt x="2970" y="331"/>
                    <a:pt x="2977" y="330"/>
                  </a:cubicBezTo>
                  <a:cubicBezTo>
                    <a:pt x="2994" y="326"/>
                    <a:pt x="3012" y="324"/>
                    <a:pt x="3028" y="324"/>
                  </a:cubicBezTo>
                  <a:cubicBezTo>
                    <a:pt x="3172" y="324"/>
                    <a:pt x="3286" y="453"/>
                    <a:pt x="3286" y="592"/>
                  </a:cubicBezTo>
                  <a:lnTo>
                    <a:pt x="3286" y="687"/>
                  </a:lnTo>
                  <a:lnTo>
                    <a:pt x="2739" y="687"/>
                  </a:lnTo>
                  <a:lnTo>
                    <a:pt x="2739" y="628"/>
                  </a:lnTo>
                  <a:cubicBezTo>
                    <a:pt x="2739" y="532"/>
                    <a:pt x="2667" y="461"/>
                    <a:pt x="2572" y="461"/>
                  </a:cubicBezTo>
                  <a:cubicBezTo>
                    <a:pt x="2489" y="461"/>
                    <a:pt x="2417" y="532"/>
                    <a:pt x="2417" y="628"/>
                  </a:cubicBezTo>
                  <a:lnTo>
                    <a:pt x="2417" y="687"/>
                  </a:lnTo>
                  <a:lnTo>
                    <a:pt x="1405" y="687"/>
                  </a:lnTo>
                  <a:cubicBezTo>
                    <a:pt x="1310" y="687"/>
                    <a:pt x="1238" y="758"/>
                    <a:pt x="1238" y="854"/>
                  </a:cubicBezTo>
                  <a:cubicBezTo>
                    <a:pt x="1238" y="937"/>
                    <a:pt x="1310" y="1020"/>
                    <a:pt x="1405" y="1020"/>
                  </a:cubicBezTo>
                  <a:lnTo>
                    <a:pt x="5584" y="1020"/>
                  </a:lnTo>
                  <a:cubicBezTo>
                    <a:pt x="5644" y="1020"/>
                    <a:pt x="5691" y="1056"/>
                    <a:pt x="5691" y="1116"/>
                  </a:cubicBezTo>
                  <a:lnTo>
                    <a:pt x="5691" y="1473"/>
                  </a:lnTo>
                  <a:cubicBezTo>
                    <a:pt x="5691" y="1532"/>
                    <a:pt x="5644" y="1580"/>
                    <a:pt x="5584" y="1580"/>
                  </a:cubicBezTo>
                  <a:lnTo>
                    <a:pt x="429" y="1580"/>
                  </a:lnTo>
                  <a:cubicBezTo>
                    <a:pt x="369" y="1580"/>
                    <a:pt x="334" y="1532"/>
                    <a:pt x="334" y="1473"/>
                  </a:cubicBezTo>
                  <a:lnTo>
                    <a:pt x="334" y="1116"/>
                  </a:lnTo>
                  <a:cubicBezTo>
                    <a:pt x="334" y="1056"/>
                    <a:pt x="369" y="1020"/>
                    <a:pt x="429" y="1020"/>
                  </a:cubicBezTo>
                  <a:lnTo>
                    <a:pt x="750" y="1020"/>
                  </a:lnTo>
                  <a:cubicBezTo>
                    <a:pt x="834" y="1020"/>
                    <a:pt x="905" y="937"/>
                    <a:pt x="905" y="854"/>
                  </a:cubicBezTo>
                  <a:cubicBezTo>
                    <a:pt x="905" y="758"/>
                    <a:pt x="834" y="687"/>
                    <a:pt x="750" y="687"/>
                  </a:cubicBezTo>
                  <a:lnTo>
                    <a:pt x="429" y="687"/>
                  </a:lnTo>
                  <a:cubicBezTo>
                    <a:pt x="191" y="687"/>
                    <a:pt x="0" y="878"/>
                    <a:pt x="0" y="1116"/>
                  </a:cubicBezTo>
                  <a:lnTo>
                    <a:pt x="0" y="1473"/>
                  </a:lnTo>
                  <a:cubicBezTo>
                    <a:pt x="0" y="1711"/>
                    <a:pt x="191" y="1901"/>
                    <a:pt x="429" y="1901"/>
                  </a:cubicBezTo>
                  <a:lnTo>
                    <a:pt x="572" y="1901"/>
                  </a:lnTo>
                  <a:lnTo>
                    <a:pt x="572" y="3187"/>
                  </a:lnTo>
                  <a:cubicBezTo>
                    <a:pt x="572" y="3271"/>
                    <a:pt x="643" y="3354"/>
                    <a:pt x="726" y="3354"/>
                  </a:cubicBezTo>
                  <a:cubicBezTo>
                    <a:pt x="822" y="3354"/>
                    <a:pt x="893" y="3271"/>
                    <a:pt x="893" y="3187"/>
                  </a:cubicBezTo>
                  <a:lnTo>
                    <a:pt x="893" y="1901"/>
                  </a:lnTo>
                  <a:lnTo>
                    <a:pt x="5132" y="1901"/>
                  </a:lnTo>
                  <a:lnTo>
                    <a:pt x="5132" y="2306"/>
                  </a:lnTo>
                  <a:cubicBezTo>
                    <a:pt x="5132" y="2402"/>
                    <a:pt x="5215" y="2473"/>
                    <a:pt x="5298" y="2473"/>
                  </a:cubicBezTo>
                  <a:cubicBezTo>
                    <a:pt x="5394" y="2473"/>
                    <a:pt x="5465" y="2402"/>
                    <a:pt x="5465" y="2306"/>
                  </a:cubicBezTo>
                  <a:lnTo>
                    <a:pt x="5465" y="1901"/>
                  </a:lnTo>
                  <a:lnTo>
                    <a:pt x="5596" y="1901"/>
                  </a:lnTo>
                  <a:cubicBezTo>
                    <a:pt x="5834" y="1901"/>
                    <a:pt x="6025" y="1711"/>
                    <a:pt x="6025" y="1473"/>
                  </a:cubicBezTo>
                  <a:lnTo>
                    <a:pt x="6025" y="1116"/>
                  </a:lnTo>
                  <a:cubicBezTo>
                    <a:pt x="6025" y="878"/>
                    <a:pt x="5822" y="687"/>
                    <a:pt x="5584" y="687"/>
                  </a:cubicBezTo>
                  <a:lnTo>
                    <a:pt x="3620" y="687"/>
                  </a:lnTo>
                  <a:lnTo>
                    <a:pt x="3620" y="604"/>
                  </a:lnTo>
                  <a:cubicBezTo>
                    <a:pt x="3620" y="198"/>
                    <a:pt x="3263" y="0"/>
                    <a:pt x="3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8" name="Google Shape;12228;p66"/>
            <p:cNvSpPr/>
            <p:nvPr/>
          </p:nvSpPr>
          <p:spPr>
            <a:xfrm>
              <a:off x="939156" y="3898835"/>
              <a:ext cx="192007" cy="261692"/>
            </a:xfrm>
            <a:custGeom>
              <a:avLst/>
              <a:gdLst/>
              <a:ahLst/>
              <a:cxnLst/>
              <a:rect l="l" t="t" r="r" b="b"/>
              <a:pathLst>
                <a:path w="6037" h="8228" extrusionOk="0">
                  <a:moveTo>
                    <a:pt x="2977" y="4691"/>
                  </a:moveTo>
                  <a:cubicBezTo>
                    <a:pt x="2739" y="5179"/>
                    <a:pt x="1953" y="6846"/>
                    <a:pt x="1536" y="7739"/>
                  </a:cubicBezTo>
                  <a:cubicBezTo>
                    <a:pt x="1489" y="7811"/>
                    <a:pt x="1417" y="7870"/>
                    <a:pt x="1322" y="7870"/>
                  </a:cubicBezTo>
                  <a:cubicBezTo>
                    <a:pt x="1298" y="7870"/>
                    <a:pt x="1250" y="7858"/>
                    <a:pt x="1215" y="7835"/>
                  </a:cubicBezTo>
                  <a:cubicBezTo>
                    <a:pt x="1096" y="7787"/>
                    <a:pt x="1060" y="7644"/>
                    <a:pt x="1119" y="7525"/>
                  </a:cubicBezTo>
                  <a:lnTo>
                    <a:pt x="2465" y="4691"/>
                  </a:lnTo>
                  <a:close/>
                  <a:moveTo>
                    <a:pt x="3572" y="4703"/>
                  </a:moveTo>
                  <a:lnTo>
                    <a:pt x="4929" y="7549"/>
                  </a:lnTo>
                  <a:cubicBezTo>
                    <a:pt x="4989" y="7668"/>
                    <a:pt x="4929" y="7799"/>
                    <a:pt x="4822" y="7858"/>
                  </a:cubicBezTo>
                  <a:cubicBezTo>
                    <a:pt x="4787" y="7870"/>
                    <a:pt x="4763" y="7882"/>
                    <a:pt x="4715" y="7882"/>
                  </a:cubicBezTo>
                  <a:cubicBezTo>
                    <a:pt x="4632" y="7882"/>
                    <a:pt x="4548" y="7846"/>
                    <a:pt x="4513" y="7751"/>
                  </a:cubicBezTo>
                  <a:lnTo>
                    <a:pt x="3572" y="5775"/>
                  </a:lnTo>
                  <a:cubicBezTo>
                    <a:pt x="3572" y="5775"/>
                    <a:pt x="3215" y="5025"/>
                    <a:pt x="3203" y="4989"/>
                  </a:cubicBezTo>
                  <a:cubicBezTo>
                    <a:pt x="3298" y="4775"/>
                    <a:pt x="3334" y="4715"/>
                    <a:pt x="3334" y="4703"/>
                  </a:cubicBezTo>
                  <a:close/>
                  <a:moveTo>
                    <a:pt x="3036" y="5358"/>
                  </a:moveTo>
                  <a:lnTo>
                    <a:pt x="3263" y="5834"/>
                  </a:lnTo>
                  <a:lnTo>
                    <a:pt x="3263" y="7680"/>
                  </a:lnTo>
                  <a:cubicBezTo>
                    <a:pt x="3263" y="7799"/>
                    <a:pt x="3155" y="7906"/>
                    <a:pt x="3036" y="7906"/>
                  </a:cubicBezTo>
                  <a:cubicBezTo>
                    <a:pt x="2917" y="7906"/>
                    <a:pt x="2810" y="7799"/>
                    <a:pt x="2810" y="7680"/>
                  </a:cubicBezTo>
                  <a:lnTo>
                    <a:pt x="2810" y="5834"/>
                  </a:lnTo>
                  <a:lnTo>
                    <a:pt x="3036" y="5358"/>
                  </a:lnTo>
                  <a:close/>
                  <a:moveTo>
                    <a:pt x="5299" y="0"/>
                  </a:moveTo>
                  <a:cubicBezTo>
                    <a:pt x="5203" y="0"/>
                    <a:pt x="5132" y="72"/>
                    <a:pt x="5132" y="167"/>
                  </a:cubicBezTo>
                  <a:lnTo>
                    <a:pt x="5132" y="3453"/>
                  </a:lnTo>
                  <a:lnTo>
                    <a:pt x="893" y="3453"/>
                  </a:lnTo>
                  <a:lnTo>
                    <a:pt x="893" y="1024"/>
                  </a:lnTo>
                  <a:cubicBezTo>
                    <a:pt x="893" y="941"/>
                    <a:pt x="822" y="858"/>
                    <a:pt x="727" y="858"/>
                  </a:cubicBezTo>
                  <a:cubicBezTo>
                    <a:pt x="643" y="858"/>
                    <a:pt x="560" y="941"/>
                    <a:pt x="560" y="1024"/>
                  </a:cubicBezTo>
                  <a:lnTo>
                    <a:pt x="560" y="3453"/>
                  </a:lnTo>
                  <a:lnTo>
                    <a:pt x="429" y="3453"/>
                  </a:lnTo>
                  <a:cubicBezTo>
                    <a:pt x="191" y="3453"/>
                    <a:pt x="0" y="3644"/>
                    <a:pt x="0" y="3882"/>
                  </a:cubicBezTo>
                  <a:lnTo>
                    <a:pt x="0" y="4239"/>
                  </a:lnTo>
                  <a:cubicBezTo>
                    <a:pt x="0" y="4477"/>
                    <a:pt x="191" y="4668"/>
                    <a:pt x="429" y="4668"/>
                  </a:cubicBezTo>
                  <a:lnTo>
                    <a:pt x="2084" y="4668"/>
                  </a:lnTo>
                  <a:lnTo>
                    <a:pt x="798" y="7382"/>
                  </a:lnTo>
                  <a:cubicBezTo>
                    <a:pt x="667" y="7668"/>
                    <a:pt x="786" y="7989"/>
                    <a:pt x="1060" y="8120"/>
                  </a:cubicBezTo>
                  <a:cubicBezTo>
                    <a:pt x="1131" y="8156"/>
                    <a:pt x="1215" y="8180"/>
                    <a:pt x="1298" y="8180"/>
                  </a:cubicBezTo>
                  <a:cubicBezTo>
                    <a:pt x="1500" y="8180"/>
                    <a:pt x="1715" y="8061"/>
                    <a:pt x="1798" y="7870"/>
                  </a:cubicBezTo>
                  <a:lnTo>
                    <a:pt x="2441" y="6513"/>
                  </a:lnTo>
                  <a:lnTo>
                    <a:pt x="2441" y="7680"/>
                  </a:lnTo>
                  <a:cubicBezTo>
                    <a:pt x="2441" y="7989"/>
                    <a:pt x="2691" y="8227"/>
                    <a:pt x="2989" y="8227"/>
                  </a:cubicBezTo>
                  <a:cubicBezTo>
                    <a:pt x="3298" y="8227"/>
                    <a:pt x="3536" y="7977"/>
                    <a:pt x="3536" y="7680"/>
                  </a:cubicBezTo>
                  <a:lnTo>
                    <a:pt x="3536" y="6513"/>
                  </a:lnTo>
                  <a:lnTo>
                    <a:pt x="4179" y="7870"/>
                  </a:lnTo>
                  <a:cubicBezTo>
                    <a:pt x="4275" y="8061"/>
                    <a:pt x="4465" y="8180"/>
                    <a:pt x="4691" y="8180"/>
                  </a:cubicBezTo>
                  <a:cubicBezTo>
                    <a:pt x="4775" y="8180"/>
                    <a:pt x="4846" y="8168"/>
                    <a:pt x="4929" y="8120"/>
                  </a:cubicBezTo>
                  <a:cubicBezTo>
                    <a:pt x="5203" y="7989"/>
                    <a:pt x="5310" y="7668"/>
                    <a:pt x="5179" y="7382"/>
                  </a:cubicBezTo>
                  <a:lnTo>
                    <a:pt x="3894" y="4668"/>
                  </a:lnTo>
                  <a:lnTo>
                    <a:pt x="4596" y="4668"/>
                  </a:lnTo>
                  <a:cubicBezTo>
                    <a:pt x="4679" y="4668"/>
                    <a:pt x="4763" y="4596"/>
                    <a:pt x="4763" y="4513"/>
                  </a:cubicBezTo>
                  <a:cubicBezTo>
                    <a:pt x="4763" y="4417"/>
                    <a:pt x="4679" y="4346"/>
                    <a:pt x="4596" y="4346"/>
                  </a:cubicBezTo>
                  <a:lnTo>
                    <a:pt x="417" y="4346"/>
                  </a:lnTo>
                  <a:cubicBezTo>
                    <a:pt x="357" y="4346"/>
                    <a:pt x="310" y="4298"/>
                    <a:pt x="310" y="4239"/>
                  </a:cubicBezTo>
                  <a:lnTo>
                    <a:pt x="310" y="3882"/>
                  </a:lnTo>
                  <a:cubicBezTo>
                    <a:pt x="310" y="3822"/>
                    <a:pt x="357" y="3775"/>
                    <a:pt x="417" y="3775"/>
                  </a:cubicBezTo>
                  <a:lnTo>
                    <a:pt x="5560" y="3775"/>
                  </a:lnTo>
                  <a:cubicBezTo>
                    <a:pt x="5620" y="3775"/>
                    <a:pt x="5668" y="3822"/>
                    <a:pt x="5668" y="3882"/>
                  </a:cubicBezTo>
                  <a:lnTo>
                    <a:pt x="5668" y="4239"/>
                  </a:lnTo>
                  <a:cubicBezTo>
                    <a:pt x="5668" y="4298"/>
                    <a:pt x="5620" y="4346"/>
                    <a:pt x="5560" y="4346"/>
                  </a:cubicBezTo>
                  <a:lnTo>
                    <a:pt x="5251" y="4346"/>
                  </a:lnTo>
                  <a:cubicBezTo>
                    <a:pt x="5168" y="4346"/>
                    <a:pt x="5084" y="4417"/>
                    <a:pt x="5084" y="4513"/>
                  </a:cubicBezTo>
                  <a:cubicBezTo>
                    <a:pt x="5084" y="4596"/>
                    <a:pt x="5168" y="4668"/>
                    <a:pt x="5251" y="4668"/>
                  </a:cubicBezTo>
                  <a:lnTo>
                    <a:pt x="5560" y="4668"/>
                  </a:lnTo>
                  <a:cubicBezTo>
                    <a:pt x="5799" y="4668"/>
                    <a:pt x="6001" y="4477"/>
                    <a:pt x="6001" y="4239"/>
                  </a:cubicBezTo>
                  <a:lnTo>
                    <a:pt x="6001" y="3882"/>
                  </a:lnTo>
                  <a:cubicBezTo>
                    <a:pt x="6037" y="3655"/>
                    <a:pt x="5834" y="3453"/>
                    <a:pt x="5596" y="3453"/>
                  </a:cubicBezTo>
                  <a:lnTo>
                    <a:pt x="5465" y="3453"/>
                  </a:lnTo>
                  <a:lnTo>
                    <a:pt x="5465" y="167"/>
                  </a:lnTo>
                  <a:cubicBezTo>
                    <a:pt x="5465" y="72"/>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9" name="Google Shape;12229;p66"/>
          <p:cNvGrpSpPr/>
          <p:nvPr/>
        </p:nvGrpSpPr>
        <p:grpSpPr>
          <a:xfrm>
            <a:off x="2306167" y="3634395"/>
            <a:ext cx="193915" cy="349155"/>
            <a:chOff x="2306167" y="3809845"/>
            <a:chExt cx="193915" cy="349155"/>
          </a:xfrm>
        </p:grpSpPr>
        <p:sp>
          <p:nvSpPr>
            <p:cNvPr id="12230" name="Google Shape;12230;p66"/>
            <p:cNvSpPr/>
            <p:nvPr/>
          </p:nvSpPr>
          <p:spPr>
            <a:xfrm>
              <a:off x="2306167" y="3809845"/>
              <a:ext cx="137875" cy="349155"/>
            </a:xfrm>
            <a:custGeom>
              <a:avLst/>
              <a:gdLst/>
              <a:ahLst/>
              <a:cxnLst/>
              <a:rect l="l" t="t" r="r" b="b"/>
              <a:pathLst>
                <a:path w="4335" h="10978" extrusionOk="0">
                  <a:moveTo>
                    <a:pt x="4001" y="5656"/>
                  </a:moveTo>
                  <a:lnTo>
                    <a:pt x="4001" y="8918"/>
                  </a:lnTo>
                  <a:lnTo>
                    <a:pt x="2989" y="8918"/>
                  </a:lnTo>
                  <a:cubicBezTo>
                    <a:pt x="2763" y="8918"/>
                    <a:pt x="2596" y="8739"/>
                    <a:pt x="2596" y="8525"/>
                  </a:cubicBezTo>
                  <a:lnTo>
                    <a:pt x="2596" y="6037"/>
                  </a:lnTo>
                  <a:cubicBezTo>
                    <a:pt x="2596" y="5822"/>
                    <a:pt x="2775" y="5656"/>
                    <a:pt x="2989" y="5656"/>
                  </a:cubicBezTo>
                  <a:close/>
                  <a:moveTo>
                    <a:pt x="2168" y="0"/>
                  </a:moveTo>
                  <a:cubicBezTo>
                    <a:pt x="2084" y="0"/>
                    <a:pt x="2001" y="72"/>
                    <a:pt x="2001" y="167"/>
                  </a:cubicBezTo>
                  <a:cubicBezTo>
                    <a:pt x="2001" y="250"/>
                    <a:pt x="2084" y="322"/>
                    <a:pt x="2168" y="322"/>
                  </a:cubicBezTo>
                  <a:cubicBezTo>
                    <a:pt x="2382" y="322"/>
                    <a:pt x="2549" y="477"/>
                    <a:pt x="2573" y="667"/>
                  </a:cubicBezTo>
                  <a:cubicBezTo>
                    <a:pt x="2561" y="667"/>
                    <a:pt x="2525" y="655"/>
                    <a:pt x="2513" y="655"/>
                  </a:cubicBezTo>
                  <a:cubicBezTo>
                    <a:pt x="2406" y="655"/>
                    <a:pt x="2334" y="738"/>
                    <a:pt x="2334" y="834"/>
                  </a:cubicBezTo>
                  <a:cubicBezTo>
                    <a:pt x="2334" y="941"/>
                    <a:pt x="2430" y="1012"/>
                    <a:pt x="2513" y="1012"/>
                  </a:cubicBezTo>
                  <a:cubicBezTo>
                    <a:pt x="2549" y="1012"/>
                    <a:pt x="2561" y="1012"/>
                    <a:pt x="2584" y="1000"/>
                  </a:cubicBezTo>
                  <a:lnTo>
                    <a:pt x="2584" y="1262"/>
                  </a:lnTo>
                  <a:lnTo>
                    <a:pt x="1751" y="1262"/>
                  </a:lnTo>
                  <a:lnTo>
                    <a:pt x="1751" y="727"/>
                  </a:lnTo>
                  <a:cubicBezTo>
                    <a:pt x="1751" y="667"/>
                    <a:pt x="1775" y="596"/>
                    <a:pt x="1799" y="536"/>
                  </a:cubicBezTo>
                  <a:cubicBezTo>
                    <a:pt x="1846" y="465"/>
                    <a:pt x="1811" y="357"/>
                    <a:pt x="1727" y="310"/>
                  </a:cubicBezTo>
                  <a:cubicBezTo>
                    <a:pt x="1707" y="297"/>
                    <a:pt x="1685" y="291"/>
                    <a:pt x="1661" y="291"/>
                  </a:cubicBezTo>
                  <a:cubicBezTo>
                    <a:pt x="1601" y="291"/>
                    <a:pt x="1535" y="330"/>
                    <a:pt x="1501" y="381"/>
                  </a:cubicBezTo>
                  <a:cubicBezTo>
                    <a:pt x="1453" y="488"/>
                    <a:pt x="1430" y="608"/>
                    <a:pt x="1430" y="715"/>
                  </a:cubicBezTo>
                  <a:lnTo>
                    <a:pt x="1430" y="1298"/>
                  </a:lnTo>
                  <a:cubicBezTo>
                    <a:pt x="1263" y="1334"/>
                    <a:pt x="1096" y="1393"/>
                    <a:pt x="953" y="1489"/>
                  </a:cubicBezTo>
                  <a:cubicBezTo>
                    <a:pt x="882" y="1536"/>
                    <a:pt x="846" y="1631"/>
                    <a:pt x="894" y="1715"/>
                  </a:cubicBezTo>
                  <a:cubicBezTo>
                    <a:pt x="927" y="1764"/>
                    <a:pt x="982" y="1791"/>
                    <a:pt x="1041" y="1791"/>
                  </a:cubicBezTo>
                  <a:cubicBezTo>
                    <a:pt x="1067" y="1791"/>
                    <a:pt x="1094" y="1785"/>
                    <a:pt x="1120" y="1774"/>
                  </a:cubicBezTo>
                  <a:cubicBezTo>
                    <a:pt x="1215" y="1715"/>
                    <a:pt x="1322" y="1667"/>
                    <a:pt x="1430" y="1631"/>
                  </a:cubicBezTo>
                  <a:cubicBezTo>
                    <a:pt x="1537" y="1608"/>
                    <a:pt x="1632" y="1572"/>
                    <a:pt x="1751" y="1572"/>
                  </a:cubicBezTo>
                  <a:lnTo>
                    <a:pt x="2584" y="1572"/>
                  </a:lnTo>
                  <a:cubicBezTo>
                    <a:pt x="2692" y="1596"/>
                    <a:pt x="2811" y="1608"/>
                    <a:pt x="2918" y="1631"/>
                  </a:cubicBezTo>
                  <a:cubicBezTo>
                    <a:pt x="3537" y="1834"/>
                    <a:pt x="4001" y="2429"/>
                    <a:pt x="4001" y="3108"/>
                  </a:cubicBezTo>
                  <a:lnTo>
                    <a:pt x="4001" y="3572"/>
                  </a:lnTo>
                  <a:cubicBezTo>
                    <a:pt x="4001" y="3632"/>
                    <a:pt x="3954" y="3679"/>
                    <a:pt x="3894" y="3679"/>
                  </a:cubicBezTo>
                  <a:lnTo>
                    <a:pt x="429" y="3679"/>
                  </a:lnTo>
                  <a:cubicBezTo>
                    <a:pt x="370" y="3679"/>
                    <a:pt x="322" y="3632"/>
                    <a:pt x="322" y="3572"/>
                  </a:cubicBezTo>
                  <a:lnTo>
                    <a:pt x="322" y="3108"/>
                  </a:lnTo>
                  <a:cubicBezTo>
                    <a:pt x="322" y="2763"/>
                    <a:pt x="441" y="2429"/>
                    <a:pt x="656" y="2155"/>
                  </a:cubicBezTo>
                  <a:cubicBezTo>
                    <a:pt x="715" y="2084"/>
                    <a:pt x="703" y="1977"/>
                    <a:pt x="620" y="1929"/>
                  </a:cubicBezTo>
                  <a:cubicBezTo>
                    <a:pt x="592" y="1906"/>
                    <a:pt x="559" y="1895"/>
                    <a:pt x="526" y="1895"/>
                  </a:cubicBezTo>
                  <a:cubicBezTo>
                    <a:pt x="476" y="1895"/>
                    <a:pt x="427" y="1921"/>
                    <a:pt x="406" y="1965"/>
                  </a:cubicBezTo>
                  <a:cubicBezTo>
                    <a:pt x="132" y="2286"/>
                    <a:pt x="1" y="2691"/>
                    <a:pt x="1" y="3120"/>
                  </a:cubicBezTo>
                  <a:lnTo>
                    <a:pt x="1" y="10013"/>
                  </a:lnTo>
                  <a:cubicBezTo>
                    <a:pt x="1" y="10549"/>
                    <a:pt x="429" y="10978"/>
                    <a:pt x="953" y="10978"/>
                  </a:cubicBezTo>
                  <a:lnTo>
                    <a:pt x="1418" y="10978"/>
                  </a:lnTo>
                  <a:cubicBezTo>
                    <a:pt x="1501" y="10978"/>
                    <a:pt x="1572" y="10906"/>
                    <a:pt x="1572" y="10823"/>
                  </a:cubicBezTo>
                  <a:cubicBezTo>
                    <a:pt x="1572" y="10728"/>
                    <a:pt x="1501" y="10656"/>
                    <a:pt x="1418" y="10656"/>
                  </a:cubicBezTo>
                  <a:lnTo>
                    <a:pt x="953" y="10656"/>
                  </a:lnTo>
                  <a:cubicBezTo>
                    <a:pt x="608" y="10656"/>
                    <a:pt x="322" y="10371"/>
                    <a:pt x="322" y="10013"/>
                  </a:cubicBezTo>
                  <a:lnTo>
                    <a:pt x="322" y="4001"/>
                  </a:lnTo>
                  <a:cubicBezTo>
                    <a:pt x="358" y="4013"/>
                    <a:pt x="382" y="4013"/>
                    <a:pt x="429" y="4013"/>
                  </a:cubicBezTo>
                  <a:lnTo>
                    <a:pt x="3894" y="4013"/>
                  </a:lnTo>
                  <a:cubicBezTo>
                    <a:pt x="3930" y="4013"/>
                    <a:pt x="3954" y="4013"/>
                    <a:pt x="4001" y="4001"/>
                  </a:cubicBezTo>
                  <a:lnTo>
                    <a:pt x="4001" y="5299"/>
                  </a:lnTo>
                  <a:lnTo>
                    <a:pt x="2989" y="5299"/>
                  </a:lnTo>
                  <a:cubicBezTo>
                    <a:pt x="2584" y="5299"/>
                    <a:pt x="2275" y="5620"/>
                    <a:pt x="2275" y="6013"/>
                  </a:cubicBezTo>
                  <a:lnTo>
                    <a:pt x="2275" y="8501"/>
                  </a:lnTo>
                  <a:cubicBezTo>
                    <a:pt x="2275" y="8894"/>
                    <a:pt x="2608" y="9216"/>
                    <a:pt x="2989" y="9216"/>
                  </a:cubicBezTo>
                  <a:lnTo>
                    <a:pt x="4001" y="9216"/>
                  </a:lnTo>
                  <a:lnTo>
                    <a:pt x="4001" y="10013"/>
                  </a:lnTo>
                  <a:cubicBezTo>
                    <a:pt x="4001" y="10371"/>
                    <a:pt x="3716" y="10656"/>
                    <a:pt x="3382" y="10656"/>
                  </a:cubicBezTo>
                  <a:lnTo>
                    <a:pt x="2084" y="10656"/>
                  </a:lnTo>
                  <a:cubicBezTo>
                    <a:pt x="1989" y="10656"/>
                    <a:pt x="1918" y="10728"/>
                    <a:pt x="1918" y="10823"/>
                  </a:cubicBezTo>
                  <a:cubicBezTo>
                    <a:pt x="1918" y="10906"/>
                    <a:pt x="1989" y="10978"/>
                    <a:pt x="2084" y="10978"/>
                  </a:cubicBezTo>
                  <a:lnTo>
                    <a:pt x="3382" y="10978"/>
                  </a:lnTo>
                  <a:cubicBezTo>
                    <a:pt x="3894" y="10978"/>
                    <a:pt x="4335" y="10549"/>
                    <a:pt x="4335" y="10013"/>
                  </a:cubicBezTo>
                  <a:lnTo>
                    <a:pt x="4335" y="9049"/>
                  </a:lnTo>
                  <a:lnTo>
                    <a:pt x="4335" y="5441"/>
                  </a:lnTo>
                  <a:lnTo>
                    <a:pt x="4335" y="3108"/>
                  </a:lnTo>
                  <a:cubicBezTo>
                    <a:pt x="4335" y="2262"/>
                    <a:pt x="3739" y="1536"/>
                    <a:pt x="2918" y="1322"/>
                  </a:cubicBezTo>
                  <a:lnTo>
                    <a:pt x="2918" y="738"/>
                  </a:lnTo>
                  <a:cubicBezTo>
                    <a:pt x="2918" y="346"/>
                    <a:pt x="2584"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66"/>
            <p:cNvSpPr/>
            <p:nvPr/>
          </p:nvSpPr>
          <p:spPr>
            <a:xfrm>
              <a:off x="2474701" y="3860256"/>
              <a:ext cx="22741" cy="17779"/>
            </a:xfrm>
            <a:custGeom>
              <a:avLst/>
              <a:gdLst/>
              <a:ahLst/>
              <a:cxnLst/>
              <a:rect l="l" t="t" r="r" b="b"/>
              <a:pathLst>
                <a:path w="715" h="559" extrusionOk="0">
                  <a:moveTo>
                    <a:pt x="188" y="1"/>
                  </a:moveTo>
                  <a:cubicBezTo>
                    <a:pt x="130" y="1"/>
                    <a:pt x="72" y="33"/>
                    <a:pt x="48" y="82"/>
                  </a:cubicBezTo>
                  <a:cubicBezTo>
                    <a:pt x="0" y="154"/>
                    <a:pt x="24" y="261"/>
                    <a:pt x="107" y="308"/>
                  </a:cubicBezTo>
                  <a:cubicBezTo>
                    <a:pt x="238" y="380"/>
                    <a:pt x="345" y="439"/>
                    <a:pt x="417" y="511"/>
                  </a:cubicBezTo>
                  <a:cubicBezTo>
                    <a:pt x="441" y="547"/>
                    <a:pt x="488" y="558"/>
                    <a:pt x="524" y="558"/>
                  </a:cubicBezTo>
                  <a:cubicBezTo>
                    <a:pt x="560" y="558"/>
                    <a:pt x="607" y="535"/>
                    <a:pt x="643" y="499"/>
                  </a:cubicBezTo>
                  <a:cubicBezTo>
                    <a:pt x="714" y="427"/>
                    <a:pt x="703" y="332"/>
                    <a:pt x="643" y="273"/>
                  </a:cubicBezTo>
                  <a:cubicBezTo>
                    <a:pt x="536" y="189"/>
                    <a:pt x="417" y="106"/>
                    <a:pt x="262" y="23"/>
                  </a:cubicBez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66"/>
            <p:cNvSpPr/>
            <p:nvPr/>
          </p:nvSpPr>
          <p:spPr>
            <a:xfrm>
              <a:off x="2409565" y="3840092"/>
              <a:ext cx="25031" cy="12945"/>
            </a:xfrm>
            <a:custGeom>
              <a:avLst/>
              <a:gdLst/>
              <a:ahLst/>
              <a:cxnLst/>
              <a:rect l="l" t="t" r="r" b="b"/>
              <a:pathLst>
                <a:path w="787" h="407" extrusionOk="0">
                  <a:moveTo>
                    <a:pt x="190" y="0"/>
                  </a:moveTo>
                  <a:cubicBezTo>
                    <a:pt x="106" y="0"/>
                    <a:pt x="35" y="57"/>
                    <a:pt x="24" y="133"/>
                  </a:cubicBezTo>
                  <a:cubicBezTo>
                    <a:pt x="0" y="228"/>
                    <a:pt x="72" y="311"/>
                    <a:pt x="155" y="323"/>
                  </a:cubicBezTo>
                  <a:cubicBezTo>
                    <a:pt x="155" y="323"/>
                    <a:pt x="322" y="359"/>
                    <a:pt x="560" y="407"/>
                  </a:cubicBezTo>
                  <a:lnTo>
                    <a:pt x="584" y="407"/>
                  </a:lnTo>
                  <a:cubicBezTo>
                    <a:pt x="655" y="407"/>
                    <a:pt x="738" y="359"/>
                    <a:pt x="750" y="264"/>
                  </a:cubicBezTo>
                  <a:cubicBezTo>
                    <a:pt x="786" y="192"/>
                    <a:pt x="727" y="109"/>
                    <a:pt x="631" y="85"/>
                  </a:cubicBezTo>
                  <a:cubicBezTo>
                    <a:pt x="381" y="26"/>
                    <a:pt x="215" y="2"/>
                    <a:pt x="215" y="2"/>
                  </a:cubicBezTo>
                  <a:cubicBezTo>
                    <a:pt x="206" y="1"/>
                    <a:pt x="198"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66"/>
            <p:cNvSpPr/>
            <p:nvPr/>
          </p:nvSpPr>
          <p:spPr>
            <a:xfrm>
              <a:off x="2442865" y="3847916"/>
              <a:ext cx="24267" cy="14598"/>
            </a:xfrm>
            <a:custGeom>
              <a:avLst/>
              <a:gdLst/>
              <a:ahLst/>
              <a:cxnLst/>
              <a:rect l="l" t="t" r="r" b="b"/>
              <a:pathLst>
                <a:path w="763" h="459" extrusionOk="0">
                  <a:moveTo>
                    <a:pt x="200" y="1"/>
                  </a:moveTo>
                  <a:cubicBezTo>
                    <a:pt x="128" y="1"/>
                    <a:pt x="57" y="52"/>
                    <a:pt x="37" y="113"/>
                  </a:cubicBezTo>
                  <a:cubicBezTo>
                    <a:pt x="1" y="196"/>
                    <a:pt x="61" y="292"/>
                    <a:pt x="132" y="315"/>
                  </a:cubicBezTo>
                  <a:cubicBezTo>
                    <a:pt x="275" y="363"/>
                    <a:pt x="406" y="411"/>
                    <a:pt x="525" y="434"/>
                  </a:cubicBezTo>
                  <a:cubicBezTo>
                    <a:pt x="537" y="434"/>
                    <a:pt x="549" y="458"/>
                    <a:pt x="584" y="458"/>
                  </a:cubicBezTo>
                  <a:cubicBezTo>
                    <a:pt x="656" y="458"/>
                    <a:pt x="715" y="411"/>
                    <a:pt x="727" y="351"/>
                  </a:cubicBezTo>
                  <a:cubicBezTo>
                    <a:pt x="763" y="256"/>
                    <a:pt x="715" y="173"/>
                    <a:pt x="644" y="137"/>
                  </a:cubicBezTo>
                  <a:cubicBezTo>
                    <a:pt x="525" y="101"/>
                    <a:pt x="370" y="53"/>
                    <a:pt x="239" y="6"/>
                  </a:cubicBezTo>
                  <a:cubicBezTo>
                    <a:pt x="226"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66"/>
            <p:cNvSpPr/>
            <p:nvPr/>
          </p:nvSpPr>
          <p:spPr>
            <a:xfrm>
              <a:off x="2409183" y="3824952"/>
              <a:ext cx="24267" cy="11800"/>
            </a:xfrm>
            <a:custGeom>
              <a:avLst/>
              <a:gdLst/>
              <a:ahLst/>
              <a:cxnLst/>
              <a:rect l="l" t="t" r="r" b="b"/>
              <a:pathLst>
                <a:path w="763" h="371" extrusionOk="0">
                  <a:moveTo>
                    <a:pt x="593" y="0"/>
                  </a:moveTo>
                  <a:cubicBezTo>
                    <a:pt x="586" y="0"/>
                    <a:pt x="579" y="1"/>
                    <a:pt x="572" y="2"/>
                  </a:cubicBezTo>
                  <a:lnTo>
                    <a:pt x="155" y="61"/>
                  </a:lnTo>
                  <a:cubicBezTo>
                    <a:pt x="60" y="73"/>
                    <a:pt x="0" y="144"/>
                    <a:pt x="24" y="240"/>
                  </a:cubicBezTo>
                  <a:cubicBezTo>
                    <a:pt x="36" y="311"/>
                    <a:pt x="96" y="371"/>
                    <a:pt x="179" y="371"/>
                  </a:cubicBezTo>
                  <a:lnTo>
                    <a:pt x="215" y="371"/>
                  </a:lnTo>
                  <a:lnTo>
                    <a:pt x="631" y="311"/>
                  </a:lnTo>
                  <a:cubicBezTo>
                    <a:pt x="703" y="311"/>
                    <a:pt x="762" y="228"/>
                    <a:pt x="750" y="133"/>
                  </a:cubicBezTo>
                  <a:cubicBezTo>
                    <a:pt x="740" y="56"/>
                    <a:pt x="669"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66"/>
            <p:cNvSpPr/>
            <p:nvPr/>
          </p:nvSpPr>
          <p:spPr>
            <a:xfrm>
              <a:off x="2442865" y="3820023"/>
              <a:ext cx="24267" cy="12181"/>
            </a:xfrm>
            <a:custGeom>
              <a:avLst/>
              <a:gdLst/>
              <a:ahLst/>
              <a:cxnLst/>
              <a:rect l="l" t="t" r="r" b="b"/>
              <a:pathLst>
                <a:path w="763" h="383" extrusionOk="0">
                  <a:moveTo>
                    <a:pt x="593" y="0"/>
                  </a:moveTo>
                  <a:cubicBezTo>
                    <a:pt x="587" y="0"/>
                    <a:pt x="580" y="1"/>
                    <a:pt x="572" y="2"/>
                  </a:cubicBezTo>
                  <a:lnTo>
                    <a:pt x="156" y="61"/>
                  </a:lnTo>
                  <a:cubicBezTo>
                    <a:pt x="61" y="85"/>
                    <a:pt x="1" y="157"/>
                    <a:pt x="13" y="240"/>
                  </a:cubicBezTo>
                  <a:cubicBezTo>
                    <a:pt x="37" y="323"/>
                    <a:pt x="96" y="383"/>
                    <a:pt x="180" y="383"/>
                  </a:cubicBezTo>
                  <a:lnTo>
                    <a:pt x="215" y="383"/>
                  </a:lnTo>
                  <a:lnTo>
                    <a:pt x="632" y="323"/>
                  </a:lnTo>
                  <a:cubicBezTo>
                    <a:pt x="703" y="299"/>
                    <a:pt x="763" y="228"/>
                    <a:pt x="751" y="145"/>
                  </a:cubicBezTo>
                  <a:cubicBezTo>
                    <a:pt x="729" y="58"/>
                    <a:pt x="668"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66"/>
            <p:cNvSpPr/>
            <p:nvPr/>
          </p:nvSpPr>
          <p:spPr>
            <a:xfrm>
              <a:off x="2476196" y="3811054"/>
              <a:ext cx="23886" cy="15871"/>
            </a:xfrm>
            <a:custGeom>
              <a:avLst/>
              <a:gdLst/>
              <a:ahLst/>
              <a:cxnLst/>
              <a:rect l="l" t="t" r="r" b="b"/>
              <a:pathLst>
                <a:path w="751" h="499" extrusionOk="0">
                  <a:moveTo>
                    <a:pt x="564" y="0"/>
                  </a:moveTo>
                  <a:cubicBezTo>
                    <a:pt x="537" y="0"/>
                    <a:pt x="511" y="7"/>
                    <a:pt x="489" y="22"/>
                  </a:cubicBezTo>
                  <a:cubicBezTo>
                    <a:pt x="382" y="81"/>
                    <a:pt x="263" y="129"/>
                    <a:pt x="132" y="165"/>
                  </a:cubicBezTo>
                  <a:cubicBezTo>
                    <a:pt x="36" y="200"/>
                    <a:pt x="1" y="284"/>
                    <a:pt x="25" y="379"/>
                  </a:cubicBezTo>
                  <a:cubicBezTo>
                    <a:pt x="36" y="450"/>
                    <a:pt x="120" y="498"/>
                    <a:pt x="179" y="498"/>
                  </a:cubicBezTo>
                  <a:lnTo>
                    <a:pt x="215" y="498"/>
                  </a:lnTo>
                  <a:cubicBezTo>
                    <a:pt x="370" y="450"/>
                    <a:pt x="513" y="391"/>
                    <a:pt x="632" y="331"/>
                  </a:cubicBezTo>
                  <a:cubicBezTo>
                    <a:pt x="727" y="272"/>
                    <a:pt x="751" y="165"/>
                    <a:pt x="715" y="81"/>
                  </a:cubicBezTo>
                  <a:cubicBezTo>
                    <a:pt x="682" y="32"/>
                    <a:pt x="622"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7" name="Google Shape;12237;p66"/>
          <p:cNvGrpSpPr/>
          <p:nvPr/>
        </p:nvGrpSpPr>
        <p:grpSpPr>
          <a:xfrm>
            <a:off x="1323901" y="3631723"/>
            <a:ext cx="356343" cy="356757"/>
            <a:chOff x="1323901" y="3807173"/>
            <a:chExt cx="356343" cy="356757"/>
          </a:xfrm>
        </p:grpSpPr>
        <p:sp>
          <p:nvSpPr>
            <p:cNvPr id="12238" name="Google Shape;12238;p66"/>
            <p:cNvSpPr/>
            <p:nvPr/>
          </p:nvSpPr>
          <p:spPr>
            <a:xfrm>
              <a:off x="1478760" y="4058242"/>
              <a:ext cx="413" cy="32"/>
            </a:xfrm>
            <a:custGeom>
              <a:avLst/>
              <a:gdLst/>
              <a:ahLst/>
              <a:cxnLst/>
              <a:rect l="l" t="t" r="r" b="b"/>
              <a:pathLst>
                <a:path w="13" h="1" extrusionOk="0">
                  <a:moveTo>
                    <a:pt x="13" y="1"/>
                  </a:moveTo>
                  <a:cubicBezTo>
                    <a:pt x="1" y="1"/>
                    <a:pt x="1" y="1"/>
                    <a:pt x="13" y="1"/>
                  </a:cubicBezTo>
                  <a:cubicBezTo>
                    <a:pt x="1" y="1"/>
                    <a:pt x="1" y="1"/>
                    <a:pt x="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66"/>
            <p:cNvSpPr/>
            <p:nvPr/>
          </p:nvSpPr>
          <p:spPr>
            <a:xfrm>
              <a:off x="1323901" y="3807173"/>
              <a:ext cx="356343" cy="356757"/>
            </a:xfrm>
            <a:custGeom>
              <a:avLst/>
              <a:gdLst/>
              <a:ahLst/>
              <a:cxnLst/>
              <a:rect l="l" t="t" r="r" b="b"/>
              <a:pathLst>
                <a:path w="11204" h="11217" extrusionOk="0">
                  <a:moveTo>
                    <a:pt x="786" y="1"/>
                  </a:moveTo>
                  <a:cubicBezTo>
                    <a:pt x="357" y="1"/>
                    <a:pt x="0" y="358"/>
                    <a:pt x="0" y="799"/>
                  </a:cubicBezTo>
                  <a:lnTo>
                    <a:pt x="0" y="9050"/>
                  </a:lnTo>
                  <a:lnTo>
                    <a:pt x="0" y="9550"/>
                  </a:lnTo>
                  <a:cubicBezTo>
                    <a:pt x="0" y="10467"/>
                    <a:pt x="738" y="11217"/>
                    <a:pt x="1667" y="11217"/>
                  </a:cubicBezTo>
                  <a:lnTo>
                    <a:pt x="10418" y="11217"/>
                  </a:lnTo>
                  <a:cubicBezTo>
                    <a:pt x="10847" y="11217"/>
                    <a:pt x="11204" y="10859"/>
                    <a:pt x="11204" y="10419"/>
                  </a:cubicBezTo>
                  <a:lnTo>
                    <a:pt x="11204" y="10014"/>
                  </a:lnTo>
                  <a:cubicBezTo>
                    <a:pt x="11204" y="9919"/>
                    <a:pt x="11132" y="9847"/>
                    <a:pt x="11037" y="9847"/>
                  </a:cubicBezTo>
                  <a:cubicBezTo>
                    <a:pt x="10954" y="9847"/>
                    <a:pt x="10882" y="9919"/>
                    <a:pt x="10882" y="10014"/>
                  </a:cubicBezTo>
                  <a:lnTo>
                    <a:pt x="10882" y="10419"/>
                  </a:lnTo>
                  <a:cubicBezTo>
                    <a:pt x="10882" y="10681"/>
                    <a:pt x="10668" y="10883"/>
                    <a:pt x="10418" y="10883"/>
                  </a:cubicBezTo>
                  <a:lnTo>
                    <a:pt x="3155" y="10883"/>
                  </a:lnTo>
                  <a:cubicBezTo>
                    <a:pt x="3274" y="10800"/>
                    <a:pt x="3381" y="10693"/>
                    <a:pt x="3465" y="10574"/>
                  </a:cubicBezTo>
                  <a:lnTo>
                    <a:pt x="3762" y="10407"/>
                  </a:lnTo>
                  <a:cubicBezTo>
                    <a:pt x="3834" y="10478"/>
                    <a:pt x="3941" y="10514"/>
                    <a:pt x="4048" y="10514"/>
                  </a:cubicBezTo>
                  <a:lnTo>
                    <a:pt x="4584" y="10514"/>
                  </a:lnTo>
                  <a:cubicBezTo>
                    <a:pt x="4667" y="10514"/>
                    <a:pt x="4751" y="10443"/>
                    <a:pt x="4751" y="10347"/>
                  </a:cubicBezTo>
                  <a:cubicBezTo>
                    <a:pt x="4751" y="10264"/>
                    <a:pt x="4667" y="10181"/>
                    <a:pt x="4584" y="10181"/>
                  </a:cubicBezTo>
                  <a:lnTo>
                    <a:pt x="4155" y="10181"/>
                  </a:lnTo>
                  <a:lnTo>
                    <a:pt x="4774" y="9824"/>
                  </a:lnTo>
                  <a:lnTo>
                    <a:pt x="4774" y="9943"/>
                  </a:lnTo>
                  <a:cubicBezTo>
                    <a:pt x="4774" y="10038"/>
                    <a:pt x="4846" y="10109"/>
                    <a:pt x="4941" y="10109"/>
                  </a:cubicBezTo>
                  <a:cubicBezTo>
                    <a:pt x="5024" y="10109"/>
                    <a:pt x="5108" y="10038"/>
                    <a:pt x="5108" y="9943"/>
                  </a:cubicBezTo>
                  <a:lnTo>
                    <a:pt x="5108" y="9597"/>
                  </a:lnTo>
                  <a:lnTo>
                    <a:pt x="5536" y="9335"/>
                  </a:lnTo>
                  <a:lnTo>
                    <a:pt x="5536" y="9383"/>
                  </a:lnTo>
                  <a:cubicBezTo>
                    <a:pt x="5536" y="9478"/>
                    <a:pt x="5608" y="9550"/>
                    <a:pt x="5703" y="9550"/>
                  </a:cubicBezTo>
                  <a:cubicBezTo>
                    <a:pt x="5786" y="9550"/>
                    <a:pt x="5858" y="9478"/>
                    <a:pt x="5858" y="9383"/>
                  </a:cubicBezTo>
                  <a:lnTo>
                    <a:pt x="5858" y="9157"/>
                  </a:lnTo>
                  <a:lnTo>
                    <a:pt x="6251" y="8931"/>
                  </a:lnTo>
                  <a:lnTo>
                    <a:pt x="6251" y="10074"/>
                  </a:lnTo>
                  <a:cubicBezTo>
                    <a:pt x="6251" y="10312"/>
                    <a:pt x="6441" y="10478"/>
                    <a:pt x="6668" y="10478"/>
                  </a:cubicBezTo>
                  <a:lnTo>
                    <a:pt x="7203" y="10478"/>
                  </a:lnTo>
                  <a:cubicBezTo>
                    <a:pt x="7299" y="10478"/>
                    <a:pt x="7370" y="10407"/>
                    <a:pt x="7370" y="10324"/>
                  </a:cubicBezTo>
                  <a:cubicBezTo>
                    <a:pt x="7370" y="10228"/>
                    <a:pt x="7299" y="10157"/>
                    <a:pt x="7203" y="10157"/>
                  </a:cubicBezTo>
                  <a:lnTo>
                    <a:pt x="6668" y="10157"/>
                  </a:lnTo>
                  <a:cubicBezTo>
                    <a:pt x="6620" y="10157"/>
                    <a:pt x="6572" y="10109"/>
                    <a:pt x="6572" y="10062"/>
                  </a:cubicBezTo>
                  <a:lnTo>
                    <a:pt x="6572" y="8740"/>
                  </a:lnTo>
                  <a:lnTo>
                    <a:pt x="7156" y="8395"/>
                  </a:lnTo>
                  <a:lnTo>
                    <a:pt x="7310" y="8395"/>
                  </a:lnTo>
                  <a:cubicBezTo>
                    <a:pt x="7346" y="8395"/>
                    <a:pt x="7394" y="8442"/>
                    <a:pt x="7394" y="8490"/>
                  </a:cubicBezTo>
                  <a:lnTo>
                    <a:pt x="7394" y="9907"/>
                  </a:lnTo>
                  <a:cubicBezTo>
                    <a:pt x="7394" y="9990"/>
                    <a:pt x="7465" y="10074"/>
                    <a:pt x="7560" y="10074"/>
                  </a:cubicBezTo>
                  <a:cubicBezTo>
                    <a:pt x="7656" y="10074"/>
                    <a:pt x="7727" y="9990"/>
                    <a:pt x="7727" y="9907"/>
                  </a:cubicBezTo>
                  <a:lnTo>
                    <a:pt x="7727" y="8490"/>
                  </a:lnTo>
                  <a:cubicBezTo>
                    <a:pt x="7727" y="8359"/>
                    <a:pt x="7668" y="8240"/>
                    <a:pt x="7572" y="8157"/>
                  </a:cubicBezTo>
                  <a:lnTo>
                    <a:pt x="8382" y="7704"/>
                  </a:lnTo>
                  <a:lnTo>
                    <a:pt x="10406" y="7704"/>
                  </a:lnTo>
                  <a:cubicBezTo>
                    <a:pt x="10656" y="7704"/>
                    <a:pt x="10870" y="7907"/>
                    <a:pt x="10870" y="8157"/>
                  </a:cubicBezTo>
                  <a:lnTo>
                    <a:pt x="10870" y="9324"/>
                  </a:lnTo>
                  <a:cubicBezTo>
                    <a:pt x="10787" y="9419"/>
                    <a:pt x="10870" y="9490"/>
                    <a:pt x="10966" y="9490"/>
                  </a:cubicBezTo>
                  <a:cubicBezTo>
                    <a:pt x="11061" y="9490"/>
                    <a:pt x="11132" y="9419"/>
                    <a:pt x="11132" y="9324"/>
                  </a:cubicBezTo>
                  <a:lnTo>
                    <a:pt x="11132" y="8169"/>
                  </a:lnTo>
                  <a:cubicBezTo>
                    <a:pt x="11132" y="7728"/>
                    <a:pt x="10775" y="7371"/>
                    <a:pt x="10347" y="7371"/>
                  </a:cubicBezTo>
                  <a:lnTo>
                    <a:pt x="8906" y="7371"/>
                  </a:lnTo>
                  <a:lnTo>
                    <a:pt x="10251" y="6597"/>
                  </a:lnTo>
                  <a:cubicBezTo>
                    <a:pt x="10632" y="6383"/>
                    <a:pt x="10763" y="5906"/>
                    <a:pt x="10537" y="5525"/>
                  </a:cubicBezTo>
                  <a:lnTo>
                    <a:pt x="10335" y="5168"/>
                  </a:lnTo>
                  <a:cubicBezTo>
                    <a:pt x="10302" y="5119"/>
                    <a:pt x="10241" y="5087"/>
                    <a:pt x="10183" y="5087"/>
                  </a:cubicBezTo>
                  <a:cubicBezTo>
                    <a:pt x="10157" y="5087"/>
                    <a:pt x="10131" y="5094"/>
                    <a:pt x="10108" y="5109"/>
                  </a:cubicBezTo>
                  <a:cubicBezTo>
                    <a:pt x="10037" y="5156"/>
                    <a:pt x="10001" y="5264"/>
                    <a:pt x="10049" y="5335"/>
                  </a:cubicBezTo>
                  <a:lnTo>
                    <a:pt x="10251" y="5692"/>
                  </a:lnTo>
                  <a:cubicBezTo>
                    <a:pt x="10370" y="5918"/>
                    <a:pt x="10299" y="6180"/>
                    <a:pt x="10097" y="6323"/>
                  </a:cubicBezTo>
                  <a:cubicBezTo>
                    <a:pt x="6620" y="8312"/>
                    <a:pt x="7501" y="7811"/>
                    <a:pt x="7025" y="8085"/>
                  </a:cubicBezTo>
                  <a:cubicBezTo>
                    <a:pt x="5120" y="9193"/>
                    <a:pt x="7060" y="8073"/>
                    <a:pt x="3691" y="10014"/>
                  </a:cubicBezTo>
                  <a:cubicBezTo>
                    <a:pt x="3691" y="9990"/>
                    <a:pt x="3703" y="9978"/>
                    <a:pt x="3703" y="9966"/>
                  </a:cubicBezTo>
                  <a:lnTo>
                    <a:pt x="4120" y="9240"/>
                  </a:lnTo>
                  <a:cubicBezTo>
                    <a:pt x="4138" y="9242"/>
                    <a:pt x="4155" y="9243"/>
                    <a:pt x="4172" y="9243"/>
                  </a:cubicBezTo>
                  <a:cubicBezTo>
                    <a:pt x="4364" y="9243"/>
                    <a:pt x="4474" y="9123"/>
                    <a:pt x="4715" y="9002"/>
                  </a:cubicBezTo>
                  <a:lnTo>
                    <a:pt x="4870" y="8907"/>
                  </a:lnTo>
                  <a:cubicBezTo>
                    <a:pt x="4941" y="8859"/>
                    <a:pt x="4977" y="8764"/>
                    <a:pt x="4929" y="8681"/>
                  </a:cubicBezTo>
                  <a:cubicBezTo>
                    <a:pt x="4893" y="8627"/>
                    <a:pt x="4838" y="8600"/>
                    <a:pt x="4777" y="8600"/>
                  </a:cubicBezTo>
                  <a:cubicBezTo>
                    <a:pt x="4757" y="8600"/>
                    <a:pt x="4736" y="8603"/>
                    <a:pt x="4715" y="8609"/>
                  </a:cubicBezTo>
                  <a:cubicBezTo>
                    <a:pt x="4703" y="8609"/>
                    <a:pt x="4715" y="8609"/>
                    <a:pt x="4382" y="8800"/>
                  </a:cubicBezTo>
                  <a:lnTo>
                    <a:pt x="4703" y="8240"/>
                  </a:lnTo>
                  <a:lnTo>
                    <a:pt x="4751" y="8300"/>
                  </a:lnTo>
                  <a:cubicBezTo>
                    <a:pt x="4782" y="8356"/>
                    <a:pt x="4837" y="8386"/>
                    <a:pt x="4893" y="8386"/>
                  </a:cubicBezTo>
                  <a:cubicBezTo>
                    <a:pt x="4944" y="8386"/>
                    <a:pt x="4997" y="8362"/>
                    <a:pt x="5036" y="8312"/>
                  </a:cubicBezTo>
                  <a:cubicBezTo>
                    <a:pt x="5072" y="8264"/>
                    <a:pt x="5072" y="8192"/>
                    <a:pt x="5048" y="8133"/>
                  </a:cubicBezTo>
                  <a:lnTo>
                    <a:pt x="4917" y="7895"/>
                  </a:lnTo>
                  <a:cubicBezTo>
                    <a:pt x="4929" y="7859"/>
                    <a:pt x="4977" y="7776"/>
                    <a:pt x="5155" y="7478"/>
                  </a:cubicBezTo>
                  <a:cubicBezTo>
                    <a:pt x="5180" y="7527"/>
                    <a:pt x="5238" y="7559"/>
                    <a:pt x="5295" y="7559"/>
                  </a:cubicBezTo>
                  <a:cubicBezTo>
                    <a:pt x="5321" y="7559"/>
                    <a:pt x="5347" y="7553"/>
                    <a:pt x="5370" y="7538"/>
                  </a:cubicBezTo>
                  <a:cubicBezTo>
                    <a:pt x="5453" y="7490"/>
                    <a:pt x="5477" y="7395"/>
                    <a:pt x="5429" y="7311"/>
                  </a:cubicBezTo>
                  <a:lnTo>
                    <a:pt x="5346" y="7145"/>
                  </a:lnTo>
                  <a:lnTo>
                    <a:pt x="5572" y="6764"/>
                  </a:lnTo>
                  <a:cubicBezTo>
                    <a:pt x="6094" y="7677"/>
                    <a:pt x="6119" y="7717"/>
                    <a:pt x="6120" y="7717"/>
                  </a:cubicBezTo>
                  <a:cubicBezTo>
                    <a:pt x="6120" y="7717"/>
                    <a:pt x="6120" y="7716"/>
                    <a:pt x="6120" y="7716"/>
                  </a:cubicBezTo>
                  <a:lnTo>
                    <a:pt x="6120" y="7716"/>
                  </a:lnTo>
                  <a:cubicBezTo>
                    <a:pt x="6199" y="7843"/>
                    <a:pt x="6337" y="7917"/>
                    <a:pt x="6476" y="7917"/>
                  </a:cubicBezTo>
                  <a:cubicBezTo>
                    <a:pt x="6546" y="7917"/>
                    <a:pt x="6616" y="7899"/>
                    <a:pt x="6679" y="7859"/>
                  </a:cubicBezTo>
                  <a:cubicBezTo>
                    <a:pt x="6715" y="7847"/>
                    <a:pt x="6798" y="7788"/>
                    <a:pt x="7144" y="7597"/>
                  </a:cubicBezTo>
                  <a:cubicBezTo>
                    <a:pt x="7215" y="7550"/>
                    <a:pt x="7251" y="7466"/>
                    <a:pt x="7215" y="7395"/>
                  </a:cubicBezTo>
                  <a:cubicBezTo>
                    <a:pt x="7198" y="7327"/>
                    <a:pt x="7134" y="7296"/>
                    <a:pt x="7063" y="7296"/>
                  </a:cubicBezTo>
                  <a:cubicBezTo>
                    <a:pt x="7035" y="7296"/>
                    <a:pt x="7005" y="7301"/>
                    <a:pt x="6977" y="7311"/>
                  </a:cubicBezTo>
                  <a:lnTo>
                    <a:pt x="6846" y="7395"/>
                  </a:lnTo>
                  <a:cubicBezTo>
                    <a:pt x="6489" y="7585"/>
                    <a:pt x="6501" y="7597"/>
                    <a:pt x="6465" y="7597"/>
                  </a:cubicBezTo>
                  <a:cubicBezTo>
                    <a:pt x="6370" y="7597"/>
                    <a:pt x="6429" y="7597"/>
                    <a:pt x="5751" y="6442"/>
                  </a:cubicBezTo>
                  <a:lnTo>
                    <a:pt x="6120" y="5787"/>
                  </a:lnTo>
                  <a:cubicBezTo>
                    <a:pt x="6179" y="5752"/>
                    <a:pt x="6191" y="5728"/>
                    <a:pt x="6239" y="5728"/>
                  </a:cubicBezTo>
                  <a:cubicBezTo>
                    <a:pt x="6263" y="5728"/>
                    <a:pt x="6298" y="5740"/>
                    <a:pt x="6310" y="5764"/>
                  </a:cubicBezTo>
                  <a:lnTo>
                    <a:pt x="7025" y="6990"/>
                  </a:lnTo>
                  <a:cubicBezTo>
                    <a:pt x="7057" y="7039"/>
                    <a:pt x="7118" y="7071"/>
                    <a:pt x="7176" y="7071"/>
                  </a:cubicBezTo>
                  <a:cubicBezTo>
                    <a:pt x="7203" y="7071"/>
                    <a:pt x="7228" y="7064"/>
                    <a:pt x="7251" y="7049"/>
                  </a:cubicBezTo>
                  <a:cubicBezTo>
                    <a:pt x="7322" y="7002"/>
                    <a:pt x="7358" y="6895"/>
                    <a:pt x="7310" y="6823"/>
                  </a:cubicBezTo>
                  <a:lnTo>
                    <a:pt x="6596" y="5609"/>
                  </a:lnTo>
                  <a:cubicBezTo>
                    <a:pt x="6537" y="5502"/>
                    <a:pt x="6441" y="5442"/>
                    <a:pt x="6322" y="5406"/>
                  </a:cubicBezTo>
                  <a:lnTo>
                    <a:pt x="6822" y="4573"/>
                  </a:lnTo>
                  <a:cubicBezTo>
                    <a:pt x="8573" y="3573"/>
                    <a:pt x="8525" y="3537"/>
                    <a:pt x="8739" y="3537"/>
                  </a:cubicBezTo>
                  <a:cubicBezTo>
                    <a:pt x="8906" y="3537"/>
                    <a:pt x="9049" y="3620"/>
                    <a:pt x="9144" y="3763"/>
                  </a:cubicBezTo>
                  <a:lnTo>
                    <a:pt x="9716" y="4763"/>
                  </a:lnTo>
                  <a:cubicBezTo>
                    <a:pt x="9747" y="4818"/>
                    <a:pt x="9804" y="4847"/>
                    <a:pt x="9859" y="4847"/>
                  </a:cubicBezTo>
                  <a:cubicBezTo>
                    <a:pt x="9888" y="4847"/>
                    <a:pt x="9917" y="4839"/>
                    <a:pt x="9942" y="4823"/>
                  </a:cubicBezTo>
                  <a:cubicBezTo>
                    <a:pt x="10013" y="4787"/>
                    <a:pt x="10049" y="4680"/>
                    <a:pt x="10001" y="4609"/>
                  </a:cubicBezTo>
                  <a:lnTo>
                    <a:pt x="9418" y="3597"/>
                  </a:lnTo>
                  <a:cubicBezTo>
                    <a:pt x="9282" y="3348"/>
                    <a:pt x="9011" y="3202"/>
                    <a:pt x="8736" y="3202"/>
                  </a:cubicBezTo>
                  <a:cubicBezTo>
                    <a:pt x="8602" y="3202"/>
                    <a:pt x="8467" y="3237"/>
                    <a:pt x="8346" y="3311"/>
                  </a:cubicBezTo>
                  <a:lnTo>
                    <a:pt x="7144" y="4013"/>
                  </a:lnTo>
                  <a:lnTo>
                    <a:pt x="7846" y="2811"/>
                  </a:lnTo>
                  <a:cubicBezTo>
                    <a:pt x="7918" y="2692"/>
                    <a:pt x="7941" y="2549"/>
                    <a:pt x="7941" y="2418"/>
                  </a:cubicBezTo>
                  <a:cubicBezTo>
                    <a:pt x="7941" y="2132"/>
                    <a:pt x="7799" y="1870"/>
                    <a:pt x="7560" y="1739"/>
                  </a:cubicBezTo>
                  <a:lnTo>
                    <a:pt x="7203" y="1525"/>
                  </a:lnTo>
                  <a:cubicBezTo>
                    <a:pt x="7181" y="1510"/>
                    <a:pt x="7155" y="1503"/>
                    <a:pt x="7128" y="1503"/>
                  </a:cubicBezTo>
                  <a:cubicBezTo>
                    <a:pt x="7070" y="1503"/>
                    <a:pt x="7010" y="1535"/>
                    <a:pt x="6977" y="1584"/>
                  </a:cubicBezTo>
                  <a:cubicBezTo>
                    <a:pt x="6929" y="1656"/>
                    <a:pt x="6965" y="1763"/>
                    <a:pt x="7037" y="1811"/>
                  </a:cubicBezTo>
                  <a:lnTo>
                    <a:pt x="7394" y="2013"/>
                  </a:lnTo>
                  <a:cubicBezTo>
                    <a:pt x="7608" y="2132"/>
                    <a:pt x="7691" y="2418"/>
                    <a:pt x="7560" y="2644"/>
                  </a:cubicBezTo>
                  <a:lnTo>
                    <a:pt x="6572" y="4335"/>
                  </a:lnTo>
                  <a:lnTo>
                    <a:pt x="6251" y="4918"/>
                  </a:lnTo>
                  <a:lnTo>
                    <a:pt x="5882" y="5561"/>
                  </a:lnTo>
                  <a:lnTo>
                    <a:pt x="5358" y="6454"/>
                  </a:lnTo>
                  <a:cubicBezTo>
                    <a:pt x="5024" y="7002"/>
                    <a:pt x="4751" y="7490"/>
                    <a:pt x="4036" y="8752"/>
                  </a:cubicBezTo>
                  <a:cubicBezTo>
                    <a:pt x="3953" y="8871"/>
                    <a:pt x="3917" y="8966"/>
                    <a:pt x="3881" y="9014"/>
                  </a:cubicBezTo>
                  <a:cubicBezTo>
                    <a:pt x="3884" y="9010"/>
                    <a:pt x="3885" y="9007"/>
                    <a:pt x="3884" y="9007"/>
                  </a:cubicBezTo>
                  <a:lnTo>
                    <a:pt x="3884" y="9007"/>
                  </a:lnTo>
                  <a:cubicBezTo>
                    <a:pt x="3882" y="9007"/>
                    <a:pt x="3851" y="9059"/>
                    <a:pt x="3762" y="9216"/>
                  </a:cubicBezTo>
                  <a:lnTo>
                    <a:pt x="3762" y="8192"/>
                  </a:lnTo>
                  <a:cubicBezTo>
                    <a:pt x="4048" y="8145"/>
                    <a:pt x="4096" y="7895"/>
                    <a:pt x="4191" y="7740"/>
                  </a:cubicBezTo>
                  <a:cubicBezTo>
                    <a:pt x="4191" y="7728"/>
                    <a:pt x="4227" y="7692"/>
                    <a:pt x="4310" y="7538"/>
                  </a:cubicBezTo>
                  <a:cubicBezTo>
                    <a:pt x="4370" y="7430"/>
                    <a:pt x="4310" y="7311"/>
                    <a:pt x="4191" y="7288"/>
                  </a:cubicBezTo>
                  <a:cubicBezTo>
                    <a:pt x="4178" y="7282"/>
                    <a:pt x="4165" y="7280"/>
                    <a:pt x="4152" y="7280"/>
                  </a:cubicBezTo>
                  <a:cubicBezTo>
                    <a:pt x="4103" y="7280"/>
                    <a:pt x="4055" y="7312"/>
                    <a:pt x="4036" y="7359"/>
                  </a:cubicBezTo>
                  <a:cubicBezTo>
                    <a:pt x="4037" y="7358"/>
                    <a:pt x="4037" y="7357"/>
                    <a:pt x="4036" y="7357"/>
                  </a:cubicBezTo>
                  <a:cubicBezTo>
                    <a:pt x="4029" y="7357"/>
                    <a:pt x="3762" y="7824"/>
                    <a:pt x="3762" y="7835"/>
                  </a:cubicBezTo>
                  <a:lnTo>
                    <a:pt x="3762" y="6990"/>
                  </a:lnTo>
                  <a:lnTo>
                    <a:pt x="3917" y="7073"/>
                  </a:lnTo>
                  <a:cubicBezTo>
                    <a:pt x="3942" y="7090"/>
                    <a:pt x="3970" y="7098"/>
                    <a:pt x="3999" y="7098"/>
                  </a:cubicBezTo>
                  <a:cubicBezTo>
                    <a:pt x="4054" y="7098"/>
                    <a:pt x="4108" y="7068"/>
                    <a:pt x="4131" y="7014"/>
                  </a:cubicBezTo>
                  <a:cubicBezTo>
                    <a:pt x="4179" y="6942"/>
                    <a:pt x="4155" y="6835"/>
                    <a:pt x="4072" y="6799"/>
                  </a:cubicBezTo>
                  <a:lnTo>
                    <a:pt x="3762" y="6609"/>
                  </a:lnTo>
                  <a:lnTo>
                    <a:pt x="3762" y="6121"/>
                  </a:lnTo>
                  <a:cubicBezTo>
                    <a:pt x="3834" y="6156"/>
                    <a:pt x="3870" y="6204"/>
                    <a:pt x="3941" y="6204"/>
                  </a:cubicBezTo>
                  <a:cubicBezTo>
                    <a:pt x="4108" y="6204"/>
                    <a:pt x="4167" y="5978"/>
                    <a:pt x="4036" y="5883"/>
                  </a:cubicBezTo>
                  <a:cubicBezTo>
                    <a:pt x="3858" y="5775"/>
                    <a:pt x="3798" y="5752"/>
                    <a:pt x="3774" y="5740"/>
                  </a:cubicBezTo>
                  <a:lnTo>
                    <a:pt x="3774" y="5287"/>
                  </a:lnTo>
                  <a:cubicBezTo>
                    <a:pt x="4905" y="5942"/>
                    <a:pt x="4882" y="5942"/>
                    <a:pt x="5024" y="5942"/>
                  </a:cubicBezTo>
                  <a:cubicBezTo>
                    <a:pt x="5179" y="5942"/>
                    <a:pt x="5310" y="5871"/>
                    <a:pt x="5382" y="5740"/>
                  </a:cubicBezTo>
                  <a:cubicBezTo>
                    <a:pt x="5405" y="5704"/>
                    <a:pt x="5465" y="5621"/>
                    <a:pt x="5655" y="5275"/>
                  </a:cubicBezTo>
                  <a:cubicBezTo>
                    <a:pt x="5724" y="5161"/>
                    <a:pt x="5617" y="5025"/>
                    <a:pt x="5492" y="5025"/>
                  </a:cubicBezTo>
                  <a:cubicBezTo>
                    <a:pt x="5487" y="5025"/>
                    <a:pt x="5482" y="5025"/>
                    <a:pt x="5477" y="5025"/>
                  </a:cubicBezTo>
                  <a:cubicBezTo>
                    <a:pt x="5477" y="5025"/>
                    <a:pt x="5405" y="5037"/>
                    <a:pt x="5358" y="5097"/>
                  </a:cubicBezTo>
                  <a:lnTo>
                    <a:pt x="5084" y="5561"/>
                  </a:lnTo>
                  <a:cubicBezTo>
                    <a:pt x="5068" y="5584"/>
                    <a:pt x="5043" y="5603"/>
                    <a:pt x="5014" y="5603"/>
                  </a:cubicBezTo>
                  <a:cubicBezTo>
                    <a:pt x="4998" y="5603"/>
                    <a:pt x="4982" y="5597"/>
                    <a:pt x="4965" y="5585"/>
                  </a:cubicBezTo>
                  <a:cubicBezTo>
                    <a:pt x="3977" y="5013"/>
                    <a:pt x="3798" y="4906"/>
                    <a:pt x="3762" y="4883"/>
                  </a:cubicBezTo>
                  <a:lnTo>
                    <a:pt x="3762" y="4335"/>
                  </a:lnTo>
                  <a:cubicBezTo>
                    <a:pt x="3881" y="4156"/>
                    <a:pt x="3881" y="4073"/>
                    <a:pt x="3977" y="4073"/>
                  </a:cubicBezTo>
                  <a:cubicBezTo>
                    <a:pt x="3979" y="4073"/>
                    <a:pt x="3981" y="4073"/>
                    <a:pt x="3982" y="4073"/>
                  </a:cubicBezTo>
                  <a:cubicBezTo>
                    <a:pt x="4010" y="4073"/>
                    <a:pt x="4031" y="4094"/>
                    <a:pt x="5239" y="4787"/>
                  </a:cubicBezTo>
                  <a:cubicBezTo>
                    <a:pt x="5261" y="4798"/>
                    <a:pt x="5286" y="4804"/>
                    <a:pt x="5313" y="4804"/>
                  </a:cubicBezTo>
                  <a:cubicBezTo>
                    <a:pt x="5371" y="4804"/>
                    <a:pt x="5432" y="4777"/>
                    <a:pt x="5465" y="4728"/>
                  </a:cubicBezTo>
                  <a:cubicBezTo>
                    <a:pt x="5501" y="4644"/>
                    <a:pt x="5477" y="4549"/>
                    <a:pt x="5405" y="4502"/>
                  </a:cubicBezTo>
                  <a:lnTo>
                    <a:pt x="4179" y="3787"/>
                  </a:lnTo>
                  <a:cubicBezTo>
                    <a:pt x="4120" y="3751"/>
                    <a:pt x="4048" y="3728"/>
                    <a:pt x="3977" y="3728"/>
                  </a:cubicBezTo>
                  <a:cubicBezTo>
                    <a:pt x="3893" y="3728"/>
                    <a:pt x="3822" y="3740"/>
                    <a:pt x="3762" y="3787"/>
                  </a:cubicBezTo>
                  <a:lnTo>
                    <a:pt x="3762" y="2894"/>
                  </a:lnTo>
                  <a:lnTo>
                    <a:pt x="4834" y="1049"/>
                  </a:lnTo>
                  <a:cubicBezTo>
                    <a:pt x="4915" y="910"/>
                    <a:pt x="5075" y="822"/>
                    <a:pt x="5240" y="822"/>
                  </a:cubicBezTo>
                  <a:cubicBezTo>
                    <a:pt x="5316" y="822"/>
                    <a:pt x="5394" y="841"/>
                    <a:pt x="5465" y="882"/>
                  </a:cubicBezTo>
                  <a:lnTo>
                    <a:pt x="6477" y="1465"/>
                  </a:lnTo>
                  <a:cubicBezTo>
                    <a:pt x="6499" y="1480"/>
                    <a:pt x="6525" y="1487"/>
                    <a:pt x="6552" y="1487"/>
                  </a:cubicBezTo>
                  <a:cubicBezTo>
                    <a:pt x="6609" y="1487"/>
                    <a:pt x="6667" y="1455"/>
                    <a:pt x="6691" y="1406"/>
                  </a:cubicBezTo>
                  <a:cubicBezTo>
                    <a:pt x="6739" y="1334"/>
                    <a:pt x="6715" y="1227"/>
                    <a:pt x="6632" y="1180"/>
                  </a:cubicBezTo>
                  <a:lnTo>
                    <a:pt x="5620" y="608"/>
                  </a:lnTo>
                  <a:cubicBezTo>
                    <a:pt x="5496" y="536"/>
                    <a:pt x="5359" y="502"/>
                    <a:pt x="5223" y="502"/>
                  </a:cubicBezTo>
                  <a:cubicBezTo>
                    <a:pt x="4954" y="502"/>
                    <a:pt x="4691" y="637"/>
                    <a:pt x="4548" y="882"/>
                  </a:cubicBezTo>
                  <a:lnTo>
                    <a:pt x="3774" y="2239"/>
                  </a:lnTo>
                  <a:lnTo>
                    <a:pt x="3774" y="799"/>
                  </a:lnTo>
                  <a:cubicBezTo>
                    <a:pt x="3774" y="370"/>
                    <a:pt x="3417" y="13"/>
                    <a:pt x="2988" y="13"/>
                  </a:cubicBezTo>
                  <a:lnTo>
                    <a:pt x="2572" y="13"/>
                  </a:lnTo>
                  <a:cubicBezTo>
                    <a:pt x="2488" y="13"/>
                    <a:pt x="2405" y="84"/>
                    <a:pt x="2405" y="168"/>
                  </a:cubicBezTo>
                  <a:cubicBezTo>
                    <a:pt x="2405" y="263"/>
                    <a:pt x="2488" y="334"/>
                    <a:pt x="2572" y="334"/>
                  </a:cubicBezTo>
                  <a:lnTo>
                    <a:pt x="2988" y="334"/>
                  </a:lnTo>
                  <a:cubicBezTo>
                    <a:pt x="3239" y="334"/>
                    <a:pt x="3453" y="549"/>
                    <a:pt x="3453" y="799"/>
                  </a:cubicBezTo>
                  <a:lnTo>
                    <a:pt x="3453" y="2823"/>
                  </a:lnTo>
                  <a:lnTo>
                    <a:pt x="3453" y="3489"/>
                  </a:lnTo>
                  <a:lnTo>
                    <a:pt x="3453" y="4216"/>
                  </a:lnTo>
                  <a:cubicBezTo>
                    <a:pt x="3453" y="8966"/>
                    <a:pt x="3477" y="9574"/>
                    <a:pt x="3417" y="9847"/>
                  </a:cubicBezTo>
                  <a:cubicBezTo>
                    <a:pt x="3381" y="10026"/>
                    <a:pt x="3298" y="10205"/>
                    <a:pt x="3203" y="10336"/>
                  </a:cubicBezTo>
                  <a:cubicBezTo>
                    <a:pt x="3167" y="10371"/>
                    <a:pt x="3143" y="10407"/>
                    <a:pt x="3108" y="10455"/>
                  </a:cubicBezTo>
                  <a:cubicBezTo>
                    <a:pt x="2858" y="10717"/>
                    <a:pt x="2512" y="10871"/>
                    <a:pt x="2143" y="10871"/>
                  </a:cubicBezTo>
                  <a:lnTo>
                    <a:pt x="1655" y="10871"/>
                  </a:lnTo>
                  <a:cubicBezTo>
                    <a:pt x="917" y="10871"/>
                    <a:pt x="321" y="10276"/>
                    <a:pt x="321" y="9550"/>
                  </a:cubicBezTo>
                  <a:lnTo>
                    <a:pt x="321" y="799"/>
                  </a:lnTo>
                  <a:cubicBezTo>
                    <a:pt x="321" y="549"/>
                    <a:pt x="536" y="334"/>
                    <a:pt x="786" y="334"/>
                  </a:cubicBezTo>
                  <a:lnTo>
                    <a:pt x="1953" y="334"/>
                  </a:lnTo>
                  <a:cubicBezTo>
                    <a:pt x="2036" y="334"/>
                    <a:pt x="2107" y="263"/>
                    <a:pt x="2107" y="168"/>
                  </a:cubicBezTo>
                  <a:cubicBezTo>
                    <a:pt x="2107" y="84"/>
                    <a:pt x="2036"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66"/>
            <p:cNvSpPr/>
            <p:nvPr/>
          </p:nvSpPr>
          <p:spPr>
            <a:xfrm>
              <a:off x="1605630" y="4063935"/>
              <a:ext cx="46976" cy="76523"/>
            </a:xfrm>
            <a:custGeom>
              <a:avLst/>
              <a:gdLst/>
              <a:ahLst/>
              <a:cxnLst/>
              <a:rect l="l" t="t" r="r" b="b"/>
              <a:pathLst>
                <a:path w="1477" h="2406" extrusionOk="0">
                  <a:moveTo>
                    <a:pt x="417" y="0"/>
                  </a:moveTo>
                  <a:cubicBezTo>
                    <a:pt x="179" y="0"/>
                    <a:pt x="0" y="191"/>
                    <a:pt x="0" y="417"/>
                  </a:cubicBezTo>
                  <a:lnTo>
                    <a:pt x="0" y="2001"/>
                  </a:lnTo>
                  <a:cubicBezTo>
                    <a:pt x="0" y="2239"/>
                    <a:pt x="191" y="2405"/>
                    <a:pt x="417" y="2405"/>
                  </a:cubicBezTo>
                  <a:lnTo>
                    <a:pt x="953" y="2405"/>
                  </a:lnTo>
                  <a:cubicBezTo>
                    <a:pt x="1036" y="2405"/>
                    <a:pt x="1119" y="2334"/>
                    <a:pt x="1119" y="2251"/>
                  </a:cubicBezTo>
                  <a:cubicBezTo>
                    <a:pt x="1119" y="2155"/>
                    <a:pt x="1036" y="2084"/>
                    <a:pt x="953" y="2084"/>
                  </a:cubicBezTo>
                  <a:lnTo>
                    <a:pt x="417" y="2084"/>
                  </a:lnTo>
                  <a:cubicBezTo>
                    <a:pt x="369" y="2084"/>
                    <a:pt x="322" y="2036"/>
                    <a:pt x="322" y="1989"/>
                  </a:cubicBezTo>
                  <a:lnTo>
                    <a:pt x="322" y="417"/>
                  </a:lnTo>
                  <a:cubicBezTo>
                    <a:pt x="322" y="369"/>
                    <a:pt x="369" y="322"/>
                    <a:pt x="417" y="322"/>
                  </a:cubicBezTo>
                  <a:lnTo>
                    <a:pt x="1060" y="322"/>
                  </a:lnTo>
                  <a:cubicBezTo>
                    <a:pt x="1096" y="322"/>
                    <a:pt x="1143" y="369"/>
                    <a:pt x="1143" y="417"/>
                  </a:cubicBezTo>
                  <a:lnTo>
                    <a:pt x="1143" y="1834"/>
                  </a:lnTo>
                  <a:cubicBezTo>
                    <a:pt x="1143" y="1917"/>
                    <a:pt x="1215" y="1989"/>
                    <a:pt x="1310" y="1989"/>
                  </a:cubicBezTo>
                  <a:cubicBezTo>
                    <a:pt x="1393" y="1989"/>
                    <a:pt x="1477" y="1917"/>
                    <a:pt x="1477" y="1834"/>
                  </a:cubicBezTo>
                  <a:lnTo>
                    <a:pt x="1477" y="417"/>
                  </a:lnTo>
                  <a:cubicBezTo>
                    <a:pt x="1477" y="179"/>
                    <a:pt x="1274"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66"/>
            <p:cNvSpPr/>
            <p:nvPr/>
          </p:nvSpPr>
          <p:spPr>
            <a:xfrm>
              <a:off x="1582158" y="4065462"/>
              <a:ext cx="10623" cy="45449"/>
            </a:xfrm>
            <a:custGeom>
              <a:avLst/>
              <a:gdLst/>
              <a:ahLst/>
              <a:cxnLst/>
              <a:rect l="l" t="t" r="r" b="b"/>
              <a:pathLst>
                <a:path w="334" h="1429" extrusionOk="0">
                  <a:moveTo>
                    <a:pt x="167" y="0"/>
                  </a:moveTo>
                  <a:cubicBezTo>
                    <a:pt x="83" y="0"/>
                    <a:pt x="0" y="71"/>
                    <a:pt x="0" y="167"/>
                  </a:cubicBezTo>
                  <a:lnTo>
                    <a:pt x="0" y="1262"/>
                  </a:lnTo>
                  <a:cubicBezTo>
                    <a:pt x="0" y="1357"/>
                    <a:pt x="83" y="1429"/>
                    <a:pt x="167" y="1429"/>
                  </a:cubicBezTo>
                  <a:cubicBezTo>
                    <a:pt x="262" y="1429"/>
                    <a:pt x="333" y="1357"/>
                    <a:pt x="333" y="1262"/>
                  </a:cubicBezTo>
                  <a:lnTo>
                    <a:pt x="333" y="167"/>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66"/>
            <p:cNvSpPr/>
            <p:nvPr/>
          </p:nvSpPr>
          <p:spPr>
            <a:xfrm>
              <a:off x="1582158" y="4121884"/>
              <a:ext cx="10623" cy="17429"/>
            </a:xfrm>
            <a:custGeom>
              <a:avLst/>
              <a:gdLst/>
              <a:ahLst/>
              <a:cxnLst/>
              <a:rect l="l" t="t" r="r" b="b"/>
              <a:pathLst>
                <a:path w="334" h="548" extrusionOk="0">
                  <a:moveTo>
                    <a:pt x="167" y="0"/>
                  </a:moveTo>
                  <a:cubicBezTo>
                    <a:pt x="83" y="0"/>
                    <a:pt x="0" y="71"/>
                    <a:pt x="0" y="155"/>
                  </a:cubicBezTo>
                  <a:lnTo>
                    <a:pt x="0" y="381"/>
                  </a:lnTo>
                  <a:cubicBezTo>
                    <a:pt x="0" y="476"/>
                    <a:pt x="83" y="548"/>
                    <a:pt x="167" y="548"/>
                  </a:cubicBezTo>
                  <a:cubicBezTo>
                    <a:pt x="262" y="548"/>
                    <a:pt x="333" y="476"/>
                    <a:pt x="333" y="381"/>
                  </a:cubicBezTo>
                  <a:lnTo>
                    <a:pt x="333" y="155"/>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66"/>
            <p:cNvSpPr/>
            <p:nvPr/>
          </p:nvSpPr>
          <p:spPr>
            <a:xfrm>
              <a:off x="1497684" y="4121884"/>
              <a:ext cx="10273" cy="17429"/>
            </a:xfrm>
            <a:custGeom>
              <a:avLst/>
              <a:gdLst/>
              <a:ahLst/>
              <a:cxnLst/>
              <a:rect l="l" t="t" r="r" b="b"/>
              <a:pathLst>
                <a:path w="323" h="548" extrusionOk="0">
                  <a:moveTo>
                    <a:pt x="168" y="0"/>
                  </a:moveTo>
                  <a:cubicBezTo>
                    <a:pt x="72" y="0"/>
                    <a:pt x="1" y="71"/>
                    <a:pt x="1" y="155"/>
                  </a:cubicBezTo>
                  <a:lnTo>
                    <a:pt x="1" y="381"/>
                  </a:lnTo>
                  <a:cubicBezTo>
                    <a:pt x="1" y="476"/>
                    <a:pt x="72" y="548"/>
                    <a:pt x="168" y="548"/>
                  </a:cubicBezTo>
                  <a:cubicBezTo>
                    <a:pt x="251" y="548"/>
                    <a:pt x="322" y="476"/>
                    <a:pt x="322" y="381"/>
                  </a:cubicBezTo>
                  <a:lnTo>
                    <a:pt x="322" y="155"/>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66"/>
            <p:cNvSpPr/>
            <p:nvPr/>
          </p:nvSpPr>
          <p:spPr>
            <a:xfrm>
              <a:off x="1360604" y="4091574"/>
              <a:ext cx="43986" cy="43573"/>
            </a:xfrm>
            <a:custGeom>
              <a:avLst/>
              <a:gdLst/>
              <a:ahLst/>
              <a:cxnLst/>
              <a:rect l="l" t="t" r="r" b="b"/>
              <a:pathLst>
                <a:path w="1383" h="1370" extrusionOk="0">
                  <a:moveTo>
                    <a:pt x="691" y="322"/>
                  </a:moveTo>
                  <a:cubicBezTo>
                    <a:pt x="882" y="322"/>
                    <a:pt x="1049" y="489"/>
                    <a:pt x="1049" y="679"/>
                  </a:cubicBezTo>
                  <a:cubicBezTo>
                    <a:pt x="1049" y="870"/>
                    <a:pt x="882" y="1036"/>
                    <a:pt x="691" y="1036"/>
                  </a:cubicBezTo>
                  <a:cubicBezTo>
                    <a:pt x="501" y="1036"/>
                    <a:pt x="334" y="870"/>
                    <a:pt x="334" y="679"/>
                  </a:cubicBezTo>
                  <a:cubicBezTo>
                    <a:pt x="334" y="489"/>
                    <a:pt x="501" y="322"/>
                    <a:pt x="691" y="322"/>
                  </a:cubicBezTo>
                  <a:close/>
                  <a:moveTo>
                    <a:pt x="691" y="1"/>
                  </a:moveTo>
                  <a:cubicBezTo>
                    <a:pt x="322" y="1"/>
                    <a:pt x="1" y="310"/>
                    <a:pt x="1" y="679"/>
                  </a:cubicBezTo>
                  <a:cubicBezTo>
                    <a:pt x="1" y="1048"/>
                    <a:pt x="322" y="1370"/>
                    <a:pt x="691" y="1370"/>
                  </a:cubicBezTo>
                  <a:cubicBezTo>
                    <a:pt x="1061" y="1370"/>
                    <a:pt x="1382" y="1048"/>
                    <a:pt x="1382" y="679"/>
                  </a:cubicBezTo>
                  <a:cubicBezTo>
                    <a:pt x="1382" y="310"/>
                    <a:pt x="1061"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66"/>
            <p:cNvSpPr/>
            <p:nvPr/>
          </p:nvSpPr>
          <p:spPr>
            <a:xfrm>
              <a:off x="1344320" y="3832172"/>
              <a:ext cx="76523" cy="46626"/>
            </a:xfrm>
            <a:custGeom>
              <a:avLst/>
              <a:gdLst/>
              <a:ahLst/>
              <a:cxnLst/>
              <a:rect l="l" t="t" r="r" b="b"/>
              <a:pathLst>
                <a:path w="2406" h="1466" extrusionOk="0">
                  <a:moveTo>
                    <a:pt x="418" y="1"/>
                  </a:moveTo>
                  <a:cubicBezTo>
                    <a:pt x="180" y="1"/>
                    <a:pt x="1" y="191"/>
                    <a:pt x="1" y="417"/>
                  </a:cubicBezTo>
                  <a:lnTo>
                    <a:pt x="1" y="1049"/>
                  </a:lnTo>
                  <a:cubicBezTo>
                    <a:pt x="1" y="1287"/>
                    <a:pt x="191" y="1465"/>
                    <a:pt x="418" y="1465"/>
                  </a:cubicBezTo>
                  <a:lnTo>
                    <a:pt x="1989" y="1465"/>
                  </a:lnTo>
                  <a:cubicBezTo>
                    <a:pt x="2227" y="1465"/>
                    <a:pt x="2406" y="1275"/>
                    <a:pt x="2406" y="1049"/>
                  </a:cubicBezTo>
                  <a:lnTo>
                    <a:pt x="2406" y="513"/>
                  </a:lnTo>
                  <a:cubicBezTo>
                    <a:pt x="2406" y="429"/>
                    <a:pt x="2335" y="358"/>
                    <a:pt x="2251" y="358"/>
                  </a:cubicBezTo>
                  <a:cubicBezTo>
                    <a:pt x="2156" y="358"/>
                    <a:pt x="2085" y="429"/>
                    <a:pt x="2085" y="513"/>
                  </a:cubicBezTo>
                  <a:lnTo>
                    <a:pt x="2085" y="1049"/>
                  </a:lnTo>
                  <a:cubicBezTo>
                    <a:pt x="2085" y="1096"/>
                    <a:pt x="2037" y="1144"/>
                    <a:pt x="1989" y="1144"/>
                  </a:cubicBezTo>
                  <a:lnTo>
                    <a:pt x="418" y="1144"/>
                  </a:lnTo>
                  <a:cubicBezTo>
                    <a:pt x="370" y="1144"/>
                    <a:pt x="322" y="1096"/>
                    <a:pt x="322" y="1049"/>
                  </a:cubicBezTo>
                  <a:lnTo>
                    <a:pt x="322" y="417"/>
                  </a:lnTo>
                  <a:cubicBezTo>
                    <a:pt x="322" y="370"/>
                    <a:pt x="370" y="322"/>
                    <a:pt x="418" y="322"/>
                  </a:cubicBezTo>
                  <a:lnTo>
                    <a:pt x="1823" y="322"/>
                  </a:lnTo>
                  <a:cubicBezTo>
                    <a:pt x="1918" y="322"/>
                    <a:pt x="1989" y="251"/>
                    <a:pt x="1989" y="156"/>
                  </a:cubicBezTo>
                  <a:cubicBezTo>
                    <a:pt x="1989" y="72"/>
                    <a:pt x="1918"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66"/>
            <p:cNvSpPr/>
            <p:nvPr/>
          </p:nvSpPr>
          <p:spPr>
            <a:xfrm>
              <a:off x="1401887" y="3891648"/>
              <a:ext cx="17843" cy="10623"/>
            </a:xfrm>
            <a:custGeom>
              <a:avLst/>
              <a:gdLst/>
              <a:ahLst/>
              <a:cxnLst/>
              <a:rect l="l" t="t" r="r" b="b"/>
              <a:pathLst>
                <a:path w="561" h="334" extrusionOk="0">
                  <a:moveTo>
                    <a:pt x="167" y="0"/>
                  </a:moveTo>
                  <a:cubicBezTo>
                    <a:pt x="72" y="0"/>
                    <a:pt x="1" y="71"/>
                    <a:pt x="1" y="167"/>
                  </a:cubicBezTo>
                  <a:cubicBezTo>
                    <a:pt x="1" y="250"/>
                    <a:pt x="72" y="333"/>
                    <a:pt x="167" y="333"/>
                  </a:cubicBezTo>
                  <a:lnTo>
                    <a:pt x="394" y="333"/>
                  </a:lnTo>
                  <a:cubicBezTo>
                    <a:pt x="477" y="333"/>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66"/>
            <p:cNvSpPr/>
            <p:nvPr/>
          </p:nvSpPr>
          <p:spPr>
            <a:xfrm>
              <a:off x="1345465" y="3891648"/>
              <a:ext cx="45863" cy="10623"/>
            </a:xfrm>
            <a:custGeom>
              <a:avLst/>
              <a:gdLst/>
              <a:ahLst/>
              <a:cxnLst/>
              <a:rect l="l" t="t" r="r" b="b"/>
              <a:pathLst>
                <a:path w="1442" h="334" extrusionOk="0">
                  <a:moveTo>
                    <a:pt x="167" y="0"/>
                  </a:moveTo>
                  <a:cubicBezTo>
                    <a:pt x="84" y="0"/>
                    <a:pt x="1" y="71"/>
                    <a:pt x="1" y="167"/>
                  </a:cubicBezTo>
                  <a:cubicBezTo>
                    <a:pt x="1" y="250"/>
                    <a:pt x="84" y="333"/>
                    <a:pt x="167" y="333"/>
                  </a:cubicBezTo>
                  <a:lnTo>
                    <a:pt x="1275" y="333"/>
                  </a:lnTo>
                  <a:cubicBezTo>
                    <a:pt x="1358" y="333"/>
                    <a:pt x="1441" y="250"/>
                    <a:pt x="1441" y="167"/>
                  </a:cubicBezTo>
                  <a:cubicBezTo>
                    <a:pt x="1441" y="71"/>
                    <a:pt x="1358"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66"/>
            <p:cNvSpPr/>
            <p:nvPr/>
          </p:nvSpPr>
          <p:spPr>
            <a:xfrm>
              <a:off x="1343588" y="3917378"/>
              <a:ext cx="77254" cy="46626"/>
            </a:xfrm>
            <a:custGeom>
              <a:avLst/>
              <a:gdLst/>
              <a:ahLst/>
              <a:cxnLst/>
              <a:rect l="l" t="t" r="r" b="b"/>
              <a:pathLst>
                <a:path w="2429" h="1466" extrusionOk="0">
                  <a:moveTo>
                    <a:pt x="417" y="1"/>
                  </a:moveTo>
                  <a:cubicBezTo>
                    <a:pt x="179" y="1"/>
                    <a:pt x="0" y="191"/>
                    <a:pt x="0" y="417"/>
                  </a:cubicBezTo>
                  <a:lnTo>
                    <a:pt x="0" y="1048"/>
                  </a:lnTo>
                  <a:cubicBezTo>
                    <a:pt x="0" y="1287"/>
                    <a:pt x="203" y="1465"/>
                    <a:pt x="417" y="1465"/>
                  </a:cubicBezTo>
                  <a:lnTo>
                    <a:pt x="2000" y="1465"/>
                  </a:lnTo>
                  <a:cubicBezTo>
                    <a:pt x="2239" y="1465"/>
                    <a:pt x="2417" y="1275"/>
                    <a:pt x="2417" y="1048"/>
                  </a:cubicBezTo>
                  <a:lnTo>
                    <a:pt x="2417" y="513"/>
                  </a:lnTo>
                  <a:cubicBezTo>
                    <a:pt x="2429" y="417"/>
                    <a:pt x="2358" y="334"/>
                    <a:pt x="2274" y="334"/>
                  </a:cubicBezTo>
                  <a:cubicBezTo>
                    <a:pt x="2250" y="334"/>
                    <a:pt x="2239" y="334"/>
                    <a:pt x="2215" y="358"/>
                  </a:cubicBezTo>
                  <a:cubicBezTo>
                    <a:pt x="2155" y="370"/>
                    <a:pt x="2096" y="441"/>
                    <a:pt x="2096" y="513"/>
                  </a:cubicBezTo>
                  <a:lnTo>
                    <a:pt x="2096" y="1048"/>
                  </a:lnTo>
                  <a:cubicBezTo>
                    <a:pt x="2096" y="1096"/>
                    <a:pt x="2048" y="1144"/>
                    <a:pt x="2000" y="1144"/>
                  </a:cubicBezTo>
                  <a:lnTo>
                    <a:pt x="417" y="1144"/>
                  </a:lnTo>
                  <a:cubicBezTo>
                    <a:pt x="381" y="1144"/>
                    <a:pt x="334" y="1096"/>
                    <a:pt x="334" y="1048"/>
                  </a:cubicBezTo>
                  <a:lnTo>
                    <a:pt x="334" y="417"/>
                  </a:lnTo>
                  <a:cubicBezTo>
                    <a:pt x="334" y="370"/>
                    <a:pt x="381" y="322"/>
                    <a:pt x="417" y="322"/>
                  </a:cubicBezTo>
                  <a:lnTo>
                    <a:pt x="1834" y="322"/>
                  </a:lnTo>
                  <a:cubicBezTo>
                    <a:pt x="1929" y="322"/>
                    <a:pt x="2000" y="251"/>
                    <a:pt x="2000" y="155"/>
                  </a:cubicBezTo>
                  <a:cubicBezTo>
                    <a:pt x="2000" y="72"/>
                    <a:pt x="1929"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66"/>
            <p:cNvSpPr/>
            <p:nvPr/>
          </p:nvSpPr>
          <p:spPr>
            <a:xfrm>
              <a:off x="1401887" y="3976471"/>
              <a:ext cx="17843" cy="10241"/>
            </a:xfrm>
            <a:custGeom>
              <a:avLst/>
              <a:gdLst/>
              <a:ahLst/>
              <a:cxnLst/>
              <a:rect l="l" t="t" r="r" b="b"/>
              <a:pathLst>
                <a:path w="561" h="322" extrusionOk="0">
                  <a:moveTo>
                    <a:pt x="167" y="0"/>
                  </a:moveTo>
                  <a:cubicBezTo>
                    <a:pt x="72" y="0"/>
                    <a:pt x="1" y="71"/>
                    <a:pt x="1" y="167"/>
                  </a:cubicBezTo>
                  <a:cubicBezTo>
                    <a:pt x="1" y="250"/>
                    <a:pt x="72" y="322"/>
                    <a:pt x="167" y="322"/>
                  </a:cubicBezTo>
                  <a:lnTo>
                    <a:pt x="394" y="322"/>
                  </a:lnTo>
                  <a:cubicBezTo>
                    <a:pt x="477" y="322"/>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66"/>
            <p:cNvSpPr/>
            <p:nvPr/>
          </p:nvSpPr>
          <p:spPr>
            <a:xfrm>
              <a:off x="1345465" y="3976471"/>
              <a:ext cx="45863" cy="10241"/>
            </a:xfrm>
            <a:custGeom>
              <a:avLst/>
              <a:gdLst/>
              <a:ahLst/>
              <a:cxnLst/>
              <a:rect l="l" t="t" r="r" b="b"/>
              <a:pathLst>
                <a:path w="1442" h="322" extrusionOk="0">
                  <a:moveTo>
                    <a:pt x="167" y="0"/>
                  </a:moveTo>
                  <a:cubicBezTo>
                    <a:pt x="84" y="0"/>
                    <a:pt x="1" y="71"/>
                    <a:pt x="1" y="167"/>
                  </a:cubicBezTo>
                  <a:cubicBezTo>
                    <a:pt x="1" y="250"/>
                    <a:pt x="84" y="322"/>
                    <a:pt x="167" y="322"/>
                  </a:cubicBezTo>
                  <a:lnTo>
                    <a:pt x="1275" y="322"/>
                  </a:lnTo>
                  <a:cubicBezTo>
                    <a:pt x="1358" y="322"/>
                    <a:pt x="1441" y="250"/>
                    <a:pt x="1441" y="167"/>
                  </a:cubicBezTo>
                  <a:cubicBezTo>
                    <a:pt x="1441" y="71"/>
                    <a:pt x="1382"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66"/>
            <p:cNvSpPr/>
            <p:nvPr/>
          </p:nvSpPr>
          <p:spPr>
            <a:xfrm>
              <a:off x="1343588" y="4001057"/>
              <a:ext cx="77636" cy="46626"/>
            </a:xfrm>
            <a:custGeom>
              <a:avLst/>
              <a:gdLst/>
              <a:ahLst/>
              <a:cxnLst/>
              <a:rect l="l" t="t" r="r" b="b"/>
              <a:pathLst>
                <a:path w="2441" h="1466" extrusionOk="0">
                  <a:moveTo>
                    <a:pt x="417" y="1"/>
                  </a:moveTo>
                  <a:cubicBezTo>
                    <a:pt x="179" y="1"/>
                    <a:pt x="0" y="191"/>
                    <a:pt x="0" y="418"/>
                  </a:cubicBezTo>
                  <a:lnTo>
                    <a:pt x="0" y="1049"/>
                  </a:lnTo>
                  <a:cubicBezTo>
                    <a:pt x="0" y="1156"/>
                    <a:pt x="48" y="1263"/>
                    <a:pt x="107" y="1334"/>
                  </a:cubicBezTo>
                  <a:cubicBezTo>
                    <a:pt x="179" y="1430"/>
                    <a:pt x="298" y="1465"/>
                    <a:pt x="417" y="1465"/>
                  </a:cubicBezTo>
                  <a:lnTo>
                    <a:pt x="2000" y="1465"/>
                  </a:lnTo>
                  <a:cubicBezTo>
                    <a:pt x="2131" y="1465"/>
                    <a:pt x="2239" y="1406"/>
                    <a:pt x="2310" y="1323"/>
                  </a:cubicBezTo>
                  <a:cubicBezTo>
                    <a:pt x="2310" y="1323"/>
                    <a:pt x="2417" y="1203"/>
                    <a:pt x="2417" y="1049"/>
                  </a:cubicBezTo>
                  <a:cubicBezTo>
                    <a:pt x="2417" y="525"/>
                    <a:pt x="2441" y="489"/>
                    <a:pt x="2405" y="430"/>
                  </a:cubicBezTo>
                  <a:cubicBezTo>
                    <a:pt x="2370" y="381"/>
                    <a:pt x="2317" y="358"/>
                    <a:pt x="2266" y="358"/>
                  </a:cubicBezTo>
                  <a:cubicBezTo>
                    <a:pt x="2179" y="358"/>
                    <a:pt x="2096" y="421"/>
                    <a:pt x="2096" y="525"/>
                  </a:cubicBezTo>
                  <a:lnTo>
                    <a:pt x="2096" y="1061"/>
                  </a:lnTo>
                  <a:cubicBezTo>
                    <a:pt x="2096" y="1096"/>
                    <a:pt x="2048" y="1144"/>
                    <a:pt x="2000" y="1144"/>
                  </a:cubicBezTo>
                  <a:lnTo>
                    <a:pt x="417" y="1144"/>
                  </a:lnTo>
                  <a:cubicBezTo>
                    <a:pt x="381" y="1144"/>
                    <a:pt x="334" y="1096"/>
                    <a:pt x="334" y="1061"/>
                  </a:cubicBezTo>
                  <a:lnTo>
                    <a:pt x="334" y="418"/>
                  </a:lnTo>
                  <a:cubicBezTo>
                    <a:pt x="334" y="370"/>
                    <a:pt x="381" y="322"/>
                    <a:pt x="417" y="322"/>
                  </a:cubicBezTo>
                  <a:lnTo>
                    <a:pt x="1834" y="322"/>
                  </a:lnTo>
                  <a:cubicBezTo>
                    <a:pt x="1893" y="322"/>
                    <a:pt x="1965" y="287"/>
                    <a:pt x="1988" y="227"/>
                  </a:cubicBezTo>
                  <a:cubicBezTo>
                    <a:pt x="2024" y="120"/>
                    <a:pt x="1941"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66"/>
            <p:cNvSpPr/>
            <p:nvPr/>
          </p:nvSpPr>
          <p:spPr>
            <a:xfrm>
              <a:off x="1344702" y="4060150"/>
              <a:ext cx="46626" cy="10623"/>
            </a:xfrm>
            <a:custGeom>
              <a:avLst/>
              <a:gdLst/>
              <a:ahLst/>
              <a:cxnLst/>
              <a:rect l="l" t="t" r="r" b="b"/>
              <a:pathLst>
                <a:path w="1466" h="334" extrusionOk="0">
                  <a:moveTo>
                    <a:pt x="168" y="0"/>
                  </a:moveTo>
                  <a:cubicBezTo>
                    <a:pt x="108" y="12"/>
                    <a:pt x="60" y="48"/>
                    <a:pt x="48" y="96"/>
                  </a:cubicBezTo>
                  <a:cubicBezTo>
                    <a:pt x="1" y="191"/>
                    <a:pt x="72" y="334"/>
                    <a:pt x="191" y="334"/>
                  </a:cubicBezTo>
                  <a:lnTo>
                    <a:pt x="1299" y="334"/>
                  </a:lnTo>
                  <a:cubicBezTo>
                    <a:pt x="1382" y="334"/>
                    <a:pt x="1453" y="250"/>
                    <a:pt x="1453" y="167"/>
                  </a:cubicBezTo>
                  <a:cubicBezTo>
                    <a:pt x="1465" y="72"/>
                    <a:pt x="1382"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66"/>
            <p:cNvSpPr/>
            <p:nvPr/>
          </p:nvSpPr>
          <p:spPr>
            <a:xfrm>
              <a:off x="1401887" y="4060150"/>
              <a:ext cx="17843" cy="10623"/>
            </a:xfrm>
            <a:custGeom>
              <a:avLst/>
              <a:gdLst/>
              <a:ahLst/>
              <a:cxnLst/>
              <a:rect l="l" t="t" r="r" b="b"/>
              <a:pathLst>
                <a:path w="561" h="334" extrusionOk="0">
                  <a:moveTo>
                    <a:pt x="167" y="0"/>
                  </a:moveTo>
                  <a:cubicBezTo>
                    <a:pt x="72" y="0"/>
                    <a:pt x="1" y="72"/>
                    <a:pt x="1" y="167"/>
                  </a:cubicBezTo>
                  <a:cubicBezTo>
                    <a:pt x="1" y="250"/>
                    <a:pt x="72" y="334"/>
                    <a:pt x="167" y="334"/>
                  </a:cubicBezTo>
                  <a:lnTo>
                    <a:pt x="394" y="334"/>
                  </a:lnTo>
                  <a:cubicBezTo>
                    <a:pt x="477" y="334"/>
                    <a:pt x="560" y="250"/>
                    <a:pt x="560" y="167"/>
                  </a:cubicBezTo>
                  <a:cubicBezTo>
                    <a:pt x="560" y="72"/>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66"/>
            <p:cNvSpPr/>
            <p:nvPr/>
          </p:nvSpPr>
          <p:spPr>
            <a:xfrm>
              <a:off x="1563584" y="3936365"/>
              <a:ext cx="67077" cy="80276"/>
            </a:xfrm>
            <a:custGeom>
              <a:avLst/>
              <a:gdLst/>
              <a:ahLst/>
              <a:cxnLst/>
              <a:rect l="l" t="t" r="r" b="b"/>
              <a:pathLst>
                <a:path w="2109" h="2524" extrusionOk="0">
                  <a:moveTo>
                    <a:pt x="986" y="0"/>
                  </a:moveTo>
                  <a:cubicBezTo>
                    <a:pt x="915" y="0"/>
                    <a:pt x="842" y="19"/>
                    <a:pt x="775" y="59"/>
                  </a:cubicBezTo>
                  <a:lnTo>
                    <a:pt x="203" y="380"/>
                  </a:lnTo>
                  <a:cubicBezTo>
                    <a:pt x="72" y="451"/>
                    <a:pt x="1" y="594"/>
                    <a:pt x="1" y="737"/>
                  </a:cubicBezTo>
                  <a:cubicBezTo>
                    <a:pt x="1" y="928"/>
                    <a:pt x="60" y="916"/>
                    <a:pt x="846" y="2321"/>
                  </a:cubicBezTo>
                  <a:cubicBezTo>
                    <a:pt x="917" y="2452"/>
                    <a:pt x="1048" y="2523"/>
                    <a:pt x="1203" y="2523"/>
                  </a:cubicBezTo>
                  <a:cubicBezTo>
                    <a:pt x="1382" y="2523"/>
                    <a:pt x="1453" y="2416"/>
                    <a:pt x="1882" y="2190"/>
                  </a:cubicBezTo>
                  <a:cubicBezTo>
                    <a:pt x="1965" y="2154"/>
                    <a:pt x="1989" y="2047"/>
                    <a:pt x="1941" y="1975"/>
                  </a:cubicBezTo>
                  <a:cubicBezTo>
                    <a:pt x="1918" y="1921"/>
                    <a:pt x="1864" y="1892"/>
                    <a:pt x="1809" y="1892"/>
                  </a:cubicBezTo>
                  <a:cubicBezTo>
                    <a:pt x="1780" y="1892"/>
                    <a:pt x="1752" y="1900"/>
                    <a:pt x="1727" y="1916"/>
                  </a:cubicBezTo>
                  <a:cubicBezTo>
                    <a:pt x="1227" y="2190"/>
                    <a:pt x="1251" y="2190"/>
                    <a:pt x="1215" y="2190"/>
                  </a:cubicBezTo>
                  <a:cubicBezTo>
                    <a:pt x="1132" y="2190"/>
                    <a:pt x="1167" y="2178"/>
                    <a:pt x="358" y="785"/>
                  </a:cubicBezTo>
                  <a:cubicBezTo>
                    <a:pt x="322" y="737"/>
                    <a:pt x="334" y="690"/>
                    <a:pt x="382" y="666"/>
                  </a:cubicBezTo>
                  <a:lnTo>
                    <a:pt x="953" y="332"/>
                  </a:lnTo>
                  <a:cubicBezTo>
                    <a:pt x="965" y="324"/>
                    <a:pt x="978" y="320"/>
                    <a:pt x="992" y="320"/>
                  </a:cubicBezTo>
                  <a:cubicBezTo>
                    <a:pt x="1019" y="320"/>
                    <a:pt x="1048" y="336"/>
                    <a:pt x="1072" y="368"/>
                  </a:cubicBezTo>
                  <a:lnTo>
                    <a:pt x="1787" y="1583"/>
                  </a:lnTo>
                  <a:cubicBezTo>
                    <a:pt x="1810" y="1637"/>
                    <a:pt x="1864" y="1666"/>
                    <a:pt x="1919" y="1666"/>
                  </a:cubicBezTo>
                  <a:cubicBezTo>
                    <a:pt x="1948" y="1666"/>
                    <a:pt x="1976" y="1658"/>
                    <a:pt x="2001" y="1642"/>
                  </a:cubicBezTo>
                  <a:cubicBezTo>
                    <a:pt x="2084" y="1606"/>
                    <a:pt x="2108" y="1499"/>
                    <a:pt x="2060" y="1428"/>
                  </a:cubicBezTo>
                  <a:lnTo>
                    <a:pt x="1346" y="201"/>
                  </a:lnTo>
                  <a:cubicBezTo>
                    <a:pt x="1267" y="74"/>
                    <a:pt x="1129"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66"/>
            <p:cNvSpPr/>
            <p:nvPr/>
          </p:nvSpPr>
          <p:spPr>
            <a:xfrm>
              <a:off x="1569658" y="4013174"/>
              <a:ext cx="15553" cy="16698"/>
            </a:xfrm>
            <a:custGeom>
              <a:avLst/>
              <a:gdLst/>
              <a:ahLst/>
              <a:cxnLst/>
              <a:rect l="l" t="t" r="r" b="b"/>
              <a:pathLst>
                <a:path w="489" h="525" extrusionOk="0">
                  <a:moveTo>
                    <a:pt x="189" y="0"/>
                  </a:moveTo>
                  <a:cubicBezTo>
                    <a:pt x="161" y="0"/>
                    <a:pt x="132" y="8"/>
                    <a:pt x="107" y="25"/>
                  </a:cubicBezTo>
                  <a:cubicBezTo>
                    <a:pt x="24" y="60"/>
                    <a:pt x="0" y="168"/>
                    <a:pt x="48" y="239"/>
                  </a:cubicBezTo>
                  <a:lnTo>
                    <a:pt x="143" y="441"/>
                  </a:lnTo>
                  <a:cubicBezTo>
                    <a:pt x="179" y="501"/>
                    <a:pt x="238" y="525"/>
                    <a:pt x="298" y="525"/>
                  </a:cubicBezTo>
                  <a:cubicBezTo>
                    <a:pt x="417" y="513"/>
                    <a:pt x="488" y="382"/>
                    <a:pt x="429" y="275"/>
                  </a:cubicBezTo>
                  <a:lnTo>
                    <a:pt x="322" y="84"/>
                  </a:lnTo>
                  <a:cubicBezTo>
                    <a:pt x="298" y="30"/>
                    <a:pt x="244"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66"/>
            <p:cNvSpPr/>
            <p:nvPr/>
          </p:nvSpPr>
          <p:spPr>
            <a:xfrm>
              <a:off x="1541256" y="3964417"/>
              <a:ext cx="29165" cy="40615"/>
            </a:xfrm>
            <a:custGeom>
              <a:avLst/>
              <a:gdLst/>
              <a:ahLst/>
              <a:cxnLst/>
              <a:rect l="l" t="t" r="r" b="b"/>
              <a:pathLst>
                <a:path w="917" h="1277" extrusionOk="0">
                  <a:moveTo>
                    <a:pt x="182" y="0"/>
                  </a:moveTo>
                  <a:cubicBezTo>
                    <a:pt x="156" y="0"/>
                    <a:pt x="130" y="7"/>
                    <a:pt x="107" y="22"/>
                  </a:cubicBezTo>
                  <a:cubicBezTo>
                    <a:pt x="24" y="69"/>
                    <a:pt x="0" y="165"/>
                    <a:pt x="48" y="248"/>
                  </a:cubicBezTo>
                  <a:lnTo>
                    <a:pt x="596" y="1201"/>
                  </a:lnTo>
                  <a:cubicBezTo>
                    <a:pt x="628" y="1250"/>
                    <a:pt x="684" y="1277"/>
                    <a:pt x="743" y="1277"/>
                  </a:cubicBezTo>
                  <a:cubicBezTo>
                    <a:pt x="769" y="1277"/>
                    <a:pt x="796" y="1271"/>
                    <a:pt x="822" y="1260"/>
                  </a:cubicBezTo>
                  <a:cubicBezTo>
                    <a:pt x="893" y="1212"/>
                    <a:pt x="917" y="1105"/>
                    <a:pt x="881" y="1034"/>
                  </a:cubicBezTo>
                  <a:lnTo>
                    <a:pt x="322" y="81"/>
                  </a:lnTo>
                  <a:cubicBezTo>
                    <a:pt x="297" y="32"/>
                    <a:pt x="239"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66"/>
            <p:cNvSpPr/>
            <p:nvPr/>
          </p:nvSpPr>
          <p:spPr>
            <a:xfrm>
              <a:off x="1496189" y="4055284"/>
              <a:ext cx="15171" cy="16634"/>
            </a:xfrm>
            <a:custGeom>
              <a:avLst/>
              <a:gdLst/>
              <a:ahLst/>
              <a:cxnLst/>
              <a:rect l="l" t="t" r="r" b="b"/>
              <a:pathLst>
                <a:path w="477" h="523" extrusionOk="0">
                  <a:moveTo>
                    <a:pt x="182" y="1"/>
                  </a:moveTo>
                  <a:cubicBezTo>
                    <a:pt x="156" y="1"/>
                    <a:pt x="130" y="7"/>
                    <a:pt x="108" y="22"/>
                  </a:cubicBezTo>
                  <a:cubicBezTo>
                    <a:pt x="36" y="70"/>
                    <a:pt x="0" y="165"/>
                    <a:pt x="48" y="249"/>
                  </a:cubicBezTo>
                  <a:cubicBezTo>
                    <a:pt x="48" y="249"/>
                    <a:pt x="155" y="427"/>
                    <a:pt x="155" y="439"/>
                  </a:cubicBezTo>
                  <a:cubicBezTo>
                    <a:pt x="194" y="494"/>
                    <a:pt x="259" y="523"/>
                    <a:pt x="309" y="523"/>
                  </a:cubicBezTo>
                  <a:cubicBezTo>
                    <a:pt x="335" y="523"/>
                    <a:pt x="357" y="515"/>
                    <a:pt x="369" y="499"/>
                  </a:cubicBezTo>
                  <a:cubicBezTo>
                    <a:pt x="453" y="451"/>
                    <a:pt x="477" y="344"/>
                    <a:pt x="429" y="272"/>
                  </a:cubicBezTo>
                  <a:lnTo>
                    <a:pt x="334" y="82"/>
                  </a:lnTo>
                  <a:cubicBezTo>
                    <a:pt x="301" y="33"/>
                    <a:pt x="240"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66"/>
            <p:cNvSpPr/>
            <p:nvPr/>
          </p:nvSpPr>
          <p:spPr>
            <a:xfrm>
              <a:off x="1468169" y="3851859"/>
              <a:ext cx="78781" cy="69717"/>
            </a:xfrm>
            <a:custGeom>
              <a:avLst/>
              <a:gdLst/>
              <a:ahLst/>
              <a:cxnLst/>
              <a:rect l="l" t="t" r="r" b="b"/>
              <a:pathLst>
                <a:path w="2477" h="2192" extrusionOk="0">
                  <a:moveTo>
                    <a:pt x="738" y="1"/>
                  </a:moveTo>
                  <a:cubicBezTo>
                    <a:pt x="584" y="1"/>
                    <a:pt x="453" y="72"/>
                    <a:pt x="381" y="215"/>
                  </a:cubicBezTo>
                  <a:cubicBezTo>
                    <a:pt x="96" y="727"/>
                    <a:pt x="0" y="787"/>
                    <a:pt x="0" y="989"/>
                  </a:cubicBezTo>
                  <a:cubicBezTo>
                    <a:pt x="0" y="1132"/>
                    <a:pt x="84" y="1263"/>
                    <a:pt x="215" y="1346"/>
                  </a:cubicBezTo>
                  <a:cubicBezTo>
                    <a:pt x="1608" y="2132"/>
                    <a:pt x="1596" y="2192"/>
                    <a:pt x="1786" y="2192"/>
                  </a:cubicBezTo>
                  <a:cubicBezTo>
                    <a:pt x="1941" y="2192"/>
                    <a:pt x="2072" y="2120"/>
                    <a:pt x="2143" y="1977"/>
                  </a:cubicBezTo>
                  <a:lnTo>
                    <a:pt x="2417" y="1525"/>
                  </a:lnTo>
                  <a:cubicBezTo>
                    <a:pt x="2477" y="1418"/>
                    <a:pt x="2441" y="1311"/>
                    <a:pt x="2358" y="1263"/>
                  </a:cubicBezTo>
                  <a:cubicBezTo>
                    <a:pt x="2336" y="1252"/>
                    <a:pt x="2310" y="1247"/>
                    <a:pt x="2284" y="1247"/>
                  </a:cubicBezTo>
                  <a:cubicBezTo>
                    <a:pt x="2226" y="1247"/>
                    <a:pt x="2164" y="1273"/>
                    <a:pt x="2132" y="1322"/>
                  </a:cubicBezTo>
                  <a:lnTo>
                    <a:pt x="1870" y="1787"/>
                  </a:lnTo>
                  <a:cubicBezTo>
                    <a:pt x="1846" y="1819"/>
                    <a:pt x="1817" y="1834"/>
                    <a:pt x="1789" y="1834"/>
                  </a:cubicBezTo>
                  <a:cubicBezTo>
                    <a:pt x="1776" y="1834"/>
                    <a:pt x="1762" y="1830"/>
                    <a:pt x="1751" y="1823"/>
                  </a:cubicBezTo>
                  <a:cubicBezTo>
                    <a:pt x="334" y="989"/>
                    <a:pt x="334" y="1049"/>
                    <a:pt x="334" y="953"/>
                  </a:cubicBezTo>
                  <a:cubicBezTo>
                    <a:pt x="334" y="906"/>
                    <a:pt x="334" y="941"/>
                    <a:pt x="655" y="358"/>
                  </a:cubicBezTo>
                  <a:cubicBezTo>
                    <a:pt x="677" y="329"/>
                    <a:pt x="703" y="314"/>
                    <a:pt x="728" y="314"/>
                  </a:cubicBezTo>
                  <a:cubicBezTo>
                    <a:pt x="744" y="314"/>
                    <a:pt x="760" y="320"/>
                    <a:pt x="774" y="334"/>
                  </a:cubicBezTo>
                  <a:lnTo>
                    <a:pt x="2001" y="1049"/>
                  </a:lnTo>
                  <a:cubicBezTo>
                    <a:pt x="2023" y="1060"/>
                    <a:pt x="2048" y="1065"/>
                    <a:pt x="2074" y="1065"/>
                  </a:cubicBezTo>
                  <a:cubicBezTo>
                    <a:pt x="2133" y="1065"/>
                    <a:pt x="2194" y="1038"/>
                    <a:pt x="2227" y="989"/>
                  </a:cubicBezTo>
                  <a:cubicBezTo>
                    <a:pt x="2262" y="906"/>
                    <a:pt x="2239" y="811"/>
                    <a:pt x="2167" y="763"/>
                  </a:cubicBezTo>
                  <a:cubicBezTo>
                    <a:pt x="929" y="60"/>
                    <a:pt x="929"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66"/>
            <p:cNvSpPr/>
            <p:nvPr/>
          </p:nvSpPr>
          <p:spPr>
            <a:xfrm>
              <a:off x="1503377" y="3929368"/>
              <a:ext cx="17843" cy="13740"/>
            </a:xfrm>
            <a:custGeom>
              <a:avLst/>
              <a:gdLst/>
              <a:ahLst/>
              <a:cxnLst/>
              <a:rect l="l" t="t" r="r" b="b"/>
              <a:pathLst>
                <a:path w="561" h="432" extrusionOk="0">
                  <a:moveTo>
                    <a:pt x="189" y="0"/>
                  </a:moveTo>
                  <a:cubicBezTo>
                    <a:pt x="132" y="0"/>
                    <a:pt x="73" y="27"/>
                    <a:pt x="48" y="76"/>
                  </a:cubicBezTo>
                  <a:cubicBezTo>
                    <a:pt x="1" y="159"/>
                    <a:pt x="24" y="255"/>
                    <a:pt x="96" y="302"/>
                  </a:cubicBezTo>
                  <a:lnTo>
                    <a:pt x="298" y="409"/>
                  </a:lnTo>
                  <a:cubicBezTo>
                    <a:pt x="321" y="424"/>
                    <a:pt x="347" y="431"/>
                    <a:pt x="373" y="431"/>
                  </a:cubicBezTo>
                  <a:cubicBezTo>
                    <a:pt x="431" y="431"/>
                    <a:pt x="492" y="399"/>
                    <a:pt x="524" y="350"/>
                  </a:cubicBezTo>
                  <a:cubicBezTo>
                    <a:pt x="560" y="255"/>
                    <a:pt x="536" y="171"/>
                    <a:pt x="465" y="124"/>
                  </a:cubicBezTo>
                  <a:lnTo>
                    <a:pt x="263" y="17"/>
                  </a:lnTo>
                  <a:cubicBezTo>
                    <a:pt x="240" y="6"/>
                    <a:pt x="215"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66"/>
            <p:cNvSpPr/>
            <p:nvPr/>
          </p:nvSpPr>
          <p:spPr>
            <a:xfrm>
              <a:off x="1454524" y="3900966"/>
              <a:ext cx="42078" cy="27798"/>
            </a:xfrm>
            <a:custGeom>
              <a:avLst/>
              <a:gdLst/>
              <a:ahLst/>
              <a:cxnLst/>
              <a:rect l="l" t="t" r="r" b="b"/>
              <a:pathLst>
                <a:path w="1323" h="874" extrusionOk="0">
                  <a:moveTo>
                    <a:pt x="195" y="0"/>
                  </a:moveTo>
                  <a:cubicBezTo>
                    <a:pt x="137" y="0"/>
                    <a:pt x="81" y="27"/>
                    <a:pt x="48" y="76"/>
                  </a:cubicBezTo>
                  <a:cubicBezTo>
                    <a:pt x="1" y="159"/>
                    <a:pt x="36" y="255"/>
                    <a:pt x="108" y="302"/>
                  </a:cubicBezTo>
                  <a:lnTo>
                    <a:pt x="1060" y="850"/>
                  </a:lnTo>
                  <a:cubicBezTo>
                    <a:pt x="1084" y="874"/>
                    <a:pt x="1120" y="874"/>
                    <a:pt x="1144" y="874"/>
                  </a:cubicBezTo>
                  <a:cubicBezTo>
                    <a:pt x="1203" y="874"/>
                    <a:pt x="1263" y="838"/>
                    <a:pt x="1298" y="779"/>
                  </a:cubicBezTo>
                  <a:cubicBezTo>
                    <a:pt x="1322" y="719"/>
                    <a:pt x="1310" y="612"/>
                    <a:pt x="1227" y="576"/>
                  </a:cubicBezTo>
                  <a:lnTo>
                    <a:pt x="275" y="17"/>
                  </a:lnTo>
                  <a:cubicBezTo>
                    <a:pt x="249" y="6"/>
                    <a:pt x="222"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66"/>
            <p:cNvSpPr/>
            <p:nvPr/>
          </p:nvSpPr>
          <p:spPr>
            <a:xfrm>
              <a:off x="1460981" y="4002265"/>
              <a:ext cx="19083" cy="13740"/>
            </a:xfrm>
            <a:custGeom>
              <a:avLst/>
              <a:gdLst/>
              <a:ahLst/>
              <a:cxnLst/>
              <a:rect l="l" t="t" r="r" b="b"/>
              <a:pathLst>
                <a:path w="600" h="432" extrusionOk="0">
                  <a:moveTo>
                    <a:pt x="199" y="1"/>
                  </a:moveTo>
                  <a:cubicBezTo>
                    <a:pt x="141" y="1"/>
                    <a:pt x="80" y="33"/>
                    <a:pt x="48" y="82"/>
                  </a:cubicBezTo>
                  <a:cubicBezTo>
                    <a:pt x="0" y="153"/>
                    <a:pt x="36" y="261"/>
                    <a:pt x="107" y="308"/>
                  </a:cubicBezTo>
                  <a:cubicBezTo>
                    <a:pt x="107" y="308"/>
                    <a:pt x="286" y="403"/>
                    <a:pt x="298" y="403"/>
                  </a:cubicBezTo>
                  <a:cubicBezTo>
                    <a:pt x="328" y="423"/>
                    <a:pt x="358" y="432"/>
                    <a:pt x="386" y="432"/>
                  </a:cubicBezTo>
                  <a:cubicBezTo>
                    <a:pt x="512" y="432"/>
                    <a:pt x="600" y="263"/>
                    <a:pt x="512" y="165"/>
                  </a:cubicBezTo>
                  <a:cubicBezTo>
                    <a:pt x="488" y="130"/>
                    <a:pt x="453" y="130"/>
                    <a:pt x="274" y="22"/>
                  </a:cubicBezTo>
                  <a:cubicBezTo>
                    <a:pt x="251"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2" name="Google Shape;12262;p66"/>
          <p:cNvSpPr/>
          <p:nvPr/>
        </p:nvSpPr>
        <p:spPr>
          <a:xfrm>
            <a:off x="2787472" y="3629465"/>
            <a:ext cx="89022" cy="360064"/>
          </a:xfrm>
          <a:custGeom>
            <a:avLst/>
            <a:gdLst/>
            <a:ahLst/>
            <a:cxnLst/>
            <a:rect l="l" t="t" r="r" b="b"/>
            <a:pathLst>
              <a:path w="2799" h="11321" extrusionOk="0">
                <a:moveTo>
                  <a:pt x="906" y="1763"/>
                </a:moveTo>
                <a:lnTo>
                  <a:pt x="1858" y="2358"/>
                </a:lnTo>
                <a:lnTo>
                  <a:pt x="1858" y="3310"/>
                </a:lnTo>
                <a:lnTo>
                  <a:pt x="906" y="2715"/>
                </a:lnTo>
                <a:lnTo>
                  <a:pt x="906" y="1763"/>
                </a:lnTo>
                <a:close/>
                <a:moveTo>
                  <a:pt x="906" y="3096"/>
                </a:moveTo>
                <a:lnTo>
                  <a:pt x="1858" y="3691"/>
                </a:lnTo>
                <a:lnTo>
                  <a:pt x="1858" y="4644"/>
                </a:lnTo>
                <a:cubicBezTo>
                  <a:pt x="1144" y="4203"/>
                  <a:pt x="965" y="4084"/>
                  <a:pt x="929" y="4072"/>
                </a:cubicBezTo>
                <a:cubicBezTo>
                  <a:pt x="906" y="3965"/>
                  <a:pt x="906" y="3453"/>
                  <a:pt x="906" y="3096"/>
                </a:cubicBezTo>
                <a:close/>
                <a:moveTo>
                  <a:pt x="906" y="4453"/>
                </a:moveTo>
                <a:lnTo>
                  <a:pt x="1858" y="5049"/>
                </a:lnTo>
                <a:lnTo>
                  <a:pt x="1858" y="6001"/>
                </a:lnTo>
                <a:lnTo>
                  <a:pt x="906" y="5394"/>
                </a:lnTo>
                <a:lnTo>
                  <a:pt x="906" y="4453"/>
                </a:lnTo>
                <a:close/>
                <a:moveTo>
                  <a:pt x="906" y="5799"/>
                </a:moveTo>
                <a:lnTo>
                  <a:pt x="1858" y="6394"/>
                </a:lnTo>
                <a:lnTo>
                  <a:pt x="1858" y="6716"/>
                </a:lnTo>
                <a:lnTo>
                  <a:pt x="906" y="6716"/>
                </a:lnTo>
                <a:lnTo>
                  <a:pt x="906" y="5799"/>
                </a:lnTo>
                <a:close/>
                <a:moveTo>
                  <a:pt x="2441" y="4370"/>
                </a:moveTo>
                <a:lnTo>
                  <a:pt x="2441" y="6811"/>
                </a:lnTo>
                <a:cubicBezTo>
                  <a:pt x="2370" y="6763"/>
                  <a:pt x="2299" y="6728"/>
                  <a:pt x="2203" y="6716"/>
                </a:cubicBezTo>
                <a:lnTo>
                  <a:pt x="2203" y="4370"/>
                </a:lnTo>
                <a:close/>
                <a:moveTo>
                  <a:pt x="679" y="7073"/>
                </a:moveTo>
                <a:cubicBezTo>
                  <a:pt x="2227" y="7073"/>
                  <a:pt x="2144" y="7073"/>
                  <a:pt x="2203" y="7085"/>
                </a:cubicBezTo>
                <a:cubicBezTo>
                  <a:pt x="2561" y="7192"/>
                  <a:pt x="2489" y="7740"/>
                  <a:pt x="2096" y="7740"/>
                </a:cubicBezTo>
                <a:cubicBezTo>
                  <a:pt x="548" y="7740"/>
                  <a:pt x="644" y="7740"/>
                  <a:pt x="584" y="7728"/>
                </a:cubicBezTo>
                <a:cubicBezTo>
                  <a:pt x="465" y="7680"/>
                  <a:pt x="358" y="7585"/>
                  <a:pt x="346" y="7442"/>
                </a:cubicBezTo>
                <a:lnTo>
                  <a:pt x="346" y="7370"/>
                </a:lnTo>
                <a:cubicBezTo>
                  <a:pt x="358" y="7204"/>
                  <a:pt x="513" y="7073"/>
                  <a:pt x="679" y="7073"/>
                </a:cubicBezTo>
                <a:close/>
                <a:moveTo>
                  <a:pt x="334" y="8002"/>
                </a:moveTo>
                <a:cubicBezTo>
                  <a:pt x="405" y="8037"/>
                  <a:pt x="477" y="8073"/>
                  <a:pt x="572" y="8085"/>
                </a:cubicBezTo>
                <a:lnTo>
                  <a:pt x="572" y="8752"/>
                </a:lnTo>
                <a:cubicBezTo>
                  <a:pt x="572" y="8847"/>
                  <a:pt x="644" y="8918"/>
                  <a:pt x="727" y="8918"/>
                </a:cubicBezTo>
                <a:lnTo>
                  <a:pt x="2013" y="8918"/>
                </a:lnTo>
                <a:cubicBezTo>
                  <a:pt x="2096" y="8918"/>
                  <a:pt x="2180" y="8847"/>
                  <a:pt x="2180" y="8752"/>
                </a:cubicBezTo>
                <a:lnTo>
                  <a:pt x="2180" y="8513"/>
                </a:lnTo>
                <a:cubicBezTo>
                  <a:pt x="2180" y="8430"/>
                  <a:pt x="2096" y="8359"/>
                  <a:pt x="2013" y="8359"/>
                </a:cubicBezTo>
                <a:cubicBezTo>
                  <a:pt x="1918" y="8359"/>
                  <a:pt x="1846" y="8430"/>
                  <a:pt x="1846" y="8513"/>
                </a:cubicBezTo>
                <a:lnTo>
                  <a:pt x="1846" y="8597"/>
                </a:lnTo>
                <a:lnTo>
                  <a:pt x="894" y="8597"/>
                </a:lnTo>
                <a:lnTo>
                  <a:pt x="894" y="8097"/>
                </a:lnTo>
                <a:lnTo>
                  <a:pt x="2084" y="8097"/>
                </a:lnTo>
                <a:cubicBezTo>
                  <a:pt x="2203" y="8097"/>
                  <a:pt x="2322" y="8073"/>
                  <a:pt x="2430" y="8013"/>
                </a:cubicBezTo>
                <a:lnTo>
                  <a:pt x="2430" y="9204"/>
                </a:lnTo>
                <a:lnTo>
                  <a:pt x="2251" y="9204"/>
                </a:lnTo>
                <a:cubicBezTo>
                  <a:pt x="2156" y="9204"/>
                  <a:pt x="2084" y="9275"/>
                  <a:pt x="2084" y="9371"/>
                </a:cubicBezTo>
                <a:cubicBezTo>
                  <a:pt x="2084" y="9454"/>
                  <a:pt x="2156" y="9526"/>
                  <a:pt x="2251" y="9526"/>
                </a:cubicBezTo>
                <a:lnTo>
                  <a:pt x="2430" y="9526"/>
                </a:lnTo>
                <a:cubicBezTo>
                  <a:pt x="2430" y="9811"/>
                  <a:pt x="2477" y="10037"/>
                  <a:pt x="2346" y="10323"/>
                </a:cubicBezTo>
                <a:cubicBezTo>
                  <a:pt x="2239" y="10597"/>
                  <a:pt x="2037" y="10740"/>
                  <a:pt x="2013" y="10764"/>
                </a:cubicBezTo>
                <a:cubicBezTo>
                  <a:pt x="1974" y="10793"/>
                  <a:pt x="1728" y="10973"/>
                  <a:pt x="1380" y="10973"/>
                </a:cubicBezTo>
                <a:cubicBezTo>
                  <a:pt x="1302" y="10973"/>
                  <a:pt x="1219" y="10964"/>
                  <a:pt x="1132" y="10942"/>
                </a:cubicBezTo>
                <a:cubicBezTo>
                  <a:pt x="810" y="10871"/>
                  <a:pt x="536" y="10645"/>
                  <a:pt x="417" y="10335"/>
                </a:cubicBezTo>
                <a:cubicBezTo>
                  <a:pt x="298" y="10049"/>
                  <a:pt x="346" y="9871"/>
                  <a:pt x="334" y="9514"/>
                </a:cubicBezTo>
                <a:lnTo>
                  <a:pt x="1560" y="9514"/>
                </a:lnTo>
                <a:cubicBezTo>
                  <a:pt x="1656" y="9514"/>
                  <a:pt x="1727" y="9442"/>
                  <a:pt x="1727" y="9347"/>
                </a:cubicBezTo>
                <a:cubicBezTo>
                  <a:pt x="1727" y="9264"/>
                  <a:pt x="1656" y="9192"/>
                  <a:pt x="1560" y="9192"/>
                </a:cubicBezTo>
                <a:lnTo>
                  <a:pt x="334" y="9192"/>
                </a:lnTo>
                <a:lnTo>
                  <a:pt x="334" y="8002"/>
                </a:lnTo>
                <a:close/>
                <a:moveTo>
                  <a:pt x="882" y="1"/>
                </a:moveTo>
                <a:cubicBezTo>
                  <a:pt x="715" y="1"/>
                  <a:pt x="596" y="143"/>
                  <a:pt x="596" y="286"/>
                </a:cubicBezTo>
                <a:lnTo>
                  <a:pt x="596" y="572"/>
                </a:lnTo>
                <a:cubicBezTo>
                  <a:pt x="596" y="655"/>
                  <a:pt x="667" y="739"/>
                  <a:pt x="763" y="739"/>
                </a:cubicBezTo>
                <a:cubicBezTo>
                  <a:pt x="846" y="739"/>
                  <a:pt x="929" y="655"/>
                  <a:pt x="929" y="572"/>
                </a:cubicBezTo>
                <a:lnTo>
                  <a:pt x="929" y="382"/>
                </a:lnTo>
                <a:lnTo>
                  <a:pt x="1882" y="977"/>
                </a:lnTo>
                <a:lnTo>
                  <a:pt x="1882" y="1953"/>
                </a:lnTo>
                <a:lnTo>
                  <a:pt x="929" y="1358"/>
                </a:lnTo>
                <a:lnTo>
                  <a:pt x="929" y="1239"/>
                </a:lnTo>
                <a:cubicBezTo>
                  <a:pt x="929" y="1155"/>
                  <a:pt x="846" y="1072"/>
                  <a:pt x="763" y="1072"/>
                </a:cubicBezTo>
                <a:cubicBezTo>
                  <a:pt x="667" y="1072"/>
                  <a:pt x="596" y="1155"/>
                  <a:pt x="596" y="1239"/>
                </a:cubicBezTo>
                <a:lnTo>
                  <a:pt x="596" y="4025"/>
                </a:lnTo>
                <a:lnTo>
                  <a:pt x="191" y="4025"/>
                </a:lnTo>
                <a:cubicBezTo>
                  <a:pt x="108" y="4025"/>
                  <a:pt x="24" y="4096"/>
                  <a:pt x="24" y="4192"/>
                </a:cubicBezTo>
                <a:lnTo>
                  <a:pt x="24" y="5716"/>
                </a:lnTo>
                <a:cubicBezTo>
                  <a:pt x="24" y="5811"/>
                  <a:pt x="108" y="5882"/>
                  <a:pt x="191" y="5882"/>
                </a:cubicBezTo>
                <a:cubicBezTo>
                  <a:pt x="286" y="5882"/>
                  <a:pt x="358" y="5811"/>
                  <a:pt x="358" y="5716"/>
                </a:cubicBezTo>
                <a:lnTo>
                  <a:pt x="358" y="4370"/>
                </a:lnTo>
                <a:lnTo>
                  <a:pt x="596" y="4370"/>
                </a:lnTo>
                <a:lnTo>
                  <a:pt x="596" y="6728"/>
                </a:lnTo>
                <a:cubicBezTo>
                  <a:pt x="513" y="6751"/>
                  <a:pt x="429" y="6775"/>
                  <a:pt x="358" y="6823"/>
                </a:cubicBezTo>
                <a:lnTo>
                  <a:pt x="358" y="6418"/>
                </a:lnTo>
                <a:cubicBezTo>
                  <a:pt x="358" y="6335"/>
                  <a:pt x="286" y="6251"/>
                  <a:pt x="191" y="6251"/>
                </a:cubicBezTo>
                <a:cubicBezTo>
                  <a:pt x="108" y="6251"/>
                  <a:pt x="24" y="6335"/>
                  <a:pt x="24" y="6418"/>
                </a:cubicBezTo>
                <a:lnTo>
                  <a:pt x="24" y="9371"/>
                </a:lnTo>
                <a:lnTo>
                  <a:pt x="24" y="9633"/>
                </a:lnTo>
                <a:cubicBezTo>
                  <a:pt x="48" y="9859"/>
                  <a:pt x="1" y="10061"/>
                  <a:pt x="84" y="10347"/>
                </a:cubicBezTo>
                <a:cubicBezTo>
                  <a:pt x="276" y="10971"/>
                  <a:pt x="839" y="11321"/>
                  <a:pt x="1415" y="11321"/>
                </a:cubicBezTo>
                <a:cubicBezTo>
                  <a:pt x="1696" y="11321"/>
                  <a:pt x="1981" y="11237"/>
                  <a:pt x="2227" y="11061"/>
                </a:cubicBezTo>
                <a:lnTo>
                  <a:pt x="2275" y="11026"/>
                </a:lnTo>
                <a:cubicBezTo>
                  <a:pt x="2465" y="10883"/>
                  <a:pt x="2620" y="10692"/>
                  <a:pt x="2703" y="10466"/>
                </a:cubicBezTo>
                <a:cubicBezTo>
                  <a:pt x="2799" y="10145"/>
                  <a:pt x="2775" y="9966"/>
                  <a:pt x="2775" y="9347"/>
                </a:cubicBezTo>
                <a:lnTo>
                  <a:pt x="2775" y="4203"/>
                </a:lnTo>
                <a:cubicBezTo>
                  <a:pt x="2775" y="4108"/>
                  <a:pt x="2691" y="4037"/>
                  <a:pt x="2608" y="4037"/>
                </a:cubicBezTo>
                <a:lnTo>
                  <a:pt x="2203" y="4037"/>
                </a:lnTo>
                <a:lnTo>
                  <a:pt x="2203" y="882"/>
                </a:lnTo>
                <a:cubicBezTo>
                  <a:pt x="2203" y="822"/>
                  <a:pt x="2168" y="763"/>
                  <a:pt x="2132" y="739"/>
                </a:cubicBezTo>
                <a:lnTo>
                  <a:pt x="1025" y="48"/>
                </a:lnTo>
                <a:cubicBezTo>
                  <a:pt x="989" y="24"/>
                  <a:pt x="917"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63" name="Google Shape;12263;p66"/>
          <p:cNvGrpSpPr/>
          <p:nvPr/>
        </p:nvGrpSpPr>
        <p:grpSpPr>
          <a:xfrm>
            <a:off x="859262" y="3178470"/>
            <a:ext cx="306759" cy="351445"/>
            <a:chOff x="859262" y="3353920"/>
            <a:chExt cx="306759" cy="351445"/>
          </a:xfrm>
        </p:grpSpPr>
        <p:sp>
          <p:nvSpPr>
            <p:cNvPr id="12264" name="Google Shape;12264;p66"/>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66"/>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66"/>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66"/>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66"/>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9" name="Google Shape;12269;p66"/>
          <p:cNvSpPr/>
          <p:nvPr/>
        </p:nvSpPr>
        <p:spPr>
          <a:xfrm>
            <a:off x="1315918" y="3185181"/>
            <a:ext cx="288599" cy="337515"/>
          </a:xfrm>
          <a:custGeom>
            <a:avLst/>
            <a:gdLst/>
            <a:ahLst/>
            <a:cxnLst/>
            <a:rect l="l" t="t" r="r" b="b"/>
            <a:pathLst>
              <a:path w="9074" h="10612" extrusionOk="0">
                <a:moveTo>
                  <a:pt x="1215" y="396"/>
                </a:moveTo>
                <a:lnTo>
                  <a:pt x="1370" y="682"/>
                </a:lnTo>
                <a:cubicBezTo>
                  <a:pt x="1323" y="706"/>
                  <a:pt x="1269" y="718"/>
                  <a:pt x="1217" y="718"/>
                </a:cubicBezTo>
                <a:cubicBezTo>
                  <a:pt x="1165" y="718"/>
                  <a:pt x="1114" y="706"/>
                  <a:pt x="1073" y="682"/>
                </a:cubicBezTo>
                <a:lnTo>
                  <a:pt x="1215" y="396"/>
                </a:lnTo>
                <a:close/>
                <a:moveTo>
                  <a:pt x="2870" y="396"/>
                </a:moveTo>
                <a:lnTo>
                  <a:pt x="3013" y="682"/>
                </a:lnTo>
                <a:cubicBezTo>
                  <a:pt x="2972" y="706"/>
                  <a:pt x="2921" y="718"/>
                  <a:pt x="2869" y="718"/>
                </a:cubicBezTo>
                <a:cubicBezTo>
                  <a:pt x="2817" y="718"/>
                  <a:pt x="2763" y="706"/>
                  <a:pt x="2716" y="682"/>
                </a:cubicBezTo>
                <a:lnTo>
                  <a:pt x="2870" y="396"/>
                </a:lnTo>
                <a:close/>
                <a:moveTo>
                  <a:pt x="4525" y="420"/>
                </a:moveTo>
                <a:lnTo>
                  <a:pt x="4668" y="694"/>
                </a:lnTo>
                <a:cubicBezTo>
                  <a:pt x="4627" y="718"/>
                  <a:pt x="4576" y="730"/>
                  <a:pt x="4524" y="730"/>
                </a:cubicBezTo>
                <a:cubicBezTo>
                  <a:pt x="4472" y="730"/>
                  <a:pt x="4418" y="718"/>
                  <a:pt x="4371" y="694"/>
                </a:cubicBezTo>
                <a:lnTo>
                  <a:pt x="4525" y="420"/>
                </a:lnTo>
                <a:close/>
                <a:moveTo>
                  <a:pt x="6180" y="420"/>
                </a:moveTo>
                <a:lnTo>
                  <a:pt x="6323" y="694"/>
                </a:lnTo>
                <a:cubicBezTo>
                  <a:pt x="6282" y="718"/>
                  <a:pt x="6231" y="730"/>
                  <a:pt x="6179" y="730"/>
                </a:cubicBezTo>
                <a:cubicBezTo>
                  <a:pt x="6127" y="730"/>
                  <a:pt x="6073" y="718"/>
                  <a:pt x="6026" y="694"/>
                </a:cubicBezTo>
                <a:lnTo>
                  <a:pt x="6180" y="420"/>
                </a:lnTo>
                <a:close/>
                <a:moveTo>
                  <a:pt x="7823" y="420"/>
                </a:moveTo>
                <a:lnTo>
                  <a:pt x="7978" y="694"/>
                </a:lnTo>
                <a:cubicBezTo>
                  <a:pt x="7931" y="718"/>
                  <a:pt x="7877" y="730"/>
                  <a:pt x="7825" y="730"/>
                </a:cubicBezTo>
                <a:cubicBezTo>
                  <a:pt x="7773" y="730"/>
                  <a:pt x="7722" y="718"/>
                  <a:pt x="7681" y="694"/>
                </a:cubicBezTo>
                <a:lnTo>
                  <a:pt x="7823" y="420"/>
                </a:lnTo>
                <a:close/>
                <a:moveTo>
                  <a:pt x="1501" y="980"/>
                </a:moveTo>
                <a:lnTo>
                  <a:pt x="1775" y="1480"/>
                </a:lnTo>
                <a:lnTo>
                  <a:pt x="620" y="1480"/>
                </a:lnTo>
                <a:lnTo>
                  <a:pt x="906" y="980"/>
                </a:lnTo>
                <a:cubicBezTo>
                  <a:pt x="1001" y="1027"/>
                  <a:pt x="1096" y="1051"/>
                  <a:pt x="1204" y="1051"/>
                </a:cubicBezTo>
                <a:cubicBezTo>
                  <a:pt x="1311" y="1051"/>
                  <a:pt x="1406" y="1027"/>
                  <a:pt x="1501" y="980"/>
                </a:cubicBezTo>
                <a:close/>
                <a:moveTo>
                  <a:pt x="3168" y="980"/>
                </a:moveTo>
                <a:lnTo>
                  <a:pt x="3442" y="1480"/>
                </a:lnTo>
                <a:lnTo>
                  <a:pt x="2287" y="1480"/>
                </a:lnTo>
                <a:lnTo>
                  <a:pt x="2573" y="980"/>
                </a:lnTo>
                <a:cubicBezTo>
                  <a:pt x="2668" y="1027"/>
                  <a:pt x="2763" y="1051"/>
                  <a:pt x="2870" y="1051"/>
                </a:cubicBezTo>
                <a:cubicBezTo>
                  <a:pt x="2978" y="1051"/>
                  <a:pt x="3073" y="1027"/>
                  <a:pt x="3168" y="980"/>
                </a:cubicBezTo>
                <a:close/>
                <a:moveTo>
                  <a:pt x="4823" y="992"/>
                </a:moveTo>
                <a:lnTo>
                  <a:pt x="5085" y="1504"/>
                </a:lnTo>
                <a:lnTo>
                  <a:pt x="3942" y="1504"/>
                </a:lnTo>
                <a:lnTo>
                  <a:pt x="4228" y="992"/>
                </a:lnTo>
                <a:cubicBezTo>
                  <a:pt x="4311" y="1039"/>
                  <a:pt x="4418" y="1075"/>
                  <a:pt x="4525" y="1075"/>
                </a:cubicBezTo>
                <a:cubicBezTo>
                  <a:pt x="4633" y="1075"/>
                  <a:pt x="4728" y="1039"/>
                  <a:pt x="4823" y="992"/>
                </a:cubicBezTo>
                <a:close/>
                <a:moveTo>
                  <a:pt x="6478" y="992"/>
                </a:moveTo>
                <a:lnTo>
                  <a:pt x="6740" y="1504"/>
                </a:lnTo>
                <a:lnTo>
                  <a:pt x="5597" y="1504"/>
                </a:lnTo>
                <a:lnTo>
                  <a:pt x="5883" y="992"/>
                </a:lnTo>
                <a:cubicBezTo>
                  <a:pt x="5966" y="1039"/>
                  <a:pt x="6073" y="1075"/>
                  <a:pt x="6180" y="1075"/>
                </a:cubicBezTo>
                <a:cubicBezTo>
                  <a:pt x="6276" y="1075"/>
                  <a:pt x="6383" y="1039"/>
                  <a:pt x="6478" y="992"/>
                </a:cubicBezTo>
                <a:close/>
                <a:moveTo>
                  <a:pt x="8121" y="992"/>
                </a:moveTo>
                <a:lnTo>
                  <a:pt x="8395" y="1504"/>
                </a:lnTo>
                <a:lnTo>
                  <a:pt x="7252" y="1504"/>
                </a:lnTo>
                <a:lnTo>
                  <a:pt x="7526" y="992"/>
                </a:lnTo>
                <a:cubicBezTo>
                  <a:pt x="7621" y="1039"/>
                  <a:pt x="7728" y="1075"/>
                  <a:pt x="7823" y="1075"/>
                </a:cubicBezTo>
                <a:cubicBezTo>
                  <a:pt x="7931" y="1075"/>
                  <a:pt x="8038" y="1039"/>
                  <a:pt x="8121" y="992"/>
                </a:cubicBezTo>
                <a:close/>
                <a:moveTo>
                  <a:pt x="1061" y="1801"/>
                </a:moveTo>
                <a:lnTo>
                  <a:pt x="1061" y="3575"/>
                </a:lnTo>
                <a:lnTo>
                  <a:pt x="549" y="3575"/>
                </a:lnTo>
                <a:lnTo>
                  <a:pt x="549" y="1801"/>
                </a:lnTo>
                <a:close/>
                <a:moveTo>
                  <a:pt x="1894" y="1801"/>
                </a:moveTo>
                <a:lnTo>
                  <a:pt x="1894" y="3575"/>
                </a:lnTo>
                <a:lnTo>
                  <a:pt x="1382" y="3575"/>
                </a:lnTo>
                <a:lnTo>
                  <a:pt x="1382" y="1801"/>
                </a:lnTo>
                <a:close/>
                <a:moveTo>
                  <a:pt x="2704" y="1801"/>
                </a:moveTo>
                <a:lnTo>
                  <a:pt x="2704" y="3575"/>
                </a:lnTo>
                <a:lnTo>
                  <a:pt x="2204" y="3575"/>
                </a:lnTo>
                <a:lnTo>
                  <a:pt x="2204" y="1801"/>
                </a:lnTo>
                <a:close/>
                <a:moveTo>
                  <a:pt x="3037" y="1801"/>
                </a:moveTo>
                <a:lnTo>
                  <a:pt x="3537" y="1813"/>
                </a:lnTo>
                <a:lnTo>
                  <a:pt x="3537" y="3575"/>
                </a:lnTo>
                <a:lnTo>
                  <a:pt x="3037" y="3575"/>
                </a:lnTo>
                <a:lnTo>
                  <a:pt x="3037" y="1801"/>
                </a:lnTo>
                <a:close/>
                <a:moveTo>
                  <a:pt x="4359" y="1813"/>
                </a:moveTo>
                <a:lnTo>
                  <a:pt x="4359" y="3575"/>
                </a:lnTo>
                <a:lnTo>
                  <a:pt x="3859" y="3575"/>
                </a:lnTo>
                <a:lnTo>
                  <a:pt x="3859" y="1813"/>
                </a:lnTo>
                <a:close/>
                <a:moveTo>
                  <a:pt x="5192" y="1813"/>
                </a:moveTo>
                <a:lnTo>
                  <a:pt x="5192" y="3575"/>
                </a:lnTo>
                <a:lnTo>
                  <a:pt x="4692" y="3575"/>
                </a:lnTo>
                <a:lnTo>
                  <a:pt x="4692" y="1813"/>
                </a:lnTo>
                <a:close/>
                <a:moveTo>
                  <a:pt x="6026" y="1813"/>
                </a:moveTo>
                <a:lnTo>
                  <a:pt x="6026" y="3575"/>
                </a:lnTo>
                <a:lnTo>
                  <a:pt x="5525" y="3575"/>
                </a:lnTo>
                <a:lnTo>
                  <a:pt x="5525" y="1813"/>
                </a:lnTo>
                <a:close/>
                <a:moveTo>
                  <a:pt x="6847" y="1813"/>
                </a:moveTo>
                <a:lnTo>
                  <a:pt x="6847" y="3575"/>
                </a:lnTo>
                <a:lnTo>
                  <a:pt x="6335" y="3575"/>
                </a:lnTo>
                <a:lnTo>
                  <a:pt x="6335" y="1813"/>
                </a:lnTo>
                <a:close/>
                <a:moveTo>
                  <a:pt x="7681" y="1813"/>
                </a:moveTo>
                <a:lnTo>
                  <a:pt x="7681" y="3575"/>
                </a:lnTo>
                <a:lnTo>
                  <a:pt x="7169" y="3575"/>
                </a:lnTo>
                <a:lnTo>
                  <a:pt x="7169" y="1813"/>
                </a:lnTo>
                <a:close/>
                <a:moveTo>
                  <a:pt x="8502" y="1813"/>
                </a:moveTo>
                <a:lnTo>
                  <a:pt x="8502" y="3575"/>
                </a:lnTo>
                <a:lnTo>
                  <a:pt x="7990" y="3575"/>
                </a:lnTo>
                <a:lnTo>
                  <a:pt x="7990" y="1813"/>
                </a:lnTo>
                <a:close/>
                <a:moveTo>
                  <a:pt x="1221" y="1"/>
                </a:moveTo>
                <a:cubicBezTo>
                  <a:pt x="1132" y="1"/>
                  <a:pt x="1043" y="45"/>
                  <a:pt x="1001" y="134"/>
                </a:cubicBezTo>
                <a:lnTo>
                  <a:pt x="322" y="1385"/>
                </a:lnTo>
                <a:cubicBezTo>
                  <a:pt x="263" y="1504"/>
                  <a:pt x="227" y="1647"/>
                  <a:pt x="227" y="1789"/>
                </a:cubicBezTo>
                <a:lnTo>
                  <a:pt x="227" y="3599"/>
                </a:lnTo>
                <a:cubicBezTo>
                  <a:pt x="84" y="3659"/>
                  <a:pt x="1" y="3814"/>
                  <a:pt x="1" y="3956"/>
                </a:cubicBezTo>
                <a:lnTo>
                  <a:pt x="1" y="4921"/>
                </a:lnTo>
                <a:cubicBezTo>
                  <a:pt x="1" y="5016"/>
                  <a:pt x="72" y="5087"/>
                  <a:pt x="168" y="5087"/>
                </a:cubicBezTo>
                <a:cubicBezTo>
                  <a:pt x="251" y="5087"/>
                  <a:pt x="322" y="5016"/>
                  <a:pt x="322" y="4921"/>
                </a:cubicBezTo>
                <a:lnTo>
                  <a:pt x="322" y="3956"/>
                </a:lnTo>
                <a:cubicBezTo>
                  <a:pt x="322" y="3909"/>
                  <a:pt x="370" y="3873"/>
                  <a:pt x="418" y="3873"/>
                </a:cubicBezTo>
                <a:lnTo>
                  <a:pt x="8657" y="3873"/>
                </a:lnTo>
                <a:cubicBezTo>
                  <a:pt x="8704" y="3873"/>
                  <a:pt x="8740" y="3897"/>
                  <a:pt x="8752" y="3944"/>
                </a:cubicBezTo>
                <a:lnTo>
                  <a:pt x="8752" y="6552"/>
                </a:lnTo>
                <a:lnTo>
                  <a:pt x="6180" y="6552"/>
                </a:lnTo>
                <a:cubicBezTo>
                  <a:pt x="6085" y="6552"/>
                  <a:pt x="6014" y="6623"/>
                  <a:pt x="6014" y="6707"/>
                </a:cubicBezTo>
                <a:cubicBezTo>
                  <a:pt x="6014" y="6802"/>
                  <a:pt x="6085" y="6873"/>
                  <a:pt x="6180" y="6873"/>
                </a:cubicBezTo>
                <a:lnTo>
                  <a:pt x="8752" y="6873"/>
                </a:lnTo>
                <a:lnTo>
                  <a:pt x="8752" y="7707"/>
                </a:lnTo>
                <a:lnTo>
                  <a:pt x="3918" y="7707"/>
                </a:lnTo>
                <a:cubicBezTo>
                  <a:pt x="3823" y="7707"/>
                  <a:pt x="3751" y="7778"/>
                  <a:pt x="3751" y="7874"/>
                </a:cubicBezTo>
                <a:cubicBezTo>
                  <a:pt x="3751" y="7957"/>
                  <a:pt x="3823" y="8040"/>
                  <a:pt x="3918" y="8040"/>
                </a:cubicBezTo>
                <a:lnTo>
                  <a:pt x="8752" y="8040"/>
                </a:lnTo>
                <a:lnTo>
                  <a:pt x="8752" y="8671"/>
                </a:lnTo>
                <a:lnTo>
                  <a:pt x="8752" y="9767"/>
                </a:lnTo>
                <a:cubicBezTo>
                  <a:pt x="8752" y="10064"/>
                  <a:pt x="8478" y="10302"/>
                  <a:pt x="8169" y="10302"/>
                </a:cubicBezTo>
                <a:lnTo>
                  <a:pt x="918" y="10302"/>
                </a:lnTo>
                <a:cubicBezTo>
                  <a:pt x="596" y="10302"/>
                  <a:pt x="346" y="10064"/>
                  <a:pt x="346" y="9767"/>
                </a:cubicBezTo>
                <a:lnTo>
                  <a:pt x="346" y="8040"/>
                </a:lnTo>
                <a:lnTo>
                  <a:pt x="3287" y="8040"/>
                </a:lnTo>
                <a:cubicBezTo>
                  <a:pt x="3382" y="8040"/>
                  <a:pt x="3454" y="7957"/>
                  <a:pt x="3454" y="7874"/>
                </a:cubicBezTo>
                <a:cubicBezTo>
                  <a:pt x="3454" y="7778"/>
                  <a:pt x="3382" y="7707"/>
                  <a:pt x="3287" y="7707"/>
                </a:cubicBezTo>
                <a:lnTo>
                  <a:pt x="346" y="7707"/>
                </a:lnTo>
                <a:lnTo>
                  <a:pt x="346" y="6873"/>
                </a:lnTo>
                <a:lnTo>
                  <a:pt x="5549" y="6873"/>
                </a:lnTo>
                <a:cubicBezTo>
                  <a:pt x="5645" y="6873"/>
                  <a:pt x="5716" y="6802"/>
                  <a:pt x="5716" y="6707"/>
                </a:cubicBezTo>
                <a:cubicBezTo>
                  <a:pt x="5716" y="6623"/>
                  <a:pt x="5645" y="6552"/>
                  <a:pt x="5549" y="6552"/>
                </a:cubicBezTo>
                <a:lnTo>
                  <a:pt x="346" y="6552"/>
                </a:lnTo>
                <a:lnTo>
                  <a:pt x="346" y="5552"/>
                </a:lnTo>
                <a:cubicBezTo>
                  <a:pt x="346" y="5457"/>
                  <a:pt x="263" y="5385"/>
                  <a:pt x="180" y="5385"/>
                </a:cubicBezTo>
                <a:cubicBezTo>
                  <a:pt x="84" y="5385"/>
                  <a:pt x="13" y="5457"/>
                  <a:pt x="13" y="5552"/>
                </a:cubicBezTo>
                <a:lnTo>
                  <a:pt x="13" y="9743"/>
                </a:lnTo>
                <a:cubicBezTo>
                  <a:pt x="13" y="10219"/>
                  <a:pt x="418" y="10612"/>
                  <a:pt x="918" y="10612"/>
                </a:cubicBezTo>
                <a:lnTo>
                  <a:pt x="8169" y="10612"/>
                </a:lnTo>
                <a:cubicBezTo>
                  <a:pt x="8681" y="10612"/>
                  <a:pt x="9074" y="10219"/>
                  <a:pt x="9074" y="9743"/>
                </a:cubicBezTo>
                <a:cubicBezTo>
                  <a:pt x="9062" y="9707"/>
                  <a:pt x="9062" y="4075"/>
                  <a:pt x="9062" y="3956"/>
                </a:cubicBezTo>
                <a:cubicBezTo>
                  <a:pt x="9050" y="3790"/>
                  <a:pt x="8954" y="3659"/>
                  <a:pt x="8824" y="3599"/>
                </a:cubicBezTo>
                <a:lnTo>
                  <a:pt x="8824" y="1813"/>
                </a:lnTo>
                <a:cubicBezTo>
                  <a:pt x="8824" y="1682"/>
                  <a:pt x="8800" y="1528"/>
                  <a:pt x="8716" y="1408"/>
                </a:cubicBezTo>
                <a:lnTo>
                  <a:pt x="8050" y="146"/>
                </a:lnTo>
                <a:cubicBezTo>
                  <a:pt x="7997" y="64"/>
                  <a:pt x="7913" y="23"/>
                  <a:pt x="7831" y="23"/>
                </a:cubicBezTo>
                <a:cubicBezTo>
                  <a:pt x="7746" y="23"/>
                  <a:pt x="7663" y="67"/>
                  <a:pt x="7621" y="158"/>
                </a:cubicBezTo>
                <a:lnTo>
                  <a:pt x="7335" y="694"/>
                </a:lnTo>
                <a:lnTo>
                  <a:pt x="7014" y="1313"/>
                </a:lnTo>
                <a:lnTo>
                  <a:pt x="6395" y="146"/>
                </a:lnTo>
                <a:cubicBezTo>
                  <a:pt x="6350" y="68"/>
                  <a:pt x="6273" y="31"/>
                  <a:pt x="6194" y="31"/>
                </a:cubicBezTo>
                <a:cubicBezTo>
                  <a:pt x="6106" y="31"/>
                  <a:pt x="6016" y="77"/>
                  <a:pt x="5966" y="158"/>
                </a:cubicBezTo>
                <a:lnTo>
                  <a:pt x="5680" y="694"/>
                </a:lnTo>
                <a:lnTo>
                  <a:pt x="5359" y="1313"/>
                </a:lnTo>
                <a:cubicBezTo>
                  <a:pt x="5287" y="1158"/>
                  <a:pt x="4752" y="146"/>
                  <a:pt x="4752" y="146"/>
                </a:cubicBezTo>
                <a:cubicBezTo>
                  <a:pt x="4696" y="70"/>
                  <a:pt x="4609" y="26"/>
                  <a:pt x="4524" y="26"/>
                </a:cubicBezTo>
                <a:cubicBezTo>
                  <a:pt x="4463" y="26"/>
                  <a:pt x="4403" y="49"/>
                  <a:pt x="4359" y="99"/>
                </a:cubicBezTo>
                <a:cubicBezTo>
                  <a:pt x="4335" y="134"/>
                  <a:pt x="4347" y="99"/>
                  <a:pt x="4037" y="682"/>
                </a:cubicBezTo>
                <a:lnTo>
                  <a:pt x="3716" y="1289"/>
                </a:lnTo>
                <a:lnTo>
                  <a:pt x="3394" y="682"/>
                </a:lnTo>
                <a:cubicBezTo>
                  <a:pt x="3097" y="134"/>
                  <a:pt x="3109" y="146"/>
                  <a:pt x="3085" y="99"/>
                </a:cubicBezTo>
                <a:cubicBezTo>
                  <a:pt x="3030" y="39"/>
                  <a:pt x="2956" y="9"/>
                  <a:pt x="2883" y="9"/>
                </a:cubicBezTo>
                <a:cubicBezTo>
                  <a:pt x="2797" y="9"/>
                  <a:pt x="2713" y="51"/>
                  <a:pt x="2668" y="134"/>
                </a:cubicBezTo>
                <a:cubicBezTo>
                  <a:pt x="2668" y="134"/>
                  <a:pt x="2668" y="134"/>
                  <a:pt x="2668" y="134"/>
                </a:cubicBezTo>
                <a:lnTo>
                  <a:pt x="2668" y="134"/>
                </a:lnTo>
                <a:cubicBezTo>
                  <a:pt x="2668" y="134"/>
                  <a:pt x="2635" y="191"/>
                  <a:pt x="2049" y="1277"/>
                </a:cubicBezTo>
                <a:lnTo>
                  <a:pt x="1727" y="670"/>
                </a:lnTo>
                <a:lnTo>
                  <a:pt x="1442" y="134"/>
                </a:lnTo>
                <a:cubicBezTo>
                  <a:pt x="1400" y="45"/>
                  <a:pt x="1311" y="1"/>
                  <a:pt x="1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70" name="Google Shape;12270;p66"/>
          <p:cNvGrpSpPr/>
          <p:nvPr/>
        </p:nvGrpSpPr>
        <p:grpSpPr>
          <a:xfrm>
            <a:off x="3967437" y="3661652"/>
            <a:ext cx="364708" cy="295405"/>
            <a:chOff x="3967437" y="3837102"/>
            <a:chExt cx="364708" cy="295405"/>
          </a:xfrm>
        </p:grpSpPr>
        <p:sp>
          <p:nvSpPr>
            <p:cNvPr id="12271" name="Google Shape;12271;p66"/>
            <p:cNvSpPr/>
            <p:nvPr/>
          </p:nvSpPr>
          <p:spPr>
            <a:xfrm>
              <a:off x="4178750" y="3868334"/>
              <a:ext cx="153396" cy="264172"/>
            </a:xfrm>
            <a:custGeom>
              <a:avLst/>
              <a:gdLst/>
              <a:ahLst/>
              <a:cxnLst/>
              <a:rect l="l" t="t" r="r" b="b"/>
              <a:pathLst>
                <a:path w="4823" h="8306" extrusionOk="0">
                  <a:moveTo>
                    <a:pt x="4273" y="1"/>
                  </a:moveTo>
                  <a:cubicBezTo>
                    <a:pt x="4217" y="1"/>
                    <a:pt x="4158" y="32"/>
                    <a:pt x="4120" y="78"/>
                  </a:cubicBezTo>
                  <a:cubicBezTo>
                    <a:pt x="4060" y="150"/>
                    <a:pt x="4096" y="257"/>
                    <a:pt x="4167" y="316"/>
                  </a:cubicBezTo>
                  <a:cubicBezTo>
                    <a:pt x="4370" y="471"/>
                    <a:pt x="4489" y="685"/>
                    <a:pt x="4489" y="947"/>
                  </a:cubicBezTo>
                  <a:lnTo>
                    <a:pt x="4489" y="7210"/>
                  </a:lnTo>
                  <a:cubicBezTo>
                    <a:pt x="4489" y="7627"/>
                    <a:pt x="4156" y="7984"/>
                    <a:pt x="3715" y="7984"/>
                  </a:cubicBezTo>
                  <a:lnTo>
                    <a:pt x="167" y="7984"/>
                  </a:lnTo>
                  <a:cubicBezTo>
                    <a:pt x="72" y="7984"/>
                    <a:pt x="0" y="8055"/>
                    <a:pt x="0" y="8151"/>
                  </a:cubicBezTo>
                  <a:cubicBezTo>
                    <a:pt x="0" y="8234"/>
                    <a:pt x="72" y="8305"/>
                    <a:pt x="167" y="8305"/>
                  </a:cubicBezTo>
                  <a:lnTo>
                    <a:pt x="3715" y="8305"/>
                  </a:lnTo>
                  <a:cubicBezTo>
                    <a:pt x="4334" y="8305"/>
                    <a:pt x="4822" y="7817"/>
                    <a:pt x="4822" y="7210"/>
                  </a:cubicBezTo>
                  <a:lnTo>
                    <a:pt x="4822" y="947"/>
                  </a:lnTo>
                  <a:cubicBezTo>
                    <a:pt x="4822" y="590"/>
                    <a:pt x="4644" y="245"/>
                    <a:pt x="4358" y="31"/>
                  </a:cubicBezTo>
                  <a:cubicBezTo>
                    <a:pt x="4333" y="10"/>
                    <a:pt x="4303" y="1"/>
                    <a:pt x="4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66"/>
            <p:cNvSpPr/>
            <p:nvPr/>
          </p:nvSpPr>
          <p:spPr>
            <a:xfrm>
              <a:off x="3969346" y="3937447"/>
              <a:ext cx="198431" cy="194678"/>
            </a:xfrm>
            <a:custGeom>
              <a:avLst/>
              <a:gdLst/>
              <a:ahLst/>
              <a:cxnLst/>
              <a:rect l="l" t="t" r="r" b="b"/>
              <a:pathLst>
                <a:path w="6239" h="6121" extrusionOk="0">
                  <a:moveTo>
                    <a:pt x="167" y="1"/>
                  </a:moveTo>
                  <a:cubicBezTo>
                    <a:pt x="83" y="1"/>
                    <a:pt x="0" y="72"/>
                    <a:pt x="0" y="167"/>
                  </a:cubicBezTo>
                  <a:lnTo>
                    <a:pt x="0" y="5025"/>
                  </a:lnTo>
                  <a:cubicBezTo>
                    <a:pt x="0" y="5632"/>
                    <a:pt x="488" y="6121"/>
                    <a:pt x="1107" y="6121"/>
                  </a:cubicBezTo>
                  <a:lnTo>
                    <a:pt x="6060" y="6121"/>
                  </a:lnTo>
                  <a:cubicBezTo>
                    <a:pt x="6144" y="6121"/>
                    <a:pt x="6227" y="6049"/>
                    <a:pt x="6227" y="5954"/>
                  </a:cubicBezTo>
                  <a:cubicBezTo>
                    <a:pt x="6239" y="5870"/>
                    <a:pt x="6168" y="5799"/>
                    <a:pt x="6060" y="5799"/>
                  </a:cubicBezTo>
                  <a:lnTo>
                    <a:pt x="1107" y="5799"/>
                  </a:lnTo>
                  <a:cubicBezTo>
                    <a:pt x="691" y="5799"/>
                    <a:pt x="333" y="5454"/>
                    <a:pt x="333" y="5025"/>
                  </a:cubicBezTo>
                  <a:lnTo>
                    <a:pt x="333" y="167"/>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66"/>
            <p:cNvSpPr/>
            <p:nvPr/>
          </p:nvSpPr>
          <p:spPr>
            <a:xfrm>
              <a:off x="3967437" y="3837102"/>
              <a:ext cx="331376" cy="89786"/>
            </a:xfrm>
            <a:custGeom>
              <a:avLst/>
              <a:gdLst/>
              <a:ahLst/>
              <a:cxnLst/>
              <a:rect l="l" t="t" r="r" b="b"/>
              <a:pathLst>
                <a:path w="10419" h="2823" extrusionOk="0">
                  <a:moveTo>
                    <a:pt x="2739" y="334"/>
                  </a:moveTo>
                  <a:cubicBezTo>
                    <a:pt x="2822" y="334"/>
                    <a:pt x="2894" y="393"/>
                    <a:pt x="2894" y="477"/>
                  </a:cubicBezTo>
                  <a:lnTo>
                    <a:pt x="2894" y="1453"/>
                  </a:lnTo>
                  <a:cubicBezTo>
                    <a:pt x="2894" y="1525"/>
                    <a:pt x="2834" y="1596"/>
                    <a:pt x="2739" y="1596"/>
                  </a:cubicBezTo>
                  <a:cubicBezTo>
                    <a:pt x="2668" y="1596"/>
                    <a:pt x="2596" y="1536"/>
                    <a:pt x="2596" y="1453"/>
                  </a:cubicBezTo>
                  <a:lnTo>
                    <a:pt x="2596" y="477"/>
                  </a:lnTo>
                  <a:cubicBezTo>
                    <a:pt x="2596" y="405"/>
                    <a:pt x="2656" y="334"/>
                    <a:pt x="2739" y="334"/>
                  </a:cubicBezTo>
                  <a:close/>
                  <a:moveTo>
                    <a:pt x="4751" y="334"/>
                  </a:moveTo>
                  <a:cubicBezTo>
                    <a:pt x="4823" y="334"/>
                    <a:pt x="4906" y="393"/>
                    <a:pt x="4906" y="477"/>
                  </a:cubicBezTo>
                  <a:lnTo>
                    <a:pt x="4906" y="1453"/>
                  </a:lnTo>
                  <a:cubicBezTo>
                    <a:pt x="4906" y="1525"/>
                    <a:pt x="4846" y="1596"/>
                    <a:pt x="4751" y="1596"/>
                  </a:cubicBezTo>
                  <a:cubicBezTo>
                    <a:pt x="4680" y="1596"/>
                    <a:pt x="4608" y="1536"/>
                    <a:pt x="4608" y="1453"/>
                  </a:cubicBezTo>
                  <a:lnTo>
                    <a:pt x="4608" y="477"/>
                  </a:lnTo>
                  <a:cubicBezTo>
                    <a:pt x="4608" y="405"/>
                    <a:pt x="4668" y="334"/>
                    <a:pt x="4751" y="334"/>
                  </a:cubicBezTo>
                  <a:close/>
                  <a:moveTo>
                    <a:pt x="6763" y="334"/>
                  </a:moveTo>
                  <a:cubicBezTo>
                    <a:pt x="6835" y="334"/>
                    <a:pt x="6906" y="393"/>
                    <a:pt x="6906" y="477"/>
                  </a:cubicBezTo>
                  <a:lnTo>
                    <a:pt x="6906" y="1453"/>
                  </a:lnTo>
                  <a:cubicBezTo>
                    <a:pt x="6906" y="1525"/>
                    <a:pt x="6847" y="1596"/>
                    <a:pt x="6763" y="1596"/>
                  </a:cubicBezTo>
                  <a:cubicBezTo>
                    <a:pt x="6692" y="1596"/>
                    <a:pt x="6609" y="1536"/>
                    <a:pt x="6609" y="1453"/>
                  </a:cubicBezTo>
                  <a:lnTo>
                    <a:pt x="6609" y="477"/>
                  </a:lnTo>
                  <a:cubicBezTo>
                    <a:pt x="6609" y="405"/>
                    <a:pt x="6668" y="334"/>
                    <a:pt x="6763" y="334"/>
                  </a:cubicBezTo>
                  <a:close/>
                  <a:moveTo>
                    <a:pt x="8775" y="334"/>
                  </a:moveTo>
                  <a:cubicBezTo>
                    <a:pt x="8847" y="334"/>
                    <a:pt x="8918" y="393"/>
                    <a:pt x="8918" y="477"/>
                  </a:cubicBezTo>
                  <a:lnTo>
                    <a:pt x="8918" y="1453"/>
                  </a:lnTo>
                  <a:cubicBezTo>
                    <a:pt x="8918" y="1525"/>
                    <a:pt x="8859" y="1596"/>
                    <a:pt x="8775" y="1596"/>
                  </a:cubicBezTo>
                  <a:cubicBezTo>
                    <a:pt x="8692" y="1596"/>
                    <a:pt x="8621" y="1536"/>
                    <a:pt x="8621" y="1453"/>
                  </a:cubicBezTo>
                  <a:lnTo>
                    <a:pt x="8621" y="1155"/>
                  </a:lnTo>
                  <a:lnTo>
                    <a:pt x="8621" y="810"/>
                  </a:lnTo>
                  <a:lnTo>
                    <a:pt x="8621" y="477"/>
                  </a:lnTo>
                  <a:cubicBezTo>
                    <a:pt x="8621" y="405"/>
                    <a:pt x="8680" y="334"/>
                    <a:pt x="8775" y="334"/>
                  </a:cubicBezTo>
                  <a:close/>
                  <a:moveTo>
                    <a:pt x="2703" y="1"/>
                  </a:moveTo>
                  <a:cubicBezTo>
                    <a:pt x="2429" y="1"/>
                    <a:pt x="2203" y="227"/>
                    <a:pt x="2203" y="501"/>
                  </a:cubicBezTo>
                  <a:lnTo>
                    <a:pt x="2203" y="822"/>
                  </a:lnTo>
                  <a:lnTo>
                    <a:pt x="1108" y="822"/>
                  </a:lnTo>
                  <a:cubicBezTo>
                    <a:pt x="501" y="822"/>
                    <a:pt x="1" y="1310"/>
                    <a:pt x="1" y="1929"/>
                  </a:cubicBezTo>
                  <a:lnTo>
                    <a:pt x="1" y="2656"/>
                  </a:lnTo>
                  <a:cubicBezTo>
                    <a:pt x="1" y="2739"/>
                    <a:pt x="84" y="2822"/>
                    <a:pt x="167" y="2822"/>
                  </a:cubicBezTo>
                  <a:cubicBezTo>
                    <a:pt x="262" y="2822"/>
                    <a:pt x="334" y="2739"/>
                    <a:pt x="334" y="2656"/>
                  </a:cubicBezTo>
                  <a:lnTo>
                    <a:pt x="334" y="1929"/>
                  </a:lnTo>
                  <a:cubicBezTo>
                    <a:pt x="334" y="1513"/>
                    <a:pt x="679" y="1144"/>
                    <a:pt x="1108" y="1144"/>
                  </a:cubicBezTo>
                  <a:lnTo>
                    <a:pt x="2203" y="1144"/>
                  </a:lnTo>
                  <a:lnTo>
                    <a:pt x="2203" y="1441"/>
                  </a:lnTo>
                  <a:cubicBezTo>
                    <a:pt x="2203" y="1715"/>
                    <a:pt x="2429" y="1941"/>
                    <a:pt x="2703" y="1941"/>
                  </a:cubicBezTo>
                  <a:cubicBezTo>
                    <a:pt x="2965" y="1941"/>
                    <a:pt x="3191" y="1715"/>
                    <a:pt x="3191" y="1441"/>
                  </a:cubicBezTo>
                  <a:lnTo>
                    <a:pt x="3191" y="1144"/>
                  </a:lnTo>
                  <a:lnTo>
                    <a:pt x="4227" y="1144"/>
                  </a:lnTo>
                  <a:lnTo>
                    <a:pt x="4227" y="1441"/>
                  </a:lnTo>
                  <a:cubicBezTo>
                    <a:pt x="4227" y="1715"/>
                    <a:pt x="4453" y="1941"/>
                    <a:pt x="4727" y="1941"/>
                  </a:cubicBezTo>
                  <a:cubicBezTo>
                    <a:pt x="4989" y="1941"/>
                    <a:pt x="5215" y="1715"/>
                    <a:pt x="5215" y="1441"/>
                  </a:cubicBezTo>
                  <a:lnTo>
                    <a:pt x="5215" y="1144"/>
                  </a:lnTo>
                  <a:lnTo>
                    <a:pt x="6251" y="1144"/>
                  </a:lnTo>
                  <a:lnTo>
                    <a:pt x="6251" y="1441"/>
                  </a:lnTo>
                  <a:cubicBezTo>
                    <a:pt x="6251" y="1715"/>
                    <a:pt x="6478" y="1941"/>
                    <a:pt x="6751" y="1941"/>
                  </a:cubicBezTo>
                  <a:cubicBezTo>
                    <a:pt x="7013" y="1941"/>
                    <a:pt x="7240" y="1715"/>
                    <a:pt x="7240" y="1441"/>
                  </a:cubicBezTo>
                  <a:lnTo>
                    <a:pt x="7240" y="1144"/>
                  </a:lnTo>
                  <a:lnTo>
                    <a:pt x="8275" y="1144"/>
                  </a:lnTo>
                  <a:lnTo>
                    <a:pt x="8275" y="1441"/>
                  </a:lnTo>
                  <a:cubicBezTo>
                    <a:pt x="8275" y="1715"/>
                    <a:pt x="8502" y="1941"/>
                    <a:pt x="8775" y="1941"/>
                  </a:cubicBezTo>
                  <a:cubicBezTo>
                    <a:pt x="9037" y="1941"/>
                    <a:pt x="9264" y="1715"/>
                    <a:pt x="9264" y="1441"/>
                  </a:cubicBezTo>
                  <a:lnTo>
                    <a:pt x="9264" y="1144"/>
                  </a:lnTo>
                  <a:lnTo>
                    <a:pt x="10264" y="1144"/>
                  </a:lnTo>
                  <a:cubicBezTo>
                    <a:pt x="10347" y="1144"/>
                    <a:pt x="10419" y="1072"/>
                    <a:pt x="10419" y="989"/>
                  </a:cubicBezTo>
                  <a:cubicBezTo>
                    <a:pt x="10419" y="894"/>
                    <a:pt x="10347" y="822"/>
                    <a:pt x="10264" y="822"/>
                  </a:cubicBezTo>
                  <a:lnTo>
                    <a:pt x="9264" y="822"/>
                  </a:lnTo>
                  <a:lnTo>
                    <a:pt x="9264" y="501"/>
                  </a:lnTo>
                  <a:cubicBezTo>
                    <a:pt x="9264" y="227"/>
                    <a:pt x="9037" y="1"/>
                    <a:pt x="8775" y="1"/>
                  </a:cubicBezTo>
                  <a:cubicBezTo>
                    <a:pt x="8502" y="1"/>
                    <a:pt x="8275" y="227"/>
                    <a:pt x="8275" y="501"/>
                  </a:cubicBezTo>
                  <a:lnTo>
                    <a:pt x="8275" y="822"/>
                  </a:lnTo>
                  <a:lnTo>
                    <a:pt x="7240" y="822"/>
                  </a:lnTo>
                  <a:lnTo>
                    <a:pt x="7240" y="501"/>
                  </a:lnTo>
                  <a:cubicBezTo>
                    <a:pt x="7240" y="227"/>
                    <a:pt x="7013" y="1"/>
                    <a:pt x="6751" y="1"/>
                  </a:cubicBezTo>
                  <a:cubicBezTo>
                    <a:pt x="6478" y="1"/>
                    <a:pt x="6251" y="227"/>
                    <a:pt x="6251" y="501"/>
                  </a:cubicBezTo>
                  <a:lnTo>
                    <a:pt x="6251" y="822"/>
                  </a:lnTo>
                  <a:lnTo>
                    <a:pt x="5215" y="822"/>
                  </a:lnTo>
                  <a:lnTo>
                    <a:pt x="5215" y="501"/>
                  </a:lnTo>
                  <a:cubicBezTo>
                    <a:pt x="5215" y="227"/>
                    <a:pt x="4989" y="1"/>
                    <a:pt x="4727" y="1"/>
                  </a:cubicBezTo>
                  <a:cubicBezTo>
                    <a:pt x="4453" y="1"/>
                    <a:pt x="4227" y="227"/>
                    <a:pt x="4227" y="501"/>
                  </a:cubicBezTo>
                  <a:lnTo>
                    <a:pt x="4227" y="822"/>
                  </a:lnTo>
                  <a:lnTo>
                    <a:pt x="3191" y="822"/>
                  </a:lnTo>
                  <a:lnTo>
                    <a:pt x="3191" y="501"/>
                  </a:lnTo>
                  <a:cubicBezTo>
                    <a:pt x="3191" y="227"/>
                    <a:pt x="2965" y="1"/>
                    <a:pt x="2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66"/>
            <p:cNvSpPr/>
            <p:nvPr/>
          </p:nvSpPr>
          <p:spPr>
            <a:xfrm>
              <a:off x="3994694" y="3917378"/>
              <a:ext cx="158325" cy="156067"/>
            </a:xfrm>
            <a:custGeom>
              <a:avLst/>
              <a:gdLst/>
              <a:ahLst/>
              <a:cxnLst/>
              <a:rect l="l" t="t" r="r" b="b"/>
              <a:pathLst>
                <a:path w="4978" h="4907" extrusionOk="0">
                  <a:moveTo>
                    <a:pt x="156" y="1"/>
                  </a:moveTo>
                  <a:cubicBezTo>
                    <a:pt x="72" y="1"/>
                    <a:pt x="1" y="72"/>
                    <a:pt x="1" y="155"/>
                  </a:cubicBezTo>
                  <a:lnTo>
                    <a:pt x="1" y="1251"/>
                  </a:lnTo>
                  <a:cubicBezTo>
                    <a:pt x="1" y="2049"/>
                    <a:pt x="656" y="2703"/>
                    <a:pt x="1453" y="2703"/>
                  </a:cubicBezTo>
                  <a:lnTo>
                    <a:pt x="2049" y="2703"/>
                  </a:lnTo>
                  <a:cubicBezTo>
                    <a:pt x="2573" y="2703"/>
                    <a:pt x="2989" y="3120"/>
                    <a:pt x="2989" y="3644"/>
                  </a:cubicBezTo>
                  <a:cubicBezTo>
                    <a:pt x="2989" y="4346"/>
                    <a:pt x="3549" y="4906"/>
                    <a:pt x="4251" y="4906"/>
                  </a:cubicBezTo>
                  <a:lnTo>
                    <a:pt x="4811" y="4906"/>
                  </a:lnTo>
                  <a:cubicBezTo>
                    <a:pt x="4906" y="4906"/>
                    <a:pt x="4978" y="4835"/>
                    <a:pt x="4978" y="4739"/>
                  </a:cubicBezTo>
                  <a:cubicBezTo>
                    <a:pt x="4978" y="4644"/>
                    <a:pt x="4906" y="4561"/>
                    <a:pt x="4799" y="4561"/>
                  </a:cubicBezTo>
                  <a:lnTo>
                    <a:pt x="4239" y="4561"/>
                  </a:lnTo>
                  <a:cubicBezTo>
                    <a:pt x="3716" y="4561"/>
                    <a:pt x="3299" y="4144"/>
                    <a:pt x="3299" y="3632"/>
                  </a:cubicBezTo>
                  <a:cubicBezTo>
                    <a:pt x="3299" y="2930"/>
                    <a:pt x="2739" y="2358"/>
                    <a:pt x="2037" y="2358"/>
                  </a:cubicBezTo>
                  <a:lnTo>
                    <a:pt x="1441" y="2358"/>
                  </a:lnTo>
                  <a:cubicBezTo>
                    <a:pt x="834" y="2358"/>
                    <a:pt x="322" y="1858"/>
                    <a:pt x="322" y="1251"/>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66"/>
            <p:cNvSpPr/>
            <p:nvPr/>
          </p:nvSpPr>
          <p:spPr>
            <a:xfrm>
              <a:off x="4160812" y="3927174"/>
              <a:ext cx="155813" cy="149992"/>
            </a:xfrm>
            <a:custGeom>
              <a:avLst/>
              <a:gdLst/>
              <a:ahLst/>
              <a:cxnLst/>
              <a:rect l="l" t="t" r="r" b="b"/>
              <a:pathLst>
                <a:path w="4899" h="4716" extrusionOk="0">
                  <a:moveTo>
                    <a:pt x="3231" y="645"/>
                  </a:moveTo>
                  <a:lnTo>
                    <a:pt x="4124" y="1538"/>
                  </a:lnTo>
                  <a:lnTo>
                    <a:pt x="3838" y="1812"/>
                  </a:lnTo>
                  <a:lnTo>
                    <a:pt x="2945" y="919"/>
                  </a:lnTo>
                  <a:lnTo>
                    <a:pt x="3231" y="645"/>
                  </a:lnTo>
                  <a:close/>
                  <a:moveTo>
                    <a:pt x="2707" y="1157"/>
                  </a:moveTo>
                  <a:lnTo>
                    <a:pt x="3029" y="1491"/>
                  </a:lnTo>
                  <a:lnTo>
                    <a:pt x="1302" y="3217"/>
                  </a:lnTo>
                  <a:lnTo>
                    <a:pt x="981" y="2884"/>
                  </a:lnTo>
                  <a:lnTo>
                    <a:pt x="2707" y="1157"/>
                  </a:lnTo>
                  <a:close/>
                  <a:moveTo>
                    <a:pt x="814" y="3205"/>
                  </a:moveTo>
                  <a:lnTo>
                    <a:pt x="1564" y="3943"/>
                  </a:lnTo>
                  <a:lnTo>
                    <a:pt x="1064" y="4098"/>
                  </a:lnTo>
                  <a:cubicBezTo>
                    <a:pt x="993" y="3919"/>
                    <a:pt x="862" y="3765"/>
                    <a:pt x="671" y="3693"/>
                  </a:cubicBezTo>
                  <a:lnTo>
                    <a:pt x="814" y="3205"/>
                  </a:lnTo>
                  <a:close/>
                  <a:moveTo>
                    <a:pt x="552" y="4015"/>
                  </a:moveTo>
                  <a:cubicBezTo>
                    <a:pt x="624" y="4050"/>
                    <a:pt x="695" y="4122"/>
                    <a:pt x="731" y="4193"/>
                  </a:cubicBezTo>
                  <a:lnTo>
                    <a:pt x="469" y="4288"/>
                  </a:lnTo>
                  <a:lnTo>
                    <a:pt x="469" y="4288"/>
                  </a:lnTo>
                  <a:lnTo>
                    <a:pt x="552" y="4015"/>
                  </a:lnTo>
                  <a:close/>
                  <a:moveTo>
                    <a:pt x="3648" y="1"/>
                  </a:moveTo>
                  <a:cubicBezTo>
                    <a:pt x="3640" y="1"/>
                    <a:pt x="3632" y="1"/>
                    <a:pt x="3624" y="2"/>
                  </a:cubicBezTo>
                  <a:cubicBezTo>
                    <a:pt x="3148" y="86"/>
                    <a:pt x="3005" y="419"/>
                    <a:pt x="2588" y="788"/>
                  </a:cubicBezTo>
                  <a:cubicBezTo>
                    <a:pt x="2588" y="788"/>
                    <a:pt x="707" y="2669"/>
                    <a:pt x="683" y="2705"/>
                  </a:cubicBezTo>
                  <a:cubicBezTo>
                    <a:pt x="517" y="2812"/>
                    <a:pt x="445" y="3276"/>
                    <a:pt x="40" y="4491"/>
                  </a:cubicBezTo>
                  <a:cubicBezTo>
                    <a:pt x="0" y="4612"/>
                    <a:pt x="79" y="4716"/>
                    <a:pt x="191" y="4716"/>
                  </a:cubicBezTo>
                  <a:cubicBezTo>
                    <a:pt x="212" y="4716"/>
                    <a:pt x="233" y="4712"/>
                    <a:pt x="255" y="4705"/>
                  </a:cubicBezTo>
                  <a:lnTo>
                    <a:pt x="1743" y="4241"/>
                  </a:lnTo>
                  <a:cubicBezTo>
                    <a:pt x="2017" y="4158"/>
                    <a:pt x="2124" y="3979"/>
                    <a:pt x="2231" y="3896"/>
                  </a:cubicBezTo>
                  <a:cubicBezTo>
                    <a:pt x="2291" y="3836"/>
                    <a:pt x="2291" y="3717"/>
                    <a:pt x="2231" y="3657"/>
                  </a:cubicBezTo>
                  <a:cubicBezTo>
                    <a:pt x="2201" y="3628"/>
                    <a:pt x="2157" y="3613"/>
                    <a:pt x="2112" y="3613"/>
                  </a:cubicBezTo>
                  <a:cubicBezTo>
                    <a:pt x="2067" y="3613"/>
                    <a:pt x="2023" y="3628"/>
                    <a:pt x="1993" y="3657"/>
                  </a:cubicBezTo>
                  <a:lnTo>
                    <a:pt x="1874" y="3777"/>
                  </a:lnTo>
                  <a:lnTo>
                    <a:pt x="1541" y="3455"/>
                  </a:lnTo>
                  <a:lnTo>
                    <a:pt x="3267" y="1729"/>
                  </a:lnTo>
                  <a:lnTo>
                    <a:pt x="3600" y="2050"/>
                  </a:lnTo>
                  <a:lnTo>
                    <a:pt x="2469" y="3181"/>
                  </a:lnTo>
                  <a:cubicBezTo>
                    <a:pt x="2362" y="3288"/>
                    <a:pt x="2434" y="3467"/>
                    <a:pt x="2588" y="3467"/>
                  </a:cubicBezTo>
                  <a:cubicBezTo>
                    <a:pt x="2719" y="3467"/>
                    <a:pt x="2672" y="3419"/>
                    <a:pt x="3946" y="2169"/>
                  </a:cubicBezTo>
                  <a:lnTo>
                    <a:pt x="4458" y="1657"/>
                  </a:lnTo>
                  <a:cubicBezTo>
                    <a:pt x="4898" y="1240"/>
                    <a:pt x="4862" y="562"/>
                    <a:pt x="4398" y="193"/>
                  </a:cubicBezTo>
                  <a:cubicBezTo>
                    <a:pt x="4368" y="168"/>
                    <a:pt x="4332" y="156"/>
                    <a:pt x="4296" y="156"/>
                  </a:cubicBezTo>
                  <a:cubicBezTo>
                    <a:pt x="4246" y="156"/>
                    <a:pt x="4195" y="180"/>
                    <a:pt x="4160" y="228"/>
                  </a:cubicBezTo>
                  <a:cubicBezTo>
                    <a:pt x="4100" y="300"/>
                    <a:pt x="4124" y="407"/>
                    <a:pt x="4196" y="467"/>
                  </a:cubicBezTo>
                  <a:cubicBezTo>
                    <a:pt x="4339" y="586"/>
                    <a:pt x="4434" y="764"/>
                    <a:pt x="4434" y="955"/>
                  </a:cubicBezTo>
                  <a:cubicBezTo>
                    <a:pt x="4434" y="1074"/>
                    <a:pt x="4398" y="1181"/>
                    <a:pt x="4339" y="1264"/>
                  </a:cubicBezTo>
                  <a:lnTo>
                    <a:pt x="3481" y="407"/>
                  </a:lnTo>
                  <a:cubicBezTo>
                    <a:pt x="3541" y="371"/>
                    <a:pt x="3612" y="348"/>
                    <a:pt x="3684" y="324"/>
                  </a:cubicBezTo>
                  <a:cubicBezTo>
                    <a:pt x="3779" y="312"/>
                    <a:pt x="3838" y="228"/>
                    <a:pt x="3827" y="133"/>
                  </a:cubicBezTo>
                  <a:cubicBezTo>
                    <a:pt x="3805" y="57"/>
                    <a:pt x="3733" y="1"/>
                    <a:pt x="3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76" name="Google Shape;12276;p66"/>
          <p:cNvSpPr/>
          <p:nvPr/>
        </p:nvSpPr>
        <p:spPr>
          <a:xfrm>
            <a:off x="3216521" y="3632487"/>
            <a:ext cx="78049" cy="353417"/>
          </a:xfrm>
          <a:custGeom>
            <a:avLst/>
            <a:gdLst/>
            <a:ahLst/>
            <a:cxnLst/>
            <a:rect l="l" t="t" r="r" b="b"/>
            <a:pathLst>
              <a:path w="2454" h="11112" extrusionOk="0">
                <a:moveTo>
                  <a:pt x="1215" y="501"/>
                </a:moveTo>
                <a:cubicBezTo>
                  <a:pt x="1429" y="894"/>
                  <a:pt x="1453" y="953"/>
                  <a:pt x="1453" y="965"/>
                </a:cubicBezTo>
                <a:cubicBezTo>
                  <a:pt x="1382" y="1013"/>
                  <a:pt x="1286" y="1025"/>
                  <a:pt x="1203" y="1025"/>
                </a:cubicBezTo>
                <a:cubicBezTo>
                  <a:pt x="1108" y="1025"/>
                  <a:pt x="1024" y="1013"/>
                  <a:pt x="941" y="965"/>
                </a:cubicBezTo>
                <a:lnTo>
                  <a:pt x="1215" y="501"/>
                </a:lnTo>
                <a:close/>
                <a:moveTo>
                  <a:pt x="1620" y="1275"/>
                </a:moveTo>
                <a:lnTo>
                  <a:pt x="2001" y="2013"/>
                </a:lnTo>
                <a:lnTo>
                  <a:pt x="429" y="2013"/>
                </a:lnTo>
                <a:lnTo>
                  <a:pt x="810" y="1275"/>
                </a:lnTo>
                <a:cubicBezTo>
                  <a:pt x="929" y="1334"/>
                  <a:pt x="1084" y="1382"/>
                  <a:pt x="1215" y="1382"/>
                </a:cubicBezTo>
                <a:cubicBezTo>
                  <a:pt x="1346" y="1382"/>
                  <a:pt x="1501" y="1358"/>
                  <a:pt x="1620" y="1275"/>
                </a:cubicBezTo>
                <a:close/>
                <a:moveTo>
                  <a:pt x="2108" y="9109"/>
                </a:moveTo>
                <a:lnTo>
                  <a:pt x="2108" y="9752"/>
                </a:lnTo>
                <a:lnTo>
                  <a:pt x="322" y="9752"/>
                </a:lnTo>
                <a:lnTo>
                  <a:pt x="322" y="9109"/>
                </a:lnTo>
                <a:close/>
                <a:moveTo>
                  <a:pt x="1215" y="1"/>
                </a:moveTo>
                <a:cubicBezTo>
                  <a:pt x="1155" y="1"/>
                  <a:pt x="1096" y="25"/>
                  <a:pt x="1072" y="84"/>
                </a:cubicBezTo>
                <a:lnTo>
                  <a:pt x="608" y="965"/>
                </a:lnTo>
                <a:lnTo>
                  <a:pt x="120" y="1894"/>
                </a:lnTo>
                <a:cubicBezTo>
                  <a:pt x="36" y="2037"/>
                  <a:pt x="0" y="2215"/>
                  <a:pt x="0" y="2382"/>
                </a:cubicBezTo>
                <a:lnTo>
                  <a:pt x="0" y="5359"/>
                </a:lnTo>
                <a:cubicBezTo>
                  <a:pt x="0" y="5442"/>
                  <a:pt x="72" y="5525"/>
                  <a:pt x="155" y="5525"/>
                </a:cubicBezTo>
                <a:cubicBezTo>
                  <a:pt x="250" y="5525"/>
                  <a:pt x="322" y="5442"/>
                  <a:pt x="322" y="5359"/>
                </a:cubicBezTo>
                <a:lnTo>
                  <a:pt x="322" y="2346"/>
                </a:lnTo>
                <a:lnTo>
                  <a:pt x="1048" y="2346"/>
                </a:lnTo>
                <a:lnTo>
                  <a:pt x="1048" y="8776"/>
                </a:lnTo>
                <a:lnTo>
                  <a:pt x="322" y="8776"/>
                </a:lnTo>
                <a:lnTo>
                  <a:pt x="322" y="6002"/>
                </a:lnTo>
                <a:cubicBezTo>
                  <a:pt x="322" y="5906"/>
                  <a:pt x="250" y="5835"/>
                  <a:pt x="155" y="5835"/>
                </a:cubicBezTo>
                <a:cubicBezTo>
                  <a:pt x="72" y="5835"/>
                  <a:pt x="0" y="5906"/>
                  <a:pt x="0" y="6002"/>
                </a:cubicBezTo>
                <a:lnTo>
                  <a:pt x="0" y="9895"/>
                </a:lnTo>
                <a:cubicBezTo>
                  <a:pt x="0" y="10121"/>
                  <a:pt x="60" y="10323"/>
                  <a:pt x="179" y="10526"/>
                </a:cubicBezTo>
                <a:cubicBezTo>
                  <a:pt x="203" y="10562"/>
                  <a:pt x="262" y="10597"/>
                  <a:pt x="322" y="10597"/>
                </a:cubicBezTo>
                <a:cubicBezTo>
                  <a:pt x="453" y="10597"/>
                  <a:pt x="536" y="10466"/>
                  <a:pt x="477" y="10347"/>
                </a:cubicBezTo>
                <a:cubicBezTo>
                  <a:pt x="417" y="10252"/>
                  <a:pt x="381" y="10145"/>
                  <a:pt x="370" y="10050"/>
                </a:cubicBezTo>
                <a:lnTo>
                  <a:pt x="2108" y="10050"/>
                </a:lnTo>
                <a:cubicBezTo>
                  <a:pt x="2025" y="10443"/>
                  <a:pt x="1679" y="10764"/>
                  <a:pt x="1251" y="10776"/>
                </a:cubicBezTo>
                <a:cubicBezTo>
                  <a:pt x="1108" y="10776"/>
                  <a:pt x="989" y="10764"/>
                  <a:pt x="893" y="10704"/>
                </a:cubicBezTo>
                <a:cubicBezTo>
                  <a:pt x="869" y="10695"/>
                  <a:pt x="844" y="10691"/>
                  <a:pt x="822" y="10691"/>
                </a:cubicBezTo>
                <a:cubicBezTo>
                  <a:pt x="757" y="10691"/>
                  <a:pt x="702" y="10726"/>
                  <a:pt x="667" y="10788"/>
                </a:cubicBezTo>
                <a:cubicBezTo>
                  <a:pt x="631" y="10883"/>
                  <a:pt x="667" y="10966"/>
                  <a:pt x="751" y="11014"/>
                </a:cubicBezTo>
                <a:cubicBezTo>
                  <a:pt x="907" y="11081"/>
                  <a:pt x="1067" y="11111"/>
                  <a:pt x="1222" y="11111"/>
                </a:cubicBezTo>
                <a:cubicBezTo>
                  <a:pt x="1872" y="11111"/>
                  <a:pt x="2453" y="10577"/>
                  <a:pt x="2453" y="9895"/>
                </a:cubicBezTo>
                <a:lnTo>
                  <a:pt x="2453" y="9895"/>
                </a:lnTo>
                <a:cubicBezTo>
                  <a:pt x="2453" y="9895"/>
                  <a:pt x="2453" y="9895"/>
                  <a:pt x="2453" y="9895"/>
                </a:cubicBezTo>
                <a:cubicBezTo>
                  <a:pt x="2441" y="9895"/>
                  <a:pt x="2441" y="8954"/>
                  <a:pt x="2441" y="8942"/>
                </a:cubicBezTo>
                <a:lnTo>
                  <a:pt x="2441" y="7514"/>
                </a:lnTo>
                <a:cubicBezTo>
                  <a:pt x="2441" y="7418"/>
                  <a:pt x="2358" y="7347"/>
                  <a:pt x="2275" y="7347"/>
                </a:cubicBezTo>
                <a:cubicBezTo>
                  <a:pt x="2179" y="7347"/>
                  <a:pt x="2108" y="7418"/>
                  <a:pt x="2108" y="7514"/>
                </a:cubicBezTo>
                <a:lnTo>
                  <a:pt x="2108" y="8776"/>
                </a:lnTo>
                <a:lnTo>
                  <a:pt x="1382" y="8776"/>
                </a:lnTo>
                <a:lnTo>
                  <a:pt x="1382" y="2346"/>
                </a:lnTo>
                <a:lnTo>
                  <a:pt x="2108" y="2346"/>
                </a:lnTo>
                <a:lnTo>
                  <a:pt x="2108" y="2382"/>
                </a:lnTo>
                <a:lnTo>
                  <a:pt x="2108" y="6859"/>
                </a:lnTo>
                <a:cubicBezTo>
                  <a:pt x="2108" y="6954"/>
                  <a:pt x="2179" y="7025"/>
                  <a:pt x="2275" y="7025"/>
                </a:cubicBezTo>
                <a:cubicBezTo>
                  <a:pt x="2358" y="7025"/>
                  <a:pt x="2441" y="6954"/>
                  <a:pt x="2441" y="6859"/>
                </a:cubicBezTo>
                <a:lnTo>
                  <a:pt x="2441" y="2382"/>
                </a:lnTo>
                <a:cubicBezTo>
                  <a:pt x="2441" y="2215"/>
                  <a:pt x="2394" y="2037"/>
                  <a:pt x="2322" y="1894"/>
                </a:cubicBezTo>
                <a:lnTo>
                  <a:pt x="1370" y="84"/>
                </a:lnTo>
                <a:cubicBezTo>
                  <a:pt x="1334" y="25"/>
                  <a:pt x="1274"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66"/>
          <p:cNvSpPr/>
          <p:nvPr/>
        </p:nvSpPr>
        <p:spPr>
          <a:xfrm>
            <a:off x="3469466" y="3652747"/>
            <a:ext cx="363563" cy="311657"/>
          </a:xfrm>
          <a:custGeom>
            <a:avLst/>
            <a:gdLst/>
            <a:ahLst/>
            <a:cxnLst/>
            <a:rect l="l" t="t" r="r" b="b"/>
            <a:pathLst>
              <a:path w="11431" h="9799" extrusionOk="0">
                <a:moveTo>
                  <a:pt x="4347" y="1"/>
                </a:moveTo>
                <a:cubicBezTo>
                  <a:pt x="3957" y="1"/>
                  <a:pt x="3588" y="148"/>
                  <a:pt x="3311" y="435"/>
                </a:cubicBezTo>
                <a:lnTo>
                  <a:pt x="3287" y="447"/>
                </a:lnTo>
                <a:lnTo>
                  <a:pt x="3275" y="447"/>
                </a:lnTo>
                <a:cubicBezTo>
                  <a:pt x="3189" y="435"/>
                  <a:pt x="3104" y="429"/>
                  <a:pt x="3019" y="429"/>
                </a:cubicBezTo>
                <a:cubicBezTo>
                  <a:pt x="2531" y="429"/>
                  <a:pt x="2074" y="633"/>
                  <a:pt x="1739" y="1019"/>
                </a:cubicBezTo>
                <a:cubicBezTo>
                  <a:pt x="1358" y="1459"/>
                  <a:pt x="1239" y="2055"/>
                  <a:pt x="1418" y="2602"/>
                </a:cubicBezTo>
                <a:lnTo>
                  <a:pt x="1418" y="2626"/>
                </a:lnTo>
                <a:lnTo>
                  <a:pt x="1406" y="2638"/>
                </a:lnTo>
                <a:cubicBezTo>
                  <a:pt x="549" y="3007"/>
                  <a:pt x="1" y="3841"/>
                  <a:pt x="1" y="4769"/>
                </a:cubicBezTo>
                <a:cubicBezTo>
                  <a:pt x="1" y="5507"/>
                  <a:pt x="346" y="6198"/>
                  <a:pt x="941" y="6627"/>
                </a:cubicBezTo>
                <a:lnTo>
                  <a:pt x="953" y="6638"/>
                </a:lnTo>
                <a:lnTo>
                  <a:pt x="941" y="6650"/>
                </a:lnTo>
                <a:cubicBezTo>
                  <a:pt x="608" y="7281"/>
                  <a:pt x="703" y="7996"/>
                  <a:pt x="1168" y="8532"/>
                </a:cubicBezTo>
                <a:cubicBezTo>
                  <a:pt x="1492" y="8915"/>
                  <a:pt x="1937" y="9116"/>
                  <a:pt x="2409" y="9116"/>
                </a:cubicBezTo>
                <a:cubicBezTo>
                  <a:pt x="2597" y="9116"/>
                  <a:pt x="2788" y="9084"/>
                  <a:pt x="2977" y="9020"/>
                </a:cubicBezTo>
                <a:lnTo>
                  <a:pt x="2989" y="9020"/>
                </a:lnTo>
                <a:lnTo>
                  <a:pt x="3013" y="9032"/>
                </a:lnTo>
                <a:cubicBezTo>
                  <a:pt x="3108" y="9210"/>
                  <a:pt x="3251" y="9377"/>
                  <a:pt x="3406" y="9496"/>
                </a:cubicBezTo>
                <a:cubicBezTo>
                  <a:pt x="3433" y="9523"/>
                  <a:pt x="3473" y="9536"/>
                  <a:pt x="3511" y="9536"/>
                </a:cubicBezTo>
                <a:cubicBezTo>
                  <a:pt x="3524" y="9536"/>
                  <a:pt x="3537" y="9535"/>
                  <a:pt x="3549" y="9532"/>
                </a:cubicBezTo>
                <a:cubicBezTo>
                  <a:pt x="3585" y="9532"/>
                  <a:pt x="3632" y="9496"/>
                  <a:pt x="3668" y="9472"/>
                </a:cubicBezTo>
                <a:cubicBezTo>
                  <a:pt x="3692" y="9436"/>
                  <a:pt x="3704" y="9377"/>
                  <a:pt x="3692" y="9329"/>
                </a:cubicBezTo>
                <a:cubicBezTo>
                  <a:pt x="3692" y="9294"/>
                  <a:pt x="3668" y="9246"/>
                  <a:pt x="3632" y="9210"/>
                </a:cubicBezTo>
                <a:cubicBezTo>
                  <a:pt x="3466" y="9079"/>
                  <a:pt x="3335" y="8913"/>
                  <a:pt x="3263" y="8710"/>
                </a:cubicBezTo>
                <a:cubicBezTo>
                  <a:pt x="3251" y="8663"/>
                  <a:pt x="3204" y="8639"/>
                  <a:pt x="3156" y="8603"/>
                </a:cubicBezTo>
                <a:cubicBezTo>
                  <a:pt x="3132" y="8597"/>
                  <a:pt x="3111" y="8594"/>
                  <a:pt x="3090" y="8594"/>
                </a:cubicBezTo>
                <a:cubicBezTo>
                  <a:pt x="3070" y="8594"/>
                  <a:pt x="3049" y="8597"/>
                  <a:pt x="3025" y="8603"/>
                </a:cubicBezTo>
                <a:cubicBezTo>
                  <a:pt x="2841" y="8695"/>
                  <a:pt x="2642" y="8741"/>
                  <a:pt x="2443" y="8741"/>
                </a:cubicBezTo>
                <a:cubicBezTo>
                  <a:pt x="2177" y="8741"/>
                  <a:pt x="1911" y="8659"/>
                  <a:pt x="1680" y="8496"/>
                </a:cubicBezTo>
                <a:cubicBezTo>
                  <a:pt x="1287" y="8222"/>
                  <a:pt x="1072" y="7758"/>
                  <a:pt x="1120" y="7281"/>
                </a:cubicBezTo>
                <a:cubicBezTo>
                  <a:pt x="1191" y="6615"/>
                  <a:pt x="1763" y="6091"/>
                  <a:pt x="2442" y="6091"/>
                </a:cubicBezTo>
                <a:cubicBezTo>
                  <a:pt x="2537" y="6091"/>
                  <a:pt x="2620" y="6019"/>
                  <a:pt x="2620" y="5912"/>
                </a:cubicBezTo>
                <a:cubicBezTo>
                  <a:pt x="2620" y="5817"/>
                  <a:pt x="2549" y="5734"/>
                  <a:pt x="2442" y="5734"/>
                </a:cubicBezTo>
                <a:cubicBezTo>
                  <a:pt x="1965" y="5734"/>
                  <a:pt x="1501" y="5936"/>
                  <a:pt x="1180" y="6317"/>
                </a:cubicBezTo>
                <a:lnTo>
                  <a:pt x="1168" y="6329"/>
                </a:lnTo>
                <a:lnTo>
                  <a:pt x="1144" y="6317"/>
                </a:lnTo>
                <a:cubicBezTo>
                  <a:pt x="644" y="5936"/>
                  <a:pt x="358" y="5365"/>
                  <a:pt x="358" y="4733"/>
                </a:cubicBezTo>
                <a:cubicBezTo>
                  <a:pt x="358" y="3948"/>
                  <a:pt x="822" y="3233"/>
                  <a:pt x="1549" y="2936"/>
                </a:cubicBezTo>
                <a:lnTo>
                  <a:pt x="1561" y="2912"/>
                </a:lnTo>
                <a:lnTo>
                  <a:pt x="1584" y="2936"/>
                </a:lnTo>
                <a:cubicBezTo>
                  <a:pt x="1882" y="3436"/>
                  <a:pt x="2430" y="3757"/>
                  <a:pt x="3025" y="3757"/>
                </a:cubicBezTo>
                <a:cubicBezTo>
                  <a:pt x="3108" y="3757"/>
                  <a:pt x="3204" y="3674"/>
                  <a:pt x="3204" y="3567"/>
                </a:cubicBezTo>
                <a:cubicBezTo>
                  <a:pt x="3204" y="3471"/>
                  <a:pt x="3132" y="3388"/>
                  <a:pt x="3025" y="3388"/>
                </a:cubicBezTo>
                <a:cubicBezTo>
                  <a:pt x="2501" y="3388"/>
                  <a:pt x="2025" y="3079"/>
                  <a:pt x="1822" y="2614"/>
                </a:cubicBezTo>
                <a:cubicBezTo>
                  <a:pt x="1620" y="2186"/>
                  <a:pt x="1668" y="1709"/>
                  <a:pt x="1942" y="1328"/>
                </a:cubicBezTo>
                <a:cubicBezTo>
                  <a:pt x="2196" y="946"/>
                  <a:pt x="2608" y="744"/>
                  <a:pt x="3058" y="744"/>
                </a:cubicBezTo>
                <a:cubicBezTo>
                  <a:pt x="3071" y="744"/>
                  <a:pt x="3084" y="745"/>
                  <a:pt x="3096" y="745"/>
                </a:cubicBezTo>
                <a:cubicBezTo>
                  <a:pt x="3549" y="769"/>
                  <a:pt x="3930" y="995"/>
                  <a:pt x="4156" y="1388"/>
                </a:cubicBezTo>
                <a:cubicBezTo>
                  <a:pt x="4189" y="1437"/>
                  <a:pt x="4245" y="1464"/>
                  <a:pt x="4307" y="1464"/>
                </a:cubicBezTo>
                <a:cubicBezTo>
                  <a:pt x="4335" y="1464"/>
                  <a:pt x="4365" y="1458"/>
                  <a:pt x="4394" y="1447"/>
                </a:cubicBezTo>
                <a:cubicBezTo>
                  <a:pt x="4466" y="1400"/>
                  <a:pt x="4501" y="1293"/>
                  <a:pt x="4454" y="1209"/>
                </a:cubicBezTo>
                <a:cubicBezTo>
                  <a:pt x="4275" y="923"/>
                  <a:pt x="4037" y="697"/>
                  <a:pt x="3727" y="554"/>
                </a:cubicBezTo>
                <a:lnTo>
                  <a:pt x="3692" y="531"/>
                </a:lnTo>
                <a:lnTo>
                  <a:pt x="3727" y="519"/>
                </a:lnTo>
                <a:cubicBezTo>
                  <a:pt x="3925" y="392"/>
                  <a:pt x="4142" y="329"/>
                  <a:pt x="4362" y="329"/>
                </a:cubicBezTo>
                <a:cubicBezTo>
                  <a:pt x="4553" y="329"/>
                  <a:pt x="4747" y="377"/>
                  <a:pt x="4930" y="471"/>
                </a:cubicBezTo>
                <a:cubicBezTo>
                  <a:pt x="5311" y="685"/>
                  <a:pt x="5537" y="1066"/>
                  <a:pt x="5537" y="1519"/>
                </a:cubicBezTo>
                <a:lnTo>
                  <a:pt x="5537" y="4031"/>
                </a:lnTo>
                <a:lnTo>
                  <a:pt x="5513" y="4031"/>
                </a:lnTo>
                <a:cubicBezTo>
                  <a:pt x="5156" y="4019"/>
                  <a:pt x="4918" y="3888"/>
                  <a:pt x="4751" y="3626"/>
                </a:cubicBezTo>
                <a:cubicBezTo>
                  <a:pt x="4719" y="3577"/>
                  <a:pt x="4652" y="3550"/>
                  <a:pt x="4590" y="3550"/>
                </a:cubicBezTo>
                <a:cubicBezTo>
                  <a:pt x="4562" y="3550"/>
                  <a:pt x="4535" y="3556"/>
                  <a:pt x="4513" y="3567"/>
                </a:cubicBezTo>
                <a:cubicBezTo>
                  <a:pt x="4442" y="3614"/>
                  <a:pt x="4406" y="3733"/>
                  <a:pt x="4454" y="3805"/>
                </a:cubicBezTo>
                <a:cubicBezTo>
                  <a:pt x="4680" y="4162"/>
                  <a:pt x="5037" y="4364"/>
                  <a:pt x="5490" y="4376"/>
                </a:cubicBezTo>
                <a:lnTo>
                  <a:pt x="5513" y="4376"/>
                </a:lnTo>
                <a:lnTo>
                  <a:pt x="5513" y="7008"/>
                </a:lnTo>
                <a:lnTo>
                  <a:pt x="5466" y="6984"/>
                </a:lnTo>
                <a:cubicBezTo>
                  <a:pt x="5240" y="6758"/>
                  <a:pt x="4930" y="6638"/>
                  <a:pt x="4620" y="6638"/>
                </a:cubicBezTo>
                <a:lnTo>
                  <a:pt x="3549" y="6638"/>
                </a:lnTo>
                <a:cubicBezTo>
                  <a:pt x="3454" y="6638"/>
                  <a:pt x="3370" y="6710"/>
                  <a:pt x="3370" y="6817"/>
                </a:cubicBezTo>
                <a:cubicBezTo>
                  <a:pt x="3370" y="6900"/>
                  <a:pt x="3442" y="6996"/>
                  <a:pt x="3549" y="6996"/>
                </a:cubicBezTo>
                <a:lnTo>
                  <a:pt x="4620" y="6996"/>
                </a:lnTo>
                <a:cubicBezTo>
                  <a:pt x="5109" y="6996"/>
                  <a:pt x="5490" y="7400"/>
                  <a:pt x="5490" y="7877"/>
                </a:cubicBezTo>
                <a:lnTo>
                  <a:pt x="5490" y="8258"/>
                </a:lnTo>
                <a:cubicBezTo>
                  <a:pt x="5490" y="8603"/>
                  <a:pt x="5347" y="8924"/>
                  <a:pt x="5073" y="9163"/>
                </a:cubicBezTo>
                <a:cubicBezTo>
                  <a:pt x="4859" y="9347"/>
                  <a:pt x="4589" y="9453"/>
                  <a:pt x="4310" y="9453"/>
                </a:cubicBezTo>
                <a:cubicBezTo>
                  <a:pt x="4247" y="9453"/>
                  <a:pt x="4184" y="9447"/>
                  <a:pt x="4120" y="9436"/>
                </a:cubicBezTo>
                <a:lnTo>
                  <a:pt x="4097" y="9436"/>
                </a:lnTo>
                <a:cubicBezTo>
                  <a:pt x="4061" y="9436"/>
                  <a:pt x="4025" y="9448"/>
                  <a:pt x="3989" y="9460"/>
                </a:cubicBezTo>
                <a:cubicBezTo>
                  <a:pt x="3942" y="9496"/>
                  <a:pt x="3930" y="9544"/>
                  <a:pt x="3918" y="9579"/>
                </a:cubicBezTo>
                <a:cubicBezTo>
                  <a:pt x="3906" y="9675"/>
                  <a:pt x="3966" y="9758"/>
                  <a:pt x="4061" y="9782"/>
                </a:cubicBezTo>
                <a:cubicBezTo>
                  <a:pt x="4137" y="9793"/>
                  <a:pt x="4213" y="9799"/>
                  <a:pt x="4289" y="9799"/>
                </a:cubicBezTo>
                <a:cubicBezTo>
                  <a:pt x="4842" y="9799"/>
                  <a:pt x="5372" y="9500"/>
                  <a:pt x="5644" y="9008"/>
                </a:cubicBezTo>
                <a:lnTo>
                  <a:pt x="5656" y="8972"/>
                </a:lnTo>
                <a:lnTo>
                  <a:pt x="5668" y="9008"/>
                </a:lnTo>
                <a:cubicBezTo>
                  <a:pt x="5951" y="9500"/>
                  <a:pt x="6473" y="9799"/>
                  <a:pt x="7024" y="9799"/>
                </a:cubicBezTo>
                <a:cubicBezTo>
                  <a:pt x="7100" y="9799"/>
                  <a:pt x="7176" y="9793"/>
                  <a:pt x="7252" y="9782"/>
                </a:cubicBezTo>
                <a:cubicBezTo>
                  <a:pt x="7335" y="9758"/>
                  <a:pt x="7418" y="9675"/>
                  <a:pt x="7395" y="9579"/>
                </a:cubicBezTo>
                <a:cubicBezTo>
                  <a:pt x="7395" y="9544"/>
                  <a:pt x="7371" y="9496"/>
                  <a:pt x="7323" y="9460"/>
                </a:cubicBezTo>
                <a:cubicBezTo>
                  <a:pt x="7288" y="9443"/>
                  <a:pt x="7260" y="9432"/>
                  <a:pt x="7228" y="9432"/>
                </a:cubicBezTo>
                <a:cubicBezTo>
                  <a:pt x="7217" y="9432"/>
                  <a:pt x="7205" y="9433"/>
                  <a:pt x="7192" y="9436"/>
                </a:cubicBezTo>
                <a:cubicBezTo>
                  <a:pt x="7129" y="9447"/>
                  <a:pt x="7066" y="9453"/>
                  <a:pt x="7003" y="9453"/>
                </a:cubicBezTo>
                <a:cubicBezTo>
                  <a:pt x="6723" y="9453"/>
                  <a:pt x="6454" y="9347"/>
                  <a:pt x="6240" y="9163"/>
                </a:cubicBezTo>
                <a:cubicBezTo>
                  <a:pt x="5978" y="8948"/>
                  <a:pt x="5823" y="8615"/>
                  <a:pt x="5823" y="8258"/>
                </a:cubicBezTo>
                <a:lnTo>
                  <a:pt x="5823" y="6746"/>
                </a:lnTo>
                <a:cubicBezTo>
                  <a:pt x="5823" y="6246"/>
                  <a:pt x="6228" y="5865"/>
                  <a:pt x="6704" y="5865"/>
                </a:cubicBezTo>
                <a:lnTo>
                  <a:pt x="8252" y="5865"/>
                </a:lnTo>
                <a:cubicBezTo>
                  <a:pt x="8335" y="5865"/>
                  <a:pt x="8430" y="5793"/>
                  <a:pt x="8430" y="5686"/>
                </a:cubicBezTo>
                <a:cubicBezTo>
                  <a:pt x="8430" y="5579"/>
                  <a:pt x="8359" y="5507"/>
                  <a:pt x="8252" y="5507"/>
                </a:cubicBezTo>
                <a:lnTo>
                  <a:pt x="6704" y="5507"/>
                </a:lnTo>
                <a:cubicBezTo>
                  <a:pt x="6383" y="5507"/>
                  <a:pt x="6085" y="5626"/>
                  <a:pt x="5847" y="5853"/>
                </a:cubicBezTo>
                <a:lnTo>
                  <a:pt x="5811" y="5876"/>
                </a:lnTo>
                <a:lnTo>
                  <a:pt x="5811" y="5210"/>
                </a:lnTo>
                <a:lnTo>
                  <a:pt x="5823" y="5210"/>
                </a:lnTo>
                <a:cubicBezTo>
                  <a:pt x="6549" y="5186"/>
                  <a:pt x="7133" y="4591"/>
                  <a:pt x="7133" y="3841"/>
                </a:cubicBezTo>
                <a:cubicBezTo>
                  <a:pt x="7133" y="3757"/>
                  <a:pt x="7061" y="3662"/>
                  <a:pt x="6954" y="3662"/>
                </a:cubicBezTo>
                <a:cubicBezTo>
                  <a:pt x="6859" y="3662"/>
                  <a:pt x="6775" y="3733"/>
                  <a:pt x="6775" y="3841"/>
                </a:cubicBezTo>
                <a:cubicBezTo>
                  <a:pt x="6775" y="4376"/>
                  <a:pt x="6359" y="4829"/>
                  <a:pt x="5823" y="4853"/>
                </a:cubicBezTo>
                <a:lnTo>
                  <a:pt x="5787" y="4853"/>
                </a:lnTo>
                <a:lnTo>
                  <a:pt x="5787" y="1543"/>
                </a:lnTo>
                <a:cubicBezTo>
                  <a:pt x="5787" y="1114"/>
                  <a:pt x="6013" y="709"/>
                  <a:pt x="6406" y="507"/>
                </a:cubicBezTo>
                <a:cubicBezTo>
                  <a:pt x="6582" y="408"/>
                  <a:pt x="6773" y="360"/>
                  <a:pt x="6963" y="360"/>
                </a:cubicBezTo>
                <a:cubicBezTo>
                  <a:pt x="7186" y="360"/>
                  <a:pt x="7410" y="426"/>
                  <a:pt x="7609" y="554"/>
                </a:cubicBezTo>
                <a:lnTo>
                  <a:pt x="7633" y="566"/>
                </a:lnTo>
                <a:lnTo>
                  <a:pt x="7728" y="602"/>
                </a:lnTo>
                <a:cubicBezTo>
                  <a:pt x="7430" y="733"/>
                  <a:pt x="7180" y="971"/>
                  <a:pt x="7002" y="1257"/>
                </a:cubicBezTo>
                <a:cubicBezTo>
                  <a:pt x="6954" y="1328"/>
                  <a:pt x="6966" y="1447"/>
                  <a:pt x="7061" y="1495"/>
                </a:cubicBezTo>
                <a:cubicBezTo>
                  <a:pt x="7086" y="1507"/>
                  <a:pt x="7116" y="1514"/>
                  <a:pt x="7147" y="1514"/>
                </a:cubicBezTo>
                <a:cubicBezTo>
                  <a:pt x="7206" y="1514"/>
                  <a:pt x="7268" y="1490"/>
                  <a:pt x="7299" y="1435"/>
                </a:cubicBezTo>
                <a:cubicBezTo>
                  <a:pt x="7526" y="1054"/>
                  <a:pt x="7918" y="816"/>
                  <a:pt x="8371" y="793"/>
                </a:cubicBezTo>
                <a:cubicBezTo>
                  <a:pt x="8405" y="790"/>
                  <a:pt x="8438" y="789"/>
                  <a:pt x="8471" y="789"/>
                </a:cubicBezTo>
                <a:cubicBezTo>
                  <a:pt x="8895" y="789"/>
                  <a:pt x="9271" y="998"/>
                  <a:pt x="9514" y="1340"/>
                </a:cubicBezTo>
                <a:cubicBezTo>
                  <a:pt x="9788" y="1709"/>
                  <a:pt x="9847" y="2186"/>
                  <a:pt x="9669" y="2602"/>
                </a:cubicBezTo>
                <a:cubicBezTo>
                  <a:pt x="9454" y="3114"/>
                  <a:pt x="8978" y="3436"/>
                  <a:pt x="8430" y="3436"/>
                </a:cubicBezTo>
                <a:cubicBezTo>
                  <a:pt x="8335" y="3436"/>
                  <a:pt x="8252" y="3519"/>
                  <a:pt x="8252" y="3614"/>
                </a:cubicBezTo>
                <a:cubicBezTo>
                  <a:pt x="8252" y="3721"/>
                  <a:pt x="8323" y="3793"/>
                  <a:pt x="8430" y="3793"/>
                </a:cubicBezTo>
                <a:cubicBezTo>
                  <a:pt x="9014" y="3793"/>
                  <a:pt x="9573" y="3483"/>
                  <a:pt x="9871" y="2983"/>
                </a:cubicBezTo>
                <a:lnTo>
                  <a:pt x="9883" y="2959"/>
                </a:lnTo>
                <a:lnTo>
                  <a:pt x="9907" y="2983"/>
                </a:lnTo>
                <a:cubicBezTo>
                  <a:pt x="10562" y="3257"/>
                  <a:pt x="10990" y="3841"/>
                  <a:pt x="11074" y="4555"/>
                </a:cubicBezTo>
                <a:cubicBezTo>
                  <a:pt x="11169" y="5269"/>
                  <a:pt x="10871" y="5936"/>
                  <a:pt x="10300" y="6353"/>
                </a:cubicBezTo>
                <a:lnTo>
                  <a:pt x="10288" y="6377"/>
                </a:lnTo>
                <a:lnTo>
                  <a:pt x="10276" y="6353"/>
                </a:lnTo>
                <a:cubicBezTo>
                  <a:pt x="9966" y="5984"/>
                  <a:pt x="9502" y="5781"/>
                  <a:pt x="9014" y="5781"/>
                </a:cubicBezTo>
                <a:cubicBezTo>
                  <a:pt x="8919" y="5781"/>
                  <a:pt x="8835" y="5853"/>
                  <a:pt x="8835" y="5960"/>
                </a:cubicBezTo>
                <a:cubicBezTo>
                  <a:pt x="8835" y="6055"/>
                  <a:pt x="8907" y="6138"/>
                  <a:pt x="9014" y="6138"/>
                </a:cubicBezTo>
                <a:cubicBezTo>
                  <a:pt x="9633" y="6138"/>
                  <a:pt x="10181" y="6579"/>
                  <a:pt x="10300" y="7186"/>
                </a:cubicBezTo>
                <a:cubicBezTo>
                  <a:pt x="10407" y="7698"/>
                  <a:pt x="10228" y="8186"/>
                  <a:pt x="9812" y="8496"/>
                </a:cubicBezTo>
                <a:cubicBezTo>
                  <a:pt x="9570" y="8688"/>
                  <a:pt x="9281" y="8786"/>
                  <a:pt x="8992" y="8786"/>
                </a:cubicBezTo>
                <a:cubicBezTo>
                  <a:pt x="8796" y="8786"/>
                  <a:pt x="8601" y="8742"/>
                  <a:pt x="8419" y="8651"/>
                </a:cubicBezTo>
                <a:cubicBezTo>
                  <a:pt x="8390" y="8643"/>
                  <a:pt x="8361" y="8632"/>
                  <a:pt x="8332" y="8632"/>
                </a:cubicBezTo>
                <a:cubicBezTo>
                  <a:pt x="8313" y="8632"/>
                  <a:pt x="8294" y="8637"/>
                  <a:pt x="8276" y="8651"/>
                </a:cubicBezTo>
                <a:cubicBezTo>
                  <a:pt x="8240" y="8663"/>
                  <a:pt x="8204" y="8698"/>
                  <a:pt x="8180" y="8758"/>
                </a:cubicBezTo>
                <a:cubicBezTo>
                  <a:pt x="8097" y="8948"/>
                  <a:pt x="7966" y="9127"/>
                  <a:pt x="7799" y="9258"/>
                </a:cubicBezTo>
                <a:cubicBezTo>
                  <a:pt x="7776" y="9294"/>
                  <a:pt x="7740" y="9329"/>
                  <a:pt x="7740" y="9377"/>
                </a:cubicBezTo>
                <a:cubicBezTo>
                  <a:pt x="7740" y="9425"/>
                  <a:pt x="7740" y="9472"/>
                  <a:pt x="7776" y="9508"/>
                </a:cubicBezTo>
                <a:cubicBezTo>
                  <a:pt x="7810" y="9556"/>
                  <a:pt x="7861" y="9581"/>
                  <a:pt x="7912" y="9581"/>
                </a:cubicBezTo>
                <a:cubicBezTo>
                  <a:pt x="7948" y="9581"/>
                  <a:pt x="7984" y="9568"/>
                  <a:pt x="8014" y="9544"/>
                </a:cubicBezTo>
                <a:cubicBezTo>
                  <a:pt x="8180" y="9413"/>
                  <a:pt x="8311" y="9258"/>
                  <a:pt x="8419" y="9079"/>
                </a:cubicBezTo>
                <a:lnTo>
                  <a:pt x="8430" y="9067"/>
                </a:lnTo>
                <a:lnTo>
                  <a:pt x="8442" y="9067"/>
                </a:lnTo>
                <a:cubicBezTo>
                  <a:pt x="8618" y="9127"/>
                  <a:pt x="8801" y="9156"/>
                  <a:pt x="8983" y="9156"/>
                </a:cubicBezTo>
                <a:cubicBezTo>
                  <a:pt x="9343" y="9156"/>
                  <a:pt x="9702" y="9043"/>
                  <a:pt x="10002" y="8829"/>
                </a:cubicBezTo>
                <a:cubicBezTo>
                  <a:pt x="10466" y="8484"/>
                  <a:pt x="10705" y="7960"/>
                  <a:pt x="10681" y="7400"/>
                </a:cubicBezTo>
                <a:cubicBezTo>
                  <a:pt x="10657" y="7162"/>
                  <a:pt x="10597" y="6924"/>
                  <a:pt x="10478" y="6710"/>
                </a:cubicBezTo>
                <a:lnTo>
                  <a:pt x="10466" y="6698"/>
                </a:lnTo>
                <a:lnTo>
                  <a:pt x="10478" y="6686"/>
                </a:lnTo>
                <a:cubicBezTo>
                  <a:pt x="11097" y="6198"/>
                  <a:pt x="11431" y="5507"/>
                  <a:pt x="11431" y="4769"/>
                </a:cubicBezTo>
                <a:cubicBezTo>
                  <a:pt x="11431" y="3841"/>
                  <a:pt x="10883" y="3007"/>
                  <a:pt x="10038" y="2638"/>
                </a:cubicBezTo>
                <a:lnTo>
                  <a:pt x="10026" y="2626"/>
                </a:lnTo>
                <a:lnTo>
                  <a:pt x="10026" y="2602"/>
                </a:lnTo>
                <a:cubicBezTo>
                  <a:pt x="10204" y="2055"/>
                  <a:pt x="10062" y="1459"/>
                  <a:pt x="9693" y="1019"/>
                </a:cubicBezTo>
                <a:cubicBezTo>
                  <a:pt x="9378" y="633"/>
                  <a:pt x="8907" y="429"/>
                  <a:pt x="8421" y="429"/>
                </a:cubicBezTo>
                <a:cubicBezTo>
                  <a:pt x="8337" y="429"/>
                  <a:pt x="8253" y="435"/>
                  <a:pt x="8169" y="447"/>
                </a:cubicBezTo>
                <a:lnTo>
                  <a:pt x="8157" y="447"/>
                </a:lnTo>
                <a:lnTo>
                  <a:pt x="8145" y="435"/>
                </a:lnTo>
                <a:cubicBezTo>
                  <a:pt x="7855" y="156"/>
                  <a:pt x="7473" y="2"/>
                  <a:pt x="7076" y="2"/>
                </a:cubicBezTo>
                <a:cubicBezTo>
                  <a:pt x="7000" y="2"/>
                  <a:pt x="6923" y="7"/>
                  <a:pt x="6847" y="19"/>
                </a:cubicBezTo>
                <a:cubicBezTo>
                  <a:pt x="6371" y="90"/>
                  <a:pt x="5966" y="376"/>
                  <a:pt x="5728" y="793"/>
                </a:cubicBezTo>
                <a:lnTo>
                  <a:pt x="5716" y="816"/>
                </a:lnTo>
                <a:lnTo>
                  <a:pt x="5704" y="793"/>
                </a:lnTo>
                <a:cubicBezTo>
                  <a:pt x="5466" y="376"/>
                  <a:pt x="5061" y="90"/>
                  <a:pt x="4585" y="19"/>
                </a:cubicBezTo>
                <a:cubicBezTo>
                  <a:pt x="4505" y="7"/>
                  <a:pt x="4426" y="1"/>
                  <a:pt x="4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66"/>
          <p:cNvSpPr/>
          <p:nvPr/>
        </p:nvSpPr>
        <p:spPr>
          <a:xfrm>
            <a:off x="5314611" y="3643110"/>
            <a:ext cx="324188" cy="324538"/>
          </a:xfrm>
          <a:custGeom>
            <a:avLst/>
            <a:gdLst/>
            <a:ahLst/>
            <a:cxnLst/>
            <a:rect l="l" t="t" r="r" b="b"/>
            <a:pathLst>
              <a:path w="10193" h="10204" extrusionOk="0">
                <a:moveTo>
                  <a:pt x="5096" y="286"/>
                </a:moveTo>
                <a:lnTo>
                  <a:pt x="8668" y="2369"/>
                </a:lnTo>
                <a:lnTo>
                  <a:pt x="8061" y="2369"/>
                </a:lnTo>
                <a:lnTo>
                  <a:pt x="5215" y="726"/>
                </a:lnTo>
                <a:cubicBezTo>
                  <a:pt x="5180" y="703"/>
                  <a:pt x="5138" y="691"/>
                  <a:pt x="5096" y="691"/>
                </a:cubicBezTo>
                <a:cubicBezTo>
                  <a:pt x="5054" y="691"/>
                  <a:pt x="5013" y="703"/>
                  <a:pt x="4977" y="726"/>
                </a:cubicBezTo>
                <a:lnTo>
                  <a:pt x="4215" y="1155"/>
                </a:lnTo>
                <a:cubicBezTo>
                  <a:pt x="4144" y="1191"/>
                  <a:pt x="4132" y="1286"/>
                  <a:pt x="4156" y="1357"/>
                </a:cubicBezTo>
                <a:cubicBezTo>
                  <a:pt x="4188" y="1407"/>
                  <a:pt x="4238" y="1433"/>
                  <a:pt x="4294" y="1433"/>
                </a:cubicBezTo>
                <a:cubicBezTo>
                  <a:pt x="4318" y="1433"/>
                  <a:pt x="4344" y="1428"/>
                  <a:pt x="4370" y="1417"/>
                </a:cubicBezTo>
                <a:lnTo>
                  <a:pt x="5096" y="1000"/>
                </a:lnTo>
                <a:lnTo>
                  <a:pt x="7466" y="2381"/>
                </a:lnTo>
                <a:lnTo>
                  <a:pt x="2715" y="2381"/>
                </a:lnTo>
                <a:lnTo>
                  <a:pt x="3775" y="1774"/>
                </a:lnTo>
                <a:cubicBezTo>
                  <a:pt x="3846" y="1727"/>
                  <a:pt x="3858" y="1643"/>
                  <a:pt x="3834" y="1572"/>
                </a:cubicBezTo>
                <a:cubicBezTo>
                  <a:pt x="3803" y="1517"/>
                  <a:pt x="3751" y="1493"/>
                  <a:pt x="3699" y="1493"/>
                </a:cubicBezTo>
                <a:cubicBezTo>
                  <a:pt x="3672" y="1493"/>
                  <a:pt x="3644" y="1500"/>
                  <a:pt x="3620" y="1512"/>
                </a:cubicBezTo>
                <a:lnTo>
                  <a:pt x="2132" y="2369"/>
                </a:lnTo>
                <a:lnTo>
                  <a:pt x="1524" y="2369"/>
                </a:lnTo>
                <a:lnTo>
                  <a:pt x="5096" y="286"/>
                </a:lnTo>
                <a:close/>
                <a:moveTo>
                  <a:pt x="9156" y="2667"/>
                </a:moveTo>
                <a:lnTo>
                  <a:pt x="9156" y="3382"/>
                </a:lnTo>
                <a:lnTo>
                  <a:pt x="1000" y="3382"/>
                </a:lnTo>
                <a:lnTo>
                  <a:pt x="1000" y="2667"/>
                </a:lnTo>
                <a:close/>
                <a:moveTo>
                  <a:pt x="5894" y="3679"/>
                </a:moveTo>
                <a:cubicBezTo>
                  <a:pt x="5918" y="3679"/>
                  <a:pt x="5953" y="3703"/>
                  <a:pt x="5989" y="3727"/>
                </a:cubicBezTo>
                <a:cubicBezTo>
                  <a:pt x="6013" y="3763"/>
                  <a:pt x="6025" y="3798"/>
                  <a:pt x="6025" y="3834"/>
                </a:cubicBezTo>
                <a:cubicBezTo>
                  <a:pt x="6025" y="3905"/>
                  <a:pt x="5953" y="3965"/>
                  <a:pt x="5882" y="3965"/>
                </a:cubicBezTo>
                <a:cubicBezTo>
                  <a:pt x="5834" y="3965"/>
                  <a:pt x="5811" y="3953"/>
                  <a:pt x="5775" y="3917"/>
                </a:cubicBezTo>
                <a:cubicBezTo>
                  <a:pt x="5738" y="3880"/>
                  <a:pt x="5696" y="3861"/>
                  <a:pt x="5652" y="3861"/>
                </a:cubicBezTo>
                <a:cubicBezTo>
                  <a:pt x="5626" y="3861"/>
                  <a:pt x="5599" y="3868"/>
                  <a:pt x="5572" y="3882"/>
                </a:cubicBezTo>
                <a:cubicBezTo>
                  <a:pt x="5489" y="3905"/>
                  <a:pt x="5453" y="3977"/>
                  <a:pt x="5453" y="4060"/>
                </a:cubicBezTo>
                <a:lnTo>
                  <a:pt x="5453" y="8192"/>
                </a:lnTo>
                <a:lnTo>
                  <a:pt x="4870" y="8192"/>
                </a:lnTo>
                <a:lnTo>
                  <a:pt x="4870" y="4060"/>
                </a:lnTo>
                <a:cubicBezTo>
                  <a:pt x="4870" y="3977"/>
                  <a:pt x="4822" y="3905"/>
                  <a:pt x="4751" y="3882"/>
                </a:cubicBezTo>
                <a:cubicBezTo>
                  <a:pt x="4724" y="3868"/>
                  <a:pt x="4694" y="3861"/>
                  <a:pt x="4664" y="3861"/>
                </a:cubicBezTo>
                <a:cubicBezTo>
                  <a:pt x="4615" y="3861"/>
                  <a:pt x="4566" y="3880"/>
                  <a:pt x="4537" y="3917"/>
                </a:cubicBezTo>
                <a:cubicBezTo>
                  <a:pt x="4513" y="3953"/>
                  <a:pt x="4477" y="3965"/>
                  <a:pt x="4441" y="3965"/>
                </a:cubicBezTo>
                <a:cubicBezTo>
                  <a:pt x="4394" y="3965"/>
                  <a:pt x="4358" y="3953"/>
                  <a:pt x="4334" y="3917"/>
                </a:cubicBezTo>
                <a:cubicBezTo>
                  <a:pt x="4298" y="3893"/>
                  <a:pt x="4287" y="3846"/>
                  <a:pt x="4287" y="3822"/>
                </a:cubicBezTo>
                <a:cubicBezTo>
                  <a:pt x="4287" y="3739"/>
                  <a:pt x="4358" y="3679"/>
                  <a:pt x="4441" y="3679"/>
                </a:cubicBezTo>
                <a:close/>
                <a:moveTo>
                  <a:pt x="2798" y="3703"/>
                </a:moveTo>
                <a:cubicBezTo>
                  <a:pt x="2846" y="3703"/>
                  <a:pt x="2870" y="3715"/>
                  <a:pt x="2905" y="3739"/>
                </a:cubicBezTo>
                <a:cubicBezTo>
                  <a:pt x="2941" y="3774"/>
                  <a:pt x="2953" y="3810"/>
                  <a:pt x="2953" y="3846"/>
                </a:cubicBezTo>
                <a:cubicBezTo>
                  <a:pt x="2953" y="3917"/>
                  <a:pt x="2870" y="3977"/>
                  <a:pt x="2798" y="3977"/>
                </a:cubicBezTo>
                <a:cubicBezTo>
                  <a:pt x="2751" y="3977"/>
                  <a:pt x="2727" y="3965"/>
                  <a:pt x="2691" y="3941"/>
                </a:cubicBezTo>
                <a:cubicBezTo>
                  <a:pt x="2651" y="3901"/>
                  <a:pt x="2605" y="3877"/>
                  <a:pt x="2557" y="3877"/>
                </a:cubicBezTo>
                <a:cubicBezTo>
                  <a:pt x="2534" y="3877"/>
                  <a:pt x="2512" y="3882"/>
                  <a:pt x="2489" y="3893"/>
                </a:cubicBezTo>
                <a:cubicBezTo>
                  <a:pt x="2417" y="3917"/>
                  <a:pt x="2370" y="4001"/>
                  <a:pt x="2370" y="4072"/>
                </a:cubicBezTo>
                <a:lnTo>
                  <a:pt x="2370" y="8204"/>
                </a:lnTo>
                <a:lnTo>
                  <a:pt x="1786" y="8204"/>
                </a:lnTo>
                <a:lnTo>
                  <a:pt x="1786" y="4072"/>
                </a:lnTo>
                <a:cubicBezTo>
                  <a:pt x="1786" y="4001"/>
                  <a:pt x="1739" y="3917"/>
                  <a:pt x="1667" y="3893"/>
                </a:cubicBezTo>
                <a:cubicBezTo>
                  <a:pt x="1644" y="3882"/>
                  <a:pt x="1620" y="3877"/>
                  <a:pt x="1596" y="3877"/>
                </a:cubicBezTo>
                <a:cubicBezTo>
                  <a:pt x="1545" y="3877"/>
                  <a:pt x="1493" y="3901"/>
                  <a:pt x="1453" y="3941"/>
                </a:cubicBezTo>
                <a:cubicBezTo>
                  <a:pt x="1417" y="3965"/>
                  <a:pt x="1381" y="3977"/>
                  <a:pt x="1346" y="3977"/>
                </a:cubicBezTo>
                <a:cubicBezTo>
                  <a:pt x="1298" y="3977"/>
                  <a:pt x="1262" y="3965"/>
                  <a:pt x="1239" y="3941"/>
                </a:cubicBezTo>
                <a:cubicBezTo>
                  <a:pt x="1203" y="3905"/>
                  <a:pt x="1191" y="3858"/>
                  <a:pt x="1191" y="3834"/>
                </a:cubicBezTo>
                <a:cubicBezTo>
                  <a:pt x="1191" y="3763"/>
                  <a:pt x="1262" y="3703"/>
                  <a:pt x="1346" y="3703"/>
                </a:cubicBezTo>
                <a:close/>
                <a:moveTo>
                  <a:pt x="2501" y="8501"/>
                </a:moveTo>
                <a:lnTo>
                  <a:pt x="2501" y="8668"/>
                </a:lnTo>
                <a:lnTo>
                  <a:pt x="1655" y="8668"/>
                </a:lnTo>
                <a:lnTo>
                  <a:pt x="1655" y="8501"/>
                </a:lnTo>
                <a:close/>
                <a:moveTo>
                  <a:pt x="3965" y="3703"/>
                </a:moveTo>
                <a:cubicBezTo>
                  <a:pt x="3953" y="3739"/>
                  <a:pt x="3953" y="3774"/>
                  <a:pt x="3929" y="3822"/>
                </a:cubicBezTo>
                <a:cubicBezTo>
                  <a:pt x="3929" y="3941"/>
                  <a:pt x="3977" y="4060"/>
                  <a:pt x="4048" y="4144"/>
                </a:cubicBezTo>
                <a:cubicBezTo>
                  <a:pt x="4144" y="4239"/>
                  <a:pt x="4239" y="4274"/>
                  <a:pt x="4382" y="4274"/>
                </a:cubicBezTo>
                <a:cubicBezTo>
                  <a:pt x="4429" y="4274"/>
                  <a:pt x="4489" y="4263"/>
                  <a:pt x="4525" y="4251"/>
                </a:cubicBezTo>
                <a:lnTo>
                  <a:pt x="4525" y="8239"/>
                </a:lnTo>
                <a:cubicBezTo>
                  <a:pt x="4453" y="8275"/>
                  <a:pt x="4394" y="8370"/>
                  <a:pt x="4394" y="8465"/>
                </a:cubicBezTo>
                <a:lnTo>
                  <a:pt x="4394" y="8668"/>
                </a:lnTo>
                <a:lnTo>
                  <a:pt x="2786" y="8668"/>
                </a:lnTo>
                <a:lnTo>
                  <a:pt x="2786" y="8465"/>
                </a:lnTo>
                <a:cubicBezTo>
                  <a:pt x="2798" y="8370"/>
                  <a:pt x="2751" y="8287"/>
                  <a:pt x="2667" y="8239"/>
                </a:cubicBezTo>
                <a:lnTo>
                  <a:pt x="2667" y="4251"/>
                </a:lnTo>
                <a:cubicBezTo>
                  <a:pt x="2715" y="4263"/>
                  <a:pt x="2774" y="4274"/>
                  <a:pt x="2822" y="4274"/>
                </a:cubicBezTo>
                <a:cubicBezTo>
                  <a:pt x="3048" y="4274"/>
                  <a:pt x="3251" y="4084"/>
                  <a:pt x="3251" y="3858"/>
                </a:cubicBezTo>
                <a:cubicBezTo>
                  <a:pt x="3251" y="3798"/>
                  <a:pt x="3251" y="3739"/>
                  <a:pt x="3215" y="3703"/>
                </a:cubicBezTo>
                <a:close/>
                <a:moveTo>
                  <a:pt x="5572" y="8501"/>
                </a:moveTo>
                <a:lnTo>
                  <a:pt x="5572" y="8668"/>
                </a:lnTo>
                <a:lnTo>
                  <a:pt x="4727" y="8668"/>
                </a:lnTo>
                <a:lnTo>
                  <a:pt x="4727" y="8501"/>
                </a:lnTo>
                <a:close/>
                <a:moveTo>
                  <a:pt x="8620" y="8501"/>
                </a:moveTo>
                <a:lnTo>
                  <a:pt x="8620" y="8668"/>
                </a:lnTo>
                <a:lnTo>
                  <a:pt x="7775" y="8668"/>
                </a:lnTo>
                <a:lnTo>
                  <a:pt x="7775" y="8501"/>
                </a:lnTo>
                <a:close/>
                <a:moveTo>
                  <a:pt x="8930" y="3703"/>
                </a:moveTo>
                <a:cubicBezTo>
                  <a:pt x="8978" y="3703"/>
                  <a:pt x="9001" y="3715"/>
                  <a:pt x="9037" y="3739"/>
                </a:cubicBezTo>
                <a:cubicBezTo>
                  <a:pt x="9061" y="3774"/>
                  <a:pt x="9085" y="3822"/>
                  <a:pt x="9085" y="3846"/>
                </a:cubicBezTo>
                <a:cubicBezTo>
                  <a:pt x="9073" y="3917"/>
                  <a:pt x="9001" y="3977"/>
                  <a:pt x="8930" y="3977"/>
                </a:cubicBezTo>
                <a:cubicBezTo>
                  <a:pt x="8894" y="3977"/>
                  <a:pt x="8859" y="3965"/>
                  <a:pt x="8823" y="3941"/>
                </a:cubicBezTo>
                <a:cubicBezTo>
                  <a:pt x="8782" y="3901"/>
                  <a:pt x="8736" y="3877"/>
                  <a:pt x="8689" y="3877"/>
                </a:cubicBezTo>
                <a:cubicBezTo>
                  <a:pt x="8666" y="3877"/>
                  <a:pt x="8643" y="3882"/>
                  <a:pt x="8620" y="3893"/>
                </a:cubicBezTo>
                <a:cubicBezTo>
                  <a:pt x="8549" y="3917"/>
                  <a:pt x="8501" y="4001"/>
                  <a:pt x="8501" y="4072"/>
                </a:cubicBezTo>
                <a:lnTo>
                  <a:pt x="8501" y="8204"/>
                </a:lnTo>
                <a:lnTo>
                  <a:pt x="7918" y="8204"/>
                </a:lnTo>
                <a:lnTo>
                  <a:pt x="7918" y="6715"/>
                </a:lnTo>
                <a:cubicBezTo>
                  <a:pt x="7918" y="6632"/>
                  <a:pt x="7858" y="6572"/>
                  <a:pt x="7775" y="6572"/>
                </a:cubicBezTo>
                <a:cubicBezTo>
                  <a:pt x="7680" y="6572"/>
                  <a:pt x="7620" y="6632"/>
                  <a:pt x="7620" y="6715"/>
                </a:cubicBezTo>
                <a:lnTo>
                  <a:pt x="7620" y="8251"/>
                </a:lnTo>
                <a:cubicBezTo>
                  <a:pt x="7549" y="8299"/>
                  <a:pt x="7489" y="8382"/>
                  <a:pt x="7489" y="8477"/>
                </a:cubicBezTo>
                <a:lnTo>
                  <a:pt x="7489" y="8680"/>
                </a:lnTo>
                <a:lnTo>
                  <a:pt x="5882" y="8680"/>
                </a:lnTo>
                <a:lnTo>
                  <a:pt x="5882" y="8477"/>
                </a:lnTo>
                <a:cubicBezTo>
                  <a:pt x="5882" y="8370"/>
                  <a:pt x="5822" y="8299"/>
                  <a:pt x="5751" y="8251"/>
                </a:cubicBezTo>
                <a:lnTo>
                  <a:pt x="5751" y="4263"/>
                </a:lnTo>
                <a:cubicBezTo>
                  <a:pt x="5787" y="4274"/>
                  <a:pt x="5846" y="4298"/>
                  <a:pt x="5894" y="4298"/>
                </a:cubicBezTo>
                <a:cubicBezTo>
                  <a:pt x="6132" y="4298"/>
                  <a:pt x="6323" y="4096"/>
                  <a:pt x="6323" y="3882"/>
                </a:cubicBezTo>
                <a:cubicBezTo>
                  <a:pt x="6323" y="3822"/>
                  <a:pt x="6323" y="3763"/>
                  <a:pt x="6299" y="3715"/>
                </a:cubicBezTo>
                <a:lnTo>
                  <a:pt x="7037" y="3715"/>
                </a:lnTo>
                <a:cubicBezTo>
                  <a:pt x="7025" y="3763"/>
                  <a:pt x="7025" y="3786"/>
                  <a:pt x="7013" y="3834"/>
                </a:cubicBezTo>
                <a:cubicBezTo>
                  <a:pt x="7013" y="3953"/>
                  <a:pt x="7061" y="4072"/>
                  <a:pt x="7132" y="4155"/>
                </a:cubicBezTo>
                <a:cubicBezTo>
                  <a:pt x="7215" y="4251"/>
                  <a:pt x="7323" y="4298"/>
                  <a:pt x="7454" y="4298"/>
                </a:cubicBezTo>
                <a:cubicBezTo>
                  <a:pt x="7501" y="4298"/>
                  <a:pt x="7561" y="4274"/>
                  <a:pt x="7608" y="4263"/>
                </a:cubicBezTo>
                <a:lnTo>
                  <a:pt x="7608" y="5989"/>
                </a:lnTo>
                <a:cubicBezTo>
                  <a:pt x="7608" y="6084"/>
                  <a:pt x="7668" y="6144"/>
                  <a:pt x="7751" y="6144"/>
                </a:cubicBezTo>
                <a:cubicBezTo>
                  <a:pt x="7847" y="6144"/>
                  <a:pt x="7906" y="6084"/>
                  <a:pt x="7906" y="5989"/>
                </a:cubicBezTo>
                <a:lnTo>
                  <a:pt x="7906" y="4072"/>
                </a:lnTo>
                <a:cubicBezTo>
                  <a:pt x="7906" y="4001"/>
                  <a:pt x="7858" y="3917"/>
                  <a:pt x="7787" y="3893"/>
                </a:cubicBezTo>
                <a:cubicBezTo>
                  <a:pt x="7764" y="3882"/>
                  <a:pt x="7739" y="3877"/>
                  <a:pt x="7713" y="3877"/>
                </a:cubicBezTo>
                <a:cubicBezTo>
                  <a:pt x="7659" y="3877"/>
                  <a:pt x="7605" y="3901"/>
                  <a:pt x="7573" y="3941"/>
                </a:cubicBezTo>
                <a:cubicBezTo>
                  <a:pt x="7549" y="3965"/>
                  <a:pt x="7513" y="3977"/>
                  <a:pt x="7477" y="3977"/>
                </a:cubicBezTo>
                <a:cubicBezTo>
                  <a:pt x="7430" y="3977"/>
                  <a:pt x="7394" y="3965"/>
                  <a:pt x="7370" y="3941"/>
                </a:cubicBezTo>
                <a:cubicBezTo>
                  <a:pt x="7335" y="3905"/>
                  <a:pt x="7323" y="3858"/>
                  <a:pt x="7323" y="3834"/>
                </a:cubicBezTo>
                <a:cubicBezTo>
                  <a:pt x="7323" y="3763"/>
                  <a:pt x="7394" y="3703"/>
                  <a:pt x="7477" y="3703"/>
                </a:cubicBezTo>
                <a:close/>
                <a:moveTo>
                  <a:pt x="8990" y="8954"/>
                </a:moveTo>
                <a:cubicBezTo>
                  <a:pt x="9073" y="8954"/>
                  <a:pt x="9132" y="9013"/>
                  <a:pt x="9132" y="9085"/>
                </a:cubicBezTo>
                <a:lnTo>
                  <a:pt x="9132" y="9263"/>
                </a:lnTo>
                <a:lnTo>
                  <a:pt x="4263" y="9263"/>
                </a:lnTo>
                <a:cubicBezTo>
                  <a:pt x="4167" y="9263"/>
                  <a:pt x="4108" y="9323"/>
                  <a:pt x="4108" y="9418"/>
                </a:cubicBezTo>
                <a:cubicBezTo>
                  <a:pt x="4108" y="9501"/>
                  <a:pt x="4167" y="9561"/>
                  <a:pt x="4263" y="9561"/>
                </a:cubicBezTo>
                <a:lnTo>
                  <a:pt x="9311" y="9561"/>
                </a:lnTo>
                <a:cubicBezTo>
                  <a:pt x="9382" y="9561"/>
                  <a:pt x="9454" y="9620"/>
                  <a:pt x="9454" y="9716"/>
                </a:cubicBezTo>
                <a:lnTo>
                  <a:pt x="9454" y="9870"/>
                </a:lnTo>
                <a:lnTo>
                  <a:pt x="738" y="9870"/>
                </a:lnTo>
                <a:lnTo>
                  <a:pt x="738" y="9716"/>
                </a:lnTo>
                <a:cubicBezTo>
                  <a:pt x="738" y="9632"/>
                  <a:pt x="798" y="9561"/>
                  <a:pt x="881" y="9561"/>
                </a:cubicBezTo>
                <a:lnTo>
                  <a:pt x="3513" y="9561"/>
                </a:lnTo>
                <a:cubicBezTo>
                  <a:pt x="3608" y="9561"/>
                  <a:pt x="3667" y="9501"/>
                  <a:pt x="3667" y="9418"/>
                </a:cubicBezTo>
                <a:cubicBezTo>
                  <a:pt x="3667" y="9323"/>
                  <a:pt x="3608" y="9263"/>
                  <a:pt x="3513" y="9263"/>
                </a:cubicBezTo>
                <a:lnTo>
                  <a:pt x="1048" y="9263"/>
                </a:lnTo>
                <a:lnTo>
                  <a:pt x="1048" y="9085"/>
                </a:lnTo>
                <a:cubicBezTo>
                  <a:pt x="1048" y="9013"/>
                  <a:pt x="1108" y="8954"/>
                  <a:pt x="1179" y="8954"/>
                </a:cubicBezTo>
                <a:close/>
                <a:moveTo>
                  <a:pt x="5096" y="0"/>
                </a:moveTo>
                <a:cubicBezTo>
                  <a:pt x="5052" y="0"/>
                  <a:pt x="5007" y="12"/>
                  <a:pt x="4965" y="36"/>
                </a:cubicBezTo>
                <a:lnTo>
                  <a:pt x="858" y="2429"/>
                </a:lnTo>
                <a:cubicBezTo>
                  <a:pt x="834" y="2453"/>
                  <a:pt x="822" y="2453"/>
                  <a:pt x="822" y="2465"/>
                </a:cubicBezTo>
                <a:cubicBezTo>
                  <a:pt x="762" y="2524"/>
                  <a:pt x="715" y="2596"/>
                  <a:pt x="715" y="2691"/>
                </a:cubicBezTo>
                <a:lnTo>
                  <a:pt x="715" y="3429"/>
                </a:lnTo>
                <a:cubicBezTo>
                  <a:pt x="715" y="3560"/>
                  <a:pt x="822" y="3679"/>
                  <a:pt x="941" y="3715"/>
                </a:cubicBezTo>
                <a:cubicBezTo>
                  <a:pt x="929" y="3763"/>
                  <a:pt x="917" y="3798"/>
                  <a:pt x="917" y="3846"/>
                </a:cubicBezTo>
                <a:cubicBezTo>
                  <a:pt x="917" y="3965"/>
                  <a:pt x="953" y="4084"/>
                  <a:pt x="1036" y="4179"/>
                </a:cubicBezTo>
                <a:cubicBezTo>
                  <a:pt x="1119" y="4263"/>
                  <a:pt x="1227" y="4310"/>
                  <a:pt x="1358" y="4310"/>
                </a:cubicBezTo>
                <a:cubicBezTo>
                  <a:pt x="1405" y="4310"/>
                  <a:pt x="1465" y="4298"/>
                  <a:pt x="1512" y="4274"/>
                </a:cubicBezTo>
                <a:lnTo>
                  <a:pt x="1512" y="8263"/>
                </a:lnTo>
                <a:cubicBezTo>
                  <a:pt x="1429" y="8311"/>
                  <a:pt x="1370" y="8406"/>
                  <a:pt x="1370" y="8489"/>
                </a:cubicBezTo>
                <a:lnTo>
                  <a:pt x="1370" y="8704"/>
                </a:lnTo>
                <a:lnTo>
                  <a:pt x="1191" y="8704"/>
                </a:lnTo>
                <a:cubicBezTo>
                  <a:pt x="953" y="8704"/>
                  <a:pt x="762" y="8894"/>
                  <a:pt x="762" y="9132"/>
                </a:cubicBezTo>
                <a:lnTo>
                  <a:pt x="762" y="9323"/>
                </a:lnTo>
                <a:cubicBezTo>
                  <a:pt x="584" y="9382"/>
                  <a:pt x="453" y="9549"/>
                  <a:pt x="453" y="9739"/>
                </a:cubicBezTo>
                <a:lnTo>
                  <a:pt x="453" y="9906"/>
                </a:lnTo>
                <a:lnTo>
                  <a:pt x="155" y="9906"/>
                </a:lnTo>
                <a:cubicBezTo>
                  <a:pt x="60" y="9906"/>
                  <a:pt x="0" y="9966"/>
                  <a:pt x="0" y="10049"/>
                </a:cubicBezTo>
                <a:cubicBezTo>
                  <a:pt x="0" y="10144"/>
                  <a:pt x="60" y="10204"/>
                  <a:pt x="155" y="10204"/>
                </a:cubicBezTo>
                <a:lnTo>
                  <a:pt x="10049" y="10204"/>
                </a:lnTo>
                <a:cubicBezTo>
                  <a:pt x="10133" y="10204"/>
                  <a:pt x="10192" y="10144"/>
                  <a:pt x="10192" y="10049"/>
                </a:cubicBezTo>
                <a:cubicBezTo>
                  <a:pt x="10180" y="9954"/>
                  <a:pt x="10109" y="9870"/>
                  <a:pt x="10037" y="9870"/>
                </a:cubicBezTo>
                <a:lnTo>
                  <a:pt x="9740" y="9870"/>
                </a:lnTo>
                <a:lnTo>
                  <a:pt x="9740" y="9716"/>
                </a:lnTo>
                <a:cubicBezTo>
                  <a:pt x="9740" y="9513"/>
                  <a:pt x="9597" y="9335"/>
                  <a:pt x="9430" y="9299"/>
                </a:cubicBezTo>
                <a:lnTo>
                  <a:pt x="9430" y="9097"/>
                </a:lnTo>
                <a:cubicBezTo>
                  <a:pt x="9430" y="8858"/>
                  <a:pt x="9228" y="8668"/>
                  <a:pt x="8990" y="8668"/>
                </a:cubicBezTo>
                <a:lnTo>
                  <a:pt x="8918" y="8668"/>
                </a:lnTo>
                <a:lnTo>
                  <a:pt x="8918" y="8465"/>
                </a:lnTo>
                <a:cubicBezTo>
                  <a:pt x="8918" y="8358"/>
                  <a:pt x="8859" y="8287"/>
                  <a:pt x="8787" y="8239"/>
                </a:cubicBezTo>
                <a:lnTo>
                  <a:pt x="8787" y="4251"/>
                </a:lnTo>
                <a:cubicBezTo>
                  <a:pt x="8823" y="4263"/>
                  <a:pt x="8894" y="4274"/>
                  <a:pt x="8930" y="4274"/>
                </a:cubicBezTo>
                <a:cubicBezTo>
                  <a:pt x="9168" y="4274"/>
                  <a:pt x="9371" y="4084"/>
                  <a:pt x="9371" y="3858"/>
                </a:cubicBezTo>
                <a:cubicBezTo>
                  <a:pt x="9371" y="3786"/>
                  <a:pt x="9347" y="3715"/>
                  <a:pt x="9323" y="3655"/>
                </a:cubicBezTo>
                <a:cubicBezTo>
                  <a:pt x="9394" y="3608"/>
                  <a:pt x="9454" y="3524"/>
                  <a:pt x="9454" y="3417"/>
                </a:cubicBezTo>
                <a:lnTo>
                  <a:pt x="9454" y="2667"/>
                </a:lnTo>
                <a:cubicBezTo>
                  <a:pt x="9454" y="2572"/>
                  <a:pt x="9394" y="2465"/>
                  <a:pt x="9311" y="2417"/>
                </a:cubicBezTo>
                <a:lnTo>
                  <a:pt x="5227" y="36"/>
                </a:lnTo>
                <a:cubicBezTo>
                  <a:pt x="5185" y="12"/>
                  <a:pt x="5141" y="0"/>
                  <a:pt x="5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79" name="Google Shape;12279;p66"/>
          <p:cNvGrpSpPr/>
          <p:nvPr/>
        </p:nvGrpSpPr>
        <p:grpSpPr>
          <a:xfrm>
            <a:off x="5811827" y="3631001"/>
            <a:ext cx="283743" cy="308444"/>
            <a:chOff x="5964227" y="3858701"/>
            <a:chExt cx="283743" cy="308444"/>
          </a:xfrm>
        </p:grpSpPr>
        <p:sp>
          <p:nvSpPr>
            <p:cNvPr id="12280" name="Google Shape;12280;p66"/>
            <p:cNvSpPr/>
            <p:nvPr/>
          </p:nvSpPr>
          <p:spPr>
            <a:xfrm>
              <a:off x="5964227" y="3858701"/>
              <a:ext cx="283743" cy="308444"/>
            </a:xfrm>
            <a:custGeom>
              <a:avLst/>
              <a:gdLst/>
              <a:ahLst/>
              <a:cxnLst/>
              <a:rect l="l" t="t" r="r" b="b"/>
              <a:pathLst>
                <a:path w="6978" h="7585" extrusionOk="0">
                  <a:moveTo>
                    <a:pt x="6084" y="3060"/>
                  </a:moveTo>
                  <a:cubicBezTo>
                    <a:pt x="6453" y="3120"/>
                    <a:pt x="6739" y="3429"/>
                    <a:pt x="6739" y="3822"/>
                  </a:cubicBezTo>
                  <a:cubicBezTo>
                    <a:pt x="6739" y="4203"/>
                    <a:pt x="6453" y="4525"/>
                    <a:pt x="6084" y="4584"/>
                  </a:cubicBezTo>
                  <a:lnTo>
                    <a:pt x="6084" y="3060"/>
                  </a:lnTo>
                  <a:close/>
                  <a:moveTo>
                    <a:pt x="881" y="2929"/>
                  </a:moveTo>
                  <a:lnTo>
                    <a:pt x="881" y="4715"/>
                  </a:lnTo>
                  <a:lnTo>
                    <a:pt x="607" y="4715"/>
                  </a:lnTo>
                  <a:cubicBezTo>
                    <a:pt x="405" y="4715"/>
                    <a:pt x="226" y="4536"/>
                    <a:pt x="226" y="4322"/>
                  </a:cubicBezTo>
                  <a:lnTo>
                    <a:pt x="226" y="3310"/>
                  </a:lnTo>
                  <a:cubicBezTo>
                    <a:pt x="226" y="3108"/>
                    <a:pt x="405" y="2929"/>
                    <a:pt x="607" y="2929"/>
                  </a:cubicBezTo>
                  <a:close/>
                  <a:moveTo>
                    <a:pt x="1893" y="2917"/>
                  </a:moveTo>
                  <a:lnTo>
                    <a:pt x="1893" y="4715"/>
                  </a:lnTo>
                  <a:lnTo>
                    <a:pt x="1107" y="4715"/>
                  </a:lnTo>
                  <a:lnTo>
                    <a:pt x="1107" y="2917"/>
                  </a:lnTo>
                  <a:close/>
                  <a:moveTo>
                    <a:pt x="2024" y="5596"/>
                  </a:moveTo>
                  <a:lnTo>
                    <a:pt x="2024" y="6108"/>
                  </a:lnTo>
                  <a:lnTo>
                    <a:pt x="1798" y="6108"/>
                  </a:lnTo>
                  <a:lnTo>
                    <a:pt x="1929" y="5596"/>
                  </a:lnTo>
                  <a:close/>
                  <a:moveTo>
                    <a:pt x="1858" y="4953"/>
                  </a:moveTo>
                  <a:lnTo>
                    <a:pt x="1405" y="6620"/>
                  </a:lnTo>
                  <a:lnTo>
                    <a:pt x="1107" y="6620"/>
                  </a:lnTo>
                  <a:lnTo>
                    <a:pt x="1107" y="4953"/>
                  </a:lnTo>
                  <a:close/>
                  <a:moveTo>
                    <a:pt x="5846" y="250"/>
                  </a:moveTo>
                  <a:lnTo>
                    <a:pt x="5846" y="7394"/>
                  </a:lnTo>
                  <a:lnTo>
                    <a:pt x="5322" y="7394"/>
                  </a:lnTo>
                  <a:lnTo>
                    <a:pt x="5322" y="2358"/>
                  </a:lnTo>
                  <a:cubicBezTo>
                    <a:pt x="5322" y="2298"/>
                    <a:pt x="5263" y="2239"/>
                    <a:pt x="5203" y="2239"/>
                  </a:cubicBezTo>
                  <a:cubicBezTo>
                    <a:pt x="5144" y="2239"/>
                    <a:pt x="5084" y="2298"/>
                    <a:pt x="5084" y="2358"/>
                  </a:cubicBezTo>
                  <a:lnTo>
                    <a:pt x="5084" y="6608"/>
                  </a:lnTo>
                  <a:cubicBezTo>
                    <a:pt x="4941" y="6394"/>
                    <a:pt x="4715" y="6108"/>
                    <a:pt x="4417" y="5834"/>
                  </a:cubicBezTo>
                  <a:cubicBezTo>
                    <a:pt x="4096" y="5501"/>
                    <a:pt x="3739" y="5251"/>
                    <a:pt x="3393" y="5072"/>
                  </a:cubicBezTo>
                  <a:cubicBezTo>
                    <a:pt x="2989" y="4858"/>
                    <a:pt x="2572" y="4739"/>
                    <a:pt x="2155" y="4727"/>
                  </a:cubicBezTo>
                  <a:lnTo>
                    <a:pt x="2155" y="2917"/>
                  </a:lnTo>
                  <a:cubicBezTo>
                    <a:pt x="2572" y="2893"/>
                    <a:pt x="2989" y="2774"/>
                    <a:pt x="3393" y="2572"/>
                  </a:cubicBezTo>
                  <a:cubicBezTo>
                    <a:pt x="3751" y="2393"/>
                    <a:pt x="4096" y="2120"/>
                    <a:pt x="4417" y="1810"/>
                  </a:cubicBezTo>
                  <a:cubicBezTo>
                    <a:pt x="4715" y="1524"/>
                    <a:pt x="4941" y="1250"/>
                    <a:pt x="5084" y="1036"/>
                  </a:cubicBezTo>
                  <a:lnTo>
                    <a:pt x="5084" y="1798"/>
                  </a:lnTo>
                  <a:cubicBezTo>
                    <a:pt x="5084" y="1858"/>
                    <a:pt x="5144" y="1917"/>
                    <a:pt x="5203" y="1917"/>
                  </a:cubicBezTo>
                  <a:cubicBezTo>
                    <a:pt x="5263" y="1917"/>
                    <a:pt x="5322" y="1858"/>
                    <a:pt x="5322" y="1798"/>
                  </a:cubicBezTo>
                  <a:lnTo>
                    <a:pt x="5322" y="250"/>
                  </a:lnTo>
                  <a:close/>
                  <a:moveTo>
                    <a:pt x="5203" y="0"/>
                  </a:moveTo>
                  <a:cubicBezTo>
                    <a:pt x="5144" y="0"/>
                    <a:pt x="5084" y="60"/>
                    <a:pt x="5084" y="119"/>
                  </a:cubicBezTo>
                  <a:lnTo>
                    <a:pt x="5084" y="596"/>
                  </a:lnTo>
                  <a:cubicBezTo>
                    <a:pt x="5013" y="715"/>
                    <a:pt x="4715" y="1167"/>
                    <a:pt x="4239" y="1619"/>
                  </a:cubicBezTo>
                  <a:cubicBezTo>
                    <a:pt x="3751" y="2096"/>
                    <a:pt x="2965" y="2655"/>
                    <a:pt x="2024" y="2655"/>
                  </a:cubicBezTo>
                  <a:lnTo>
                    <a:pt x="619" y="2655"/>
                  </a:lnTo>
                  <a:cubicBezTo>
                    <a:pt x="286" y="2655"/>
                    <a:pt x="0" y="2941"/>
                    <a:pt x="0" y="3286"/>
                  </a:cubicBezTo>
                  <a:lnTo>
                    <a:pt x="0" y="4298"/>
                  </a:lnTo>
                  <a:cubicBezTo>
                    <a:pt x="0" y="4632"/>
                    <a:pt x="286" y="4917"/>
                    <a:pt x="619" y="4917"/>
                  </a:cubicBezTo>
                  <a:lnTo>
                    <a:pt x="893" y="4917"/>
                  </a:lnTo>
                  <a:lnTo>
                    <a:pt x="893" y="6703"/>
                  </a:lnTo>
                  <a:cubicBezTo>
                    <a:pt x="893" y="6763"/>
                    <a:pt x="953" y="6822"/>
                    <a:pt x="1012" y="6822"/>
                  </a:cubicBezTo>
                  <a:lnTo>
                    <a:pt x="1512" y="6822"/>
                  </a:lnTo>
                  <a:cubicBezTo>
                    <a:pt x="1572" y="6822"/>
                    <a:pt x="1619" y="6799"/>
                    <a:pt x="1631" y="6739"/>
                  </a:cubicBezTo>
                  <a:lnTo>
                    <a:pt x="1750" y="6322"/>
                  </a:lnTo>
                  <a:lnTo>
                    <a:pt x="2155" y="6322"/>
                  </a:lnTo>
                  <a:cubicBezTo>
                    <a:pt x="2215" y="6322"/>
                    <a:pt x="2274" y="6263"/>
                    <a:pt x="2274" y="6203"/>
                  </a:cubicBezTo>
                  <a:lnTo>
                    <a:pt x="2274" y="5441"/>
                  </a:lnTo>
                  <a:cubicBezTo>
                    <a:pt x="2274" y="5382"/>
                    <a:pt x="2215" y="5322"/>
                    <a:pt x="2155" y="5322"/>
                  </a:cubicBezTo>
                  <a:lnTo>
                    <a:pt x="2012" y="5322"/>
                  </a:lnTo>
                  <a:lnTo>
                    <a:pt x="2108" y="4917"/>
                  </a:lnTo>
                  <a:cubicBezTo>
                    <a:pt x="3024" y="4953"/>
                    <a:pt x="3763" y="5501"/>
                    <a:pt x="4239" y="5965"/>
                  </a:cubicBezTo>
                  <a:cubicBezTo>
                    <a:pt x="4715" y="6430"/>
                    <a:pt x="5013" y="6882"/>
                    <a:pt x="5084" y="6989"/>
                  </a:cubicBezTo>
                  <a:lnTo>
                    <a:pt x="5084" y="7465"/>
                  </a:lnTo>
                  <a:cubicBezTo>
                    <a:pt x="5084" y="7525"/>
                    <a:pt x="5144" y="7584"/>
                    <a:pt x="5203" y="7584"/>
                  </a:cubicBezTo>
                  <a:lnTo>
                    <a:pt x="5965" y="7584"/>
                  </a:lnTo>
                  <a:cubicBezTo>
                    <a:pt x="6025" y="7584"/>
                    <a:pt x="6084" y="7525"/>
                    <a:pt x="6084" y="7465"/>
                  </a:cubicBezTo>
                  <a:lnTo>
                    <a:pt x="6084" y="4775"/>
                  </a:lnTo>
                  <a:cubicBezTo>
                    <a:pt x="6596" y="4715"/>
                    <a:pt x="6977" y="4286"/>
                    <a:pt x="6977" y="3774"/>
                  </a:cubicBezTo>
                  <a:cubicBezTo>
                    <a:pt x="6977" y="3298"/>
                    <a:pt x="6596" y="2870"/>
                    <a:pt x="6084" y="2810"/>
                  </a:cubicBezTo>
                  <a:lnTo>
                    <a:pt x="6084" y="119"/>
                  </a:lnTo>
                  <a:cubicBezTo>
                    <a:pt x="6084" y="60"/>
                    <a:pt x="6025" y="0"/>
                    <a:pt x="5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66"/>
            <p:cNvSpPr/>
            <p:nvPr/>
          </p:nvSpPr>
          <p:spPr>
            <a:xfrm>
              <a:off x="6202788" y="3976471"/>
              <a:ext cx="19719" cy="7601"/>
            </a:xfrm>
            <a:custGeom>
              <a:avLst/>
              <a:gdLst/>
              <a:ahLst/>
              <a:cxnLst/>
              <a:rect l="l" t="t" r="r" b="b"/>
              <a:pathLst>
                <a:path w="620" h="239" extrusionOk="0">
                  <a:moveTo>
                    <a:pt x="119" y="0"/>
                  </a:moveTo>
                  <a:cubicBezTo>
                    <a:pt x="60" y="0"/>
                    <a:pt x="0" y="60"/>
                    <a:pt x="0" y="119"/>
                  </a:cubicBezTo>
                  <a:cubicBezTo>
                    <a:pt x="0" y="179"/>
                    <a:pt x="60" y="238"/>
                    <a:pt x="119" y="238"/>
                  </a:cubicBezTo>
                  <a:lnTo>
                    <a:pt x="500" y="238"/>
                  </a:lnTo>
                  <a:cubicBezTo>
                    <a:pt x="560" y="238"/>
                    <a:pt x="619" y="179"/>
                    <a:pt x="619" y="119"/>
                  </a:cubicBezTo>
                  <a:cubicBezTo>
                    <a:pt x="619" y="60"/>
                    <a:pt x="560"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66"/>
            <p:cNvSpPr/>
            <p:nvPr/>
          </p:nvSpPr>
          <p:spPr>
            <a:xfrm>
              <a:off x="6186122" y="3930259"/>
              <a:ext cx="17429" cy="16316"/>
            </a:xfrm>
            <a:custGeom>
              <a:avLst/>
              <a:gdLst/>
              <a:ahLst/>
              <a:cxnLst/>
              <a:rect l="l" t="t" r="r" b="b"/>
              <a:pathLst>
                <a:path w="548" h="513" extrusionOk="0">
                  <a:moveTo>
                    <a:pt x="429" y="0"/>
                  </a:moveTo>
                  <a:cubicBezTo>
                    <a:pt x="399" y="0"/>
                    <a:pt x="369" y="12"/>
                    <a:pt x="346" y="36"/>
                  </a:cubicBezTo>
                  <a:lnTo>
                    <a:pt x="72" y="298"/>
                  </a:lnTo>
                  <a:cubicBezTo>
                    <a:pt x="0" y="381"/>
                    <a:pt x="60" y="512"/>
                    <a:pt x="167" y="512"/>
                  </a:cubicBezTo>
                  <a:cubicBezTo>
                    <a:pt x="191" y="512"/>
                    <a:pt x="226" y="501"/>
                    <a:pt x="250" y="477"/>
                  </a:cubicBezTo>
                  <a:lnTo>
                    <a:pt x="524" y="215"/>
                  </a:lnTo>
                  <a:cubicBezTo>
                    <a:pt x="548" y="167"/>
                    <a:pt x="548" y="84"/>
                    <a:pt x="512" y="36"/>
                  </a:cubicBezTo>
                  <a:cubicBezTo>
                    <a:pt x="488" y="12"/>
                    <a:pt x="459"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66"/>
            <p:cNvSpPr/>
            <p:nvPr/>
          </p:nvSpPr>
          <p:spPr>
            <a:xfrm>
              <a:off x="6187235" y="4013556"/>
              <a:ext cx="16316" cy="15934"/>
            </a:xfrm>
            <a:custGeom>
              <a:avLst/>
              <a:gdLst/>
              <a:ahLst/>
              <a:cxnLst/>
              <a:rect l="l" t="t" r="r" b="b"/>
              <a:pathLst>
                <a:path w="513" h="501" extrusionOk="0">
                  <a:moveTo>
                    <a:pt x="120" y="1"/>
                  </a:moveTo>
                  <a:cubicBezTo>
                    <a:pt x="90" y="1"/>
                    <a:pt x="61" y="13"/>
                    <a:pt x="37" y="37"/>
                  </a:cubicBezTo>
                  <a:cubicBezTo>
                    <a:pt x="1" y="84"/>
                    <a:pt x="1" y="156"/>
                    <a:pt x="37" y="203"/>
                  </a:cubicBezTo>
                  <a:lnTo>
                    <a:pt x="311" y="465"/>
                  </a:lnTo>
                  <a:cubicBezTo>
                    <a:pt x="334" y="489"/>
                    <a:pt x="367" y="501"/>
                    <a:pt x="400" y="501"/>
                  </a:cubicBezTo>
                  <a:cubicBezTo>
                    <a:pt x="433" y="501"/>
                    <a:pt x="465" y="489"/>
                    <a:pt x="489" y="465"/>
                  </a:cubicBezTo>
                  <a:cubicBezTo>
                    <a:pt x="513" y="429"/>
                    <a:pt x="513" y="346"/>
                    <a:pt x="477" y="310"/>
                  </a:cubicBezTo>
                  <a:lnTo>
                    <a:pt x="203" y="37"/>
                  </a:lnTo>
                  <a:cubicBezTo>
                    <a:pt x="180" y="13"/>
                    <a:pt x="150" y="1"/>
                    <a:pt x="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84" name="Google Shape;12284;p66"/>
          <p:cNvGrpSpPr/>
          <p:nvPr/>
        </p:nvGrpSpPr>
        <p:grpSpPr>
          <a:xfrm>
            <a:off x="6243508" y="3697623"/>
            <a:ext cx="320372" cy="213602"/>
            <a:chOff x="6395908" y="3873073"/>
            <a:chExt cx="320372" cy="213602"/>
          </a:xfrm>
        </p:grpSpPr>
        <p:sp>
          <p:nvSpPr>
            <p:cNvPr id="12285" name="Google Shape;12285;p66"/>
            <p:cNvSpPr/>
            <p:nvPr/>
          </p:nvSpPr>
          <p:spPr>
            <a:xfrm>
              <a:off x="6395908" y="3873073"/>
              <a:ext cx="320372" cy="213602"/>
            </a:xfrm>
            <a:custGeom>
              <a:avLst/>
              <a:gdLst/>
              <a:ahLst/>
              <a:cxnLst/>
              <a:rect l="l" t="t" r="r" b="b"/>
              <a:pathLst>
                <a:path w="10073" h="6716" extrusionOk="0">
                  <a:moveTo>
                    <a:pt x="9585" y="310"/>
                  </a:moveTo>
                  <a:cubicBezTo>
                    <a:pt x="9692" y="310"/>
                    <a:pt x="9763" y="394"/>
                    <a:pt x="9763" y="501"/>
                  </a:cubicBezTo>
                  <a:lnTo>
                    <a:pt x="9763" y="6228"/>
                  </a:lnTo>
                  <a:cubicBezTo>
                    <a:pt x="9763" y="6335"/>
                    <a:pt x="9692" y="6406"/>
                    <a:pt x="9585" y="6406"/>
                  </a:cubicBezTo>
                  <a:lnTo>
                    <a:pt x="488" y="6406"/>
                  </a:lnTo>
                  <a:cubicBezTo>
                    <a:pt x="381" y="6406"/>
                    <a:pt x="310" y="6335"/>
                    <a:pt x="310" y="6228"/>
                  </a:cubicBezTo>
                  <a:lnTo>
                    <a:pt x="310" y="501"/>
                  </a:lnTo>
                  <a:cubicBezTo>
                    <a:pt x="310" y="394"/>
                    <a:pt x="381" y="310"/>
                    <a:pt x="488" y="310"/>
                  </a:cubicBezTo>
                  <a:close/>
                  <a:moveTo>
                    <a:pt x="488" y="1"/>
                  </a:moveTo>
                  <a:cubicBezTo>
                    <a:pt x="227" y="1"/>
                    <a:pt x="0" y="227"/>
                    <a:pt x="0" y="501"/>
                  </a:cubicBezTo>
                  <a:lnTo>
                    <a:pt x="0" y="6228"/>
                  </a:lnTo>
                  <a:cubicBezTo>
                    <a:pt x="0" y="6490"/>
                    <a:pt x="227" y="6716"/>
                    <a:pt x="488" y="6716"/>
                  </a:cubicBezTo>
                  <a:lnTo>
                    <a:pt x="9585" y="6716"/>
                  </a:lnTo>
                  <a:cubicBezTo>
                    <a:pt x="9847" y="6716"/>
                    <a:pt x="10073" y="6490"/>
                    <a:pt x="10073" y="6228"/>
                  </a:cubicBezTo>
                  <a:lnTo>
                    <a:pt x="10073" y="501"/>
                  </a:lnTo>
                  <a:cubicBezTo>
                    <a:pt x="10073" y="227"/>
                    <a:pt x="9871" y="1"/>
                    <a:pt x="9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66"/>
            <p:cNvSpPr/>
            <p:nvPr/>
          </p:nvSpPr>
          <p:spPr>
            <a:xfrm>
              <a:off x="6427713" y="3894669"/>
              <a:ext cx="256762" cy="171175"/>
            </a:xfrm>
            <a:custGeom>
              <a:avLst/>
              <a:gdLst/>
              <a:ahLst/>
              <a:cxnLst/>
              <a:rect l="l" t="t" r="r" b="b"/>
              <a:pathLst>
                <a:path w="8073" h="5382" extrusionOk="0">
                  <a:moveTo>
                    <a:pt x="7751" y="322"/>
                  </a:moveTo>
                  <a:lnTo>
                    <a:pt x="7751" y="5060"/>
                  </a:lnTo>
                  <a:lnTo>
                    <a:pt x="310" y="5060"/>
                  </a:lnTo>
                  <a:lnTo>
                    <a:pt x="310" y="322"/>
                  </a:lnTo>
                  <a:close/>
                  <a:moveTo>
                    <a:pt x="155" y="0"/>
                  </a:moveTo>
                  <a:cubicBezTo>
                    <a:pt x="72" y="0"/>
                    <a:pt x="0" y="72"/>
                    <a:pt x="0" y="155"/>
                  </a:cubicBezTo>
                  <a:lnTo>
                    <a:pt x="0" y="5215"/>
                  </a:lnTo>
                  <a:cubicBezTo>
                    <a:pt x="0" y="5310"/>
                    <a:pt x="72" y="5382"/>
                    <a:pt x="155" y="5382"/>
                  </a:cubicBezTo>
                  <a:lnTo>
                    <a:pt x="7918" y="5382"/>
                  </a:lnTo>
                  <a:cubicBezTo>
                    <a:pt x="8001" y="5382"/>
                    <a:pt x="8073" y="5310"/>
                    <a:pt x="8073" y="5215"/>
                  </a:cubicBezTo>
                  <a:lnTo>
                    <a:pt x="8073" y="155"/>
                  </a:lnTo>
                  <a:cubicBezTo>
                    <a:pt x="8073" y="72"/>
                    <a:pt x="8001" y="0"/>
                    <a:pt x="7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66"/>
            <p:cNvSpPr/>
            <p:nvPr/>
          </p:nvSpPr>
          <p:spPr>
            <a:xfrm>
              <a:off x="6411429" y="3969633"/>
              <a:ext cx="10623" cy="21627"/>
            </a:xfrm>
            <a:custGeom>
              <a:avLst/>
              <a:gdLst/>
              <a:ahLst/>
              <a:cxnLst/>
              <a:rect l="l" t="t" r="r" b="b"/>
              <a:pathLst>
                <a:path w="334" h="680" extrusionOk="0">
                  <a:moveTo>
                    <a:pt x="167" y="1"/>
                  </a:moveTo>
                  <a:cubicBezTo>
                    <a:pt x="72" y="1"/>
                    <a:pt x="0" y="84"/>
                    <a:pt x="0" y="167"/>
                  </a:cubicBezTo>
                  <a:lnTo>
                    <a:pt x="0" y="513"/>
                  </a:lnTo>
                  <a:cubicBezTo>
                    <a:pt x="0" y="596"/>
                    <a:pt x="72" y="679"/>
                    <a:pt x="167" y="679"/>
                  </a:cubicBezTo>
                  <a:cubicBezTo>
                    <a:pt x="251" y="679"/>
                    <a:pt x="334" y="596"/>
                    <a:pt x="334" y="513"/>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66"/>
            <p:cNvSpPr/>
            <p:nvPr/>
          </p:nvSpPr>
          <p:spPr>
            <a:xfrm>
              <a:off x="6690136" y="3964704"/>
              <a:ext cx="10623" cy="31487"/>
            </a:xfrm>
            <a:custGeom>
              <a:avLst/>
              <a:gdLst/>
              <a:ahLst/>
              <a:cxnLst/>
              <a:rect l="l" t="t" r="r" b="b"/>
              <a:pathLst>
                <a:path w="334" h="990" extrusionOk="0">
                  <a:moveTo>
                    <a:pt x="167" y="1"/>
                  </a:moveTo>
                  <a:cubicBezTo>
                    <a:pt x="84" y="1"/>
                    <a:pt x="0" y="72"/>
                    <a:pt x="0" y="156"/>
                  </a:cubicBezTo>
                  <a:lnTo>
                    <a:pt x="0" y="834"/>
                  </a:lnTo>
                  <a:cubicBezTo>
                    <a:pt x="0" y="918"/>
                    <a:pt x="84" y="989"/>
                    <a:pt x="167" y="989"/>
                  </a:cubicBezTo>
                  <a:cubicBezTo>
                    <a:pt x="251" y="989"/>
                    <a:pt x="334" y="918"/>
                    <a:pt x="334" y="834"/>
                  </a:cubicBezTo>
                  <a:lnTo>
                    <a:pt x="334" y="156"/>
                  </a:ln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66"/>
            <p:cNvSpPr/>
            <p:nvPr/>
          </p:nvSpPr>
          <p:spPr>
            <a:xfrm>
              <a:off x="6690136" y="3894669"/>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51"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66"/>
            <p:cNvSpPr/>
            <p:nvPr/>
          </p:nvSpPr>
          <p:spPr>
            <a:xfrm>
              <a:off x="6411429" y="3942758"/>
              <a:ext cx="10623" cy="15553"/>
            </a:xfrm>
            <a:custGeom>
              <a:avLst/>
              <a:gdLst/>
              <a:ahLst/>
              <a:cxnLst/>
              <a:rect l="l" t="t" r="r" b="b"/>
              <a:pathLst>
                <a:path w="334" h="489" extrusionOk="0">
                  <a:moveTo>
                    <a:pt x="167" y="0"/>
                  </a:moveTo>
                  <a:cubicBezTo>
                    <a:pt x="72" y="0"/>
                    <a:pt x="0" y="72"/>
                    <a:pt x="0" y="167"/>
                  </a:cubicBezTo>
                  <a:lnTo>
                    <a:pt x="0" y="334"/>
                  </a:lnTo>
                  <a:cubicBezTo>
                    <a:pt x="0" y="417"/>
                    <a:pt x="72" y="489"/>
                    <a:pt x="167" y="489"/>
                  </a:cubicBezTo>
                  <a:cubicBezTo>
                    <a:pt x="251" y="489"/>
                    <a:pt x="334" y="417"/>
                    <a:pt x="334" y="33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66"/>
            <p:cNvSpPr/>
            <p:nvPr/>
          </p:nvSpPr>
          <p:spPr>
            <a:xfrm>
              <a:off x="6411429" y="4001820"/>
              <a:ext cx="10623" cy="15934"/>
            </a:xfrm>
            <a:custGeom>
              <a:avLst/>
              <a:gdLst/>
              <a:ahLst/>
              <a:cxnLst/>
              <a:rect l="l" t="t" r="r" b="b"/>
              <a:pathLst>
                <a:path w="334" h="501" extrusionOk="0">
                  <a:moveTo>
                    <a:pt x="167" y="1"/>
                  </a:moveTo>
                  <a:cubicBezTo>
                    <a:pt x="72" y="1"/>
                    <a:pt x="0" y="84"/>
                    <a:pt x="0" y="167"/>
                  </a:cubicBezTo>
                  <a:lnTo>
                    <a:pt x="0" y="334"/>
                  </a:lnTo>
                  <a:cubicBezTo>
                    <a:pt x="0" y="417"/>
                    <a:pt x="72" y="501"/>
                    <a:pt x="167" y="501"/>
                  </a:cubicBezTo>
                  <a:cubicBezTo>
                    <a:pt x="251" y="501"/>
                    <a:pt x="334" y="417"/>
                    <a:pt x="334" y="334"/>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66"/>
            <p:cNvSpPr/>
            <p:nvPr/>
          </p:nvSpPr>
          <p:spPr>
            <a:xfrm>
              <a:off x="6448927" y="4017723"/>
              <a:ext cx="214366" cy="32218"/>
            </a:xfrm>
            <a:custGeom>
              <a:avLst/>
              <a:gdLst/>
              <a:ahLst/>
              <a:cxnLst/>
              <a:rect l="l" t="t" r="r" b="b"/>
              <a:pathLst>
                <a:path w="6740" h="1013" extrusionOk="0">
                  <a:moveTo>
                    <a:pt x="1512" y="322"/>
                  </a:moveTo>
                  <a:cubicBezTo>
                    <a:pt x="1619" y="322"/>
                    <a:pt x="1691" y="394"/>
                    <a:pt x="1691" y="501"/>
                  </a:cubicBezTo>
                  <a:cubicBezTo>
                    <a:pt x="1691" y="608"/>
                    <a:pt x="1619" y="679"/>
                    <a:pt x="1512" y="679"/>
                  </a:cubicBezTo>
                  <a:cubicBezTo>
                    <a:pt x="1417" y="679"/>
                    <a:pt x="1334" y="608"/>
                    <a:pt x="1334" y="501"/>
                  </a:cubicBezTo>
                  <a:cubicBezTo>
                    <a:pt x="1334" y="394"/>
                    <a:pt x="1417" y="322"/>
                    <a:pt x="1512" y="322"/>
                  </a:cubicBezTo>
                  <a:close/>
                  <a:moveTo>
                    <a:pt x="1512" y="1"/>
                  </a:moveTo>
                  <a:cubicBezTo>
                    <a:pt x="1298" y="1"/>
                    <a:pt x="1119" y="132"/>
                    <a:pt x="1036" y="334"/>
                  </a:cubicBezTo>
                  <a:lnTo>
                    <a:pt x="167" y="334"/>
                  </a:lnTo>
                  <a:cubicBezTo>
                    <a:pt x="72" y="334"/>
                    <a:pt x="0" y="418"/>
                    <a:pt x="0" y="501"/>
                  </a:cubicBezTo>
                  <a:cubicBezTo>
                    <a:pt x="0" y="596"/>
                    <a:pt x="72" y="668"/>
                    <a:pt x="167" y="668"/>
                  </a:cubicBezTo>
                  <a:lnTo>
                    <a:pt x="1036" y="668"/>
                  </a:lnTo>
                  <a:cubicBezTo>
                    <a:pt x="1096" y="858"/>
                    <a:pt x="1298" y="1013"/>
                    <a:pt x="1512" y="1013"/>
                  </a:cubicBezTo>
                  <a:cubicBezTo>
                    <a:pt x="1739" y="1013"/>
                    <a:pt x="1917" y="870"/>
                    <a:pt x="1989" y="668"/>
                  </a:cubicBezTo>
                  <a:lnTo>
                    <a:pt x="6572" y="668"/>
                  </a:lnTo>
                  <a:cubicBezTo>
                    <a:pt x="6668" y="668"/>
                    <a:pt x="6739" y="596"/>
                    <a:pt x="6739" y="501"/>
                  </a:cubicBezTo>
                  <a:cubicBezTo>
                    <a:pt x="6727" y="418"/>
                    <a:pt x="6668" y="334"/>
                    <a:pt x="6572" y="334"/>
                  </a:cubicBezTo>
                  <a:lnTo>
                    <a:pt x="1989" y="334"/>
                  </a:lnTo>
                  <a:cubicBezTo>
                    <a:pt x="1929" y="144"/>
                    <a:pt x="1739"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66"/>
            <p:cNvSpPr/>
            <p:nvPr/>
          </p:nvSpPr>
          <p:spPr>
            <a:xfrm>
              <a:off x="6535627" y="3940913"/>
              <a:ext cx="46244" cy="46181"/>
            </a:xfrm>
            <a:custGeom>
              <a:avLst/>
              <a:gdLst/>
              <a:ahLst/>
              <a:cxnLst/>
              <a:rect l="l" t="t" r="r" b="b"/>
              <a:pathLst>
                <a:path w="1454" h="1452" extrusionOk="0">
                  <a:moveTo>
                    <a:pt x="298" y="308"/>
                  </a:moveTo>
                  <a:lnTo>
                    <a:pt x="1096" y="713"/>
                  </a:lnTo>
                  <a:cubicBezTo>
                    <a:pt x="1108" y="713"/>
                    <a:pt x="1132" y="713"/>
                    <a:pt x="1108" y="725"/>
                  </a:cubicBezTo>
                  <a:lnTo>
                    <a:pt x="310" y="1130"/>
                  </a:lnTo>
                  <a:lnTo>
                    <a:pt x="298" y="1130"/>
                  </a:lnTo>
                  <a:lnTo>
                    <a:pt x="298" y="1118"/>
                  </a:lnTo>
                  <a:lnTo>
                    <a:pt x="298" y="332"/>
                  </a:lnTo>
                  <a:lnTo>
                    <a:pt x="298" y="308"/>
                  </a:lnTo>
                  <a:close/>
                  <a:moveTo>
                    <a:pt x="303" y="0"/>
                  </a:moveTo>
                  <a:cubicBezTo>
                    <a:pt x="247" y="0"/>
                    <a:pt x="194" y="15"/>
                    <a:pt x="144" y="46"/>
                  </a:cubicBezTo>
                  <a:cubicBezTo>
                    <a:pt x="36" y="106"/>
                    <a:pt x="1" y="213"/>
                    <a:pt x="1" y="332"/>
                  </a:cubicBezTo>
                  <a:lnTo>
                    <a:pt x="1" y="1130"/>
                  </a:lnTo>
                  <a:cubicBezTo>
                    <a:pt x="1" y="1249"/>
                    <a:pt x="60" y="1356"/>
                    <a:pt x="144" y="1416"/>
                  </a:cubicBezTo>
                  <a:cubicBezTo>
                    <a:pt x="203" y="1440"/>
                    <a:pt x="263" y="1451"/>
                    <a:pt x="322" y="1451"/>
                  </a:cubicBezTo>
                  <a:cubicBezTo>
                    <a:pt x="370" y="1451"/>
                    <a:pt x="429" y="1440"/>
                    <a:pt x="477" y="1428"/>
                  </a:cubicBezTo>
                  <a:lnTo>
                    <a:pt x="1275" y="1023"/>
                  </a:lnTo>
                  <a:cubicBezTo>
                    <a:pt x="1382" y="963"/>
                    <a:pt x="1453" y="856"/>
                    <a:pt x="1453" y="725"/>
                  </a:cubicBezTo>
                  <a:cubicBezTo>
                    <a:pt x="1453" y="594"/>
                    <a:pt x="1370" y="487"/>
                    <a:pt x="1263" y="427"/>
                  </a:cubicBezTo>
                  <a:lnTo>
                    <a:pt x="453" y="35"/>
                  </a:lnTo>
                  <a:cubicBezTo>
                    <a:pt x="403" y="12"/>
                    <a:pt x="352" y="0"/>
                    <a:pt x="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66"/>
            <p:cNvSpPr/>
            <p:nvPr/>
          </p:nvSpPr>
          <p:spPr>
            <a:xfrm>
              <a:off x="6497016" y="3916233"/>
              <a:ext cx="117424" cy="96242"/>
            </a:xfrm>
            <a:custGeom>
              <a:avLst/>
              <a:gdLst/>
              <a:ahLst/>
              <a:cxnLst/>
              <a:rect l="l" t="t" r="r" b="b"/>
              <a:pathLst>
                <a:path w="3692" h="3026" extrusionOk="0">
                  <a:moveTo>
                    <a:pt x="2858" y="299"/>
                  </a:moveTo>
                  <a:cubicBezTo>
                    <a:pt x="3144" y="299"/>
                    <a:pt x="3382" y="537"/>
                    <a:pt x="3382" y="822"/>
                  </a:cubicBezTo>
                  <a:lnTo>
                    <a:pt x="3382" y="2180"/>
                  </a:lnTo>
                  <a:cubicBezTo>
                    <a:pt x="3382" y="2454"/>
                    <a:pt x="3144" y="2692"/>
                    <a:pt x="2858" y="2692"/>
                  </a:cubicBezTo>
                  <a:lnTo>
                    <a:pt x="834" y="2692"/>
                  </a:lnTo>
                  <a:cubicBezTo>
                    <a:pt x="560" y="2692"/>
                    <a:pt x="322" y="2454"/>
                    <a:pt x="322" y="2180"/>
                  </a:cubicBezTo>
                  <a:lnTo>
                    <a:pt x="322" y="822"/>
                  </a:lnTo>
                  <a:cubicBezTo>
                    <a:pt x="322" y="537"/>
                    <a:pt x="560" y="299"/>
                    <a:pt x="834" y="299"/>
                  </a:cubicBezTo>
                  <a:close/>
                  <a:moveTo>
                    <a:pt x="834" y="1"/>
                  </a:moveTo>
                  <a:cubicBezTo>
                    <a:pt x="381" y="1"/>
                    <a:pt x="0" y="370"/>
                    <a:pt x="0" y="834"/>
                  </a:cubicBezTo>
                  <a:lnTo>
                    <a:pt x="0" y="2192"/>
                  </a:lnTo>
                  <a:cubicBezTo>
                    <a:pt x="0" y="2656"/>
                    <a:pt x="381" y="3025"/>
                    <a:pt x="834" y="3025"/>
                  </a:cubicBezTo>
                  <a:lnTo>
                    <a:pt x="2858" y="3025"/>
                  </a:lnTo>
                  <a:cubicBezTo>
                    <a:pt x="3322" y="3025"/>
                    <a:pt x="3691" y="2656"/>
                    <a:pt x="3691" y="2192"/>
                  </a:cubicBezTo>
                  <a:lnTo>
                    <a:pt x="3691" y="834"/>
                  </a:lnTo>
                  <a:cubicBezTo>
                    <a:pt x="3691" y="370"/>
                    <a:pt x="3322"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5" name="Google Shape;12295;p66"/>
          <p:cNvGrpSpPr/>
          <p:nvPr/>
        </p:nvGrpSpPr>
        <p:grpSpPr>
          <a:xfrm>
            <a:off x="7262890" y="3627366"/>
            <a:ext cx="357138" cy="352018"/>
            <a:chOff x="7415290" y="3802816"/>
            <a:chExt cx="357138" cy="352018"/>
          </a:xfrm>
        </p:grpSpPr>
        <p:sp>
          <p:nvSpPr>
            <p:cNvPr id="12296" name="Google Shape;12296;p66"/>
            <p:cNvSpPr/>
            <p:nvPr/>
          </p:nvSpPr>
          <p:spPr>
            <a:xfrm>
              <a:off x="7680385" y="3835289"/>
              <a:ext cx="59475" cy="58267"/>
            </a:xfrm>
            <a:custGeom>
              <a:avLst/>
              <a:gdLst/>
              <a:ahLst/>
              <a:cxnLst/>
              <a:rect l="l" t="t" r="r" b="b"/>
              <a:pathLst>
                <a:path w="1870" h="1832" extrusionOk="0">
                  <a:moveTo>
                    <a:pt x="1695" y="1"/>
                  </a:moveTo>
                  <a:cubicBezTo>
                    <a:pt x="1652" y="1"/>
                    <a:pt x="1608" y="16"/>
                    <a:pt x="1572" y="46"/>
                  </a:cubicBezTo>
                  <a:lnTo>
                    <a:pt x="60" y="1546"/>
                  </a:lnTo>
                  <a:cubicBezTo>
                    <a:pt x="0" y="1605"/>
                    <a:pt x="0" y="1713"/>
                    <a:pt x="60" y="1784"/>
                  </a:cubicBezTo>
                  <a:cubicBezTo>
                    <a:pt x="96" y="1820"/>
                    <a:pt x="143" y="1832"/>
                    <a:pt x="179" y="1832"/>
                  </a:cubicBezTo>
                  <a:cubicBezTo>
                    <a:pt x="227" y="1832"/>
                    <a:pt x="274" y="1820"/>
                    <a:pt x="298" y="1784"/>
                  </a:cubicBezTo>
                  <a:lnTo>
                    <a:pt x="1810" y="284"/>
                  </a:lnTo>
                  <a:cubicBezTo>
                    <a:pt x="1870" y="224"/>
                    <a:pt x="1870" y="117"/>
                    <a:pt x="1810" y="46"/>
                  </a:cubicBezTo>
                  <a:cubicBezTo>
                    <a:pt x="1780" y="16"/>
                    <a:pt x="1739" y="1"/>
                    <a:pt x="16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66"/>
            <p:cNvSpPr/>
            <p:nvPr/>
          </p:nvSpPr>
          <p:spPr>
            <a:xfrm>
              <a:off x="7659553" y="3805329"/>
              <a:ext cx="30310" cy="76109"/>
            </a:xfrm>
            <a:custGeom>
              <a:avLst/>
              <a:gdLst/>
              <a:ahLst/>
              <a:cxnLst/>
              <a:rect l="l" t="t" r="r" b="b"/>
              <a:pathLst>
                <a:path w="953" h="2393" extrusionOk="0">
                  <a:moveTo>
                    <a:pt x="771" y="1"/>
                  </a:moveTo>
                  <a:cubicBezTo>
                    <a:pt x="703" y="1"/>
                    <a:pt x="639" y="54"/>
                    <a:pt x="620" y="130"/>
                  </a:cubicBezTo>
                  <a:lnTo>
                    <a:pt x="36" y="2178"/>
                  </a:lnTo>
                  <a:cubicBezTo>
                    <a:pt x="0" y="2274"/>
                    <a:pt x="60" y="2357"/>
                    <a:pt x="155" y="2393"/>
                  </a:cubicBezTo>
                  <a:lnTo>
                    <a:pt x="191" y="2393"/>
                  </a:lnTo>
                  <a:cubicBezTo>
                    <a:pt x="274" y="2393"/>
                    <a:pt x="334" y="2345"/>
                    <a:pt x="358" y="2274"/>
                  </a:cubicBezTo>
                  <a:lnTo>
                    <a:pt x="941" y="214"/>
                  </a:lnTo>
                  <a:cubicBezTo>
                    <a:pt x="953" y="107"/>
                    <a:pt x="893" y="23"/>
                    <a:pt x="822" y="11"/>
                  </a:cubicBezTo>
                  <a:cubicBezTo>
                    <a:pt x="805" y="4"/>
                    <a:pt x="788"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66"/>
            <p:cNvSpPr/>
            <p:nvPr/>
          </p:nvSpPr>
          <p:spPr>
            <a:xfrm>
              <a:off x="7619033" y="3802816"/>
              <a:ext cx="31837" cy="75600"/>
            </a:xfrm>
            <a:custGeom>
              <a:avLst/>
              <a:gdLst/>
              <a:ahLst/>
              <a:cxnLst/>
              <a:rect l="l" t="t" r="r" b="b"/>
              <a:pathLst>
                <a:path w="1001" h="2377" extrusionOk="0">
                  <a:moveTo>
                    <a:pt x="180" y="1"/>
                  </a:moveTo>
                  <a:cubicBezTo>
                    <a:pt x="164" y="1"/>
                    <a:pt x="148" y="3"/>
                    <a:pt x="131" y="7"/>
                  </a:cubicBezTo>
                  <a:cubicBezTo>
                    <a:pt x="48" y="43"/>
                    <a:pt x="1" y="126"/>
                    <a:pt x="24" y="221"/>
                  </a:cubicBezTo>
                  <a:lnTo>
                    <a:pt x="655" y="2257"/>
                  </a:lnTo>
                  <a:cubicBezTo>
                    <a:pt x="667" y="2329"/>
                    <a:pt x="739" y="2376"/>
                    <a:pt x="798" y="2376"/>
                  </a:cubicBezTo>
                  <a:lnTo>
                    <a:pt x="846" y="2376"/>
                  </a:lnTo>
                  <a:cubicBezTo>
                    <a:pt x="953" y="2329"/>
                    <a:pt x="1001" y="2245"/>
                    <a:pt x="965" y="2150"/>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66"/>
            <p:cNvSpPr/>
            <p:nvPr/>
          </p:nvSpPr>
          <p:spPr>
            <a:xfrm>
              <a:off x="7693266" y="3885509"/>
              <a:ext cx="76904" cy="28879"/>
            </a:xfrm>
            <a:custGeom>
              <a:avLst/>
              <a:gdLst/>
              <a:ahLst/>
              <a:cxnLst/>
              <a:rect l="l" t="t" r="r" b="b"/>
              <a:pathLst>
                <a:path w="2418" h="908" extrusionOk="0">
                  <a:moveTo>
                    <a:pt x="2222" y="0"/>
                  </a:moveTo>
                  <a:cubicBezTo>
                    <a:pt x="2212" y="0"/>
                    <a:pt x="2201" y="1"/>
                    <a:pt x="2191" y="3"/>
                  </a:cubicBezTo>
                  <a:lnTo>
                    <a:pt x="131" y="586"/>
                  </a:lnTo>
                  <a:cubicBezTo>
                    <a:pt x="48" y="610"/>
                    <a:pt x="0" y="705"/>
                    <a:pt x="12" y="788"/>
                  </a:cubicBezTo>
                  <a:cubicBezTo>
                    <a:pt x="36" y="860"/>
                    <a:pt x="107" y="907"/>
                    <a:pt x="179" y="907"/>
                  </a:cubicBezTo>
                  <a:lnTo>
                    <a:pt x="226" y="907"/>
                  </a:lnTo>
                  <a:lnTo>
                    <a:pt x="2274" y="324"/>
                  </a:lnTo>
                  <a:cubicBezTo>
                    <a:pt x="2369" y="300"/>
                    <a:pt x="2417" y="193"/>
                    <a:pt x="2393" y="122"/>
                  </a:cubicBezTo>
                  <a:cubicBezTo>
                    <a:pt x="2372" y="38"/>
                    <a:pt x="2297"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66"/>
            <p:cNvSpPr/>
            <p:nvPr/>
          </p:nvSpPr>
          <p:spPr>
            <a:xfrm>
              <a:off x="7695524" y="3924566"/>
              <a:ext cx="76904" cy="29960"/>
            </a:xfrm>
            <a:custGeom>
              <a:avLst/>
              <a:gdLst/>
              <a:ahLst/>
              <a:cxnLst/>
              <a:rect l="l" t="t" r="r" b="b"/>
              <a:pathLst>
                <a:path w="2418" h="942" extrusionOk="0">
                  <a:moveTo>
                    <a:pt x="180" y="1"/>
                  </a:moveTo>
                  <a:cubicBezTo>
                    <a:pt x="115" y="1"/>
                    <a:pt x="55" y="44"/>
                    <a:pt x="36" y="108"/>
                  </a:cubicBezTo>
                  <a:cubicBezTo>
                    <a:pt x="1" y="203"/>
                    <a:pt x="48" y="287"/>
                    <a:pt x="143" y="322"/>
                  </a:cubicBezTo>
                  <a:lnTo>
                    <a:pt x="2179" y="941"/>
                  </a:lnTo>
                  <a:lnTo>
                    <a:pt x="2227" y="941"/>
                  </a:lnTo>
                  <a:cubicBezTo>
                    <a:pt x="2298" y="941"/>
                    <a:pt x="2358" y="906"/>
                    <a:pt x="2370" y="822"/>
                  </a:cubicBezTo>
                  <a:cubicBezTo>
                    <a:pt x="2418" y="751"/>
                    <a:pt x="2370" y="668"/>
                    <a:pt x="2287" y="632"/>
                  </a:cubicBezTo>
                  <a:lnTo>
                    <a:pt x="239" y="13"/>
                  </a:lnTo>
                  <a:cubicBezTo>
                    <a:pt x="220" y="5"/>
                    <a:pt x="200"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66"/>
            <p:cNvSpPr/>
            <p:nvPr/>
          </p:nvSpPr>
          <p:spPr>
            <a:xfrm>
              <a:off x="7473620" y="3916519"/>
              <a:ext cx="75378" cy="85333"/>
            </a:xfrm>
            <a:custGeom>
              <a:avLst/>
              <a:gdLst/>
              <a:ahLst/>
              <a:cxnLst/>
              <a:rect l="l" t="t" r="r" b="b"/>
              <a:pathLst>
                <a:path w="2370" h="2683" extrusionOk="0">
                  <a:moveTo>
                    <a:pt x="2184" y="0"/>
                  </a:moveTo>
                  <a:cubicBezTo>
                    <a:pt x="2139" y="0"/>
                    <a:pt x="2098" y="19"/>
                    <a:pt x="2072" y="51"/>
                  </a:cubicBezTo>
                  <a:lnTo>
                    <a:pt x="60" y="2421"/>
                  </a:lnTo>
                  <a:cubicBezTo>
                    <a:pt x="1" y="2492"/>
                    <a:pt x="12" y="2599"/>
                    <a:pt x="72" y="2647"/>
                  </a:cubicBezTo>
                  <a:cubicBezTo>
                    <a:pt x="108" y="2671"/>
                    <a:pt x="155" y="2683"/>
                    <a:pt x="179" y="2683"/>
                  </a:cubicBezTo>
                  <a:cubicBezTo>
                    <a:pt x="227" y="2683"/>
                    <a:pt x="274" y="2671"/>
                    <a:pt x="298" y="2623"/>
                  </a:cubicBezTo>
                  <a:lnTo>
                    <a:pt x="2310" y="266"/>
                  </a:lnTo>
                  <a:cubicBezTo>
                    <a:pt x="2370" y="182"/>
                    <a:pt x="2370" y="99"/>
                    <a:pt x="2298" y="40"/>
                  </a:cubicBezTo>
                  <a:cubicBezTo>
                    <a:pt x="2261" y="13"/>
                    <a:pt x="2221" y="0"/>
                    <a:pt x="2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66"/>
            <p:cNvSpPr/>
            <p:nvPr/>
          </p:nvSpPr>
          <p:spPr>
            <a:xfrm>
              <a:off x="7415290" y="3850078"/>
              <a:ext cx="310576" cy="304756"/>
            </a:xfrm>
            <a:custGeom>
              <a:avLst/>
              <a:gdLst/>
              <a:ahLst/>
              <a:cxnLst/>
              <a:rect l="l" t="t" r="r" b="b"/>
              <a:pathLst>
                <a:path w="9765" h="9582" extrusionOk="0">
                  <a:moveTo>
                    <a:pt x="5716" y="386"/>
                  </a:moveTo>
                  <a:cubicBezTo>
                    <a:pt x="5941" y="386"/>
                    <a:pt x="6202" y="495"/>
                    <a:pt x="6407" y="700"/>
                  </a:cubicBezTo>
                  <a:cubicBezTo>
                    <a:pt x="6645" y="938"/>
                    <a:pt x="6764" y="1259"/>
                    <a:pt x="6704" y="1533"/>
                  </a:cubicBezTo>
                  <a:lnTo>
                    <a:pt x="5573" y="402"/>
                  </a:lnTo>
                  <a:cubicBezTo>
                    <a:pt x="5618" y="391"/>
                    <a:pt x="5666" y="386"/>
                    <a:pt x="5716" y="386"/>
                  </a:cubicBezTo>
                  <a:close/>
                  <a:moveTo>
                    <a:pt x="5144" y="426"/>
                  </a:moveTo>
                  <a:lnTo>
                    <a:pt x="6657" y="1950"/>
                  </a:lnTo>
                  <a:lnTo>
                    <a:pt x="6347" y="2260"/>
                  </a:lnTo>
                  <a:lnTo>
                    <a:pt x="4823" y="747"/>
                  </a:lnTo>
                  <a:lnTo>
                    <a:pt x="5144" y="426"/>
                  </a:lnTo>
                  <a:close/>
                  <a:moveTo>
                    <a:pt x="8341" y="3017"/>
                  </a:moveTo>
                  <a:cubicBezTo>
                    <a:pt x="8572" y="3017"/>
                    <a:pt x="8831" y="3126"/>
                    <a:pt x="9026" y="3331"/>
                  </a:cubicBezTo>
                  <a:cubicBezTo>
                    <a:pt x="9276" y="3569"/>
                    <a:pt x="9383" y="3903"/>
                    <a:pt x="9324" y="4165"/>
                  </a:cubicBezTo>
                  <a:lnTo>
                    <a:pt x="8192" y="3033"/>
                  </a:lnTo>
                  <a:cubicBezTo>
                    <a:pt x="8240" y="3023"/>
                    <a:pt x="8290" y="3017"/>
                    <a:pt x="8341" y="3017"/>
                  </a:cubicBezTo>
                  <a:close/>
                  <a:moveTo>
                    <a:pt x="7776" y="3081"/>
                  </a:moveTo>
                  <a:lnTo>
                    <a:pt x="7800" y="3105"/>
                  </a:lnTo>
                  <a:lnTo>
                    <a:pt x="9288" y="4593"/>
                  </a:lnTo>
                  <a:lnTo>
                    <a:pt x="8978" y="4915"/>
                  </a:lnTo>
                  <a:lnTo>
                    <a:pt x="7466" y="3391"/>
                  </a:lnTo>
                  <a:lnTo>
                    <a:pt x="7776" y="3081"/>
                  </a:lnTo>
                  <a:close/>
                  <a:moveTo>
                    <a:pt x="3966" y="4796"/>
                  </a:moveTo>
                  <a:lnTo>
                    <a:pt x="4942" y="5772"/>
                  </a:lnTo>
                  <a:lnTo>
                    <a:pt x="4335" y="6498"/>
                  </a:lnTo>
                  <a:lnTo>
                    <a:pt x="3239" y="5403"/>
                  </a:lnTo>
                  <a:lnTo>
                    <a:pt x="3966" y="4796"/>
                  </a:lnTo>
                  <a:close/>
                  <a:moveTo>
                    <a:pt x="3573" y="7427"/>
                  </a:moveTo>
                  <a:lnTo>
                    <a:pt x="3680" y="7534"/>
                  </a:lnTo>
                  <a:lnTo>
                    <a:pt x="4930" y="8784"/>
                  </a:lnTo>
                  <a:lnTo>
                    <a:pt x="4442" y="9272"/>
                  </a:lnTo>
                  <a:lnTo>
                    <a:pt x="3085" y="7915"/>
                  </a:lnTo>
                  <a:lnTo>
                    <a:pt x="3573" y="7427"/>
                  </a:lnTo>
                  <a:close/>
                  <a:moveTo>
                    <a:pt x="5101" y="0"/>
                  </a:moveTo>
                  <a:cubicBezTo>
                    <a:pt x="5058" y="0"/>
                    <a:pt x="5013" y="15"/>
                    <a:pt x="4978" y="45"/>
                  </a:cubicBezTo>
                  <a:lnTo>
                    <a:pt x="4525" y="486"/>
                  </a:lnTo>
                  <a:cubicBezTo>
                    <a:pt x="4513" y="486"/>
                    <a:pt x="4490" y="474"/>
                    <a:pt x="4466" y="474"/>
                  </a:cubicBezTo>
                  <a:cubicBezTo>
                    <a:pt x="4430" y="474"/>
                    <a:pt x="4382" y="509"/>
                    <a:pt x="4347" y="533"/>
                  </a:cubicBezTo>
                  <a:lnTo>
                    <a:pt x="1096" y="4474"/>
                  </a:lnTo>
                  <a:lnTo>
                    <a:pt x="1001" y="4391"/>
                  </a:lnTo>
                  <a:cubicBezTo>
                    <a:pt x="971" y="4361"/>
                    <a:pt x="930" y="4346"/>
                    <a:pt x="886" y="4346"/>
                  </a:cubicBezTo>
                  <a:cubicBezTo>
                    <a:pt x="843" y="4346"/>
                    <a:pt x="799" y="4361"/>
                    <a:pt x="763" y="4391"/>
                  </a:cubicBezTo>
                  <a:lnTo>
                    <a:pt x="49" y="5105"/>
                  </a:lnTo>
                  <a:cubicBezTo>
                    <a:pt x="25" y="5129"/>
                    <a:pt x="1" y="5177"/>
                    <a:pt x="1" y="5224"/>
                  </a:cubicBezTo>
                  <a:cubicBezTo>
                    <a:pt x="1" y="5272"/>
                    <a:pt x="25" y="5308"/>
                    <a:pt x="49" y="5343"/>
                  </a:cubicBezTo>
                  <a:lnTo>
                    <a:pt x="703" y="5998"/>
                  </a:lnTo>
                  <a:cubicBezTo>
                    <a:pt x="733" y="6028"/>
                    <a:pt x="775" y="6043"/>
                    <a:pt x="818" y="6043"/>
                  </a:cubicBezTo>
                  <a:cubicBezTo>
                    <a:pt x="861" y="6043"/>
                    <a:pt x="906" y="6028"/>
                    <a:pt x="942" y="5998"/>
                  </a:cubicBezTo>
                  <a:cubicBezTo>
                    <a:pt x="1001" y="5939"/>
                    <a:pt x="1001" y="5831"/>
                    <a:pt x="942" y="5760"/>
                  </a:cubicBezTo>
                  <a:lnTo>
                    <a:pt x="406" y="5224"/>
                  </a:lnTo>
                  <a:lnTo>
                    <a:pt x="894" y="4736"/>
                  </a:lnTo>
                  <a:lnTo>
                    <a:pt x="989" y="4819"/>
                  </a:lnTo>
                  <a:lnTo>
                    <a:pt x="2144" y="5986"/>
                  </a:lnTo>
                  <a:lnTo>
                    <a:pt x="2239" y="6070"/>
                  </a:lnTo>
                  <a:lnTo>
                    <a:pt x="1751" y="6558"/>
                  </a:lnTo>
                  <a:lnTo>
                    <a:pt x="1394" y="6201"/>
                  </a:lnTo>
                  <a:cubicBezTo>
                    <a:pt x="1364" y="6171"/>
                    <a:pt x="1323" y="6156"/>
                    <a:pt x="1279" y="6156"/>
                  </a:cubicBezTo>
                  <a:cubicBezTo>
                    <a:pt x="1236" y="6156"/>
                    <a:pt x="1192" y="6171"/>
                    <a:pt x="1156" y="6201"/>
                  </a:cubicBezTo>
                  <a:cubicBezTo>
                    <a:pt x="1096" y="6260"/>
                    <a:pt x="1096" y="6367"/>
                    <a:pt x="1156" y="6439"/>
                  </a:cubicBezTo>
                  <a:lnTo>
                    <a:pt x="1632" y="6915"/>
                  </a:lnTo>
                  <a:cubicBezTo>
                    <a:pt x="1656" y="6951"/>
                    <a:pt x="1704" y="6963"/>
                    <a:pt x="1751" y="6963"/>
                  </a:cubicBezTo>
                  <a:cubicBezTo>
                    <a:pt x="1787" y="6963"/>
                    <a:pt x="1835" y="6951"/>
                    <a:pt x="1870" y="6915"/>
                  </a:cubicBezTo>
                  <a:lnTo>
                    <a:pt x="2585" y="6201"/>
                  </a:lnTo>
                  <a:cubicBezTo>
                    <a:pt x="2608" y="6177"/>
                    <a:pt x="2620" y="6129"/>
                    <a:pt x="2620" y="6081"/>
                  </a:cubicBezTo>
                  <a:cubicBezTo>
                    <a:pt x="2620" y="6046"/>
                    <a:pt x="2608" y="5998"/>
                    <a:pt x="2585" y="5962"/>
                  </a:cubicBezTo>
                  <a:lnTo>
                    <a:pt x="2489" y="5879"/>
                  </a:lnTo>
                  <a:lnTo>
                    <a:pt x="2906" y="5534"/>
                  </a:lnTo>
                  <a:lnTo>
                    <a:pt x="4049" y="6677"/>
                  </a:lnTo>
                  <a:lnTo>
                    <a:pt x="3716" y="7093"/>
                  </a:lnTo>
                  <a:lnTo>
                    <a:pt x="3620" y="7010"/>
                  </a:lnTo>
                  <a:cubicBezTo>
                    <a:pt x="3597" y="6974"/>
                    <a:pt x="3549" y="6963"/>
                    <a:pt x="3501" y="6963"/>
                  </a:cubicBezTo>
                  <a:cubicBezTo>
                    <a:pt x="3454" y="6963"/>
                    <a:pt x="3418" y="6974"/>
                    <a:pt x="3382" y="7010"/>
                  </a:cubicBezTo>
                  <a:lnTo>
                    <a:pt x="2668" y="7725"/>
                  </a:lnTo>
                  <a:cubicBezTo>
                    <a:pt x="2608" y="7784"/>
                    <a:pt x="2608" y="7891"/>
                    <a:pt x="2668" y="7963"/>
                  </a:cubicBezTo>
                  <a:lnTo>
                    <a:pt x="4251" y="9534"/>
                  </a:lnTo>
                  <a:cubicBezTo>
                    <a:pt x="4275" y="9570"/>
                    <a:pt x="4323" y="9582"/>
                    <a:pt x="4371" y="9582"/>
                  </a:cubicBezTo>
                  <a:cubicBezTo>
                    <a:pt x="4406" y="9582"/>
                    <a:pt x="4454" y="9570"/>
                    <a:pt x="4490" y="9534"/>
                  </a:cubicBezTo>
                  <a:lnTo>
                    <a:pt x="5204" y="8820"/>
                  </a:lnTo>
                  <a:cubicBezTo>
                    <a:pt x="5264" y="8760"/>
                    <a:pt x="5264" y="8665"/>
                    <a:pt x="5204" y="8582"/>
                  </a:cubicBezTo>
                  <a:lnTo>
                    <a:pt x="5109" y="8498"/>
                  </a:lnTo>
                  <a:lnTo>
                    <a:pt x="6966" y="6963"/>
                  </a:lnTo>
                  <a:cubicBezTo>
                    <a:pt x="7049" y="6903"/>
                    <a:pt x="7049" y="6796"/>
                    <a:pt x="6990" y="6736"/>
                  </a:cubicBezTo>
                  <a:cubicBezTo>
                    <a:pt x="6959" y="6699"/>
                    <a:pt x="6915" y="6681"/>
                    <a:pt x="6871" y="6681"/>
                  </a:cubicBezTo>
                  <a:cubicBezTo>
                    <a:pt x="6831" y="6681"/>
                    <a:pt x="6792" y="6696"/>
                    <a:pt x="6764" y="6724"/>
                  </a:cubicBezTo>
                  <a:lnTo>
                    <a:pt x="4871" y="8284"/>
                  </a:lnTo>
                  <a:lnTo>
                    <a:pt x="3918" y="7332"/>
                  </a:lnTo>
                  <a:lnTo>
                    <a:pt x="7073" y="3498"/>
                  </a:lnTo>
                  <a:lnTo>
                    <a:pt x="8693" y="5117"/>
                  </a:lnTo>
                  <a:lnTo>
                    <a:pt x="7252" y="6308"/>
                  </a:lnTo>
                  <a:cubicBezTo>
                    <a:pt x="7180" y="6367"/>
                    <a:pt x="7180" y="6474"/>
                    <a:pt x="7240" y="6534"/>
                  </a:cubicBezTo>
                  <a:cubicBezTo>
                    <a:pt x="7271" y="6571"/>
                    <a:pt x="7315" y="6589"/>
                    <a:pt x="7359" y="6589"/>
                  </a:cubicBezTo>
                  <a:cubicBezTo>
                    <a:pt x="7398" y="6589"/>
                    <a:pt x="7438" y="6574"/>
                    <a:pt x="7466" y="6546"/>
                  </a:cubicBezTo>
                  <a:lnTo>
                    <a:pt x="9050" y="5236"/>
                  </a:lnTo>
                  <a:cubicBezTo>
                    <a:pt x="9085" y="5212"/>
                    <a:pt x="9109" y="5165"/>
                    <a:pt x="9109" y="5117"/>
                  </a:cubicBezTo>
                  <a:cubicBezTo>
                    <a:pt x="9109" y="5105"/>
                    <a:pt x="9109" y="5069"/>
                    <a:pt x="9097" y="5058"/>
                  </a:cubicBezTo>
                  <a:lnTo>
                    <a:pt x="9550" y="4617"/>
                  </a:lnTo>
                  <a:cubicBezTo>
                    <a:pt x="9565" y="4619"/>
                    <a:pt x="9578" y="4620"/>
                    <a:pt x="9591" y="4620"/>
                  </a:cubicBezTo>
                  <a:cubicBezTo>
                    <a:pt x="9704" y="4620"/>
                    <a:pt x="9698" y="4528"/>
                    <a:pt x="9633" y="4474"/>
                  </a:cubicBezTo>
                  <a:lnTo>
                    <a:pt x="9574" y="4415"/>
                  </a:lnTo>
                  <a:cubicBezTo>
                    <a:pt x="9764" y="4022"/>
                    <a:pt x="9645" y="3486"/>
                    <a:pt x="9264" y="3093"/>
                  </a:cubicBezTo>
                  <a:cubicBezTo>
                    <a:pt x="8995" y="2832"/>
                    <a:pt x="8659" y="2694"/>
                    <a:pt x="8348" y="2694"/>
                  </a:cubicBezTo>
                  <a:cubicBezTo>
                    <a:pt x="8204" y="2694"/>
                    <a:pt x="8066" y="2723"/>
                    <a:pt x="7942" y="2783"/>
                  </a:cubicBezTo>
                  <a:lnTo>
                    <a:pt x="7883" y="2724"/>
                  </a:lnTo>
                  <a:cubicBezTo>
                    <a:pt x="7847" y="2688"/>
                    <a:pt x="7800" y="2676"/>
                    <a:pt x="7764" y="2676"/>
                  </a:cubicBezTo>
                  <a:cubicBezTo>
                    <a:pt x="7716" y="2676"/>
                    <a:pt x="7669" y="2688"/>
                    <a:pt x="7645" y="2724"/>
                  </a:cubicBezTo>
                  <a:lnTo>
                    <a:pt x="7192" y="3164"/>
                  </a:lnTo>
                  <a:cubicBezTo>
                    <a:pt x="7180" y="3164"/>
                    <a:pt x="7145" y="3153"/>
                    <a:pt x="7133" y="3153"/>
                  </a:cubicBezTo>
                  <a:cubicBezTo>
                    <a:pt x="7085" y="3153"/>
                    <a:pt x="7049" y="3188"/>
                    <a:pt x="7014" y="3212"/>
                  </a:cubicBezTo>
                  <a:lnTo>
                    <a:pt x="5121" y="5510"/>
                  </a:lnTo>
                  <a:lnTo>
                    <a:pt x="4192" y="4569"/>
                  </a:lnTo>
                  <a:lnTo>
                    <a:pt x="4621" y="4212"/>
                  </a:lnTo>
                  <a:cubicBezTo>
                    <a:pt x="4692" y="4153"/>
                    <a:pt x="4692" y="4045"/>
                    <a:pt x="4632" y="3986"/>
                  </a:cubicBezTo>
                  <a:cubicBezTo>
                    <a:pt x="4601" y="3949"/>
                    <a:pt x="4557" y="3931"/>
                    <a:pt x="4514" y="3931"/>
                  </a:cubicBezTo>
                  <a:cubicBezTo>
                    <a:pt x="4474" y="3931"/>
                    <a:pt x="4435" y="3946"/>
                    <a:pt x="4406" y="3974"/>
                  </a:cubicBezTo>
                  <a:lnTo>
                    <a:pt x="3847" y="4438"/>
                  </a:lnTo>
                  <a:lnTo>
                    <a:pt x="2299" y="5712"/>
                  </a:lnTo>
                  <a:lnTo>
                    <a:pt x="1346" y="4760"/>
                  </a:lnTo>
                  <a:lnTo>
                    <a:pt x="4502" y="926"/>
                  </a:lnTo>
                  <a:lnTo>
                    <a:pt x="6121" y="2545"/>
                  </a:lnTo>
                  <a:lnTo>
                    <a:pt x="4906" y="3557"/>
                  </a:lnTo>
                  <a:cubicBezTo>
                    <a:pt x="4823" y="3617"/>
                    <a:pt x="4823" y="3724"/>
                    <a:pt x="4883" y="3784"/>
                  </a:cubicBezTo>
                  <a:cubicBezTo>
                    <a:pt x="4914" y="3821"/>
                    <a:pt x="4958" y="3839"/>
                    <a:pt x="5001" y="3839"/>
                  </a:cubicBezTo>
                  <a:cubicBezTo>
                    <a:pt x="5041" y="3839"/>
                    <a:pt x="5080" y="3824"/>
                    <a:pt x="5109" y="3795"/>
                  </a:cubicBezTo>
                  <a:lnTo>
                    <a:pt x="6478" y="2664"/>
                  </a:lnTo>
                  <a:cubicBezTo>
                    <a:pt x="6514" y="2629"/>
                    <a:pt x="6537" y="2593"/>
                    <a:pt x="6537" y="2545"/>
                  </a:cubicBezTo>
                  <a:cubicBezTo>
                    <a:pt x="6537" y="2533"/>
                    <a:pt x="6537" y="2498"/>
                    <a:pt x="6526" y="2486"/>
                  </a:cubicBezTo>
                  <a:lnTo>
                    <a:pt x="6966" y="2033"/>
                  </a:lnTo>
                  <a:cubicBezTo>
                    <a:pt x="7002" y="2010"/>
                    <a:pt x="7014" y="1962"/>
                    <a:pt x="7014" y="1914"/>
                  </a:cubicBezTo>
                  <a:cubicBezTo>
                    <a:pt x="7014" y="1879"/>
                    <a:pt x="7002" y="1831"/>
                    <a:pt x="6966" y="1795"/>
                  </a:cubicBezTo>
                  <a:lnTo>
                    <a:pt x="6907" y="1736"/>
                  </a:lnTo>
                  <a:cubicBezTo>
                    <a:pt x="7109" y="1343"/>
                    <a:pt x="6990" y="807"/>
                    <a:pt x="6597" y="414"/>
                  </a:cubicBezTo>
                  <a:cubicBezTo>
                    <a:pt x="6336" y="153"/>
                    <a:pt x="6003" y="15"/>
                    <a:pt x="5688" y="15"/>
                  </a:cubicBezTo>
                  <a:cubicBezTo>
                    <a:pt x="5544" y="15"/>
                    <a:pt x="5403" y="44"/>
                    <a:pt x="5275" y="105"/>
                  </a:cubicBezTo>
                  <a:lnTo>
                    <a:pt x="5216" y="45"/>
                  </a:lnTo>
                  <a:cubicBezTo>
                    <a:pt x="5186" y="15"/>
                    <a:pt x="5144" y="0"/>
                    <a:pt x="51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66"/>
            <p:cNvSpPr/>
            <p:nvPr/>
          </p:nvSpPr>
          <p:spPr>
            <a:xfrm>
              <a:off x="7557299" y="4000198"/>
              <a:ext cx="75410" cy="85714"/>
            </a:xfrm>
            <a:custGeom>
              <a:avLst/>
              <a:gdLst/>
              <a:ahLst/>
              <a:cxnLst/>
              <a:rect l="l" t="t" r="r" b="b"/>
              <a:pathLst>
                <a:path w="2371" h="2695" extrusionOk="0">
                  <a:moveTo>
                    <a:pt x="2189" y="1"/>
                  </a:moveTo>
                  <a:cubicBezTo>
                    <a:pt x="2143" y="1"/>
                    <a:pt x="2099" y="19"/>
                    <a:pt x="2072" y="52"/>
                  </a:cubicBezTo>
                  <a:lnTo>
                    <a:pt x="60" y="2421"/>
                  </a:lnTo>
                  <a:cubicBezTo>
                    <a:pt x="1" y="2493"/>
                    <a:pt x="25" y="2600"/>
                    <a:pt x="72" y="2647"/>
                  </a:cubicBezTo>
                  <a:cubicBezTo>
                    <a:pt x="108" y="2671"/>
                    <a:pt x="156" y="2695"/>
                    <a:pt x="179" y="2695"/>
                  </a:cubicBezTo>
                  <a:cubicBezTo>
                    <a:pt x="227" y="2695"/>
                    <a:pt x="275" y="2671"/>
                    <a:pt x="298" y="2635"/>
                  </a:cubicBezTo>
                  <a:lnTo>
                    <a:pt x="2311" y="266"/>
                  </a:lnTo>
                  <a:cubicBezTo>
                    <a:pt x="2370" y="195"/>
                    <a:pt x="2370" y="99"/>
                    <a:pt x="2299" y="40"/>
                  </a:cubicBezTo>
                  <a:cubicBezTo>
                    <a:pt x="2267" y="13"/>
                    <a:pt x="2227" y="1"/>
                    <a:pt x="2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4" name="Google Shape;12304;p66"/>
          <p:cNvGrpSpPr/>
          <p:nvPr/>
        </p:nvGrpSpPr>
        <p:grpSpPr>
          <a:xfrm>
            <a:off x="6737312" y="3657963"/>
            <a:ext cx="355230" cy="293401"/>
            <a:chOff x="6889712" y="3833413"/>
            <a:chExt cx="355230" cy="293401"/>
          </a:xfrm>
        </p:grpSpPr>
        <p:sp>
          <p:nvSpPr>
            <p:cNvPr id="12305" name="Google Shape;12305;p66"/>
            <p:cNvSpPr/>
            <p:nvPr/>
          </p:nvSpPr>
          <p:spPr>
            <a:xfrm>
              <a:off x="6926797" y="3833413"/>
              <a:ext cx="279121" cy="293401"/>
            </a:xfrm>
            <a:custGeom>
              <a:avLst/>
              <a:gdLst/>
              <a:ahLst/>
              <a:cxnLst/>
              <a:rect l="l" t="t" r="r" b="b"/>
              <a:pathLst>
                <a:path w="8776" h="9225" extrusionOk="0">
                  <a:moveTo>
                    <a:pt x="5097" y="3534"/>
                  </a:moveTo>
                  <a:cubicBezTo>
                    <a:pt x="5121" y="3534"/>
                    <a:pt x="5156" y="3546"/>
                    <a:pt x="5180" y="3557"/>
                  </a:cubicBezTo>
                  <a:cubicBezTo>
                    <a:pt x="5228" y="3617"/>
                    <a:pt x="5228" y="3688"/>
                    <a:pt x="5180" y="3736"/>
                  </a:cubicBezTo>
                  <a:cubicBezTo>
                    <a:pt x="5162" y="3760"/>
                    <a:pt x="5130" y="3772"/>
                    <a:pt x="5095" y="3772"/>
                  </a:cubicBezTo>
                  <a:cubicBezTo>
                    <a:pt x="5061" y="3772"/>
                    <a:pt x="5025" y="3760"/>
                    <a:pt x="5002" y="3736"/>
                  </a:cubicBezTo>
                  <a:cubicBezTo>
                    <a:pt x="4978" y="3712"/>
                    <a:pt x="4978" y="3677"/>
                    <a:pt x="4978" y="3653"/>
                  </a:cubicBezTo>
                  <a:cubicBezTo>
                    <a:pt x="4978" y="3617"/>
                    <a:pt x="4990" y="3593"/>
                    <a:pt x="5002" y="3557"/>
                  </a:cubicBezTo>
                  <a:cubicBezTo>
                    <a:pt x="5037" y="3534"/>
                    <a:pt x="5061" y="3534"/>
                    <a:pt x="5097" y="3534"/>
                  </a:cubicBezTo>
                  <a:close/>
                  <a:moveTo>
                    <a:pt x="3710" y="3543"/>
                  </a:moveTo>
                  <a:cubicBezTo>
                    <a:pt x="3742" y="3543"/>
                    <a:pt x="3775" y="3551"/>
                    <a:pt x="3799" y="3569"/>
                  </a:cubicBezTo>
                  <a:cubicBezTo>
                    <a:pt x="3835" y="3605"/>
                    <a:pt x="3835" y="3629"/>
                    <a:pt x="3835" y="3665"/>
                  </a:cubicBezTo>
                  <a:cubicBezTo>
                    <a:pt x="3835" y="3688"/>
                    <a:pt x="3811" y="3724"/>
                    <a:pt x="3799" y="3748"/>
                  </a:cubicBezTo>
                  <a:cubicBezTo>
                    <a:pt x="3775" y="3772"/>
                    <a:pt x="3742" y="3784"/>
                    <a:pt x="3710" y="3784"/>
                  </a:cubicBezTo>
                  <a:cubicBezTo>
                    <a:pt x="3677" y="3784"/>
                    <a:pt x="3644" y="3772"/>
                    <a:pt x="3620" y="3748"/>
                  </a:cubicBezTo>
                  <a:cubicBezTo>
                    <a:pt x="3573" y="3688"/>
                    <a:pt x="3573" y="3617"/>
                    <a:pt x="3620" y="3569"/>
                  </a:cubicBezTo>
                  <a:cubicBezTo>
                    <a:pt x="3644" y="3551"/>
                    <a:pt x="3677" y="3543"/>
                    <a:pt x="3710" y="3543"/>
                  </a:cubicBezTo>
                  <a:close/>
                  <a:moveTo>
                    <a:pt x="8109" y="4498"/>
                  </a:moveTo>
                  <a:lnTo>
                    <a:pt x="8109" y="4665"/>
                  </a:lnTo>
                  <a:lnTo>
                    <a:pt x="8085" y="4665"/>
                  </a:lnTo>
                  <a:cubicBezTo>
                    <a:pt x="8073" y="4843"/>
                    <a:pt x="7764" y="5141"/>
                    <a:pt x="6895" y="5355"/>
                  </a:cubicBezTo>
                  <a:cubicBezTo>
                    <a:pt x="6216" y="5534"/>
                    <a:pt x="5335" y="5629"/>
                    <a:pt x="4406" y="5629"/>
                  </a:cubicBezTo>
                  <a:cubicBezTo>
                    <a:pt x="3501" y="5629"/>
                    <a:pt x="2608" y="5522"/>
                    <a:pt x="1930" y="5355"/>
                  </a:cubicBezTo>
                  <a:cubicBezTo>
                    <a:pt x="1049" y="5141"/>
                    <a:pt x="739" y="4843"/>
                    <a:pt x="739" y="4665"/>
                  </a:cubicBezTo>
                  <a:lnTo>
                    <a:pt x="739" y="4498"/>
                  </a:lnTo>
                  <a:cubicBezTo>
                    <a:pt x="941" y="4665"/>
                    <a:pt x="1251" y="4796"/>
                    <a:pt x="1656" y="4915"/>
                  </a:cubicBezTo>
                  <a:cubicBezTo>
                    <a:pt x="2406" y="5129"/>
                    <a:pt x="3382" y="5248"/>
                    <a:pt x="4418" y="5248"/>
                  </a:cubicBezTo>
                  <a:cubicBezTo>
                    <a:pt x="5466" y="5248"/>
                    <a:pt x="6442" y="5129"/>
                    <a:pt x="7192" y="4915"/>
                  </a:cubicBezTo>
                  <a:cubicBezTo>
                    <a:pt x="7597" y="4796"/>
                    <a:pt x="7907" y="4653"/>
                    <a:pt x="8109" y="4498"/>
                  </a:cubicBezTo>
                  <a:close/>
                  <a:moveTo>
                    <a:pt x="8085" y="5189"/>
                  </a:moveTo>
                  <a:lnTo>
                    <a:pt x="8085" y="7915"/>
                  </a:lnTo>
                  <a:cubicBezTo>
                    <a:pt x="8085" y="8106"/>
                    <a:pt x="7776" y="8356"/>
                    <a:pt x="7085" y="8558"/>
                  </a:cubicBezTo>
                  <a:lnTo>
                    <a:pt x="7085" y="5629"/>
                  </a:lnTo>
                  <a:cubicBezTo>
                    <a:pt x="7442" y="5522"/>
                    <a:pt x="7823" y="5391"/>
                    <a:pt x="8085" y="5189"/>
                  </a:cubicBezTo>
                  <a:close/>
                  <a:moveTo>
                    <a:pt x="739" y="5201"/>
                  </a:moveTo>
                  <a:cubicBezTo>
                    <a:pt x="953" y="5355"/>
                    <a:pt x="1287" y="5510"/>
                    <a:pt x="1727" y="5629"/>
                  </a:cubicBezTo>
                  <a:lnTo>
                    <a:pt x="1727" y="6713"/>
                  </a:lnTo>
                  <a:cubicBezTo>
                    <a:pt x="1727" y="6808"/>
                    <a:pt x="1811" y="6879"/>
                    <a:pt x="1894" y="6879"/>
                  </a:cubicBezTo>
                  <a:cubicBezTo>
                    <a:pt x="1989" y="6879"/>
                    <a:pt x="2061" y="6808"/>
                    <a:pt x="2061" y="6713"/>
                  </a:cubicBezTo>
                  <a:lnTo>
                    <a:pt x="2061" y="5712"/>
                  </a:lnTo>
                  <a:cubicBezTo>
                    <a:pt x="2704" y="5867"/>
                    <a:pt x="3454" y="5939"/>
                    <a:pt x="4263" y="5951"/>
                  </a:cubicBezTo>
                  <a:lnTo>
                    <a:pt x="4263" y="8891"/>
                  </a:lnTo>
                  <a:lnTo>
                    <a:pt x="4251" y="8891"/>
                  </a:lnTo>
                  <a:cubicBezTo>
                    <a:pt x="4097" y="8891"/>
                    <a:pt x="3954" y="8891"/>
                    <a:pt x="3811" y="8868"/>
                  </a:cubicBezTo>
                  <a:cubicBezTo>
                    <a:pt x="3275" y="8844"/>
                    <a:pt x="2775" y="8784"/>
                    <a:pt x="2323" y="8701"/>
                  </a:cubicBezTo>
                  <a:cubicBezTo>
                    <a:pt x="2239" y="8689"/>
                    <a:pt x="2144" y="8665"/>
                    <a:pt x="2061" y="8653"/>
                  </a:cubicBezTo>
                  <a:lnTo>
                    <a:pt x="2061" y="7403"/>
                  </a:lnTo>
                  <a:cubicBezTo>
                    <a:pt x="2061" y="7308"/>
                    <a:pt x="1989" y="7236"/>
                    <a:pt x="1894" y="7236"/>
                  </a:cubicBezTo>
                  <a:cubicBezTo>
                    <a:pt x="1811" y="7236"/>
                    <a:pt x="1727" y="7308"/>
                    <a:pt x="1727" y="7403"/>
                  </a:cubicBezTo>
                  <a:lnTo>
                    <a:pt x="1727" y="8558"/>
                  </a:lnTo>
                  <a:lnTo>
                    <a:pt x="1465" y="8463"/>
                  </a:lnTo>
                  <a:cubicBezTo>
                    <a:pt x="1001" y="8308"/>
                    <a:pt x="739" y="8094"/>
                    <a:pt x="739" y="7915"/>
                  </a:cubicBezTo>
                  <a:lnTo>
                    <a:pt x="739" y="5201"/>
                  </a:lnTo>
                  <a:close/>
                  <a:moveTo>
                    <a:pt x="8582" y="0"/>
                  </a:moveTo>
                  <a:cubicBezTo>
                    <a:pt x="8541" y="0"/>
                    <a:pt x="8496" y="15"/>
                    <a:pt x="8454" y="45"/>
                  </a:cubicBezTo>
                  <a:lnTo>
                    <a:pt x="5775" y="2724"/>
                  </a:lnTo>
                  <a:cubicBezTo>
                    <a:pt x="5502" y="2700"/>
                    <a:pt x="5204" y="2664"/>
                    <a:pt x="4882" y="2664"/>
                  </a:cubicBezTo>
                  <a:cubicBezTo>
                    <a:pt x="4799" y="2664"/>
                    <a:pt x="4728" y="2724"/>
                    <a:pt x="4728" y="2831"/>
                  </a:cubicBezTo>
                  <a:cubicBezTo>
                    <a:pt x="4728" y="2915"/>
                    <a:pt x="4787" y="2998"/>
                    <a:pt x="4882" y="2998"/>
                  </a:cubicBezTo>
                  <a:cubicBezTo>
                    <a:pt x="5097" y="3010"/>
                    <a:pt x="5299" y="3010"/>
                    <a:pt x="5502" y="3034"/>
                  </a:cubicBezTo>
                  <a:lnTo>
                    <a:pt x="5275" y="3260"/>
                  </a:lnTo>
                  <a:cubicBezTo>
                    <a:pt x="5216" y="3234"/>
                    <a:pt x="5151" y="3221"/>
                    <a:pt x="5086" y="3221"/>
                  </a:cubicBezTo>
                  <a:cubicBezTo>
                    <a:pt x="4971" y="3221"/>
                    <a:pt x="4855" y="3263"/>
                    <a:pt x="4763" y="3355"/>
                  </a:cubicBezTo>
                  <a:cubicBezTo>
                    <a:pt x="4680" y="3438"/>
                    <a:pt x="4632" y="3546"/>
                    <a:pt x="4632" y="3665"/>
                  </a:cubicBezTo>
                  <a:cubicBezTo>
                    <a:pt x="4632" y="3784"/>
                    <a:pt x="4680" y="3903"/>
                    <a:pt x="4763" y="3974"/>
                  </a:cubicBezTo>
                  <a:cubicBezTo>
                    <a:pt x="4859" y="4069"/>
                    <a:pt x="4978" y="4105"/>
                    <a:pt x="5085" y="4105"/>
                  </a:cubicBezTo>
                  <a:cubicBezTo>
                    <a:pt x="5204" y="4105"/>
                    <a:pt x="5311" y="4069"/>
                    <a:pt x="5394" y="3974"/>
                  </a:cubicBezTo>
                  <a:cubicBezTo>
                    <a:pt x="5525" y="3843"/>
                    <a:pt x="5549" y="3629"/>
                    <a:pt x="5478" y="3474"/>
                  </a:cubicBezTo>
                  <a:lnTo>
                    <a:pt x="5883" y="3069"/>
                  </a:lnTo>
                  <a:cubicBezTo>
                    <a:pt x="7299" y="3248"/>
                    <a:pt x="8050" y="3653"/>
                    <a:pt x="8050" y="3950"/>
                  </a:cubicBezTo>
                  <a:cubicBezTo>
                    <a:pt x="8050" y="4343"/>
                    <a:pt x="6656" y="4915"/>
                    <a:pt x="4382" y="4915"/>
                  </a:cubicBezTo>
                  <a:cubicBezTo>
                    <a:pt x="2096" y="4915"/>
                    <a:pt x="703" y="4343"/>
                    <a:pt x="703" y="3950"/>
                  </a:cubicBezTo>
                  <a:cubicBezTo>
                    <a:pt x="703" y="3653"/>
                    <a:pt x="1465" y="3248"/>
                    <a:pt x="2870" y="3069"/>
                  </a:cubicBezTo>
                  <a:lnTo>
                    <a:pt x="3275" y="3474"/>
                  </a:lnTo>
                  <a:cubicBezTo>
                    <a:pt x="3204" y="3629"/>
                    <a:pt x="3227" y="3843"/>
                    <a:pt x="3370" y="3974"/>
                  </a:cubicBezTo>
                  <a:cubicBezTo>
                    <a:pt x="3454" y="4069"/>
                    <a:pt x="3573" y="4105"/>
                    <a:pt x="3680" y="4105"/>
                  </a:cubicBezTo>
                  <a:cubicBezTo>
                    <a:pt x="3799" y="4105"/>
                    <a:pt x="3918" y="4069"/>
                    <a:pt x="3989" y="3974"/>
                  </a:cubicBezTo>
                  <a:cubicBezTo>
                    <a:pt x="4085" y="3891"/>
                    <a:pt x="4120" y="3784"/>
                    <a:pt x="4120" y="3665"/>
                  </a:cubicBezTo>
                  <a:cubicBezTo>
                    <a:pt x="4120" y="3546"/>
                    <a:pt x="4085" y="3426"/>
                    <a:pt x="3989" y="3355"/>
                  </a:cubicBezTo>
                  <a:cubicBezTo>
                    <a:pt x="3906" y="3263"/>
                    <a:pt x="3787" y="3221"/>
                    <a:pt x="3672" y="3221"/>
                  </a:cubicBezTo>
                  <a:cubicBezTo>
                    <a:pt x="3608" y="3221"/>
                    <a:pt x="3545" y="3234"/>
                    <a:pt x="3489" y="3260"/>
                  </a:cubicBezTo>
                  <a:lnTo>
                    <a:pt x="3263" y="3034"/>
                  </a:lnTo>
                  <a:cubicBezTo>
                    <a:pt x="3561" y="3010"/>
                    <a:pt x="3870" y="2998"/>
                    <a:pt x="4216" y="2998"/>
                  </a:cubicBezTo>
                  <a:cubicBezTo>
                    <a:pt x="4299" y="2998"/>
                    <a:pt x="4382" y="2915"/>
                    <a:pt x="4382" y="2831"/>
                  </a:cubicBezTo>
                  <a:cubicBezTo>
                    <a:pt x="4382" y="2736"/>
                    <a:pt x="4299" y="2664"/>
                    <a:pt x="4216" y="2664"/>
                  </a:cubicBezTo>
                  <a:cubicBezTo>
                    <a:pt x="3799" y="2664"/>
                    <a:pt x="3382" y="2700"/>
                    <a:pt x="2977" y="2736"/>
                  </a:cubicBezTo>
                  <a:lnTo>
                    <a:pt x="299" y="57"/>
                  </a:lnTo>
                  <a:cubicBezTo>
                    <a:pt x="269" y="27"/>
                    <a:pt x="227" y="12"/>
                    <a:pt x="184" y="12"/>
                  </a:cubicBezTo>
                  <a:cubicBezTo>
                    <a:pt x="141" y="12"/>
                    <a:pt x="96" y="27"/>
                    <a:pt x="60" y="57"/>
                  </a:cubicBezTo>
                  <a:cubicBezTo>
                    <a:pt x="1" y="117"/>
                    <a:pt x="1" y="224"/>
                    <a:pt x="60" y="295"/>
                  </a:cubicBezTo>
                  <a:lnTo>
                    <a:pt x="2561" y="2795"/>
                  </a:lnTo>
                  <a:cubicBezTo>
                    <a:pt x="1322" y="2998"/>
                    <a:pt x="358" y="3379"/>
                    <a:pt x="358" y="3962"/>
                  </a:cubicBezTo>
                  <a:lnTo>
                    <a:pt x="358" y="4236"/>
                  </a:lnTo>
                  <a:lnTo>
                    <a:pt x="358" y="4653"/>
                  </a:lnTo>
                  <a:lnTo>
                    <a:pt x="358" y="7927"/>
                  </a:lnTo>
                  <a:cubicBezTo>
                    <a:pt x="358" y="8165"/>
                    <a:pt x="525" y="8499"/>
                    <a:pt x="1299" y="8796"/>
                  </a:cubicBezTo>
                  <a:cubicBezTo>
                    <a:pt x="1549" y="8880"/>
                    <a:pt x="1858" y="8975"/>
                    <a:pt x="2204" y="9034"/>
                  </a:cubicBezTo>
                  <a:cubicBezTo>
                    <a:pt x="2668" y="9118"/>
                    <a:pt x="3192" y="9177"/>
                    <a:pt x="3739" y="9213"/>
                  </a:cubicBezTo>
                  <a:cubicBezTo>
                    <a:pt x="3942" y="9225"/>
                    <a:pt x="4144" y="9225"/>
                    <a:pt x="4347" y="9225"/>
                  </a:cubicBezTo>
                  <a:cubicBezTo>
                    <a:pt x="4751" y="9225"/>
                    <a:pt x="5156" y="9213"/>
                    <a:pt x="5537" y="9165"/>
                  </a:cubicBezTo>
                  <a:cubicBezTo>
                    <a:pt x="5633" y="9153"/>
                    <a:pt x="5692" y="9082"/>
                    <a:pt x="5692" y="8987"/>
                  </a:cubicBezTo>
                  <a:cubicBezTo>
                    <a:pt x="5668" y="8903"/>
                    <a:pt x="5597" y="8844"/>
                    <a:pt x="5513" y="8844"/>
                  </a:cubicBezTo>
                  <a:cubicBezTo>
                    <a:pt x="5180" y="8868"/>
                    <a:pt x="4859" y="8880"/>
                    <a:pt x="4513" y="8880"/>
                  </a:cubicBezTo>
                  <a:lnTo>
                    <a:pt x="4513" y="5939"/>
                  </a:lnTo>
                  <a:cubicBezTo>
                    <a:pt x="5299" y="5927"/>
                    <a:pt x="6073" y="5855"/>
                    <a:pt x="6716" y="5701"/>
                  </a:cubicBezTo>
                  <a:lnTo>
                    <a:pt x="6716" y="8630"/>
                  </a:lnTo>
                  <a:cubicBezTo>
                    <a:pt x="6537" y="8677"/>
                    <a:pt x="6359" y="8713"/>
                    <a:pt x="6145" y="8737"/>
                  </a:cubicBezTo>
                  <a:cubicBezTo>
                    <a:pt x="6061" y="8749"/>
                    <a:pt x="6002" y="8844"/>
                    <a:pt x="6014" y="8927"/>
                  </a:cubicBezTo>
                  <a:cubicBezTo>
                    <a:pt x="6025" y="9011"/>
                    <a:pt x="6109" y="9070"/>
                    <a:pt x="6180" y="9070"/>
                  </a:cubicBezTo>
                  <a:lnTo>
                    <a:pt x="6204" y="9070"/>
                  </a:lnTo>
                  <a:cubicBezTo>
                    <a:pt x="6383" y="9034"/>
                    <a:pt x="6645" y="8987"/>
                    <a:pt x="6907" y="8915"/>
                  </a:cubicBezTo>
                  <a:cubicBezTo>
                    <a:pt x="6918" y="8915"/>
                    <a:pt x="6918" y="8915"/>
                    <a:pt x="6942" y="8903"/>
                  </a:cubicBezTo>
                  <a:cubicBezTo>
                    <a:pt x="7609" y="8725"/>
                    <a:pt x="8371" y="8415"/>
                    <a:pt x="8371" y="7891"/>
                  </a:cubicBezTo>
                  <a:lnTo>
                    <a:pt x="8371" y="4629"/>
                  </a:lnTo>
                  <a:lnTo>
                    <a:pt x="8371" y="4617"/>
                  </a:lnTo>
                  <a:lnTo>
                    <a:pt x="8371" y="3903"/>
                  </a:lnTo>
                  <a:cubicBezTo>
                    <a:pt x="8371" y="3546"/>
                    <a:pt x="7990" y="3236"/>
                    <a:pt x="7299" y="2998"/>
                  </a:cubicBezTo>
                  <a:cubicBezTo>
                    <a:pt x="6966" y="2891"/>
                    <a:pt x="6585" y="2795"/>
                    <a:pt x="6168" y="2736"/>
                  </a:cubicBezTo>
                  <a:lnTo>
                    <a:pt x="8669" y="236"/>
                  </a:lnTo>
                  <a:cubicBezTo>
                    <a:pt x="8776" y="224"/>
                    <a:pt x="8776" y="117"/>
                    <a:pt x="8692" y="45"/>
                  </a:cubicBezTo>
                  <a:cubicBezTo>
                    <a:pt x="8663" y="15"/>
                    <a:pt x="8624" y="0"/>
                    <a:pt x="85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66"/>
            <p:cNvSpPr/>
            <p:nvPr/>
          </p:nvSpPr>
          <p:spPr>
            <a:xfrm>
              <a:off x="6922281" y="3873646"/>
              <a:ext cx="40170" cy="54387"/>
            </a:xfrm>
            <a:custGeom>
              <a:avLst/>
              <a:gdLst/>
              <a:ahLst/>
              <a:cxnLst/>
              <a:rect l="l" t="t" r="r" b="b"/>
              <a:pathLst>
                <a:path w="1263" h="1710" extrusionOk="0">
                  <a:moveTo>
                    <a:pt x="191" y="0"/>
                  </a:moveTo>
                  <a:cubicBezTo>
                    <a:pt x="162" y="0"/>
                    <a:pt x="132" y="9"/>
                    <a:pt x="107" y="30"/>
                  </a:cubicBezTo>
                  <a:cubicBezTo>
                    <a:pt x="24" y="78"/>
                    <a:pt x="0" y="185"/>
                    <a:pt x="60" y="256"/>
                  </a:cubicBezTo>
                  <a:lnTo>
                    <a:pt x="953" y="1638"/>
                  </a:lnTo>
                  <a:cubicBezTo>
                    <a:pt x="976" y="1685"/>
                    <a:pt x="1036" y="1709"/>
                    <a:pt x="1083" y="1709"/>
                  </a:cubicBezTo>
                  <a:cubicBezTo>
                    <a:pt x="1119" y="1709"/>
                    <a:pt x="1143" y="1697"/>
                    <a:pt x="1179" y="1685"/>
                  </a:cubicBezTo>
                  <a:cubicBezTo>
                    <a:pt x="1250" y="1638"/>
                    <a:pt x="1262" y="1530"/>
                    <a:pt x="1214" y="1459"/>
                  </a:cubicBezTo>
                  <a:lnTo>
                    <a:pt x="321" y="78"/>
                  </a:lnTo>
                  <a:cubicBezTo>
                    <a:pt x="298" y="32"/>
                    <a:pt x="24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66"/>
            <p:cNvSpPr/>
            <p:nvPr/>
          </p:nvSpPr>
          <p:spPr>
            <a:xfrm>
              <a:off x="6889712" y="3913529"/>
              <a:ext cx="56804" cy="29261"/>
            </a:xfrm>
            <a:custGeom>
              <a:avLst/>
              <a:gdLst/>
              <a:ahLst/>
              <a:cxnLst/>
              <a:rect l="l" t="t" r="r" b="b"/>
              <a:pathLst>
                <a:path w="1786" h="920" extrusionOk="0">
                  <a:moveTo>
                    <a:pt x="167" y="1"/>
                  </a:moveTo>
                  <a:cubicBezTo>
                    <a:pt x="103" y="1"/>
                    <a:pt x="50" y="36"/>
                    <a:pt x="24" y="98"/>
                  </a:cubicBezTo>
                  <a:cubicBezTo>
                    <a:pt x="0" y="193"/>
                    <a:pt x="24" y="276"/>
                    <a:pt x="119" y="312"/>
                  </a:cubicBezTo>
                  <a:lnTo>
                    <a:pt x="1536" y="907"/>
                  </a:lnTo>
                  <a:cubicBezTo>
                    <a:pt x="1560" y="919"/>
                    <a:pt x="1584" y="919"/>
                    <a:pt x="1607" y="919"/>
                  </a:cubicBezTo>
                  <a:cubicBezTo>
                    <a:pt x="1667" y="919"/>
                    <a:pt x="1715" y="872"/>
                    <a:pt x="1750" y="812"/>
                  </a:cubicBezTo>
                  <a:cubicBezTo>
                    <a:pt x="1786" y="729"/>
                    <a:pt x="1738" y="634"/>
                    <a:pt x="1667" y="610"/>
                  </a:cubicBezTo>
                  <a:lnTo>
                    <a:pt x="238" y="15"/>
                  </a:lnTo>
                  <a:cubicBezTo>
                    <a:pt x="213" y="5"/>
                    <a:pt x="189"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66"/>
            <p:cNvSpPr/>
            <p:nvPr/>
          </p:nvSpPr>
          <p:spPr>
            <a:xfrm>
              <a:off x="7171823" y="3873710"/>
              <a:ext cx="39788" cy="54323"/>
            </a:xfrm>
            <a:custGeom>
              <a:avLst/>
              <a:gdLst/>
              <a:ahLst/>
              <a:cxnLst/>
              <a:rect l="l" t="t" r="r" b="b"/>
              <a:pathLst>
                <a:path w="1251" h="1708" extrusionOk="0">
                  <a:moveTo>
                    <a:pt x="1062" y="0"/>
                  </a:moveTo>
                  <a:cubicBezTo>
                    <a:pt x="1010" y="0"/>
                    <a:pt x="958" y="25"/>
                    <a:pt x="929" y="76"/>
                  </a:cubicBezTo>
                  <a:lnTo>
                    <a:pt x="36" y="1457"/>
                  </a:lnTo>
                  <a:cubicBezTo>
                    <a:pt x="0" y="1528"/>
                    <a:pt x="12" y="1636"/>
                    <a:pt x="84" y="1683"/>
                  </a:cubicBezTo>
                  <a:cubicBezTo>
                    <a:pt x="119" y="1695"/>
                    <a:pt x="143" y="1707"/>
                    <a:pt x="179" y="1707"/>
                  </a:cubicBezTo>
                  <a:cubicBezTo>
                    <a:pt x="238" y="1707"/>
                    <a:pt x="274" y="1683"/>
                    <a:pt x="310" y="1636"/>
                  </a:cubicBezTo>
                  <a:lnTo>
                    <a:pt x="1203" y="254"/>
                  </a:lnTo>
                  <a:cubicBezTo>
                    <a:pt x="1250" y="183"/>
                    <a:pt x="1227" y="76"/>
                    <a:pt x="1155" y="28"/>
                  </a:cubicBezTo>
                  <a:cubicBezTo>
                    <a:pt x="1128" y="10"/>
                    <a:pt x="1095" y="0"/>
                    <a:pt x="1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66"/>
            <p:cNvSpPr/>
            <p:nvPr/>
          </p:nvSpPr>
          <p:spPr>
            <a:xfrm>
              <a:off x="7187725" y="3913529"/>
              <a:ext cx="57217" cy="29261"/>
            </a:xfrm>
            <a:custGeom>
              <a:avLst/>
              <a:gdLst/>
              <a:ahLst/>
              <a:cxnLst/>
              <a:rect l="l" t="t" r="r" b="b"/>
              <a:pathLst>
                <a:path w="1799" h="920" extrusionOk="0">
                  <a:moveTo>
                    <a:pt x="1610" y="1"/>
                  </a:moveTo>
                  <a:cubicBezTo>
                    <a:pt x="1588" y="1"/>
                    <a:pt x="1567" y="5"/>
                    <a:pt x="1548" y="15"/>
                  </a:cubicBezTo>
                  <a:lnTo>
                    <a:pt x="119" y="610"/>
                  </a:lnTo>
                  <a:cubicBezTo>
                    <a:pt x="36" y="634"/>
                    <a:pt x="0" y="741"/>
                    <a:pt x="36" y="812"/>
                  </a:cubicBezTo>
                  <a:cubicBezTo>
                    <a:pt x="60" y="872"/>
                    <a:pt x="119" y="919"/>
                    <a:pt x="179" y="919"/>
                  </a:cubicBezTo>
                  <a:cubicBezTo>
                    <a:pt x="191" y="919"/>
                    <a:pt x="227" y="919"/>
                    <a:pt x="238" y="907"/>
                  </a:cubicBezTo>
                  <a:lnTo>
                    <a:pt x="1667" y="312"/>
                  </a:lnTo>
                  <a:cubicBezTo>
                    <a:pt x="1762" y="276"/>
                    <a:pt x="1798" y="181"/>
                    <a:pt x="1762" y="98"/>
                  </a:cubicBezTo>
                  <a:cubicBezTo>
                    <a:pt x="1736" y="36"/>
                    <a:pt x="1671" y="1"/>
                    <a:pt x="16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10" name="Google Shape;12310;p66"/>
          <p:cNvGrpSpPr/>
          <p:nvPr/>
        </p:nvGrpSpPr>
        <p:grpSpPr>
          <a:xfrm>
            <a:off x="7707152" y="3660420"/>
            <a:ext cx="282318" cy="337168"/>
            <a:chOff x="1635875" y="237775"/>
            <a:chExt cx="4370250" cy="5219325"/>
          </a:xfrm>
        </p:grpSpPr>
        <p:sp>
          <p:nvSpPr>
            <p:cNvPr id="12311" name="Google Shape;12311;p66"/>
            <p:cNvSpPr/>
            <p:nvPr/>
          </p:nvSpPr>
          <p:spPr>
            <a:xfrm>
              <a:off x="3572675" y="2020200"/>
              <a:ext cx="583925" cy="556900"/>
            </a:xfrm>
            <a:custGeom>
              <a:avLst/>
              <a:gdLst/>
              <a:ahLst/>
              <a:cxnLst/>
              <a:rect l="l" t="t" r="r" b="b"/>
              <a:pathLst>
                <a:path w="23357" h="22276" extrusionOk="0">
                  <a:moveTo>
                    <a:pt x="11172" y="6159"/>
                  </a:moveTo>
                  <a:cubicBezTo>
                    <a:pt x="12402" y="6159"/>
                    <a:pt x="13657" y="6612"/>
                    <a:pt x="14680" y="7624"/>
                  </a:cubicBezTo>
                  <a:cubicBezTo>
                    <a:pt x="16604" y="9582"/>
                    <a:pt x="16604" y="12746"/>
                    <a:pt x="14680" y="14670"/>
                  </a:cubicBezTo>
                  <a:lnTo>
                    <a:pt x="14680" y="14703"/>
                  </a:lnTo>
                  <a:cubicBezTo>
                    <a:pt x="13658" y="15714"/>
                    <a:pt x="12405" y="16167"/>
                    <a:pt x="11177" y="16167"/>
                  </a:cubicBezTo>
                  <a:cubicBezTo>
                    <a:pt x="8601" y="16167"/>
                    <a:pt x="6133" y="14173"/>
                    <a:pt x="6133" y="11147"/>
                  </a:cubicBezTo>
                  <a:cubicBezTo>
                    <a:pt x="6133" y="8145"/>
                    <a:pt x="8598" y="6159"/>
                    <a:pt x="11172" y="6159"/>
                  </a:cubicBezTo>
                  <a:close/>
                  <a:moveTo>
                    <a:pt x="11218" y="1"/>
                  </a:moveTo>
                  <a:cubicBezTo>
                    <a:pt x="5493" y="1"/>
                    <a:pt x="1" y="4440"/>
                    <a:pt x="1" y="11147"/>
                  </a:cubicBezTo>
                  <a:cubicBezTo>
                    <a:pt x="1" y="15649"/>
                    <a:pt x="2708" y="19694"/>
                    <a:pt x="6883" y="21423"/>
                  </a:cubicBezTo>
                  <a:cubicBezTo>
                    <a:pt x="8258" y="21996"/>
                    <a:pt x="9705" y="22276"/>
                    <a:pt x="11142" y="22276"/>
                  </a:cubicBezTo>
                  <a:cubicBezTo>
                    <a:pt x="14033" y="22276"/>
                    <a:pt x="16882" y="21145"/>
                    <a:pt x="19018" y="19009"/>
                  </a:cubicBezTo>
                  <a:cubicBezTo>
                    <a:pt x="23356" y="14670"/>
                    <a:pt x="23356" y="7624"/>
                    <a:pt x="19018" y="3286"/>
                  </a:cubicBezTo>
                  <a:cubicBezTo>
                    <a:pt x="16749" y="1017"/>
                    <a:pt x="13957" y="1"/>
                    <a:pt x="11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66"/>
            <p:cNvSpPr/>
            <p:nvPr/>
          </p:nvSpPr>
          <p:spPr>
            <a:xfrm>
              <a:off x="1635875" y="237775"/>
              <a:ext cx="4370250" cy="5219325"/>
            </a:xfrm>
            <a:custGeom>
              <a:avLst/>
              <a:gdLst/>
              <a:ahLst/>
              <a:cxnLst/>
              <a:rect l="l" t="t" r="r" b="b"/>
              <a:pathLst>
                <a:path w="174810" h="208773" extrusionOk="0">
                  <a:moveTo>
                    <a:pt x="18855" y="146249"/>
                  </a:moveTo>
                  <a:lnTo>
                    <a:pt x="24792" y="152218"/>
                  </a:lnTo>
                  <a:lnTo>
                    <a:pt x="14875" y="160863"/>
                  </a:lnTo>
                  <a:lnTo>
                    <a:pt x="10178" y="156198"/>
                  </a:lnTo>
                  <a:lnTo>
                    <a:pt x="18855" y="146249"/>
                  </a:lnTo>
                  <a:close/>
                  <a:moveTo>
                    <a:pt x="90749" y="190905"/>
                  </a:moveTo>
                  <a:lnTo>
                    <a:pt x="95479" y="195603"/>
                  </a:lnTo>
                  <a:lnTo>
                    <a:pt x="88531" y="200855"/>
                  </a:lnTo>
                  <a:lnTo>
                    <a:pt x="85530" y="197853"/>
                  </a:lnTo>
                  <a:lnTo>
                    <a:pt x="90749" y="190905"/>
                  </a:lnTo>
                  <a:close/>
                  <a:moveTo>
                    <a:pt x="132129" y="0"/>
                  </a:moveTo>
                  <a:cubicBezTo>
                    <a:pt x="124550" y="0"/>
                    <a:pt x="116929" y="2213"/>
                    <a:pt x="110288" y="6734"/>
                  </a:cubicBezTo>
                  <a:cubicBezTo>
                    <a:pt x="108853" y="7712"/>
                    <a:pt x="108494" y="9637"/>
                    <a:pt x="109473" y="11040"/>
                  </a:cubicBezTo>
                  <a:cubicBezTo>
                    <a:pt x="110062" y="11914"/>
                    <a:pt x="111032" y="12383"/>
                    <a:pt x="112019" y="12383"/>
                  </a:cubicBezTo>
                  <a:cubicBezTo>
                    <a:pt x="112615" y="12383"/>
                    <a:pt x="113217" y="12211"/>
                    <a:pt x="113746" y="11855"/>
                  </a:cubicBezTo>
                  <a:cubicBezTo>
                    <a:pt x="119348" y="8059"/>
                    <a:pt x="125738" y="6222"/>
                    <a:pt x="132075" y="6222"/>
                  </a:cubicBezTo>
                  <a:cubicBezTo>
                    <a:pt x="141530" y="6222"/>
                    <a:pt x="150867" y="10312"/>
                    <a:pt x="157293" y="18085"/>
                  </a:cubicBezTo>
                  <a:cubicBezTo>
                    <a:pt x="168058" y="31068"/>
                    <a:pt x="167177" y="50085"/>
                    <a:pt x="155303" y="62057"/>
                  </a:cubicBezTo>
                  <a:cubicBezTo>
                    <a:pt x="144310" y="73050"/>
                    <a:pt x="135373" y="78432"/>
                    <a:pt x="128001" y="78432"/>
                  </a:cubicBezTo>
                  <a:cubicBezTo>
                    <a:pt x="125293" y="78400"/>
                    <a:pt x="122651" y="77715"/>
                    <a:pt x="120302" y="76377"/>
                  </a:cubicBezTo>
                  <a:lnTo>
                    <a:pt x="120204" y="76344"/>
                  </a:lnTo>
                  <a:cubicBezTo>
                    <a:pt x="116029" y="74028"/>
                    <a:pt x="112180" y="70147"/>
                    <a:pt x="108135" y="66069"/>
                  </a:cubicBezTo>
                  <a:lnTo>
                    <a:pt x="106569" y="64503"/>
                  </a:lnTo>
                  <a:lnTo>
                    <a:pt x="105036" y="62970"/>
                  </a:lnTo>
                  <a:cubicBezTo>
                    <a:pt x="100959" y="58925"/>
                    <a:pt x="97110" y="55109"/>
                    <a:pt x="94826" y="50803"/>
                  </a:cubicBezTo>
                  <a:cubicBezTo>
                    <a:pt x="94794" y="50705"/>
                    <a:pt x="94728" y="50640"/>
                    <a:pt x="94696" y="50575"/>
                  </a:cubicBezTo>
                  <a:cubicBezTo>
                    <a:pt x="91010" y="43333"/>
                    <a:pt x="91956" y="34819"/>
                    <a:pt x="103797" y="21315"/>
                  </a:cubicBezTo>
                  <a:cubicBezTo>
                    <a:pt x="104906" y="20010"/>
                    <a:pt x="104775" y="18085"/>
                    <a:pt x="103503" y="16976"/>
                  </a:cubicBezTo>
                  <a:cubicBezTo>
                    <a:pt x="102924" y="16471"/>
                    <a:pt x="102202" y="16223"/>
                    <a:pt x="101483" y="16223"/>
                  </a:cubicBezTo>
                  <a:cubicBezTo>
                    <a:pt x="100624" y="16223"/>
                    <a:pt x="99769" y="16577"/>
                    <a:pt x="99165" y="17270"/>
                  </a:cubicBezTo>
                  <a:cubicBezTo>
                    <a:pt x="88987" y="28915"/>
                    <a:pt x="85171" y="38538"/>
                    <a:pt x="87161" y="47639"/>
                  </a:cubicBezTo>
                  <a:cubicBezTo>
                    <a:pt x="87454" y="49042"/>
                    <a:pt x="87911" y="50412"/>
                    <a:pt x="88466" y="51749"/>
                  </a:cubicBezTo>
                  <a:lnTo>
                    <a:pt x="16898" y="134799"/>
                  </a:lnTo>
                  <a:cubicBezTo>
                    <a:pt x="15430" y="136496"/>
                    <a:pt x="14843" y="138779"/>
                    <a:pt x="15300" y="140964"/>
                  </a:cubicBezTo>
                  <a:lnTo>
                    <a:pt x="5350" y="152381"/>
                  </a:lnTo>
                  <a:cubicBezTo>
                    <a:pt x="3361" y="154665"/>
                    <a:pt x="3459" y="158122"/>
                    <a:pt x="5611" y="160275"/>
                  </a:cubicBezTo>
                  <a:lnTo>
                    <a:pt x="6166" y="160830"/>
                  </a:lnTo>
                  <a:cubicBezTo>
                    <a:pt x="1" y="169963"/>
                    <a:pt x="1143" y="182163"/>
                    <a:pt x="8939" y="189992"/>
                  </a:cubicBezTo>
                  <a:lnTo>
                    <a:pt x="10831" y="191884"/>
                  </a:lnTo>
                  <a:cubicBezTo>
                    <a:pt x="15332" y="196369"/>
                    <a:pt x="21220" y="198612"/>
                    <a:pt x="27104" y="198612"/>
                  </a:cubicBezTo>
                  <a:cubicBezTo>
                    <a:pt x="32988" y="198612"/>
                    <a:pt x="38867" y="196369"/>
                    <a:pt x="43352" y="191884"/>
                  </a:cubicBezTo>
                  <a:lnTo>
                    <a:pt x="76135" y="159101"/>
                  </a:lnTo>
                  <a:cubicBezTo>
                    <a:pt x="79368" y="155770"/>
                    <a:pt x="83668" y="154097"/>
                    <a:pt x="87964" y="154097"/>
                  </a:cubicBezTo>
                  <a:cubicBezTo>
                    <a:pt x="92165" y="154097"/>
                    <a:pt x="96363" y="155696"/>
                    <a:pt x="99556" y="158905"/>
                  </a:cubicBezTo>
                  <a:cubicBezTo>
                    <a:pt x="106048" y="165397"/>
                    <a:pt x="105982" y="175933"/>
                    <a:pt x="99393" y="182326"/>
                  </a:cubicBezTo>
                  <a:lnTo>
                    <a:pt x="95153" y="186600"/>
                  </a:lnTo>
                  <a:lnTo>
                    <a:pt x="94859" y="186306"/>
                  </a:lnTo>
                  <a:cubicBezTo>
                    <a:pt x="93710" y="185157"/>
                    <a:pt x="92220" y="184595"/>
                    <a:pt x="90735" y="184595"/>
                  </a:cubicBezTo>
                  <a:cubicBezTo>
                    <a:pt x="88974" y="184595"/>
                    <a:pt x="87220" y="185386"/>
                    <a:pt x="86052" y="186926"/>
                  </a:cubicBezTo>
                  <a:lnTo>
                    <a:pt x="80474" y="194363"/>
                  </a:lnTo>
                  <a:cubicBezTo>
                    <a:pt x="78908" y="196483"/>
                    <a:pt x="78908" y="199387"/>
                    <a:pt x="80539" y="201474"/>
                  </a:cubicBezTo>
                  <a:lnTo>
                    <a:pt x="78484" y="203529"/>
                  </a:lnTo>
                  <a:cubicBezTo>
                    <a:pt x="77277" y="204736"/>
                    <a:pt x="77277" y="206693"/>
                    <a:pt x="78484" y="207868"/>
                  </a:cubicBezTo>
                  <a:cubicBezTo>
                    <a:pt x="79087" y="208471"/>
                    <a:pt x="79878" y="208773"/>
                    <a:pt x="80665" y="208773"/>
                  </a:cubicBezTo>
                  <a:cubicBezTo>
                    <a:pt x="81452" y="208773"/>
                    <a:pt x="82235" y="208471"/>
                    <a:pt x="82822" y="207868"/>
                  </a:cubicBezTo>
                  <a:lnTo>
                    <a:pt x="84910" y="205813"/>
                  </a:lnTo>
                  <a:cubicBezTo>
                    <a:pt x="85958" y="206645"/>
                    <a:pt x="87236" y="207061"/>
                    <a:pt x="88518" y="207061"/>
                  </a:cubicBezTo>
                  <a:cubicBezTo>
                    <a:pt x="89748" y="207061"/>
                    <a:pt x="90983" y="206677"/>
                    <a:pt x="92021" y="205911"/>
                  </a:cubicBezTo>
                  <a:lnTo>
                    <a:pt x="99458" y="200300"/>
                  </a:lnTo>
                  <a:cubicBezTo>
                    <a:pt x="102264" y="198180"/>
                    <a:pt x="102557" y="194004"/>
                    <a:pt x="100046" y="191493"/>
                  </a:cubicBezTo>
                  <a:lnTo>
                    <a:pt x="99491" y="190938"/>
                  </a:lnTo>
                  <a:lnTo>
                    <a:pt x="103764" y="186697"/>
                  </a:lnTo>
                  <a:cubicBezTo>
                    <a:pt x="112408" y="177825"/>
                    <a:pt x="112311" y="163700"/>
                    <a:pt x="103568" y="154926"/>
                  </a:cubicBezTo>
                  <a:cubicBezTo>
                    <a:pt x="99169" y="150526"/>
                    <a:pt x="93397" y="148324"/>
                    <a:pt x="87623" y="148324"/>
                  </a:cubicBezTo>
                  <a:cubicBezTo>
                    <a:pt x="81923" y="148324"/>
                    <a:pt x="76220" y="150469"/>
                    <a:pt x="71829" y="154763"/>
                  </a:cubicBezTo>
                  <a:lnTo>
                    <a:pt x="39014" y="187546"/>
                  </a:lnTo>
                  <a:cubicBezTo>
                    <a:pt x="35719" y="190824"/>
                    <a:pt x="31414" y="192463"/>
                    <a:pt x="27108" y="192463"/>
                  </a:cubicBezTo>
                  <a:cubicBezTo>
                    <a:pt x="22802" y="192463"/>
                    <a:pt x="18496" y="190824"/>
                    <a:pt x="15202" y="187546"/>
                  </a:cubicBezTo>
                  <a:lnTo>
                    <a:pt x="13277" y="185654"/>
                  </a:lnTo>
                  <a:cubicBezTo>
                    <a:pt x="7895" y="180239"/>
                    <a:pt x="6818" y="171888"/>
                    <a:pt x="10635" y="165299"/>
                  </a:cubicBezTo>
                  <a:lnTo>
                    <a:pt x="10635" y="165299"/>
                  </a:lnTo>
                  <a:lnTo>
                    <a:pt x="10765" y="165429"/>
                  </a:lnTo>
                  <a:cubicBezTo>
                    <a:pt x="11888" y="166552"/>
                    <a:pt x="13367" y="167116"/>
                    <a:pt x="14848" y="167116"/>
                  </a:cubicBezTo>
                  <a:cubicBezTo>
                    <a:pt x="16206" y="167116"/>
                    <a:pt x="17567" y="166642"/>
                    <a:pt x="18659" y="165690"/>
                  </a:cubicBezTo>
                  <a:lnTo>
                    <a:pt x="30076" y="155741"/>
                  </a:lnTo>
                  <a:cubicBezTo>
                    <a:pt x="30533" y="155839"/>
                    <a:pt x="31022" y="155872"/>
                    <a:pt x="31512" y="155904"/>
                  </a:cubicBezTo>
                  <a:cubicBezTo>
                    <a:pt x="33240" y="155904"/>
                    <a:pt x="34937" y="155285"/>
                    <a:pt x="36241" y="154143"/>
                  </a:cubicBezTo>
                  <a:lnTo>
                    <a:pt x="51018" y="141421"/>
                  </a:lnTo>
                  <a:cubicBezTo>
                    <a:pt x="52290" y="140312"/>
                    <a:pt x="52453" y="138387"/>
                    <a:pt x="51344" y="137083"/>
                  </a:cubicBezTo>
                  <a:cubicBezTo>
                    <a:pt x="50733" y="136381"/>
                    <a:pt x="49864" y="136017"/>
                    <a:pt x="48994" y="136017"/>
                  </a:cubicBezTo>
                  <a:cubicBezTo>
                    <a:pt x="48286" y="136017"/>
                    <a:pt x="47577" y="136259"/>
                    <a:pt x="47006" y="136756"/>
                  </a:cubicBezTo>
                  <a:lnTo>
                    <a:pt x="32229" y="149478"/>
                  </a:lnTo>
                  <a:cubicBezTo>
                    <a:pt x="32023" y="149665"/>
                    <a:pt x="31764" y="149756"/>
                    <a:pt x="31500" y="149756"/>
                  </a:cubicBezTo>
                  <a:cubicBezTo>
                    <a:pt x="31304" y="149756"/>
                    <a:pt x="31105" y="149706"/>
                    <a:pt x="30924" y="149609"/>
                  </a:cubicBezTo>
                  <a:lnTo>
                    <a:pt x="30859" y="149543"/>
                  </a:lnTo>
                  <a:cubicBezTo>
                    <a:pt x="30794" y="149511"/>
                    <a:pt x="30761" y="149478"/>
                    <a:pt x="30729" y="149446"/>
                  </a:cubicBezTo>
                  <a:lnTo>
                    <a:pt x="21628" y="140345"/>
                  </a:lnTo>
                  <a:cubicBezTo>
                    <a:pt x="21562" y="140279"/>
                    <a:pt x="21497" y="140182"/>
                    <a:pt x="21465" y="140116"/>
                  </a:cubicBezTo>
                  <a:cubicBezTo>
                    <a:pt x="21204" y="139692"/>
                    <a:pt x="21236" y="139170"/>
                    <a:pt x="21562" y="138812"/>
                  </a:cubicBezTo>
                  <a:lnTo>
                    <a:pt x="91727" y="57392"/>
                  </a:lnTo>
                  <a:cubicBezTo>
                    <a:pt x="94304" y="60948"/>
                    <a:pt x="97534" y="64177"/>
                    <a:pt x="100698" y="67341"/>
                  </a:cubicBezTo>
                  <a:lnTo>
                    <a:pt x="102198" y="68842"/>
                  </a:lnTo>
                  <a:lnTo>
                    <a:pt x="103764" y="70408"/>
                  </a:lnTo>
                  <a:lnTo>
                    <a:pt x="104906" y="71549"/>
                  </a:lnTo>
                  <a:lnTo>
                    <a:pt x="105004" y="71647"/>
                  </a:lnTo>
                  <a:lnTo>
                    <a:pt x="105950" y="72593"/>
                  </a:lnTo>
                  <a:lnTo>
                    <a:pt x="106374" y="72985"/>
                  </a:lnTo>
                  <a:lnTo>
                    <a:pt x="107091" y="73702"/>
                  </a:lnTo>
                  <a:cubicBezTo>
                    <a:pt x="109146" y="75725"/>
                    <a:pt x="111299" y="77617"/>
                    <a:pt x="113615" y="79378"/>
                  </a:cubicBezTo>
                  <a:lnTo>
                    <a:pt x="57901" y="127362"/>
                  </a:lnTo>
                  <a:cubicBezTo>
                    <a:pt x="56629" y="128471"/>
                    <a:pt x="56466" y="130428"/>
                    <a:pt x="57575" y="131700"/>
                  </a:cubicBezTo>
                  <a:cubicBezTo>
                    <a:pt x="58182" y="132414"/>
                    <a:pt x="59033" y="132777"/>
                    <a:pt x="59893" y="132777"/>
                  </a:cubicBezTo>
                  <a:cubicBezTo>
                    <a:pt x="60604" y="132777"/>
                    <a:pt x="61322" y="132529"/>
                    <a:pt x="61913" y="132027"/>
                  </a:cubicBezTo>
                  <a:lnTo>
                    <a:pt x="119193" y="82640"/>
                  </a:lnTo>
                  <a:cubicBezTo>
                    <a:pt x="121966" y="83912"/>
                    <a:pt x="124934" y="84565"/>
                    <a:pt x="127968" y="84565"/>
                  </a:cubicBezTo>
                  <a:lnTo>
                    <a:pt x="128001" y="84565"/>
                  </a:lnTo>
                  <a:cubicBezTo>
                    <a:pt x="137199" y="84565"/>
                    <a:pt x="147246" y="78791"/>
                    <a:pt x="159642" y="66395"/>
                  </a:cubicBezTo>
                  <a:cubicBezTo>
                    <a:pt x="174810" y="51195"/>
                    <a:pt x="174810" y="26599"/>
                    <a:pt x="159642" y="11398"/>
                  </a:cubicBezTo>
                  <a:cubicBezTo>
                    <a:pt x="152117" y="3874"/>
                    <a:pt x="142159" y="0"/>
                    <a:pt x="132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13" name="Google Shape;12313;p66"/>
          <p:cNvGrpSpPr/>
          <p:nvPr/>
        </p:nvGrpSpPr>
        <p:grpSpPr>
          <a:xfrm>
            <a:off x="3103963" y="3185690"/>
            <a:ext cx="297886" cy="337578"/>
            <a:chOff x="3103963" y="3361140"/>
            <a:chExt cx="297886" cy="337578"/>
          </a:xfrm>
        </p:grpSpPr>
        <p:sp>
          <p:nvSpPr>
            <p:cNvPr id="12314" name="Google Shape;12314;p66"/>
            <p:cNvSpPr/>
            <p:nvPr/>
          </p:nvSpPr>
          <p:spPr>
            <a:xfrm>
              <a:off x="3245305" y="3519402"/>
              <a:ext cx="14026" cy="14408"/>
            </a:xfrm>
            <a:custGeom>
              <a:avLst/>
              <a:gdLst/>
              <a:ahLst/>
              <a:cxnLst/>
              <a:rect l="l" t="t" r="r" b="b"/>
              <a:pathLst>
                <a:path w="441" h="453" extrusionOk="0">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66"/>
            <p:cNvSpPr/>
            <p:nvPr/>
          </p:nvSpPr>
          <p:spPr>
            <a:xfrm>
              <a:off x="3284679" y="3597388"/>
              <a:ext cx="74646" cy="74646"/>
            </a:xfrm>
            <a:custGeom>
              <a:avLst/>
              <a:gdLst/>
              <a:ahLst/>
              <a:cxnLst/>
              <a:rect l="l" t="t" r="r" b="b"/>
              <a:pathLst>
                <a:path w="2347" h="2347" extrusionOk="0">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66"/>
            <p:cNvSpPr/>
            <p:nvPr/>
          </p:nvSpPr>
          <p:spPr>
            <a:xfrm>
              <a:off x="3145692" y="3597483"/>
              <a:ext cx="75028" cy="74933"/>
            </a:xfrm>
            <a:custGeom>
              <a:avLst/>
              <a:gdLst/>
              <a:ahLst/>
              <a:cxnLst/>
              <a:rect l="l" t="t" r="r" b="b"/>
              <a:pathLst>
                <a:path w="2359" h="2356" extrusionOk="0">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66"/>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66"/>
            <p:cNvSpPr/>
            <p:nvPr/>
          </p:nvSpPr>
          <p:spPr>
            <a:xfrm>
              <a:off x="3277873" y="3490618"/>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66"/>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66"/>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66"/>
            <p:cNvSpPr/>
            <p:nvPr/>
          </p:nvSpPr>
          <p:spPr>
            <a:xfrm>
              <a:off x="3103963" y="3361140"/>
              <a:ext cx="297886" cy="337578"/>
            </a:xfrm>
            <a:custGeom>
              <a:avLst/>
              <a:gdLst/>
              <a:ahLst/>
              <a:cxnLst/>
              <a:rect l="l" t="t" r="r" b="b"/>
              <a:pathLst>
                <a:path w="9366" h="10614" extrusionOk="0">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66"/>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66"/>
            <p:cNvSpPr/>
            <p:nvPr/>
          </p:nvSpPr>
          <p:spPr>
            <a:xfrm>
              <a:off x="3278986" y="3524681"/>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66"/>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66"/>
            <p:cNvSpPr/>
            <p:nvPr/>
          </p:nvSpPr>
          <p:spPr>
            <a:xfrm>
              <a:off x="3219543" y="3586415"/>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66"/>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66"/>
            <p:cNvSpPr/>
            <p:nvPr/>
          </p:nvSpPr>
          <p:spPr>
            <a:xfrm>
              <a:off x="3247181" y="3444787"/>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66"/>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9" name="Google Shape;12329;p66"/>
            <p:cNvSpPr/>
            <p:nvPr/>
          </p:nvSpPr>
          <p:spPr>
            <a:xfrm>
              <a:off x="3257422" y="360422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66"/>
            <p:cNvSpPr/>
            <p:nvPr/>
          </p:nvSpPr>
          <p:spPr>
            <a:xfrm>
              <a:off x="3247181" y="344478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66"/>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66"/>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66"/>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66"/>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66"/>
            <p:cNvSpPr/>
            <p:nvPr/>
          </p:nvSpPr>
          <p:spPr>
            <a:xfrm>
              <a:off x="3259299" y="3361140"/>
              <a:ext cx="51174" cy="118060"/>
            </a:xfrm>
            <a:custGeom>
              <a:avLst/>
              <a:gdLst/>
              <a:ahLst/>
              <a:cxnLst/>
              <a:rect l="l" t="t" r="r" b="b"/>
              <a:pathLst>
                <a:path w="1609" h="3712" extrusionOk="0">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66"/>
            <p:cNvSpPr/>
            <p:nvPr/>
          </p:nvSpPr>
          <p:spPr>
            <a:xfrm>
              <a:off x="3269922" y="339860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66"/>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8" name="Google Shape;12338;p66"/>
          <p:cNvGrpSpPr/>
          <p:nvPr/>
        </p:nvGrpSpPr>
        <p:grpSpPr>
          <a:xfrm>
            <a:off x="2667821" y="3185658"/>
            <a:ext cx="273046" cy="337801"/>
            <a:chOff x="2667821" y="3361108"/>
            <a:chExt cx="273046" cy="337801"/>
          </a:xfrm>
        </p:grpSpPr>
        <p:sp>
          <p:nvSpPr>
            <p:cNvPr id="12339" name="Google Shape;12339;p66"/>
            <p:cNvSpPr/>
            <p:nvPr/>
          </p:nvSpPr>
          <p:spPr>
            <a:xfrm>
              <a:off x="2799971" y="3361108"/>
              <a:ext cx="10273" cy="36385"/>
            </a:xfrm>
            <a:custGeom>
              <a:avLst/>
              <a:gdLst/>
              <a:ahLst/>
              <a:cxnLst/>
              <a:rect l="l" t="t" r="r" b="b"/>
              <a:pathLst>
                <a:path w="323" h="1144" extrusionOk="0">
                  <a:moveTo>
                    <a:pt x="155" y="0"/>
                  </a:moveTo>
                  <a:cubicBezTo>
                    <a:pt x="72" y="0"/>
                    <a:pt x="1" y="72"/>
                    <a:pt x="1" y="167"/>
                  </a:cubicBezTo>
                  <a:lnTo>
                    <a:pt x="1" y="977"/>
                  </a:lnTo>
                  <a:cubicBezTo>
                    <a:pt x="1" y="1072"/>
                    <a:pt x="72" y="1143"/>
                    <a:pt x="155" y="1143"/>
                  </a:cubicBezTo>
                  <a:cubicBezTo>
                    <a:pt x="251" y="1143"/>
                    <a:pt x="322" y="1072"/>
                    <a:pt x="322" y="977"/>
                  </a:cubicBezTo>
                  <a:lnTo>
                    <a:pt x="322" y="167"/>
                  </a:lnTo>
                  <a:cubicBezTo>
                    <a:pt x="310" y="60"/>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66"/>
            <p:cNvSpPr/>
            <p:nvPr/>
          </p:nvSpPr>
          <p:spPr>
            <a:xfrm>
              <a:off x="2838964" y="3371063"/>
              <a:ext cx="22009" cy="34381"/>
            </a:xfrm>
            <a:custGeom>
              <a:avLst/>
              <a:gdLst/>
              <a:ahLst/>
              <a:cxnLst/>
              <a:rect l="l" t="t" r="r" b="b"/>
              <a:pathLst>
                <a:path w="692" h="1081" extrusionOk="0">
                  <a:moveTo>
                    <a:pt x="517" y="0"/>
                  </a:moveTo>
                  <a:cubicBezTo>
                    <a:pt x="454" y="0"/>
                    <a:pt x="385" y="31"/>
                    <a:pt x="358" y="104"/>
                  </a:cubicBezTo>
                  <a:lnTo>
                    <a:pt x="49" y="866"/>
                  </a:lnTo>
                  <a:cubicBezTo>
                    <a:pt x="1" y="961"/>
                    <a:pt x="84" y="1080"/>
                    <a:pt x="203" y="1080"/>
                  </a:cubicBezTo>
                  <a:cubicBezTo>
                    <a:pt x="263" y="1080"/>
                    <a:pt x="322" y="1057"/>
                    <a:pt x="346" y="985"/>
                  </a:cubicBezTo>
                  <a:lnTo>
                    <a:pt x="656" y="223"/>
                  </a:lnTo>
                  <a:cubicBezTo>
                    <a:pt x="691" y="152"/>
                    <a:pt x="644" y="45"/>
                    <a:pt x="572" y="9"/>
                  </a:cubicBezTo>
                  <a:cubicBezTo>
                    <a:pt x="556" y="3"/>
                    <a:pt x="537" y="0"/>
                    <a:pt x="5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66"/>
            <p:cNvSpPr/>
            <p:nvPr/>
          </p:nvSpPr>
          <p:spPr>
            <a:xfrm>
              <a:off x="2873822" y="3399815"/>
              <a:ext cx="29197" cy="28338"/>
            </a:xfrm>
            <a:custGeom>
              <a:avLst/>
              <a:gdLst/>
              <a:ahLst/>
              <a:cxnLst/>
              <a:rect l="l" t="t" r="r" b="b"/>
              <a:pathLst>
                <a:path w="918" h="891" extrusionOk="0">
                  <a:moveTo>
                    <a:pt x="744" y="1"/>
                  </a:moveTo>
                  <a:cubicBezTo>
                    <a:pt x="703" y="1"/>
                    <a:pt x="661" y="16"/>
                    <a:pt x="631" y="45"/>
                  </a:cubicBezTo>
                  <a:lnTo>
                    <a:pt x="60" y="629"/>
                  </a:lnTo>
                  <a:cubicBezTo>
                    <a:pt x="0" y="688"/>
                    <a:pt x="0" y="784"/>
                    <a:pt x="60" y="843"/>
                  </a:cubicBezTo>
                  <a:cubicBezTo>
                    <a:pt x="84" y="879"/>
                    <a:pt x="131" y="891"/>
                    <a:pt x="179" y="891"/>
                  </a:cubicBezTo>
                  <a:cubicBezTo>
                    <a:pt x="286" y="891"/>
                    <a:pt x="274" y="831"/>
                    <a:pt x="858" y="272"/>
                  </a:cubicBezTo>
                  <a:cubicBezTo>
                    <a:pt x="917" y="212"/>
                    <a:pt x="917" y="105"/>
                    <a:pt x="858" y="45"/>
                  </a:cubicBezTo>
                  <a:cubicBezTo>
                    <a:pt x="828" y="16"/>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66"/>
            <p:cNvSpPr/>
            <p:nvPr/>
          </p:nvSpPr>
          <p:spPr>
            <a:xfrm>
              <a:off x="2894655" y="3442656"/>
              <a:ext cx="37116" cy="19592"/>
            </a:xfrm>
            <a:custGeom>
              <a:avLst/>
              <a:gdLst/>
              <a:ahLst/>
              <a:cxnLst/>
              <a:rect l="l" t="t" r="r" b="b"/>
              <a:pathLst>
                <a:path w="1167" h="616" extrusionOk="0">
                  <a:moveTo>
                    <a:pt x="973" y="1"/>
                  </a:moveTo>
                  <a:cubicBezTo>
                    <a:pt x="955" y="1"/>
                    <a:pt x="936" y="3"/>
                    <a:pt x="917" y="8"/>
                  </a:cubicBezTo>
                  <a:lnTo>
                    <a:pt x="155" y="318"/>
                  </a:lnTo>
                  <a:cubicBezTo>
                    <a:pt x="0" y="377"/>
                    <a:pt x="36" y="615"/>
                    <a:pt x="214" y="615"/>
                  </a:cubicBezTo>
                  <a:cubicBezTo>
                    <a:pt x="274" y="615"/>
                    <a:pt x="238" y="615"/>
                    <a:pt x="1036" y="294"/>
                  </a:cubicBezTo>
                  <a:cubicBezTo>
                    <a:pt x="1131" y="282"/>
                    <a:pt x="1167" y="175"/>
                    <a:pt x="1131" y="103"/>
                  </a:cubicBezTo>
                  <a:cubicBezTo>
                    <a:pt x="1103" y="37"/>
                    <a:pt x="1044" y="1"/>
                    <a:pt x="9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66"/>
            <p:cNvSpPr/>
            <p:nvPr/>
          </p:nvSpPr>
          <p:spPr>
            <a:xfrm>
              <a:off x="2904482" y="3493258"/>
              <a:ext cx="36385" cy="10273"/>
            </a:xfrm>
            <a:custGeom>
              <a:avLst/>
              <a:gdLst/>
              <a:ahLst/>
              <a:cxnLst/>
              <a:rect l="l" t="t" r="r" b="b"/>
              <a:pathLst>
                <a:path w="1144" h="323" extrusionOk="0">
                  <a:moveTo>
                    <a:pt x="155" y="1"/>
                  </a:moveTo>
                  <a:cubicBezTo>
                    <a:pt x="72" y="1"/>
                    <a:pt x="1" y="72"/>
                    <a:pt x="1" y="155"/>
                  </a:cubicBezTo>
                  <a:cubicBezTo>
                    <a:pt x="1" y="251"/>
                    <a:pt x="72" y="322"/>
                    <a:pt x="155" y="322"/>
                  </a:cubicBezTo>
                  <a:lnTo>
                    <a:pt x="977" y="322"/>
                  </a:lnTo>
                  <a:cubicBezTo>
                    <a:pt x="1072" y="322"/>
                    <a:pt x="1144" y="251"/>
                    <a:pt x="1144" y="155"/>
                  </a:cubicBezTo>
                  <a:cubicBezTo>
                    <a:pt x="1144" y="72"/>
                    <a:pt x="107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4" name="Google Shape;12344;p66"/>
            <p:cNvSpPr/>
            <p:nvPr/>
          </p:nvSpPr>
          <p:spPr>
            <a:xfrm>
              <a:off x="2895386" y="3533364"/>
              <a:ext cx="35653" cy="20196"/>
            </a:xfrm>
            <a:custGeom>
              <a:avLst/>
              <a:gdLst/>
              <a:ahLst/>
              <a:cxnLst/>
              <a:rect l="l" t="t" r="r" b="b"/>
              <a:pathLst>
                <a:path w="1121" h="635" extrusionOk="0">
                  <a:moveTo>
                    <a:pt x="179" y="0"/>
                  </a:moveTo>
                  <a:cubicBezTo>
                    <a:pt x="118" y="0"/>
                    <a:pt x="54" y="38"/>
                    <a:pt x="37" y="109"/>
                  </a:cubicBezTo>
                  <a:cubicBezTo>
                    <a:pt x="1" y="180"/>
                    <a:pt x="37" y="288"/>
                    <a:pt x="120" y="311"/>
                  </a:cubicBezTo>
                  <a:lnTo>
                    <a:pt x="882" y="621"/>
                  </a:lnTo>
                  <a:cubicBezTo>
                    <a:pt x="901" y="630"/>
                    <a:pt x="922" y="635"/>
                    <a:pt x="943" y="635"/>
                  </a:cubicBezTo>
                  <a:cubicBezTo>
                    <a:pt x="1004" y="635"/>
                    <a:pt x="1067" y="599"/>
                    <a:pt x="1084" y="538"/>
                  </a:cubicBezTo>
                  <a:cubicBezTo>
                    <a:pt x="1120" y="442"/>
                    <a:pt x="1084" y="359"/>
                    <a:pt x="1001" y="323"/>
                  </a:cubicBezTo>
                  <a:lnTo>
                    <a:pt x="239" y="14"/>
                  </a:lnTo>
                  <a:cubicBezTo>
                    <a:pt x="221" y="5"/>
                    <a:pt x="200"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66"/>
            <p:cNvSpPr/>
            <p:nvPr/>
          </p:nvSpPr>
          <p:spPr>
            <a:xfrm>
              <a:off x="2872677" y="3567586"/>
              <a:ext cx="30692" cy="28338"/>
            </a:xfrm>
            <a:custGeom>
              <a:avLst/>
              <a:gdLst/>
              <a:ahLst/>
              <a:cxnLst/>
              <a:rect l="l" t="t" r="r" b="b"/>
              <a:pathLst>
                <a:path w="965" h="891" extrusionOk="0">
                  <a:moveTo>
                    <a:pt x="173" y="0"/>
                  </a:moveTo>
                  <a:cubicBezTo>
                    <a:pt x="132" y="0"/>
                    <a:pt x="90" y="15"/>
                    <a:pt x="60" y="45"/>
                  </a:cubicBezTo>
                  <a:cubicBezTo>
                    <a:pt x="1" y="104"/>
                    <a:pt x="1" y="200"/>
                    <a:pt x="60" y="259"/>
                  </a:cubicBezTo>
                  <a:cubicBezTo>
                    <a:pt x="644" y="819"/>
                    <a:pt x="620" y="890"/>
                    <a:pt x="751" y="890"/>
                  </a:cubicBezTo>
                  <a:cubicBezTo>
                    <a:pt x="894" y="890"/>
                    <a:pt x="965" y="712"/>
                    <a:pt x="858" y="616"/>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66"/>
            <p:cNvSpPr/>
            <p:nvPr/>
          </p:nvSpPr>
          <p:spPr>
            <a:xfrm>
              <a:off x="2838233" y="3589818"/>
              <a:ext cx="21214" cy="34318"/>
            </a:xfrm>
            <a:custGeom>
              <a:avLst/>
              <a:gdLst/>
              <a:ahLst/>
              <a:cxnLst/>
              <a:rect l="l" t="t" r="r" b="b"/>
              <a:pathLst>
                <a:path w="667" h="1079" extrusionOk="0">
                  <a:moveTo>
                    <a:pt x="179" y="1"/>
                  </a:moveTo>
                  <a:cubicBezTo>
                    <a:pt x="159" y="1"/>
                    <a:pt x="139" y="4"/>
                    <a:pt x="119" y="13"/>
                  </a:cubicBezTo>
                  <a:cubicBezTo>
                    <a:pt x="48" y="37"/>
                    <a:pt x="0" y="132"/>
                    <a:pt x="24" y="215"/>
                  </a:cubicBezTo>
                  <a:lnTo>
                    <a:pt x="345" y="977"/>
                  </a:lnTo>
                  <a:cubicBezTo>
                    <a:pt x="365" y="1036"/>
                    <a:pt x="425" y="1079"/>
                    <a:pt x="499" y="1079"/>
                  </a:cubicBezTo>
                  <a:cubicBezTo>
                    <a:pt x="514" y="1079"/>
                    <a:pt x="531" y="1077"/>
                    <a:pt x="548" y="1072"/>
                  </a:cubicBezTo>
                  <a:cubicBezTo>
                    <a:pt x="643" y="1037"/>
                    <a:pt x="667" y="929"/>
                    <a:pt x="643" y="858"/>
                  </a:cubicBezTo>
                  <a:lnTo>
                    <a:pt x="322" y="96"/>
                  </a:lnTo>
                  <a:cubicBezTo>
                    <a:pt x="303" y="41"/>
                    <a:pt x="24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66"/>
            <p:cNvSpPr/>
            <p:nvPr/>
          </p:nvSpPr>
          <p:spPr>
            <a:xfrm>
              <a:off x="2747334" y="3589754"/>
              <a:ext cx="21627" cy="34572"/>
            </a:xfrm>
            <a:custGeom>
              <a:avLst/>
              <a:gdLst/>
              <a:ahLst/>
              <a:cxnLst/>
              <a:rect l="l" t="t" r="r" b="b"/>
              <a:pathLst>
                <a:path w="680" h="1087" extrusionOk="0">
                  <a:moveTo>
                    <a:pt x="499" y="1"/>
                  </a:moveTo>
                  <a:cubicBezTo>
                    <a:pt x="438" y="1"/>
                    <a:pt x="375" y="36"/>
                    <a:pt x="358" y="98"/>
                  </a:cubicBezTo>
                  <a:lnTo>
                    <a:pt x="36" y="860"/>
                  </a:lnTo>
                  <a:cubicBezTo>
                    <a:pt x="1" y="967"/>
                    <a:pt x="72" y="1086"/>
                    <a:pt x="191" y="1086"/>
                  </a:cubicBezTo>
                  <a:cubicBezTo>
                    <a:pt x="251" y="1086"/>
                    <a:pt x="310" y="1051"/>
                    <a:pt x="334" y="979"/>
                  </a:cubicBezTo>
                  <a:lnTo>
                    <a:pt x="655" y="217"/>
                  </a:lnTo>
                  <a:cubicBezTo>
                    <a:pt x="679" y="134"/>
                    <a:pt x="632" y="39"/>
                    <a:pt x="560" y="15"/>
                  </a:cubicBezTo>
                  <a:cubicBezTo>
                    <a:pt x="542" y="5"/>
                    <a:pt x="520" y="1"/>
                    <a:pt x="4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8" name="Google Shape;12348;p66"/>
            <p:cNvSpPr/>
            <p:nvPr/>
          </p:nvSpPr>
          <p:spPr>
            <a:xfrm>
              <a:off x="2705319" y="3566441"/>
              <a:ext cx="29547" cy="28625"/>
            </a:xfrm>
            <a:custGeom>
              <a:avLst/>
              <a:gdLst/>
              <a:ahLst/>
              <a:cxnLst/>
              <a:rect l="l" t="t" r="r" b="b"/>
              <a:pathLst>
                <a:path w="929" h="900" extrusionOk="0">
                  <a:moveTo>
                    <a:pt x="744" y="1"/>
                  </a:moveTo>
                  <a:cubicBezTo>
                    <a:pt x="702" y="1"/>
                    <a:pt x="661" y="15"/>
                    <a:pt x="631" y="45"/>
                  </a:cubicBezTo>
                  <a:lnTo>
                    <a:pt x="60" y="629"/>
                  </a:lnTo>
                  <a:cubicBezTo>
                    <a:pt x="0" y="688"/>
                    <a:pt x="0" y="795"/>
                    <a:pt x="60" y="855"/>
                  </a:cubicBezTo>
                  <a:cubicBezTo>
                    <a:pt x="89" y="885"/>
                    <a:pt x="128" y="899"/>
                    <a:pt x="167" y="899"/>
                  </a:cubicBezTo>
                  <a:cubicBezTo>
                    <a:pt x="205" y="899"/>
                    <a:pt x="244" y="885"/>
                    <a:pt x="274" y="855"/>
                  </a:cubicBezTo>
                  <a:lnTo>
                    <a:pt x="857" y="271"/>
                  </a:lnTo>
                  <a:cubicBezTo>
                    <a:pt x="929" y="212"/>
                    <a:pt x="929" y="105"/>
                    <a:pt x="857" y="45"/>
                  </a:cubicBezTo>
                  <a:cubicBezTo>
                    <a:pt x="827" y="15"/>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9" name="Google Shape;12349;p66"/>
            <p:cNvSpPr/>
            <p:nvPr/>
          </p:nvSpPr>
          <p:spPr>
            <a:xfrm>
              <a:off x="2676918" y="3532060"/>
              <a:ext cx="35240" cy="20133"/>
            </a:xfrm>
            <a:custGeom>
              <a:avLst/>
              <a:gdLst/>
              <a:ahLst/>
              <a:cxnLst/>
              <a:rect l="l" t="t" r="r" b="b"/>
              <a:pathLst>
                <a:path w="1108" h="633" extrusionOk="0">
                  <a:moveTo>
                    <a:pt x="918" y="1"/>
                  </a:moveTo>
                  <a:cubicBezTo>
                    <a:pt x="903" y="1"/>
                    <a:pt x="886" y="3"/>
                    <a:pt x="869" y="7"/>
                  </a:cubicBezTo>
                  <a:lnTo>
                    <a:pt x="119" y="329"/>
                  </a:lnTo>
                  <a:cubicBezTo>
                    <a:pt x="36" y="352"/>
                    <a:pt x="0" y="448"/>
                    <a:pt x="24" y="531"/>
                  </a:cubicBezTo>
                  <a:cubicBezTo>
                    <a:pt x="53" y="590"/>
                    <a:pt x="115" y="632"/>
                    <a:pt x="182" y="632"/>
                  </a:cubicBezTo>
                  <a:cubicBezTo>
                    <a:pt x="197" y="632"/>
                    <a:pt x="211" y="630"/>
                    <a:pt x="226" y="626"/>
                  </a:cubicBezTo>
                  <a:lnTo>
                    <a:pt x="988" y="305"/>
                  </a:lnTo>
                  <a:cubicBezTo>
                    <a:pt x="1060" y="281"/>
                    <a:pt x="1107" y="174"/>
                    <a:pt x="1084" y="102"/>
                  </a:cubicBezTo>
                  <a:cubicBezTo>
                    <a:pt x="1054" y="44"/>
                    <a:pt x="992" y="1"/>
                    <a:pt x="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66"/>
            <p:cNvSpPr/>
            <p:nvPr/>
          </p:nvSpPr>
          <p:spPr>
            <a:xfrm>
              <a:off x="2667821" y="3491763"/>
              <a:ext cx="36385" cy="10241"/>
            </a:xfrm>
            <a:custGeom>
              <a:avLst/>
              <a:gdLst/>
              <a:ahLst/>
              <a:cxnLst/>
              <a:rect l="l" t="t" r="r" b="b"/>
              <a:pathLst>
                <a:path w="1144" h="322" extrusionOk="0">
                  <a:moveTo>
                    <a:pt x="155" y="0"/>
                  </a:moveTo>
                  <a:cubicBezTo>
                    <a:pt x="72" y="0"/>
                    <a:pt x="0" y="72"/>
                    <a:pt x="0" y="167"/>
                  </a:cubicBezTo>
                  <a:cubicBezTo>
                    <a:pt x="0" y="250"/>
                    <a:pt x="72" y="322"/>
                    <a:pt x="155" y="322"/>
                  </a:cubicBezTo>
                  <a:lnTo>
                    <a:pt x="977" y="322"/>
                  </a:lnTo>
                  <a:cubicBezTo>
                    <a:pt x="1072" y="322"/>
                    <a:pt x="1143" y="250"/>
                    <a:pt x="1143" y="167"/>
                  </a:cubicBezTo>
                  <a:cubicBezTo>
                    <a:pt x="1131" y="72"/>
                    <a:pt x="1048"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66"/>
            <p:cNvSpPr/>
            <p:nvPr/>
          </p:nvSpPr>
          <p:spPr>
            <a:xfrm>
              <a:off x="2677267" y="3441702"/>
              <a:ext cx="35653" cy="20069"/>
            </a:xfrm>
            <a:custGeom>
              <a:avLst/>
              <a:gdLst/>
              <a:ahLst/>
              <a:cxnLst/>
              <a:rect l="l" t="t" r="r" b="b"/>
              <a:pathLst>
                <a:path w="1121" h="631" extrusionOk="0">
                  <a:moveTo>
                    <a:pt x="173" y="1"/>
                  </a:moveTo>
                  <a:cubicBezTo>
                    <a:pt x="110" y="1"/>
                    <a:pt x="51" y="36"/>
                    <a:pt x="25" y="98"/>
                  </a:cubicBezTo>
                  <a:cubicBezTo>
                    <a:pt x="1" y="193"/>
                    <a:pt x="25" y="276"/>
                    <a:pt x="120" y="312"/>
                  </a:cubicBezTo>
                  <a:lnTo>
                    <a:pt x="882" y="622"/>
                  </a:lnTo>
                  <a:cubicBezTo>
                    <a:pt x="899" y="627"/>
                    <a:pt x="918" y="630"/>
                    <a:pt x="937" y="630"/>
                  </a:cubicBezTo>
                  <a:cubicBezTo>
                    <a:pt x="999" y="630"/>
                    <a:pt x="1066" y="599"/>
                    <a:pt x="1084" y="526"/>
                  </a:cubicBezTo>
                  <a:cubicBezTo>
                    <a:pt x="1120" y="443"/>
                    <a:pt x="1084" y="348"/>
                    <a:pt x="1001" y="324"/>
                  </a:cubicBezTo>
                  <a:lnTo>
                    <a:pt x="239" y="14"/>
                  </a:lnTo>
                  <a:cubicBezTo>
                    <a:pt x="217" y="5"/>
                    <a:pt x="19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66"/>
            <p:cNvSpPr/>
            <p:nvPr/>
          </p:nvSpPr>
          <p:spPr>
            <a:xfrm>
              <a:off x="2706051" y="3399084"/>
              <a:ext cx="30724" cy="28338"/>
            </a:xfrm>
            <a:custGeom>
              <a:avLst/>
              <a:gdLst/>
              <a:ahLst/>
              <a:cxnLst/>
              <a:rect l="l" t="t" r="r" b="b"/>
              <a:pathLst>
                <a:path w="966" h="891" extrusionOk="0">
                  <a:moveTo>
                    <a:pt x="173" y="0"/>
                  </a:moveTo>
                  <a:cubicBezTo>
                    <a:pt x="132" y="0"/>
                    <a:pt x="90" y="15"/>
                    <a:pt x="60" y="45"/>
                  </a:cubicBezTo>
                  <a:cubicBezTo>
                    <a:pt x="1" y="104"/>
                    <a:pt x="1" y="199"/>
                    <a:pt x="60" y="259"/>
                  </a:cubicBezTo>
                  <a:cubicBezTo>
                    <a:pt x="644" y="819"/>
                    <a:pt x="632" y="890"/>
                    <a:pt x="751" y="890"/>
                  </a:cubicBezTo>
                  <a:cubicBezTo>
                    <a:pt x="894" y="890"/>
                    <a:pt x="965" y="723"/>
                    <a:pt x="870" y="616"/>
                  </a:cubicBezTo>
                  <a:lnTo>
                    <a:pt x="287"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66"/>
            <p:cNvSpPr/>
            <p:nvPr/>
          </p:nvSpPr>
          <p:spPr>
            <a:xfrm>
              <a:off x="2748861" y="3370713"/>
              <a:ext cx="21596" cy="34190"/>
            </a:xfrm>
            <a:custGeom>
              <a:avLst/>
              <a:gdLst/>
              <a:ahLst/>
              <a:cxnLst/>
              <a:rect l="l" t="t" r="r" b="b"/>
              <a:pathLst>
                <a:path w="679" h="1075" extrusionOk="0">
                  <a:moveTo>
                    <a:pt x="170" y="1"/>
                  </a:moveTo>
                  <a:cubicBezTo>
                    <a:pt x="153" y="1"/>
                    <a:pt x="136" y="3"/>
                    <a:pt x="119" y="8"/>
                  </a:cubicBezTo>
                  <a:cubicBezTo>
                    <a:pt x="36" y="44"/>
                    <a:pt x="0" y="127"/>
                    <a:pt x="24" y="210"/>
                  </a:cubicBezTo>
                  <a:lnTo>
                    <a:pt x="334" y="972"/>
                  </a:lnTo>
                  <a:cubicBezTo>
                    <a:pt x="362" y="1039"/>
                    <a:pt x="421" y="1075"/>
                    <a:pt x="491" y="1075"/>
                  </a:cubicBezTo>
                  <a:cubicBezTo>
                    <a:pt x="510" y="1075"/>
                    <a:pt x="528" y="1073"/>
                    <a:pt x="548" y="1068"/>
                  </a:cubicBezTo>
                  <a:cubicBezTo>
                    <a:pt x="631" y="1020"/>
                    <a:pt x="679" y="937"/>
                    <a:pt x="631" y="841"/>
                  </a:cubicBezTo>
                  <a:lnTo>
                    <a:pt x="322" y="103"/>
                  </a:lnTo>
                  <a:cubicBezTo>
                    <a:pt x="293" y="37"/>
                    <a:pt x="23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66"/>
            <p:cNvSpPr/>
            <p:nvPr/>
          </p:nvSpPr>
          <p:spPr>
            <a:xfrm>
              <a:off x="2749242" y="3533364"/>
              <a:ext cx="111731" cy="115198"/>
            </a:xfrm>
            <a:custGeom>
              <a:avLst/>
              <a:gdLst/>
              <a:ahLst/>
              <a:cxnLst/>
              <a:rect l="l" t="t" r="r" b="b"/>
              <a:pathLst>
                <a:path w="3513" h="3622" extrusionOk="0">
                  <a:moveTo>
                    <a:pt x="3224" y="0"/>
                  </a:moveTo>
                  <a:cubicBezTo>
                    <a:pt x="3217" y="0"/>
                    <a:pt x="3210" y="1"/>
                    <a:pt x="3203" y="2"/>
                  </a:cubicBezTo>
                  <a:cubicBezTo>
                    <a:pt x="3108" y="14"/>
                    <a:pt x="3048" y="85"/>
                    <a:pt x="3060" y="180"/>
                  </a:cubicBezTo>
                  <a:lnTo>
                    <a:pt x="3155" y="740"/>
                  </a:lnTo>
                  <a:lnTo>
                    <a:pt x="3155" y="776"/>
                  </a:lnTo>
                  <a:cubicBezTo>
                    <a:pt x="3155" y="842"/>
                    <a:pt x="3087" y="909"/>
                    <a:pt x="3017" y="909"/>
                  </a:cubicBezTo>
                  <a:cubicBezTo>
                    <a:pt x="2999" y="909"/>
                    <a:pt x="2982" y="904"/>
                    <a:pt x="2965" y="895"/>
                  </a:cubicBezTo>
                  <a:cubicBezTo>
                    <a:pt x="2965" y="895"/>
                    <a:pt x="1929" y="359"/>
                    <a:pt x="1917" y="347"/>
                  </a:cubicBezTo>
                  <a:cubicBezTo>
                    <a:pt x="1858" y="320"/>
                    <a:pt x="1794" y="308"/>
                    <a:pt x="1731" y="308"/>
                  </a:cubicBezTo>
                  <a:cubicBezTo>
                    <a:pt x="1654" y="308"/>
                    <a:pt x="1578" y="326"/>
                    <a:pt x="1512" y="359"/>
                  </a:cubicBezTo>
                  <a:cubicBezTo>
                    <a:pt x="1453" y="383"/>
                    <a:pt x="548" y="859"/>
                    <a:pt x="500" y="895"/>
                  </a:cubicBezTo>
                  <a:cubicBezTo>
                    <a:pt x="480" y="906"/>
                    <a:pt x="459" y="911"/>
                    <a:pt x="438" y="911"/>
                  </a:cubicBezTo>
                  <a:cubicBezTo>
                    <a:pt x="372" y="911"/>
                    <a:pt x="310" y="857"/>
                    <a:pt x="310" y="776"/>
                  </a:cubicBezTo>
                  <a:cubicBezTo>
                    <a:pt x="310" y="764"/>
                    <a:pt x="310" y="740"/>
                    <a:pt x="345" y="585"/>
                  </a:cubicBezTo>
                  <a:cubicBezTo>
                    <a:pt x="357" y="490"/>
                    <a:pt x="298" y="418"/>
                    <a:pt x="203" y="407"/>
                  </a:cubicBezTo>
                  <a:cubicBezTo>
                    <a:pt x="190" y="403"/>
                    <a:pt x="178" y="401"/>
                    <a:pt x="166" y="401"/>
                  </a:cubicBezTo>
                  <a:cubicBezTo>
                    <a:pt x="99" y="401"/>
                    <a:pt x="44" y="457"/>
                    <a:pt x="24" y="538"/>
                  </a:cubicBezTo>
                  <a:cubicBezTo>
                    <a:pt x="0" y="680"/>
                    <a:pt x="0" y="716"/>
                    <a:pt x="0" y="776"/>
                  </a:cubicBezTo>
                  <a:cubicBezTo>
                    <a:pt x="0" y="1030"/>
                    <a:pt x="223" y="1224"/>
                    <a:pt x="464" y="1224"/>
                  </a:cubicBezTo>
                  <a:cubicBezTo>
                    <a:pt x="527" y="1224"/>
                    <a:pt x="592" y="1210"/>
                    <a:pt x="655" y="1180"/>
                  </a:cubicBezTo>
                  <a:lnTo>
                    <a:pt x="1238" y="883"/>
                  </a:lnTo>
                  <a:lnTo>
                    <a:pt x="1238" y="1454"/>
                  </a:lnTo>
                  <a:cubicBezTo>
                    <a:pt x="1238" y="1550"/>
                    <a:pt x="1310" y="1621"/>
                    <a:pt x="1393" y="1621"/>
                  </a:cubicBezTo>
                  <a:cubicBezTo>
                    <a:pt x="1488" y="1621"/>
                    <a:pt x="1560" y="1550"/>
                    <a:pt x="1560" y="1454"/>
                  </a:cubicBezTo>
                  <a:lnTo>
                    <a:pt x="1560" y="716"/>
                  </a:lnTo>
                  <a:cubicBezTo>
                    <a:pt x="1631" y="689"/>
                    <a:pt x="1683" y="636"/>
                    <a:pt x="1744" y="636"/>
                  </a:cubicBezTo>
                  <a:cubicBezTo>
                    <a:pt x="1764" y="636"/>
                    <a:pt x="1786" y="642"/>
                    <a:pt x="1810" y="657"/>
                  </a:cubicBezTo>
                  <a:lnTo>
                    <a:pt x="1929" y="716"/>
                  </a:lnTo>
                  <a:lnTo>
                    <a:pt x="1929" y="3455"/>
                  </a:lnTo>
                  <a:cubicBezTo>
                    <a:pt x="1929" y="3538"/>
                    <a:pt x="2012" y="3621"/>
                    <a:pt x="2096" y="3621"/>
                  </a:cubicBezTo>
                  <a:cubicBezTo>
                    <a:pt x="2191" y="3621"/>
                    <a:pt x="2262" y="3538"/>
                    <a:pt x="2262" y="3455"/>
                  </a:cubicBezTo>
                  <a:lnTo>
                    <a:pt x="2262" y="883"/>
                  </a:lnTo>
                  <a:cubicBezTo>
                    <a:pt x="2798" y="1145"/>
                    <a:pt x="2870" y="1240"/>
                    <a:pt x="3048" y="1240"/>
                  </a:cubicBezTo>
                  <a:cubicBezTo>
                    <a:pt x="3298" y="1216"/>
                    <a:pt x="3512" y="966"/>
                    <a:pt x="3465" y="704"/>
                  </a:cubicBezTo>
                  <a:lnTo>
                    <a:pt x="3382" y="133"/>
                  </a:lnTo>
                  <a:cubicBezTo>
                    <a:pt x="3360" y="57"/>
                    <a:pt x="3298" y="0"/>
                    <a:pt x="32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66"/>
            <p:cNvSpPr/>
            <p:nvPr/>
          </p:nvSpPr>
          <p:spPr>
            <a:xfrm>
              <a:off x="2795010" y="3417371"/>
              <a:ext cx="94365" cy="106960"/>
            </a:xfrm>
            <a:custGeom>
              <a:avLst/>
              <a:gdLst/>
              <a:ahLst/>
              <a:cxnLst/>
              <a:rect l="l" t="t" r="r" b="b"/>
              <a:pathLst>
                <a:path w="2967" h="3363" extrusionOk="0">
                  <a:moveTo>
                    <a:pt x="275" y="1"/>
                  </a:moveTo>
                  <a:cubicBezTo>
                    <a:pt x="121" y="1"/>
                    <a:pt x="0" y="85"/>
                    <a:pt x="49" y="220"/>
                  </a:cubicBezTo>
                  <a:cubicBezTo>
                    <a:pt x="68" y="296"/>
                    <a:pt x="133" y="334"/>
                    <a:pt x="195" y="334"/>
                  </a:cubicBezTo>
                  <a:cubicBezTo>
                    <a:pt x="210" y="334"/>
                    <a:pt x="226" y="332"/>
                    <a:pt x="240" y="327"/>
                  </a:cubicBezTo>
                  <a:cubicBezTo>
                    <a:pt x="253" y="324"/>
                    <a:pt x="266" y="323"/>
                    <a:pt x="280" y="323"/>
                  </a:cubicBezTo>
                  <a:cubicBezTo>
                    <a:pt x="329" y="323"/>
                    <a:pt x="379" y="342"/>
                    <a:pt x="407" y="398"/>
                  </a:cubicBezTo>
                  <a:lnTo>
                    <a:pt x="907" y="1434"/>
                  </a:lnTo>
                  <a:cubicBezTo>
                    <a:pt x="966" y="1565"/>
                    <a:pt x="1097" y="1649"/>
                    <a:pt x="1252" y="1684"/>
                  </a:cubicBezTo>
                  <a:lnTo>
                    <a:pt x="2395" y="1851"/>
                  </a:lnTo>
                  <a:cubicBezTo>
                    <a:pt x="2502" y="1863"/>
                    <a:pt x="2550" y="1994"/>
                    <a:pt x="2466" y="2065"/>
                  </a:cubicBezTo>
                  <a:lnTo>
                    <a:pt x="1657" y="2875"/>
                  </a:lnTo>
                  <a:cubicBezTo>
                    <a:pt x="1562" y="2958"/>
                    <a:pt x="1514" y="3077"/>
                    <a:pt x="1514" y="3196"/>
                  </a:cubicBezTo>
                  <a:cubicBezTo>
                    <a:pt x="1514" y="3292"/>
                    <a:pt x="1597" y="3363"/>
                    <a:pt x="1681" y="3363"/>
                  </a:cubicBezTo>
                  <a:cubicBezTo>
                    <a:pt x="1776" y="3363"/>
                    <a:pt x="1847" y="3292"/>
                    <a:pt x="1847" y="3196"/>
                  </a:cubicBezTo>
                  <a:cubicBezTo>
                    <a:pt x="1847" y="3101"/>
                    <a:pt x="1883" y="3137"/>
                    <a:pt x="2705" y="2303"/>
                  </a:cubicBezTo>
                  <a:cubicBezTo>
                    <a:pt x="2966" y="2030"/>
                    <a:pt x="2812" y="1577"/>
                    <a:pt x="2443" y="1518"/>
                  </a:cubicBezTo>
                  <a:lnTo>
                    <a:pt x="1300" y="1351"/>
                  </a:lnTo>
                  <a:cubicBezTo>
                    <a:pt x="1252" y="1351"/>
                    <a:pt x="1216" y="1327"/>
                    <a:pt x="1192" y="1279"/>
                  </a:cubicBezTo>
                  <a:lnTo>
                    <a:pt x="680" y="255"/>
                  </a:lnTo>
                  <a:cubicBezTo>
                    <a:pt x="594" y="76"/>
                    <a:pt x="42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66"/>
            <p:cNvSpPr/>
            <p:nvPr/>
          </p:nvSpPr>
          <p:spPr>
            <a:xfrm>
              <a:off x="2719695" y="3433974"/>
              <a:ext cx="76141" cy="101744"/>
            </a:xfrm>
            <a:custGeom>
              <a:avLst/>
              <a:gdLst/>
              <a:ahLst/>
              <a:cxnLst/>
              <a:rect l="l" t="t" r="r" b="b"/>
              <a:pathLst>
                <a:path w="2394" h="3199" extrusionOk="0">
                  <a:moveTo>
                    <a:pt x="2232" y="0"/>
                  </a:moveTo>
                  <a:cubicBezTo>
                    <a:pt x="2173" y="0"/>
                    <a:pt x="2110" y="39"/>
                    <a:pt x="2084" y="91"/>
                  </a:cubicBezTo>
                  <a:lnTo>
                    <a:pt x="1763" y="757"/>
                  </a:lnTo>
                  <a:cubicBezTo>
                    <a:pt x="1751" y="805"/>
                    <a:pt x="1703" y="817"/>
                    <a:pt x="1655" y="829"/>
                  </a:cubicBezTo>
                  <a:lnTo>
                    <a:pt x="512" y="996"/>
                  </a:lnTo>
                  <a:cubicBezTo>
                    <a:pt x="131" y="1055"/>
                    <a:pt x="0" y="1508"/>
                    <a:pt x="250" y="1758"/>
                  </a:cubicBezTo>
                  <a:cubicBezTo>
                    <a:pt x="1108" y="2603"/>
                    <a:pt x="1132" y="2555"/>
                    <a:pt x="1120" y="2674"/>
                  </a:cubicBezTo>
                  <a:lnTo>
                    <a:pt x="1060" y="3020"/>
                  </a:lnTo>
                  <a:cubicBezTo>
                    <a:pt x="1048" y="3115"/>
                    <a:pt x="1120" y="3198"/>
                    <a:pt x="1203" y="3198"/>
                  </a:cubicBezTo>
                  <a:cubicBezTo>
                    <a:pt x="1286" y="3198"/>
                    <a:pt x="1358" y="3139"/>
                    <a:pt x="1358" y="3067"/>
                  </a:cubicBezTo>
                  <a:lnTo>
                    <a:pt x="1417" y="2722"/>
                  </a:lnTo>
                  <a:cubicBezTo>
                    <a:pt x="1441" y="2579"/>
                    <a:pt x="1382" y="2424"/>
                    <a:pt x="1286" y="2317"/>
                  </a:cubicBezTo>
                  <a:lnTo>
                    <a:pt x="465" y="1519"/>
                  </a:lnTo>
                  <a:cubicBezTo>
                    <a:pt x="393" y="1448"/>
                    <a:pt x="429" y="1305"/>
                    <a:pt x="536" y="1293"/>
                  </a:cubicBezTo>
                  <a:lnTo>
                    <a:pt x="1679" y="1127"/>
                  </a:lnTo>
                  <a:cubicBezTo>
                    <a:pt x="1834" y="1115"/>
                    <a:pt x="1953" y="1007"/>
                    <a:pt x="2025" y="876"/>
                  </a:cubicBezTo>
                  <a:lnTo>
                    <a:pt x="2358" y="210"/>
                  </a:lnTo>
                  <a:cubicBezTo>
                    <a:pt x="2394" y="150"/>
                    <a:pt x="2370" y="55"/>
                    <a:pt x="2298" y="19"/>
                  </a:cubicBezTo>
                  <a:cubicBezTo>
                    <a:pt x="2278" y="6"/>
                    <a:pt x="2256" y="0"/>
                    <a:pt x="22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66"/>
            <p:cNvSpPr/>
            <p:nvPr/>
          </p:nvSpPr>
          <p:spPr>
            <a:xfrm>
              <a:off x="2787472" y="3594366"/>
              <a:ext cx="32600" cy="104543"/>
            </a:xfrm>
            <a:custGeom>
              <a:avLst/>
              <a:gdLst/>
              <a:ahLst/>
              <a:cxnLst/>
              <a:rect l="l" t="t" r="r" b="b"/>
              <a:pathLst>
                <a:path w="1025" h="3287" extrusionOk="0">
                  <a:moveTo>
                    <a:pt x="167" y="1"/>
                  </a:moveTo>
                  <a:cubicBezTo>
                    <a:pt x="72" y="1"/>
                    <a:pt x="1" y="72"/>
                    <a:pt x="1" y="167"/>
                  </a:cubicBezTo>
                  <a:lnTo>
                    <a:pt x="1" y="2787"/>
                  </a:lnTo>
                  <a:cubicBezTo>
                    <a:pt x="1" y="3072"/>
                    <a:pt x="227" y="3287"/>
                    <a:pt x="513" y="3287"/>
                  </a:cubicBezTo>
                  <a:cubicBezTo>
                    <a:pt x="786" y="3287"/>
                    <a:pt x="1013" y="3072"/>
                    <a:pt x="1013" y="2787"/>
                  </a:cubicBezTo>
                  <a:lnTo>
                    <a:pt x="1013" y="2156"/>
                  </a:lnTo>
                  <a:cubicBezTo>
                    <a:pt x="1025" y="2072"/>
                    <a:pt x="953" y="2001"/>
                    <a:pt x="882" y="2001"/>
                  </a:cubicBezTo>
                  <a:cubicBezTo>
                    <a:pt x="786" y="2001"/>
                    <a:pt x="715" y="2072"/>
                    <a:pt x="715" y="2156"/>
                  </a:cubicBezTo>
                  <a:lnTo>
                    <a:pt x="715" y="2787"/>
                  </a:lnTo>
                  <a:cubicBezTo>
                    <a:pt x="715" y="2894"/>
                    <a:pt x="620" y="2977"/>
                    <a:pt x="525" y="2977"/>
                  </a:cubicBezTo>
                  <a:cubicBezTo>
                    <a:pt x="417" y="2977"/>
                    <a:pt x="334" y="2894"/>
                    <a:pt x="334" y="2787"/>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8" name="Google Shape;12358;p66"/>
          <p:cNvGrpSpPr/>
          <p:nvPr/>
        </p:nvGrpSpPr>
        <p:grpSpPr>
          <a:xfrm>
            <a:off x="2212469" y="3184863"/>
            <a:ext cx="282715" cy="338660"/>
            <a:chOff x="2212469" y="3360313"/>
            <a:chExt cx="282715" cy="338660"/>
          </a:xfrm>
        </p:grpSpPr>
        <p:sp>
          <p:nvSpPr>
            <p:cNvPr id="12359" name="Google Shape;12359;p66"/>
            <p:cNvSpPr/>
            <p:nvPr/>
          </p:nvSpPr>
          <p:spPr>
            <a:xfrm>
              <a:off x="2282313" y="3360313"/>
              <a:ext cx="212871" cy="200403"/>
            </a:xfrm>
            <a:custGeom>
              <a:avLst/>
              <a:gdLst/>
              <a:ahLst/>
              <a:cxnLst/>
              <a:rect l="l" t="t" r="r" b="b"/>
              <a:pathLst>
                <a:path w="6693" h="6301" extrusionOk="0">
                  <a:moveTo>
                    <a:pt x="2751" y="2573"/>
                  </a:moveTo>
                  <a:lnTo>
                    <a:pt x="4108" y="3919"/>
                  </a:lnTo>
                  <a:lnTo>
                    <a:pt x="2882" y="5157"/>
                  </a:lnTo>
                  <a:lnTo>
                    <a:pt x="1525" y="3800"/>
                  </a:lnTo>
                  <a:lnTo>
                    <a:pt x="2751" y="2573"/>
                  </a:lnTo>
                  <a:close/>
                  <a:moveTo>
                    <a:pt x="5397" y="0"/>
                  </a:moveTo>
                  <a:cubicBezTo>
                    <a:pt x="5323" y="0"/>
                    <a:pt x="5261" y="55"/>
                    <a:pt x="5239" y="121"/>
                  </a:cubicBezTo>
                  <a:cubicBezTo>
                    <a:pt x="5228" y="216"/>
                    <a:pt x="5287" y="287"/>
                    <a:pt x="5359" y="299"/>
                  </a:cubicBezTo>
                  <a:cubicBezTo>
                    <a:pt x="5775" y="383"/>
                    <a:pt x="5990" y="656"/>
                    <a:pt x="6037" y="692"/>
                  </a:cubicBezTo>
                  <a:cubicBezTo>
                    <a:pt x="6478" y="1133"/>
                    <a:pt x="6478" y="1871"/>
                    <a:pt x="6037" y="2335"/>
                  </a:cubicBezTo>
                  <a:lnTo>
                    <a:pt x="5406" y="2954"/>
                  </a:lnTo>
                  <a:lnTo>
                    <a:pt x="3715" y="1264"/>
                  </a:lnTo>
                  <a:lnTo>
                    <a:pt x="4335" y="633"/>
                  </a:lnTo>
                  <a:cubicBezTo>
                    <a:pt x="4466" y="502"/>
                    <a:pt x="4632" y="395"/>
                    <a:pt x="4823" y="347"/>
                  </a:cubicBezTo>
                  <a:cubicBezTo>
                    <a:pt x="4918" y="323"/>
                    <a:pt x="4966" y="228"/>
                    <a:pt x="4930" y="156"/>
                  </a:cubicBezTo>
                  <a:cubicBezTo>
                    <a:pt x="4910" y="88"/>
                    <a:pt x="4842" y="43"/>
                    <a:pt x="4778" y="43"/>
                  </a:cubicBezTo>
                  <a:cubicBezTo>
                    <a:pt x="4765" y="43"/>
                    <a:pt x="4752" y="45"/>
                    <a:pt x="4739" y="49"/>
                  </a:cubicBezTo>
                  <a:cubicBezTo>
                    <a:pt x="4501" y="133"/>
                    <a:pt x="4287" y="240"/>
                    <a:pt x="4108" y="430"/>
                  </a:cubicBezTo>
                  <a:lnTo>
                    <a:pt x="3489" y="1049"/>
                  </a:lnTo>
                  <a:lnTo>
                    <a:pt x="3180" y="752"/>
                  </a:lnTo>
                  <a:cubicBezTo>
                    <a:pt x="3073" y="651"/>
                    <a:pt x="2933" y="600"/>
                    <a:pt x="2794" y="600"/>
                  </a:cubicBezTo>
                  <a:cubicBezTo>
                    <a:pt x="2656" y="600"/>
                    <a:pt x="2519" y="651"/>
                    <a:pt x="2418" y="752"/>
                  </a:cubicBezTo>
                  <a:lnTo>
                    <a:pt x="2049" y="1121"/>
                  </a:lnTo>
                  <a:cubicBezTo>
                    <a:pt x="1834" y="1335"/>
                    <a:pt x="1834" y="1680"/>
                    <a:pt x="2049" y="1883"/>
                  </a:cubicBezTo>
                  <a:lnTo>
                    <a:pt x="2525" y="2359"/>
                  </a:lnTo>
                  <a:lnTo>
                    <a:pt x="60" y="4812"/>
                  </a:lnTo>
                  <a:cubicBezTo>
                    <a:pt x="1" y="4871"/>
                    <a:pt x="1" y="4978"/>
                    <a:pt x="60" y="5038"/>
                  </a:cubicBezTo>
                  <a:cubicBezTo>
                    <a:pt x="90" y="5068"/>
                    <a:pt x="132" y="5083"/>
                    <a:pt x="173" y="5083"/>
                  </a:cubicBezTo>
                  <a:cubicBezTo>
                    <a:pt x="215" y="5083"/>
                    <a:pt x="257" y="5068"/>
                    <a:pt x="286" y="5038"/>
                  </a:cubicBezTo>
                  <a:lnTo>
                    <a:pt x="1287" y="4038"/>
                  </a:lnTo>
                  <a:lnTo>
                    <a:pt x="2644" y="5395"/>
                  </a:lnTo>
                  <a:lnTo>
                    <a:pt x="2001" y="6038"/>
                  </a:lnTo>
                  <a:cubicBezTo>
                    <a:pt x="1894" y="6145"/>
                    <a:pt x="1965" y="6300"/>
                    <a:pt x="2120" y="6300"/>
                  </a:cubicBezTo>
                  <a:cubicBezTo>
                    <a:pt x="2123" y="6300"/>
                    <a:pt x="2125" y="6300"/>
                    <a:pt x="2127" y="6300"/>
                  </a:cubicBezTo>
                  <a:cubicBezTo>
                    <a:pt x="2236" y="6300"/>
                    <a:pt x="2191" y="6277"/>
                    <a:pt x="4370" y="4133"/>
                  </a:cubicBezTo>
                  <a:cubicBezTo>
                    <a:pt x="4454" y="4133"/>
                    <a:pt x="4525" y="4062"/>
                    <a:pt x="4525" y="3966"/>
                  </a:cubicBezTo>
                  <a:cubicBezTo>
                    <a:pt x="4525" y="3859"/>
                    <a:pt x="4442" y="3835"/>
                    <a:pt x="4335" y="3716"/>
                  </a:cubicBezTo>
                  <a:lnTo>
                    <a:pt x="2977" y="2359"/>
                  </a:lnTo>
                  <a:lnTo>
                    <a:pt x="2287" y="1657"/>
                  </a:lnTo>
                  <a:cubicBezTo>
                    <a:pt x="2191" y="1573"/>
                    <a:pt x="2191" y="1430"/>
                    <a:pt x="2287" y="1347"/>
                  </a:cubicBezTo>
                  <a:lnTo>
                    <a:pt x="2656" y="978"/>
                  </a:lnTo>
                  <a:cubicBezTo>
                    <a:pt x="2697" y="930"/>
                    <a:pt x="2754" y="906"/>
                    <a:pt x="2811" y="906"/>
                  </a:cubicBezTo>
                  <a:cubicBezTo>
                    <a:pt x="2867" y="906"/>
                    <a:pt x="2924" y="930"/>
                    <a:pt x="2965" y="978"/>
                  </a:cubicBezTo>
                  <a:lnTo>
                    <a:pt x="5716" y="3728"/>
                  </a:lnTo>
                  <a:cubicBezTo>
                    <a:pt x="5811" y="3812"/>
                    <a:pt x="5811" y="3954"/>
                    <a:pt x="5716" y="4038"/>
                  </a:cubicBezTo>
                  <a:lnTo>
                    <a:pt x="5347" y="4407"/>
                  </a:lnTo>
                  <a:cubicBezTo>
                    <a:pt x="5305" y="4455"/>
                    <a:pt x="5248" y="4478"/>
                    <a:pt x="5192" y="4478"/>
                  </a:cubicBezTo>
                  <a:cubicBezTo>
                    <a:pt x="5135" y="4478"/>
                    <a:pt x="5079" y="4455"/>
                    <a:pt x="5037" y="4407"/>
                  </a:cubicBezTo>
                  <a:lnTo>
                    <a:pt x="4918" y="4288"/>
                  </a:lnTo>
                  <a:cubicBezTo>
                    <a:pt x="4888" y="4258"/>
                    <a:pt x="4847" y="4243"/>
                    <a:pt x="4805" y="4243"/>
                  </a:cubicBezTo>
                  <a:cubicBezTo>
                    <a:pt x="4763" y="4243"/>
                    <a:pt x="4722" y="4258"/>
                    <a:pt x="4692" y="4288"/>
                  </a:cubicBezTo>
                  <a:cubicBezTo>
                    <a:pt x="4632" y="4347"/>
                    <a:pt x="4632" y="4455"/>
                    <a:pt x="4692" y="4514"/>
                  </a:cubicBezTo>
                  <a:lnTo>
                    <a:pt x="4811" y="4633"/>
                  </a:lnTo>
                  <a:cubicBezTo>
                    <a:pt x="4918" y="4740"/>
                    <a:pt x="5055" y="4794"/>
                    <a:pt x="5192" y="4794"/>
                  </a:cubicBezTo>
                  <a:cubicBezTo>
                    <a:pt x="5329" y="4794"/>
                    <a:pt x="5466" y="4740"/>
                    <a:pt x="5573" y="4633"/>
                  </a:cubicBezTo>
                  <a:lnTo>
                    <a:pt x="5942" y="4264"/>
                  </a:lnTo>
                  <a:cubicBezTo>
                    <a:pt x="6156" y="4050"/>
                    <a:pt x="6156" y="3716"/>
                    <a:pt x="5942" y="3502"/>
                  </a:cubicBezTo>
                  <a:lnTo>
                    <a:pt x="5644" y="3204"/>
                  </a:lnTo>
                  <a:lnTo>
                    <a:pt x="6275" y="2585"/>
                  </a:lnTo>
                  <a:cubicBezTo>
                    <a:pt x="6537" y="2300"/>
                    <a:pt x="6692" y="1930"/>
                    <a:pt x="6692" y="1526"/>
                  </a:cubicBezTo>
                  <a:cubicBezTo>
                    <a:pt x="6692" y="823"/>
                    <a:pt x="6216" y="454"/>
                    <a:pt x="6180" y="406"/>
                  </a:cubicBezTo>
                  <a:cubicBezTo>
                    <a:pt x="5978" y="204"/>
                    <a:pt x="5704" y="73"/>
                    <a:pt x="5418" y="2"/>
                  </a:cubicBezTo>
                  <a:cubicBezTo>
                    <a:pt x="5411" y="1"/>
                    <a:pt x="5404" y="0"/>
                    <a:pt x="5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66"/>
            <p:cNvSpPr/>
            <p:nvPr/>
          </p:nvSpPr>
          <p:spPr>
            <a:xfrm>
              <a:off x="2234987" y="3526304"/>
              <a:ext cx="106070" cy="94143"/>
            </a:xfrm>
            <a:custGeom>
              <a:avLst/>
              <a:gdLst/>
              <a:ahLst/>
              <a:cxnLst/>
              <a:rect l="l" t="t" r="r" b="b"/>
              <a:pathLst>
                <a:path w="3335" h="2960" extrusionOk="0">
                  <a:moveTo>
                    <a:pt x="1245" y="1"/>
                  </a:moveTo>
                  <a:cubicBezTo>
                    <a:pt x="1203" y="1"/>
                    <a:pt x="1161" y="15"/>
                    <a:pt x="1132" y="45"/>
                  </a:cubicBezTo>
                  <a:cubicBezTo>
                    <a:pt x="1120" y="57"/>
                    <a:pt x="620" y="462"/>
                    <a:pt x="739" y="1152"/>
                  </a:cubicBezTo>
                  <a:lnTo>
                    <a:pt x="227" y="1664"/>
                  </a:lnTo>
                  <a:cubicBezTo>
                    <a:pt x="84" y="1807"/>
                    <a:pt x="0" y="2010"/>
                    <a:pt x="0" y="2200"/>
                  </a:cubicBezTo>
                  <a:cubicBezTo>
                    <a:pt x="0" y="2659"/>
                    <a:pt x="376" y="2960"/>
                    <a:pt x="766" y="2960"/>
                  </a:cubicBezTo>
                  <a:cubicBezTo>
                    <a:pt x="953" y="2960"/>
                    <a:pt x="1144" y="2890"/>
                    <a:pt x="1298" y="2736"/>
                  </a:cubicBezTo>
                  <a:lnTo>
                    <a:pt x="1810" y="2236"/>
                  </a:lnTo>
                  <a:cubicBezTo>
                    <a:pt x="1868" y="2243"/>
                    <a:pt x="1926" y="2247"/>
                    <a:pt x="1984" y="2247"/>
                  </a:cubicBezTo>
                  <a:cubicBezTo>
                    <a:pt x="2308" y="2247"/>
                    <a:pt x="2626" y="2133"/>
                    <a:pt x="2858" y="1891"/>
                  </a:cubicBezTo>
                  <a:lnTo>
                    <a:pt x="3275" y="1474"/>
                  </a:lnTo>
                  <a:cubicBezTo>
                    <a:pt x="3334" y="1414"/>
                    <a:pt x="3334" y="1307"/>
                    <a:pt x="3275" y="1248"/>
                  </a:cubicBezTo>
                  <a:cubicBezTo>
                    <a:pt x="3245" y="1218"/>
                    <a:pt x="3206" y="1203"/>
                    <a:pt x="3168" y="1203"/>
                  </a:cubicBezTo>
                  <a:cubicBezTo>
                    <a:pt x="3129" y="1203"/>
                    <a:pt x="3090" y="1218"/>
                    <a:pt x="3060" y="1248"/>
                  </a:cubicBezTo>
                  <a:lnTo>
                    <a:pt x="2644" y="1664"/>
                  </a:lnTo>
                  <a:cubicBezTo>
                    <a:pt x="2464" y="1844"/>
                    <a:pt x="2237" y="1929"/>
                    <a:pt x="2008" y="1929"/>
                  </a:cubicBezTo>
                  <a:cubicBezTo>
                    <a:pt x="1934" y="1929"/>
                    <a:pt x="1859" y="1920"/>
                    <a:pt x="1786" y="1903"/>
                  </a:cubicBezTo>
                  <a:cubicBezTo>
                    <a:pt x="1772" y="1900"/>
                    <a:pt x="1760" y="1898"/>
                    <a:pt x="1748" y="1898"/>
                  </a:cubicBezTo>
                  <a:cubicBezTo>
                    <a:pt x="1709" y="1898"/>
                    <a:pt x="1680" y="1914"/>
                    <a:pt x="1644" y="1950"/>
                  </a:cubicBezTo>
                  <a:lnTo>
                    <a:pt x="1072" y="2510"/>
                  </a:lnTo>
                  <a:cubicBezTo>
                    <a:pt x="989" y="2605"/>
                    <a:pt x="882" y="2641"/>
                    <a:pt x="762" y="2641"/>
                  </a:cubicBezTo>
                  <a:cubicBezTo>
                    <a:pt x="358" y="2641"/>
                    <a:pt x="167" y="2164"/>
                    <a:pt x="453" y="1891"/>
                  </a:cubicBezTo>
                  <a:lnTo>
                    <a:pt x="1012" y="1319"/>
                  </a:lnTo>
                  <a:cubicBezTo>
                    <a:pt x="1060" y="1283"/>
                    <a:pt x="1072" y="1236"/>
                    <a:pt x="1060" y="1176"/>
                  </a:cubicBezTo>
                  <a:cubicBezTo>
                    <a:pt x="929" y="605"/>
                    <a:pt x="1358" y="283"/>
                    <a:pt x="1358" y="259"/>
                  </a:cubicBezTo>
                  <a:cubicBezTo>
                    <a:pt x="1417" y="200"/>
                    <a:pt x="1417" y="105"/>
                    <a:pt x="1358" y="45"/>
                  </a:cubicBezTo>
                  <a:cubicBezTo>
                    <a:pt x="1328" y="15"/>
                    <a:pt x="1286" y="1"/>
                    <a:pt x="1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66"/>
            <p:cNvSpPr/>
            <p:nvPr/>
          </p:nvSpPr>
          <p:spPr>
            <a:xfrm>
              <a:off x="2212469" y="3622386"/>
              <a:ext cx="61924" cy="76586"/>
            </a:xfrm>
            <a:custGeom>
              <a:avLst/>
              <a:gdLst/>
              <a:ahLst/>
              <a:cxnLst/>
              <a:rect l="l" t="t" r="r" b="b"/>
              <a:pathLst>
                <a:path w="1947" h="2408" extrusionOk="0">
                  <a:moveTo>
                    <a:pt x="982" y="322"/>
                  </a:moveTo>
                  <a:lnTo>
                    <a:pt x="1447" y="1382"/>
                  </a:lnTo>
                  <a:cubicBezTo>
                    <a:pt x="1566" y="1680"/>
                    <a:pt x="1387" y="2084"/>
                    <a:pt x="970" y="2084"/>
                  </a:cubicBezTo>
                  <a:cubicBezTo>
                    <a:pt x="589" y="2084"/>
                    <a:pt x="387" y="1691"/>
                    <a:pt x="518" y="1382"/>
                  </a:cubicBezTo>
                  <a:lnTo>
                    <a:pt x="982" y="322"/>
                  </a:lnTo>
                  <a:close/>
                  <a:moveTo>
                    <a:pt x="975" y="1"/>
                  </a:moveTo>
                  <a:cubicBezTo>
                    <a:pt x="863" y="1"/>
                    <a:pt x="750" y="60"/>
                    <a:pt x="697" y="179"/>
                  </a:cubicBezTo>
                  <a:lnTo>
                    <a:pt x="220" y="1263"/>
                  </a:lnTo>
                  <a:cubicBezTo>
                    <a:pt x="0" y="1773"/>
                    <a:pt x="333" y="2407"/>
                    <a:pt x="977" y="2407"/>
                  </a:cubicBezTo>
                  <a:cubicBezTo>
                    <a:pt x="994" y="2407"/>
                    <a:pt x="1012" y="2407"/>
                    <a:pt x="1030" y="2406"/>
                  </a:cubicBezTo>
                  <a:cubicBezTo>
                    <a:pt x="1601" y="2382"/>
                    <a:pt x="1947" y="1775"/>
                    <a:pt x="1720" y="1263"/>
                  </a:cubicBezTo>
                  <a:lnTo>
                    <a:pt x="1244" y="179"/>
                  </a:lnTo>
                  <a:cubicBezTo>
                    <a:pt x="1197" y="60"/>
                    <a:pt x="1086" y="1"/>
                    <a:pt x="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62" name="Google Shape;12362;p66"/>
          <p:cNvGrpSpPr/>
          <p:nvPr/>
        </p:nvGrpSpPr>
        <p:grpSpPr>
          <a:xfrm>
            <a:off x="1768821" y="3185658"/>
            <a:ext cx="278739" cy="339073"/>
            <a:chOff x="1768821" y="3361108"/>
            <a:chExt cx="278739" cy="339073"/>
          </a:xfrm>
        </p:grpSpPr>
        <p:sp>
          <p:nvSpPr>
            <p:cNvPr id="12363" name="Google Shape;12363;p66"/>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66"/>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66"/>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66"/>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66"/>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66"/>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66"/>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66"/>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1" name="Google Shape;12371;p66"/>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2" name="Google Shape;12372;p66"/>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66"/>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4" name="Google Shape;12374;p66"/>
          <p:cNvGrpSpPr/>
          <p:nvPr/>
        </p:nvGrpSpPr>
        <p:grpSpPr>
          <a:xfrm>
            <a:off x="5337883" y="3161423"/>
            <a:ext cx="307141" cy="376826"/>
            <a:chOff x="5337883" y="3336873"/>
            <a:chExt cx="307141" cy="376826"/>
          </a:xfrm>
        </p:grpSpPr>
        <p:sp>
          <p:nvSpPr>
            <p:cNvPr id="12375" name="Google Shape;12375;p66"/>
            <p:cNvSpPr/>
            <p:nvPr/>
          </p:nvSpPr>
          <p:spPr>
            <a:xfrm>
              <a:off x="5405659" y="3336873"/>
              <a:ext cx="223844" cy="125375"/>
            </a:xfrm>
            <a:custGeom>
              <a:avLst/>
              <a:gdLst/>
              <a:ahLst/>
              <a:cxnLst/>
              <a:rect l="l" t="t" r="r" b="b"/>
              <a:pathLst>
                <a:path w="7038" h="3942" extrusionOk="0">
                  <a:moveTo>
                    <a:pt x="2882" y="346"/>
                  </a:moveTo>
                  <a:lnTo>
                    <a:pt x="2882" y="679"/>
                  </a:lnTo>
                  <a:lnTo>
                    <a:pt x="2429" y="679"/>
                  </a:lnTo>
                  <a:lnTo>
                    <a:pt x="2429" y="346"/>
                  </a:lnTo>
                  <a:close/>
                  <a:moveTo>
                    <a:pt x="3501" y="1036"/>
                  </a:moveTo>
                  <a:lnTo>
                    <a:pt x="3501" y="1227"/>
                  </a:lnTo>
                  <a:lnTo>
                    <a:pt x="3513" y="1227"/>
                  </a:lnTo>
                  <a:lnTo>
                    <a:pt x="3513" y="1405"/>
                  </a:lnTo>
                  <a:lnTo>
                    <a:pt x="1798" y="1405"/>
                  </a:lnTo>
                  <a:lnTo>
                    <a:pt x="1798" y="1227"/>
                  </a:lnTo>
                  <a:lnTo>
                    <a:pt x="1798" y="1036"/>
                  </a:lnTo>
                  <a:close/>
                  <a:moveTo>
                    <a:pt x="2334" y="0"/>
                  </a:moveTo>
                  <a:cubicBezTo>
                    <a:pt x="2191" y="0"/>
                    <a:pt x="2072" y="119"/>
                    <a:pt x="2072" y="274"/>
                  </a:cubicBezTo>
                  <a:lnTo>
                    <a:pt x="2072" y="703"/>
                  </a:lnTo>
                  <a:lnTo>
                    <a:pt x="1691" y="703"/>
                  </a:lnTo>
                  <a:cubicBezTo>
                    <a:pt x="1560" y="703"/>
                    <a:pt x="1441" y="810"/>
                    <a:pt x="1441" y="953"/>
                  </a:cubicBezTo>
                  <a:lnTo>
                    <a:pt x="1441" y="1060"/>
                  </a:lnTo>
                  <a:lnTo>
                    <a:pt x="179" y="1060"/>
                  </a:lnTo>
                  <a:cubicBezTo>
                    <a:pt x="84" y="1060"/>
                    <a:pt x="0" y="1132"/>
                    <a:pt x="0" y="1239"/>
                  </a:cubicBezTo>
                  <a:cubicBezTo>
                    <a:pt x="0" y="1346"/>
                    <a:pt x="72" y="1417"/>
                    <a:pt x="179" y="1417"/>
                  </a:cubicBezTo>
                  <a:lnTo>
                    <a:pt x="1441" y="1417"/>
                  </a:lnTo>
                  <a:lnTo>
                    <a:pt x="1441" y="1524"/>
                  </a:lnTo>
                  <a:cubicBezTo>
                    <a:pt x="1441" y="1655"/>
                    <a:pt x="1548" y="1774"/>
                    <a:pt x="1691" y="1774"/>
                  </a:cubicBezTo>
                  <a:lnTo>
                    <a:pt x="3596" y="1774"/>
                  </a:lnTo>
                  <a:cubicBezTo>
                    <a:pt x="3739" y="1774"/>
                    <a:pt x="3858" y="1667"/>
                    <a:pt x="3858" y="1524"/>
                  </a:cubicBezTo>
                  <a:lnTo>
                    <a:pt x="3858" y="1417"/>
                  </a:lnTo>
                  <a:lnTo>
                    <a:pt x="6680" y="1417"/>
                  </a:lnTo>
                  <a:lnTo>
                    <a:pt x="6680" y="3763"/>
                  </a:lnTo>
                  <a:cubicBezTo>
                    <a:pt x="6680" y="3858"/>
                    <a:pt x="6751" y="3941"/>
                    <a:pt x="6858" y="3941"/>
                  </a:cubicBezTo>
                  <a:cubicBezTo>
                    <a:pt x="6954" y="3941"/>
                    <a:pt x="7037" y="3870"/>
                    <a:pt x="7037" y="3763"/>
                  </a:cubicBezTo>
                  <a:lnTo>
                    <a:pt x="7037" y="1417"/>
                  </a:lnTo>
                  <a:cubicBezTo>
                    <a:pt x="7025" y="1191"/>
                    <a:pt x="6870" y="1048"/>
                    <a:pt x="6680" y="1048"/>
                  </a:cubicBezTo>
                  <a:lnTo>
                    <a:pt x="3858" y="1048"/>
                  </a:lnTo>
                  <a:lnTo>
                    <a:pt x="3858" y="941"/>
                  </a:lnTo>
                  <a:cubicBezTo>
                    <a:pt x="3858" y="810"/>
                    <a:pt x="3751" y="679"/>
                    <a:pt x="3596" y="679"/>
                  </a:cubicBezTo>
                  <a:lnTo>
                    <a:pt x="3227" y="679"/>
                  </a:lnTo>
                  <a:lnTo>
                    <a:pt x="3227" y="274"/>
                  </a:lnTo>
                  <a:cubicBezTo>
                    <a:pt x="3227" y="119"/>
                    <a:pt x="310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66"/>
            <p:cNvSpPr/>
            <p:nvPr/>
          </p:nvSpPr>
          <p:spPr>
            <a:xfrm>
              <a:off x="5337883" y="3369060"/>
              <a:ext cx="307141" cy="344639"/>
            </a:xfrm>
            <a:custGeom>
              <a:avLst/>
              <a:gdLst/>
              <a:ahLst/>
              <a:cxnLst/>
              <a:rect l="l" t="t" r="r" b="b"/>
              <a:pathLst>
                <a:path w="9657" h="10836" extrusionOk="0">
                  <a:moveTo>
                    <a:pt x="5811" y="1774"/>
                  </a:moveTo>
                  <a:lnTo>
                    <a:pt x="6370" y="2572"/>
                  </a:lnTo>
                  <a:lnTo>
                    <a:pt x="6144" y="2453"/>
                  </a:lnTo>
                  <a:cubicBezTo>
                    <a:pt x="6119" y="2445"/>
                    <a:pt x="6087" y="2436"/>
                    <a:pt x="6054" y="2436"/>
                  </a:cubicBezTo>
                  <a:cubicBezTo>
                    <a:pt x="6041" y="2436"/>
                    <a:pt x="6027" y="2438"/>
                    <a:pt x="6013" y="2441"/>
                  </a:cubicBezTo>
                  <a:cubicBezTo>
                    <a:pt x="5965" y="2453"/>
                    <a:pt x="5941" y="2489"/>
                    <a:pt x="5906" y="2536"/>
                  </a:cubicBezTo>
                  <a:lnTo>
                    <a:pt x="5775" y="2798"/>
                  </a:lnTo>
                  <a:lnTo>
                    <a:pt x="5596" y="2548"/>
                  </a:lnTo>
                  <a:cubicBezTo>
                    <a:pt x="5560" y="2501"/>
                    <a:pt x="5501" y="2465"/>
                    <a:pt x="5465" y="2465"/>
                  </a:cubicBezTo>
                  <a:cubicBezTo>
                    <a:pt x="5441" y="2465"/>
                    <a:pt x="5430" y="2465"/>
                    <a:pt x="5406" y="2489"/>
                  </a:cubicBezTo>
                  <a:lnTo>
                    <a:pt x="5203" y="2548"/>
                  </a:lnTo>
                  <a:lnTo>
                    <a:pt x="5811" y="1774"/>
                  </a:lnTo>
                  <a:close/>
                  <a:moveTo>
                    <a:pt x="2870" y="3346"/>
                  </a:moveTo>
                  <a:lnTo>
                    <a:pt x="3179" y="3787"/>
                  </a:lnTo>
                  <a:lnTo>
                    <a:pt x="2905" y="4049"/>
                  </a:lnTo>
                  <a:lnTo>
                    <a:pt x="2798" y="3906"/>
                  </a:lnTo>
                  <a:cubicBezTo>
                    <a:pt x="2763" y="3858"/>
                    <a:pt x="2703" y="3822"/>
                    <a:pt x="2643" y="3822"/>
                  </a:cubicBezTo>
                  <a:lnTo>
                    <a:pt x="2620" y="3822"/>
                  </a:lnTo>
                  <a:lnTo>
                    <a:pt x="2453" y="3858"/>
                  </a:lnTo>
                  <a:lnTo>
                    <a:pt x="2501" y="3822"/>
                  </a:lnTo>
                  <a:lnTo>
                    <a:pt x="2870" y="3346"/>
                  </a:lnTo>
                  <a:close/>
                  <a:moveTo>
                    <a:pt x="6084" y="2870"/>
                  </a:moveTo>
                  <a:lnTo>
                    <a:pt x="6763" y="3227"/>
                  </a:lnTo>
                  <a:lnTo>
                    <a:pt x="7870" y="4811"/>
                  </a:lnTo>
                  <a:lnTo>
                    <a:pt x="1679" y="4811"/>
                  </a:lnTo>
                  <a:lnTo>
                    <a:pt x="2143" y="4275"/>
                  </a:lnTo>
                  <a:lnTo>
                    <a:pt x="2572" y="4203"/>
                  </a:lnTo>
                  <a:lnTo>
                    <a:pt x="2727" y="4418"/>
                  </a:lnTo>
                  <a:cubicBezTo>
                    <a:pt x="2751" y="4465"/>
                    <a:pt x="2798" y="4501"/>
                    <a:pt x="2846" y="4501"/>
                  </a:cubicBezTo>
                  <a:lnTo>
                    <a:pt x="2858" y="4501"/>
                  </a:lnTo>
                  <a:cubicBezTo>
                    <a:pt x="2905" y="4501"/>
                    <a:pt x="2941" y="4477"/>
                    <a:pt x="2977" y="4453"/>
                  </a:cubicBezTo>
                  <a:lnTo>
                    <a:pt x="3358" y="4084"/>
                  </a:lnTo>
                  <a:lnTo>
                    <a:pt x="3525" y="4322"/>
                  </a:lnTo>
                  <a:cubicBezTo>
                    <a:pt x="3560" y="4358"/>
                    <a:pt x="3620" y="4394"/>
                    <a:pt x="3655" y="4394"/>
                  </a:cubicBezTo>
                  <a:cubicBezTo>
                    <a:pt x="3727" y="4394"/>
                    <a:pt x="3763" y="4358"/>
                    <a:pt x="3798" y="4334"/>
                  </a:cubicBezTo>
                  <a:lnTo>
                    <a:pt x="4798" y="3048"/>
                  </a:lnTo>
                  <a:lnTo>
                    <a:pt x="5346" y="2870"/>
                  </a:lnTo>
                  <a:lnTo>
                    <a:pt x="5632" y="3263"/>
                  </a:lnTo>
                  <a:cubicBezTo>
                    <a:pt x="5656" y="3310"/>
                    <a:pt x="5715" y="3334"/>
                    <a:pt x="5763" y="3334"/>
                  </a:cubicBezTo>
                  <a:lnTo>
                    <a:pt x="5775" y="3334"/>
                  </a:lnTo>
                  <a:cubicBezTo>
                    <a:pt x="5834" y="3334"/>
                    <a:pt x="5894" y="3287"/>
                    <a:pt x="5906" y="3227"/>
                  </a:cubicBezTo>
                  <a:lnTo>
                    <a:pt x="6084" y="2870"/>
                  </a:lnTo>
                  <a:close/>
                  <a:moveTo>
                    <a:pt x="8811" y="5132"/>
                  </a:moveTo>
                  <a:lnTo>
                    <a:pt x="8811" y="5537"/>
                  </a:lnTo>
                  <a:lnTo>
                    <a:pt x="750" y="5537"/>
                  </a:lnTo>
                  <a:lnTo>
                    <a:pt x="750" y="5132"/>
                  </a:lnTo>
                  <a:close/>
                  <a:moveTo>
                    <a:pt x="9263" y="5882"/>
                  </a:moveTo>
                  <a:lnTo>
                    <a:pt x="9263" y="6239"/>
                  </a:lnTo>
                  <a:lnTo>
                    <a:pt x="298" y="6239"/>
                  </a:lnTo>
                  <a:lnTo>
                    <a:pt x="298" y="5882"/>
                  </a:lnTo>
                  <a:close/>
                  <a:moveTo>
                    <a:pt x="4239" y="6597"/>
                  </a:moveTo>
                  <a:lnTo>
                    <a:pt x="4239" y="7620"/>
                  </a:lnTo>
                  <a:lnTo>
                    <a:pt x="3167" y="7620"/>
                  </a:lnTo>
                  <a:lnTo>
                    <a:pt x="3465" y="6597"/>
                  </a:lnTo>
                  <a:close/>
                  <a:moveTo>
                    <a:pt x="6084" y="6597"/>
                  </a:moveTo>
                  <a:lnTo>
                    <a:pt x="6382" y="7620"/>
                  </a:lnTo>
                  <a:lnTo>
                    <a:pt x="5310" y="7620"/>
                  </a:lnTo>
                  <a:lnTo>
                    <a:pt x="5310" y="6597"/>
                  </a:lnTo>
                  <a:close/>
                  <a:moveTo>
                    <a:pt x="4941" y="6597"/>
                  </a:moveTo>
                  <a:lnTo>
                    <a:pt x="4941" y="9466"/>
                  </a:lnTo>
                  <a:lnTo>
                    <a:pt x="4953" y="9466"/>
                  </a:lnTo>
                  <a:lnTo>
                    <a:pt x="4596" y="9478"/>
                  </a:lnTo>
                  <a:cubicBezTo>
                    <a:pt x="4596" y="9478"/>
                    <a:pt x="4584" y="9478"/>
                    <a:pt x="4584" y="9466"/>
                  </a:cubicBezTo>
                  <a:lnTo>
                    <a:pt x="4584" y="6597"/>
                  </a:lnTo>
                  <a:close/>
                  <a:moveTo>
                    <a:pt x="3132" y="6585"/>
                  </a:moveTo>
                  <a:lnTo>
                    <a:pt x="1965" y="10514"/>
                  </a:lnTo>
                  <a:lnTo>
                    <a:pt x="1584" y="10514"/>
                  </a:lnTo>
                  <a:lnTo>
                    <a:pt x="1584" y="10490"/>
                  </a:lnTo>
                  <a:lnTo>
                    <a:pt x="2727" y="6585"/>
                  </a:lnTo>
                  <a:close/>
                  <a:moveTo>
                    <a:pt x="6846" y="6597"/>
                  </a:moveTo>
                  <a:lnTo>
                    <a:pt x="7989" y="10514"/>
                  </a:lnTo>
                  <a:lnTo>
                    <a:pt x="7608" y="10526"/>
                  </a:lnTo>
                  <a:lnTo>
                    <a:pt x="7596" y="10526"/>
                  </a:lnTo>
                  <a:lnTo>
                    <a:pt x="6442" y="6597"/>
                  </a:lnTo>
                  <a:close/>
                  <a:moveTo>
                    <a:pt x="786" y="0"/>
                  </a:moveTo>
                  <a:cubicBezTo>
                    <a:pt x="596" y="0"/>
                    <a:pt x="453" y="143"/>
                    <a:pt x="453" y="346"/>
                  </a:cubicBezTo>
                  <a:lnTo>
                    <a:pt x="453" y="5501"/>
                  </a:lnTo>
                  <a:lnTo>
                    <a:pt x="298" y="5501"/>
                  </a:lnTo>
                  <a:cubicBezTo>
                    <a:pt x="131" y="5501"/>
                    <a:pt x="0" y="5644"/>
                    <a:pt x="0" y="5799"/>
                  </a:cubicBezTo>
                  <a:lnTo>
                    <a:pt x="0" y="6251"/>
                  </a:lnTo>
                  <a:cubicBezTo>
                    <a:pt x="0" y="6418"/>
                    <a:pt x="131" y="6549"/>
                    <a:pt x="298" y="6549"/>
                  </a:cubicBezTo>
                  <a:lnTo>
                    <a:pt x="2393" y="6549"/>
                  </a:lnTo>
                  <a:lnTo>
                    <a:pt x="1286" y="10371"/>
                  </a:lnTo>
                  <a:cubicBezTo>
                    <a:pt x="1250" y="10478"/>
                    <a:pt x="1262" y="10597"/>
                    <a:pt x="1346" y="10680"/>
                  </a:cubicBezTo>
                  <a:cubicBezTo>
                    <a:pt x="1417" y="10776"/>
                    <a:pt x="1524" y="10835"/>
                    <a:pt x="1620" y="10835"/>
                  </a:cubicBezTo>
                  <a:lnTo>
                    <a:pt x="2012" y="10835"/>
                  </a:lnTo>
                  <a:cubicBezTo>
                    <a:pt x="2179" y="10835"/>
                    <a:pt x="2310" y="10728"/>
                    <a:pt x="2358" y="10585"/>
                  </a:cubicBezTo>
                  <a:lnTo>
                    <a:pt x="3132" y="7930"/>
                  </a:lnTo>
                  <a:lnTo>
                    <a:pt x="4298" y="7930"/>
                  </a:lnTo>
                  <a:lnTo>
                    <a:pt x="4298" y="9430"/>
                  </a:lnTo>
                  <a:cubicBezTo>
                    <a:pt x="4298" y="9633"/>
                    <a:pt x="4465" y="9787"/>
                    <a:pt x="4656" y="9787"/>
                  </a:cubicBezTo>
                  <a:lnTo>
                    <a:pt x="5001" y="9787"/>
                  </a:lnTo>
                  <a:cubicBezTo>
                    <a:pt x="5191" y="9787"/>
                    <a:pt x="5358" y="9633"/>
                    <a:pt x="5358" y="9430"/>
                  </a:cubicBezTo>
                  <a:lnTo>
                    <a:pt x="5358" y="7930"/>
                  </a:lnTo>
                  <a:lnTo>
                    <a:pt x="6537" y="7930"/>
                  </a:lnTo>
                  <a:lnTo>
                    <a:pt x="7311" y="10585"/>
                  </a:lnTo>
                  <a:cubicBezTo>
                    <a:pt x="7358" y="10728"/>
                    <a:pt x="7489" y="10835"/>
                    <a:pt x="7656" y="10835"/>
                  </a:cubicBezTo>
                  <a:lnTo>
                    <a:pt x="8037" y="10835"/>
                  </a:lnTo>
                  <a:cubicBezTo>
                    <a:pt x="8156" y="10835"/>
                    <a:pt x="8263" y="10787"/>
                    <a:pt x="8323" y="10680"/>
                  </a:cubicBezTo>
                  <a:cubicBezTo>
                    <a:pt x="8394" y="10597"/>
                    <a:pt x="8406" y="10478"/>
                    <a:pt x="8382" y="10371"/>
                  </a:cubicBezTo>
                  <a:lnTo>
                    <a:pt x="7263" y="6549"/>
                  </a:lnTo>
                  <a:lnTo>
                    <a:pt x="9359" y="6549"/>
                  </a:lnTo>
                  <a:cubicBezTo>
                    <a:pt x="9525" y="6549"/>
                    <a:pt x="9656" y="6418"/>
                    <a:pt x="9656" y="6251"/>
                  </a:cubicBezTo>
                  <a:lnTo>
                    <a:pt x="9656" y="5799"/>
                  </a:lnTo>
                  <a:cubicBezTo>
                    <a:pt x="9621" y="5668"/>
                    <a:pt x="9478" y="5537"/>
                    <a:pt x="9323" y="5537"/>
                  </a:cubicBezTo>
                  <a:lnTo>
                    <a:pt x="9168" y="5537"/>
                  </a:lnTo>
                  <a:lnTo>
                    <a:pt x="9168" y="3525"/>
                  </a:lnTo>
                  <a:cubicBezTo>
                    <a:pt x="9168" y="3441"/>
                    <a:pt x="9097" y="3346"/>
                    <a:pt x="8989" y="3346"/>
                  </a:cubicBezTo>
                  <a:cubicBezTo>
                    <a:pt x="8882" y="3346"/>
                    <a:pt x="8811" y="3429"/>
                    <a:pt x="8811" y="3525"/>
                  </a:cubicBezTo>
                  <a:lnTo>
                    <a:pt x="8811" y="4775"/>
                  </a:lnTo>
                  <a:lnTo>
                    <a:pt x="8370" y="4775"/>
                  </a:lnTo>
                  <a:lnTo>
                    <a:pt x="7084" y="2965"/>
                  </a:lnTo>
                  <a:lnTo>
                    <a:pt x="5965" y="1370"/>
                  </a:lnTo>
                  <a:cubicBezTo>
                    <a:pt x="5941" y="1322"/>
                    <a:pt x="5882" y="1298"/>
                    <a:pt x="5834" y="1298"/>
                  </a:cubicBezTo>
                  <a:cubicBezTo>
                    <a:pt x="5775" y="1298"/>
                    <a:pt x="5727" y="1322"/>
                    <a:pt x="5703" y="1358"/>
                  </a:cubicBezTo>
                  <a:lnTo>
                    <a:pt x="3727" y="3906"/>
                  </a:lnTo>
                  <a:lnTo>
                    <a:pt x="3036" y="2929"/>
                  </a:lnTo>
                  <a:cubicBezTo>
                    <a:pt x="3013" y="2894"/>
                    <a:pt x="2965" y="2870"/>
                    <a:pt x="2917" y="2858"/>
                  </a:cubicBezTo>
                  <a:lnTo>
                    <a:pt x="2905" y="2858"/>
                  </a:lnTo>
                  <a:cubicBezTo>
                    <a:pt x="2846" y="2858"/>
                    <a:pt x="2798" y="2894"/>
                    <a:pt x="2774" y="2917"/>
                  </a:cubicBezTo>
                  <a:lnTo>
                    <a:pt x="1346" y="4763"/>
                  </a:lnTo>
                  <a:lnTo>
                    <a:pt x="786" y="4763"/>
                  </a:lnTo>
                  <a:lnTo>
                    <a:pt x="786" y="358"/>
                  </a:lnTo>
                  <a:lnTo>
                    <a:pt x="1548" y="358"/>
                  </a:lnTo>
                  <a:cubicBezTo>
                    <a:pt x="1643" y="358"/>
                    <a:pt x="1727" y="286"/>
                    <a:pt x="1727" y="179"/>
                  </a:cubicBezTo>
                  <a:cubicBezTo>
                    <a:pt x="1727" y="84"/>
                    <a:pt x="1655"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7" name="Google Shape;12377;p66"/>
          <p:cNvGrpSpPr/>
          <p:nvPr/>
        </p:nvGrpSpPr>
        <p:grpSpPr>
          <a:xfrm>
            <a:off x="4883835" y="3161805"/>
            <a:ext cx="323425" cy="377557"/>
            <a:chOff x="4883835" y="3337255"/>
            <a:chExt cx="323425" cy="377557"/>
          </a:xfrm>
        </p:grpSpPr>
        <p:sp>
          <p:nvSpPr>
            <p:cNvPr id="12378" name="Google Shape;12378;p66"/>
            <p:cNvSpPr/>
            <p:nvPr/>
          </p:nvSpPr>
          <p:spPr>
            <a:xfrm>
              <a:off x="4883835" y="3447682"/>
              <a:ext cx="323425" cy="142932"/>
            </a:xfrm>
            <a:custGeom>
              <a:avLst/>
              <a:gdLst/>
              <a:ahLst/>
              <a:cxnLst/>
              <a:rect l="l" t="t" r="r" b="b"/>
              <a:pathLst>
                <a:path w="10169" h="4494" extrusionOk="0">
                  <a:moveTo>
                    <a:pt x="7537" y="1993"/>
                  </a:moveTo>
                  <a:lnTo>
                    <a:pt x="7537" y="2005"/>
                  </a:lnTo>
                  <a:lnTo>
                    <a:pt x="7537" y="2279"/>
                  </a:lnTo>
                  <a:lnTo>
                    <a:pt x="7537" y="2291"/>
                  </a:lnTo>
                  <a:lnTo>
                    <a:pt x="7537" y="2577"/>
                  </a:lnTo>
                  <a:cubicBezTo>
                    <a:pt x="7502" y="2589"/>
                    <a:pt x="7442" y="2636"/>
                    <a:pt x="7299" y="2672"/>
                  </a:cubicBezTo>
                  <a:cubicBezTo>
                    <a:pt x="7109" y="2731"/>
                    <a:pt x="6787" y="2791"/>
                    <a:pt x="6371" y="2839"/>
                  </a:cubicBezTo>
                  <a:cubicBezTo>
                    <a:pt x="6347" y="2839"/>
                    <a:pt x="6335" y="2839"/>
                    <a:pt x="6299" y="2851"/>
                  </a:cubicBezTo>
                  <a:cubicBezTo>
                    <a:pt x="5990" y="2886"/>
                    <a:pt x="5656" y="2898"/>
                    <a:pt x="5299" y="2910"/>
                  </a:cubicBezTo>
                  <a:lnTo>
                    <a:pt x="4847" y="2910"/>
                  </a:lnTo>
                  <a:cubicBezTo>
                    <a:pt x="4501" y="2910"/>
                    <a:pt x="4156" y="2886"/>
                    <a:pt x="3846" y="2851"/>
                  </a:cubicBezTo>
                  <a:cubicBezTo>
                    <a:pt x="3811" y="2851"/>
                    <a:pt x="3799" y="2851"/>
                    <a:pt x="3775" y="2839"/>
                  </a:cubicBezTo>
                  <a:cubicBezTo>
                    <a:pt x="3358" y="2791"/>
                    <a:pt x="3037" y="2731"/>
                    <a:pt x="2846" y="2672"/>
                  </a:cubicBezTo>
                  <a:cubicBezTo>
                    <a:pt x="2715" y="2636"/>
                    <a:pt x="2632" y="2601"/>
                    <a:pt x="2620" y="2577"/>
                  </a:cubicBezTo>
                  <a:lnTo>
                    <a:pt x="2620" y="2410"/>
                  </a:lnTo>
                  <a:lnTo>
                    <a:pt x="2620" y="2398"/>
                  </a:lnTo>
                  <a:lnTo>
                    <a:pt x="2620" y="2291"/>
                  </a:lnTo>
                  <a:lnTo>
                    <a:pt x="2620" y="2279"/>
                  </a:lnTo>
                  <a:lnTo>
                    <a:pt x="2620" y="2243"/>
                  </a:lnTo>
                  <a:lnTo>
                    <a:pt x="2620" y="2077"/>
                  </a:lnTo>
                  <a:lnTo>
                    <a:pt x="2620" y="2065"/>
                  </a:lnTo>
                  <a:lnTo>
                    <a:pt x="2620" y="2005"/>
                  </a:lnTo>
                  <a:lnTo>
                    <a:pt x="2620" y="1993"/>
                  </a:lnTo>
                  <a:cubicBezTo>
                    <a:pt x="3263" y="2112"/>
                    <a:pt x="4144" y="2184"/>
                    <a:pt x="5085" y="2184"/>
                  </a:cubicBezTo>
                  <a:cubicBezTo>
                    <a:pt x="6013" y="2184"/>
                    <a:pt x="6906" y="2112"/>
                    <a:pt x="7537" y="1993"/>
                  </a:cubicBezTo>
                  <a:close/>
                  <a:moveTo>
                    <a:pt x="2239" y="2112"/>
                  </a:moveTo>
                  <a:lnTo>
                    <a:pt x="2239" y="2136"/>
                  </a:lnTo>
                  <a:lnTo>
                    <a:pt x="2239" y="2303"/>
                  </a:lnTo>
                  <a:lnTo>
                    <a:pt x="2239" y="2362"/>
                  </a:lnTo>
                  <a:lnTo>
                    <a:pt x="2239" y="2374"/>
                  </a:lnTo>
                  <a:lnTo>
                    <a:pt x="2239" y="2601"/>
                  </a:lnTo>
                  <a:lnTo>
                    <a:pt x="2239" y="2636"/>
                  </a:lnTo>
                  <a:cubicBezTo>
                    <a:pt x="2239" y="2874"/>
                    <a:pt x="2501" y="3017"/>
                    <a:pt x="3156" y="3136"/>
                  </a:cubicBezTo>
                  <a:cubicBezTo>
                    <a:pt x="3668" y="3232"/>
                    <a:pt x="4346" y="3267"/>
                    <a:pt x="5061" y="3267"/>
                  </a:cubicBezTo>
                  <a:cubicBezTo>
                    <a:pt x="5775" y="3267"/>
                    <a:pt x="6454" y="3232"/>
                    <a:pt x="6966" y="3136"/>
                  </a:cubicBezTo>
                  <a:cubicBezTo>
                    <a:pt x="7609" y="3017"/>
                    <a:pt x="7895" y="2874"/>
                    <a:pt x="7895" y="2636"/>
                  </a:cubicBezTo>
                  <a:lnTo>
                    <a:pt x="7895" y="2398"/>
                  </a:lnTo>
                  <a:lnTo>
                    <a:pt x="7895" y="2339"/>
                  </a:lnTo>
                  <a:lnTo>
                    <a:pt x="7895" y="2172"/>
                  </a:lnTo>
                  <a:lnTo>
                    <a:pt x="7895" y="2136"/>
                  </a:lnTo>
                  <a:cubicBezTo>
                    <a:pt x="8073" y="2160"/>
                    <a:pt x="8240" y="2160"/>
                    <a:pt x="8395" y="2172"/>
                  </a:cubicBezTo>
                  <a:lnTo>
                    <a:pt x="8514" y="2172"/>
                  </a:lnTo>
                  <a:cubicBezTo>
                    <a:pt x="8728" y="2184"/>
                    <a:pt x="9049" y="2208"/>
                    <a:pt x="9323" y="2267"/>
                  </a:cubicBezTo>
                  <a:cubicBezTo>
                    <a:pt x="9585" y="2327"/>
                    <a:pt x="9752" y="2410"/>
                    <a:pt x="9764" y="2517"/>
                  </a:cubicBezTo>
                  <a:cubicBezTo>
                    <a:pt x="9766" y="2516"/>
                    <a:pt x="9769" y="2516"/>
                    <a:pt x="9771" y="2516"/>
                  </a:cubicBezTo>
                  <a:cubicBezTo>
                    <a:pt x="9796" y="2516"/>
                    <a:pt x="9769" y="2587"/>
                    <a:pt x="9680" y="2720"/>
                  </a:cubicBezTo>
                  <a:cubicBezTo>
                    <a:pt x="9430" y="3053"/>
                    <a:pt x="8871" y="3398"/>
                    <a:pt x="8204" y="3648"/>
                  </a:cubicBezTo>
                  <a:cubicBezTo>
                    <a:pt x="7323" y="3994"/>
                    <a:pt x="6240" y="4172"/>
                    <a:pt x="5085" y="4172"/>
                  </a:cubicBezTo>
                  <a:cubicBezTo>
                    <a:pt x="3918" y="4172"/>
                    <a:pt x="2846" y="3994"/>
                    <a:pt x="1953" y="3648"/>
                  </a:cubicBezTo>
                  <a:cubicBezTo>
                    <a:pt x="1287" y="3398"/>
                    <a:pt x="739" y="3053"/>
                    <a:pt x="477" y="2720"/>
                  </a:cubicBezTo>
                  <a:cubicBezTo>
                    <a:pt x="370" y="2589"/>
                    <a:pt x="358" y="2505"/>
                    <a:pt x="358" y="2481"/>
                  </a:cubicBezTo>
                  <a:cubicBezTo>
                    <a:pt x="394" y="2374"/>
                    <a:pt x="548" y="2291"/>
                    <a:pt x="810" y="2231"/>
                  </a:cubicBezTo>
                  <a:cubicBezTo>
                    <a:pt x="1072" y="2172"/>
                    <a:pt x="1406" y="2160"/>
                    <a:pt x="1608" y="2136"/>
                  </a:cubicBezTo>
                  <a:lnTo>
                    <a:pt x="1727" y="2136"/>
                  </a:lnTo>
                  <a:cubicBezTo>
                    <a:pt x="1894" y="2124"/>
                    <a:pt x="2060" y="2124"/>
                    <a:pt x="2239" y="2112"/>
                  </a:cubicBezTo>
                  <a:close/>
                  <a:moveTo>
                    <a:pt x="2344" y="1"/>
                  </a:moveTo>
                  <a:cubicBezTo>
                    <a:pt x="2333" y="1"/>
                    <a:pt x="2322" y="2"/>
                    <a:pt x="2310" y="5"/>
                  </a:cubicBezTo>
                  <a:cubicBezTo>
                    <a:pt x="2227" y="17"/>
                    <a:pt x="2144" y="100"/>
                    <a:pt x="2168" y="195"/>
                  </a:cubicBezTo>
                  <a:cubicBezTo>
                    <a:pt x="2239" y="684"/>
                    <a:pt x="2263" y="1207"/>
                    <a:pt x="2287" y="1743"/>
                  </a:cubicBezTo>
                  <a:cubicBezTo>
                    <a:pt x="2084" y="1755"/>
                    <a:pt x="1929" y="1755"/>
                    <a:pt x="1751" y="1767"/>
                  </a:cubicBezTo>
                  <a:lnTo>
                    <a:pt x="1632" y="1767"/>
                  </a:lnTo>
                  <a:cubicBezTo>
                    <a:pt x="1072" y="1803"/>
                    <a:pt x="167" y="1850"/>
                    <a:pt x="48" y="2386"/>
                  </a:cubicBezTo>
                  <a:cubicBezTo>
                    <a:pt x="1" y="2529"/>
                    <a:pt x="84" y="2720"/>
                    <a:pt x="227" y="2922"/>
                  </a:cubicBezTo>
                  <a:cubicBezTo>
                    <a:pt x="525" y="3303"/>
                    <a:pt x="1120" y="3672"/>
                    <a:pt x="1846" y="3958"/>
                  </a:cubicBezTo>
                  <a:cubicBezTo>
                    <a:pt x="2775" y="4315"/>
                    <a:pt x="3906" y="4494"/>
                    <a:pt x="5097" y="4494"/>
                  </a:cubicBezTo>
                  <a:cubicBezTo>
                    <a:pt x="6299" y="4494"/>
                    <a:pt x="7418" y="4315"/>
                    <a:pt x="8335" y="3958"/>
                  </a:cubicBezTo>
                  <a:cubicBezTo>
                    <a:pt x="9073" y="3672"/>
                    <a:pt x="9669" y="3303"/>
                    <a:pt x="9966" y="2922"/>
                  </a:cubicBezTo>
                  <a:cubicBezTo>
                    <a:pt x="10109" y="2743"/>
                    <a:pt x="10169" y="2565"/>
                    <a:pt x="10145" y="2398"/>
                  </a:cubicBezTo>
                  <a:cubicBezTo>
                    <a:pt x="10002" y="1862"/>
                    <a:pt x="9097" y="1815"/>
                    <a:pt x="8561" y="1791"/>
                  </a:cubicBezTo>
                  <a:lnTo>
                    <a:pt x="8442" y="1791"/>
                  </a:lnTo>
                  <a:cubicBezTo>
                    <a:pt x="8276" y="1767"/>
                    <a:pt x="8097" y="1767"/>
                    <a:pt x="7906" y="1755"/>
                  </a:cubicBezTo>
                  <a:cubicBezTo>
                    <a:pt x="7918" y="1219"/>
                    <a:pt x="7966" y="696"/>
                    <a:pt x="8025" y="207"/>
                  </a:cubicBezTo>
                  <a:cubicBezTo>
                    <a:pt x="8037" y="124"/>
                    <a:pt x="7966" y="29"/>
                    <a:pt x="7883" y="17"/>
                  </a:cubicBezTo>
                  <a:cubicBezTo>
                    <a:pt x="7876" y="16"/>
                    <a:pt x="7869" y="16"/>
                    <a:pt x="7862" y="16"/>
                  </a:cubicBezTo>
                  <a:cubicBezTo>
                    <a:pt x="7775" y="16"/>
                    <a:pt x="7702" y="83"/>
                    <a:pt x="7680" y="160"/>
                  </a:cubicBezTo>
                  <a:cubicBezTo>
                    <a:pt x="7621" y="636"/>
                    <a:pt x="7585" y="1136"/>
                    <a:pt x="7561" y="1636"/>
                  </a:cubicBezTo>
                  <a:cubicBezTo>
                    <a:pt x="6954" y="1755"/>
                    <a:pt x="6049" y="1827"/>
                    <a:pt x="5097" y="1827"/>
                  </a:cubicBezTo>
                  <a:cubicBezTo>
                    <a:pt x="4132" y="1827"/>
                    <a:pt x="3251" y="1755"/>
                    <a:pt x="2620" y="1636"/>
                  </a:cubicBezTo>
                  <a:cubicBezTo>
                    <a:pt x="2608" y="1136"/>
                    <a:pt x="2561" y="624"/>
                    <a:pt x="2501" y="148"/>
                  </a:cubicBezTo>
                  <a:cubicBezTo>
                    <a:pt x="2490" y="74"/>
                    <a:pt x="2424" y="1"/>
                    <a:pt x="2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66"/>
            <p:cNvSpPr/>
            <p:nvPr/>
          </p:nvSpPr>
          <p:spPr>
            <a:xfrm>
              <a:off x="4931161" y="3600377"/>
              <a:ext cx="228392" cy="114434"/>
            </a:xfrm>
            <a:custGeom>
              <a:avLst/>
              <a:gdLst/>
              <a:ahLst/>
              <a:cxnLst/>
              <a:rect l="l" t="t" r="r" b="b"/>
              <a:pathLst>
                <a:path w="7181" h="3598" extrusionOk="0">
                  <a:moveTo>
                    <a:pt x="3823" y="967"/>
                  </a:moveTo>
                  <a:cubicBezTo>
                    <a:pt x="3906" y="967"/>
                    <a:pt x="3942" y="1014"/>
                    <a:pt x="3978" y="1074"/>
                  </a:cubicBezTo>
                  <a:lnTo>
                    <a:pt x="3978" y="1109"/>
                  </a:lnTo>
                  <a:lnTo>
                    <a:pt x="3978" y="1133"/>
                  </a:lnTo>
                  <a:lnTo>
                    <a:pt x="3978" y="2443"/>
                  </a:lnTo>
                  <a:lnTo>
                    <a:pt x="3978" y="2479"/>
                  </a:lnTo>
                  <a:lnTo>
                    <a:pt x="3978" y="2502"/>
                  </a:lnTo>
                  <a:cubicBezTo>
                    <a:pt x="3966" y="2562"/>
                    <a:pt x="3906" y="2610"/>
                    <a:pt x="3823" y="2610"/>
                  </a:cubicBezTo>
                  <a:lnTo>
                    <a:pt x="3382" y="2610"/>
                  </a:lnTo>
                  <a:cubicBezTo>
                    <a:pt x="3311" y="2610"/>
                    <a:pt x="3263" y="2562"/>
                    <a:pt x="3228" y="2502"/>
                  </a:cubicBezTo>
                  <a:lnTo>
                    <a:pt x="3228" y="2479"/>
                  </a:lnTo>
                  <a:lnTo>
                    <a:pt x="3228" y="2443"/>
                  </a:lnTo>
                  <a:lnTo>
                    <a:pt x="3228" y="1133"/>
                  </a:lnTo>
                  <a:lnTo>
                    <a:pt x="3228" y="1109"/>
                  </a:lnTo>
                  <a:lnTo>
                    <a:pt x="3228" y="1074"/>
                  </a:lnTo>
                  <a:cubicBezTo>
                    <a:pt x="3251" y="1014"/>
                    <a:pt x="3311" y="967"/>
                    <a:pt x="3382" y="967"/>
                  </a:cubicBezTo>
                  <a:close/>
                  <a:moveTo>
                    <a:pt x="6018" y="345"/>
                  </a:moveTo>
                  <a:cubicBezTo>
                    <a:pt x="6123" y="345"/>
                    <a:pt x="6218" y="361"/>
                    <a:pt x="6299" y="395"/>
                  </a:cubicBezTo>
                  <a:cubicBezTo>
                    <a:pt x="6478" y="467"/>
                    <a:pt x="6597" y="586"/>
                    <a:pt x="6668" y="752"/>
                  </a:cubicBezTo>
                  <a:cubicBezTo>
                    <a:pt x="6835" y="1169"/>
                    <a:pt x="6561" y="1717"/>
                    <a:pt x="6561" y="1717"/>
                  </a:cubicBezTo>
                  <a:cubicBezTo>
                    <a:pt x="6537" y="1764"/>
                    <a:pt x="6537" y="1824"/>
                    <a:pt x="6561" y="1871"/>
                  </a:cubicBezTo>
                  <a:cubicBezTo>
                    <a:pt x="6585" y="1883"/>
                    <a:pt x="6835" y="2431"/>
                    <a:pt x="6692" y="2836"/>
                  </a:cubicBezTo>
                  <a:cubicBezTo>
                    <a:pt x="6621" y="3003"/>
                    <a:pt x="6502" y="3122"/>
                    <a:pt x="6311" y="3193"/>
                  </a:cubicBezTo>
                  <a:cubicBezTo>
                    <a:pt x="6237" y="3225"/>
                    <a:pt x="6151" y="3241"/>
                    <a:pt x="6052" y="3241"/>
                  </a:cubicBezTo>
                  <a:cubicBezTo>
                    <a:pt x="5643" y="3241"/>
                    <a:pt x="5033" y="2968"/>
                    <a:pt x="4323" y="2479"/>
                  </a:cubicBezTo>
                  <a:lnTo>
                    <a:pt x="4323" y="2443"/>
                  </a:lnTo>
                  <a:lnTo>
                    <a:pt x="4323" y="2300"/>
                  </a:lnTo>
                  <a:lnTo>
                    <a:pt x="5037" y="2491"/>
                  </a:lnTo>
                  <a:lnTo>
                    <a:pt x="5073" y="2491"/>
                  </a:lnTo>
                  <a:cubicBezTo>
                    <a:pt x="5156" y="2491"/>
                    <a:pt x="5228" y="2443"/>
                    <a:pt x="5240" y="2360"/>
                  </a:cubicBezTo>
                  <a:cubicBezTo>
                    <a:pt x="5275" y="2264"/>
                    <a:pt x="5216" y="2169"/>
                    <a:pt x="5121" y="2133"/>
                  </a:cubicBezTo>
                  <a:lnTo>
                    <a:pt x="4323" y="1907"/>
                  </a:lnTo>
                  <a:lnTo>
                    <a:pt x="4323" y="1657"/>
                  </a:lnTo>
                  <a:lnTo>
                    <a:pt x="5121" y="1431"/>
                  </a:lnTo>
                  <a:cubicBezTo>
                    <a:pt x="5216" y="1407"/>
                    <a:pt x="5275" y="1312"/>
                    <a:pt x="5240" y="1217"/>
                  </a:cubicBezTo>
                  <a:cubicBezTo>
                    <a:pt x="5221" y="1140"/>
                    <a:pt x="5156" y="1087"/>
                    <a:pt x="5076" y="1087"/>
                  </a:cubicBezTo>
                  <a:cubicBezTo>
                    <a:pt x="5056" y="1087"/>
                    <a:pt x="5035" y="1090"/>
                    <a:pt x="5013" y="1098"/>
                  </a:cubicBezTo>
                  <a:lnTo>
                    <a:pt x="4299" y="1288"/>
                  </a:lnTo>
                  <a:lnTo>
                    <a:pt x="4299" y="1133"/>
                  </a:lnTo>
                  <a:lnTo>
                    <a:pt x="4299" y="1109"/>
                  </a:lnTo>
                  <a:cubicBezTo>
                    <a:pt x="5002" y="606"/>
                    <a:pt x="5600" y="345"/>
                    <a:pt x="6018" y="345"/>
                  </a:cubicBezTo>
                  <a:close/>
                  <a:moveTo>
                    <a:pt x="1132" y="359"/>
                  </a:moveTo>
                  <a:cubicBezTo>
                    <a:pt x="1549" y="359"/>
                    <a:pt x="2144" y="633"/>
                    <a:pt x="2858" y="1133"/>
                  </a:cubicBezTo>
                  <a:lnTo>
                    <a:pt x="2858" y="1169"/>
                  </a:lnTo>
                  <a:lnTo>
                    <a:pt x="2858" y="1312"/>
                  </a:lnTo>
                  <a:lnTo>
                    <a:pt x="2144" y="1121"/>
                  </a:lnTo>
                  <a:cubicBezTo>
                    <a:pt x="2131" y="1118"/>
                    <a:pt x="2118" y="1116"/>
                    <a:pt x="2105" y="1116"/>
                  </a:cubicBezTo>
                  <a:cubicBezTo>
                    <a:pt x="2030" y="1116"/>
                    <a:pt x="1948" y="1170"/>
                    <a:pt x="1918" y="1240"/>
                  </a:cubicBezTo>
                  <a:cubicBezTo>
                    <a:pt x="1906" y="1312"/>
                    <a:pt x="1965" y="1419"/>
                    <a:pt x="2061" y="1431"/>
                  </a:cubicBezTo>
                  <a:lnTo>
                    <a:pt x="2858" y="1657"/>
                  </a:lnTo>
                  <a:lnTo>
                    <a:pt x="2858" y="1931"/>
                  </a:lnTo>
                  <a:lnTo>
                    <a:pt x="2061" y="2145"/>
                  </a:lnTo>
                  <a:cubicBezTo>
                    <a:pt x="1965" y="2181"/>
                    <a:pt x="1906" y="2264"/>
                    <a:pt x="1942" y="2372"/>
                  </a:cubicBezTo>
                  <a:cubicBezTo>
                    <a:pt x="1954" y="2443"/>
                    <a:pt x="2025" y="2502"/>
                    <a:pt x="2108" y="2502"/>
                  </a:cubicBezTo>
                  <a:lnTo>
                    <a:pt x="2144" y="2502"/>
                  </a:lnTo>
                  <a:lnTo>
                    <a:pt x="2858" y="2312"/>
                  </a:lnTo>
                  <a:lnTo>
                    <a:pt x="2858" y="2467"/>
                  </a:lnTo>
                  <a:lnTo>
                    <a:pt x="2858" y="2491"/>
                  </a:lnTo>
                  <a:cubicBezTo>
                    <a:pt x="2155" y="2994"/>
                    <a:pt x="1558" y="3255"/>
                    <a:pt x="1146" y="3255"/>
                  </a:cubicBezTo>
                  <a:cubicBezTo>
                    <a:pt x="1042" y="3255"/>
                    <a:pt x="949" y="3239"/>
                    <a:pt x="870" y="3205"/>
                  </a:cubicBezTo>
                  <a:cubicBezTo>
                    <a:pt x="692" y="3134"/>
                    <a:pt x="572" y="3014"/>
                    <a:pt x="489" y="2848"/>
                  </a:cubicBezTo>
                  <a:cubicBezTo>
                    <a:pt x="334" y="2431"/>
                    <a:pt x="596" y="1883"/>
                    <a:pt x="596" y="1883"/>
                  </a:cubicBezTo>
                  <a:cubicBezTo>
                    <a:pt x="632" y="1836"/>
                    <a:pt x="632" y="1776"/>
                    <a:pt x="596" y="1729"/>
                  </a:cubicBezTo>
                  <a:cubicBezTo>
                    <a:pt x="596" y="1729"/>
                    <a:pt x="346" y="1181"/>
                    <a:pt x="489" y="764"/>
                  </a:cubicBezTo>
                  <a:cubicBezTo>
                    <a:pt x="549" y="597"/>
                    <a:pt x="668" y="478"/>
                    <a:pt x="870" y="407"/>
                  </a:cubicBezTo>
                  <a:cubicBezTo>
                    <a:pt x="942" y="383"/>
                    <a:pt x="1025" y="359"/>
                    <a:pt x="1132" y="359"/>
                  </a:cubicBezTo>
                  <a:close/>
                  <a:moveTo>
                    <a:pt x="1141" y="0"/>
                  </a:moveTo>
                  <a:cubicBezTo>
                    <a:pt x="1002" y="0"/>
                    <a:pt x="871" y="23"/>
                    <a:pt x="751" y="74"/>
                  </a:cubicBezTo>
                  <a:cubicBezTo>
                    <a:pt x="477" y="193"/>
                    <a:pt x="287" y="371"/>
                    <a:pt x="180" y="633"/>
                  </a:cubicBezTo>
                  <a:cubicBezTo>
                    <a:pt x="1" y="1074"/>
                    <a:pt x="180" y="1598"/>
                    <a:pt x="251" y="1800"/>
                  </a:cubicBezTo>
                  <a:cubicBezTo>
                    <a:pt x="227" y="1895"/>
                    <a:pt x="168" y="2026"/>
                    <a:pt x="144" y="2193"/>
                  </a:cubicBezTo>
                  <a:cubicBezTo>
                    <a:pt x="72" y="2491"/>
                    <a:pt x="96" y="2741"/>
                    <a:pt x="180" y="2967"/>
                  </a:cubicBezTo>
                  <a:cubicBezTo>
                    <a:pt x="287" y="3217"/>
                    <a:pt x="465" y="3419"/>
                    <a:pt x="751" y="3514"/>
                  </a:cubicBezTo>
                  <a:cubicBezTo>
                    <a:pt x="870" y="3562"/>
                    <a:pt x="1001" y="3598"/>
                    <a:pt x="1144" y="3598"/>
                  </a:cubicBezTo>
                  <a:cubicBezTo>
                    <a:pt x="1727" y="3598"/>
                    <a:pt x="2442" y="3205"/>
                    <a:pt x="3013" y="2800"/>
                  </a:cubicBezTo>
                  <a:cubicBezTo>
                    <a:pt x="3097" y="2895"/>
                    <a:pt x="3228" y="2955"/>
                    <a:pt x="3370" y="2955"/>
                  </a:cubicBezTo>
                  <a:lnTo>
                    <a:pt x="3811" y="2955"/>
                  </a:lnTo>
                  <a:cubicBezTo>
                    <a:pt x="3966" y="2955"/>
                    <a:pt x="4085" y="2895"/>
                    <a:pt x="4168" y="2800"/>
                  </a:cubicBezTo>
                  <a:cubicBezTo>
                    <a:pt x="4752" y="3205"/>
                    <a:pt x="5454" y="3598"/>
                    <a:pt x="6037" y="3598"/>
                  </a:cubicBezTo>
                  <a:cubicBezTo>
                    <a:pt x="6180" y="3598"/>
                    <a:pt x="6311" y="3562"/>
                    <a:pt x="6430" y="3514"/>
                  </a:cubicBezTo>
                  <a:cubicBezTo>
                    <a:pt x="6704" y="3395"/>
                    <a:pt x="6895" y="3217"/>
                    <a:pt x="7002" y="2967"/>
                  </a:cubicBezTo>
                  <a:cubicBezTo>
                    <a:pt x="7180" y="2502"/>
                    <a:pt x="7014" y="1991"/>
                    <a:pt x="6930" y="1788"/>
                  </a:cubicBezTo>
                  <a:cubicBezTo>
                    <a:pt x="6954" y="1705"/>
                    <a:pt x="7014" y="1574"/>
                    <a:pt x="7049" y="1407"/>
                  </a:cubicBezTo>
                  <a:cubicBezTo>
                    <a:pt x="7109" y="1109"/>
                    <a:pt x="7085" y="848"/>
                    <a:pt x="7002" y="633"/>
                  </a:cubicBezTo>
                  <a:cubicBezTo>
                    <a:pt x="6895" y="371"/>
                    <a:pt x="6716" y="181"/>
                    <a:pt x="6430" y="74"/>
                  </a:cubicBezTo>
                  <a:cubicBezTo>
                    <a:pt x="6308" y="23"/>
                    <a:pt x="6175" y="0"/>
                    <a:pt x="6035" y="0"/>
                  </a:cubicBezTo>
                  <a:cubicBezTo>
                    <a:pt x="5449" y="0"/>
                    <a:pt x="4735" y="394"/>
                    <a:pt x="4168" y="788"/>
                  </a:cubicBezTo>
                  <a:cubicBezTo>
                    <a:pt x="4085" y="705"/>
                    <a:pt x="3954" y="645"/>
                    <a:pt x="3811" y="645"/>
                  </a:cubicBezTo>
                  <a:lnTo>
                    <a:pt x="3370" y="645"/>
                  </a:lnTo>
                  <a:cubicBezTo>
                    <a:pt x="3216" y="645"/>
                    <a:pt x="3097" y="705"/>
                    <a:pt x="3013" y="788"/>
                  </a:cubicBezTo>
                  <a:cubicBezTo>
                    <a:pt x="2437" y="394"/>
                    <a:pt x="1721" y="0"/>
                    <a:pt x="11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66"/>
            <p:cNvSpPr/>
            <p:nvPr/>
          </p:nvSpPr>
          <p:spPr>
            <a:xfrm>
              <a:off x="4926263" y="3337255"/>
              <a:ext cx="238601" cy="97355"/>
            </a:xfrm>
            <a:custGeom>
              <a:avLst/>
              <a:gdLst/>
              <a:ahLst/>
              <a:cxnLst/>
              <a:rect l="l" t="t" r="r" b="b"/>
              <a:pathLst>
                <a:path w="7502" h="3061" extrusionOk="0">
                  <a:moveTo>
                    <a:pt x="3774" y="346"/>
                  </a:moveTo>
                  <a:cubicBezTo>
                    <a:pt x="4667" y="346"/>
                    <a:pt x="5513" y="405"/>
                    <a:pt x="6168" y="524"/>
                  </a:cubicBezTo>
                  <a:cubicBezTo>
                    <a:pt x="6858" y="643"/>
                    <a:pt x="7096" y="798"/>
                    <a:pt x="7144" y="869"/>
                  </a:cubicBezTo>
                  <a:cubicBezTo>
                    <a:pt x="7096" y="917"/>
                    <a:pt x="6953" y="1000"/>
                    <a:pt x="6572" y="1108"/>
                  </a:cubicBezTo>
                  <a:cubicBezTo>
                    <a:pt x="6561" y="1108"/>
                    <a:pt x="6549" y="1108"/>
                    <a:pt x="6525" y="1120"/>
                  </a:cubicBezTo>
                  <a:lnTo>
                    <a:pt x="6513" y="1120"/>
                  </a:lnTo>
                  <a:cubicBezTo>
                    <a:pt x="6501" y="1120"/>
                    <a:pt x="6489" y="1120"/>
                    <a:pt x="6465" y="1131"/>
                  </a:cubicBezTo>
                  <a:lnTo>
                    <a:pt x="6453" y="1131"/>
                  </a:lnTo>
                  <a:cubicBezTo>
                    <a:pt x="6441" y="1131"/>
                    <a:pt x="6430" y="1131"/>
                    <a:pt x="6430" y="1155"/>
                  </a:cubicBezTo>
                  <a:lnTo>
                    <a:pt x="6406" y="1155"/>
                  </a:lnTo>
                  <a:cubicBezTo>
                    <a:pt x="6394" y="1155"/>
                    <a:pt x="6382" y="1155"/>
                    <a:pt x="6370" y="1167"/>
                  </a:cubicBezTo>
                  <a:lnTo>
                    <a:pt x="6346" y="1167"/>
                  </a:lnTo>
                  <a:cubicBezTo>
                    <a:pt x="6334" y="1167"/>
                    <a:pt x="6310" y="1179"/>
                    <a:pt x="6287" y="1179"/>
                  </a:cubicBezTo>
                  <a:cubicBezTo>
                    <a:pt x="6275" y="1179"/>
                    <a:pt x="6251" y="1191"/>
                    <a:pt x="6215" y="1191"/>
                  </a:cubicBezTo>
                  <a:cubicBezTo>
                    <a:pt x="6203" y="1191"/>
                    <a:pt x="6168" y="1215"/>
                    <a:pt x="6156" y="1215"/>
                  </a:cubicBezTo>
                  <a:cubicBezTo>
                    <a:pt x="6132" y="1215"/>
                    <a:pt x="6084" y="1227"/>
                    <a:pt x="6049" y="1227"/>
                  </a:cubicBezTo>
                  <a:lnTo>
                    <a:pt x="6025" y="1227"/>
                  </a:lnTo>
                  <a:cubicBezTo>
                    <a:pt x="6013" y="1227"/>
                    <a:pt x="5977" y="1227"/>
                    <a:pt x="5965" y="1239"/>
                  </a:cubicBezTo>
                  <a:cubicBezTo>
                    <a:pt x="5929" y="1239"/>
                    <a:pt x="5918" y="1239"/>
                    <a:pt x="5894" y="1250"/>
                  </a:cubicBezTo>
                  <a:lnTo>
                    <a:pt x="5846" y="1250"/>
                  </a:lnTo>
                  <a:cubicBezTo>
                    <a:pt x="5810" y="1250"/>
                    <a:pt x="5787" y="1274"/>
                    <a:pt x="5751" y="1274"/>
                  </a:cubicBezTo>
                  <a:cubicBezTo>
                    <a:pt x="5382" y="1310"/>
                    <a:pt x="4965" y="1358"/>
                    <a:pt x="4525" y="1370"/>
                  </a:cubicBezTo>
                  <a:lnTo>
                    <a:pt x="3048" y="1370"/>
                  </a:lnTo>
                  <a:cubicBezTo>
                    <a:pt x="2620" y="1358"/>
                    <a:pt x="2203" y="1310"/>
                    <a:pt x="1822" y="1274"/>
                  </a:cubicBezTo>
                  <a:lnTo>
                    <a:pt x="1810" y="1274"/>
                  </a:lnTo>
                  <a:cubicBezTo>
                    <a:pt x="1786" y="1274"/>
                    <a:pt x="1750" y="1250"/>
                    <a:pt x="1727" y="1250"/>
                  </a:cubicBezTo>
                  <a:lnTo>
                    <a:pt x="1679" y="1250"/>
                  </a:lnTo>
                  <a:cubicBezTo>
                    <a:pt x="1643" y="1250"/>
                    <a:pt x="1631" y="1250"/>
                    <a:pt x="1608" y="1239"/>
                  </a:cubicBezTo>
                  <a:cubicBezTo>
                    <a:pt x="1584" y="1239"/>
                    <a:pt x="1560" y="1239"/>
                    <a:pt x="1548" y="1227"/>
                  </a:cubicBezTo>
                  <a:lnTo>
                    <a:pt x="1512" y="1227"/>
                  </a:lnTo>
                  <a:cubicBezTo>
                    <a:pt x="1488" y="1227"/>
                    <a:pt x="1441" y="1215"/>
                    <a:pt x="1405" y="1215"/>
                  </a:cubicBezTo>
                  <a:cubicBezTo>
                    <a:pt x="1393" y="1215"/>
                    <a:pt x="1369" y="1191"/>
                    <a:pt x="1346" y="1191"/>
                  </a:cubicBezTo>
                  <a:cubicBezTo>
                    <a:pt x="1310" y="1179"/>
                    <a:pt x="1262" y="1179"/>
                    <a:pt x="1215" y="1167"/>
                  </a:cubicBezTo>
                  <a:lnTo>
                    <a:pt x="1203" y="1167"/>
                  </a:lnTo>
                  <a:cubicBezTo>
                    <a:pt x="1191" y="1167"/>
                    <a:pt x="1167" y="1167"/>
                    <a:pt x="1155" y="1155"/>
                  </a:cubicBezTo>
                  <a:lnTo>
                    <a:pt x="1143" y="1155"/>
                  </a:lnTo>
                  <a:cubicBezTo>
                    <a:pt x="1131" y="1155"/>
                    <a:pt x="1107" y="1155"/>
                    <a:pt x="1096" y="1131"/>
                  </a:cubicBezTo>
                  <a:lnTo>
                    <a:pt x="1084" y="1131"/>
                  </a:lnTo>
                  <a:cubicBezTo>
                    <a:pt x="1072" y="1131"/>
                    <a:pt x="1048" y="1131"/>
                    <a:pt x="1036" y="1120"/>
                  </a:cubicBezTo>
                  <a:lnTo>
                    <a:pt x="1024" y="1120"/>
                  </a:lnTo>
                  <a:cubicBezTo>
                    <a:pt x="1012" y="1120"/>
                    <a:pt x="988" y="1120"/>
                    <a:pt x="976" y="1108"/>
                  </a:cubicBezTo>
                  <a:cubicBezTo>
                    <a:pt x="595" y="1000"/>
                    <a:pt x="453" y="917"/>
                    <a:pt x="417" y="881"/>
                  </a:cubicBezTo>
                  <a:lnTo>
                    <a:pt x="393" y="881"/>
                  </a:lnTo>
                  <a:lnTo>
                    <a:pt x="381" y="869"/>
                  </a:lnTo>
                  <a:cubicBezTo>
                    <a:pt x="429" y="810"/>
                    <a:pt x="679" y="655"/>
                    <a:pt x="1381" y="524"/>
                  </a:cubicBezTo>
                  <a:cubicBezTo>
                    <a:pt x="2036" y="405"/>
                    <a:pt x="2881" y="346"/>
                    <a:pt x="3774" y="346"/>
                  </a:cubicBezTo>
                  <a:close/>
                  <a:moveTo>
                    <a:pt x="3751" y="0"/>
                  </a:moveTo>
                  <a:cubicBezTo>
                    <a:pt x="2774" y="0"/>
                    <a:pt x="1869" y="72"/>
                    <a:pt x="1191" y="215"/>
                  </a:cubicBezTo>
                  <a:cubicBezTo>
                    <a:pt x="405" y="358"/>
                    <a:pt x="24" y="548"/>
                    <a:pt x="0" y="834"/>
                  </a:cubicBezTo>
                  <a:lnTo>
                    <a:pt x="0" y="869"/>
                  </a:lnTo>
                  <a:cubicBezTo>
                    <a:pt x="0" y="953"/>
                    <a:pt x="36" y="1048"/>
                    <a:pt x="107" y="1120"/>
                  </a:cubicBezTo>
                  <a:cubicBezTo>
                    <a:pt x="250" y="1405"/>
                    <a:pt x="488" y="1989"/>
                    <a:pt x="667" y="2894"/>
                  </a:cubicBezTo>
                  <a:cubicBezTo>
                    <a:pt x="677" y="2963"/>
                    <a:pt x="754" y="3033"/>
                    <a:pt x="827" y="3033"/>
                  </a:cubicBezTo>
                  <a:cubicBezTo>
                    <a:pt x="841" y="3033"/>
                    <a:pt x="856" y="3030"/>
                    <a:pt x="869" y="3025"/>
                  </a:cubicBezTo>
                  <a:cubicBezTo>
                    <a:pt x="965" y="3013"/>
                    <a:pt x="1036" y="2905"/>
                    <a:pt x="1012" y="2822"/>
                  </a:cubicBezTo>
                  <a:cubicBezTo>
                    <a:pt x="869" y="2191"/>
                    <a:pt x="726" y="1715"/>
                    <a:pt x="595" y="1370"/>
                  </a:cubicBezTo>
                  <a:lnTo>
                    <a:pt x="595" y="1370"/>
                  </a:lnTo>
                  <a:lnTo>
                    <a:pt x="726" y="1417"/>
                  </a:lnTo>
                  <a:lnTo>
                    <a:pt x="738" y="1417"/>
                  </a:lnTo>
                  <a:cubicBezTo>
                    <a:pt x="750" y="1417"/>
                    <a:pt x="750" y="1417"/>
                    <a:pt x="774" y="1429"/>
                  </a:cubicBezTo>
                  <a:cubicBezTo>
                    <a:pt x="1036" y="1512"/>
                    <a:pt x="1346" y="1560"/>
                    <a:pt x="1703" y="1608"/>
                  </a:cubicBezTo>
                  <a:cubicBezTo>
                    <a:pt x="1738" y="1608"/>
                    <a:pt x="1750" y="1608"/>
                    <a:pt x="1786" y="1631"/>
                  </a:cubicBezTo>
                  <a:lnTo>
                    <a:pt x="1810" y="1631"/>
                  </a:lnTo>
                  <a:cubicBezTo>
                    <a:pt x="2298" y="1691"/>
                    <a:pt x="2858" y="1715"/>
                    <a:pt x="3453" y="1727"/>
                  </a:cubicBezTo>
                  <a:lnTo>
                    <a:pt x="4227" y="1727"/>
                  </a:lnTo>
                  <a:cubicBezTo>
                    <a:pt x="4894" y="1715"/>
                    <a:pt x="5537" y="1655"/>
                    <a:pt x="6072" y="1584"/>
                  </a:cubicBezTo>
                  <a:cubicBezTo>
                    <a:pt x="6108" y="1584"/>
                    <a:pt x="6144" y="1572"/>
                    <a:pt x="6168" y="1572"/>
                  </a:cubicBezTo>
                  <a:lnTo>
                    <a:pt x="6191" y="1572"/>
                  </a:lnTo>
                  <a:cubicBezTo>
                    <a:pt x="6334" y="1536"/>
                    <a:pt x="6465" y="1512"/>
                    <a:pt x="6584" y="1477"/>
                  </a:cubicBezTo>
                  <a:cubicBezTo>
                    <a:pt x="6608" y="1477"/>
                    <a:pt x="6620" y="1465"/>
                    <a:pt x="6644" y="1465"/>
                  </a:cubicBezTo>
                  <a:lnTo>
                    <a:pt x="6680" y="1465"/>
                  </a:lnTo>
                  <a:cubicBezTo>
                    <a:pt x="6751" y="1453"/>
                    <a:pt x="6822" y="1417"/>
                    <a:pt x="6882" y="1405"/>
                  </a:cubicBezTo>
                  <a:lnTo>
                    <a:pt x="6882" y="1405"/>
                  </a:lnTo>
                  <a:cubicBezTo>
                    <a:pt x="6751" y="1751"/>
                    <a:pt x="6608" y="2227"/>
                    <a:pt x="6465" y="2846"/>
                  </a:cubicBezTo>
                  <a:cubicBezTo>
                    <a:pt x="6453" y="2941"/>
                    <a:pt x="6513" y="3036"/>
                    <a:pt x="6608" y="3060"/>
                  </a:cubicBezTo>
                  <a:lnTo>
                    <a:pt x="6632" y="3060"/>
                  </a:lnTo>
                  <a:cubicBezTo>
                    <a:pt x="6703" y="3060"/>
                    <a:pt x="6787" y="3001"/>
                    <a:pt x="6811" y="2917"/>
                  </a:cubicBezTo>
                  <a:cubicBezTo>
                    <a:pt x="7001" y="2012"/>
                    <a:pt x="7239" y="1429"/>
                    <a:pt x="7358" y="1155"/>
                  </a:cubicBezTo>
                  <a:cubicBezTo>
                    <a:pt x="7465" y="1036"/>
                    <a:pt x="7501" y="953"/>
                    <a:pt x="7501" y="858"/>
                  </a:cubicBezTo>
                  <a:lnTo>
                    <a:pt x="7501" y="834"/>
                  </a:lnTo>
                  <a:cubicBezTo>
                    <a:pt x="7465" y="560"/>
                    <a:pt x="7096" y="358"/>
                    <a:pt x="6310" y="215"/>
                  </a:cubicBezTo>
                  <a:cubicBezTo>
                    <a:pt x="5620" y="72"/>
                    <a:pt x="4715"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1" name="Google Shape;12381;p66"/>
          <p:cNvGrpSpPr/>
          <p:nvPr/>
        </p:nvGrpSpPr>
        <p:grpSpPr>
          <a:xfrm>
            <a:off x="6193310" y="3231839"/>
            <a:ext cx="352590" cy="237488"/>
            <a:chOff x="6193310" y="3407289"/>
            <a:chExt cx="352590" cy="237488"/>
          </a:xfrm>
        </p:grpSpPr>
        <p:sp>
          <p:nvSpPr>
            <p:cNvPr id="12382" name="Google Shape;12382;p66"/>
            <p:cNvSpPr/>
            <p:nvPr/>
          </p:nvSpPr>
          <p:spPr>
            <a:xfrm>
              <a:off x="6193310" y="3522042"/>
              <a:ext cx="352590" cy="122735"/>
            </a:xfrm>
            <a:custGeom>
              <a:avLst/>
              <a:gdLst/>
              <a:ahLst/>
              <a:cxnLst/>
              <a:rect l="l" t="t" r="r" b="b"/>
              <a:pathLst>
                <a:path w="11086" h="3859" extrusionOk="0">
                  <a:moveTo>
                    <a:pt x="10549" y="310"/>
                  </a:moveTo>
                  <a:cubicBezTo>
                    <a:pt x="10668" y="310"/>
                    <a:pt x="10776" y="417"/>
                    <a:pt x="10776" y="536"/>
                  </a:cubicBezTo>
                  <a:lnTo>
                    <a:pt x="10776" y="3287"/>
                  </a:lnTo>
                  <a:lnTo>
                    <a:pt x="10764" y="3287"/>
                  </a:lnTo>
                  <a:cubicBezTo>
                    <a:pt x="10764" y="3406"/>
                    <a:pt x="10657" y="3513"/>
                    <a:pt x="10538" y="3513"/>
                  </a:cubicBezTo>
                  <a:lnTo>
                    <a:pt x="6811" y="3513"/>
                  </a:lnTo>
                  <a:cubicBezTo>
                    <a:pt x="6692" y="3513"/>
                    <a:pt x="6597" y="3465"/>
                    <a:pt x="6513" y="3394"/>
                  </a:cubicBezTo>
                  <a:lnTo>
                    <a:pt x="5668" y="2620"/>
                  </a:lnTo>
                  <a:cubicBezTo>
                    <a:pt x="5644" y="2584"/>
                    <a:pt x="5608" y="2572"/>
                    <a:pt x="5561" y="2572"/>
                  </a:cubicBezTo>
                  <a:cubicBezTo>
                    <a:pt x="5525" y="2572"/>
                    <a:pt x="5454" y="2584"/>
                    <a:pt x="5430" y="2620"/>
                  </a:cubicBezTo>
                  <a:lnTo>
                    <a:pt x="4584" y="3394"/>
                  </a:lnTo>
                  <a:cubicBezTo>
                    <a:pt x="4489" y="3465"/>
                    <a:pt x="4382" y="3513"/>
                    <a:pt x="4287" y="3513"/>
                  </a:cubicBezTo>
                  <a:lnTo>
                    <a:pt x="560" y="3513"/>
                  </a:lnTo>
                  <a:cubicBezTo>
                    <a:pt x="441" y="3513"/>
                    <a:pt x="334" y="3406"/>
                    <a:pt x="334" y="3287"/>
                  </a:cubicBezTo>
                  <a:lnTo>
                    <a:pt x="334" y="536"/>
                  </a:lnTo>
                  <a:cubicBezTo>
                    <a:pt x="334" y="417"/>
                    <a:pt x="441" y="310"/>
                    <a:pt x="560" y="310"/>
                  </a:cubicBezTo>
                  <a:close/>
                  <a:moveTo>
                    <a:pt x="548" y="1"/>
                  </a:moveTo>
                  <a:cubicBezTo>
                    <a:pt x="251" y="1"/>
                    <a:pt x="0" y="251"/>
                    <a:pt x="0" y="548"/>
                  </a:cubicBezTo>
                  <a:lnTo>
                    <a:pt x="0" y="3299"/>
                  </a:lnTo>
                  <a:cubicBezTo>
                    <a:pt x="0" y="3596"/>
                    <a:pt x="251" y="3858"/>
                    <a:pt x="548" y="3858"/>
                  </a:cubicBezTo>
                  <a:lnTo>
                    <a:pt x="4275" y="3858"/>
                  </a:lnTo>
                  <a:cubicBezTo>
                    <a:pt x="4465" y="3858"/>
                    <a:pt x="4644" y="3775"/>
                    <a:pt x="4787" y="3644"/>
                  </a:cubicBezTo>
                  <a:lnTo>
                    <a:pt x="5537" y="2965"/>
                  </a:lnTo>
                  <a:lnTo>
                    <a:pt x="6275" y="3644"/>
                  </a:lnTo>
                  <a:cubicBezTo>
                    <a:pt x="6430" y="3775"/>
                    <a:pt x="6608" y="3858"/>
                    <a:pt x="6799" y="3858"/>
                  </a:cubicBezTo>
                  <a:lnTo>
                    <a:pt x="10526" y="3858"/>
                  </a:lnTo>
                  <a:cubicBezTo>
                    <a:pt x="10823" y="3858"/>
                    <a:pt x="11073" y="3596"/>
                    <a:pt x="11073" y="3299"/>
                  </a:cubicBezTo>
                  <a:lnTo>
                    <a:pt x="11073" y="548"/>
                  </a:lnTo>
                  <a:cubicBezTo>
                    <a:pt x="11085" y="239"/>
                    <a:pt x="10835" y="1"/>
                    <a:pt x="10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66"/>
            <p:cNvSpPr/>
            <p:nvPr/>
          </p:nvSpPr>
          <p:spPr>
            <a:xfrm>
              <a:off x="6217927" y="3546277"/>
              <a:ext cx="132563" cy="73120"/>
            </a:xfrm>
            <a:custGeom>
              <a:avLst/>
              <a:gdLst/>
              <a:ahLst/>
              <a:cxnLst/>
              <a:rect l="l" t="t" r="r" b="b"/>
              <a:pathLst>
                <a:path w="4168" h="2299" extrusionOk="0">
                  <a:moveTo>
                    <a:pt x="3834" y="322"/>
                  </a:moveTo>
                  <a:lnTo>
                    <a:pt x="3834" y="1560"/>
                  </a:lnTo>
                  <a:lnTo>
                    <a:pt x="3382" y="1977"/>
                  </a:lnTo>
                  <a:lnTo>
                    <a:pt x="322" y="1977"/>
                  </a:lnTo>
                  <a:lnTo>
                    <a:pt x="322" y="322"/>
                  </a:lnTo>
                  <a:close/>
                  <a:moveTo>
                    <a:pt x="250" y="1"/>
                  </a:moveTo>
                  <a:cubicBezTo>
                    <a:pt x="119" y="1"/>
                    <a:pt x="0" y="120"/>
                    <a:pt x="0" y="251"/>
                  </a:cubicBezTo>
                  <a:lnTo>
                    <a:pt x="0" y="2048"/>
                  </a:lnTo>
                  <a:cubicBezTo>
                    <a:pt x="0" y="2179"/>
                    <a:pt x="119" y="2298"/>
                    <a:pt x="250" y="2298"/>
                  </a:cubicBezTo>
                  <a:lnTo>
                    <a:pt x="3406" y="2298"/>
                  </a:lnTo>
                  <a:cubicBezTo>
                    <a:pt x="3465" y="2298"/>
                    <a:pt x="3525" y="2275"/>
                    <a:pt x="3572" y="2239"/>
                  </a:cubicBezTo>
                  <a:lnTo>
                    <a:pt x="4072" y="1787"/>
                  </a:lnTo>
                  <a:cubicBezTo>
                    <a:pt x="4120" y="1739"/>
                    <a:pt x="4156" y="1667"/>
                    <a:pt x="4156" y="1608"/>
                  </a:cubicBezTo>
                  <a:lnTo>
                    <a:pt x="4156" y="263"/>
                  </a:lnTo>
                  <a:cubicBezTo>
                    <a:pt x="4168" y="120"/>
                    <a:pt x="4049" y="1"/>
                    <a:pt x="3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66"/>
            <p:cNvSpPr/>
            <p:nvPr/>
          </p:nvSpPr>
          <p:spPr>
            <a:xfrm>
              <a:off x="6388720" y="3546277"/>
              <a:ext cx="132563" cy="72738"/>
            </a:xfrm>
            <a:custGeom>
              <a:avLst/>
              <a:gdLst/>
              <a:ahLst/>
              <a:cxnLst/>
              <a:rect l="l" t="t" r="r" b="b"/>
              <a:pathLst>
                <a:path w="4168" h="2287" extrusionOk="0">
                  <a:moveTo>
                    <a:pt x="3846" y="322"/>
                  </a:moveTo>
                  <a:lnTo>
                    <a:pt x="3846" y="1977"/>
                  </a:lnTo>
                  <a:lnTo>
                    <a:pt x="786" y="1977"/>
                  </a:lnTo>
                  <a:lnTo>
                    <a:pt x="333" y="1560"/>
                  </a:lnTo>
                  <a:lnTo>
                    <a:pt x="333" y="322"/>
                  </a:lnTo>
                  <a:close/>
                  <a:moveTo>
                    <a:pt x="250" y="1"/>
                  </a:moveTo>
                  <a:cubicBezTo>
                    <a:pt x="119" y="1"/>
                    <a:pt x="0" y="120"/>
                    <a:pt x="0" y="251"/>
                  </a:cubicBezTo>
                  <a:lnTo>
                    <a:pt x="0" y="1584"/>
                  </a:lnTo>
                  <a:cubicBezTo>
                    <a:pt x="0" y="1667"/>
                    <a:pt x="36" y="1727"/>
                    <a:pt x="72" y="1763"/>
                  </a:cubicBezTo>
                  <a:lnTo>
                    <a:pt x="584" y="2227"/>
                  </a:lnTo>
                  <a:cubicBezTo>
                    <a:pt x="631" y="2275"/>
                    <a:pt x="691" y="2287"/>
                    <a:pt x="750" y="2287"/>
                  </a:cubicBezTo>
                  <a:lnTo>
                    <a:pt x="3905" y="2287"/>
                  </a:lnTo>
                  <a:cubicBezTo>
                    <a:pt x="4036" y="2287"/>
                    <a:pt x="4155" y="2168"/>
                    <a:pt x="4155" y="2037"/>
                  </a:cubicBezTo>
                  <a:lnTo>
                    <a:pt x="4155" y="239"/>
                  </a:lnTo>
                  <a:cubicBezTo>
                    <a:pt x="4167" y="120"/>
                    <a:pt x="4048" y="1"/>
                    <a:pt x="3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66"/>
            <p:cNvSpPr/>
            <p:nvPr/>
          </p:nvSpPr>
          <p:spPr>
            <a:xfrm>
              <a:off x="6405736" y="3407289"/>
              <a:ext cx="121591" cy="105306"/>
            </a:xfrm>
            <a:custGeom>
              <a:avLst/>
              <a:gdLst/>
              <a:ahLst/>
              <a:cxnLst/>
              <a:rect l="l" t="t" r="r" b="b"/>
              <a:pathLst>
                <a:path w="3823" h="3311" extrusionOk="0">
                  <a:moveTo>
                    <a:pt x="668" y="1"/>
                  </a:moveTo>
                  <a:cubicBezTo>
                    <a:pt x="299" y="1"/>
                    <a:pt x="1" y="299"/>
                    <a:pt x="1" y="680"/>
                  </a:cubicBezTo>
                  <a:lnTo>
                    <a:pt x="1" y="1775"/>
                  </a:lnTo>
                  <a:cubicBezTo>
                    <a:pt x="1" y="2073"/>
                    <a:pt x="239" y="2311"/>
                    <a:pt x="537" y="2311"/>
                  </a:cubicBezTo>
                  <a:cubicBezTo>
                    <a:pt x="822" y="2311"/>
                    <a:pt x="1049" y="2085"/>
                    <a:pt x="1072" y="1823"/>
                  </a:cubicBezTo>
                  <a:lnTo>
                    <a:pt x="2132" y="3251"/>
                  </a:lnTo>
                  <a:cubicBezTo>
                    <a:pt x="2156" y="3299"/>
                    <a:pt x="2204" y="3311"/>
                    <a:pt x="2263" y="3311"/>
                  </a:cubicBezTo>
                  <a:cubicBezTo>
                    <a:pt x="2287" y="3311"/>
                    <a:pt x="2335" y="3299"/>
                    <a:pt x="2346" y="3275"/>
                  </a:cubicBezTo>
                  <a:cubicBezTo>
                    <a:pt x="2430" y="3216"/>
                    <a:pt x="2442" y="3132"/>
                    <a:pt x="2382" y="3061"/>
                  </a:cubicBezTo>
                  <a:lnTo>
                    <a:pt x="1037" y="1227"/>
                  </a:lnTo>
                  <a:cubicBezTo>
                    <a:pt x="1009" y="1181"/>
                    <a:pt x="953" y="1164"/>
                    <a:pt x="901" y="1164"/>
                  </a:cubicBezTo>
                  <a:cubicBezTo>
                    <a:pt x="886" y="1164"/>
                    <a:pt x="872" y="1165"/>
                    <a:pt x="858" y="1168"/>
                  </a:cubicBezTo>
                  <a:cubicBezTo>
                    <a:pt x="799" y="1180"/>
                    <a:pt x="739" y="1251"/>
                    <a:pt x="739" y="1311"/>
                  </a:cubicBezTo>
                  <a:lnTo>
                    <a:pt x="739" y="1775"/>
                  </a:lnTo>
                  <a:cubicBezTo>
                    <a:pt x="739" y="1894"/>
                    <a:pt x="656" y="1989"/>
                    <a:pt x="537" y="1989"/>
                  </a:cubicBezTo>
                  <a:cubicBezTo>
                    <a:pt x="418" y="1989"/>
                    <a:pt x="322" y="1894"/>
                    <a:pt x="322" y="1775"/>
                  </a:cubicBezTo>
                  <a:lnTo>
                    <a:pt x="322" y="680"/>
                  </a:lnTo>
                  <a:cubicBezTo>
                    <a:pt x="322" y="477"/>
                    <a:pt x="489" y="322"/>
                    <a:pt x="680" y="322"/>
                  </a:cubicBezTo>
                  <a:cubicBezTo>
                    <a:pt x="787" y="322"/>
                    <a:pt x="882" y="358"/>
                    <a:pt x="941" y="418"/>
                  </a:cubicBezTo>
                  <a:lnTo>
                    <a:pt x="3525" y="3204"/>
                  </a:lnTo>
                  <a:cubicBezTo>
                    <a:pt x="3558" y="3236"/>
                    <a:pt x="3605" y="3255"/>
                    <a:pt x="3651" y="3255"/>
                  </a:cubicBezTo>
                  <a:cubicBezTo>
                    <a:pt x="3688" y="3255"/>
                    <a:pt x="3725" y="3242"/>
                    <a:pt x="3751" y="3216"/>
                  </a:cubicBezTo>
                  <a:cubicBezTo>
                    <a:pt x="3811" y="3180"/>
                    <a:pt x="3823" y="3073"/>
                    <a:pt x="3751" y="3001"/>
                  </a:cubicBezTo>
                  <a:lnTo>
                    <a:pt x="1156" y="215"/>
                  </a:lnTo>
                  <a:cubicBezTo>
                    <a:pt x="1025" y="84"/>
                    <a:pt x="846"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66"/>
            <p:cNvSpPr/>
            <p:nvPr/>
          </p:nvSpPr>
          <p:spPr>
            <a:xfrm>
              <a:off x="6212616" y="3407289"/>
              <a:ext cx="120827" cy="105306"/>
            </a:xfrm>
            <a:custGeom>
              <a:avLst/>
              <a:gdLst/>
              <a:ahLst/>
              <a:cxnLst/>
              <a:rect l="l" t="t" r="r" b="b"/>
              <a:pathLst>
                <a:path w="3799" h="3311" extrusionOk="0">
                  <a:moveTo>
                    <a:pt x="3132" y="1"/>
                  </a:moveTo>
                  <a:cubicBezTo>
                    <a:pt x="2930" y="1"/>
                    <a:pt x="2751" y="84"/>
                    <a:pt x="2632" y="215"/>
                  </a:cubicBezTo>
                  <a:lnTo>
                    <a:pt x="60" y="2978"/>
                  </a:lnTo>
                  <a:cubicBezTo>
                    <a:pt x="1" y="3037"/>
                    <a:pt x="1" y="3144"/>
                    <a:pt x="72" y="3204"/>
                  </a:cubicBezTo>
                  <a:cubicBezTo>
                    <a:pt x="101" y="3232"/>
                    <a:pt x="140" y="3247"/>
                    <a:pt x="180" y="3247"/>
                  </a:cubicBezTo>
                  <a:cubicBezTo>
                    <a:pt x="223" y="3247"/>
                    <a:pt x="267" y="3229"/>
                    <a:pt x="298" y="3192"/>
                  </a:cubicBezTo>
                  <a:lnTo>
                    <a:pt x="2870" y="418"/>
                  </a:lnTo>
                  <a:cubicBezTo>
                    <a:pt x="2930" y="346"/>
                    <a:pt x="3037" y="311"/>
                    <a:pt x="3132" y="311"/>
                  </a:cubicBezTo>
                  <a:cubicBezTo>
                    <a:pt x="3323" y="311"/>
                    <a:pt x="3489" y="477"/>
                    <a:pt x="3489" y="668"/>
                  </a:cubicBezTo>
                  <a:lnTo>
                    <a:pt x="3489" y="1775"/>
                  </a:lnTo>
                  <a:cubicBezTo>
                    <a:pt x="3489" y="1894"/>
                    <a:pt x="3394" y="1977"/>
                    <a:pt x="3275" y="1977"/>
                  </a:cubicBezTo>
                  <a:cubicBezTo>
                    <a:pt x="3156" y="1977"/>
                    <a:pt x="3061" y="1894"/>
                    <a:pt x="3061" y="1775"/>
                  </a:cubicBezTo>
                  <a:lnTo>
                    <a:pt x="3061" y="1334"/>
                  </a:lnTo>
                  <a:cubicBezTo>
                    <a:pt x="3061" y="1251"/>
                    <a:pt x="3025" y="1192"/>
                    <a:pt x="2953" y="1180"/>
                  </a:cubicBezTo>
                  <a:cubicBezTo>
                    <a:pt x="2937" y="1177"/>
                    <a:pt x="2921" y="1176"/>
                    <a:pt x="2906" y="1176"/>
                  </a:cubicBezTo>
                  <a:cubicBezTo>
                    <a:pt x="2851" y="1176"/>
                    <a:pt x="2800" y="1193"/>
                    <a:pt x="2763" y="1239"/>
                  </a:cubicBezTo>
                  <a:lnTo>
                    <a:pt x="1429" y="3061"/>
                  </a:lnTo>
                  <a:cubicBezTo>
                    <a:pt x="1370" y="3132"/>
                    <a:pt x="1382" y="3239"/>
                    <a:pt x="1465" y="3275"/>
                  </a:cubicBezTo>
                  <a:cubicBezTo>
                    <a:pt x="1489" y="3299"/>
                    <a:pt x="1525" y="3311"/>
                    <a:pt x="1549" y="3311"/>
                  </a:cubicBezTo>
                  <a:cubicBezTo>
                    <a:pt x="1596" y="3311"/>
                    <a:pt x="1656" y="3275"/>
                    <a:pt x="1679" y="3251"/>
                  </a:cubicBezTo>
                  <a:lnTo>
                    <a:pt x="2727" y="1835"/>
                  </a:lnTo>
                  <a:cubicBezTo>
                    <a:pt x="2739" y="2120"/>
                    <a:pt x="2977" y="2323"/>
                    <a:pt x="3263" y="2323"/>
                  </a:cubicBezTo>
                  <a:cubicBezTo>
                    <a:pt x="3561" y="2323"/>
                    <a:pt x="3799" y="2085"/>
                    <a:pt x="3799" y="1787"/>
                  </a:cubicBezTo>
                  <a:lnTo>
                    <a:pt x="3799" y="692"/>
                  </a:lnTo>
                  <a:cubicBezTo>
                    <a:pt x="3799" y="299"/>
                    <a:pt x="3501" y="1"/>
                    <a:pt x="3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7" name="Google Shape;12387;p66"/>
          <p:cNvGrpSpPr/>
          <p:nvPr/>
        </p:nvGrpSpPr>
        <p:grpSpPr>
          <a:xfrm>
            <a:off x="6637117" y="3222393"/>
            <a:ext cx="353735" cy="254504"/>
            <a:chOff x="6637117" y="3397843"/>
            <a:chExt cx="353735" cy="254504"/>
          </a:xfrm>
        </p:grpSpPr>
        <p:sp>
          <p:nvSpPr>
            <p:cNvPr id="12388" name="Google Shape;12388;p66"/>
            <p:cNvSpPr/>
            <p:nvPr/>
          </p:nvSpPr>
          <p:spPr>
            <a:xfrm>
              <a:off x="6637117" y="3397843"/>
              <a:ext cx="353735" cy="254504"/>
            </a:xfrm>
            <a:custGeom>
              <a:avLst/>
              <a:gdLst/>
              <a:ahLst/>
              <a:cxnLst/>
              <a:rect l="l" t="t" r="r" b="b"/>
              <a:pathLst>
                <a:path w="11122" h="8002" extrusionOk="0">
                  <a:moveTo>
                    <a:pt x="1941" y="358"/>
                  </a:moveTo>
                  <a:cubicBezTo>
                    <a:pt x="2001" y="358"/>
                    <a:pt x="2048" y="405"/>
                    <a:pt x="2048" y="465"/>
                  </a:cubicBezTo>
                  <a:lnTo>
                    <a:pt x="2025" y="810"/>
                  </a:lnTo>
                  <a:lnTo>
                    <a:pt x="1334" y="810"/>
                  </a:lnTo>
                  <a:lnTo>
                    <a:pt x="1334" y="465"/>
                  </a:lnTo>
                  <a:cubicBezTo>
                    <a:pt x="1334" y="405"/>
                    <a:pt x="1370" y="358"/>
                    <a:pt x="1429" y="358"/>
                  </a:cubicBezTo>
                  <a:close/>
                  <a:moveTo>
                    <a:pt x="10002" y="1179"/>
                  </a:moveTo>
                  <a:cubicBezTo>
                    <a:pt x="10061" y="1179"/>
                    <a:pt x="10109" y="1227"/>
                    <a:pt x="10109" y="1286"/>
                  </a:cubicBezTo>
                  <a:lnTo>
                    <a:pt x="10097" y="1596"/>
                  </a:lnTo>
                  <a:lnTo>
                    <a:pt x="8752" y="1596"/>
                  </a:lnTo>
                  <a:lnTo>
                    <a:pt x="8752" y="1286"/>
                  </a:lnTo>
                  <a:cubicBezTo>
                    <a:pt x="8752" y="1227"/>
                    <a:pt x="8799" y="1179"/>
                    <a:pt x="8859" y="1179"/>
                  </a:cubicBezTo>
                  <a:close/>
                  <a:moveTo>
                    <a:pt x="1417" y="0"/>
                  </a:moveTo>
                  <a:cubicBezTo>
                    <a:pt x="1179" y="0"/>
                    <a:pt x="989" y="203"/>
                    <a:pt x="989" y="441"/>
                  </a:cubicBezTo>
                  <a:lnTo>
                    <a:pt x="989" y="774"/>
                  </a:lnTo>
                  <a:lnTo>
                    <a:pt x="846" y="774"/>
                  </a:lnTo>
                  <a:cubicBezTo>
                    <a:pt x="655" y="774"/>
                    <a:pt x="477" y="834"/>
                    <a:pt x="334" y="953"/>
                  </a:cubicBezTo>
                  <a:cubicBezTo>
                    <a:pt x="251" y="1012"/>
                    <a:pt x="251" y="1120"/>
                    <a:pt x="298" y="1191"/>
                  </a:cubicBezTo>
                  <a:cubicBezTo>
                    <a:pt x="332" y="1238"/>
                    <a:pt x="382" y="1259"/>
                    <a:pt x="431" y="1259"/>
                  </a:cubicBezTo>
                  <a:cubicBezTo>
                    <a:pt x="468" y="1259"/>
                    <a:pt x="506" y="1247"/>
                    <a:pt x="536" y="1227"/>
                  </a:cubicBezTo>
                  <a:cubicBezTo>
                    <a:pt x="644" y="1132"/>
                    <a:pt x="756" y="1114"/>
                    <a:pt x="865" y="1114"/>
                  </a:cubicBezTo>
                  <a:cubicBezTo>
                    <a:pt x="932" y="1114"/>
                    <a:pt x="998" y="1121"/>
                    <a:pt x="1062" y="1121"/>
                  </a:cubicBezTo>
                  <a:cubicBezTo>
                    <a:pt x="1077" y="1121"/>
                    <a:pt x="1093" y="1121"/>
                    <a:pt x="1108" y="1120"/>
                  </a:cubicBezTo>
                  <a:lnTo>
                    <a:pt x="2489" y="1120"/>
                  </a:lnTo>
                  <a:cubicBezTo>
                    <a:pt x="2751" y="1120"/>
                    <a:pt x="2977" y="1346"/>
                    <a:pt x="2977" y="1608"/>
                  </a:cubicBezTo>
                  <a:lnTo>
                    <a:pt x="2977" y="2239"/>
                  </a:lnTo>
                  <a:cubicBezTo>
                    <a:pt x="2977" y="2322"/>
                    <a:pt x="3049" y="2405"/>
                    <a:pt x="3144" y="2405"/>
                  </a:cubicBezTo>
                  <a:cubicBezTo>
                    <a:pt x="3227" y="2405"/>
                    <a:pt x="3311" y="2322"/>
                    <a:pt x="3311" y="2239"/>
                  </a:cubicBezTo>
                  <a:lnTo>
                    <a:pt x="3311" y="1929"/>
                  </a:lnTo>
                  <a:lnTo>
                    <a:pt x="10311" y="1929"/>
                  </a:lnTo>
                  <a:cubicBezTo>
                    <a:pt x="10573" y="1941"/>
                    <a:pt x="10776" y="2167"/>
                    <a:pt x="10776" y="2417"/>
                  </a:cubicBezTo>
                  <a:lnTo>
                    <a:pt x="10776" y="2608"/>
                  </a:lnTo>
                  <a:lnTo>
                    <a:pt x="10490" y="2608"/>
                  </a:lnTo>
                  <a:cubicBezTo>
                    <a:pt x="10407" y="2608"/>
                    <a:pt x="10335" y="2679"/>
                    <a:pt x="10335" y="2774"/>
                  </a:cubicBezTo>
                  <a:cubicBezTo>
                    <a:pt x="10335" y="2858"/>
                    <a:pt x="10407" y="2941"/>
                    <a:pt x="10490" y="2941"/>
                  </a:cubicBezTo>
                  <a:lnTo>
                    <a:pt x="10776" y="2941"/>
                  </a:lnTo>
                  <a:lnTo>
                    <a:pt x="10776" y="6846"/>
                  </a:lnTo>
                  <a:lnTo>
                    <a:pt x="10014" y="6846"/>
                  </a:lnTo>
                  <a:cubicBezTo>
                    <a:pt x="9764" y="6846"/>
                    <a:pt x="9573" y="6644"/>
                    <a:pt x="9573" y="6406"/>
                  </a:cubicBezTo>
                  <a:lnTo>
                    <a:pt x="9573" y="3382"/>
                  </a:lnTo>
                  <a:cubicBezTo>
                    <a:pt x="9573" y="3191"/>
                    <a:pt x="9704" y="3013"/>
                    <a:pt x="9883" y="2953"/>
                  </a:cubicBezTo>
                  <a:cubicBezTo>
                    <a:pt x="9978" y="2917"/>
                    <a:pt x="10014" y="2834"/>
                    <a:pt x="9990" y="2739"/>
                  </a:cubicBezTo>
                  <a:cubicBezTo>
                    <a:pt x="9962" y="2675"/>
                    <a:pt x="9907" y="2632"/>
                    <a:pt x="9839" y="2632"/>
                  </a:cubicBezTo>
                  <a:cubicBezTo>
                    <a:pt x="9819" y="2632"/>
                    <a:pt x="9797" y="2635"/>
                    <a:pt x="9776" y="2644"/>
                  </a:cubicBezTo>
                  <a:cubicBezTo>
                    <a:pt x="9454" y="2739"/>
                    <a:pt x="9228" y="3036"/>
                    <a:pt x="9228" y="3382"/>
                  </a:cubicBezTo>
                  <a:lnTo>
                    <a:pt x="9228" y="6406"/>
                  </a:lnTo>
                  <a:cubicBezTo>
                    <a:pt x="9228" y="6835"/>
                    <a:pt x="9573" y="7180"/>
                    <a:pt x="10002" y="7180"/>
                  </a:cubicBezTo>
                  <a:lnTo>
                    <a:pt x="10764" y="7180"/>
                  </a:lnTo>
                  <a:cubicBezTo>
                    <a:pt x="10764" y="7442"/>
                    <a:pt x="10538" y="7668"/>
                    <a:pt x="10276" y="7668"/>
                  </a:cubicBezTo>
                  <a:lnTo>
                    <a:pt x="3132" y="7668"/>
                  </a:lnTo>
                  <a:cubicBezTo>
                    <a:pt x="3203" y="7573"/>
                    <a:pt x="3251" y="7466"/>
                    <a:pt x="3275" y="7335"/>
                  </a:cubicBezTo>
                  <a:cubicBezTo>
                    <a:pt x="3287" y="7251"/>
                    <a:pt x="3227" y="7156"/>
                    <a:pt x="3144" y="7144"/>
                  </a:cubicBezTo>
                  <a:cubicBezTo>
                    <a:pt x="3136" y="7143"/>
                    <a:pt x="3128" y="7143"/>
                    <a:pt x="3120" y="7143"/>
                  </a:cubicBezTo>
                  <a:cubicBezTo>
                    <a:pt x="3035" y="7143"/>
                    <a:pt x="2964" y="7199"/>
                    <a:pt x="2953" y="7275"/>
                  </a:cubicBezTo>
                  <a:cubicBezTo>
                    <a:pt x="2906" y="7501"/>
                    <a:pt x="2691" y="7668"/>
                    <a:pt x="2477" y="7668"/>
                  </a:cubicBezTo>
                  <a:lnTo>
                    <a:pt x="751" y="7668"/>
                  </a:lnTo>
                  <a:cubicBezTo>
                    <a:pt x="513" y="7632"/>
                    <a:pt x="334" y="7430"/>
                    <a:pt x="334" y="7180"/>
                  </a:cubicBezTo>
                  <a:lnTo>
                    <a:pt x="334" y="2548"/>
                  </a:lnTo>
                  <a:lnTo>
                    <a:pt x="334" y="1691"/>
                  </a:lnTo>
                  <a:cubicBezTo>
                    <a:pt x="334" y="1596"/>
                    <a:pt x="251" y="1524"/>
                    <a:pt x="167" y="1524"/>
                  </a:cubicBezTo>
                  <a:cubicBezTo>
                    <a:pt x="72" y="1524"/>
                    <a:pt x="1" y="1596"/>
                    <a:pt x="1" y="1691"/>
                  </a:cubicBezTo>
                  <a:lnTo>
                    <a:pt x="1" y="7180"/>
                  </a:lnTo>
                  <a:cubicBezTo>
                    <a:pt x="1" y="7585"/>
                    <a:pt x="298" y="7918"/>
                    <a:pt x="691" y="7978"/>
                  </a:cubicBezTo>
                  <a:cubicBezTo>
                    <a:pt x="703" y="7978"/>
                    <a:pt x="727" y="7978"/>
                    <a:pt x="751" y="8001"/>
                  </a:cubicBezTo>
                  <a:lnTo>
                    <a:pt x="10276" y="8001"/>
                  </a:lnTo>
                  <a:cubicBezTo>
                    <a:pt x="10716" y="8001"/>
                    <a:pt x="11085" y="7620"/>
                    <a:pt x="11085" y="7180"/>
                  </a:cubicBezTo>
                  <a:lnTo>
                    <a:pt x="11085" y="2405"/>
                  </a:lnTo>
                  <a:cubicBezTo>
                    <a:pt x="11121" y="2001"/>
                    <a:pt x="10823" y="1655"/>
                    <a:pt x="10442" y="1596"/>
                  </a:cubicBezTo>
                  <a:lnTo>
                    <a:pt x="10442" y="1262"/>
                  </a:lnTo>
                  <a:cubicBezTo>
                    <a:pt x="10442" y="1024"/>
                    <a:pt x="10240" y="834"/>
                    <a:pt x="10002" y="834"/>
                  </a:cubicBezTo>
                  <a:lnTo>
                    <a:pt x="8859" y="834"/>
                  </a:lnTo>
                  <a:cubicBezTo>
                    <a:pt x="8621" y="834"/>
                    <a:pt x="8430" y="1024"/>
                    <a:pt x="8430" y="1262"/>
                  </a:cubicBezTo>
                  <a:lnTo>
                    <a:pt x="8430" y="1584"/>
                  </a:lnTo>
                  <a:lnTo>
                    <a:pt x="7966" y="1584"/>
                  </a:lnTo>
                  <a:lnTo>
                    <a:pt x="7621" y="834"/>
                  </a:lnTo>
                  <a:cubicBezTo>
                    <a:pt x="7502" y="572"/>
                    <a:pt x="7240" y="405"/>
                    <a:pt x="6942" y="405"/>
                  </a:cubicBezTo>
                  <a:lnTo>
                    <a:pt x="5597" y="405"/>
                  </a:lnTo>
                  <a:cubicBezTo>
                    <a:pt x="5358" y="405"/>
                    <a:pt x="5120" y="524"/>
                    <a:pt x="4989" y="715"/>
                  </a:cubicBezTo>
                  <a:cubicBezTo>
                    <a:pt x="4930" y="798"/>
                    <a:pt x="4966" y="893"/>
                    <a:pt x="5037" y="941"/>
                  </a:cubicBezTo>
                  <a:cubicBezTo>
                    <a:pt x="5064" y="963"/>
                    <a:pt x="5096" y="974"/>
                    <a:pt x="5128" y="974"/>
                  </a:cubicBezTo>
                  <a:cubicBezTo>
                    <a:pt x="5181" y="974"/>
                    <a:pt x="5234" y="945"/>
                    <a:pt x="5263" y="893"/>
                  </a:cubicBezTo>
                  <a:cubicBezTo>
                    <a:pt x="5335" y="798"/>
                    <a:pt x="5466" y="715"/>
                    <a:pt x="5597" y="715"/>
                  </a:cubicBezTo>
                  <a:lnTo>
                    <a:pt x="6942" y="715"/>
                  </a:lnTo>
                  <a:cubicBezTo>
                    <a:pt x="7109" y="715"/>
                    <a:pt x="7252" y="810"/>
                    <a:pt x="7323" y="953"/>
                  </a:cubicBezTo>
                  <a:lnTo>
                    <a:pt x="7609" y="1572"/>
                  </a:lnTo>
                  <a:lnTo>
                    <a:pt x="4942" y="1572"/>
                  </a:lnTo>
                  <a:lnTo>
                    <a:pt x="4989" y="1465"/>
                  </a:lnTo>
                  <a:cubicBezTo>
                    <a:pt x="5037" y="1370"/>
                    <a:pt x="4989" y="1286"/>
                    <a:pt x="4918" y="1239"/>
                  </a:cubicBezTo>
                  <a:cubicBezTo>
                    <a:pt x="4891" y="1225"/>
                    <a:pt x="4866" y="1219"/>
                    <a:pt x="4841" y="1219"/>
                  </a:cubicBezTo>
                  <a:cubicBezTo>
                    <a:pt x="4779" y="1219"/>
                    <a:pt x="4726" y="1259"/>
                    <a:pt x="4692" y="1310"/>
                  </a:cubicBezTo>
                  <a:lnTo>
                    <a:pt x="4573" y="1572"/>
                  </a:lnTo>
                  <a:lnTo>
                    <a:pt x="3311" y="1572"/>
                  </a:lnTo>
                  <a:cubicBezTo>
                    <a:pt x="3299" y="1131"/>
                    <a:pt x="2918" y="774"/>
                    <a:pt x="2489" y="774"/>
                  </a:cubicBezTo>
                  <a:lnTo>
                    <a:pt x="2358" y="774"/>
                  </a:lnTo>
                  <a:lnTo>
                    <a:pt x="2358" y="441"/>
                  </a:lnTo>
                  <a:cubicBezTo>
                    <a:pt x="2358" y="203"/>
                    <a:pt x="2168"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66"/>
            <p:cNvSpPr/>
            <p:nvPr/>
          </p:nvSpPr>
          <p:spPr>
            <a:xfrm>
              <a:off x="6732532" y="3484925"/>
              <a:ext cx="10273" cy="129923"/>
            </a:xfrm>
            <a:custGeom>
              <a:avLst/>
              <a:gdLst/>
              <a:ahLst/>
              <a:cxnLst/>
              <a:rect l="l" t="t" r="r" b="b"/>
              <a:pathLst>
                <a:path w="323" h="4085" extrusionOk="0">
                  <a:moveTo>
                    <a:pt x="156" y="1"/>
                  </a:moveTo>
                  <a:cubicBezTo>
                    <a:pt x="72" y="1"/>
                    <a:pt x="1" y="84"/>
                    <a:pt x="1" y="167"/>
                  </a:cubicBezTo>
                  <a:lnTo>
                    <a:pt x="1" y="3918"/>
                  </a:lnTo>
                  <a:cubicBezTo>
                    <a:pt x="1" y="4013"/>
                    <a:pt x="72" y="4085"/>
                    <a:pt x="156" y="4085"/>
                  </a:cubicBezTo>
                  <a:cubicBezTo>
                    <a:pt x="251" y="4085"/>
                    <a:pt x="322" y="4013"/>
                    <a:pt x="322" y="3918"/>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66"/>
            <p:cNvSpPr/>
            <p:nvPr/>
          </p:nvSpPr>
          <p:spPr>
            <a:xfrm>
              <a:off x="6903707" y="3467591"/>
              <a:ext cx="38293" cy="29483"/>
            </a:xfrm>
            <a:custGeom>
              <a:avLst/>
              <a:gdLst/>
              <a:ahLst/>
              <a:cxnLst/>
              <a:rect l="l" t="t" r="r" b="b"/>
              <a:pathLst>
                <a:path w="1204" h="927" extrusionOk="0">
                  <a:moveTo>
                    <a:pt x="728" y="0"/>
                  </a:moveTo>
                  <a:cubicBezTo>
                    <a:pt x="676" y="0"/>
                    <a:pt x="625" y="26"/>
                    <a:pt x="596" y="70"/>
                  </a:cubicBezTo>
                  <a:cubicBezTo>
                    <a:pt x="536" y="153"/>
                    <a:pt x="572" y="248"/>
                    <a:pt x="644" y="296"/>
                  </a:cubicBezTo>
                  <a:cubicBezTo>
                    <a:pt x="775" y="391"/>
                    <a:pt x="703" y="593"/>
                    <a:pt x="548" y="593"/>
                  </a:cubicBezTo>
                  <a:cubicBezTo>
                    <a:pt x="453" y="593"/>
                    <a:pt x="370" y="510"/>
                    <a:pt x="394" y="403"/>
                  </a:cubicBezTo>
                  <a:cubicBezTo>
                    <a:pt x="405" y="308"/>
                    <a:pt x="346" y="224"/>
                    <a:pt x="251" y="212"/>
                  </a:cubicBezTo>
                  <a:cubicBezTo>
                    <a:pt x="238" y="209"/>
                    <a:pt x="225" y="207"/>
                    <a:pt x="213" y="207"/>
                  </a:cubicBezTo>
                  <a:cubicBezTo>
                    <a:pt x="141" y="207"/>
                    <a:pt x="70" y="262"/>
                    <a:pt x="60" y="343"/>
                  </a:cubicBezTo>
                  <a:cubicBezTo>
                    <a:pt x="1" y="653"/>
                    <a:pt x="239" y="927"/>
                    <a:pt x="548" y="927"/>
                  </a:cubicBezTo>
                  <a:cubicBezTo>
                    <a:pt x="1013" y="927"/>
                    <a:pt x="1203" y="308"/>
                    <a:pt x="822" y="34"/>
                  </a:cubicBezTo>
                  <a:cubicBezTo>
                    <a:pt x="794" y="11"/>
                    <a:pt x="761" y="0"/>
                    <a:pt x="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66"/>
            <p:cNvSpPr/>
            <p:nvPr/>
          </p:nvSpPr>
          <p:spPr>
            <a:xfrm>
              <a:off x="6750725" y="3461739"/>
              <a:ext cx="177249" cy="177345"/>
            </a:xfrm>
            <a:custGeom>
              <a:avLst/>
              <a:gdLst/>
              <a:ahLst/>
              <a:cxnLst/>
              <a:rect l="l" t="t" r="r" b="b"/>
              <a:pathLst>
                <a:path w="5573" h="5576" extrusionOk="0">
                  <a:moveTo>
                    <a:pt x="2753" y="0"/>
                  </a:moveTo>
                  <a:cubicBezTo>
                    <a:pt x="2168" y="0"/>
                    <a:pt x="1571" y="186"/>
                    <a:pt x="1048" y="599"/>
                  </a:cubicBezTo>
                  <a:cubicBezTo>
                    <a:pt x="977" y="658"/>
                    <a:pt x="953" y="765"/>
                    <a:pt x="1013" y="837"/>
                  </a:cubicBezTo>
                  <a:cubicBezTo>
                    <a:pt x="1049" y="881"/>
                    <a:pt x="1103" y="906"/>
                    <a:pt x="1156" y="906"/>
                  </a:cubicBezTo>
                  <a:cubicBezTo>
                    <a:pt x="1190" y="906"/>
                    <a:pt x="1223" y="896"/>
                    <a:pt x="1251" y="873"/>
                  </a:cubicBezTo>
                  <a:cubicBezTo>
                    <a:pt x="1711" y="505"/>
                    <a:pt x="2238" y="339"/>
                    <a:pt x="2753" y="339"/>
                  </a:cubicBezTo>
                  <a:cubicBezTo>
                    <a:pt x="4023" y="339"/>
                    <a:pt x="5227" y="1342"/>
                    <a:pt x="5227" y="2790"/>
                  </a:cubicBezTo>
                  <a:cubicBezTo>
                    <a:pt x="5227" y="3373"/>
                    <a:pt x="5013" y="3921"/>
                    <a:pt x="4668" y="4361"/>
                  </a:cubicBezTo>
                  <a:cubicBezTo>
                    <a:pt x="4203" y="4933"/>
                    <a:pt x="3501" y="5242"/>
                    <a:pt x="2775" y="5242"/>
                  </a:cubicBezTo>
                  <a:cubicBezTo>
                    <a:pt x="1417" y="5242"/>
                    <a:pt x="322" y="4147"/>
                    <a:pt x="322" y="2790"/>
                  </a:cubicBezTo>
                  <a:cubicBezTo>
                    <a:pt x="322" y="2242"/>
                    <a:pt x="501" y="1730"/>
                    <a:pt x="822" y="1301"/>
                  </a:cubicBezTo>
                  <a:cubicBezTo>
                    <a:pt x="882" y="1230"/>
                    <a:pt x="870" y="1123"/>
                    <a:pt x="798" y="1075"/>
                  </a:cubicBezTo>
                  <a:cubicBezTo>
                    <a:pt x="763" y="1050"/>
                    <a:pt x="727" y="1038"/>
                    <a:pt x="692" y="1038"/>
                  </a:cubicBezTo>
                  <a:cubicBezTo>
                    <a:pt x="644" y="1038"/>
                    <a:pt x="600" y="1062"/>
                    <a:pt x="572" y="1111"/>
                  </a:cubicBezTo>
                  <a:cubicBezTo>
                    <a:pt x="203" y="1599"/>
                    <a:pt x="0" y="2182"/>
                    <a:pt x="0" y="2790"/>
                  </a:cubicBezTo>
                  <a:cubicBezTo>
                    <a:pt x="0" y="4325"/>
                    <a:pt x="1251" y="5576"/>
                    <a:pt x="2787" y="5576"/>
                  </a:cubicBezTo>
                  <a:cubicBezTo>
                    <a:pt x="3620" y="5576"/>
                    <a:pt x="4394" y="5195"/>
                    <a:pt x="4930" y="4575"/>
                  </a:cubicBezTo>
                  <a:cubicBezTo>
                    <a:pt x="5346" y="4087"/>
                    <a:pt x="5573" y="3444"/>
                    <a:pt x="5573" y="2790"/>
                  </a:cubicBezTo>
                  <a:cubicBezTo>
                    <a:pt x="5564" y="1130"/>
                    <a:pt x="4194" y="0"/>
                    <a:pt x="2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66"/>
            <p:cNvSpPr/>
            <p:nvPr/>
          </p:nvSpPr>
          <p:spPr>
            <a:xfrm>
              <a:off x="6778363" y="3495166"/>
              <a:ext cx="134090" cy="110681"/>
            </a:xfrm>
            <a:custGeom>
              <a:avLst/>
              <a:gdLst/>
              <a:ahLst/>
              <a:cxnLst/>
              <a:rect l="l" t="t" r="r" b="b"/>
              <a:pathLst>
                <a:path w="4216" h="3480" extrusionOk="0">
                  <a:moveTo>
                    <a:pt x="1906" y="0"/>
                  </a:moveTo>
                  <a:cubicBezTo>
                    <a:pt x="834" y="0"/>
                    <a:pt x="1" y="965"/>
                    <a:pt x="179" y="2024"/>
                  </a:cubicBezTo>
                  <a:cubicBezTo>
                    <a:pt x="190" y="2100"/>
                    <a:pt x="271" y="2157"/>
                    <a:pt x="348" y="2157"/>
                  </a:cubicBezTo>
                  <a:cubicBezTo>
                    <a:pt x="355" y="2157"/>
                    <a:pt x="363" y="2156"/>
                    <a:pt x="370" y="2155"/>
                  </a:cubicBezTo>
                  <a:cubicBezTo>
                    <a:pt x="465" y="2143"/>
                    <a:pt x="525" y="2048"/>
                    <a:pt x="501" y="1965"/>
                  </a:cubicBezTo>
                  <a:cubicBezTo>
                    <a:pt x="348" y="1037"/>
                    <a:pt x="1082" y="310"/>
                    <a:pt x="1901" y="310"/>
                  </a:cubicBezTo>
                  <a:cubicBezTo>
                    <a:pt x="2228" y="310"/>
                    <a:pt x="2568" y="426"/>
                    <a:pt x="2870" y="691"/>
                  </a:cubicBezTo>
                  <a:cubicBezTo>
                    <a:pt x="3442" y="1215"/>
                    <a:pt x="3477" y="2108"/>
                    <a:pt x="2941" y="2691"/>
                  </a:cubicBezTo>
                  <a:cubicBezTo>
                    <a:pt x="2660" y="2994"/>
                    <a:pt x="2278" y="3142"/>
                    <a:pt x="1899" y="3142"/>
                  </a:cubicBezTo>
                  <a:cubicBezTo>
                    <a:pt x="1444" y="3142"/>
                    <a:pt x="993" y="2928"/>
                    <a:pt x="727" y="2512"/>
                  </a:cubicBezTo>
                  <a:cubicBezTo>
                    <a:pt x="696" y="2466"/>
                    <a:pt x="645" y="2435"/>
                    <a:pt x="590" y="2435"/>
                  </a:cubicBezTo>
                  <a:cubicBezTo>
                    <a:pt x="561" y="2435"/>
                    <a:pt x="530" y="2444"/>
                    <a:pt x="501" y="2465"/>
                  </a:cubicBezTo>
                  <a:cubicBezTo>
                    <a:pt x="429" y="2512"/>
                    <a:pt x="405" y="2620"/>
                    <a:pt x="465" y="2691"/>
                  </a:cubicBezTo>
                  <a:cubicBezTo>
                    <a:pt x="803" y="3212"/>
                    <a:pt x="1362" y="3480"/>
                    <a:pt x="1924" y="3480"/>
                  </a:cubicBezTo>
                  <a:cubicBezTo>
                    <a:pt x="2390" y="3480"/>
                    <a:pt x="2858" y="3295"/>
                    <a:pt x="3203" y="2917"/>
                  </a:cubicBezTo>
                  <a:cubicBezTo>
                    <a:pt x="4215" y="1810"/>
                    <a:pt x="3418" y="0"/>
                    <a:pt x="1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3" name="Google Shape;12393;p66"/>
            <p:cNvSpPr/>
            <p:nvPr/>
          </p:nvSpPr>
          <p:spPr>
            <a:xfrm>
              <a:off x="6820791" y="3521501"/>
              <a:ext cx="49997" cy="41665"/>
            </a:xfrm>
            <a:custGeom>
              <a:avLst/>
              <a:gdLst/>
              <a:ahLst/>
              <a:cxnLst/>
              <a:rect l="l" t="t" r="r" b="b"/>
              <a:pathLst>
                <a:path w="1572" h="1310" extrusionOk="0">
                  <a:moveTo>
                    <a:pt x="756" y="0"/>
                  </a:moveTo>
                  <a:cubicBezTo>
                    <a:pt x="743" y="0"/>
                    <a:pt x="729" y="2"/>
                    <a:pt x="715" y="6"/>
                  </a:cubicBezTo>
                  <a:cubicBezTo>
                    <a:pt x="203" y="101"/>
                    <a:pt x="0" y="744"/>
                    <a:pt x="381" y="1113"/>
                  </a:cubicBezTo>
                  <a:cubicBezTo>
                    <a:pt x="506" y="1244"/>
                    <a:pt x="676" y="1309"/>
                    <a:pt x="845" y="1309"/>
                  </a:cubicBezTo>
                  <a:cubicBezTo>
                    <a:pt x="1015" y="1309"/>
                    <a:pt x="1185" y="1244"/>
                    <a:pt x="1310" y="1113"/>
                  </a:cubicBezTo>
                  <a:cubicBezTo>
                    <a:pt x="1524" y="911"/>
                    <a:pt x="1572" y="613"/>
                    <a:pt x="1453" y="363"/>
                  </a:cubicBezTo>
                  <a:cubicBezTo>
                    <a:pt x="1418" y="301"/>
                    <a:pt x="1356" y="266"/>
                    <a:pt x="1293" y="266"/>
                  </a:cubicBezTo>
                  <a:cubicBezTo>
                    <a:pt x="1271" y="266"/>
                    <a:pt x="1248" y="270"/>
                    <a:pt x="1226" y="280"/>
                  </a:cubicBezTo>
                  <a:cubicBezTo>
                    <a:pt x="1155" y="327"/>
                    <a:pt x="1107" y="422"/>
                    <a:pt x="1155" y="506"/>
                  </a:cubicBezTo>
                  <a:cubicBezTo>
                    <a:pt x="1215" y="625"/>
                    <a:pt x="1191" y="791"/>
                    <a:pt x="1096" y="899"/>
                  </a:cubicBezTo>
                  <a:cubicBezTo>
                    <a:pt x="1024" y="964"/>
                    <a:pt x="938" y="997"/>
                    <a:pt x="851" y="997"/>
                  </a:cubicBezTo>
                  <a:cubicBezTo>
                    <a:pt x="765" y="997"/>
                    <a:pt x="679" y="964"/>
                    <a:pt x="607" y="899"/>
                  </a:cubicBezTo>
                  <a:cubicBezTo>
                    <a:pt x="417" y="696"/>
                    <a:pt x="524" y="375"/>
                    <a:pt x="774" y="327"/>
                  </a:cubicBezTo>
                  <a:cubicBezTo>
                    <a:pt x="869" y="315"/>
                    <a:pt x="929" y="220"/>
                    <a:pt x="905" y="137"/>
                  </a:cubicBezTo>
                  <a:cubicBezTo>
                    <a:pt x="895" y="56"/>
                    <a:pt x="833" y="0"/>
                    <a:pt x="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4" name="Google Shape;12394;p66"/>
          <p:cNvGrpSpPr/>
          <p:nvPr/>
        </p:nvGrpSpPr>
        <p:grpSpPr>
          <a:xfrm>
            <a:off x="7075994" y="3174081"/>
            <a:ext cx="360637" cy="352336"/>
            <a:chOff x="7075994" y="3349531"/>
            <a:chExt cx="360637" cy="352336"/>
          </a:xfrm>
        </p:grpSpPr>
        <p:sp>
          <p:nvSpPr>
            <p:cNvPr id="12395" name="Google Shape;12395;p66"/>
            <p:cNvSpPr/>
            <p:nvPr/>
          </p:nvSpPr>
          <p:spPr>
            <a:xfrm>
              <a:off x="7277097" y="3607502"/>
              <a:ext cx="56454" cy="57154"/>
            </a:xfrm>
            <a:custGeom>
              <a:avLst/>
              <a:gdLst/>
              <a:ahLst/>
              <a:cxnLst/>
              <a:rect l="l" t="t" r="r" b="b"/>
              <a:pathLst>
                <a:path w="1775" h="1797" extrusionOk="0">
                  <a:moveTo>
                    <a:pt x="871" y="0"/>
                  </a:moveTo>
                  <a:cubicBezTo>
                    <a:pt x="656" y="0"/>
                    <a:pt x="438" y="79"/>
                    <a:pt x="262" y="254"/>
                  </a:cubicBezTo>
                  <a:cubicBezTo>
                    <a:pt x="203" y="314"/>
                    <a:pt x="203" y="421"/>
                    <a:pt x="262" y="493"/>
                  </a:cubicBezTo>
                  <a:cubicBezTo>
                    <a:pt x="292" y="522"/>
                    <a:pt x="331" y="537"/>
                    <a:pt x="372" y="537"/>
                  </a:cubicBezTo>
                  <a:cubicBezTo>
                    <a:pt x="414" y="537"/>
                    <a:pt x="459" y="522"/>
                    <a:pt x="500" y="493"/>
                  </a:cubicBezTo>
                  <a:cubicBezTo>
                    <a:pt x="609" y="391"/>
                    <a:pt x="753" y="335"/>
                    <a:pt x="898" y="335"/>
                  </a:cubicBezTo>
                  <a:cubicBezTo>
                    <a:pt x="1007" y="335"/>
                    <a:pt x="1117" y="367"/>
                    <a:pt x="1215" y="433"/>
                  </a:cubicBezTo>
                  <a:cubicBezTo>
                    <a:pt x="1465" y="612"/>
                    <a:pt x="1536" y="957"/>
                    <a:pt x="1357" y="1231"/>
                  </a:cubicBezTo>
                  <a:cubicBezTo>
                    <a:pt x="1241" y="1398"/>
                    <a:pt x="1069" y="1475"/>
                    <a:pt x="898" y="1475"/>
                  </a:cubicBezTo>
                  <a:cubicBezTo>
                    <a:pt x="632" y="1475"/>
                    <a:pt x="370" y="1288"/>
                    <a:pt x="334" y="969"/>
                  </a:cubicBezTo>
                  <a:cubicBezTo>
                    <a:pt x="322" y="885"/>
                    <a:pt x="238" y="826"/>
                    <a:pt x="155" y="826"/>
                  </a:cubicBezTo>
                  <a:cubicBezTo>
                    <a:pt x="60" y="838"/>
                    <a:pt x="0" y="909"/>
                    <a:pt x="0" y="1005"/>
                  </a:cubicBezTo>
                  <a:cubicBezTo>
                    <a:pt x="58" y="1504"/>
                    <a:pt x="477" y="1797"/>
                    <a:pt x="901" y="1797"/>
                  </a:cubicBezTo>
                  <a:cubicBezTo>
                    <a:pt x="1174" y="1797"/>
                    <a:pt x="1449" y="1675"/>
                    <a:pt x="1631" y="1409"/>
                  </a:cubicBezTo>
                  <a:cubicBezTo>
                    <a:pt x="1727" y="1255"/>
                    <a:pt x="1774" y="1076"/>
                    <a:pt x="1774" y="897"/>
                  </a:cubicBezTo>
                  <a:cubicBezTo>
                    <a:pt x="1774" y="355"/>
                    <a:pt x="1329" y="0"/>
                    <a:pt x="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6" name="Google Shape;12396;p66"/>
            <p:cNvSpPr/>
            <p:nvPr/>
          </p:nvSpPr>
          <p:spPr>
            <a:xfrm>
              <a:off x="7090784" y="3428917"/>
              <a:ext cx="190894" cy="81421"/>
            </a:xfrm>
            <a:custGeom>
              <a:avLst/>
              <a:gdLst/>
              <a:ahLst/>
              <a:cxnLst/>
              <a:rect l="l" t="t" r="r" b="b"/>
              <a:pathLst>
                <a:path w="6002" h="2560" extrusionOk="0">
                  <a:moveTo>
                    <a:pt x="3568" y="0"/>
                  </a:moveTo>
                  <a:cubicBezTo>
                    <a:pt x="2130" y="0"/>
                    <a:pt x="671" y="803"/>
                    <a:pt x="48" y="2333"/>
                  </a:cubicBezTo>
                  <a:cubicBezTo>
                    <a:pt x="0" y="2440"/>
                    <a:pt x="72" y="2559"/>
                    <a:pt x="191" y="2559"/>
                  </a:cubicBezTo>
                  <a:cubicBezTo>
                    <a:pt x="250" y="2559"/>
                    <a:pt x="310" y="2512"/>
                    <a:pt x="346" y="2452"/>
                  </a:cubicBezTo>
                  <a:cubicBezTo>
                    <a:pt x="909" y="1087"/>
                    <a:pt x="2208" y="325"/>
                    <a:pt x="3537" y="325"/>
                  </a:cubicBezTo>
                  <a:cubicBezTo>
                    <a:pt x="4202" y="325"/>
                    <a:pt x="4874" y="516"/>
                    <a:pt x="5465" y="916"/>
                  </a:cubicBezTo>
                  <a:cubicBezTo>
                    <a:pt x="5537" y="976"/>
                    <a:pt x="5608" y="1024"/>
                    <a:pt x="5680" y="1095"/>
                  </a:cubicBezTo>
                  <a:cubicBezTo>
                    <a:pt x="5719" y="1123"/>
                    <a:pt x="5762" y="1138"/>
                    <a:pt x="5802" y="1138"/>
                  </a:cubicBezTo>
                  <a:cubicBezTo>
                    <a:pt x="5846" y="1138"/>
                    <a:pt x="5887" y="1120"/>
                    <a:pt x="5918" y="1083"/>
                  </a:cubicBezTo>
                  <a:cubicBezTo>
                    <a:pt x="6001" y="1012"/>
                    <a:pt x="5977" y="905"/>
                    <a:pt x="5906" y="845"/>
                  </a:cubicBezTo>
                  <a:cubicBezTo>
                    <a:pt x="5250" y="277"/>
                    <a:pt x="4413" y="0"/>
                    <a:pt x="35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7" name="Google Shape;12397;p66"/>
            <p:cNvSpPr/>
            <p:nvPr/>
          </p:nvSpPr>
          <p:spPr>
            <a:xfrm>
              <a:off x="7075994" y="3520102"/>
              <a:ext cx="136762" cy="167072"/>
            </a:xfrm>
            <a:custGeom>
              <a:avLst/>
              <a:gdLst/>
              <a:ahLst/>
              <a:cxnLst/>
              <a:rect l="l" t="t" r="r" b="b"/>
              <a:pathLst>
                <a:path w="4300" h="5253" extrusionOk="0">
                  <a:moveTo>
                    <a:pt x="489" y="1"/>
                  </a:moveTo>
                  <a:cubicBezTo>
                    <a:pt x="404" y="1"/>
                    <a:pt x="332" y="57"/>
                    <a:pt x="311" y="133"/>
                  </a:cubicBezTo>
                  <a:cubicBezTo>
                    <a:pt x="1" y="1621"/>
                    <a:pt x="608" y="3181"/>
                    <a:pt x="1882" y="4050"/>
                  </a:cubicBezTo>
                  <a:cubicBezTo>
                    <a:pt x="1954" y="4110"/>
                    <a:pt x="2847" y="4765"/>
                    <a:pt x="4049" y="5241"/>
                  </a:cubicBezTo>
                  <a:cubicBezTo>
                    <a:pt x="4061" y="5253"/>
                    <a:pt x="4097" y="5253"/>
                    <a:pt x="4109" y="5253"/>
                  </a:cubicBezTo>
                  <a:cubicBezTo>
                    <a:pt x="4168" y="5253"/>
                    <a:pt x="4240" y="5205"/>
                    <a:pt x="4263" y="5146"/>
                  </a:cubicBezTo>
                  <a:cubicBezTo>
                    <a:pt x="4299" y="5050"/>
                    <a:pt x="4263" y="4955"/>
                    <a:pt x="4168" y="4907"/>
                  </a:cubicBezTo>
                  <a:cubicBezTo>
                    <a:pt x="2978" y="4431"/>
                    <a:pt x="2085" y="3764"/>
                    <a:pt x="2073" y="3764"/>
                  </a:cubicBezTo>
                  <a:cubicBezTo>
                    <a:pt x="906" y="2979"/>
                    <a:pt x="346" y="1562"/>
                    <a:pt x="644" y="193"/>
                  </a:cubicBezTo>
                  <a:cubicBezTo>
                    <a:pt x="656" y="97"/>
                    <a:pt x="596" y="14"/>
                    <a:pt x="513" y="2"/>
                  </a:cubicBezTo>
                  <a:cubicBezTo>
                    <a:pt x="505" y="1"/>
                    <a:pt x="497"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66"/>
            <p:cNvSpPr/>
            <p:nvPr/>
          </p:nvSpPr>
          <p:spPr>
            <a:xfrm>
              <a:off x="7158560" y="3468609"/>
              <a:ext cx="87496" cy="57249"/>
            </a:xfrm>
            <a:custGeom>
              <a:avLst/>
              <a:gdLst/>
              <a:ahLst/>
              <a:cxnLst/>
              <a:rect l="l" t="t" r="r" b="b"/>
              <a:pathLst>
                <a:path w="2751" h="1800" extrusionOk="0">
                  <a:moveTo>
                    <a:pt x="2222" y="0"/>
                  </a:moveTo>
                  <a:cubicBezTo>
                    <a:pt x="2208" y="0"/>
                    <a:pt x="2194" y="1"/>
                    <a:pt x="2179" y="2"/>
                  </a:cubicBezTo>
                  <a:lnTo>
                    <a:pt x="929" y="61"/>
                  </a:lnTo>
                  <a:cubicBezTo>
                    <a:pt x="572" y="73"/>
                    <a:pt x="346" y="430"/>
                    <a:pt x="477" y="752"/>
                  </a:cubicBezTo>
                  <a:cubicBezTo>
                    <a:pt x="203" y="788"/>
                    <a:pt x="1" y="1026"/>
                    <a:pt x="12" y="1311"/>
                  </a:cubicBezTo>
                  <a:cubicBezTo>
                    <a:pt x="24" y="1573"/>
                    <a:pt x="262" y="1800"/>
                    <a:pt x="536" y="1800"/>
                  </a:cubicBezTo>
                  <a:cubicBezTo>
                    <a:pt x="560" y="1800"/>
                    <a:pt x="548" y="1800"/>
                    <a:pt x="953" y="1788"/>
                  </a:cubicBezTo>
                  <a:cubicBezTo>
                    <a:pt x="1036" y="1788"/>
                    <a:pt x="1108" y="1692"/>
                    <a:pt x="1096" y="1609"/>
                  </a:cubicBezTo>
                  <a:cubicBezTo>
                    <a:pt x="1096" y="1521"/>
                    <a:pt x="1024" y="1453"/>
                    <a:pt x="938" y="1453"/>
                  </a:cubicBezTo>
                  <a:cubicBezTo>
                    <a:pt x="931" y="1453"/>
                    <a:pt x="924" y="1453"/>
                    <a:pt x="917" y="1454"/>
                  </a:cubicBezTo>
                  <a:lnTo>
                    <a:pt x="536" y="1466"/>
                  </a:lnTo>
                  <a:cubicBezTo>
                    <a:pt x="429" y="1466"/>
                    <a:pt x="322" y="1383"/>
                    <a:pt x="322" y="1276"/>
                  </a:cubicBezTo>
                  <a:cubicBezTo>
                    <a:pt x="322" y="1169"/>
                    <a:pt x="405" y="1085"/>
                    <a:pt x="512" y="1085"/>
                  </a:cubicBezTo>
                  <a:lnTo>
                    <a:pt x="655" y="1085"/>
                  </a:lnTo>
                  <a:cubicBezTo>
                    <a:pt x="846" y="1073"/>
                    <a:pt x="929" y="847"/>
                    <a:pt x="798" y="716"/>
                  </a:cubicBezTo>
                  <a:cubicBezTo>
                    <a:pt x="691" y="597"/>
                    <a:pt x="774" y="395"/>
                    <a:pt x="929" y="395"/>
                  </a:cubicBezTo>
                  <a:lnTo>
                    <a:pt x="2179" y="335"/>
                  </a:lnTo>
                  <a:cubicBezTo>
                    <a:pt x="2287" y="335"/>
                    <a:pt x="2394" y="430"/>
                    <a:pt x="2394" y="538"/>
                  </a:cubicBezTo>
                  <a:cubicBezTo>
                    <a:pt x="2394" y="633"/>
                    <a:pt x="2322" y="728"/>
                    <a:pt x="2215" y="728"/>
                  </a:cubicBezTo>
                  <a:lnTo>
                    <a:pt x="2096" y="728"/>
                  </a:lnTo>
                  <a:cubicBezTo>
                    <a:pt x="1906" y="740"/>
                    <a:pt x="1810" y="966"/>
                    <a:pt x="1929" y="1097"/>
                  </a:cubicBezTo>
                  <a:cubicBezTo>
                    <a:pt x="2036" y="1216"/>
                    <a:pt x="1941" y="1395"/>
                    <a:pt x="1786" y="1407"/>
                  </a:cubicBezTo>
                  <a:lnTo>
                    <a:pt x="1572" y="1431"/>
                  </a:lnTo>
                  <a:cubicBezTo>
                    <a:pt x="1489" y="1431"/>
                    <a:pt x="1405" y="1514"/>
                    <a:pt x="1429" y="1609"/>
                  </a:cubicBezTo>
                  <a:cubicBezTo>
                    <a:pt x="1429" y="1686"/>
                    <a:pt x="1501" y="1753"/>
                    <a:pt x="1587" y="1753"/>
                  </a:cubicBezTo>
                  <a:cubicBezTo>
                    <a:pt x="1594" y="1753"/>
                    <a:pt x="1601" y="1753"/>
                    <a:pt x="1608" y="1752"/>
                  </a:cubicBezTo>
                  <a:lnTo>
                    <a:pt x="1810" y="1740"/>
                  </a:lnTo>
                  <a:cubicBezTo>
                    <a:pt x="2156" y="1728"/>
                    <a:pt x="2406" y="1383"/>
                    <a:pt x="2287" y="1038"/>
                  </a:cubicBezTo>
                  <a:cubicBezTo>
                    <a:pt x="2537" y="1014"/>
                    <a:pt x="2751" y="776"/>
                    <a:pt x="2739" y="490"/>
                  </a:cubicBezTo>
                  <a:cubicBezTo>
                    <a:pt x="2716" y="218"/>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66"/>
            <p:cNvSpPr/>
            <p:nvPr/>
          </p:nvSpPr>
          <p:spPr>
            <a:xfrm>
              <a:off x="7199461" y="3548567"/>
              <a:ext cx="78399" cy="78749"/>
            </a:xfrm>
            <a:custGeom>
              <a:avLst/>
              <a:gdLst/>
              <a:ahLst/>
              <a:cxnLst/>
              <a:rect l="l" t="t" r="r" b="b"/>
              <a:pathLst>
                <a:path w="2465" h="2476" extrusionOk="0">
                  <a:moveTo>
                    <a:pt x="1751" y="0"/>
                  </a:moveTo>
                  <a:cubicBezTo>
                    <a:pt x="1512" y="0"/>
                    <a:pt x="1465" y="107"/>
                    <a:pt x="393" y="679"/>
                  </a:cubicBezTo>
                  <a:cubicBezTo>
                    <a:pt x="96" y="857"/>
                    <a:pt x="36" y="1274"/>
                    <a:pt x="286" y="1512"/>
                  </a:cubicBezTo>
                  <a:cubicBezTo>
                    <a:pt x="96" y="1655"/>
                    <a:pt x="0" y="1917"/>
                    <a:pt x="96" y="2143"/>
                  </a:cubicBezTo>
                  <a:cubicBezTo>
                    <a:pt x="178" y="2358"/>
                    <a:pt x="376" y="2475"/>
                    <a:pt x="576" y="2475"/>
                  </a:cubicBezTo>
                  <a:cubicBezTo>
                    <a:pt x="665" y="2475"/>
                    <a:pt x="754" y="2452"/>
                    <a:pt x="834" y="2405"/>
                  </a:cubicBezTo>
                  <a:lnTo>
                    <a:pt x="1120" y="2250"/>
                  </a:lnTo>
                  <a:cubicBezTo>
                    <a:pt x="1191" y="2203"/>
                    <a:pt x="1227" y="2096"/>
                    <a:pt x="1179" y="2024"/>
                  </a:cubicBezTo>
                  <a:cubicBezTo>
                    <a:pt x="1146" y="1975"/>
                    <a:pt x="1091" y="1943"/>
                    <a:pt x="1033" y="1943"/>
                  </a:cubicBezTo>
                  <a:cubicBezTo>
                    <a:pt x="1006" y="1943"/>
                    <a:pt x="979" y="1950"/>
                    <a:pt x="953" y="1965"/>
                  </a:cubicBezTo>
                  <a:lnTo>
                    <a:pt x="679" y="2131"/>
                  </a:lnTo>
                  <a:cubicBezTo>
                    <a:pt x="648" y="2149"/>
                    <a:pt x="614" y="2157"/>
                    <a:pt x="582" y="2157"/>
                  </a:cubicBezTo>
                  <a:cubicBezTo>
                    <a:pt x="504" y="2157"/>
                    <a:pt x="430" y="2108"/>
                    <a:pt x="405" y="2024"/>
                  </a:cubicBezTo>
                  <a:cubicBezTo>
                    <a:pt x="381" y="1953"/>
                    <a:pt x="417" y="1834"/>
                    <a:pt x="500" y="1786"/>
                  </a:cubicBezTo>
                  <a:cubicBezTo>
                    <a:pt x="679" y="1679"/>
                    <a:pt x="703" y="1429"/>
                    <a:pt x="524" y="1298"/>
                  </a:cubicBezTo>
                  <a:cubicBezTo>
                    <a:pt x="417" y="1203"/>
                    <a:pt x="441" y="1036"/>
                    <a:pt x="560" y="976"/>
                  </a:cubicBezTo>
                  <a:cubicBezTo>
                    <a:pt x="1715" y="345"/>
                    <a:pt x="1655" y="345"/>
                    <a:pt x="1751" y="345"/>
                  </a:cubicBezTo>
                  <a:cubicBezTo>
                    <a:pt x="1846" y="345"/>
                    <a:pt x="1941" y="429"/>
                    <a:pt x="1941" y="536"/>
                  </a:cubicBezTo>
                  <a:cubicBezTo>
                    <a:pt x="1941" y="702"/>
                    <a:pt x="1774" y="726"/>
                    <a:pt x="1715" y="774"/>
                  </a:cubicBezTo>
                  <a:cubicBezTo>
                    <a:pt x="1548" y="857"/>
                    <a:pt x="1572" y="1095"/>
                    <a:pt x="1751" y="1155"/>
                  </a:cubicBezTo>
                  <a:cubicBezTo>
                    <a:pt x="1893" y="1214"/>
                    <a:pt x="1905" y="1429"/>
                    <a:pt x="1763" y="1512"/>
                  </a:cubicBezTo>
                  <a:lnTo>
                    <a:pt x="1524" y="1655"/>
                  </a:lnTo>
                  <a:cubicBezTo>
                    <a:pt x="1453" y="1691"/>
                    <a:pt x="1417" y="1798"/>
                    <a:pt x="1465" y="1869"/>
                  </a:cubicBezTo>
                  <a:cubicBezTo>
                    <a:pt x="1496" y="1924"/>
                    <a:pt x="1548" y="1953"/>
                    <a:pt x="1603" y="1953"/>
                  </a:cubicBezTo>
                  <a:cubicBezTo>
                    <a:pt x="1632" y="1953"/>
                    <a:pt x="1662" y="1945"/>
                    <a:pt x="1691" y="1929"/>
                  </a:cubicBezTo>
                  <a:lnTo>
                    <a:pt x="1929" y="1798"/>
                  </a:lnTo>
                  <a:cubicBezTo>
                    <a:pt x="2239" y="1619"/>
                    <a:pt x="2298" y="1203"/>
                    <a:pt x="2024" y="964"/>
                  </a:cubicBezTo>
                  <a:cubicBezTo>
                    <a:pt x="2465" y="667"/>
                    <a:pt x="2263"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66"/>
            <p:cNvSpPr/>
            <p:nvPr/>
          </p:nvSpPr>
          <p:spPr>
            <a:xfrm>
              <a:off x="7114256" y="3523855"/>
              <a:ext cx="72738" cy="76141"/>
            </a:xfrm>
            <a:custGeom>
              <a:avLst/>
              <a:gdLst/>
              <a:ahLst/>
              <a:cxnLst/>
              <a:rect l="l" t="t" r="r" b="b"/>
              <a:pathLst>
                <a:path w="2287" h="2394" extrusionOk="0">
                  <a:moveTo>
                    <a:pt x="518" y="1"/>
                  </a:moveTo>
                  <a:cubicBezTo>
                    <a:pt x="480" y="1"/>
                    <a:pt x="442" y="5"/>
                    <a:pt x="405" y="15"/>
                  </a:cubicBezTo>
                  <a:cubicBezTo>
                    <a:pt x="167" y="75"/>
                    <a:pt x="0" y="289"/>
                    <a:pt x="0" y="527"/>
                  </a:cubicBezTo>
                  <a:cubicBezTo>
                    <a:pt x="0" y="670"/>
                    <a:pt x="60" y="741"/>
                    <a:pt x="191" y="1098"/>
                  </a:cubicBezTo>
                  <a:cubicBezTo>
                    <a:pt x="217" y="1168"/>
                    <a:pt x="282" y="1212"/>
                    <a:pt x="342" y="1212"/>
                  </a:cubicBezTo>
                  <a:cubicBezTo>
                    <a:pt x="364" y="1212"/>
                    <a:pt x="386" y="1206"/>
                    <a:pt x="405" y="1194"/>
                  </a:cubicBezTo>
                  <a:cubicBezTo>
                    <a:pt x="489" y="1158"/>
                    <a:pt x="536" y="1063"/>
                    <a:pt x="489" y="979"/>
                  </a:cubicBezTo>
                  <a:cubicBezTo>
                    <a:pt x="346" y="587"/>
                    <a:pt x="334" y="587"/>
                    <a:pt x="334" y="527"/>
                  </a:cubicBezTo>
                  <a:cubicBezTo>
                    <a:pt x="334" y="420"/>
                    <a:pt x="417" y="325"/>
                    <a:pt x="512" y="325"/>
                  </a:cubicBezTo>
                  <a:cubicBezTo>
                    <a:pt x="584" y="325"/>
                    <a:pt x="667" y="384"/>
                    <a:pt x="703" y="467"/>
                  </a:cubicBezTo>
                  <a:cubicBezTo>
                    <a:pt x="727" y="503"/>
                    <a:pt x="751" y="729"/>
                    <a:pt x="953" y="729"/>
                  </a:cubicBezTo>
                  <a:cubicBezTo>
                    <a:pt x="1024" y="729"/>
                    <a:pt x="1108" y="682"/>
                    <a:pt x="1143" y="610"/>
                  </a:cubicBezTo>
                  <a:cubicBezTo>
                    <a:pt x="1182" y="550"/>
                    <a:pt x="1245" y="520"/>
                    <a:pt x="1308" y="520"/>
                  </a:cubicBezTo>
                  <a:cubicBezTo>
                    <a:pt x="1382" y="520"/>
                    <a:pt x="1457" y="562"/>
                    <a:pt x="1489" y="646"/>
                  </a:cubicBezTo>
                  <a:cubicBezTo>
                    <a:pt x="1965" y="1860"/>
                    <a:pt x="1953" y="1813"/>
                    <a:pt x="1953" y="1872"/>
                  </a:cubicBezTo>
                  <a:cubicBezTo>
                    <a:pt x="1953" y="1998"/>
                    <a:pt x="1851" y="2071"/>
                    <a:pt x="1752" y="2071"/>
                  </a:cubicBezTo>
                  <a:cubicBezTo>
                    <a:pt x="1682" y="2071"/>
                    <a:pt x="1614" y="2035"/>
                    <a:pt x="1584" y="1956"/>
                  </a:cubicBezTo>
                  <a:lnTo>
                    <a:pt x="1524" y="1813"/>
                  </a:lnTo>
                  <a:cubicBezTo>
                    <a:pt x="1481" y="1719"/>
                    <a:pt x="1394" y="1671"/>
                    <a:pt x="1311" y="1671"/>
                  </a:cubicBezTo>
                  <a:cubicBezTo>
                    <a:pt x="1237" y="1671"/>
                    <a:pt x="1165" y="1710"/>
                    <a:pt x="1132" y="1789"/>
                  </a:cubicBezTo>
                  <a:cubicBezTo>
                    <a:pt x="1099" y="1855"/>
                    <a:pt x="1035" y="1888"/>
                    <a:pt x="971" y="1888"/>
                  </a:cubicBezTo>
                  <a:cubicBezTo>
                    <a:pt x="895" y="1888"/>
                    <a:pt x="818" y="1843"/>
                    <a:pt x="786" y="1753"/>
                  </a:cubicBezTo>
                  <a:lnTo>
                    <a:pt x="727" y="1599"/>
                  </a:lnTo>
                  <a:cubicBezTo>
                    <a:pt x="709" y="1529"/>
                    <a:pt x="647" y="1485"/>
                    <a:pt x="587" y="1485"/>
                  </a:cubicBezTo>
                  <a:cubicBezTo>
                    <a:pt x="565" y="1485"/>
                    <a:pt x="543" y="1491"/>
                    <a:pt x="524" y="1503"/>
                  </a:cubicBezTo>
                  <a:cubicBezTo>
                    <a:pt x="429" y="1539"/>
                    <a:pt x="393" y="1634"/>
                    <a:pt x="429" y="1718"/>
                  </a:cubicBezTo>
                  <a:lnTo>
                    <a:pt x="489" y="1872"/>
                  </a:lnTo>
                  <a:cubicBezTo>
                    <a:pt x="566" y="2089"/>
                    <a:pt x="769" y="2215"/>
                    <a:pt x="976" y="2215"/>
                  </a:cubicBezTo>
                  <a:cubicBezTo>
                    <a:pt x="1088" y="2215"/>
                    <a:pt x="1202" y="2178"/>
                    <a:pt x="1298" y="2099"/>
                  </a:cubicBezTo>
                  <a:cubicBezTo>
                    <a:pt x="1389" y="2281"/>
                    <a:pt x="1578" y="2393"/>
                    <a:pt x="1774" y="2393"/>
                  </a:cubicBezTo>
                  <a:cubicBezTo>
                    <a:pt x="1834" y="2393"/>
                    <a:pt x="1894" y="2383"/>
                    <a:pt x="1953" y="2361"/>
                  </a:cubicBezTo>
                  <a:cubicBezTo>
                    <a:pt x="2144" y="2289"/>
                    <a:pt x="2286" y="2099"/>
                    <a:pt x="2286" y="1872"/>
                  </a:cubicBezTo>
                  <a:cubicBezTo>
                    <a:pt x="2286" y="1718"/>
                    <a:pt x="2239" y="1718"/>
                    <a:pt x="1786" y="527"/>
                  </a:cubicBezTo>
                  <a:cubicBezTo>
                    <a:pt x="1708" y="316"/>
                    <a:pt x="1502" y="187"/>
                    <a:pt x="1296" y="187"/>
                  </a:cubicBezTo>
                  <a:cubicBezTo>
                    <a:pt x="1187" y="187"/>
                    <a:pt x="1079" y="223"/>
                    <a:pt x="989" y="301"/>
                  </a:cubicBezTo>
                  <a:cubicBezTo>
                    <a:pt x="899" y="122"/>
                    <a:pt x="710" y="1"/>
                    <a:pt x="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66"/>
            <p:cNvSpPr/>
            <p:nvPr/>
          </p:nvSpPr>
          <p:spPr>
            <a:xfrm>
              <a:off x="7221057" y="3349531"/>
              <a:ext cx="215574" cy="352336"/>
            </a:xfrm>
            <a:custGeom>
              <a:avLst/>
              <a:gdLst/>
              <a:ahLst/>
              <a:cxnLst/>
              <a:rect l="l" t="t" r="r" b="b"/>
              <a:pathLst>
                <a:path w="6778" h="11078" extrusionOk="0">
                  <a:moveTo>
                    <a:pt x="6543" y="0"/>
                  </a:moveTo>
                  <a:cubicBezTo>
                    <a:pt x="6514" y="0"/>
                    <a:pt x="6483" y="6"/>
                    <a:pt x="6453" y="19"/>
                  </a:cubicBezTo>
                  <a:cubicBezTo>
                    <a:pt x="5834" y="281"/>
                    <a:pt x="5215" y="710"/>
                    <a:pt x="4643" y="1257"/>
                  </a:cubicBezTo>
                  <a:cubicBezTo>
                    <a:pt x="4584" y="1317"/>
                    <a:pt x="4560" y="1424"/>
                    <a:pt x="4643" y="1496"/>
                  </a:cubicBezTo>
                  <a:cubicBezTo>
                    <a:pt x="4675" y="1527"/>
                    <a:pt x="4715" y="1545"/>
                    <a:pt x="4759" y="1545"/>
                  </a:cubicBezTo>
                  <a:cubicBezTo>
                    <a:pt x="4799" y="1545"/>
                    <a:pt x="4842" y="1530"/>
                    <a:pt x="4882" y="1496"/>
                  </a:cubicBezTo>
                  <a:cubicBezTo>
                    <a:pt x="5358" y="1043"/>
                    <a:pt x="5858" y="686"/>
                    <a:pt x="6370" y="436"/>
                  </a:cubicBezTo>
                  <a:lnTo>
                    <a:pt x="6370" y="436"/>
                  </a:lnTo>
                  <a:cubicBezTo>
                    <a:pt x="6001" y="1579"/>
                    <a:pt x="5239" y="2615"/>
                    <a:pt x="4382" y="3448"/>
                  </a:cubicBezTo>
                  <a:cubicBezTo>
                    <a:pt x="4361" y="3441"/>
                    <a:pt x="4342" y="3437"/>
                    <a:pt x="4323" y="3437"/>
                  </a:cubicBezTo>
                  <a:cubicBezTo>
                    <a:pt x="4218" y="3437"/>
                    <a:pt x="4139" y="3540"/>
                    <a:pt x="4179" y="3651"/>
                  </a:cubicBezTo>
                  <a:cubicBezTo>
                    <a:pt x="4072" y="3746"/>
                    <a:pt x="3989" y="3829"/>
                    <a:pt x="3893" y="3901"/>
                  </a:cubicBezTo>
                  <a:cubicBezTo>
                    <a:pt x="3762" y="3698"/>
                    <a:pt x="3548" y="3520"/>
                    <a:pt x="3322" y="3424"/>
                  </a:cubicBezTo>
                  <a:cubicBezTo>
                    <a:pt x="3393" y="3341"/>
                    <a:pt x="3441" y="3234"/>
                    <a:pt x="3524" y="3127"/>
                  </a:cubicBezTo>
                  <a:cubicBezTo>
                    <a:pt x="3703" y="3281"/>
                    <a:pt x="3727" y="3341"/>
                    <a:pt x="3834" y="3341"/>
                  </a:cubicBezTo>
                  <a:cubicBezTo>
                    <a:pt x="3977" y="3341"/>
                    <a:pt x="4060" y="3150"/>
                    <a:pt x="3941" y="3055"/>
                  </a:cubicBezTo>
                  <a:lnTo>
                    <a:pt x="3715" y="2865"/>
                  </a:lnTo>
                  <a:cubicBezTo>
                    <a:pt x="3762" y="2793"/>
                    <a:pt x="3739" y="2817"/>
                    <a:pt x="3774" y="2793"/>
                  </a:cubicBezTo>
                  <a:cubicBezTo>
                    <a:pt x="3774" y="2793"/>
                    <a:pt x="3905" y="2615"/>
                    <a:pt x="3917" y="2591"/>
                  </a:cubicBezTo>
                  <a:lnTo>
                    <a:pt x="4322" y="2936"/>
                  </a:lnTo>
                  <a:cubicBezTo>
                    <a:pt x="4354" y="2963"/>
                    <a:pt x="4394" y="2975"/>
                    <a:pt x="4433" y="2975"/>
                  </a:cubicBezTo>
                  <a:cubicBezTo>
                    <a:pt x="4480" y="2975"/>
                    <a:pt x="4527" y="2957"/>
                    <a:pt x="4560" y="2924"/>
                  </a:cubicBezTo>
                  <a:cubicBezTo>
                    <a:pt x="4620" y="2853"/>
                    <a:pt x="4608" y="2746"/>
                    <a:pt x="4548" y="2686"/>
                  </a:cubicBezTo>
                  <a:lnTo>
                    <a:pt x="4132" y="2329"/>
                  </a:lnTo>
                  <a:cubicBezTo>
                    <a:pt x="4239" y="2198"/>
                    <a:pt x="4346" y="2067"/>
                    <a:pt x="4441" y="1960"/>
                  </a:cubicBezTo>
                  <a:cubicBezTo>
                    <a:pt x="4501" y="1877"/>
                    <a:pt x="4501" y="1769"/>
                    <a:pt x="4429" y="1722"/>
                  </a:cubicBezTo>
                  <a:cubicBezTo>
                    <a:pt x="4395" y="1693"/>
                    <a:pt x="4356" y="1678"/>
                    <a:pt x="4316" y="1678"/>
                  </a:cubicBezTo>
                  <a:cubicBezTo>
                    <a:pt x="4272" y="1678"/>
                    <a:pt x="4228" y="1696"/>
                    <a:pt x="4191" y="1734"/>
                  </a:cubicBezTo>
                  <a:cubicBezTo>
                    <a:pt x="3953" y="1984"/>
                    <a:pt x="3727" y="2269"/>
                    <a:pt x="3512" y="2579"/>
                  </a:cubicBezTo>
                  <a:cubicBezTo>
                    <a:pt x="3512" y="2579"/>
                    <a:pt x="3286" y="2877"/>
                    <a:pt x="2989" y="3353"/>
                  </a:cubicBezTo>
                  <a:cubicBezTo>
                    <a:pt x="2968" y="3352"/>
                    <a:pt x="2948" y="3351"/>
                    <a:pt x="2928" y="3351"/>
                  </a:cubicBezTo>
                  <a:cubicBezTo>
                    <a:pt x="2474" y="3351"/>
                    <a:pt x="2039" y="3609"/>
                    <a:pt x="1846" y="4008"/>
                  </a:cubicBezTo>
                  <a:cubicBezTo>
                    <a:pt x="1750" y="4174"/>
                    <a:pt x="1738" y="4353"/>
                    <a:pt x="1667" y="4484"/>
                  </a:cubicBezTo>
                  <a:cubicBezTo>
                    <a:pt x="1584" y="4603"/>
                    <a:pt x="1488" y="4710"/>
                    <a:pt x="1334" y="4794"/>
                  </a:cubicBezTo>
                  <a:cubicBezTo>
                    <a:pt x="1167" y="4901"/>
                    <a:pt x="1012" y="4948"/>
                    <a:pt x="845" y="4996"/>
                  </a:cubicBezTo>
                  <a:cubicBezTo>
                    <a:pt x="786" y="5008"/>
                    <a:pt x="679" y="5032"/>
                    <a:pt x="572" y="5055"/>
                  </a:cubicBezTo>
                  <a:cubicBezTo>
                    <a:pt x="369" y="5091"/>
                    <a:pt x="274" y="5365"/>
                    <a:pt x="441" y="5508"/>
                  </a:cubicBezTo>
                  <a:cubicBezTo>
                    <a:pt x="560" y="5615"/>
                    <a:pt x="679" y="5722"/>
                    <a:pt x="810" y="5794"/>
                  </a:cubicBezTo>
                  <a:cubicBezTo>
                    <a:pt x="836" y="5809"/>
                    <a:pt x="863" y="5815"/>
                    <a:pt x="890" y="5815"/>
                  </a:cubicBezTo>
                  <a:cubicBezTo>
                    <a:pt x="948" y="5815"/>
                    <a:pt x="1003" y="5783"/>
                    <a:pt x="1036" y="5734"/>
                  </a:cubicBezTo>
                  <a:cubicBezTo>
                    <a:pt x="1084" y="5663"/>
                    <a:pt x="1048" y="5556"/>
                    <a:pt x="976" y="5508"/>
                  </a:cubicBezTo>
                  <a:cubicBezTo>
                    <a:pt x="905" y="5472"/>
                    <a:pt x="822" y="5413"/>
                    <a:pt x="750" y="5353"/>
                  </a:cubicBezTo>
                  <a:cubicBezTo>
                    <a:pt x="1238" y="5234"/>
                    <a:pt x="1679" y="5079"/>
                    <a:pt x="1929" y="4663"/>
                  </a:cubicBezTo>
                  <a:cubicBezTo>
                    <a:pt x="2036" y="4484"/>
                    <a:pt x="2048" y="4293"/>
                    <a:pt x="2119" y="4163"/>
                  </a:cubicBezTo>
                  <a:cubicBezTo>
                    <a:pt x="2261" y="3880"/>
                    <a:pt x="2560" y="3676"/>
                    <a:pt x="2883" y="3676"/>
                  </a:cubicBezTo>
                  <a:cubicBezTo>
                    <a:pt x="3078" y="3676"/>
                    <a:pt x="3281" y="3750"/>
                    <a:pt x="3465" y="3924"/>
                  </a:cubicBezTo>
                  <a:cubicBezTo>
                    <a:pt x="3881" y="4317"/>
                    <a:pt x="3762" y="5020"/>
                    <a:pt x="3203" y="5365"/>
                  </a:cubicBezTo>
                  <a:cubicBezTo>
                    <a:pt x="2842" y="5574"/>
                    <a:pt x="2359" y="5745"/>
                    <a:pt x="1888" y="5745"/>
                  </a:cubicBezTo>
                  <a:cubicBezTo>
                    <a:pt x="1769" y="5745"/>
                    <a:pt x="1651" y="5734"/>
                    <a:pt x="1536" y="5710"/>
                  </a:cubicBezTo>
                  <a:cubicBezTo>
                    <a:pt x="1524" y="5707"/>
                    <a:pt x="1511" y="5705"/>
                    <a:pt x="1498" y="5705"/>
                  </a:cubicBezTo>
                  <a:cubicBezTo>
                    <a:pt x="1426" y="5705"/>
                    <a:pt x="1356" y="5760"/>
                    <a:pt x="1345" y="5841"/>
                  </a:cubicBezTo>
                  <a:cubicBezTo>
                    <a:pt x="1334" y="5925"/>
                    <a:pt x="1393" y="6020"/>
                    <a:pt x="1488" y="6032"/>
                  </a:cubicBezTo>
                  <a:cubicBezTo>
                    <a:pt x="1628" y="6059"/>
                    <a:pt x="1767" y="6071"/>
                    <a:pt x="1906" y="6071"/>
                  </a:cubicBezTo>
                  <a:cubicBezTo>
                    <a:pt x="2074" y="6071"/>
                    <a:pt x="2242" y="6053"/>
                    <a:pt x="2405" y="6020"/>
                  </a:cubicBezTo>
                  <a:cubicBezTo>
                    <a:pt x="2453" y="6937"/>
                    <a:pt x="3060" y="7675"/>
                    <a:pt x="3881" y="8044"/>
                  </a:cubicBezTo>
                  <a:cubicBezTo>
                    <a:pt x="4262" y="8211"/>
                    <a:pt x="4501" y="8592"/>
                    <a:pt x="4501" y="8996"/>
                  </a:cubicBezTo>
                  <a:cubicBezTo>
                    <a:pt x="4501" y="9330"/>
                    <a:pt x="4322" y="9580"/>
                    <a:pt x="4322" y="9580"/>
                  </a:cubicBezTo>
                  <a:cubicBezTo>
                    <a:pt x="3643" y="10415"/>
                    <a:pt x="2769" y="10754"/>
                    <a:pt x="1808" y="10754"/>
                  </a:cubicBezTo>
                  <a:cubicBezTo>
                    <a:pt x="1304" y="10754"/>
                    <a:pt x="775" y="10661"/>
                    <a:pt x="238" y="10497"/>
                  </a:cubicBezTo>
                  <a:cubicBezTo>
                    <a:pt x="219" y="10492"/>
                    <a:pt x="201" y="10489"/>
                    <a:pt x="183" y="10489"/>
                  </a:cubicBezTo>
                  <a:cubicBezTo>
                    <a:pt x="111" y="10489"/>
                    <a:pt x="52" y="10528"/>
                    <a:pt x="24" y="10604"/>
                  </a:cubicBezTo>
                  <a:cubicBezTo>
                    <a:pt x="0" y="10687"/>
                    <a:pt x="36" y="10782"/>
                    <a:pt x="131" y="10806"/>
                  </a:cubicBezTo>
                  <a:cubicBezTo>
                    <a:pt x="703" y="10981"/>
                    <a:pt x="1263" y="11077"/>
                    <a:pt x="1799" y="11077"/>
                  </a:cubicBezTo>
                  <a:cubicBezTo>
                    <a:pt x="2869" y="11077"/>
                    <a:pt x="3838" y="10691"/>
                    <a:pt x="4584" y="9770"/>
                  </a:cubicBezTo>
                  <a:cubicBezTo>
                    <a:pt x="4584" y="9758"/>
                    <a:pt x="4596" y="9758"/>
                    <a:pt x="4596" y="9735"/>
                  </a:cubicBezTo>
                  <a:cubicBezTo>
                    <a:pt x="5072" y="9032"/>
                    <a:pt x="4786" y="8068"/>
                    <a:pt x="4001" y="7711"/>
                  </a:cubicBezTo>
                  <a:cubicBezTo>
                    <a:pt x="3286" y="7401"/>
                    <a:pt x="2738" y="6746"/>
                    <a:pt x="2715" y="5913"/>
                  </a:cubicBezTo>
                  <a:cubicBezTo>
                    <a:pt x="3108" y="5794"/>
                    <a:pt x="3358" y="5627"/>
                    <a:pt x="3370" y="5615"/>
                  </a:cubicBezTo>
                  <a:cubicBezTo>
                    <a:pt x="3893" y="5282"/>
                    <a:pt x="4120" y="4710"/>
                    <a:pt x="4001" y="4198"/>
                  </a:cubicBezTo>
                  <a:cubicBezTo>
                    <a:pt x="5191" y="3210"/>
                    <a:pt x="6346" y="1805"/>
                    <a:pt x="6739" y="257"/>
                  </a:cubicBezTo>
                  <a:cubicBezTo>
                    <a:pt x="6778" y="121"/>
                    <a:pt x="6673" y="0"/>
                    <a:pt x="6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2" name="Google Shape;12402;p66"/>
          <p:cNvGrpSpPr/>
          <p:nvPr/>
        </p:nvGrpSpPr>
        <p:grpSpPr>
          <a:xfrm>
            <a:off x="7651983" y="3173731"/>
            <a:ext cx="107183" cy="352399"/>
            <a:chOff x="7651983" y="3349181"/>
            <a:chExt cx="107183" cy="352399"/>
          </a:xfrm>
        </p:grpSpPr>
        <p:sp>
          <p:nvSpPr>
            <p:cNvPr id="12403" name="Google Shape;12403;p66"/>
            <p:cNvSpPr/>
            <p:nvPr/>
          </p:nvSpPr>
          <p:spPr>
            <a:xfrm>
              <a:off x="7651983" y="3349181"/>
              <a:ext cx="84092" cy="247507"/>
            </a:xfrm>
            <a:custGeom>
              <a:avLst/>
              <a:gdLst/>
              <a:ahLst/>
              <a:cxnLst/>
              <a:rect l="l" t="t" r="r" b="b"/>
              <a:pathLst>
                <a:path w="2644" h="7782" extrusionOk="0">
                  <a:moveTo>
                    <a:pt x="1699" y="0"/>
                  </a:moveTo>
                  <a:cubicBezTo>
                    <a:pt x="1523" y="0"/>
                    <a:pt x="1349" y="75"/>
                    <a:pt x="1227" y="221"/>
                  </a:cubicBezTo>
                  <a:lnTo>
                    <a:pt x="750" y="756"/>
                  </a:lnTo>
                  <a:cubicBezTo>
                    <a:pt x="274" y="1292"/>
                    <a:pt x="0" y="1995"/>
                    <a:pt x="0" y="2721"/>
                  </a:cubicBezTo>
                  <a:lnTo>
                    <a:pt x="0" y="4602"/>
                  </a:lnTo>
                  <a:cubicBezTo>
                    <a:pt x="0" y="4793"/>
                    <a:pt x="381" y="4840"/>
                    <a:pt x="381" y="5138"/>
                  </a:cubicBezTo>
                  <a:cubicBezTo>
                    <a:pt x="381" y="5328"/>
                    <a:pt x="227" y="5388"/>
                    <a:pt x="48" y="5602"/>
                  </a:cubicBezTo>
                  <a:cubicBezTo>
                    <a:pt x="24" y="5626"/>
                    <a:pt x="0" y="5674"/>
                    <a:pt x="0" y="5721"/>
                  </a:cubicBezTo>
                  <a:lnTo>
                    <a:pt x="0" y="6876"/>
                  </a:lnTo>
                  <a:cubicBezTo>
                    <a:pt x="0" y="7162"/>
                    <a:pt x="60" y="7424"/>
                    <a:pt x="167" y="7686"/>
                  </a:cubicBezTo>
                  <a:cubicBezTo>
                    <a:pt x="203" y="7745"/>
                    <a:pt x="262" y="7781"/>
                    <a:pt x="322" y="7781"/>
                  </a:cubicBezTo>
                  <a:cubicBezTo>
                    <a:pt x="441" y="7781"/>
                    <a:pt x="512" y="7662"/>
                    <a:pt x="465" y="7543"/>
                  </a:cubicBezTo>
                  <a:cubicBezTo>
                    <a:pt x="381" y="7341"/>
                    <a:pt x="346" y="6710"/>
                    <a:pt x="334" y="5793"/>
                  </a:cubicBezTo>
                  <a:cubicBezTo>
                    <a:pt x="441" y="5638"/>
                    <a:pt x="703" y="5507"/>
                    <a:pt x="703" y="5150"/>
                  </a:cubicBezTo>
                  <a:cubicBezTo>
                    <a:pt x="703" y="4769"/>
                    <a:pt x="393" y="4614"/>
                    <a:pt x="334" y="4543"/>
                  </a:cubicBezTo>
                  <a:lnTo>
                    <a:pt x="334" y="2757"/>
                  </a:lnTo>
                  <a:cubicBezTo>
                    <a:pt x="334" y="2114"/>
                    <a:pt x="572" y="1495"/>
                    <a:pt x="989" y="1018"/>
                  </a:cubicBezTo>
                  <a:lnTo>
                    <a:pt x="1465" y="483"/>
                  </a:lnTo>
                  <a:cubicBezTo>
                    <a:pt x="1522" y="408"/>
                    <a:pt x="1604" y="372"/>
                    <a:pt x="1687" y="372"/>
                  </a:cubicBezTo>
                  <a:cubicBezTo>
                    <a:pt x="1777" y="372"/>
                    <a:pt x="1867" y="414"/>
                    <a:pt x="1929" y="494"/>
                  </a:cubicBezTo>
                  <a:lnTo>
                    <a:pt x="2310" y="971"/>
                  </a:lnTo>
                  <a:cubicBezTo>
                    <a:pt x="2343" y="1010"/>
                    <a:pt x="2390" y="1028"/>
                    <a:pt x="2438" y="1028"/>
                  </a:cubicBezTo>
                  <a:cubicBezTo>
                    <a:pt x="2477" y="1028"/>
                    <a:pt x="2516" y="1016"/>
                    <a:pt x="2548" y="995"/>
                  </a:cubicBezTo>
                  <a:cubicBezTo>
                    <a:pt x="2620" y="887"/>
                    <a:pt x="2644" y="792"/>
                    <a:pt x="2584" y="721"/>
                  </a:cubicBezTo>
                  <a:lnTo>
                    <a:pt x="2191" y="244"/>
                  </a:lnTo>
                  <a:cubicBezTo>
                    <a:pt x="2064" y="81"/>
                    <a:pt x="1881" y="0"/>
                    <a:pt x="1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66"/>
            <p:cNvSpPr/>
            <p:nvPr/>
          </p:nvSpPr>
          <p:spPr>
            <a:xfrm>
              <a:off x="7667885" y="3387379"/>
              <a:ext cx="91280" cy="314202"/>
            </a:xfrm>
            <a:custGeom>
              <a:avLst/>
              <a:gdLst/>
              <a:ahLst/>
              <a:cxnLst/>
              <a:rect l="l" t="t" r="r" b="b"/>
              <a:pathLst>
                <a:path w="2870" h="9879" extrusionOk="0">
                  <a:moveTo>
                    <a:pt x="2334" y="1"/>
                  </a:moveTo>
                  <a:cubicBezTo>
                    <a:pt x="2310" y="1"/>
                    <a:pt x="2286" y="6"/>
                    <a:pt x="2263" y="20"/>
                  </a:cubicBezTo>
                  <a:cubicBezTo>
                    <a:pt x="2179" y="67"/>
                    <a:pt x="2144" y="151"/>
                    <a:pt x="2179" y="246"/>
                  </a:cubicBezTo>
                  <a:cubicBezTo>
                    <a:pt x="2536" y="948"/>
                    <a:pt x="2453" y="1544"/>
                    <a:pt x="2465" y="1639"/>
                  </a:cubicBezTo>
                  <a:lnTo>
                    <a:pt x="2084" y="2044"/>
                  </a:lnTo>
                  <a:cubicBezTo>
                    <a:pt x="1822" y="2318"/>
                    <a:pt x="1858" y="2746"/>
                    <a:pt x="2144" y="2973"/>
                  </a:cubicBezTo>
                  <a:lnTo>
                    <a:pt x="2465" y="3234"/>
                  </a:lnTo>
                  <a:lnTo>
                    <a:pt x="2465" y="5616"/>
                  </a:lnTo>
                  <a:cubicBezTo>
                    <a:pt x="2465" y="5973"/>
                    <a:pt x="2358" y="6306"/>
                    <a:pt x="2155" y="6580"/>
                  </a:cubicBezTo>
                  <a:lnTo>
                    <a:pt x="1334" y="7711"/>
                  </a:lnTo>
                  <a:lnTo>
                    <a:pt x="1334" y="3937"/>
                  </a:lnTo>
                  <a:lnTo>
                    <a:pt x="2084" y="3389"/>
                  </a:lnTo>
                  <a:cubicBezTo>
                    <a:pt x="2155" y="3330"/>
                    <a:pt x="2167" y="3223"/>
                    <a:pt x="2108" y="3151"/>
                  </a:cubicBezTo>
                  <a:cubicBezTo>
                    <a:pt x="2073" y="3102"/>
                    <a:pt x="2022" y="3078"/>
                    <a:pt x="1972" y="3078"/>
                  </a:cubicBezTo>
                  <a:cubicBezTo>
                    <a:pt x="1935" y="3078"/>
                    <a:pt x="1899" y="3091"/>
                    <a:pt x="1870" y="3115"/>
                  </a:cubicBezTo>
                  <a:lnTo>
                    <a:pt x="1322" y="3520"/>
                  </a:lnTo>
                  <a:lnTo>
                    <a:pt x="1322" y="210"/>
                  </a:lnTo>
                  <a:cubicBezTo>
                    <a:pt x="1322" y="127"/>
                    <a:pt x="1251" y="44"/>
                    <a:pt x="1155" y="44"/>
                  </a:cubicBezTo>
                  <a:cubicBezTo>
                    <a:pt x="1072" y="44"/>
                    <a:pt x="989" y="127"/>
                    <a:pt x="989" y="210"/>
                  </a:cubicBezTo>
                  <a:lnTo>
                    <a:pt x="989" y="1270"/>
                  </a:lnTo>
                  <a:lnTo>
                    <a:pt x="608" y="925"/>
                  </a:lnTo>
                  <a:cubicBezTo>
                    <a:pt x="575" y="897"/>
                    <a:pt x="535" y="883"/>
                    <a:pt x="495" y="883"/>
                  </a:cubicBezTo>
                  <a:cubicBezTo>
                    <a:pt x="448" y="883"/>
                    <a:pt x="402" y="903"/>
                    <a:pt x="370" y="948"/>
                  </a:cubicBezTo>
                  <a:cubicBezTo>
                    <a:pt x="310" y="1020"/>
                    <a:pt x="310" y="1127"/>
                    <a:pt x="381" y="1187"/>
                  </a:cubicBezTo>
                  <a:cubicBezTo>
                    <a:pt x="846" y="1579"/>
                    <a:pt x="977" y="1722"/>
                    <a:pt x="989" y="1722"/>
                  </a:cubicBezTo>
                  <a:lnTo>
                    <a:pt x="989" y="4842"/>
                  </a:lnTo>
                  <a:lnTo>
                    <a:pt x="655" y="4532"/>
                  </a:lnTo>
                  <a:cubicBezTo>
                    <a:pt x="615" y="4504"/>
                    <a:pt x="573" y="4489"/>
                    <a:pt x="533" y="4489"/>
                  </a:cubicBezTo>
                  <a:cubicBezTo>
                    <a:pt x="489" y="4489"/>
                    <a:pt x="448" y="4507"/>
                    <a:pt x="417" y="4544"/>
                  </a:cubicBezTo>
                  <a:cubicBezTo>
                    <a:pt x="358" y="4616"/>
                    <a:pt x="358" y="4723"/>
                    <a:pt x="429" y="4782"/>
                  </a:cubicBezTo>
                  <a:lnTo>
                    <a:pt x="989" y="5306"/>
                  </a:lnTo>
                  <a:lnTo>
                    <a:pt x="989" y="7795"/>
                  </a:lnTo>
                  <a:lnTo>
                    <a:pt x="322" y="6854"/>
                  </a:lnTo>
                  <a:cubicBezTo>
                    <a:pt x="283" y="6808"/>
                    <a:pt x="235" y="6782"/>
                    <a:pt x="183" y="6782"/>
                  </a:cubicBezTo>
                  <a:cubicBezTo>
                    <a:pt x="155" y="6782"/>
                    <a:pt x="125" y="6789"/>
                    <a:pt x="96" y="6806"/>
                  </a:cubicBezTo>
                  <a:cubicBezTo>
                    <a:pt x="24" y="6866"/>
                    <a:pt x="12" y="6961"/>
                    <a:pt x="60" y="7033"/>
                  </a:cubicBezTo>
                  <a:lnTo>
                    <a:pt x="989" y="8342"/>
                  </a:lnTo>
                  <a:lnTo>
                    <a:pt x="989" y="8699"/>
                  </a:lnTo>
                  <a:lnTo>
                    <a:pt x="298" y="8033"/>
                  </a:lnTo>
                  <a:cubicBezTo>
                    <a:pt x="268" y="8003"/>
                    <a:pt x="227" y="7988"/>
                    <a:pt x="183" y="7988"/>
                  </a:cubicBezTo>
                  <a:cubicBezTo>
                    <a:pt x="140" y="7988"/>
                    <a:pt x="96" y="8003"/>
                    <a:pt x="60" y="8033"/>
                  </a:cubicBezTo>
                  <a:cubicBezTo>
                    <a:pt x="0" y="8092"/>
                    <a:pt x="0" y="8187"/>
                    <a:pt x="60" y="8271"/>
                  </a:cubicBezTo>
                  <a:lnTo>
                    <a:pt x="977" y="9164"/>
                  </a:lnTo>
                  <a:lnTo>
                    <a:pt x="977" y="9711"/>
                  </a:lnTo>
                  <a:cubicBezTo>
                    <a:pt x="977" y="9795"/>
                    <a:pt x="1048" y="9878"/>
                    <a:pt x="1143" y="9878"/>
                  </a:cubicBezTo>
                  <a:cubicBezTo>
                    <a:pt x="1227" y="9878"/>
                    <a:pt x="1310" y="9795"/>
                    <a:pt x="1310" y="9711"/>
                  </a:cubicBezTo>
                  <a:lnTo>
                    <a:pt x="1310" y="9164"/>
                  </a:lnTo>
                  <a:lnTo>
                    <a:pt x="2263" y="8187"/>
                  </a:lnTo>
                  <a:cubicBezTo>
                    <a:pt x="2322" y="8128"/>
                    <a:pt x="2322" y="8033"/>
                    <a:pt x="2263" y="7949"/>
                  </a:cubicBezTo>
                  <a:cubicBezTo>
                    <a:pt x="2234" y="7915"/>
                    <a:pt x="2195" y="7900"/>
                    <a:pt x="2154" y="7900"/>
                  </a:cubicBezTo>
                  <a:cubicBezTo>
                    <a:pt x="2109" y="7900"/>
                    <a:pt x="2062" y="7918"/>
                    <a:pt x="2024" y="7949"/>
                  </a:cubicBezTo>
                  <a:lnTo>
                    <a:pt x="1286" y="8688"/>
                  </a:lnTo>
                  <a:lnTo>
                    <a:pt x="1286" y="8247"/>
                  </a:lnTo>
                  <a:lnTo>
                    <a:pt x="2382" y="6759"/>
                  </a:lnTo>
                  <a:cubicBezTo>
                    <a:pt x="2632" y="6425"/>
                    <a:pt x="2763" y="6021"/>
                    <a:pt x="2763" y="5604"/>
                  </a:cubicBezTo>
                  <a:lnTo>
                    <a:pt x="2763" y="3151"/>
                  </a:lnTo>
                  <a:cubicBezTo>
                    <a:pt x="2798" y="3115"/>
                    <a:pt x="2763" y="3068"/>
                    <a:pt x="2739" y="3044"/>
                  </a:cubicBezTo>
                  <a:lnTo>
                    <a:pt x="2346" y="2734"/>
                  </a:lnTo>
                  <a:cubicBezTo>
                    <a:pt x="2215" y="2627"/>
                    <a:pt x="2203" y="2413"/>
                    <a:pt x="2322" y="2282"/>
                  </a:cubicBezTo>
                  <a:cubicBezTo>
                    <a:pt x="2715" y="1853"/>
                    <a:pt x="2798" y="1841"/>
                    <a:pt x="2798" y="1722"/>
                  </a:cubicBezTo>
                  <a:cubicBezTo>
                    <a:pt x="2775" y="1568"/>
                    <a:pt x="2870" y="877"/>
                    <a:pt x="2477" y="91"/>
                  </a:cubicBezTo>
                  <a:cubicBezTo>
                    <a:pt x="2451" y="40"/>
                    <a:pt x="2394" y="1"/>
                    <a:pt x="2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5" name="Google Shape;12405;p66"/>
          <p:cNvGrpSpPr/>
          <p:nvPr/>
        </p:nvGrpSpPr>
        <p:grpSpPr>
          <a:xfrm>
            <a:off x="7973468" y="3206872"/>
            <a:ext cx="352590" cy="287072"/>
            <a:chOff x="7973468" y="3382322"/>
            <a:chExt cx="352590" cy="287072"/>
          </a:xfrm>
        </p:grpSpPr>
        <p:sp>
          <p:nvSpPr>
            <p:cNvPr id="12406" name="Google Shape;12406;p66"/>
            <p:cNvSpPr/>
            <p:nvPr/>
          </p:nvSpPr>
          <p:spPr>
            <a:xfrm>
              <a:off x="7973468" y="3382322"/>
              <a:ext cx="352590" cy="287072"/>
            </a:xfrm>
            <a:custGeom>
              <a:avLst/>
              <a:gdLst/>
              <a:ahLst/>
              <a:cxnLst/>
              <a:rect l="l" t="t" r="r" b="b"/>
              <a:pathLst>
                <a:path w="11086" h="9026" extrusionOk="0">
                  <a:moveTo>
                    <a:pt x="5370" y="334"/>
                  </a:moveTo>
                  <a:lnTo>
                    <a:pt x="5370" y="7001"/>
                  </a:lnTo>
                  <a:lnTo>
                    <a:pt x="941" y="7001"/>
                  </a:lnTo>
                  <a:lnTo>
                    <a:pt x="941" y="334"/>
                  </a:lnTo>
                  <a:close/>
                  <a:moveTo>
                    <a:pt x="5370" y="7323"/>
                  </a:moveTo>
                  <a:lnTo>
                    <a:pt x="5370" y="7656"/>
                  </a:lnTo>
                  <a:lnTo>
                    <a:pt x="941" y="7656"/>
                  </a:lnTo>
                  <a:lnTo>
                    <a:pt x="941" y="7323"/>
                  </a:lnTo>
                  <a:close/>
                  <a:moveTo>
                    <a:pt x="10133" y="7323"/>
                  </a:moveTo>
                  <a:lnTo>
                    <a:pt x="10133" y="7656"/>
                  </a:lnTo>
                  <a:lnTo>
                    <a:pt x="5704" y="7656"/>
                  </a:lnTo>
                  <a:lnTo>
                    <a:pt x="5704" y="7323"/>
                  </a:lnTo>
                  <a:close/>
                  <a:moveTo>
                    <a:pt x="5835" y="7977"/>
                  </a:moveTo>
                  <a:lnTo>
                    <a:pt x="5835" y="8680"/>
                  </a:lnTo>
                  <a:lnTo>
                    <a:pt x="5240" y="8692"/>
                  </a:lnTo>
                  <a:cubicBezTo>
                    <a:pt x="5240" y="8692"/>
                    <a:pt x="5228" y="8692"/>
                    <a:pt x="5228" y="8680"/>
                  </a:cubicBezTo>
                  <a:lnTo>
                    <a:pt x="5228" y="7977"/>
                  </a:lnTo>
                  <a:close/>
                  <a:moveTo>
                    <a:pt x="775" y="0"/>
                  </a:moveTo>
                  <a:cubicBezTo>
                    <a:pt x="691" y="0"/>
                    <a:pt x="608" y="72"/>
                    <a:pt x="608" y="167"/>
                  </a:cubicBezTo>
                  <a:lnTo>
                    <a:pt x="608" y="536"/>
                  </a:lnTo>
                  <a:lnTo>
                    <a:pt x="465" y="536"/>
                  </a:lnTo>
                  <a:cubicBezTo>
                    <a:pt x="215" y="536"/>
                    <a:pt x="1" y="738"/>
                    <a:pt x="1" y="1000"/>
                  </a:cubicBezTo>
                  <a:lnTo>
                    <a:pt x="1" y="1715"/>
                  </a:lnTo>
                  <a:cubicBezTo>
                    <a:pt x="1" y="1798"/>
                    <a:pt x="72" y="1881"/>
                    <a:pt x="167" y="1881"/>
                  </a:cubicBezTo>
                  <a:cubicBezTo>
                    <a:pt x="251" y="1881"/>
                    <a:pt x="334" y="1798"/>
                    <a:pt x="334" y="1715"/>
                  </a:cubicBezTo>
                  <a:lnTo>
                    <a:pt x="334" y="1000"/>
                  </a:lnTo>
                  <a:cubicBezTo>
                    <a:pt x="334" y="929"/>
                    <a:pt x="394" y="869"/>
                    <a:pt x="465" y="869"/>
                  </a:cubicBezTo>
                  <a:lnTo>
                    <a:pt x="608" y="869"/>
                  </a:lnTo>
                  <a:lnTo>
                    <a:pt x="608" y="7799"/>
                  </a:lnTo>
                  <a:cubicBezTo>
                    <a:pt x="608" y="7894"/>
                    <a:pt x="691" y="7965"/>
                    <a:pt x="775" y="7965"/>
                  </a:cubicBezTo>
                  <a:lnTo>
                    <a:pt x="4918" y="7965"/>
                  </a:lnTo>
                  <a:lnTo>
                    <a:pt x="4918" y="8335"/>
                  </a:lnTo>
                  <a:lnTo>
                    <a:pt x="465" y="8335"/>
                  </a:lnTo>
                  <a:cubicBezTo>
                    <a:pt x="394" y="8335"/>
                    <a:pt x="334" y="8275"/>
                    <a:pt x="334" y="8204"/>
                  </a:cubicBezTo>
                  <a:lnTo>
                    <a:pt x="334" y="2429"/>
                  </a:lnTo>
                  <a:cubicBezTo>
                    <a:pt x="334" y="2334"/>
                    <a:pt x="251" y="2262"/>
                    <a:pt x="167" y="2262"/>
                  </a:cubicBezTo>
                  <a:cubicBezTo>
                    <a:pt x="72" y="2262"/>
                    <a:pt x="1" y="2334"/>
                    <a:pt x="1" y="2429"/>
                  </a:cubicBezTo>
                  <a:lnTo>
                    <a:pt x="1" y="8204"/>
                  </a:lnTo>
                  <a:cubicBezTo>
                    <a:pt x="1" y="8454"/>
                    <a:pt x="215" y="8668"/>
                    <a:pt x="465" y="8668"/>
                  </a:cubicBezTo>
                  <a:lnTo>
                    <a:pt x="4918" y="8668"/>
                  </a:lnTo>
                  <a:lnTo>
                    <a:pt x="4918" y="8680"/>
                  </a:lnTo>
                  <a:cubicBezTo>
                    <a:pt x="4918" y="8858"/>
                    <a:pt x="5061" y="9025"/>
                    <a:pt x="5251" y="9025"/>
                  </a:cubicBezTo>
                  <a:lnTo>
                    <a:pt x="5835" y="9025"/>
                  </a:lnTo>
                  <a:cubicBezTo>
                    <a:pt x="6013" y="9025"/>
                    <a:pt x="6180" y="8870"/>
                    <a:pt x="6180" y="8680"/>
                  </a:cubicBezTo>
                  <a:lnTo>
                    <a:pt x="6180" y="8668"/>
                  </a:lnTo>
                  <a:lnTo>
                    <a:pt x="10633" y="8668"/>
                  </a:lnTo>
                  <a:cubicBezTo>
                    <a:pt x="10883" y="8668"/>
                    <a:pt x="11085" y="8454"/>
                    <a:pt x="11085" y="8204"/>
                  </a:cubicBezTo>
                  <a:lnTo>
                    <a:pt x="11085" y="1012"/>
                  </a:lnTo>
                  <a:cubicBezTo>
                    <a:pt x="11074" y="762"/>
                    <a:pt x="10871" y="548"/>
                    <a:pt x="10609" y="548"/>
                  </a:cubicBezTo>
                  <a:lnTo>
                    <a:pt x="10466" y="548"/>
                  </a:lnTo>
                  <a:lnTo>
                    <a:pt x="10466" y="179"/>
                  </a:lnTo>
                  <a:cubicBezTo>
                    <a:pt x="10466" y="95"/>
                    <a:pt x="10395" y="12"/>
                    <a:pt x="10300" y="12"/>
                  </a:cubicBezTo>
                  <a:lnTo>
                    <a:pt x="9692" y="12"/>
                  </a:lnTo>
                  <a:cubicBezTo>
                    <a:pt x="9597" y="12"/>
                    <a:pt x="9526" y="95"/>
                    <a:pt x="9526" y="179"/>
                  </a:cubicBezTo>
                  <a:cubicBezTo>
                    <a:pt x="9526" y="274"/>
                    <a:pt x="9597" y="345"/>
                    <a:pt x="9692" y="345"/>
                  </a:cubicBezTo>
                  <a:lnTo>
                    <a:pt x="10133" y="345"/>
                  </a:lnTo>
                  <a:lnTo>
                    <a:pt x="10133" y="5894"/>
                  </a:lnTo>
                  <a:cubicBezTo>
                    <a:pt x="10133" y="5989"/>
                    <a:pt x="10216" y="6060"/>
                    <a:pt x="10300" y="6060"/>
                  </a:cubicBezTo>
                  <a:cubicBezTo>
                    <a:pt x="10395" y="6060"/>
                    <a:pt x="10466" y="5989"/>
                    <a:pt x="10466" y="5894"/>
                  </a:cubicBezTo>
                  <a:lnTo>
                    <a:pt x="10466" y="881"/>
                  </a:lnTo>
                  <a:lnTo>
                    <a:pt x="10609" y="881"/>
                  </a:lnTo>
                  <a:cubicBezTo>
                    <a:pt x="10693" y="881"/>
                    <a:pt x="10752" y="941"/>
                    <a:pt x="10752" y="1012"/>
                  </a:cubicBezTo>
                  <a:lnTo>
                    <a:pt x="10752" y="8204"/>
                  </a:lnTo>
                  <a:cubicBezTo>
                    <a:pt x="10752" y="8275"/>
                    <a:pt x="10693" y="8335"/>
                    <a:pt x="10609" y="8335"/>
                  </a:cubicBezTo>
                  <a:lnTo>
                    <a:pt x="6168" y="8335"/>
                  </a:lnTo>
                  <a:lnTo>
                    <a:pt x="6168" y="7965"/>
                  </a:lnTo>
                  <a:lnTo>
                    <a:pt x="10300" y="7965"/>
                  </a:lnTo>
                  <a:cubicBezTo>
                    <a:pt x="10395" y="7965"/>
                    <a:pt x="10466" y="7882"/>
                    <a:pt x="10466" y="7799"/>
                  </a:cubicBezTo>
                  <a:lnTo>
                    <a:pt x="10466" y="6584"/>
                  </a:lnTo>
                  <a:cubicBezTo>
                    <a:pt x="10466" y="6489"/>
                    <a:pt x="10395" y="6418"/>
                    <a:pt x="10300" y="6418"/>
                  </a:cubicBezTo>
                  <a:cubicBezTo>
                    <a:pt x="10216" y="6418"/>
                    <a:pt x="10133" y="6489"/>
                    <a:pt x="10133" y="6584"/>
                  </a:cubicBezTo>
                  <a:lnTo>
                    <a:pt x="10133" y="7001"/>
                  </a:lnTo>
                  <a:lnTo>
                    <a:pt x="5704" y="7001"/>
                  </a:lnTo>
                  <a:lnTo>
                    <a:pt x="5704" y="334"/>
                  </a:lnTo>
                  <a:lnTo>
                    <a:pt x="9002" y="334"/>
                  </a:lnTo>
                  <a:cubicBezTo>
                    <a:pt x="9097" y="334"/>
                    <a:pt x="9169" y="250"/>
                    <a:pt x="9169" y="167"/>
                  </a:cubicBezTo>
                  <a:cubicBezTo>
                    <a:pt x="9169" y="72"/>
                    <a:pt x="9097" y="0"/>
                    <a:pt x="9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66"/>
            <p:cNvSpPr/>
            <p:nvPr/>
          </p:nvSpPr>
          <p:spPr>
            <a:xfrm>
              <a:off x="8051486" y="3417149"/>
              <a:ext cx="73883" cy="10623"/>
            </a:xfrm>
            <a:custGeom>
              <a:avLst/>
              <a:gdLst/>
              <a:ahLst/>
              <a:cxnLst/>
              <a:rect l="l" t="t" r="r" b="b"/>
              <a:pathLst>
                <a:path w="2323" h="334" extrusionOk="0">
                  <a:moveTo>
                    <a:pt x="167" y="1"/>
                  </a:moveTo>
                  <a:cubicBezTo>
                    <a:pt x="84" y="1"/>
                    <a:pt x="0" y="84"/>
                    <a:pt x="0" y="167"/>
                  </a:cubicBezTo>
                  <a:cubicBezTo>
                    <a:pt x="0" y="262"/>
                    <a:pt x="84" y="334"/>
                    <a:pt x="167" y="334"/>
                  </a:cubicBezTo>
                  <a:lnTo>
                    <a:pt x="2167" y="334"/>
                  </a:lnTo>
                  <a:cubicBezTo>
                    <a:pt x="2251" y="334"/>
                    <a:pt x="2322" y="262"/>
                    <a:pt x="2322" y="167"/>
                  </a:cubicBezTo>
                  <a:cubicBezTo>
                    <a:pt x="2322" y="84"/>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66"/>
            <p:cNvSpPr/>
            <p:nvPr/>
          </p:nvSpPr>
          <p:spPr>
            <a:xfrm>
              <a:off x="8022702" y="3437981"/>
              <a:ext cx="102667" cy="10623"/>
            </a:xfrm>
            <a:custGeom>
              <a:avLst/>
              <a:gdLst/>
              <a:ahLst/>
              <a:cxnLst/>
              <a:rect l="l" t="t" r="r" b="b"/>
              <a:pathLst>
                <a:path w="3228" h="334" extrusionOk="0">
                  <a:moveTo>
                    <a:pt x="167" y="0"/>
                  </a:moveTo>
                  <a:cubicBezTo>
                    <a:pt x="72" y="0"/>
                    <a:pt x="1" y="84"/>
                    <a:pt x="1" y="167"/>
                  </a:cubicBezTo>
                  <a:cubicBezTo>
                    <a:pt x="12" y="262"/>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66"/>
            <p:cNvSpPr/>
            <p:nvPr/>
          </p:nvSpPr>
          <p:spPr>
            <a:xfrm>
              <a:off x="8022702" y="3458432"/>
              <a:ext cx="102667" cy="10623"/>
            </a:xfrm>
            <a:custGeom>
              <a:avLst/>
              <a:gdLst/>
              <a:ahLst/>
              <a:cxnLst/>
              <a:rect l="l" t="t" r="r" b="b"/>
              <a:pathLst>
                <a:path w="3228" h="334" extrusionOk="0">
                  <a:moveTo>
                    <a:pt x="167" y="0"/>
                  </a:moveTo>
                  <a:cubicBezTo>
                    <a:pt x="72" y="0"/>
                    <a:pt x="1" y="84"/>
                    <a:pt x="1" y="167"/>
                  </a:cubicBezTo>
                  <a:cubicBezTo>
                    <a:pt x="12" y="274"/>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66"/>
            <p:cNvSpPr/>
            <p:nvPr/>
          </p:nvSpPr>
          <p:spPr>
            <a:xfrm>
              <a:off x="8022702" y="3479264"/>
              <a:ext cx="81071" cy="10623"/>
            </a:xfrm>
            <a:custGeom>
              <a:avLst/>
              <a:gdLst/>
              <a:ahLst/>
              <a:cxnLst/>
              <a:rect l="l" t="t" r="r" b="b"/>
              <a:pathLst>
                <a:path w="2549" h="334" extrusionOk="0">
                  <a:moveTo>
                    <a:pt x="167" y="0"/>
                  </a:moveTo>
                  <a:cubicBezTo>
                    <a:pt x="72" y="0"/>
                    <a:pt x="1" y="84"/>
                    <a:pt x="1" y="167"/>
                  </a:cubicBezTo>
                  <a:cubicBezTo>
                    <a:pt x="12" y="262"/>
                    <a:pt x="72" y="334"/>
                    <a:pt x="167" y="334"/>
                  </a:cubicBezTo>
                  <a:lnTo>
                    <a:pt x="2382" y="334"/>
                  </a:lnTo>
                  <a:cubicBezTo>
                    <a:pt x="2477" y="334"/>
                    <a:pt x="2549" y="262"/>
                    <a:pt x="2549" y="167"/>
                  </a:cubicBezTo>
                  <a:cubicBezTo>
                    <a:pt x="2549" y="84"/>
                    <a:pt x="2477"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66"/>
            <p:cNvSpPr/>
            <p:nvPr/>
          </p:nvSpPr>
          <p:spPr>
            <a:xfrm>
              <a:off x="8051486" y="3520515"/>
              <a:ext cx="73883" cy="10655"/>
            </a:xfrm>
            <a:custGeom>
              <a:avLst/>
              <a:gdLst/>
              <a:ahLst/>
              <a:cxnLst/>
              <a:rect l="l" t="t" r="r" b="b"/>
              <a:pathLst>
                <a:path w="2323" h="335" extrusionOk="0">
                  <a:moveTo>
                    <a:pt x="167" y="1"/>
                  </a:moveTo>
                  <a:cubicBezTo>
                    <a:pt x="84" y="1"/>
                    <a:pt x="0" y="72"/>
                    <a:pt x="0" y="168"/>
                  </a:cubicBezTo>
                  <a:cubicBezTo>
                    <a:pt x="0" y="251"/>
                    <a:pt x="84" y="334"/>
                    <a:pt x="167" y="334"/>
                  </a:cubicBezTo>
                  <a:lnTo>
                    <a:pt x="2167" y="334"/>
                  </a:lnTo>
                  <a:cubicBezTo>
                    <a:pt x="2251" y="334"/>
                    <a:pt x="2322" y="251"/>
                    <a:pt x="2322" y="168"/>
                  </a:cubicBezTo>
                  <a:cubicBezTo>
                    <a:pt x="2322" y="72"/>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66"/>
            <p:cNvSpPr/>
            <p:nvPr/>
          </p:nvSpPr>
          <p:spPr>
            <a:xfrm>
              <a:off x="8022702" y="3540966"/>
              <a:ext cx="102667" cy="10273"/>
            </a:xfrm>
            <a:custGeom>
              <a:avLst/>
              <a:gdLst/>
              <a:ahLst/>
              <a:cxnLst/>
              <a:rect l="l" t="t" r="r" b="b"/>
              <a:pathLst>
                <a:path w="3228" h="323" extrusionOk="0">
                  <a:moveTo>
                    <a:pt x="167" y="1"/>
                  </a:moveTo>
                  <a:cubicBezTo>
                    <a:pt x="72" y="1"/>
                    <a:pt x="1" y="72"/>
                    <a:pt x="1" y="168"/>
                  </a:cubicBezTo>
                  <a:cubicBezTo>
                    <a:pt x="12" y="263"/>
                    <a:pt x="72" y="322"/>
                    <a:pt x="167" y="322"/>
                  </a:cubicBezTo>
                  <a:lnTo>
                    <a:pt x="3072" y="322"/>
                  </a:lnTo>
                  <a:cubicBezTo>
                    <a:pt x="3156" y="322"/>
                    <a:pt x="3227" y="251"/>
                    <a:pt x="3227" y="168"/>
                  </a:cubicBezTo>
                  <a:cubicBezTo>
                    <a:pt x="3227" y="72"/>
                    <a:pt x="315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66"/>
            <p:cNvSpPr/>
            <p:nvPr/>
          </p:nvSpPr>
          <p:spPr>
            <a:xfrm>
              <a:off x="8022702" y="3561798"/>
              <a:ext cx="49266" cy="10273"/>
            </a:xfrm>
            <a:custGeom>
              <a:avLst/>
              <a:gdLst/>
              <a:ahLst/>
              <a:cxnLst/>
              <a:rect l="l" t="t" r="r" b="b"/>
              <a:pathLst>
                <a:path w="1549" h="323" extrusionOk="0">
                  <a:moveTo>
                    <a:pt x="167" y="1"/>
                  </a:moveTo>
                  <a:cubicBezTo>
                    <a:pt x="72" y="1"/>
                    <a:pt x="1" y="72"/>
                    <a:pt x="1" y="167"/>
                  </a:cubicBezTo>
                  <a:cubicBezTo>
                    <a:pt x="12" y="251"/>
                    <a:pt x="72" y="322"/>
                    <a:pt x="167" y="322"/>
                  </a:cubicBezTo>
                  <a:lnTo>
                    <a:pt x="1382" y="322"/>
                  </a:lnTo>
                  <a:cubicBezTo>
                    <a:pt x="1477" y="322"/>
                    <a:pt x="1548" y="251"/>
                    <a:pt x="1548" y="167"/>
                  </a:cubicBez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66"/>
            <p:cNvSpPr/>
            <p:nvPr/>
          </p:nvSpPr>
          <p:spPr>
            <a:xfrm>
              <a:off x="8200683" y="3486452"/>
              <a:ext cx="73883" cy="10623"/>
            </a:xfrm>
            <a:custGeom>
              <a:avLst/>
              <a:gdLst/>
              <a:ahLst/>
              <a:cxnLst/>
              <a:rect l="l" t="t" r="r" b="b"/>
              <a:pathLst>
                <a:path w="2323" h="334" extrusionOk="0">
                  <a:moveTo>
                    <a:pt x="167" y="0"/>
                  </a:moveTo>
                  <a:cubicBezTo>
                    <a:pt x="72" y="0"/>
                    <a:pt x="1" y="72"/>
                    <a:pt x="1" y="167"/>
                  </a:cubicBezTo>
                  <a:cubicBezTo>
                    <a:pt x="1" y="250"/>
                    <a:pt x="72" y="334"/>
                    <a:pt x="167" y="334"/>
                  </a:cubicBezTo>
                  <a:lnTo>
                    <a:pt x="2156" y="334"/>
                  </a:lnTo>
                  <a:cubicBezTo>
                    <a:pt x="2251" y="334"/>
                    <a:pt x="2322" y="250"/>
                    <a:pt x="2322" y="167"/>
                  </a:cubicBezTo>
                  <a:cubicBezTo>
                    <a:pt x="2322" y="72"/>
                    <a:pt x="2251" y="0"/>
                    <a:pt x="2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66"/>
            <p:cNvSpPr/>
            <p:nvPr/>
          </p:nvSpPr>
          <p:spPr>
            <a:xfrm>
              <a:off x="8171899" y="3506902"/>
              <a:ext cx="102667" cy="10241"/>
            </a:xfrm>
            <a:custGeom>
              <a:avLst/>
              <a:gdLst/>
              <a:ahLst/>
              <a:cxnLst/>
              <a:rect l="l" t="t" r="r" b="b"/>
              <a:pathLst>
                <a:path w="3228" h="322" extrusionOk="0">
                  <a:moveTo>
                    <a:pt x="167" y="0"/>
                  </a:moveTo>
                  <a:cubicBezTo>
                    <a:pt x="72" y="0"/>
                    <a:pt x="1" y="72"/>
                    <a:pt x="1" y="167"/>
                  </a:cubicBezTo>
                  <a:cubicBezTo>
                    <a:pt x="1" y="250"/>
                    <a:pt x="72" y="322"/>
                    <a:pt x="167" y="322"/>
                  </a:cubicBezTo>
                  <a:lnTo>
                    <a:pt x="3061" y="322"/>
                  </a:lnTo>
                  <a:cubicBezTo>
                    <a:pt x="3156" y="322"/>
                    <a:pt x="3227" y="250"/>
                    <a:pt x="3227" y="167"/>
                  </a:cubicBezTo>
                  <a:cubicBezTo>
                    <a:pt x="3227" y="72"/>
                    <a:pt x="3156"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66"/>
            <p:cNvSpPr/>
            <p:nvPr/>
          </p:nvSpPr>
          <p:spPr>
            <a:xfrm>
              <a:off x="8171899" y="3527735"/>
              <a:ext cx="49266" cy="10241"/>
            </a:xfrm>
            <a:custGeom>
              <a:avLst/>
              <a:gdLst/>
              <a:ahLst/>
              <a:cxnLst/>
              <a:rect l="l" t="t" r="r" b="b"/>
              <a:pathLst>
                <a:path w="1549" h="322" extrusionOk="0">
                  <a:moveTo>
                    <a:pt x="167" y="0"/>
                  </a:moveTo>
                  <a:cubicBezTo>
                    <a:pt x="72" y="0"/>
                    <a:pt x="1" y="72"/>
                    <a:pt x="1" y="167"/>
                  </a:cubicBezTo>
                  <a:cubicBezTo>
                    <a:pt x="1" y="250"/>
                    <a:pt x="72" y="322"/>
                    <a:pt x="167" y="322"/>
                  </a:cubicBezTo>
                  <a:lnTo>
                    <a:pt x="1382" y="322"/>
                  </a:lnTo>
                  <a:cubicBezTo>
                    <a:pt x="1477" y="322"/>
                    <a:pt x="1548" y="250"/>
                    <a:pt x="1548" y="167"/>
                  </a:cubicBezTo>
                  <a:cubicBezTo>
                    <a:pt x="1548" y="72"/>
                    <a:pt x="1477" y="0"/>
                    <a:pt x="1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66"/>
            <p:cNvSpPr/>
            <p:nvPr/>
          </p:nvSpPr>
          <p:spPr>
            <a:xfrm>
              <a:off x="8174189" y="3417149"/>
              <a:ext cx="102635" cy="45099"/>
            </a:xfrm>
            <a:custGeom>
              <a:avLst/>
              <a:gdLst/>
              <a:ahLst/>
              <a:cxnLst/>
              <a:rect l="l" t="t" r="r" b="b"/>
              <a:pathLst>
                <a:path w="3227" h="1418" extrusionOk="0">
                  <a:moveTo>
                    <a:pt x="2905" y="334"/>
                  </a:moveTo>
                  <a:lnTo>
                    <a:pt x="2905" y="1096"/>
                  </a:lnTo>
                  <a:lnTo>
                    <a:pt x="333" y="1096"/>
                  </a:lnTo>
                  <a:lnTo>
                    <a:pt x="333" y="334"/>
                  </a:lnTo>
                  <a:close/>
                  <a:moveTo>
                    <a:pt x="167" y="1"/>
                  </a:moveTo>
                  <a:cubicBezTo>
                    <a:pt x="72" y="12"/>
                    <a:pt x="0" y="84"/>
                    <a:pt x="0" y="167"/>
                  </a:cubicBezTo>
                  <a:lnTo>
                    <a:pt x="0" y="1251"/>
                  </a:lnTo>
                  <a:cubicBezTo>
                    <a:pt x="0" y="1346"/>
                    <a:pt x="72" y="1417"/>
                    <a:pt x="167" y="1417"/>
                  </a:cubicBezTo>
                  <a:lnTo>
                    <a:pt x="3072" y="1417"/>
                  </a:lnTo>
                  <a:cubicBezTo>
                    <a:pt x="3155" y="1417"/>
                    <a:pt x="3227" y="1346"/>
                    <a:pt x="3227" y="1251"/>
                  </a:cubicBezTo>
                  <a:lnTo>
                    <a:pt x="3227" y="167"/>
                  </a:lnTo>
                  <a:cubicBezTo>
                    <a:pt x="3227" y="84"/>
                    <a:pt x="315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18" name="Google Shape;12418;p66"/>
          <p:cNvSpPr txBox="1"/>
          <p:nvPr/>
        </p:nvSpPr>
        <p:spPr>
          <a:xfrm>
            <a:off x="849675" y="715200"/>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Creative Process Icons</a:t>
            </a:r>
            <a:endParaRPr sz="2400">
              <a:solidFill>
                <a:srgbClr val="FFFFFF"/>
              </a:solidFill>
            </a:endParaRPr>
          </a:p>
        </p:txBody>
      </p:sp>
      <p:sp>
        <p:nvSpPr>
          <p:cNvPr id="12419" name="Google Shape;12419;p66"/>
          <p:cNvSpPr txBox="1"/>
          <p:nvPr/>
        </p:nvSpPr>
        <p:spPr>
          <a:xfrm>
            <a:off x="4858400" y="715200"/>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Performing Arts Icons</a:t>
            </a:r>
            <a:endParaRPr sz="2400">
              <a:solidFill>
                <a:srgbClr val="FFFFFF"/>
              </a:solidFil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423"/>
        <p:cNvGrpSpPr/>
        <p:nvPr/>
      </p:nvGrpSpPr>
      <p:grpSpPr>
        <a:xfrm>
          <a:off x="0" y="0"/>
          <a:ext cx="0" cy="0"/>
          <a:chOff x="0" y="0"/>
          <a:chExt cx="0" cy="0"/>
        </a:xfrm>
      </p:grpSpPr>
      <p:grpSp>
        <p:nvGrpSpPr>
          <p:cNvPr id="12424" name="Google Shape;12424;p67"/>
          <p:cNvGrpSpPr/>
          <p:nvPr/>
        </p:nvGrpSpPr>
        <p:grpSpPr>
          <a:xfrm>
            <a:off x="849677" y="1576858"/>
            <a:ext cx="347872" cy="347488"/>
            <a:chOff x="849677" y="1500658"/>
            <a:chExt cx="347872" cy="347488"/>
          </a:xfrm>
        </p:grpSpPr>
        <p:sp>
          <p:nvSpPr>
            <p:cNvPr id="12425" name="Google Shape;12425;p67"/>
            <p:cNvSpPr/>
            <p:nvPr/>
          </p:nvSpPr>
          <p:spPr>
            <a:xfrm>
              <a:off x="849677" y="1500658"/>
              <a:ext cx="347872" cy="347488"/>
            </a:xfrm>
            <a:custGeom>
              <a:avLst/>
              <a:gdLst/>
              <a:ahLst/>
              <a:cxnLst/>
              <a:rect l="l" t="t" r="r" b="b"/>
              <a:pathLst>
                <a:path w="10871" h="10859" extrusionOk="0">
                  <a:moveTo>
                    <a:pt x="2024" y="989"/>
                  </a:moveTo>
                  <a:cubicBezTo>
                    <a:pt x="2441" y="989"/>
                    <a:pt x="2810" y="1251"/>
                    <a:pt x="2977" y="1620"/>
                  </a:cubicBezTo>
                  <a:cubicBezTo>
                    <a:pt x="2560" y="1834"/>
                    <a:pt x="2179" y="2120"/>
                    <a:pt x="1834" y="2453"/>
                  </a:cubicBezTo>
                  <a:cubicBezTo>
                    <a:pt x="1703" y="2584"/>
                    <a:pt x="1560" y="2715"/>
                    <a:pt x="1441"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84" y="310"/>
                    <a:pt x="2024" y="310"/>
                  </a:cubicBezTo>
                  <a:close/>
                  <a:moveTo>
                    <a:pt x="8847" y="310"/>
                  </a:moveTo>
                  <a:cubicBezTo>
                    <a:pt x="9775" y="310"/>
                    <a:pt x="10549" y="1084"/>
                    <a:pt x="10549" y="2024"/>
                  </a:cubicBezTo>
                  <a:cubicBezTo>
                    <a:pt x="10549" y="2584"/>
                    <a:pt x="10275" y="3108"/>
                    <a:pt x="9823" y="3418"/>
                  </a:cubicBezTo>
                  <a:cubicBezTo>
                    <a:pt x="9764" y="3310"/>
                    <a:pt x="9692" y="3215"/>
                    <a:pt x="9621" y="3120"/>
                  </a:cubicBezTo>
                  <a:cubicBezTo>
                    <a:pt x="9978" y="2870"/>
                    <a:pt x="10180" y="2465"/>
                    <a:pt x="10180" y="2024"/>
                  </a:cubicBezTo>
                  <a:cubicBezTo>
                    <a:pt x="10180" y="1846"/>
                    <a:pt x="10156" y="1667"/>
                    <a:pt x="10073" y="1501"/>
                  </a:cubicBezTo>
                  <a:cubicBezTo>
                    <a:pt x="10053"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23" y="989"/>
                  </a:cubicBezTo>
                  <a:cubicBezTo>
                    <a:pt x="9002" y="989"/>
                    <a:pt x="9204" y="1036"/>
                    <a:pt x="9347" y="1143"/>
                  </a:cubicBezTo>
                  <a:cubicBezTo>
                    <a:pt x="9369" y="1154"/>
                    <a:pt x="9394" y="1160"/>
                    <a:pt x="9421" y="1160"/>
                  </a:cubicBezTo>
                  <a:cubicBezTo>
                    <a:pt x="9479" y="1160"/>
                    <a:pt x="9540" y="1133"/>
                    <a:pt x="9573" y="1084"/>
                  </a:cubicBezTo>
                  <a:cubicBezTo>
                    <a:pt x="9621" y="1001"/>
                    <a:pt x="9585" y="905"/>
                    <a:pt x="9513" y="858"/>
                  </a:cubicBezTo>
                  <a:cubicBezTo>
                    <a:pt x="9299" y="739"/>
                    <a:pt x="9061" y="667"/>
                    <a:pt x="8823" y="667"/>
                  </a:cubicBezTo>
                  <a:cubicBezTo>
                    <a:pt x="8287"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16"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05"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60" y="10859"/>
                    <a:pt x="5430" y="10859"/>
                  </a:cubicBezTo>
                  <a:cubicBezTo>
                    <a:pt x="6799" y="10859"/>
                    <a:pt x="8061" y="10359"/>
                    <a:pt x="9037" y="9418"/>
                  </a:cubicBezTo>
                  <a:cubicBezTo>
                    <a:pt x="10002" y="8490"/>
                    <a:pt x="10526" y="7239"/>
                    <a:pt x="10526" y="5930"/>
                  </a:cubicBezTo>
                  <a:cubicBezTo>
                    <a:pt x="10526" y="5144"/>
                    <a:pt x="10323" y="4382"/>
                    <a:pt x="9978" y="3703"/>
                  </a:cubicBezTo>
                  <a:cubicBezTo>
                    <a:pt x="10526" y="3322"/>
                    <a:pt x="10871" y="2703"/>
                    <a:pt x="10871" y="2024"/>
                  </a:cubicBezTo>
                  <a:cubicBezTo>
                    <a:pt x="10871" y="905"/>
                    <a:pt x="9954" y="0"/>
                    <a:pt x="8847" y="0"/>
                  </a:cubicBezTo>
                  <a:cubicBezTo>
                    <a:pt x="8025" y="0"/>
                    <a:pt x="7275" y="489"/>
                    <a:pt x="6966" y="1251"/>
                  </a:cubicBezTo>
                  <a:cubicBezTo>
                    <a:pt x="6477" y="1096"/>
                    <a:pt x="5965" y="1024"/>
                    <a:pt x="5430" y="1024"/>
                  </a:cubicBezTo>
                  <a:cubicBezTo>
                    <a:pt x="4894" y="1024"/>
                    <a:pt x="4394" y="1096"/>
                    <a:pt x="3894" y="1251"/>
                  </a:cubicBezTo>
                  <a:cubicBezTo>
                    <a:pt x="3584"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67"/>
            <p:cNvSpPr/>
            <p:nvPr/>
          </p:nvSpPr>
          <p:spPr>
            <a:xfrm>
              <a:off x="936557" y="1663346"/>
              <a:ext cx="43072" cy="48032"/>
            </a:xfrm>
            <a:custGeom>
              <a:avLst/>
              <a:gdLst/>
              <a:ahLst/>
              <a:cxnLst/>
              <a:rect l="l" t="t" r="r" b="b"/>
              <a:pathLst>
                <a:path w="1346"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45"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50" y="334"/>
                    <a:pt x="833" y="250"/>
                    <a:pt x="833" y="167"/>
                  </a:cubicBezTo>
                  <a:cubicBezTo>
                    <a:pt x="833" y="72"/>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67"/>
            <p:cNvSpPr/>
            <p:nvPr/>
          </p:nvSpPr>
          <p:spPr>
            <a:xfrm>
              <a:off x="106682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25" y="596"/>
                    <a:pt x="1025" y="691"/>
                  </a:cubicBezTo>
                  <a:lnTo>
                    <a:pt x="1025" y="846"/>
                  </a:lnTo>
                  <a:cubicBezTo>
                    <a:pt x="1025"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67"/>
            <p:cNvSpPr/>
            <p:nvPr/>
          </p:nvSpPr>
          <p:spPr>
            <a:xfrm>
              <a:off x="893101" y="1636178"/>
              <a:ext cx="110144" cy="116352"/>
            </a:xfrm>
            <a:custGeom>
              <a:avLst/>
              <a:gdLst/>
              <a:ahLst/>
              <a:cxnLst/>
              <a:rect l="l" t="t" r="r" b="b"/>
              <a:pathLst>
                <a:path w="3442" h="3636" extrusionOk="0">
                  <a:moveTo>
                    <a:pt x="1926" y="1"/>
                  </a:moveTo>
                  <a:cubicBezTo>
                    <a:pt x="1743" y="1"/>
                    <a:pt x="1556" y="34"/>
                    <a:pt x="1370" y="99"/>
                  </a:cubicBezTo>
                  <a:cubicBezTo>
                    <a:pt x="941" y="254"/>
                    <a:pt x="560" y="576"/>
                    <a:pt x="310" y="992"/>
                  </a:cubicBezTo>
                  <a:cubicBezTo>
                    <a:pt x="84" y="1373"/>
                    <a:pt x="1" y="1802"/>
                    <a:pt x="48" y="2219"/>
                  </a:cubicBezTo>
                  <a:cubicBezTo>
                    <a:pt x="60" y="2302"/>
                    <a:pt x="132" y="2361"/>
                    <a:pt x="227" y="2361"/>
                  </a:cubicBezTo>
                  <a:cubicBezTo>
                    <a:pt x="310" y="2350"/>
                    <a:pt x="370" y="2278"/>
                    <a:pt x="370" y="2183"/>
                  </a:cubicBezTo>
                  <a:cubicBezTo>
                    <a:pt x="346" y="1850"/>
                    <a:pt x="417" y="1469"/>
                    <a:pt x="608" y="1159"/>
                  </a:cubicBezTo>
                  <a:cubicBezTo>
                    <a:pt x="822" y="802"/>
                    <a:pt x="1132" y="540"/>
                    <a:pt x="1489" y="397"/>
                  </a:cubicBezTo>
                  <a:cubicBezTo>
                    <a:pt x="1635" y="348"/>
                    <a:pt x="1782" y="323"/>
                    <a:pt x="1922" y="323"/>
                  </a:cubicBezTo>
                  <a:cubicBezTo>
                    <a:pt x="2125" y="323"/>
                    <a:pt x="2316" y="375"/>
                    <a:pt x="2477" y="480"/>
                  </a:cubicBezTo>
                  <a:cubicBezTo>
                    <a:pt x="2775" y="635"/>
                    <a:pt x="2977" y="933"/>
                    <a:pt x="3049" y="1314"/>
                  </a:cubicBezTo>
                  <a:cubicBezTo>
                    <a:pt x="3120" y="1683"/>
                    <a:pt x="3037" y="2100"/>
                    <a:pt x="2822" y="2457"/>
                  </a:cubicBezTo>
                  <a:cubicBezTo>
                    <a:pt x="2511" y="2985"/>
                    <a:pt x="1984" y="3293"/>
                    <a:pt x="1482" y="3293"/>
                  </a:cubicBezTo>
                  <a:cubicBezTo>
                    <a:pt x="1294" y="3293"/>
                    <a:pt x="1110" y="3250"/>
                    <a:pt x="941" y="3159"/>
                  </a:cubicBezTo>
                  <a:cubicBezTo>
                    <a:pt x="787" y="3064"/>
                    <a:pt x="667" y="2957"/>
                    <a:pt x="584" y="2814"/>
                  </a:cubicBezTo>
                  <a:cubicBezTo>
                    <a:pt x="553" y="2768"/>
                    <a:pt x="498" y="2742"/>
                    <a:pt x="443" y="2742"/>
                  </a:cubicBezTo>
                  <a:cubicBezTo>
                    <a:pt x="413" y="2742"/>
                    <a:pt x="383" y="2749"/>
                    <a:pt x="358" y="2766"/>
                  </a:cubicBezTo>
                  <a:cubicBezTo>
                    <a:pt x="286" y="2814"/>
                    <a:pt x="263" y="2921"/>
                    <a:pt x="310" y="2993"/>
                  </a:cubicBezTo>
                  <a:cubicBezTo>
                    <a:pt x="429" y="3171"/>
                    <a:pt x="596" y="3314"/>
                    <a:pt x="787" y="3433"/>
                  </a:cubicBezTo>
                  <a:cubicBezTo>
                    <a:pt x="1013" y="3576"/>
                    <a:pt x="1251" y="3635"/>
                    <a:pt x="1501" y="3635"/>
                  </a:cubicBezTo>
                  <a:cubicBezTo>
                    <a:pt x="2108" y="3635"/>
                    <a:pt x="2739" y="3254"/>
                    <a:pt x="3108" y="2635"/>
                  </a:cubicBezTo>
                  <a:cubicBezTo>
                    <a:pt x="3346" y="2195"/>
                    <a:pt x="3442" y="1695"/>
                    <a:pt x="3346" y="1254"/>
                  </a:cubicBezTo>
                  <a:cubicBezTo>
                    <a:pt x="3263" y="790"/>
                    <a:pt x="3001" y="421"/>
                    <a:pt x="2632" y="195"/>
                  </a:cubicBezTo>
                  <a:cubicBezTo>
                    <a:pt x="2418" y="64"/>
                    <a:pt x="2177" y="1"/>
                    <a:pt x="1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67"/>
            <p:cNvSpPr/>
            <p:nvPr/>
          </p:nvSpPr>
          <p:spPr>
            <a:xfrm>
              <a:off x="1043597" y="1636882"/>
              <a:ext cx="116608" cy="115264"/>
            </a:xfrm>
            <a:custGeom>
              <a:avLst/>
              <a:gdLst/>
              <a:ahLst/>
              <a:cxnLst/>
              <a:rect l="l" t="t" r="r" b="b"/>
              <a:pathLst>
                <a:path w="3644" h="3602" extrusionOk="0">
                  <a:moveTo>
                    <a:pt x="1513" y="292"/>
                  </a:moveTo>
                  <a:cubicBezTo>
                    <a:pt x="1668" y="292"/>
                    <a:pt x="1810" y="327"/>
                    <a:pt x="1965" y="363"/>
                  </a:cubicBezTo>
                  <a:cubicBezTo>
                    <a:pt x="2322" y="506"/>
                    <a:pt x="2632" y="768"/>
                    <a:pt x="2846" y="1125"/>
                  </a:cubicBezTo>
                  <a:cubicBezTo>
                    <a:pt x="3275" y="1887"/>
                    <a:pt x="3120" y="2780"/>
                    <a:pt x="2513" y="3125"/>
                  </a:cubicBezTo>
                  <a:cubicBezTo>
                    <a:pt x="2344" y="3225"/>
                    <a:pt x="2157" y="3271"/>
                    <a:pt x="1965" y="3271"/>
                  </a:cubicBezTo>
                  <a:cubicBezTo>
                    <a:pt x="1467" y="3271"/>
                    <a:pt x="938" y="2956"/>
                    <a:pt x="620" y="2423"/>
                  </a:cubicBezTo>
                  <a:cubicBezTo>
                    <a:pt x="417" y="2066"/>
                    <a:pt x="346" y="1649"/>
                    <a:pt x="405" y="1280"/>
                  </a:cubicBezTo>
                  <a:cubicBezTo>
                    <a:pt x="477" y="899"/>
                    <a:pt x="667" y="601"/>
                    <a:pt x="965" y="446"/>
                  </a:cubicBezTo>
                  <a:cubicBezTo>
                    <a:pt x="1132" y="339"/>
                    <a:pt x="1322" y="292"/>
                    <a:pt x="1513" y="292"/>
                  </a:cubicBezTo>
                  <a:close/>
                  <a:moveTo>
                    <a:pt x="1522" y="0"/>
                  </a:moveTo>
                  <a:cubicBezTo>
                    <a:pt x="1267" y="0"/>
                    <a:pt x="1022" y="66"/>
                    <a:pt x="798" y="184"/>
                  </a:cubicBezTo>
                  <a:cubicBezTo>
                    <a:pt x="429" y="411"/>
                    <a:pt x="179" y="780"/>
                    <a:pt x="84" y="1244"/>
                  </a:cubicBezTo>
                  <a:cubicBezTo>
                    <a:pt x="1" y="1697"/>
                    <a:pt x="108" y="2185"/>
                    <a:pt x="346" y="2601"/>
                  </a:cubicBezTo>
                  <a:cubicBezTo>
                    <a:pt x="703" y="3221"/>
                    <a:pt x="1334" y="3602"/>
                    <a:pt x="1953" y="3602"/>
                  </a:cubicBezTo>
                  <a:cubicBezTo>
                    <a:pt x="2203" y="3602"/>
                    <a:pt x="2441" y="3542"/>
                    <a:pt x="2668" y="3399"/>
                  </a:cubicBezTo>
                  <a:cubicBezTo>
                    <a:pt x="3442" y="2959"/>
                    <a:pt x="3644" y="1875"/>
                    <a:pt x="3120" y="994"/>
                  </a:cubicBezTo>
                  <a:cubicBezTo>
                    <a:pt x="2870" y="565"/>
                    <a:pt x="2501" y="244"/>
                    <a:pt x="2072" y="101"/>
                  </a:cubicBezTo>
                  <a:cubicBezTo>
                    <a:pt x="1886" y="32"/>
                    <a:pt x="1701"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67"/>
            <p:cNvSpPr/>
            <p:nvPr/>
          </p:nvSpPr>
          <p:spPr>
            <a:xfrm>
              <a:off x="968173" y="1730002"/>
              <a:ext cx="110144" cy="96064"/>
            </a:xfrm>
            <a:custGeom>
              <a:avLst/>
              <a:gdLst/>
              <a:ahLst/>
              <a:cxnLst/>
              <a:rect l="l" t="t" r="r" b="b"/>
              <a:pathLst>
                <a:path w="3442" h="3002" extrusionOk="0">
                  <a:moveTo>
                    <a:pt x="1715" y="287"/>
                  </a:moveTo>
                  <a:cubicBezTo>
                    <a:pt x="2024" y="287"/>
                    <a:pt x="2405" y="430"/>
                    <a:pt x="2405" y="644"/>
                  </a:cubicBezTo>
                  <a:cubicBezTo>
                    <a:pt x="2405" y="823"/>
                    <a:pt x="2108" y="1168"/>
                    <a:pt x="1715" y="1168"/>
                  </a:cubicBezTo>
                  <a:cubicBezTo>
                    <a:pt x="1334" y="1168"/>
                    <a:pt x="1036" y="823"/>
                    <a:pt x="1036" y="644"/>
                  </a:cubicBezTo>
                  <a:cubicBezTo>
                    <a:pt x="1036" y="430"/>
                    <a:pt x="1405" y="287"/>
                    <a:pt x="1715" y="287"/>
                  </a:cubicBezTo>
                  <a:close/>
                  <a:moveTo>
                    <a:pt x="1727" y="2025"/>
                  </a:moveTo>
                  <a:cubicBezTo>
                    <a:pt x="1834" y="2025"/>
                    <a:pt x="1929" y="2025"/>
                    <a:pt x="2024" y="2037"/>
                  </a:cubicBezTo>
                  <a:cubicBezTo>
                    <a:pt x="2185" y="2061"/>
                    <a:pt x="2328" y="2073"/>
                    <a:pt x="2456" y="2073"/>
                  </a:cubicBezTo>
                  <a:cubicBezTo>
                    <a:pt x="2584" y="2073"/>
                    <a:pt x="2697" y="2061"/>
                    <a:pt x="2798" y="2037"/>
                  </a:cubicBezTo>
                  <a:lnTo>
                    <a:pt x="2798" y="2037"/>
                  </a:lnTo>
                  <a:cubicBezTo>
                    <a:pt x="2679" y="2406"/>
                    <a:pt x="2251" y="2692"/>
                    <a:pt x="1727" y="2692"/>
                  </a:cubicBezTo>
                  <a:cubicBezTo>
                    <a:pt x="1215" y="2692"/>
                    <a:pt x="774" y="2418"/>
                    <a:pt x="655" y="2037"/>
                  </a:cubicBezTo>
                  <a:lnTo>
                    <a:pt x="655" y="2037"/>
                  </a:lnTo>
                  <a:cubicBezTo>
                    <a:pt x="762" y="2061"/>
                    <a:pt x="878" y="2073"/>
                    <a:pt x="1006" y="2073"/>
                  </a:cubicBezTo>
                  <a:cubicBezTo>
                    <a:pt x="1134" y="2073"/>
                    <a:pt x="1274" y="2061"/>
                    <a:pt x="1429" y="2037"/>
                  </a:cubicBezTo>
                  <a:cubicBezTo>
                    <a:pt x="1536" y="2025"/>
                    <a:pt x="1631" y="2025"/>
                    <a:pt x="1727" y="2025"/>
                  </a:cubicBezTo>
                  <a:close/>
                  <a:moveTo>
                    <a:pt x="1715" y="1"/>
                  </a:moveTo>
                  <a:cubicBezTo>
                    <a:pt x="1143" y="1"/>
                    <a:pt x="703" y="299"/>
                    <a:pt x="703" y="668"/>
                  </a:cubicBezTo>
                  <a:cubicBezTo>
                    <a:pt x="703" y="858"/>
                    <a:pt x="822" y="1073"/>
                    <a:pt x="1000" y="1239"/>
                  </a:cubicBezTo>
                  <a:cubicBezTo>
                    <a:pt x="1167" y="1370"/>
                    <a:pt x="1346" y="1454"/>
                    <a:pt x="1548" y="1501"/>
                  </a:cubicBezTo>
                  <a:lnTo>
                    <a:pt x="1548" y="1739"/>
                  </a:lnTo>
                  <a:cubicBezTo>
                    <a:pt x="1489" y="1739"/>
                    <a:pt x="1429" y="1763"/>
                    <a:pt x="1369" y="1763"/>
                  </a:cubicBezTo>
                  <a:cubicBezTo>
                    <a:pt x="1243" y="1776"/>
                    <a:pt x="1126" y="1783"/>
                    <a:pt x="1019" y="1783"/>
                  </a:cubicBezTo>
                  <a:cubicBezTo>
                    <a:pt x="724" y="1783"/>
                    <a:pt x="510" y="1731"/>
                    <a:pt x="405" y="1608"/>
                  </a:cubicBezTo>
                  <a:cubicBezTo>
                    <a:pt x="298" y="1501"/>
                    <a:pt x="334" y="1382"/>
                    <a:pt x="334" y="1370"/>
                  </a:cubicBezTo>
                  <a:cubicBezTo>
                    <a:pt x="346" y="1275"/>
                    <a:pt x="286" y="1204"/>
                    <a:pt x="215" y="1180"/>
                  </a:cubicBezTo>
                  <a:cubicBezTo>
                    <a:pt x="200" y="1176"/>
                    <a:pt x="186" y="1174"/>
                    <a:pt x="173" y="1174"/>
                  </a:cubicBezTo>
                  <a:cubicBezTo>
                    <a:pt x="99" y="1174"/>
                    <a:pt x="42" y="1228"/>
                    <a:pt x="12" y="1299"/>
                  </a:cubicBezTo>
                  <a:cubicBezTo>
                    <a:pt x="0" y="1394"/>
                    <a:pt x="0" y="1620"/>
                    <a:pt x="167" y="1799"/>
                  </a:cubicBezTo>
                  <a:cubicBezTo>
                    <a:pt x="191" y="1835"/>
                    <a:pt x="238" y="1858"/>
                    <a:pt x="274" y="1894"/>
                  </a:cubicBezTo>
                  <a:cubicBezTo>
                    <a:pt x="310" y="2513"/>
                    <a:pt x="941" y="3001"/>
                    <a:pt x="1703" y="3001"/>
                  </a:cubicBezTo>
                  <a:cubicBezTo>
                    <a:pt x="2453" y="3001"/>
                    <a:pt x="3084" y="2513"/>
                    <a:pt x="3132" y="1894"/>
                  </a:cubicBezTo>
                  <a:cubicBezTo>
                    <a:pt x="3167" y="1858"/>
                    <a:pt x="3203" y="1835"/>
                    <a:pt x="3227" y="1799"/>
                  </a:cubicBezTo>
                  <a:cubicBezTo>
                    <a:pt x="3429" y="1620"/>
                    <a:pt x="3441" y="1406"/>
                    <a:pt x="3417" y="1299"/>
                  </a:cubicBezTo>
                  <a:cubicBezTo>
                    <a:pt x="3398" y="1223"/>
                    <a:pt x="3341" y="1169"/>
                    <a:pt x="3270" y="1169"/>
                  </a:cubicBezTo>
                  <a:cubicBezTo>
                    <a:pt x="3253" y="1169"/>
                    <a:pt x="3234" y="1173"/>
                    <a:pt x="3215" y="1180"/>
                  </a:cubicBezTo>
                  <a:cubicBezTo>
                    <a:pt x="3132" y="1192"/>
                    <a:pt x="3072" y="1275"/>
                    <a:pt x="3096" y="1370"/>
                  </a:cubicBezTo>
                  <a:cubicBezTo>
                    <a:pt x="3096" y="1370"/>
                    <a:pt x="3108" y="1501"/>
                    <a:pt x="3024" y="1608"/>
                  </a:cubicBezTo>
                  <a:cubicBezTo>
                    <a:pt x="2908" y="1725"/>
                    <a:pt x="2690" y="1781"/>
                    <a:pt x="2385" y="1781"/>
                  </a:cubicBezTo>
                  <a:cubicBezTo>
                    <a:pt x="2286" y="1781"/>
                    <a:pt x="2177" y="1775"/>
                    <a:pt x="2060" y="1763"/>
                  </a:cubicBezTo>
                  <a:cubicBezTo>
                    <a:pt x="2000" y="1739"/>
                    <a:pt x="1941" y="1739"/>
                    <a:pt x="1881" y="1739"/>
                  </a:cubicBezTo>
                  <a:lnTo>
                    <a:pt x="1881" y="1501"/>
                  </a:lnTo>
                  <a:cubicBezTo>
                    <a:pt x="2072" y="1477"/>
                    <a:pt x="2262" y="1382"/>
                    <a:pt x="2429" y="1239"/>
                  </a:cubicBezTo>
                  <a:cubicBezTo>
                    <a:pt x="2620" y="1073"/>
                    <a:pt x="2727" y="858"/>
                    <a:pt x="2727" y="668"/>
                  </a:cubicBezTo>
                  <a:cubicBezTo>
                    <a:pt x="2727" y="299"/>
                    <a:pt x="2274"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1" name="Google Shape;12431;p67"/>
          <p:cNvGrpSpPr/>
          <p:nvPr/>
        </p:nvGrpSpPr>
        <p:grpSpPr>
          <a:xfrm>
            <a:off x="1415853" y="1576858"/>
            <a:ext cx="315872" cy="347488"/>
            <a:chOff x="1415853" y="1500658"/>
            <a:chExt cx="315872" cy="347488"/>
          </a:xfrm>
        </p:grpSpPr>
        <p:sp>
          <p:nvSpPr>
            <p:cNvPr id="12432" name="Google Shape;12432;p67"/>
            <p:cNvSpPr/>
            <p:nvPr/>
          </p:nvSpPr>
          <p:spPr>
            <a:xfrm>
              <a:off x="1415853" y="1500658"/>
              <a:ext cx="315872" cy="347488"/>
            </a:xfrm>
            <a:custGeom>
              <a:avLst/>
              <a:gdLst/>
              <a:ahLst/>
              <a:cxnLst/>
              <a:rect l="l" t="t" r="r" b="b"/>
              <a:pathLst>
                <a:path w="9871" h="10859" extrusionOk="0">
                  <a:moveTo>
                    <a:pt x="4894" y="322"/>
                  </a:moveTo>
                  <a:cubicBezTo>
                    <a:pt x="5739" y="322"/>
                    <a:pt x="6465" y="786"/>
                    <a:pt x="6834" y="1465"/>
                  </a:cubicBezTo>
                  <a:cubicBezTo>
                    <a:pt x="6775" y="1429"/>
                    <a:pt x="6727" y="1393"/>
                    <a:pt x="6668" y="1370"/>
                  </a:cubicBezTo>
                  <a:cubicBezTo>
                    <a:pt x="6643" y="1353"/>
                    <a:pt x="6614" y="1345"/>
                    <a:pt x="6586" y="1345"/>
                  </a:cubicBezTo>
                  <a:cubicBezTo>
                    <a:pt x="6532" y="1345"/>
                    <a:pt x="6481" y="1374"/>
                    <a:pt x="6465" y="1429"/>
                  </a:cubicBezTo>
                  <a:cubicBezTo>
                    <a:pt x="6418" y="1501"/>
                    <a:pt x="6441" y="1608"/>
                    <a:pt x="6525" y="1632"/>
                  </a:cubicBezTo>
                  <a:cubicBezTo>
                    <a:pt x="6882" y="1822"/>
                    <a:pt x="7096" y="2179"/>
                    <a:pt x="7120" y="2584"/>
                  </a:cubicBezTo>
                  <a:cubicBezTo>
                    <a:pt x="7084" y="3787"/>
                    <a:pt x="6108" y="4763"/>
                    <a:pt x="4894" y="4763"/>
                  </a:cubicBezTo>
                  <a:cubicBezTo>
                    <a:pt x="3727" y="4763"/>
                    <a:pt x="2739" y="3822"/>
                    <a:pt x="2703" y="2632"/>
                  </a:cubicBezTo>
                  <a:cubicBezTo>
                    <a:pt x="2727" y="2048"/>
                    <a:pt x="3215" y="1584"/>
                    <a:pt x="3810" y="1584"/>
                  </a:cubicBezTo>
                  <a:cubicBezTo>
                    <a:pt x="4132" y="1584"/>
                    <a:pt x="4441" y="1715"/>
                    <a:pt x="4644" y="1965"/>
                  </a:cubicBezTo>
                  <a:cubicBezTo>
                    <a:pt x="4703" y="2036"/>
                    <a:pt x="4798" y="2060"/>
                    <a:pt x="4882" y="2060"/>
                  </a:cubicBezTo>
                  <a:cubicBezTo>
                    <a:pt x="4989" y="2060"/>
                    <a:pt x="5084" y="2013"/>
                    <a:pt x="5144" y="1929"/>
                  </a:cubicBezTo>
                  <a:cubicBezTo>
                    <a:pt x="5334" y="1679"/>
                    <a:pt x="5632" y="1524"/>
                    <a:pt x="5941" y="1501"/>
                  </a:cubicBezTo>
                  <a:cubicBezTo>
                    <a:pt x="6037" y="1501"/>
                    <a:pt x="6096" y="1429"/>
                    <a:pt x="6096" y="1334"/>
                  </a:cubicBezTo>
                  <a:cubicBezTo>
                    <a:pt x="6096" y="1251"/>
                    <a:pt x="6013" y="1191"/>
                    <a:pt x="5929" y="1191"/>
                  </a:cubicBezTo>
                  <a:cubicBezTo>
                    <a:pt x="5525" y="1215"/>
                    <a:pt x="5132" y="1405"/>
                    <a:pt x="4882" y="1739"/>
                  </a:cubicBezTo>
                  <a:cubicBezTo>
                    <a:pt x="4882" y="1739"/>
                    <a:pt x="4870" y="1739"/>
                    <a:pt x="4870" y="1751"/>
                  </a:cubicBezTo>
                  <a:cubicBezTo>
                    <a:pt x="4596" y="1453"/>
                    <a:pt x="4215" y="1274"/>
                    <a:pt x="3798" y="1274"/>
                  </a:cubicBezTo>
                  <a:cubicBezTo>
                    <a:pt x="3453" y="1274"/>
                    <a:pt x="3143" y="1393"/>
                    <a:pt x="2893" y="1608"/>
                  </a:cubicBezTo>
                  <a:cubicBezTo>
                    <a:pt x="3250" y="846"/>
                    <a:pt x="4024" y="322"/>
                    <a:pt x="4894" y="322"/>
                  </a:cubicBezTo>
                  <a:close/>
                  <a:moveTo>
                    <a:pt x="2310" y="4430"/>
                  </a:moveTo>
                  <a:lnTo>
                    <a:pt x="2310" y="4430"/>
                  </a:lnTo>
                  <a:cubicBezTo>
                    <a:pt x="1726" y="5334"/>
                    <a:pt x="1369" y="6489"/>
                    <a:pt x="1357" y="7537"/>
                  </a:cubicBezTo>
                  <a:cubicBezTo>
                    <a:pt x="1146" y="7654"/>
                    <a:pt x="878" y="7684"/>
                    <a:pt x="652" y="7684"/>
                  </a:cubicBezTo>
                  <a:cubicBezTo>
                    <a:pt x="534" y="7684"/>
                    <a:pt x="427" y="7676"/>
                    <a:pt x="345" y="7668"/>
                  </a:cubicBezTo>
                  <a:cubicBezTo>
                    <a:pt x="703" y="6227"/>
                    <a:pt x="1357" y="5334"/>
                    <a:pt x="1857" y="4834"/>
                  </a:cubicBezTo>
                  <a:cubicBezTo>
                    <a:pt x="2024" y="4668"/>
                    <a:pt x="2179" y="4537"/>
                    <a:pt x="2310" y="4430"/>
                  </a:cubicBezTo>
                  <a:close/>
                  <a:moveTo>
                    <a:pt x="7501" y="4430"/>
                  </a:moveTo>
                  <a:cubicBezTo>
                    <a:pt x="7644" y="4537"/>
                    <a:pt x="7799" y="4668"/>
                    <a:pt x="7953" y="4834"/>
                  </a:cubicBezTo>
                  <a:cubicBezTo>
                    <a:pt x="8454" y="5334"/>
                    <a:pt x="9132" y="6251"/>
                    <a:pt x="9466" y="7680"/>
                  </a:cubicBezTo>
                  <a:cubicBezTo>
                    <a:pt x="9400" y="7687"/>
                    <a:pt x="9313" y="7693"/>
                    <a:pt x="9214" y="7693"/>
                  </a:cubicBezTo>
                  <a:cubicBezTo>
                    <a:pt x="8988" y="7693"/>
                    <a:pt x="8701" y="7661"/>
                    <a:pt x="8477" y="7537"/>
                  </a:cubicBezTo>
                  <a:cubicBezTo>
                    <a:pt x="8454" y="6466"/>
                    <a:pt x="8084" y="5323"/>
                    <a:pt x="7501" y="4430"/>
                  </a:cubicBezTo>
                  <a:close/>
                  <a:moveTo>
                    <a:pt x="3727" y="10192"/>
                  </a:moveTo>
                  <a:cubicBezTo>
                    <a:pt x="3965" y="10192"/>
                    <a:pt x="4155" y="10335"/>
                    <a:pt x="4215" y="10549"/>
                  </a:cubicBezTo>
                  <a:lnTo>
                    <a:pt x="2548" y="10549"/>
                  </a:lnTo>
                  <a:cubicBezTo>
                    <a:pt x="2619" y="10335"/>
                    <a:pt x="2822" y="10192"/>
                    <a:pt x="3036" y="10192"/>
                  </a:cubicBezTo>
                  <a:close/>
                  <a:moveTo>
                    <a:pt x="6930" y="4132"/>
                  </a:moveTo>
                  <a:cubicBezTo>
                    <a:pt x="7692" y="5049"/>
                    <a:pt x="8192" y="6406"/>
                    <a:pt x="8192" y="7644"/>
                  </a:cubicBezTo>
                  <a:cubicBezTo>
                    <a:pt x="8156" y="8513"/>
                    <a:pt x="7799" y="9359"/>
                    <a:pt x="7180" y="9966"/>
                  </a:cubicBezTo>
                  <a:cubicBezTo>
                    <a:pt x="7060" y="9906"/>
                    <a:pt x="6930" y="9859"/>
                    <a:pt x="6787" y="9859"/>
                  </a:cubicBezTo>
                  <a:lnTo>
                    <a:pt x="6108" y="9859"/>
                  </a:lnTo>
                  <a:cubicBezTo>
                    <a:pt x="5703" y="9859"/>
                    <a:pt x="5358" y="10156"/>
                    <a:pt x="5286" y="10549"/>
                  </a:cubicBezTo>
                  <a:lnTo>
                    <a:pt x="4560" y="10549"/>
                  </a:lnTo>
                  <a:cubicBezTo>
                    <a:pt x="4489" y="10156"/>
                    <a:pt x="4143" y="9859"/>
                    <a:pt x="3739" y="9859"/>
                  </a:cubicBezTo>
                  <a:lnTo>
                    <a:pt x="3048" y="9859"/>
                  </a:lnTo>
                  <a:cubicBezTo>
                    <a:pt x="2905" y="9859"/>
                    <a:pt x="2774" y="9894"/>
                    <a:pt x="2667" y="9966"/>
                  </a:cubicBezTo>
                  <a:cubicBezTo>
                    <a:pt x="2036" y="9359"/>
                    <a:pt x="1679" y="8525"/>
                    <a:pt x="1679" y="7644"/>
                  </a:cubicBezTo>
                  <a:cubicBezTo>
                    <a:pt x="1679" y="6406"/>
                    <a:pt x="2179" y="5061"/>
                    <a:pt x="2953" y="4132"/>
                  </a:cubicBezTo>
                  <a:cubicBezTo>
                    <a:pt x="2989" y="4180"/>
                    <a:pt x="3036" y="4239"/>
                    <a:pt x="3084" y="4275"/>
                  </a:cubicBezTo>
                  <a:cubicBezTo>
                    <a:pt x="2655" y="5049"/>
                    <a:pt x="2393" y="6049"/>
                    <a:pt x="2393" y="6954"/>
                  </a:cubicBezTo>
                  <a:cubicBezTo>
                    <a:pt x="2393" y="8442"/>
                    <a:pt x="3548" y="9668"/>
                    <a:pt x="4941" y="9668"/>
                  </a:cubicBezTo>
                  <a:cubicBezTo>
                    <a:pt x="6346" y="9668"/>
                    <a:pt x="7489" y="8442"/>
                    <a:pt x="7489" y="6954"/>
                  </a:cubicBezTo>
                  <a:cubicBezTo>
                    <a:pt x="7489" y="6525"/>
                    <a:pt x="7430" y="6096"/>
                    <a:pt x="7322" y="5644"/>
                  </a:cubicBezTo>
                  <a:cubicBezTo>
                    <a:pt x="7312" y="5569"/>
                    <a:pt x="7234" y="5523"/>
                    <a:pt x="7158" y="5523"/>
                  </a:cubicBezTo>
                  <a:cubicBezTo>
                    <a:pt x="7149" y="5523"/>
                    <a:pt x="7140" y="5524"/>
                    <a:pt x="7132" y="5525"/>
                  </a:cubicBezTo>
                  <a:cubicBezTo>
                    <a:pt x="7037" y="5549"/>
                    <a:pt x="7001" y="5632"/>
                    <a:pt x="7013" y="5727"/>
                  </a:cubicBezTo>
                  <a:cubicBezTo>
                    <a:pt x="7120" y="6144"/>
                    <a:pt x="7156" y="6561"/>
                    <a:pt x="7156" y="6954"/>
                  </a:cubicBezTo>
                  <a:cubicBezTo>
                    <a:pt x="7156" y="8287"/>
                    <a:pt x="6168" y="9359"/>
                    <a:pt x="4941" y="9359"/>
                  </a:cubicBezTo>
                  <a:cubicBezTo>
                    <a:pt x="3727" y="9359"/>
                    <a:pt x="2727" y="8287"/>
                    <a:pt x="2727" y="6954"/>
                  </a:cubicBezTo>
                  <a:cubicBezTo>
                    <a:pt x="2727" y="6120"/>
                    <a:pt x="2953" y="5215"/>
                    <a:pt x="3334" y="4501"/>
                  </a:cubicBezTo>
                  <a:cubicBezTo>
                    <a:pt x="3762" y="4858"/>
                    <a:pt x="4334" y="5084"/>
                    <a:pt x="4941" y="5084"/>
                  </a:cubicBezTo>
                  <a:cubicBezTo>
                    <a:pt x="5548" y="5084"/>
                    <a:pt x="6120" y="4858"/>
                    <a:pt x="6549" y="4501"/>
                  </a:cubicBezTo>
                  <a:cubicBezTo>
                    <a:pt x="6644" y="4668"/>
                    <a:pt x="6727" y="4846"/>
                    <a:pt x="6787" y="5037"/>
                  </a:cubicBezTo>
                  <a:cubicBezTo>
                    <a:pt x="6822" y="5096"/>
                    <a:pt x="6882" y="5144"/>
                    <a:pt x="6941" y="5144"/>
                  </a:cubicBezTo>
                  <a:cubicBezTo>
                    <a:pt x="6953" y="5144"/>
                    <a:pt x="6989" y="5144"/>
                    <a:pt x="7001" y="5132"/>
                  </a:cubicBezTo>
                  <a:cubicBezTo>
                    <a:pt x="7084" y="5096"/>
                    <a:pt x="7120" y="5013"/>
                    <a:pt x="7084" y="4918"/>
                  </a:cubicBezTo>
                  <a:cubicBezTo>
                    <a:pt x="7001" y="4691"/>
                    <a:pt x="6894" y="4477"/>
                    <a:pt x="6787" y="4275"/>
                  </a:cubicBezTo>
                  <a:cubicBezTo>
                    <a:pt x="6834" y="4239"/>
                    <a:pt x="6882" y="4180"/>
                    <a:pt x="6930" y="4132"/>
                  </a:cubicBezTo>
                  <a:close/>
                  <a:moveTo>
                    <a:pt x="6787" y="10192"/>
                  </a:moveTo>
                  <a:cubicBezTo>
                    <a:pt x="7025" y="10192"/>
                    <a:pt x="7227" y="10335"/>
                    <a:pt x="7287" y="10549"/>
                  </a:cubicBezTo>
                  <a:lnTo>
                    <a:pt x="5620" y="10549"/>
                  </a:lnTo>
                  <a:cubicBezTo>
                    <a:pt x="5691" y="10335"/>
                    <a:pt x="5882" y="10192"/>
                    <a:pt x="6108" y="10192"/>
                  </a:cubicBezTo>
                  <a:close/>
                  <a:moveTo>
                    <a:pt x="4929" y="0"/>
                  </a:moveTo>
                  <a:cubicBezTo>
                    <a:pt x="3524" y="0"/>
                    <a:pt x="2381" y="1143"/>
                    <a:pt x="2381" y="2536"/>
                  </a:cubicBezTo>
                  <a:cubicBezTo>
                    <a:pt x="2381" y="3001"/>
                    <a:pt x="2500" y="3429"/>
                    <a:pt x="2727" y="3810"/>
                  </a:cubicBezTo>
                  <a:cubicBezTo>
                    <a:pt x="2548" y="3894"/>
                    <a:pt x="2131" y="4132"/>
                    <a:pt x="1667" y="4596"/>
                  </a:cubicBezTo>
                  <a:cubicBezTo>
                    <a:pt x="1107" y="5156"/>
                    <a:pt x="369" y="6156"/>
                    <a:pt x="12" y="7775"/>
                  </a:cubicBezTo>
                  <a:cubicBezTo>
                    <a:pt x="0" y="7823"/>
                    <a:pt x="12" y="7870"/>
                    <a:pt x="36" y="7894"/>
                  </a:cubicBezTo>
                  <a:cubicBezTo>
                    <a:pt x="60" y="7930"/>
                    <a:pt x="95" y="7954"/>
                    <a:pt x="131" y="7978"/>
                  </a:cubicBezTo>
                  <a:cubicBezTo>
                    <a:pt x="155" y="7978"/>
                    <a:pt x="369" y="8013"/>
                    <a:pt x="655" y="8013"/>
                  </a:cubicBezTo>
                  <a:cubicBezTo>
                    <a:pt x="881" y="8013"/>
                    <a:pt x="1143" y="7990"/>
                    <a:pt x="1381" y="7894"/>
                  </a:cubicBezTo>
                  <a:cubicBezTo>
                    <a:pt x="1441" y="8752"/>
                    <a:pt x="1822" y="9561"/>
                    <a:pt x="2429" y="10156"/>
                  </a:cubicBezTo>
                  <a:cubicBezTo>
                    <a:pt x="2310" y="10311"/>
                    <a:pt x="2238" y="10490"/>
                    <a:pt x="2238" y="10692"/>
                  </a:cubicBezTo>
                  <a:cubicBezTo>
                    <a:pt x="2238" y="10787"/>
                    <a:pt x="2310" y="10859"/>
                    <a:pt x="2393" y="10859"/>
                  </a:cubicBezTo>
                  <a:lnTo>
                    <a:pt x="7501" y="10859"/>
                  </a:lnTo>
                  <a:cubicBezTo>
                    <a:pt x="7596" y="10859"/>
                    <a:pt x="7668" y="10787"/>
                    <a:pt x="7668" y="10692"/>
                  </a:cubicBezTo>
                  <a:cubicBezTo>
                    <a:pt x="7668" y="10490"/>
                    <a:pt x="7596" y="10311"/>
                    <a:pt x="7477" y="10156"/>
                  </a:cubicBezTo>
                  <a:cubicBezTo>
                    <a:pt x="8084" y="9549"/>
                    <a:pt x="8454" y="8752"/>
                    <a:pt x="8513" y="7894"/>
                  </a:cubicBezTo>
                  <a:cubicBezTo>
                    <a:pt x="8751" y="7990"/>
                    <a:pt x="9025" y="8013"/>
                    <a:pt x="9239" y="8013"/>
                  </a:cubicBezTo>
                  <a:cubicBezTo>
                    <a:pt x="9525" y="8013"/>
                    <a:pt x="9751" y="7978"/>
                    <a:pt x="9763" y="7978"/>
                  </a:cubicBezTo>
                  <a:cubicBezTo>
                    <a:pt x="9811" y="7954"/>
                    <a:pt x="9835" y="7942"/>
                    <a:pt x="9870" y="7894"/>
                  </a:cubicBezTo>
                  <a:cubicBezTo>
                    <a:pt x="9847" y="7859"/>
                    <a:pt x="9847" y="7811"/>
                    <a:pt x="9847" y="7775"/>
                  </a:cubicBezTo>
                  <a:cubicBezTo>
                    <a:pt x="9489" y="6156"/>
                    <a:pt x="8739" y="5156"/>
                    <a:pt x="8192" y="4596"/>
                  </a:cubicBezTo>
                  <a:cubicBezTo>
                    <a:pt x="7727" y="4132"/>
                    <a:pt x="7311" y="3894"/>
                    <a:pt x="7132" y="3810"/>
                  </a:cubicBezTo>
                  <a:cubicBezTo>
                    <a:pt x="7334" y="3429"/>
                    <a:pt x="7477" y="3001"/>
                    <a:pt x="7477" y="2536"/>
                  </a:cubicBezTo>
                  <a:cubicBezTo>
                    <a:pt x="7477" y="1143"/>
                    <a:pt x="6334"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67"/>
            <p:cNvSpPr/>
            <p:nvPr/>
          </p:nvSpPr>
          <p:spPr>
            <a:xfrm>
              <a:off x="1524045" y="1565810"/>
              <a:ext cx="32416" cy="37376"/>
            </a:xfrm>
            <a:custGeom>
              <a:avLst/>
              <a:gdLst/>
              <a:ahLst/>
              <a:cxnLst/>
              <a:rect l="l" t="t" r="r" b="b"/>
              <a:pathLst>
                <a:path w="1013" h="1168" extrusionOk="0">
                  <a:moveTo>
                    <a:pt x="524" y="322"/>
                  </a:moveTo>
                  <a:cubicBezTo>
                    <a:pt x="631" y="322"/>
                    <a:pt x="703" y="393"/>
                    <a:pt x="703" y="500"/>
                  </a:cubicBezTo>
                  <a:lnTo>
                    <a:pt x="703" y="667"/>
                  </a:lnTo>
                  <a:cubicBezTo>
                    <a:pt x="703" y="774"/>
                    <a:pt x="631" y="846"/>
                    <a:pt x="524" y="846"/>
                  </a:cubicBezTo>
                  <a:cubicBezTo>
                    <a:pt x="417" y="846"/>
                    <a:pt x="346" y="774"/>
                    <a:pt x="346" y="667"/>
                  </a:cubicBezTo>
                  <a:lnTo>
                    <a:pt x="346" y="500"/>
                  </a:lnTo>
                  <a:cubicBezTo>
                    <a:pt x="346" y="393"/>
                    <a:pt x="417" y="322"/>
                    <a:pt x="524" y="322"/>
                  </a:cubicBezTo>
                  <a:close/>
                  <a:moveTo>
                    <a:pt x="512" y="0"/>
                  </a:moveTo>
                  <a:cubicBezTo>
                    <a:pt x="227" y="0"/>
                    <a:pt x="0" y="227"/>
                    <a:pt x="0" y="500"/>
                  </a:cubicBezTo>
                  <a:lnTo>
                    <a:pt x="0" y="667"/>
                  </a:lnTo>
                  <a:cubicBezTo>
                    <a:pt x="0" y="953"/>
                    <a:pt x="227" y="1167"/>
                    <a:pt x="512" y="1167"/>
                  </a:cubicBezTo>
                  <a:cubicBezTo>
                    <a:pt x="786" y="1167"/>
                    <a:pt x="1012" y="953"/>
                    <a:pt x="1012" y="667"/>
                  </a:cubicBezTo>
                  <a:lnTo>
                    <a:pt x="1012" y="500"/>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67"/>
            <p:cNvSpPr/>
            <p:nvPr/>
          </p:nvSpPr>
          <p:spPr>
            <a:xfrm>
              <a:off x="1589965" y="1565810"/>
              <a:ext cx="32416" cy="37376"/>
            </a:xfrm>
            <a:custGeom>
              <a:avLst/>
              <a:gdLst/>
              <a:ahLst/>
              <a:cxnLst/>
              <a:rect l="l" t="t" r="r" b="b"/>
              <a:pathLst>
                <a:path w="1013" h="1168" extrusionOk="0">
                  <a:moveTo>
                    <a:pt x="500" y="322"/>
                  </a:moveTo>
                  <a:cubicBezTo>
                    <a:pt x="607" y="322"/>
                    <a:pt x="679" y="393"/>
                    <a:pt x="679" y="500"/>
                  </a:cubicBezTo>
                  <a:lnTo>
                    <a:pt x="679" y="667"/>
                  </a:lnTo>
                  <a:cubicBezTo>
                    <a:pt x="679" y="774"/>
                    <a:pt x="607" y="846"/>
                    <a:pt x="500" y="846"/>
                  </a:cubicBezTo>
                  <a:cubicBezTo>
                    <a:pt x="393" y="846"/>
                    <a:pt x="322" y="774"/>
                    <a:pt x="322" y="667"/>
                  </a:cubicBezTo>
                  <a:lnTo>
                    <a:pt x="322" y="500"/>
                  </a:lnTo>
                  <a:cubicBezTo>
                    <a:pt x="322" y="393"/>
                    <a:pt x="393" y="322"/>
                    <a:pt x="500" y="322"/>
                  </a:cubicBezTo>
                  <a:close/>
                  <a:moveTo>
                    <a:pt x="500" y="0"/>
                  </a:moveTo>
                  <a:cubicBezTo>
                    <a:pt x="215" y="0"/>
                    <a:pt x="0" y="227"/>
                    <a:pt x="0" y="500"/>
                  </a:cubicBezTo>
                  <a:lnTo>
                    <a:pt x="0" y="667"/>
                  </a:lnTo>
                  <a:cubicBezTo>
                    <a:pt x="0" y="953"/>
                    <a:pt x="215" y="1167"/>
                    <a:pt x="500" y="1167"/>
                  </a:cubicBezTo>
                  <a:cubicBezTo>
                    <a:pt x="786" y="1167"/>
                    <a:pt x="1012" y="953"/>
                    <a:pt x="1012" y="667"/>
                  </a:cubicBezTo>
                  <a:lnTo>
                    <a:pt x="1012" y="500"/>
                  </a:lnTo>
                  <a:cubicBezTo>
                    <a:pt x="988" y="227"/>
                    <a:pt x="774"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67"/>
            <p:cNvSpPr/>
            <p:nvPr/>
          </p:nvSpPr>
          <p:spPr>
            <a:xfrm>
              <a:off x="1551085" y="1598386"/>
              <a:ext cx="43488" cy="42496"/>
            </a:xfrm>
            <a:custGeom>
              <a:avLst/>
              <a:gdLst/>
              <a:ahLst/>
              <a:cxnLst/>
              <a:rect l="l" t="t" r="r" b="b"/>
              <a:pathLst>
                <a:path w="1359" h="1328" extrusionOk="0">
                  <a:moveTo>
                    <a:pt x="691" y="352"/>
                  </a:moveTo>
                  <a:lnTo>
                    <a:pt x="977" y="542"/>
                  </a:lnTo>
                  <a:lnTo>
                    <a:pt x="691" y="911"/>
                  </a:lnTo>
                  <a:lnTo>
                    <a:pt x="406" y="542"/>
                  </a:lnTo>
                  <a:lnTo>
                    <a:pt x="691" y="352"/>
                  </a:lnTo>
                  <a:close/>
                  <a:moveTo>
                    <a:pt x="685" y="0"/>
                  </a:moveTo>
                  <a:cubicBezTo>
                    <a:pt x="656" y="0"/>
                    <a:pt x="626" y="6"/>
                    <a:pt x="596" y="18"/>
                  </a:cubicBezTo>
                  <a:lnTo>
                    <a:pt x="96" y="364"/>
                  </a:lnTo>
                  <a:cubicBezTo>
                    <a:pt x="60" y="399"/>
                    <a:pt x="37" y="423"/>
                    <a:pt x="25" y="471"/>
                  </a:cubicBezTo>
                  <a:cubicBezTo>
                    <a:pt x="1" y="518"/>
                    <a:pt x="25" y="554"/>
                    <a:pt x="48" y="590"/>
                  </a:cubicBezTo>
                  <a:lnTo>
                    <a:pt x="560" y="1268"/>
                  </a:lnTo>
                  <a:cubicBezTo>
                    <a:pt x="584" y="1316"/>
                    <a:pt x="632" y="1328"/>
                    <a:pt x="691" y="1328"/>
                  </a:cubicBezTo>
                  <a:cubicBezTo>
                    <a:pt x="739" y="1328"/>
                    <a:pt x="799" y="1304"/>
                    <a:pt x="822" y="1268"/>
                  </a:cubicBezTo>
                  <a:lnTo>
                    <a:pt x="1322" y="590"/>
                  </a:lnTo>
                  <a:cubicBezTo>
                    <a:pt x="1358" y="554"/>
                    <a:pt x="1358" y="518"/>
                    <a:pt x="1358" y="471"/>
                  </a:cubicBezTo>
                  <a:cubicBezTo>
                    <a:pt x="1358" y="423"/>
                    <a:pt x="1334" y="399"/>
                    <a:pt x="1287" y="364"/>
                  </a:cubicBezTo>
                  <a:lnTo>
                    <a:pt x="775" y="18"/>
                  </a:lnTo>
                  <a:cubicBezTo>
                    <a:pt x="745" y="6"/>
                    <a:pt x="715" y="0"/>
                    <a:pt x="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6" name="Google Shape;12436;p67"/>
          <p:cNvGrpSpPr/>
          <p:nvPr/>
        </p:nvGrpSpPr>
        <p:grpSpPr>
          <a:xfrm>
            <a:off x="4697389" y="1576858"/>
            <a:ext cx="347520" cy="347104"/>
            <a:chOff x="4697389" y="1500658"/>
            <a:chExt cx="347520" cy="347104"/>
          </a:xfrm>
        </p:grpSpPr>
        <p:sp>
          <p:nvSpPr>
            <p:cNvPr id="12437" name="Google Shape;12437;p67"/>
            <p:cNvSpPr/>
            <p:nvPr/>
          </p:nvSpPr>
          <p:spPr>
            <a:xfrm>
              <a:off x="4697389" y="1500658"/>
              <a:ext cx="347520" cy="347104"/>
            </a:xfrm>
            <a:custGeom>
              <a:avLst/>
              <a:gdLst/>
              <a:ahLst/>
              <a:cxnLst/>
              <a:rect l="l" t="t" r="r" b="b"/>
              <a:pathLst>
                <a:path w="10860" h="10847" extrusionOk="0">
                  <a:moveTo>
                    <a:pt x="2082" y="1011"/>
                  </a:moveTo>
                  <a:cubicBezTo>
                    <a:pt x="2474" y="1011"/>
                    <a:pt x="2807" y="1244"/>
                    <a:pt x="2977" y="1608"/>
                  </a:cubicBezTo>
                  <a:cubicBezTo>
                    <a:pt x="2560" y="1810"/>
                    <a:pt x="2191" y="2084"/>
                    <a:pt x="1846" y="2405"/>
                  </a:cubicBezTo>
                  <a:cubicBezTo>
                    <a:pt x="1691" y="2560"/>
                    <a:pt x="1548" y="2703"/>
                    <a:pt x="1417" y="2858"/>
                  </a:cubicBezTo>
                  <a:cubicBezTo>
                    <a:pt x="1156" y="2656"/>
                    <a:pt x="1001" y="2358"/>
                    <a:pt x="1001" y="2036"/>
                  </a:cubicBezTo>
                  <a:cubicBezTo>
                    <a:pt x="1001" y="1465"/>
                    <a:pt x="1453" y="1012"/>
                    <a:pt x="2025" y="1012"/>
                  </a:cubicBezTo>
                  <a:cubicBezTo>
                    <a:pt x="2044" y="1011"/>
                    <a:pt x="2063" y="1011"/>
                    <a:pt x="2082" y="1011"/>
                  </a:cubicBezTo>
                  <a:close/>
                  <a:moveTo>
                    <a:pt x="2025" y="310"/>
                  </a:moveTo>
                  <a:cubicBezTo>
                    <a:pt x="2703" y="310"/>
                    <a:pt x="3322" y="715"/>
                    <a:pt x="3584" y="1322"/>
                  </a:cubicBezTo>
                  <a:cubicBezTo>
                    <a:pt x="3465" y="1370"/>
                    <a:pt x="3358" y="1405"/>
                    <a:pt x="3239" y="1453"/>
                  </a:cubicBezTo>
                  <a:cubicBezTo>
                    <a:pt x="3025" y="977"/>
                    <a:pt x="2549" y="667"/>
                    <a:pt x="2013" y="667"/>
                  </a:cubicBezTo>
                  <a:cubicBezTo>
                    <a:pt x="1263" y="667"/>
                    <a:pt x="655" y="1274"/>
                    <a:pt x="655" y="2024"/>
                  </a:cubicBezTo>
                  <a:cubicBezTo>
                    <a:pt x="655" y="2453"/>
                    <a:pt x="858" y="2834"/>
                    <a:pt x="1191" y="3096"/>
                  </a:cubicBezTo>
                  <a:cubicBezTo>
                    <a:pt x="1120" y="3191"/>
                    <a:pt x="1060" y="3287"/>
                    <a:pt x="977" y="3394"/>
                  </a:cubicBezTo>
                  <a:cubicBezTo>
                    <a:pt x="584" y="3072"/>
                    <a:pt x="310" y="2572"/>
                    <a:pt x="310" y="2024"/>
                  </a:cubicBezTo>
                  <a:cubicBezTo>
                    <a:pt x="310" y="1084"/>
                    <a:pt x="1084" y="310"/>
                    <a:pt x="2025" y="310"/>
                  </a:cubicBezTo>
                  <a:close/>
                  <a:moveTo>
                    <a:pt x="8823" y="310"/>
                  </a:moveTo>
                  <a:cubicBezTo>
                    <a:pt x="9764" y="310"/>
                    <a:pt x="10538" y="1084"/>
                    <a:pt x="10538" y="2024"/>
                  </a:cubicBezTo>
                  <a:cubicBezTo>
                    <a:pt x="10538" y="2572"/>
                    <a:pt x="10264" y="3072"/>
                    <a:pt x="9835" y="3406"/>
                  </a:cubicBezTo>
                  <a:cubicBezTo>
                    <a:pt x="9776" y="3298"/>
                    <a:pt x="9704" y="3191"/>
                    <a:pt x="9633" y="3108"/>
                  </a:cubicBezTo>
                  <a:cubicBezTo>
                    <a:pt x="9954" y="2858"/>
                    <a:pt x="10157" y="2453"/>
                    <a:pt x="10157" y="2036"/>
                  </a:cubicBezTo>
                  <a:cubicBezTo>
                    <a:pt x="10157" y="1858"/>
                    <a:pt x="10133" y="1679"/>
                    <a:pt x="10061" y="1513"/>
                  </a:cubicBezTo>
                  <a:cubicBezTo>
                    <a:pt x="10034" y="1458"/>
                    <a:pt x="9965" y="1417"/>
                    <a:pt x="9902" y="1417"/>
                  </a:cubicBezTo>
                  <a:cubicBezTo>
                    <a:pt x="9882" y="1417"/>
                    <a:pt x="9864" y="1421"/>
                    <a:pt x="9847" y="1429"/>
                  </a:cubicBezTo>
                  <a:cubicBezTo>
                    <a:pt x="9776" y="1453"/>
                    <a:pt x="9728" y="1560"/>
                    <a:pt x="9764" y="1632"/>
                  </a:cubicBezTo>
                  <a:cubicBezTo>
                    <a:pt x="9823" y="1763"/>
                    <a:pt x="9835" y="1905"/>
                    <a:pt x="9835" y="2036"/>
                  </a:cubicBezTo>
                  <a:cubicBezTo>
                    <a:pt x="9835" y="2358"/>
                    <a:pt x="9680" y="2656"/>
                    <a:pt x="9418" y="2858"/>
                  </a:cubicBezTo>
                  <a:cubicBezTo>
                    <a:pt x="9287" y="2703"/>
                    <a:pt x="9145" y="2536"/>
                    <a:pt x="8990" y="2405"/>
                  </a:cubicBezTo>
                  <a:cubicBezTo>
                    <a:pt x="8645" y="2096"/>
                    <a:pt x="8252" y="1822"/>
                    <a:pt x="7859" y="1608"/>
                  </a:cubicBezTo>
                  <a:cubicBezTo>
                    <a:pt x="8014" y="1227"/>
                    <a:pt x="8395" y="989"/>
                    <a:pt x="8787" y="989"/>
                  </a:cubicBezTo>
                  <a:cubicBezTo>
                    <a:pt x="8966" y="989"/>
                    <a:pt x="9168" y="1036"/>
                    <a:pt x="9311" y="1143"/>
                  </a:cubicBezTo>
                  <a:cubicBezTo>
                    <a:pt x="9334" y="1158"/>
                    <a:pt x="9360" y="1165"/>
                    <a:pt x="9386" y="1165"/>
                  </a:cubicBezTo>
                  <a:cubicBezTo>
                    <a:pt x="9444" y="1165"/>
                    <a:pt x="9505" y="1133"/>
                    <a:pt x="9538" y="1084"/>
                  </a:cubicBezTo>
                  <a:cubicBezTo>
                    <a:pt x="9585" y="1012"/>
                    <a:pt x="9549" y="905"/>
                    <a:pt x="9478" y="858"/>
                  </a:cubicBezTo>
                  <a:cubicBezTo>
                    <a:pt x="9264" y="739"/>
                    <a:pt x="9026" y="667"/>
                    <a:pt x="8787" y="667"/>
                  </a:cubicBezTo>
                  <a:cubicBezTo>
                    <a:pt x="8252" y="667"/>
                    <a:pt x="7775" y="977"/>
                    <a:pt x="7561" y="1453"/>
                  </a:cubicBezTo>
                  <a:cubicBezTo>
                    <a:pt x="7454" y="1405"/>
                    <a:pt x="7335" y="1370"/>
                    <a:pt x="7216" y="1322"/>
                  </a:cubicBezTo>
                  <a:cubicBezTo>
                    <a:pt x="7525" y="727"/>
                    <a:pt x="8156" y="310"/>
                    <a:pt x="8823" y="310"/>
                  </a:cubicBezTo>
                  <a:close/>
                  <a:moveTo>
                    <a:pt x="5430" y="6775"/>
                  </a:moveTo>
                  <a:cubicBezTo>
                    <a:pt x="5692" y="6775"/>
                    <a:pt x="5954" y="6882"/>
                    <a:pt x="6144" y="7073"/>
                  </a:cubicBezTo>
                  <a:cubicBezTo>
                    <a:pt x="6323" y="7275"/>
                    <a:pt x="6430" y="7525"/>
                    <a:pt x="6418" y="7787"/>
                  </a:cubicBezTo>
                  <a:lnTo>
                    <a:pt x="6359" y="9204"/>
                  </a:lnTo>
                  <a:cubicBezTo>
                    <a:pt x="6097" y="9299"/>
                    <a:pt x="5775" y="9335"/>
                    <a:pt x="5430" y="9335"/>
                  </a:cubicBezTo>
                  <a:cubicBezTo>
                    <a:pt x="5085" y="9335"/>
                    <a:pt x="4763" y="9299"/>
                    <a:pt x="4513" y="9204"/>
                  </a:cubicBezTo>
                  <a:lnTo>
                    <a:pt x="4454" y="7787"/>
                  </a:lnTo>
                  <a:cubicBezTo>
                    <a:pt x="4430" y="7525"/>
                    <a:pt x="4537" y="7275"/>
                    <a:pt x="4715" y="7073"/>
                  </a:cubicBezTo>
                  <a:cubicBezTo>
                    <a:pt x="4906" y="6882"/>
                    <a:pt x="5168" y="6775"/>
                    <a:pt x="5430" y="6775"/>
                  </a:cubicBezTo>
                  <a:close/>
                  <a:moveTo>
                    <a:pt x="5430" y="1334"/>
                  </a:moveTo>
                  <a:cubicBezTo>
                    <a:pt x="8061" y="1334"/>
                    <a:pt x="10204" y="3322"/>
                    <a:pt x="10204" y="5775"/>
                  </a:cubicBezTo>
                  <a:cubicBezTo>
                    <a:pt x="10204" y="6823"/>
                    <a:pt x="9811" y="7835"/>
                    <a:pt x="9073" y="8644"/>
                  </a:cubicBezTo>
                  <a:cubicBezTo>
                    <a:pt x="8418" y="9359"/>
                    <a:pt x="7549" y="9859"/>
                    <a:pt x="6573" y="10085"/>
                  </a:cubicBezTo>
                  <a:cubicBezTo>
                    <a:pt x="6620" y="9966"/>
                    <a:pt x="6656" y="9835"/>
                    <a:pt x="6656" y="9704"/>
                  </a:cubicBezTo>
                  <a:lnTo>
                    <a:pt x="6668" y="9442"/>
                  </a:lnTo>
                  <a:cubicBezTo>
                    <a:pt x="6740" y="9406"/>
                    <a:pt x="6811" y="9371"/>
                    <a:pt x="6894" y="9311"/>
                  </a:cubicBezTo>
                  <a:cubicBezTo>
                    <a:pt x="6966" y="9263"/>
                    <a:pt x="6978" y="9168"/>
                    <a:pt x="6918" y="9085"/>
                  </a:cubicBezTo>
                  <a:cubicBezTo>
                    <a:pt x="6884" y="9044"/>
                    <a:pt x="6843" y="9023"/>
                    <a:pt x="6798" y="9023"/>
                  </a:cubicBezTo>
                  <a:cubicBezTo>
                    <a:pt x="6764" y="9023"/>
                    <a:pt x="6728" y="9035"/>
                    <a:pt x="6692" y="9061"/>
                  </a:cubicBezTo>
                  <a:lnTo>
                    <a:pt x="6680" y="9073"/>
                  </a:lnTo>
                  <a:lnTo>
                    <a:pt x="6728" y="7835"/>
                  </a:lnTo>
                  <a:cubicBezTo>
                    <a:pt x="6740" y="7478"/>
                    <a:pt x="6609" y="7144"/>
                    <a:pt x="6370" y="6882"/>
                  </a:cubicBezTo>
                  <a:cubicBezTo>
                    <a:pt x="6120" y="6632"/>
                    <a:pt x="5787" y="6489"/>
                    <a:pt x="5430" y="6489"/>
                  </a:cubicBezTo>
                  <a:cubicBezTo>
                    <a:pt x="5073" y="6489"/>
                    <a:pt x="4751" y="6632"/>
                    <a:pt x="4489" y="6882"/>
                  </a:cubicBezTo>
                  <a:cubicBezTo>
                    <a:pt x="4239" y="7144"/>
                    <a:pt x="4120" y="7478"/>
                    <a:pt x="4132" y="7835"/>
                  </a:cubicBezTo>
                  <a:lnTo>
                    <a:pt x="4180" y="9073"/>
                  </a:lnTo>
                  <a:lnTo>
                    <a:pt x="4168" y="9061"/>
                  </a:lnTo>
                  <a:cubicBezTo>
                    <a:pt x="4138" y="9041"/>
                    <a:pt x="4104" y="9032"/>
                    <a:pt x="4070" y="9032"/>
                  </a:cubicBezTo>
                  <a:cubicBezTo>
                    <a:pt x="4023" y="9032"/>
                    <a:pt x="3976" y="9050"/>
                    <a:pt x="3942" y="9085"/>
                  </a:cubicBezTo>
                  <a:cubicBezTo>
                    <a:pt x="3894" y="9168"/>
                    <a:pt x="3918" y="9252"/>
                    <a:pt x="3977" y="9311"/>
                  </a:cubicBezTo>
                  <a:cubicBezTo>
                    <a:pt x="4037" y="9359"/>
                    <a:pt x="4108" y="9406"/>
                    <a:pt x="4192" y="9442"/>
                  </a:cubicBezTo>
                  <a:lnTo>
                    <a:pt x="4215" y="9704"/>
                  </a:lnTo>
                  <a:cubicBezTo>
                    <a:pt x="4215" y="9835"/>
                    <a:pt x="4239" y="9966"/>
                    <a:pt x="4287" y="10085"/>
                  </a:cubicBezTo>
                  <a:cubicBezTo>
                    <a:pt x="3322" y="9859"/>
                    <a:pt x="2441" y="9359"/>
                    <a:pt x="1787" y="8644"/>
                  </a:cubicBezTo>
                  <a:cubicBezTo>
                    <a:pt x="1060" y="7835"/>
                    <a:pt x="655" y="6823"/>
                    <a:pt x="655" y="5775"/>
                  </a:cubicBezTo>
                  <a:cubicBezTo>
                    <a:pt x="655" y="3334"/>
                    <a:pt x="2799" y="1334"/>
                    <a:pt x="5430" y="1334"/>
                  </a:cubicBezTo>
                  <a:close/>
                  <a:moveTo>
                    <a:pt x="6335" y="9549"/>
                  </a:moveTo>
                  <a:lnTo>
                    <a:pt x="6335" y="9668"/>
                  </a:lnTo>
                  <a:cubicBezTo>
                    <a:pt x="6323" y="10156"/>
                    <a:pt x="5918" y="10537"/>
                    <a:pt x="5430" y="10537"/>
                  </a:cubicBezTo>
                  <a:cubicBezTo>
                    <a:pt x="4942" y="10537"/>
                    <a:pt x="4549" y="10145"/>
                    <a:pt x="4525" y="9668"/>
                  </a:cubicBezTo>
                  <a:lnTo>
                    <a:pt x="4525" y="9549"/>
                  </a:lnTo>
                  <a:cubicBezTo>
                    <a:pt x="4787" y="9621"/>
                    <a:pt x="5108" y="9668"/>
                    <a:pt x="5430" y="9668"/>
                  </a:cubicBezTo>
                  <a:cubicBezTo>
                    <a:pt x="5763" y="9668"/>
                    <a:pt x="6073" y="9621"/>
                    <a:pt x="6335" y="9549"/>
                  </a:cubicBezTo>
                  <a:close/>
                  <a:moveTo>
                    <a:pt x="2025" y="0"/>
                  </a:moveTo>
                  <a:cubicBezTo>
                    <a:pt x="905" y="0"/>
                    <a:pt x="1" y="905"/>
                    <a:pt x="1" y="2024"/>
                  </a:cubicBezTo>
                  <a:cubicBezTo>
                    <a:pt x="1" y="2679"/>
                    <a:pt x="322" y="3298"/>
                    <a:pt x="846" y="3668"/>
                  </a:cubicBezTo>
                  <a:cubicBezTo>
                    <a:pt x="501" y="4310"/>
                    <a:pt x="322" y="5025"/>
                    <a:pt x="322" y="5751"/>
                  </a:cubicBezTo>
                  <a:cubicBezTo>
                    <a:pt x="322" y="6882"/>
                    <a:pt x="763" y="7978"/>
                    <a:pt x="1548" y="8835"/>
                  </a:cubicBezTo>
                  <a:cubicBezTo>
                    <a:pt x="2310" y="9668"/>
                    <a:pt x="3358" y="10240"/>
                    <a:pt x="4513" y="10430"/>
                  </a:cubicBezTo>
                  <a:cubicBezTo>
                    <a:pt x="4727" y="10680"/>
                    <a:pt x="5061" y="10847"/>
                    <a:pt x="5430" y="10847"/>
                  </a:cubicBezTo>
                  <a:cubicBezTo>
                    <a:pt x="5799" y="10847"/>
                    <a:pt x="6132" y="10680"/>
                    <a:pt x="6359" y="10430"/>
                  </a:cubicBezTo>
                  <a:cubicBezTo>
                    <a:pt x="7502" y="10240"/>
                    <a:pt x="8537" y="9668"/>
                    <a:pt x="9299" y="8835"/>
                  </a:cubicBezTo>
                  <a:cubicBezTo>
                    <a:pt x="10085" y="7978"/>
                    <a:pt x="10526" y="6882"/>
                    <a:pt x="10526" y="5751"/>
                  </a:cubicBezTo>
                  <a:cubicBezTo>
                    <a:pt x="10526" y="5025"/>
                    <a:pt x="10347" y="4310"/>
                    <a:pt x="10002" y="3668"/>
                  </a:cubicBezTo>
                  <a:cubicBezTo>
                    <a:pt x="10538" y="3298"/>
                    <a:pt x="10859" y="2691"/>
                    <a:pt x="10859" y="2024"/>
                  </a:cubicBezTo>
                  <a:cubicBezTo>
                    <a:pt x="10859" y="905"/>
                    <a:pt x="9954" y="0"/>
                    <a:pt x="8835" y="0"/>
                  </a:cubicBezTo>
                  <a:cubicBezTo>
                    <a:pt x="8025" y="0"/>
                    <a:pt x="7287" y="489"/>
                    <a:pt x="6966" y="1227"/>
                  </a:cubicBezTo>
                  <a:cubicBezTo>
                    <a:pt x="6478" y="1084"/>
                    <a:pt x="5954" y="1012"/>
                    <a:pt x="5430" y="1012"/>
                  </a:cubicBezTo>
                  <a:cubicBezTo>
                    <a:pt x="4906" y="1012"/>
                    <a:pt x="4394" y="1084"/>
                    <a:pt x="3894" y="1227"/>
                  </a:cubicBezTo>
                  <a:cubicBezTo>
                    <a:pt x="3584" y="489"/>
                    <a:pt x="2846"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67"/>
            <p:cNvSpPr/>
            <p:nvPr/>
          </p:nvSpPr>
          <p:spPr>
            <a:xfrm>
              <a:off x="4773581"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80" y="1870"/>
                    <a:pt x="1513" y="1525"/>
                    <a:pt x="1513" y="1108"/>
                  </a:cubicBezTo>
                  <a:lnTo>
                    <a:pt x="1513" y="763"/>
                  </a:lnTo>
                  <a:cubicBezTo>
                    <a:pt x="1501" y="656"/>
                    <a:pt x="1489" y="536"/>
                    <a:pt x="1430" y="441"/>
                  </a:cubicBezTo>
                  <a:cubicBezTo>
                    <a:pt x="1394" y="380"/>
                    <a:pt x="1340" y="344"/>
                    <a:pt x="1280" y="344"/>
                  </a:cubicBezTo>
                  <a:cubicBezTo>
                    <a:pt x="1259" y="344"/>
                    <a:pt x="1237" y="349"/>
                    <a:pt x="1215" y="358"/>
                  </a:cubicBezTo>
                  <a:cubicBezTo>
                    <a:pt x="1144" y="406"/>
                    <a:pt x="1096" y="489"/>
                    <a:pt x="1144" y="572"/>
                  </a:cubicBezTo>
                  <a:cubicBezTo>
                    <a:pt x="1180"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8" y="263"/>
                    <a:pt x="918" y="167"/>
                  </a:cubicBezTo>
                  <a:cubicBezTo>
                    <a:pt x="918"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67"/>
            <p:cNvSpPr/>
            <p:nvPr/>
          </p:nvSpPr>
          <p:spPr>
            <a:xfrm>
              <a:off x="4920653"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79" y="1870"/>
                    <a:pt x="1513" y="1525"/>
                    <a:pt x="1513" y="1108"/>
                  </a:cubicBezTo>
                  <a:lnTo>
                    <a:pt x="1513" y="763"/>
                  </a:lnTo>
                  <a:cubicBezTo>
                    <a:pt x="1501" y="656"/>
                    <a:pt x="1477" y="536"/>
                    <a:pt x="1429" y="441"/>
                  </a:cubicBezTo>
                  <a:cubicBezTo>
                    <a:pt x="1394" y="380"/>
                    <a:pt x="1340" y="344"/>
                    <a:pt x="1280" y="344"/>
                  </a:cubicBezTo>
                  <a:cubicBezTo>
                    <a:pt x="1259" y="344"/>
                    <a:pt x="1237" y="349"/>
                    <a:pt x="1215" y="358"/>
                  </a:cubicBezTo>
                  <a:cubicBezTo>
                    <a:pt x="1144" y="406"/>
                    <a:pt x="1096" y="489"/>
                    <a:pt x="1144" y="572"/>
                  </a:cubicBezTo>
                  <a:cubicBezTo>
                    <a:pt x="1179"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7" y="263"/>
                    <a:pt x="917" y="167"/>
                  </a:cubicBezTo>
                  <a:cubicBezTo>
                    <a:pt x="917"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0" name="Google Shape;12440;p67"/>
          <p:cNvGrpSpPr/>
          <p:nvPr/>
        </p:nvGrpSpPr>
        <p:grpSpPr>
          <a:xfrm>
            <a:off x="3603533" y="2041146"/>
            <a:ext cx="347520" cy="353760"/>
            <a:chOff x="3603533" y="1964946"/>
            <a:chExt cx="347520" cy="353760"/>
          </a:xfrm>
        </p:grpSpPr>
        <p:sp>
          <p:nvSpPr>
            <p:cNvPr id="12441" name="Google Shape;12441;p67"/>
            <p:cNvSpPr/>
            <p:nvPr/>
          </p:nvSpPr>
          <p:spPr>
            <a:xfrm>
              <a:off x="3603533" y="1964946"/>
              <a:ext cx="347520" cy="353760"/>
            </a:xfrm>
            <a:custGeom>
              <a:avLst/>
              <a:gdLst/>
              <a:ahLst/>
              <a:cxnLst/>
              <a:rect l="l" t="t" r="r" b="b"/>
              <a:pathLst>
                <a:path w="10860" h="11055" extrusionOk="0">
                  <a:moveTo>
                    <a:pt x="596" y="5672"/>
                  </a:moveTo>
                  <a:cubicBezTo>
                    <a:pt x="608" y="5672"/>
                    <a:pt x="632" y="5672"/>
                    <a:pt x="656" y="5684"/>
                  </a:cubicBezTo>
                  <a:cubicBezTo>
                    <a:pt x="537" y="5863"/>
                    <a:pt x="513" y="6065"/>
                    <a:pt x="548" y="6184"/>
                  </a:cubicBezTo>
                  <a:cubicBezTo>
                    <a:pt x="560" y="6292"/>
                    <a:pt x="668" y="6339"/>
                    <a:pt x="715" y="6351"/>
                  </a:cubicBezTo>
                  <a:cubicBezTo>
                    <a:pt x="679" y="6363"/>
                    <a:pt x="632" y="6387"/>
                    <a:pt x="596" y="6387"/>
                  </a:cubicBezTo>
                  <a:cubicBezTo>
                    <a:pt x="441" y="6387"/>
                    <a:pt x="322" y="6268"/>
                    <a:pt x="322" y="6113"/>
                  </a:cubicBezTo>
                  <a:lnTo>
                    <a:pt x="322" y="5934"/>
                  </a:lnTo>
                  <a:cubicBezTo>
                    <a:pt x="322" y="5792"/>
                    <a:pt x="441" y="5672"/>
                    <a:pt x="596" y="5672"/>
                  </a:cubicBezTo>
                  <a:close/>
                  <a:moveTo>
                    <a:pt x="4918" y="6857"/>
                  </a:moveTo>
                  <a:cubicBezTo>
                    <a:pt x="5037" y="6857"/>
                    <a:pt x="5130" y="6890"/>
                    <a:pt x="5180" y="6946"/>
                  </a:cubicBezTo>
                  <a:cubicBezTo>
                    <a:pt x="5228" y="7018"/>
                    <a:pt x="5204" y="7161"/>
                    <a:pt x="5085" y="7339"/>
                  </a:cubicBezTo>
                  <a:cubicBezTo>
                    <a:pt x="4918" y="7577"/>
                    <a:pt x="4799" y="7828"/>
                    <a:pt x="4739" y="8066"/>
                  </a:cubicBezTo>
                  <a:cubicBezTo>
                    <a:pt x="4478" y="7673"/>
                    <a:pt x="4287" y="7280"/>
                    <a:pt x="4192" y="7066"/>
                  </a:cubicBezTo>
                  <a:cubicBezTo>
                    <a:pt x="4358" y="7018"/>
                    <a:pt x="4466" y="6982"/>
                    <a:pt x="4537" y="6946"/>
                  </a:cubicBezTo>
                  <a:cubicBezTo>
                    <a:pt x="4678" y="6884"/>
                    <a:pt x="4809" y="6857"/>
                    <a:pt x="4918" y="6857"/>
                  </a:cubicBezTo>
                  <a:close/>
                  <a:moveTo>
                    <a:pt x="8464" y="324"/>
                  </a:moveTo>
                  <a:cubicBezTo>
                    <a:pt x="8714" y="324"/>
                    <a:pt x="8950" y="378"/>
                    <a:pt x="9169" y="481"/>
                  </a:cubicBezTo>
                  <a:cubicBezTo>
                    <a:pt x="9645" y="743"/>
                    <a:pt x="9942" y="1220"/>
                    <a:pt x="10097" y="1541"/>
                  </a:cubicBezTo>
                  <a:cubicBezTo>
                    <a:pt x="9938" y="1498"/>
                    <a:pt x="9780" y="1477"/>
                    <a:pt x="9628" y="1477"/>
                  </a:cubicBezTo>
                  <a:cubicBezTo>
                    <a:pt x="9361" y="1477"/>
                    <a:pt x="9112" y="1543"/>
                    <a:pt x="8907" y="1672"/>
                  </a:cubicBezTo>
                  <a:cubicBezTo>
                    <a:pt x="8585" y="1922"/>
                    <a:pt x="8418" y="2315"/>
                    <a:pt x="8466" y="2827"/>
                  </a:cubicBezTo>
                  <a:cubicBezTo>
                    <a:pt x="8526" y="3458"/>
                    <a:pt x="8942" y="4089"/>
                    <a:pt x="9371" y="4756"/>
                  </a:cubicBezTo>
                  <a:cubicBezTo>
                    <a:pt x="9942" y="5625"/>
                    <a:pt x="10538" y="6494"/>
                    <a:pt x="10538" y="7589"/>
                  </a:cubicBezTo>
                  <a:cubicBezTo>
                    <a:pt x="10514" y="8470"/>
                    <a:pt x="10240" y="9268"/>
                    <a:pt x="9728" y="9816"/>
                  </a:cubicBezTo>
                  <a:cubicBezTo>
                    <a:pt x="9192" y="10399"/>
                    <a:pt x="8454" y="10697"/>
                    <a:pt x="7585" y="10697"/>
                  </a:cubicBezTo>
                  <a:lnTo>
                    <a:pt x="4668" y="10697"/>
                  </a:lnTo>
                  <a:cubicBezTo>
                    <a:pt x="4739" y="10494"/>
                    <a:pt x="4930" y="10328"/>
                    <a:pt x="5180" y="10328"/>
                  </a:cubicBezTo>
                  <a:lnTo>
                    <a:pt x="6383" y="10328"/>
                  </a:lnTo>
                  <a:cubicBezTo>
                    <a:pt x="6466" y="10328"/>
                    <a:pt x="6549" y="10256"/>
                    <a:pt x="6549" y="10161"/>
                  </a:cubicBezTo>
                  <a:cubicBezTo>
                    <a:pt x="6549" y="10066"/>
                    <a:pt x="6466" y="9994"/>
                    <a:pt x="6383" y="9994"/>
                  </a:cubicBezTo>
                  <a:lnTo>
                    <a:pt x="5978" y="9994"/>
                  </a:lnTo>
                  <a:cubicBezTo>
                    <a:pt x="5621" y="9768"/>
                    <a:pt x="5180" y="9328"/>
                    <a:pt x="5049" y="8756"/>
                  </a:cubicBezTo>
                  <a:cubicBezTo>
                    <a:pt x="4966" y="8339"/>
                    <a:pt x="5073" y="7911"/>
                    <a:pt x="5370" y="7494"/>
                  </a:cubicBezTo>
                  <a:cubicBezTo>
                    <a:pt x="5668" y="7077"/>
                    <a:pt x="5513" y="6815"/>
                    <a:pt x="5430" y="6720"/>
                  </a:cubicBezTo>
                  <a:cubicBezTo>
                    <a:pt x="5318" y="6588"/>
                    <a:pt x="5135" y="6522"/>
                    <a:pt x="4926" y="6522"/>
                  </a:cubicBezTo>
                  <a:cubicBezTo>
                    <a:pt x="4759" y="6522"/>
                    <a:pt x="4574" y="6564"/>
                    <a:pt x="4394" y="6649"/>
                  </a:cubicBezTo>
                  <a:cubicBezTo>
                    <a:pt x="4281" y="6705"/>
                    <a:pt x="4082" y="6798"/>
                    <a:pt x="3745" y="6798"/>
                  </a:cubicBezTo>
                  <a:cubicBezTo>
                    <a:pt x="3445" y="6798"/>
                    <a:pt x="3034" y="6724"/>
                    <a:pt x="2477" y="6482"/>
                  </a:cubicBezTo>
                  <a:cubicBezTo>
                    <a:pt x="1882" y="6232"/>
                    <a:pt x="1310" y="6125"/>
                    <a:pt x="989" y="6065"/>
                  </a:cubicBezTo>
                  <a:cubicBezTo>
                    <a:pt x="953" y="6053"/>
                    <a:pt x="882" y="6053"/>
                    <a:pt x="846" y="6042"/>
                  </a:cubicBezTo>
                  <a:cubicBezTo>
                    <a:pt x="846" y="5946"/>
                    <a:pt x="870" y="5803"/>
                    <a:pt x="1060" y="5708"/>
                  </a:cubicBezTo>
                  <a:cubicBezTo>
                    <a:pt x="1092" y="5699"/>
                    <a:pt x="1141" y="5695"/>
                    <a:pt x="1201" y="5695"/>
                  </a:cubicBezTo>
                  <a:cubicBezTo>
                    <a:pt x="1298" y="5695"/>
                    <a:pt x="1423" y="5705"/>
                    <a:pt x="1549" y="5720"/>
                  </a:cubicBezTo>
                  <a:cubicBezTo>
                    <a:pt x="1739" y="5737"/>
                    <a:pt x="1967" y="5757"/>
                    <a:pt x="2218" y="5757"/>
                  </a:cubicBezTo>
                  <a:cubicBezTo>
                    <a:pt x="2877" y="5757"/>
                    <a:pt x="3697" y="5613"/>
                    <a:pt x="4430" y="4863"/>
                  </a:cubicBezTo>
                  <a:cubicBezTo>
                    <a:pt x="4489" y="4803"/>
                    <a:pt x="4489" y="4696"/>
                    <a:pt x="4430" y="4637"/>
                  </a:cubicBezTo>
                  <a:cubicBezTo>
                    <a:pt x="4400" y="4607"/>
                    <a:pt x="4358" y="4592"/>
                    <a:pt x="4317" y="4592"/>
                  </a:cubicBezTo>
                  <a:cubicBezTo>
                    <a:pt x="4275" y="4592"/>
                    <a:pt x="4233" y="4607"/>
                    <a:pt x="4204" y="4637"/>
                  </a:cubicBezTo>
                  <a:cubicBezTo>
                    <a:pt x="3608" y="5232"/>
                    <a:pt x="2977" y="5411"/>
                    <a:pt x="2406" y="5446"/>
                  </a:cubicBezTo>
                  <a:cubicBezTo>
                    <a:pt x="2227" y="5387"/>
                    <a:pt x="2072" y="5280"/>
                    <a:pt x="1977" y="5172"/>
                  </a:cubicBezTo>
                  <a:cubicBezTo>
                    <a:pt x="2120" y="5172"/>
                    <a:pt x="2287" y="5161"/>
                    <a:pt x="2465" y="5113"/>
                  </a:cubicBezTo>
                  <a:cubicBezTo>
                    <a:pt x="2549" y="5101"/>
                    <a:pt x="2596" y="5006"/>
                    <a:pt x="2584" y="4922"/>
                  </a:cubicBezTo>
                  <a:cubicBezTo>
                    <a:pt x="2574" y="4839"/>
                    <a:pt x="2499" y="4801"/>
                    <a:pt x="2425" y="4801"/>
                  </a:cubicBezTo>
                  <a:cubicBezTo>
                    <a:pt x="2415" y="4801"/>
                    <a:pt x="2404" y="4802"/>
                    <a:pt x="2394" y="4803"/>
                  </a:cubicBezTo>
                  <a:cubicBezTo>
                    <a:pt x="2241" y="4843"/>
                    <a:pt x="2103" y="4859"/>
                    <a:pt x="1981" y="4859"/>
                  </a:cubicBezTo>
                  <a:cubicBezTo>
                    <a:pt x="1552" y="4859"/>
                    <a:pt x="1310" y="4660"/>
                    <a:pt x="1227" y="4577"/>
                  </a:cubicBezTo>
                  <a:cubicBezTo>
                    <a:pt x="1275" y="4268"/>
                    <a:pt x="1584" y="3148"/>
                    <a:pt x="2703" y="2767"/>
                  </a:cubicBezTo>
                  <a:lnTo>
                    <a:pt x="2703" y="2827"/>
                  </a:lnTo>
                  <a:cubicBezTo>
                    <a:pt x="2703" y="2910"/>
                    <a:pt x="2775" y="2982"/>
                    <a:pt x="2870" y="2982"/>
                  </a:cubicBezTo>
                  <a:cubicBezTo>
                    <a:pt x="2954" y="2982"/>
                    <a:pt x="3037" y="2910"/>
                    <a:pt x="3037" y="2827"/>
                  </a:cubicBezTo>
                  <a:cubicBezTo>
                    <a:pt x="3049" y="2291"/>
                    <a:pt x="3346" y="2065"/>
                    <a:pt x="3489" y="1993"/>
                  </a:cubicBezTo>
                  <a:cubicBezTo>
                    <a:pt x="3823" y="2386"/>
                    <a:pt x="3727" y="2863"/>
                    <a:pt x="3727" y="2898"/>
                  </a:cubicBezTo>
                  <a:cubicBezTo>
                    <a:pt x="3716" y="2982"/>
                    <a:pt x="3775" y="3077"/>
                    <a:pt x="3846" y="3089"/>
                  </a:cubicBezTo>
                  <a:lnTo>
                    <a:pt x="3882" y="3089"/>
                  </a:lnTo>
                  <a:cubicBezTo>
                    <a:pt x="3930" y="3089"/>
                    <a:pt x="3966" y="3077"/>
                    <a:pt x="4001" y="3029"/>
                  </a:cubicBezTo>
                  <a:cubicBezTo>
                    <a:pt x="4132" y="3160"/>
                    <a:pt x="4311" y="3398"/>
                    <a:pt x="4370" y="3696"/>
                  </a:cubicBezTo>
                  <a:cubicBezTo>
                    <a:pt x="4382" y="3779"/>
                    <a:pt x="4442" y="3815"/>
                    <a:pt x="4525" y="3815"/>
                  </a:cubicBezTo>
                  <a:cubicBezTo>
                    <a:pt x="6037" y="3863"/>
                    <a:pt x="7418" y="4684"/>
                    <a:pt x="8192" y="5982"/>
                  </a:cubicBezTo>
                  <a:cubicBezTo>
                    <a:pt x="8538" y="6554"/>
                    <a:pt x="8752" y="7208"/>
                    <a:pt x="8788" y="7863"/>
                  </a:cubicBezTo>
                  <a:cubicBezTo>
                    <a:pt x="8835" y="8566"/>
                    <a:pt x="8704" y="9256"/>
                    <a:pt x="8371" y="9911"/>
                  </a:cubicBezTo>
                  <a:cubicBezTo>
                    <a:pt x="8335" y="9983"/>
                    <a:pt x="8371" y="10090"/>
                    <a:pt x="8454" y="10125"/>
                  </a:cubicBezTo>
                  <a:cubicBezTo>
                    <a:pt x="8478" y="10149"/>
                    <a:pt x="8490" y="10149"/>
                    <a:pt x="8526" y="10149"/>
                  </a:cubicBezTo>
                  <a:cubicBezTo>
                    <a:pt x="8585" y="10149"/>
                    <a:pt x="8645" y="10113"/>
                    <a:pt x="8669" y="10054"/>
                  </a:cubicBezTo>
                  <a:cubicBezTo>
                    <a:pt x="9014" y="9351"/>
                    <a:pt x="9169" y="8613"/>
                    <a:pt x="9121" y="7851"/>
                  </a:cubicBezTo>
                  <a:cubicBezTo>
                    <a:pt x="9073" y="7137"/>
                    <a:pt x="8847" y="6434"/>
                    <a:pt x="8478" y="5815"/>
                  </a:cubicBezTo>
                  <a:cubicBezTo>
                    <a:pt x="8121" y="5208"/>
                    <a:pt x="7633" y="4696"/>
                    <a:pt x="7061" y="4327"/>
                  </a:cubicBezTo>
                  <a:cubicBezTo>
                    <a:pt x="6787" y="3553"/>
                    <a:pt x="6394" y="2172"/>
                    <a:pt x="6847" y="1243"/>
                  </a:cubicBezTo>
                  <a:cubicBezTo>
                    <a:pt x="7025" y="862"/>
                    <a:pt x="7347" y="589"/>
                    <a:pt x="7799" y="446"/>
                  </a:cubicBezTo>
                  <a:cubicBezTo>
                    <a:pt x="8029" y="364"/>
                    <a:pt x="8252" y="324"/>
                    <a:pt x="8464" y="324"/>
                  </a:cubicBezTo>
                  <a:close/>
                  <a:moveTo>
                    <a:pt x="8449" y="0"/>
                  </a:moveTo>
                  <a:cubicBezTo>
                    <a:pt x="8203" y="0"/>
                    <a:pt x="7947" y="46"/>
                    <a:pt x="7680" y="136"/>
                  </a:cubicBezTo>
                  <a:cubicBezTo>
                    <a:pt x="7145" y="315"/>
                    <a:pt x="6752" y="636"/>
                    <a:pt x="6525" y="1112"/>
                  </a:cubicBezTo>
                  <a:cubicBezTo>
                    <a:pt x="6311" y="1577"/>
                    <a:pt x="6252" y="2172"/>
                    <a:pt x="6335" y="2875"/>
                  </a:cubicBezTo>
                  <a:cubicBezTo>
                    <a:pt x="6383" y="3244"/>
                    <a:pt x="6490" y="3660"/>
                    <a:pt x="6621" y="4077"/>
                  </a:cubicBezTo>
                  <a:cubicBezTo>
                    <a:pt x="6025" y="3744"/>
                    <a:pt x="5335" y="3565"/>
                    <a:pt x="4644" y="3529"/>
                  </a:cubicBezTo>
                  <a:cubicBezTo>
                    <a:pt x="4489" y="3065"/>
                    <a:pt x="4180" y="2767"/>
                    <a:pt x="4025" y="2660"/>
                  </a:cubicBezTo>
                  <a:cubicBezTo>
                    <a:pt x="4013" y="2422"/>
                    <a:pt x="3942" y="2065"/>
                    <a:pt x="3668" y="1767"/>
                  </a:cubicBezTo>
                  <a:lnTo>
                    <a:pt x="3704" y="1589"/>
                  </a:lnTo>
                  <a:cubicBezTo>
                    <a:pt x="3716" y="1505"/>
                    <a:pt x="3656" y="1422"/>
                    <a:pt x="3573" y="1410"/>
                  </a:cubicBezTo>
                  <a:cubicBezTo>
                    <a:pt x="3564" y="1409"/>
                    <a:pt x="3556" y="1409"/>
                    <a:pt x="3549" y="1409"/>
                  </a:cubicBezTo>
                  <a:cubicBezTo>
                    <a:pt x="3466" y="1409"/>
                    <a:pt x="3405" y="1465"/>
                    <a:pt x="3394" y="1541"/>
                  </a:cubicBezTo>
                  <a:lnTo>
                    <a:pt x="3358" y="1720"/>
                  </a:lnTo>
                  <a:cubicBezTo>
                    <a:pt x="3192" y="1803"/>
                    <a:pt x="2882" y="1993"/>
                    <a:pt x="2751" y="2434"/>
                  </a:cubicBezTo>
                  <a:cubicBezTo>
                    <a:pt x="1227" y="2839"/>
                    <a:pt x="894" y="4399"/>
                    <a:pt x="894" y="4672"/>
                  </a:cubicBezTo>
                  <a:cubicBezTo>
                    <a:pt x="894" y="4696"/>
                    <a:pt x="906" y="4744"/>
                    <a:pt x="918" y="4756"/>
                  </a:cubicBezTo>
                  <a:cubicBezTo>
                    <a:pt x="929" y="4780"/>
                    <a:pt x="1108" y="5018"/>
                    <a:pt x="1501" y="5149"/>
                  </a:cubicBezTo>
                  <a:cubicBezTo>
                    <a:pt x="1549" y="5208"/>
                    <a:pt x="1620" y="5339"/>
                    <a:pt x="1763" y="5458"/>
                  </a:cubicBezTo>
                  <a:cubicBezTo>
                    <a:pt x="1703" y="5458"/>
                    <a:pt x="1644" y="5446"/>
                    <a:pt x="1584" y="5446"/>
                  </a:cubicBezTo>
                  <a:cubicBezTo>
                    <a:pt x="1447" y="5428"/>
                    <a:pt x="1325" y="5416"/>
                    <a:pt x="1220" y="5416"/>
                  </a:cubicBezTo>
                  <a:cubicBezTo>
                    <a:pt x="1114" y="5416"/>
                    <a:pt x="1025" y="5428"/>
                    <a:pt x="953" y="5458"/>
                  </a:cubicBezTo>
                  <a:cubicBezTo>
                    <a:pt x="929" y="5458"/>
                    <a:pt x="929" y="5470"/>
                    <a:pt x="918" y="5470"/>
                  </a:cubicBezTo>
                  <a:cubicBezTo>
                    <a:pt x="870" y="5446"/>
                    <a:pt x="810" y="5411"/>
                    <a:pt x="751" y="5399"/>
                  </a:cubicBezTo>
                  <a:lnTo>
                    <a:pt x="751" y="5339"/>
                  </a:lnTo>
                  <a:cubicBezTo>
                    <a:pt x="751" y="5256"/>
                    <a:pt x="679" y="5172"/>
                    <a:pt x="596" y="5172"/>
                  </a:cubicBezTo>
                  <a:cubicBezTo>
                    <a:pt x="501" y="5172"/>
                    <a:pt x="429" y="5256"/>
                    <a:pt x="429" y="5339"/>
                  </a:cubicBezTo>
                  <a:lnTo>
                    <a:pt x="429" y="5399"/>
                  </a:lnTo>
                  <a:cubicBezTo>
                    <a:pt x="167" y="5470"/>
                    <a:pt x="1" y="5696"/>
                    <a:pt x="1" y="5970"/>
                  </a:cubicBezTo>
                  <a:lnTo>
                    <a:pt x="1" y="6149"/>
                  </a:lnTo>
                  <a:cubicBezTo>
                    <a:pt x="1" y="6470"/>
                    <a:pt x="263" y="6744"/>
                    <a:pt x="596" y="6744"/>
                  </a:cubicBezTo>
                  <a:cubicBezTo>
                    <a:pt x="798" y="6744"/>
                    <a:pt x="989" y="6637"/>
                    <a:pt x="1096" y="6458"/>
                  </a:cubicBezTo>
                  <a:cubicBezTo>
                    <a:pt x="1430" y="6518"/>
                    <a:pt x="1870" y="6625"/>
                    <a:pt x="2358" y="6827"/>
                  </a:cubicBezTo>
                  <a:cubicBezTo>
                    <a:pt x="2958" y="7080"/>
                    <a:pt x="3399" y="7165"/>
                    <a:pt x="3740" y="7165"/>
                  </a:cubicBezTo>
                  <a:cubicBezTo>
                    <a:pt x="3785" y="7165"/>
                    <a:pt x="3829" y="7164"/>
                    <a:pt x="3870" y="7161"/>
                  </a:cubicBezTo>
                  <a:cubicBezTo>
                    <a:pt x="3954" y="7375"/>
                    <a:pt x="4239" y="8018"/>
                    <a:pt x="4704" y="8542"/>
                  </a:cubicBezTo>
                  <a:cubicBezTo>
                    <a:pt x="4704" y="8661"/>
                    <a:pt x="4716" y="8768"/>
                    <a:pt x="4739" y="8887"/>
                  </a:cubicBezTo>
                  <a:cubicBezTo>
                    <a:pt x="4847" y="9363"/>
                    <a:pt x="5132" y="9756"/>
                    <a:pt x="5454" y="10042"/>
                  </a:cubicBezTo>
                  <a:lnTo>
                    <a:pt x="5180" y="10042"/>
                  </a:lnTo>
                  <a:cubicBezTo>
                    <a:pt x="4692" y="10042"/>
                    <a:pt x="4323" y="10435"/>
                    <a:pt x="4323" y="10887"/>
                  </a:cubicBezTo>
                  <a:cubicBezTo>
                    <a:pt x="4323" y="10983"/>
                    <a:pt x="4394" y="11054"/>
                    <a:pt x="4489" y="11054"/>
                  </a:cubicBezTo>
                  <a:lnTo>
                    <a:pt x="7597" y="11054"/>
                  </a:lnTo>
                  <a:cubicBezTo>
                    <a:pt x="8561" y="11054"/>
                    <a:pt x="9383" y="10709"/>
                    <a:pt x="9978" y="10078"/>
                  </a:cubicBezTo>
                  <a:cubicBezTo>
                    <a:pt x="10550" y="9459"/>
                    <a:pt x="10859" y="8590"/>
                    <a:pt x="10859" y="7613"/>
                  </a:cubicBezTo>
                  <a:cubicBezTo>
                    <a:pt x="10847" y="6399"/>
                    <a:pt x="10204" y="5434"/>
                    <a:pt x="9645" y="4577"/>
                  </a:cubicBezTo>
                  <a:cubicBezTo>
                    <a:pt x="9228" y="3958"/>
                    <a:pt x="8835" y="3363"/>
                    <a:pt x="8776" y="2791"/>
                  </a:cubicBezTo>
                  <a:cubicBezTo>
                    <a:pt x="8752" y="2410"/>
                    <a:pt x="8847" y="2113"/>
                    <a:pt x="9073" y="1946"/>
                  </a:cubicBezTo>
                  <a:cubicBezTo>
                    <a:pt x="9208" y="1850"/>
                    <a:pt x="9386" y="1802"/>
                    <a:pt x="9584" y="1802"/>
                  </a:cubicBezTo>
                  <a:cubicBezTo>
                    <a:pt x="9806" y="1802"/>
                    <a:pt x="10055" y="1862"/>
                    <a:pt x="10300" y="1982"/>
                  </a:cubicBezTo>
                  <a:cubicBezTo>
                    <a:pt x="10320" y="1989"/>
                    <a:pt x="10339" y="1993"/>
                    <a:pt x="10359" y="1993"/>
                  </a:cubicBezTo>
                  <a:cubicBezTo>
                    <a:pt x="10399" y="1993"/>
                    <a:pt x="10439" y="1978"/>
                    <a:pt x="10478" y="1946"/>
                  </a:cubicBezTo>
                  <a:cubicBezTo>
                    <a:pt x="10514" y="1898"/>
                    <a:pt x="10550" y="1839"/>
                    <a:pt x="10514" y="1779"/>
                  </a:cubicBezTo>
                  <a:cubicBezTo>
                    <a:pt x="10502" y="1743"/>
                    <a:pt x="10181" y="672"/>
                    <a:pt x="9300" y="208"/>
                  </a:cubicBezTo>
                  <a:cubicBezTo>
                    <a:pt x="9036" y="69"/>
                    <a:pt x="8751" y="0"/>
                    <a:pt x="8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67"/>
            <p:cNvSpPr/>
            <p:nvPr/>
          </p:nvSpPr>
          <p:spPr>
            <a:xfrm>
              <a:off x="3823757" y="2285522"/>
              <a:ext cx="16416" cy="10304"/>
            </a:xfrm>
            <a:custGeom>
              <a:avLst/>
              <a:gdLst/>
              <a:ahLst/>
              <a:cxnLst/>
              <a:rect l="l" t="t" r="r" b="b"/>
              <a:pathLst>
                <a:path w="513" h="322" extrusionOk="0">
                  <a:moveTo>
                    <a:pt x="167" y="0"/>
                  </a:moveTo>
                  <a:cubicBezTo>
                    <a:pt x="84" y="0"/>
                    <a:pt x="1" y="72"/>
                    <a:pt x="1" y="155"/>
                  </a:cubicBezTo>
                  <a:cubicBezTo>
                    <a:pt x="1" y="250"/>
                    <a:pt x="84" y="322"/>
                    <a:pt x="167" y="322"/>
                  </a:cubicBezTo>
                  <a:lnTo>
                    <a:pt x="346" y="322"/>
                  </a:lnTo>
                  <a:cubicBezTo>
                    <a:pt x="441" y="322"/>
                    <a:pt x="513" y="250"/>
                    <a:pt x="513" y="155"/>
                  </a:cubicBezTo>
                  <a:cubicBezTo>
                    <a:pt x="513" y="72"/>
                    <a:pt x="441"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67"/>
            <p:cNvSpPr/>
            <p:nvPr/>
          </p:nvSpPr>
          <p:spPr>
            <a:xfrm>
              <a:off x="3664493" y="2075218"/>
              <a:ext cx="26720" cy="26688"/>
            </a:xfrm>
            <a:custGeom>
              <a:avLst/>
              <a:gdLst/>
              <a:ahLst/>
              <a:cxnLst/>
              <a:rect l="l" t="t" r="r" b="b"/>
              <a:pathLst>
                <a:path w="835" h="834" extrusionOk="0">
                  <a:moveTo>
                    <a:pt x="417" y="321"/>
                  </a:moveTo>
                  <a:cubicBezTo>
                    <a:pt x="477" y="321"/>
                    <a:pt x="513" y="357"/>
                    <a:pt x="513" y="417"/>
                  </a:cubicBezTo>
                  <a:cubicBezTo>
                    <a:pt x="513" y="476"/>
                    <a:pt x="453" y="524"/>
                    <a:pt x="417" y="524"/>
                  </a:cubicBezTo>
                  <a:cubicBezTo>
                    <a:pt x="358" y="524"/>
                    <a:pt x="310" y="476"/>
                    <a:pt x="310" y="417"/>
                  </a:cubicBezTo>
                  <a:cubicBezTo>
                    <a:pt x="310" y="357"/>
                    <a:pt x="346" y="321"/>
                    <a:pt x="417" y="321"/>
                  </a:cubicBezTo>
                  <a:close/>
                  <a:moveTo>
                    <a:pt x="417" y="0"/>
                  </a:moveTo>
                  <a:cubicBezTo>
                    <a:pt x="179" y="0"/>
                    <a:pt x="1" y="202"/>
                    <a:pt x="1" y="417"/>
                  </a:cubicBezTo>
                  <a:cubicBezTo>
                    <a:pt x="1" y="655"/>
                    <a:pt x="191" y="833"/>
                    <a:pt x="417" y="833"/>
                  </a:cubicBezTo>
                  <a:cubicBezTo>
                    <a:pt x="656" y="833"/>
                    <a:pt x="834" y="643"/>
                    <a:pt x="834" y="417"/>
                  </a:cubicBezTo>
                  <a:cubicBezTo>
                    <a:pt x="834" y="202"/>
                    <a:pt x="63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4" name="Google Shape;12444;p67"/>
          <p:cNvGrpSpPr/>
          <p:nvPr/>
        </p:nvGrpSpPr>
        <p:grpSpPr>
          <a:xfrm>
            <a:off x="1950765" y="2040538"/>
            <a:ext cx="357792" cy="352448"/>
            <a:chOff x="1950765" y="1964338"/>
            <a:chExt cx="357792" cy="352448"/>
          </a:xfrm>
        </p:grpSpPr>
        <p:sp>
          <p:nvSpPr>
            <p:cNvPr id="12445" name="Google Shape;12445;p67"/>
            <p:cNvSpPr/>
            <p:nvPr/>
          </p:nvSpPr>
          <p:spPr>
            <a:xfrm>
              <a:off x="2048301" y="2152530"/>
              <a:ext cx="48800" cy="59488"/>
            </a:xfrm>
            <a:custGeom>
              <a:avLst/>
              <a:gdLst/>
              <a:ahLst/>
              <a:cxnLst/>
              <a:rect l="l" t="t" r="r" b="b"/>
              <a:pathLst>
                <a:path w="1525" h="1859" extrusionOk="0">
                  <a:moveTo>
                    <a:pt x="762" y="1"/>
                  </a:moveTo>
                  <a:cubicBezTo>
                    <a:pt x="346" y="1"/>
                    <a:pt x="0" y="334"/>
                    <a:pt x="0" y="751"/>
                  </a:cubicBezTo>
                  <a:lnTo>
                    <a:pt x="0" y="1096"/>
                  </a:lnTo>
                  <a:cubicBezTo>
                    <a:pt x="0" y="1513"/>
                    <a:pt x="346" y="1858"/>
                    <a:pt x="762" y="1858"/>
                  </a:cubicBezTo>
                  <a:cubicBezTo>
                    <a:pt x="1179" y="1858"/>
                    <a:pt x="1524" y="1513"/>
                    <a:pt x="1524" y="1096"/>
                  </a:cubicBezTo>
                  <a:lnTo>
                    <a:pt x="1524" y="751"/>
                  </a:lnTo>
                  <a:cubicBezTo>
                    <a:pt x="1524" y="656"/>
                    <a:pt x="1489" y="549"/>
                    <a:pt x="1453" y="442"/>
                  </a:cubicBezTo>
                  <a:cubicBezTo>
                    <a:pt x="1419" y="390"/>
                    <a:pt x="1360" y="351"/>
                    <a:pt x="1303" y="351"/>
                  </a:cubicBezTo>
                  <a:cubicBezTo>
                    <a:pt x="1280" y="351"/>
                    <a:pt x="1259" y="357"/>
                    <a:pt x="1239" y="370"/>
                  </a:cubicBezTo>
                  <a:cubicBezTo>
                    <a:pt x="1167" y="418"/>
                    <a:pt x="1120" y="501"/>
                    <a:pt x="1167" y="572"/>
                  </a:cubicBezTo>
                  <a:cubicBezTo>
                    <a:pt x="1191" y="632"/>
                    <a:pt x="1215" y="703"/>
                    <a:pt x="1215" y="775"/>
                  </a:cubicBezTo>
                  <a:lnTo>
                    <a:pt x="1215" y="1120"/>
                  </a:lnTo>
                  <a:cubicBezTo>
                    <a:pt x="1215" y="1358"/>
                    <a:pt x="1012" y="1561"/>
                    <a:pt x="762" y="1561"/>
                  </a:cubicBezTo>
                  <a:cubicBezTo>
                    <a:pt x="524" y="1561"/>
                    <a:pt x="322" y="1370"/>
                    <a:pt x="322" y="1120"/>
                  </a:cubicBezTo>
                  <a:lnTo>
                    <a:pt x="322" y="775"/>
                  </a:lnTo>
                  <a:cubicBezTo>
                    <a:pt x="322" y="537"/>
                    <a:pt x="512" y="322"/>
                    <a:pt x="762" y="322"/>
                  </a:cubicBezTo>
                  <a:cubicBezTo>
                    <a:pt x="858" y="322"/>
                    <a:pt x="929" y="251"/>
                    <a:pt x="929" y="156"/>
                  </a:cubicBezTo>
                  <a:cubicBezTo>
                    <a:pt x="929" y="72"/>
                    <a:pt x="858"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67"/>
            <p:cNvSpPr/>
            <p:nvPr/>
          </p:nvSpPr>
          <p:spPr>
            <a:xfrm>
              <a:off x="2164109" y="2152530"/>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56"/>
                    <a:pt x="1489" y="549"/>
                    <a:pt x="1442" y="442"/>
                  </a:cubicBezTo>
                  <a:cubicBezTo>
                    <a:pt x="1416" y="390"/>
                    <a:pt x="1359" y="351"/>
                    <a:pt x="1303" y="351"/>
                  </a:cubicBezTo>
                  <a:cubicBezTo>
                    <a:pt x="1281" y="351"/>
                    <a:pt x="1259" y="357"/>
                    <a:pt x="1239" y="370"/>
                  </a:cubicBezTo>
                  <a:cubicBezTo>
                    <a:pt x="1168" y="418"/>
                    <a:pt x="1120" y="501"/>
                    <a:pt x="1168" y="572"/>
                  </a:cubicBezTo>
                  <a:cubicBezTo>
                    <a:pt x="1192" y="632"/>
                    <a:pt x="1203" y="703"/>
                    <a:pt x="1203" y="775"/>
                  </a:cubicBezTo>
                  <a:lnTo>
                    <a:pt x="1203" y="1120"/>
                  </a:lnTo>
                  <a:cubicBezTo>
                    <a:pt x="1203" y="1358"/>
                    <a:pt x="1013" y="1561"/>
                    <a:pt x="763" y="1561"/>
                  </a:cubicBezTo>
                  <a:cubicBezTo>
                    <a:pt x="525" y="1561"/>
                    <a:pt x="311" y="1370"/>
                    <a:pt x="311" y="1120"/>
                  </a:cubicBezTo>
                  <a:lnTo>
                    <a:pt x="311" y="775"/>
                  </a:lnTo>
                  <a:cubicBezTo>
                    <a:pt x="311" y="537"/>
                    <a:pt x="513" y="322"/>
                    <a:pt x="763" y="322"/>
                  </a:cubicBezTo>
                  <a:cubicBezTo>
                    <a:pt x="846" y="322"/>
                    <a:pt x="930" y="251"/>
                    <a:pt x="930" y="156"/>
                  </a:cubicBezTo>
                  <a:cubicBezTo>
                    <a:pt x="930"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67"/>
            <p:cNvSpPr/>
            <p:nvPr/>
          </p:nvSpPr>
          <p:spPr>
            <a:xfrm>
              <a:off x="2097453" y="2224562"/>
              <a:ext cx="65952" cy="56416"/>
            </a:xfrm>
            <a:custGeom>
              <a:avLst/>
              <a:gdLst/>
              <a:ahLst/>
              <a:cxnLst/>
              <a:rect l="l" t="t" r="r" b="b"/>
              <a:pathLst>
                <a:path w="2061" h="1763" extrusionOk="0">
                  <a:moveTo>
                    <a:pt x="1012" y="322"/>
                  </a:moveTo>
                  <a:cubicBezTo>
                    <a:pt x="1405" y="322"/>
                    <a:pt x="1715" y="560"/>
                    <a:pt x="1715" y="858"/>
                  </a:cubicBezTo>
                  <a:cubicBezTo>
                    <a:pt x="1727" y="1096"/>
                    <a:pt x="1489" y="1250"/>
                    <a:pt x="1191" y="1405"/>
                  </a:cubicBezTo>
                  <a:cubicBezTo>
                    <a:pt x="1131" y="1435"/>
                    <a:pt x="1075" y="1450"/>
                    <a:pt x="1021" y="1450"/>
                  </a:cubicBezTo>
                  <a:cubicBezTo>
                    <a:pt x="968" y="1450"/>
                    <a:pt x="917" y="1435"/>
                    <a:pt x="870" y="1405"/>
                  </a:cubicBezTo>
                  <a:lnTo>
                    <a:pt x="846" y="1405"/>
                  </a:lnTo>
                  <a:cubicBezTo>
                    <a:pt x="548" y="1250"/>
                    <a:pt x="310" y="1096"/>
                    <a:pt x="310" y="858"/>
                  </a:cubicBezTo>
                  <a:cubicBezTo>
                    <a:pt x="310" y="560"/>
                    <a:pt x="631" y="322"/>
                    <a:pt x="1012" y="322"/>
                  </a:cubicBezTo>
                  <a:close/>
                  <a:moveTo>
                    <a:pt x="1024" y="0"/>
                  </a:moveTo>
                  <a:cubicBezTo>
                    <a:pt x="465" y="0"/>
                    <a:pt x="0" y="381"/>
                    <a:pt x="0" y="846"/>
                  </a:cubicBezTo>
                  <a:cubicBezTo>
                    <a:pt x="0" y="1310"/>
                    <a:pt x="417" y="1524"/>
                    <a:pt x="703" y="1679"/>
                  </a:cubicBezTo>
                  <a:lnTo>
                    <a:pt x="715" y="1679"/>
                  </a:lnTo>
                  <a:cubicBezTo>
                    <a:pt x="822" y="1739"/>
                    <a:pt x="929" y="1762"/>
                    <a:pt x="1024" y="1762"/>
                  </a:cubicBezTo>
                  <a:cubicBezTo>
                    <a:pt x="1131" y="1762"/>
                    <a:pt x="1239" y="1739"/>
                    <a:pt x="1346" y="1679"/>
                  </a:cubicBezTo>
                  <a:lnTo>
                    <a:pt x="1358" y="1679"/>
                  </a:lnTo>
                  <a:cubicBezTo>
                    <a:pt x="1643" y="1524"/>
                    <a:pt x="2060" y="1286"/>
                    <a:pt x="2060" y="846"/>
                  </a:cubicBezTo>
                  <a:cubicBezTo>
                    <a:pt x="2060" y="381"/>
                    <a:pt x="1596"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67"/>
            <p:cNvSpPr/>
            <p:nvPr/>
          </p:nvSpPr>
          <p:spPr>
            <a:xfrm>
              <a:off x="1950765" y="1964338"/>
              <a:ext cx="357792" cy="352448"/>
            </a:xfrm>
            <a:custGeom>
              <a:avLst/>
              <a:gdLst/>
              <a:ahLst/>
              <a:cxnLst/>
              <a:rect l="l" t="t" r="r" b="b"/>
              <a:pathLst>
                <a:path w="11181" h="11014" extrusionOk="0">
                  <a:moveTo>
                    <a:pt x="2155" y="346"/>
                  </a:moveTo>
                  <a:cubicBezTo>
                    <a:pt x="2429" y="357"/>
                    <a:pt x="2715" y="453"/>
                    <a:pt x="2977" y="608"/>
                  </a:cubicBezTo>
                  <a:cubicBezTo>
                    <a:pt x="3453" y="893"/>
                    <a:pt x="3822" y="1358"/>
                    <a:pt x="4025" y="1917"/>
                  </a:cubicBezTo>
                  <a:cubicBezTo>
                    <a:pt x="4049" y="2001"/>
                    <a:pt x="4060" y="2072"/>
                    <a:pt x="4072" y="2132"/>
                  </a:cubicBezTo>
                  <a:cubicBezTo>
                    <a:pt x="3930" y="2203"/>
                    <a:pt x="3763" y="2298"/>
                    <a:pt x="3620" y="2393"/>
                  </a:cubicBezTo>
                  <a:cubicBezTo>
                    <a:pt x="3584" y="2239"/>
                    <a:pt x="3537" y="2072"/>
                    <a:pt x="3477" y="1905"/>
                  </a:cubicBezTo>
                  <a:cubicBezTo>
                    <a:pt x="3275" y="1322"/>
                    <a:pt x="2929" y="846"/>
                    <a:pt x="2501" y="536"/>
                  </a:cubicBezTo>
                  <a:cubicBezTo>
                    <a:pt x="2382" y="453"/>
                    <a:pt x="2263" y="393"/>
                    <a:pt x="2155" y="346"/>
                  </a:cubicBezTo>
                  <a:close/>
                  <a:moveTo>
                    <a:pt x="1582" y="529"/>
                  </a:moveTo>
                  <a:cubicBezTo>
                    <a:pt x="2211" y="529"/>
                    <a:pt x="2889" y="1119"/>
                    <a:pt x="3203" y="2012"/>
                  </a:cubicBezTo>
                  <a:cubicBezTo>
                    <a:pt x="3275" y="2203"/>
                    <a:pt x="3322" y="2417"/>
                    <a:pt x="3346" y="2608"/>
                  </a:cubicBezTo>
                  <a:cubicBezTo>
                    <a:pt x="3048" y="2846"/>
                    <a:pt x="2775" y="3132"/>
                    <a:pt x="2501" y="3453"/>
                  </a:cubicBezTo>
                  <a:cubicBezTo>
                    <a:pt x="2239" y="3786"/>
                    <a:pt x="2001" y="4156"/>
                    <a:pt x="1798" y="4537"/>
                  </a:cubicBezTo>
                  <a:cubicBezTo>
                    <a:pt x="1251" y="4287"/>
                    <a:pt x="810" y="3786"/>
                    <a:pt x="584" y="3144"/>
                  </a:cubicBezTo>
                  <a:cubicBezTo>
                    <a:pt x="370" y="2572"/>
                    <a:pt x="370" y="1977"/>
                    <a:pt x="572" y="1465"/>
                  </a:cubicBezTo>
                  <a:cubicBezTo>
                    <a:pt x="703" y="1108"/>
                    <a:pt x="929" y="810"/>
                    <a:pt x="1203" y="608"/>
                  </a:cubicBezTo>
                  <a:cubicBezTo>
                    <a:pt x="1227" y="596"/>
                    <a:pt x="1251" y="596"/>
                    <a:pt x="1263" y="584"/>
                  </a:cubicBezTo>
                  <a:cubicBezTo>
                    <a:pt x="1366" y="547"/>
                    <a:pt x="1474" y="529"/>
                    <a:pt x="1582" y="529"/>
                  </a:cubicBezTo>
                  <a:close/>
                  <a:moveTo>
                    <a:pt x="9061" y="357"/>
                  </a:moveTo>
                  <a:lnTo>
                    <a:pt x="9061" y="357"/>
                  </a:lnTo>
                  <a:cubicBezTo>
                    <a:pt x="8930" y="417"/>
                    <a:pt x="8811" y="488"/>
                    <a:pt x="8680" y="584"/>
                  </a:cubicBezTo>
                  <a:cubicBezTo>
                    <a:pt x="8609" y="643"/>
                    <a:pt x="8585" y="727"/>
                    <a:pt x="8644" y="810"/>
                  </a:cubicBezTo>
                  <a:cubicBezTo>
                    <a:pt x="8680" y="846"/>
                    <a:pt x="8728" y="869"/>
                    <a:pt x="8787" y="869"/>
                  </a:cubicBezTo>
                  <a:cubicBezTo>
                    <a:pt x="8811" y="869"/>
                    <a:pt x="8859" y="846"/>
                    <a:pt x="8871" y="834"/>
                  </a:cubicBezTo>
                  <a:cubicBezTo>
                    <a:pt x="9134" y="647"/>
                    <a:pt x="9409" y="545"/>
                    <a:pt x="9662" y="545"/>
                  </a:cubicBezTo>
                  <a:cubicBezTo>
                    <a:pt x="9764" y="545"/>
                    <a:pt x="9862" y="561"/>
                    <a:pt x="9954" y="596"/>
                  </a:cubicBezTo>
                  <a:cubicBezTo>
                    <a:pt x="9978" y="596"/>
                    <a:pt x="10002" y="608"/>
                    <a:pt x="10037" y="631"/>
                  </a:cubicBezTo>
                  <a:cubicBezTo>
                    <a:pt x="10311" y="822"/>
                    <a:pt x="10526" y="1119"/>
                    <a:pt x="10657" y="1477"/>
                  </a:cubicBezTo>
                  <a:cubicBezTo>
                    <a:pt x="10847" y="1989"/>
                    <a:pt x="10835" y="2584"/>
                    <a:pt x="10645" y="3155"/>
                  </a:cubicBezTo>
                  <a:cubicBezTo>
                    <a:pt x="10418" y="3775"/>
                    <a:pt x="9978" y="4298"/>
                    <a:pt x="9418" y="4548"/>
                  </a:cubicBezTo>
                  <a:cubicBezTo>
                    <a:pt x="9228" y="4167"/>
                    <a:pt x="8990" y="3810"/>
                    <a:pt x="8728" y="3465"/>
                  </a:cubicBezTo>
                  <a:cubicBezTo>
                    <a:pt x="8454" y="3144"/>
                    <a:pt x="8168" y="2858"/>
                    <a:pt x="7870" y="2620"/>
                  </a:cubicBezTo>
                  <a:cubicBezTo>
                    <a:pt x="7906" y="2429"/>
                    <a:pt x="7954" y="2215"/>
                    <a:pt x="8025" y="2024"/>
                  </a:cubicBezTo>
                  <a:cubicBezTo>
                    <a:pt x="8109" y="1774"/>
                    <a:pt x="8251" y="1536"/>
                    <a:pt x="8394" y="1310"/>
                  </a:cubicBezTo>
                  <a:cubicBezTo>
                    <a:pt x="8454" y="1239"/>
                    <a:pt x="8430" y="1131"/>
                    <a:pt x="8371" y="1084"/>
                  </a:cubicBezTo>
                  <a:cubicBezTo>
                    <a:pt x="8340" y="1062"/>
                    <a:pt x="8309" y="1053"/>
                    <a:pt x="8278" y="1053"/>
                  </a:cubicBezTo>
                  <a:cubicBezTo>
                    <a:pt x="8225" y="1053"/>
                    <a:pt x="8175" y="1081"/>
                    <a:pt x="8144" y="1119"/>
                  </a:cubicBezTo>
                  <a:cubicBezTo>
                    <a:pt x="7966" y="1358"/>
                    <a:pt x="7835" y="1620"/>
                    <a:pt x="7728" y="1905"/>
                  </a:cubicBezTo>
                  <a:cubicBezTo>
                    <a:pt x="7668" y="2072"/>
                    <a:pt x="7620" y="2227"/>
                    <a:pt x="7597" y="2393"/>
                  </a:cubicBezTo>
                  <a:cubicBezTo>
                    <a:pt x="7442" y="2286"/>
                    <a:pt x="7299" y="2203"/>
                    <a:pt x="7132" y="2132"/>
                  </a:cubicBezTo>
                  <a:cubicBezTo>
                    <a:pt x="7156" y="2060"/>
                    <a:pt x="7180" y="1977"/>
                    <a:pt x="7204" y="1917"/>
                  </a:cubicBezTo>
                  <a:cubicBezTo>
                    <a:pt x="7418" y="1358"/>
                    <a:pt x="7787" y="893"/>
                    <a:pt x="8251" y="608"/>
                  </a:cubicBezTo>
                  <a:cubicBezTo>
                    <a:pt x="8513" y="465"/>
                    <a:pt x="8787" y="369"/>
                    <a:pt x="9061" y="357"/>
                  </a:cubicBezTo>
                  <a:close/>
                  <a:moveTo>
                    <a:pt x="5620" y="2072"/>
                  </a:moveTo>
                  <a:cubicBezTo>
                    <a:pt x="6632" y="2072"/>
                    <a:pt x="7680" y="2655"/>
                    <a:pt x="8502" y="3667"/>
                  </a:cubicBezTo>
                  <a:cubicBezTo>
                    <a:pt x="9311" y="4679"/>
                    <a:pt x="9775" y="5965"/>
                    <a:pt x="9775" y="7204"/>
                  </a:cubicBezTo>
                  <a:cubicBezTo>
                    <a:pt x="9764" y="7656"/>
                    <a:pt x="9645" y="8085"/>
                    <a:pt x="9418" y="8466"/>
                  </a:cubicBezTo>
                  <a:cubicBezTo>
                    <a:pt x="9121" y="8454"/>
                    <a:pt x="8834" y="8450"/>
                    <a:pt x="8581" y="8450"/>
                  </a:cubicBezTo>
                  <a:cubicBezTo>
                    <a:pt x="8076" y="8450"/>
                    <a:pt x="7708" y="8466"/>
                    <a:pt x="7668" y="8466"/>
                  </a:cubicBezTo>
                  <a:cubicBezTo>
                    <a:pt x="7573" y="8466"/>
                    <a:pt x="7501" y="8549"/>
                    <a:pt x="7513" y="8632"/>
                  </a:cubicBezTo>
                  <a:cubicBezTo>
                    <a:pt x="7513" y="8721"/>
                    <a:pt x="7585" y="8788"/>
                    <a:pt x="7662" y="8788"/>
                  </a:cubicBezTo>
                  <a:cubicBezTo>
                    <a:pt x="7668" y="8788"/>
                    <a:pt x="7674" y="8788"/>
                    <a:pt x="7680" y="8787"/>
                  </a:cubicBezTo>
                  <a:cubicBezTo>
                    <a:pt x="7688" y="8787"/>
                    <a:pt x="8003" y="8771"/>
                    <a:pt x="8455" y="8771"/>
                  </a:cubicBezTo>
                  <a:cubicBezTo>
                    <a:pt x="8681" y="8771"/>
                    <a:pt x="8942" y="8775"/>
                    <a:pt x="9216" y="8787"/>
                  </a:cubicBezTo>
                  <a:cubicBezTo>
                    <a:pt x="9144" y="8882"/>
                    <a:pt x="9061" y="8978"/>
                    <a:pt x="8978" y="9085"/>
                  </a:cubicBezTo>
                  <a:lnTo>
                    <a:pt x="8740" y="9323"/>
                  </a:lnTo>
                  <a:cubicBezTo>
                    <a:pt x="7990" y="9109"/>
                    <a:pt x="7394" y="9001"/>
                    <a:pt x="7370" y="8990"/>
                  </a:cubicBezTo>
                  <a:cubicBezTo>
                    <a:pt x="7362" y="8988"/>
                    <a:pt x="7354" y="8988"/>
                    <a:pt x="7346" y="8988"/>
                  </a:cubicBezTo>
                  <a:cubicBezTo>
                    <a:pt x="7261" y="8988"/>
                    <a:pt x="7191" y="9044"/>
                    <a:pt x="7180" y="9120"/>
                  </a:cubicBezTo>
                  <a:cubicBezTo>
                    <a:pt x="7156" y="9216"/>
                    <a:pt x="7216" y="9299"/>
                    <a:pt x="7311" y="9323"/>
                  </a:cubicBezTo>
                  <a:cubicBezTo>
                    <a:pt x="7323" y="9323"/>
                    <a:pt x="7799" y="9406"/>
                    <a:pt x="8418" y="9573"/>
                  </a:cubicBezTo>
                  <a:cubicBezTo>
                    <a:pt x="7990" y="9871"/>
                    <a:pt x="7478" y="10109"/>
                    <a:pt x="6894" y="10240"/>
                  </a:cubicBezTo>
                  <a:cubicBezTo>
                    <a:pt x="6918" y="10192"/>
                    <a:pt x="6966" y="10168"/>
                    <a:pt x="6989" y="10121"/>
                  </a:cubicBezTo>
                  <a:cubicBezTo>
                    <a:pt x="7037" y="10049"/>
                    <a:pt x="7025" y="9942"/>
                    <a:pt x="6954" y="9894"/>
                  </a:cubicBezTo>
                  <a:cubicBezTo>
                    <a:pt x="6924" y="9882"/>
                    <a:pt x="6892" y="9875"/>
                    <a:pt x="6862" y="9875"/>
                  </a:cubicBezTo>
                  <a:cubicBezTo>
                    <a:pt x="6808" y="9875"/>
                    <a:pt x="6758" y="9896"/>
                    <a:pt x="6727" y="9942"/>
                  </a:cubicBezTo>
                  <a:cubicBezTo>
                    <a:pt x="6608" y="10109"/>
                    <a:pt x="6430" y="10216"/>
                    <a:pt x="6216" y="10216"/>
                  </a:cubicBezTo>
                  <a:cubicBezTo>
                    <a:pt x="6096" y="10216"/>
                    <a:pt x="6001" y="10180"/>
                    <a:pt x="5894" y="10109"/>
                  </a:cubicBezTo>
                  <a:cubicBezTo>
                    <a:pt x="5811" y="10055"/>
                    <a:pt x="5712" y="10028"/>
                    <a:pt x="5616" y="10028"/>
                  </a:cubicBezTo>
                  <a:cubicBezTo>
                    <a:pt x="5519" y="10028"/>
                    <a:pt x="5424" y="10055"/>
                    <a:pt x="5346" y="10109"/>
                  </a:cubicBezTo>
                  <a:cubicBezTo>
                    <a:pt x="5239" y="10168"/>
                    <a:pt x="5132" y="10216"/>
                    <a:pt x="5013" y="10216"/>
                  </a:cubicBezTo>
                  <a:cubicBezTo>
                    <a:pt x="4811" y="10216"/>
                    <a:pt x="4632" y="10109"/>
                    <a:pt x="4513" y="9942"/>
                  </a:cubicBezTo>
                  <a:cubicBezTo>
                    <a:pt x="4482" y="9896"/>
                    <a:pt x="4427" y="9875"/>
                    <a:pt x="4373" y="9875"/>
                  </a:cubicBezTo>
                  <a:cubicBezTo>
                    <a:pt x="4343" y="9875"/>
                    <a:pt x="4312" y="9882"/>
                    <a:pt x="4287" y="9894"/>
                  </a:cubicBezTo>
                  <a:cubicBezTo>
                    <a:pt x="4215" y="9942"/>
                    <a:pt x="4203" y="10049"/>
                    <a:pt x="4239" y="10121"/>
                  </a:cubicBezTo>
                  <a:cubicBezTo>
                    <a:pt x="4275" y="10168"/>
                    <a:pt x="4299" y="10216"/>
                    <a:pt x="4346" y="10240"/>
                  </a:cubicBezTo>
                  <a:cubicBezTo>
                    <a:pt x="3763" y="10109"/>
                    <a:pt x="3263" y="9882"/>
                    <a:pt x="2810" y="9573"/>
                  </a:cubicBezTo>
                  <a:cubicBezTo>
                    <a:pt x="3441" y="9406"/>
                    <a:pt x="3918" y="9323"/>
                    <a:pt x="3930" y="9323"/>
                  </a:cubicBezTo>
                  <a:cubicBezTo>
                    <a:pt x="4025" y="9299"/>
                    <a:pt x="4072" y="9216"/>
                    <a:pt x="4060" y="9120"/>
                  </a:cubicBezTo>
                  <a:cubicBezTo>
                    <a:pt x="4050" y="9044"/>
                    <a:pt x="3969" y="8988"/>
                    <a:pt x="3892" y="8988"/>
                  </a:cubicBezTo>
                  <a:cubicBezTo>
                    <a:pt x="3884" y="8988"/>
                    <a:pt x="3877" y="8988"/>
                    <a:pt x="3870" y="8990"/>
                  </a:cubicBezTo>
                  <a:cubicBezTo>
                    <a:pt x="3822" y="8990"/>
                    <a:pt x="3227" y="9109"/>
                    <a:pt x="2501" y="9323"/>
                  </a:cubicBezTo>
                  <a:cubicBezTo>
                    <a:pt x="2406" y="9240"/>
                    <a:pt x="2334" y="9168"/>
                    <a:pt x="2263" y="9085"/>
                  </a:cubicBezTo>
                  <a:cubicBezTo>
                    <a:pt x="2167" y="8990"/>
                    <a:pt x="2096" y="8882"/>
                    <a:pt x="2025" y="8787"/>
                  </a:cubicBezTo>
                  <a:cubicBezTo>
                    <a:pt x="2298" y="8775"/>
                    <a:pt x="2558" y="8771"/>
                    <a:pt x="2783" y="8771"/>
                  </a:cubicBezTo>
                  <a:cubicBezTo>
                    <a:pt x="3232" y="8771"/>
                    <a:pt x="3545" y="8787"/>
                    <a:pt x="3560" y="8787"/>
                  </a:cubicBezTo>
                  <a:cubicBezTo>
                    <a:pt x="3644" y="8787"/>
                    <a:pt x="3715" y="8728"/>
                    <a:pt x="3715" y="8632"/>
                  </a:cubicBezTo>
                  <a:cubicBezTo>
                    <a:pt x="3715" y="8549"/>
                    <a:pt x="3656" y="8466"/>
                    <a:pt x="3572" y="8466"/>
                  </a:cubicBezTo>
                  <a:cubicBezTo>
                    <a:pt x="3533" y="8466"/>
                    <a:pt x="3160" y="8450"/>
                    <a:pt x="2651" y="8450"/>
                  </a:cubicBezTo>
                  <a:cubicBezTo>
                    <a:pt x="2396" y="8450"/>
                    <a:pt x="2108" y="8454"/>
                    <a:pt x="1810" y="8466"/>
                  </a:cubicBezTo>
                  <a:cubicBezTo>
                    <a:pt x="1596" y="8073"/>
                    <a:pt x="1477" y="7632"/>
                    <a:pt x="1477" y="7204"/>
                  </a:cubicBezTo>
                  <a:cubicBezTo>
                    <a:pt x="1477" y="5965"/>
                    <a:pt x="1929" y="4679"/>
                    <a:pt x="2751" y="3667"/>
                  </a:cubicBezTo>
                  <a:cubicBezTo>
                    <a:pt x="3572" y="2655"/>
                    <a:pt x="4608" y="2072"/>
                    <a:pt x="5620" y="2072"/>
                  </a:cubicBezTo>
                  <a:close/>
                  <a:moveTo>
                    <a:pt x="5605" y="10335"/>
                  </a:moveTo>
                  <a:cubicBezTo>
                    <a:pt x="5641" y="10335"/>
                    <a:pt x="5680" y="10347"/>
                    <a:pt x="5715" y="10371"/>
                  </a:cubicBezTo>
                  <a:cubicBezTo>
                    <a:pt x="5858" y="10478"/>
                    <a:pt x="6037" y="10525"/>
                    <a:pt x="6216" y="10525"/>
                  </a:cubicBezTo>
                  <a:cubicBezTo>
                    <a:pt x="6311" y="10525"/>
                    <a:pt x="6394" y="10502"/>
                    <a:pt x="6477" y="10478"/>
                  </a:cubicBezTo>
                  <a:lnTo>
                    <a:pt x="6477" y="10478"/>
                  </a:lnTo>
                  <a:cubicBezTo>
                    <a:pt x="6204" y="10644"/>
                    <a:pt x="5906" y="10716"/>
                    <a:pt x="5608" y="10716"/>
                  </a:cubicBezTo>
                  <a:cubicBezTo>
                    <a:pt x="5311" y="10716"/>
                    <a:pt x="5013" y="10644"/>
                    <a:pt x="4751" y="10478"/>
                  </a:cubicBezTo>
                  <a:lnTo>
                    <a:pt x="4751" y="10478"/>
                  </a:lnTo>
                  <a:cubicBezTo>
                    <a:pt x="4834" y="10502"/>
                    <a:pt x="4918" y="10525"/>
                    <a:pt x="5001" y="10525"/>
                  </a:cubicBezTo>
                  <a:cubicBezTo>
                    <a:pt x="5180" y="10525"/>
                    <a:pt x="5358" y="10478"/>
                    <a:pt x="5513" y="10371"/>
                  </a:cubicBezTo>
                  <a:cubicBezTo>
                    <a:pt x="5537" y="10347"/>
                    <a:pt x="5570" y="10335"/>
                    <a:pt x="5605" y="10335"/>
                  </a:cubicBezTo>
                  <a:close/>
                  <a:moveTo>
                    <a:pt x="2035" y="1"/>
                  </a:moveTo>
                  <a:cubicBezTo>
                    <a:pt x="1822" y="1"/>
                    <a:pt x="1610" y="39"/>
                    <a:pt x="1405" y="119"/>
                  </a:cubicBezTo>
                  <a:cubicBezTo>
                    <a:pt x="846" y="310"/>
                    <a:pt x="429" y="738"/>
                    <a:pt x="215" y="1358"/>
                  </a:cubicBezTo>
                  <a:cubicBezTo>
                    <a:pt x="0" y="1929"/>
                    <a:pt x="0" y="2620"/>
                    <a:pt x="227" y="3239"/>
                  </a:cubicBezTo>
                  <a:cubicBezTo>
                    <a:pt x="477" y="3953"/>
                    <a:pt x="989" y="4537"/>
                    <a:pt x="1608" y="4822"/>
                  </a:cubicBezTo>
                  <a:cubicBezTo>
                    <a:pt x="1263" y="5584"/>
                    <a:pt x="1084" y="6406"/>
                    <a:pt x="1084" y="7204"/>
                  </a:cubicBezTo>
                  <a:cubicBezTo>
                    <a:pt x="1084" y="7632"/>
                    <a:pt x="1191" y="8085"/>
                    <a:pt x="1382" y="8489"/>
                  </a:cubicBezTo>
                  <a:cubicBezTo>
                    <a:pt x="953" y="8513"/>
                    <a:pt x="524" y="8561"/>
                    <a:pt x="167" y="8644"/>
                  </a:cubicBezTo>
                  <a:cubicBezTo>
                    <a:pt x="72" y="8668"/>
                    <a:pt x="36" y="8751"/>
                    <a:pt x="48" y="8847"/>
                  </a:cubicBezTo>
                  <a:cubicBezTo>
                    <a:pt x="60" y="8918"/>
                    <a:pt x="131" y="8966"/>
                    <a:pt x="215" y="8966"/>
                  </a:cubicBezTo>
                  <a:lnTo>
                    <a:pt x="239" y="8966"/>
                  </a:lnTo>
                  <a:cubicBezTo>
                    <a:pt x="608" y="8870"/>
                    <a:pt x="1084" y="8823"/>
                    <a:pt x="1560" y="8799"/>
                  </a:cubicBezTo>
                  <a:cubicBezTo>
                    <a:pt x="1667" y="8978"/>
                    <a:pt x="1798" y="9144"/>
                    <a:pt x="1953" y="9287"/>
                  </a:cubicBezTo>
                  <a:lnTo>
                    <a:pt x="2072" y="9406"/>
                  </a:lnTo>
                  <a:cubicBezTo>
                    <a:pt x="1667" y="9525"/>
                    <a:pt x="1239" y="9680"/>
                    <a:pt x="834" y="9859"/>
                  </a:cubicBezTo>
                  <a:cubicBezTo>
                    <a:pt x="762" y="9882"/>
                    <a:pt x="715" y="9990"/>
                    <a:pt x="762" y="10061"/>
                  </a:cubicBezTo>
                  <a:cubicBezTo>
                    <a:pt x="786" y="10121"/>
                    <a:pt x="846" y="10156"/>
                    <a:pt x="905" y="10156"/>
                  </a:cubicBezTo>
                  <a:cubicBezTo>
                    <a:pt x="929" y="10156"/>
                    <a:pt x="953" y="10156"/>
                    <a:pt x="965" y="10132"/>
                  </a:cubicBezTo>
                  <a:cubicBezTo>
                    <a:pt x="1417" y="9942"/>
                    <a:pt x="1905" y="9775"/>
                    <a:pt x="2358" y="9644"/>
                  </a:cubicBezTo>
                  <a:cubicBezTo>
                    <a:pt x="2870" y="10061"/>
                    <a:pt x="3501" y="10359"/>
                    <a:pt x="4227" y="10525"/>
                  </a:cubicBezTo>
                  <a:cubicBezTo>
                    <a:pt x="4596" y="10835"/>
                    <a:pt x="5073" y="11014"/>
                    <a:pt x="5573" y="11014"/>
                  </a:cubicBezTo>
                  <a:cubicBezTo>
                    <a:pt x="6061" y="11014"/>
                    <a:pt x="6537" y="10835"/>
                    <a:pt x="6906" y="10525"/>
                  </a:cubicBezTo>
                  <a:cubicBezTo>
                    <a:pt x="7620" y="10359"/>
                    <a:pt x="8263" y="10061"/>
                    <a:pt x="8787" y="9644"/>
                  </a:cubicBezTo>
                  <a:cubicBezTo>
                    <a:pt x="9240" y="9775"/>
                    <a:pt x="9740" y="9942"/>
                    <a:pt x="10168" y="10132"/>
                  </a:cubicBezTo>
                  <a:cubicBezTo>
                    <a:pt x="10180" y="10156"/>
                    <a:pt x="10216" y="10156"/>
                    <a:pt x="10228" y="10156"/>
                  </a:cubicBezTo>
                  <a:cubicBezTo>
                    <a:pt x="10287" y="10156"/>
                    <a:pt x="10347" y="10121"/>
                    <a:pt x="10371" y="10061"/>
                  </a:cubicBezTo>
                  <a:cubicBezTo>
                    <a:pt x="10407" y="9990"/>
                    <a:pt x="10371" y="9882"/>
                    <a:pt x="10299" y="9859"/>
                  </a:cubicBezTo>
                  <a:cubicBezTo>
                    <a:pt x="9918" y="9680"/>
                    <a:pt x="9478" y="9525"/>
                    <a:pt x="9061" y="9406"/>
                  </a:cubicBezTo>
                  <a:lnTo>
                    <a:pt x="9180" y="9287"/>
                  </a:lnTo>
                  <a:cubicBezTo>
                    <a:pt x="9335" y="9144"/>
                    <a:pt x="9466" y="8966"/>
                    <a:pt x="9573" y="8799"/>
                  </a:cubicBezTo>
                  <a:cubicBezTo>
                    <a:pt x="10049" y="8823"/>
                    <a:pt x="10526" y="8870"/>
                    <a:pt x="10895" y="8966"/>
                  </a:cubicBezTo>
                  <a:lnTo>
                    <a:pt x="10930" y="8966"/>
                  </a:lnTo>
                  <a:cubicBezTo>
                    <a:pt x="11002" y="8966"/>
                    <a:pt x="11061" y="8918"/>
                    <a:pt x="11085" y="8847"/>
                  </a:cubicBezTo>
                  <a:cubicBezTo>
                    <a:pt x="11133" y="8751"/>
                    <a:pt x="11085" y="8680"/>
                    <a:pt x="11002" y="8644"/>
                  </a:cubicBezTo>
                  <a:cubicBezTo>
                    <a:pt x="10645" y="8573"/>
                    <a:pt x="10216" y="8513"/>
                    <a:pt x="9775" y="8489"/>
                  </a:cubicBezTo>
                  <a:cubicBezTo>
                    <a:pt x="9978" y="8085"/>
                    <a:pt x="10073" y="7644"/>
                    <a:pt x="10073" y="7204"/>
                  </a:cubicBezTo>
                  <a:cubicBezTo>
                    <a:pt x="10073" y="6406"/>
                    <a:pt x="9895" y="5584"/>
                    <a:pt x="9561" y="4822"/>
                  </a:cubicBezTo>
                  <a:cubicBezTo>
                    <a:pt x="10168" y="4525"/>
                    <a:pt x="10692" y="3941"/>
                    <a:pt x="10942" y="3239"/>
                  </a:cubicBezTo>
                  <a:cubicBezTo>
                    <a:pt x="11169" y="2608"/>
                    <a:pt x="11180" y="1929"/>
                    <a:pt x="10954" y="1358"/>
                  </a:cubicBezTo>
                  <a:cubicBezTo>
                    <a:pt x="10728" y="762"/>
                    <a:pt x="10311" y="334"/>
                    <a:pt x="9764" y="119"/>
                  </a:cubicBezTo>
                  <a:cubicBezTo>
                    <a:pt x="9561" y="49"/>
                    <a:pt x="9352" y="14"/>
                    <a:pt x="9141" y="14"/>
                  </a:cubicBezTo>
                  <a:cubicBezTo>
                    <a:pt x="8782" y="14"/>
                    <a:pt x="8418" y="115"/>
                    <a:pt x="8073" y="310"/>
                  </a:cubicBezTo>
                  <a:cubicBezTo>
                    <a:pt x="7537" y="631"/>
                    <a:pt x="7120" y="1155"/>
                    <a:pt x="6882" y="1786"/>
                  </a:cubicBezTo>
                  <a:cubicBezTo>
                    <a:pt x="6858" y="1846"/>
                    <a:pt x="6835" y="1905"/>
                    <a:pt x="6823" y="1977"/>
                  </a:cubicBezTo>
                  <a:cubicBezTo>
                    <a:pt x="6418" y="1810"/>
                    <a:pt x="6001" y="1727"/>
                    <a:pt x="5584" y="1727"/>
                  </a:cubicBezTo>
                  <a:cubicBezTo>
                    <a:pt x="5168" y="1727"/>
                    <a:pt x="4763" y="1822"/>
                    <a:pt x="4346" y="1977"/>
                  </a:cubicBezTo>
                  <a:cubicBezTo>
                    <a:pt x="4334" y="1917"/>
                    <a:pt x="4299" y="1858"/>
                    <a:pt x="4287" y="1786"/>
                  </a:cubicBezTo>
                  <a:cubicBezTo>
                    <a:pt x="4060" y="1143"/>
                    <a:pt x="3632" y="619"/>
                    <a:pt x="3096" y="310"/>
                  </a:cubicBezTo>
                  <a:cubicBezTo>
                    <a:pt x="2753" y="109"/>
                    <a:pt x="2392" y="1"/>
                    <a:pt x="20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9" name="Google Shape;12449;p67"/>
          <p:cNvGrpSpPr/>
          <p:nvPr/>
        </p:nvGrpSpPr>
        <p:grpSpPr>
          <a:xfrm>
            <a:off x="7435629" y="2040890"/>
            <a:ext cx="367712" cy="353248"/>
            <a:chOff x="7435629" y="1964690"/>
            <a:chExt cx="367712" cy="353248"/>
          </a:xfrm>
        </p:grpSpPr>
        <p:sp>
          <p:nvSpPr>
            <p:cNvPr id="12450" name="Google Shape;12450;p67"/>
            <p:cNvSpPr/>
            <p:nvPr/>
          </p:nvSpPr>
          <p:spPr>
            <a:xfrm>
              <a:off x="7586125" y="2054258"/>
              <a:ext cx="65952" cy="62880"/>
            </a:xfrm>
            <a:custGeom>
              <a:avLst/>
              <a:gdLst/>
              <a:ahLst/>
              <a:cxnLst/>
              <a:rect l="l" t="t" r="r" b="b"/>
              <a:pathLst>
                <a:path w="2061" h="1965" extrusionOk="0">
                  <a:moveTo>
                    <a:pt x="1037" y="334"/>
                  </a:moveTo>
                  <a:cubicBezTo>
                    <a:pt x="1120" y="334"/>
                    <a:pt x="1299" y="405"/>
                    <a:pt x="1465" y="560"/>
                  </a:cubicBezTo>
                  <a:cubicBezTo>
                    <a:pt x="1596" y="679"/>
                    <a:pt x="1691" y="798"/>
                    <a:pt x="1715" y="917"/>
                  </a:cubicBezTo>
                  <a:cubicBezTo>
                    <a:pt x="1489" y="774"/>
                    <a:pt x="1215" y="691"/>
                    <a:pt x="1037" y="691"/>
                  </a:cubicBezTo>
                  <a:cubicBezTo>
                    <a:pt x="858" y="691"/>
                    <a:pt x="572" y="774"/>
                    <a:pt x="346" y="917"/>
                  </a:cubicBezTo>
                  <a:cubicBezTo>
                    <a:pt x="382" y="810"/>
                    <a:pt x="465" y="667"/>
                    <a:pt x="596" y="560"/>
                  </a:cubicBezTo>
                  <a:cubicBezTo>
                    <a:pt x="763" y="405"/>
                    <a:pt x="941" y="334"/>
                    <a:pt x="1037" y="334"/>
                  </a:cubicBezTo>
                  <a:close/>
                  <a:moveTo>
                    <a:pt x="1025" y="1012"/>
                  </a:moveTo>
                  <a:cubicBezTo>
                    <a:pt x="1191" y="1012"/>
                    <a:pt x="1477" y="1119"/>
                    <a:pt x="1620" y="1238"/>
                  </a:cubicBezTo>
                  <a:cubicBezTo>
                    <a:pt x="1596" y="1298"/>
                    <a:pt x="1537" y="1369"/>
                    <a:pt x="1465" y="1429"/>
                  </a:cubicBezTo>
                  <a:cubicBezTo>
                    <a:pt x="1299" y="1584"/>
                    <a:pt x="1120" y="1655"/>
                    <a:pt x="1037" y="1655"/>
                  </a:cubicBezTo>
                  <a:cubicBezTo>
                    <a:pt x="941" y="1655"/>
                    <a:pt x="763" y="1584"/>
                    <a:pt x="596" y="1429"/>
                  </a:cubicBezTo>
                  <a:cubicBezTo>
                    <a:pt x="525" y="1369"/>
                    <a:pt x="465" y="1310"/>
                    <a:pt x="418" y="1238"/>
                  </a:cubicBezTo>
                  <a:cubicBezTo>
                    <a:pt x="584" y="1119"/>
                    <a:pt x="870" y="1012"/>
                    <a:pt x="1025" y="1012"/>
                  </a:cubicBezTo>
                  <a:close/>
                  <a:moveTo>
                    <a:pt x="1037" y="0"/>
                  </a:moveTo>
                  <a:cubicBezTo>
                    <a:pt x="668" y="0"/>
                    <a:pt x="1" y="512"/>
                    <a:pt x="1" y="988"/>
                  </a:cubicBezTo>
                  <a:cubicBezTo>
                    <a:pt x="1" y="1465"/>
                    <a:pt x="668" y="1965"/>
                    <a:pt x="1037" y="1965"/>
                  </a:cubicBezTo>
                  <a:cubicBezTo>
                    <a:pt x="1394" y="1965"/>
                    <a:pt x="2061" y="1465"/>
                    <a:pt x="2061" y="988"/>
                  </a:cubicBezTo>
                  <a:cubicBezTo>
                    <a:pt x="2061" y="512"/>
                    <a:pt x="139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1" name="Google Shape;12451;p67"/>
            <p:cNvSpPr/>
            <p:nvPr/>
          </p:nvSpPr>
          <p:spPr>
            <a:xfrm>
              <a:off x="7553357" y="2030994"/>
              <a:ext cx="32416" cy="38144"/>
            </a:xfrm>
            <a:custGeom>
              <a:avLst/>
              <a:gdLst/>
              <a:ahLst/>
              <a:cxnLst/>
              <a:rect l="l" t="t" r="r" b="b"/>
              <a:pathLst>
                <a:path w="1013" h="1192" extrusionOk="0">
                  <a:moveTo>
                    <a:pt x="513" y="334"/>
                  </a:moveTo>
                  <a:cubicBezTo>
                    <a:pt x="608" y="334"/>
                    <a:pt x="691" y="418"/>
                    <a:pt x="691" y="513"/>
                  </a:cubicBezTo>
                  <a:lnTo>
                    <a:pt x="691" y="691"/>
                  </a:lnTo>
                  <a:cubicBezTo>
                    <a:pt x="691" y="787"/>
                    <a:pt x="596" y="870"/>
                    <a:pt x="513" y="870"/>
                  </a:cubicBezTo>
                  <a:cubicBezTo>
                    <a:pt x="406" y="870"/>
                    <a:pt x="334" y="775"/>
                    <a:pt x="334" y="691"/>
                  </a:cubicBezTo>
                  <a:lnTo>
                    <a:pt x="334" y="513"/>
                  </a:lnTo>
                  <a:cubicBezTo>
                    <a:pt x="334" y="406"/>
                    <a:pt x="418" y="334"/>
                    <a:pt x="513" y="334"/>
                  </a:cubicBezTo>
                  <a:close/>
                  <a:moveTo>
                    <a:pt x="513" y="1"/>
                  </a:moveTo>
                  <a:cubicBezTo>
                    <a:pt x="227" y="1"/>
                    <a:pt x="1" y="227"/>
                    <a:pt x="1" y="501"/>
                  </a:cubicBezTo>
                  <a:lnTo>
                    <a:pt x="1" y="680"/>
                  </a:lnTo>
                  <a:cubicBezTo>
                    <a:pt x="1" y="965"/>
                    <a:pt x="227" y="1192"/>
                    <a:pt x="513" y="1192"/>
                  </a:cubicBezTo>
                  <a:cubicBezTo>
                    <a:pt x="787" y="1192"/>
                    <a:pt x="1013" y="965"/>
                    <a:pt x="1013" y="680"/>
                  </a:cubicBezTo>
                  <a:lnTo>
                    <a:pt x="1013" y="501"/>
                  </a:lnTo>
                  <a:cubicBezTo>
                    <a:pt x="1013" y="239"/>
                    <a:pt x="775"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67"/>
            <p:cNvSpPr/>
            <p:nvPr/>
          </p:nvSpPr>
          <p:spPr>
            <a:xfrm>
              <a:off x="7652429" y="2030994"/>
              <a:ext cx="32416" cy="38144"/>
            </a:xfrm>
            <a:custGeom>
              <a:avLst/>
              <a:gdLst/>
              <a:ahLst/>
              <a:cxnLst/>
              <a:rect l="l" t="t" r="r" b="b"/>
              <a:pathLst>
                <a:path w="1013" h="1192" extrusionOk="0">
                  <a:moveTo>
                    <a:pt x="524" y="334"/>
                  </a:moveTo>
                  <a:cubicBezTo>
                    <a:pt x="632" y="334"/>
                    <a:pt x="703" y="418"/>
                    <a:pt x="703" y="513"/>
                  </a:cubicBezTo>
                  <a:lnTo>
                    <a:pt x="703" y="691"/>
                  </a:lnTo>
                  <a:cubicBezTo>
                    <a:pt x="703" y="787"/>
                    <a:pt x="608" y="870"/>
                    <a:pt x="524" y="870"/>
                  </a:cubicBezTo>
                  <a:cubicBezTo>
                    <a:pt x="417" y="870"/>
                    <a:pt x="346" y="775"/>
                    <a:pt x="346" y="691"/>
                  </a:cubicBezTo>
                  <a:lnTo>
                    <a:pt x="346" y="513"/>
                  </a:lnTo>
                  <a:cubicBezTo>
                    <a:pt x="346" y="406"/>
                    <a:pt x="429" y="334"/>
                    <a:pt x="524" y="334"/>
                  </a:cubicBezTo>
                  <a:close/>
                  <a:moveTo>
                    <a:pt x="512" y="1"/>
                  </a:moveTo>
                  <a:cubicBezTo>
                    <a:pt x="227" y="1"/>
                    <a:pt x="0" y="227"/>
                    <a:pt x="0" y="501"/>
                  </a:cubicBezTo>
                  <a:lnTo>
                    <a:pt x="0" y="680"/>
                  </a:lnTo>
                  <a:cubicBezTo>
                    <a:pt x="0" y="965"/>
                    <a:pt x="227" y="1192"/>
                    <a:pt x="512" y="1192"/>
                  </a:cubicBezTo>
                  <a:cubicBezTo>
                    <a:pt x="786" y="1192"/>
                    <a:pt x="1013" y="965"/>
                    <a:pt x="1013" y="680"/>
                  </a:cubicBezTo>
                  <a:lnTo>
                    <a:pt x="1013" y="501"/>
                  </a:lnTo>
                  <a:cubicBezTo>
                    <a:pt x="1013" y="239"/>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67"/>
            <p:cNvSpPr/>
            <p:nvPr/>
          </p:nvSpPr>
          <p:spPr>
            <a:xfrm>
              <a:off x="7435629" y="1964690"/>
              <a:ext cx="367712" cy="353248"/>
            </a:xfrm>
            <a:custGeom>
              <a:avLst/>
              <a:gdLst/>
              <a:ahLst/>
              <a:cxnLst/>
              <a:rect l="l" t="t" r="r" b="b"/>
              <a:pathLst>
                <a:path w="11491" h="11039" extrusionOk="0">
                  <a:moveTo>
                    <a:pt x="572" y="2549"/>
                  </a:moveTo>
                  <a:lnTo>
                    <a:pt x="572" y="2549"/>
                  </a:lnTo>
                  <a:cubicBezTo>
                    <a:pt x="1418" y="3275"/>
                    <a:pt x="2323" y="3692"/>
                    <a:pt x="2715" y="3847"/>
                  </a:cubicBezTo>
                  <a:cubicBezTo>
                    <a:pt x="2668" y="3990"/>
                    <a:pt x="2596" y="4121"/>
                    <a:pt x="2501" y="4240"/>
                  </a:cubicBezTo>
                  <a:cubicBezTo>
                    <a:pt x="2394" y="4395"/>
                    <a:pt x="2311" y="4537"/>
                    <a:pt x="2215" y="4704"/>
                  </a:cubicBezTo>
                  <a:cubicBezTo>
                    <a:pt x="2181" y="4706"/>
                    <a:pt x="2147" y="4706"/>
                    <a:pt x="2113" y="4706"/>
                  </a:cubicBezTo>
                  <a:cubicBezTo>
                    <a:pt x="1579" y="4706"/>
                    <a:pt x="1163" y="4529"/>
                    <a:pt x="894" y="4204"/>
                  </a:cubicBezTo>
                  <a:cubicBezTo>
                    <a:pt x="501" y="3692"/>
                    <a:pt x="525" y="2954"/>
                    <a:pt x="572" y="2549"/>
                  </a:cubicBezTo>
                  <a:close/>
                  <a:moveTo>
                    <a:pt x="5730" y="346"/>
                  </a:moveTo>
                  <a:cubicBezTo>
                    <a:pt x="5745" y="346"/>
                    <a:pt x="5760" y="346"/>
                    <a:pt x="5775" y="346"/>
                  </a:cubicBezTo>
                  <a:cubicBezTo>
                    <a:pt x="7037" y="382"/>
                    <a:pt x="8133" y="1347"/>
                    <a:pt x="8288" y="2597"/>
                  </a:cubicBezTo>
                  <a:cubicBezTo>
                    <a:pt x="8323" y="2787"/>
                    <a:pt x="8323" y="2978"/>
                    <a:pt x="8311" y="3180"/>
                  </a:cubicBezTo>
                  <a:cubicBezTo>
                    <a:pt x="8276" y="3514"/>
                    <a:pt x="8347" y="3859"/>
                    <a:pt x="8502" y="4192"/>
                  </a:cubicBezTo>
                  <a:cubicBezTo>
                    <a:pt x="8536" y="4244"/>
                    <a:pt x="8589" y="4283"/>
                    <a:pt x="8652" y="4283"/>
                  </a:cubicBezTo>
                  <a:cubicBezTo>
                    <a:pt x="8676" y="4283"/>
                    <a:pt x="8702" y="4277"/>
                    <a:pt x="8728" y="4264"/>
                  </a:cubicBezTo>
                  <a:cubicBezTo>
                    <a:pt x="8800" y="4216"/>
                    <a:pt x="8847" y="4133"/>
                    <a:pt x="8800" y="4037"/>
                  </a:cubicBezTo>
                  <a:cubicBezTo>
                    <a:pt x="8764" y="3978"/>
                    <a:pt x="8752" y="3930"/>
                    <a:pt x="8728" y="3871"/>
                  </a:cubicBezTo>
                  <a:cubicBezTo>
                    <a:pt x="9109" y="3716"/>
                    <a:pt x="10014" y="3299"/>
                    <a:pt x="10871" y="2585"/>
                  </a:cubicBezTo>
                  <a:lnTo>
                    <a:pt x="10871" y="2585"/>
                  </a:lnTo>
                  <a:cubicBezTo>
                    <a:pt x="10943" y="2954"/>
                    <a:pt x="10978" y="3692"/>
                    <a:pt x="10574" y="4204"/>
                  </a:cubicBezTo>
                  <a:cubicBezTo>
                    <a:pt x="10288" y="4549"/>
                    <a:pt x="9835" y="4728"/>
                    <a:pt x="9240" y="4728"/>
                  </a:cubicBezTo>
                  <a:cubicBezTo>
                    <a:pt x="9216" y="4680"/>
                    <a:pt x="9181" y="4621"/>
                    <a:pt x="9169" y="4573"/>
                  </a:cubicBezTo>
                  <a:cubicBezTo>
                    <a:pt x="9144" y="4524"/>
                    <a:pt x="9086" y="4492"/>
                    <a:pt x="9025" y="4492"/>
                  </a:cubicBezTo>
                  <a:cubicBezTo>
                    <a:pt x="8997" y="4492"/>
                    <a:pt x="8969" y="4499"/>
                    <a:pt x="8942" y="4514"/>
                  </a:cubicBezTo>
                  <a:cubicBezTo>
                    <a:pt x="8871" y="4561"/>
                    <a:pt x="8847" y="4668"/>
                    <a:pt x="8883" y="4740"/>
                  </a:cubicBezTo>
                  <a:cubicBezTo>
                    <a:pt x="9169" y="5228"/>
                    <a:pt x="9335" y="5800"/>
                    <a:pt x="9359" y="6371"/>
                  </a:cubicBezTo>
                  <a:lnTo>
                    <a:pt x="8680" y="6716"/>
                  </a:lnTo>
                  <a:lnTo>
                    <a:pt x="7728" y="6073"/>
                  </a:lnTo>
                  <a:cubicBezTo>
                    <a:pt x="7704" y="6059"/>
                    <a:pt x="7675" y="6053"/>
                    <a:pt x="7645" y="6053"/>
                  </a:cubicBezTo>
                  <a:cubicBezTo>
                    <a:pt x="7599" y="6053"/>
                    <a:pt x="7550" y="6068"/>
                    <a:pt x="7514" y="6097"/>
                  </a:cubicBezTo>
                  <a:lnTo>
                    <a:pt x="7335" y="6276"/>
                  </a:lnTo>
                  <a:cubicBezTo>
                    <a:pt x="7276" y="6335"/>
                    <a:pt x="7276" y="6431"/>
                    <a:pt x="7335" y="6490"/>
                  </a:cubicBezTo>
                  <a:cubicBezTo>
                    <a:pt x="7365" y="6520"/>
                    <a:pt x="7407" y="6535"/>
                    <a:pt x="7448" y="6535"/>
                  </a:cubicBezTo>
                  <a:cubicBezTo>
                    <a:pt x="7490" y="6535"/>
                    <a:pt x="7532" y="6520"/>
                    <a:pt x="7561" y="6490"/>
                  </a:cubicBezTo>
                  <a:lnTo>
                    <a:pt x="7633" y="6419"/>
                  </a:lnTo>
                  <a:lnTo>
                    <a:pt x="8561" y="7026"/>
                  </a:lnTo>
                  <a:cubicBezTo>
                    <a:pt x="8585" y="7050"/>
                    <a:pt x="8621" y="7062"/>
                    <a:pt x="8645" y="7062"/>
                  </a:cubicBezTo>
                  <a:cubicBezTo>
                    <a:pt x="8680" y="7062"/>
                    <a:pt x="8692" y="7062"/>
                    <a:pt x="8728" y="7050"/>
                  </a:cubicBezTo>
                  <a:lnTo>
                    <a:pt x="9871" y="6478"/>
                  </a:lnTo>
                  <a:lnTo>
                    <a:pt x="9871" y="6573"/>
                  </a:lnTo>
                  <a:cubicBezTo>
                    <a:pt x="9871" y="8859"/>
                    <a:pt x="8014" y="10717"/>
                    <a:pt x="5716" y="10717"/>
                  </a:cubicBezTo>
                  <a:cubicBezTo>
                    <a:pt x="3430" y="10717"/>
                    <a:pt x="1561" y="8859"/>
                    <a:pt x="1561" y="6573"/>
                  </a:cubicBezTo>
                  <a:cubicBezTo>
                    <a:pt x="1561" y="6454"/>
                    <a:pt x="1561" y="6335"/>
                    <a:pt x="1584" y="6216"/>
                  </a:cubicBezTo>
                  <a:lnTo>
                    <a:pt x="2180" y="6704"/>
                  </a:lnTo>
                  <a:cubicBezTo>
                    <a:pt x="2209" y="6728"/>
                    <a:pt x="2242" y="6740"/>
                    <a:pt x="2275" y="6740"/>
                  </a:cubicBezTo>
                  <a:cubicBezTo>
                    <a:pt x="2308" y="6740"/>
                    <a:pt x="2340" y="6728"/>
                    <a:pt x="2370" y="6704"/>
                  </a:cubicBezTo>
                  <a:lnTo>
                    <a:pt x="2954" y="6276"/>
                  </a:lnTo>
                  <a:lnTo>
                    <a:pt x="4263" y="7585"/>
                  </a:lnTo>
                  <a:cubicBezTo>
                    <a:pt x="4287" y="7609"/>
                    <a:pt x="4335" y="7621"/>
                    <a:pt x="4382" y="7621"/>
                  </a:cubicBezTo>
                  <a:cubicBezTo>
                    <a:pt x="4418" y="7621"/>
                    <a:pt x="4466" y="7609"/>
                    <a:pt x="4501" y="7585"/>
                  </a:cubicBezTo>
                  <a:lnTo>
                    <a:pt x="5394" y="6645"/>
                  </a:lnTo>
                  <a:lnTo>
                    <a:pt x="6311" y="7562"/>
                  </a:lnTo>
                  <a:cubicBezTo>
                    <a:pt x="6341" y="7591"/>
                    <a:pt x="6383" y="7606"/>
                    <a:pt x="6424" y="7606"/>
                  </a:cubicBezTo>
                  <a:cubicBezTo>
                    <a:pt x="6466" y="7606"/>
                    <a:pt x="6508" y="7591"/>
                    <a:pt x="6537" y="7562"/>
                  </a:cubicBezTo>
                  <a:lnTo>
                    <a:pt x="7061" y="7050"/>
                  </a:lnTo>
                  <a:cubicBezTo>
                    <a:pt x="7121" y="6990"/>
                    <a:pt x="7121" y="6883"/>
                    <a:pt x="7061" y="6823"/>
                  </a:cubicBezTo>
                  <a:cubicBezTo>
                    <a:pt x="7031" y="6794"/>
                    <a:pt x="6990" y="6779"/>
                    <a:pt x="6948" y="6779"/>
                  </a:cubicBezTo>
                  <a:cubicBezTo>
                    <a:pt x="6906" y="6779"/>
                    <a:pt x="6865" y="6794"/>
                    <a:pt x="6835" y="6823"/>
                  </a:cubicBezTo>
                  <a:lnTo>
                    <a:pt x="6430" y="7228"/>
                  </a:lnTo>
                  <a:lnTo>
                    <a:pt x="5513" y="6300"/>
                  </a:lnTo>
                  <a:cubicBezTo>
                    <a:pt x="5478" y="6276"/>
                    <a:pt x="5430" y="6252"/>
                    <a:pt x="5394" y="6252"/>
                  </a:cubicBezTo>
                  <a:cubicBezTo>
                    <a:pt x="5347" y="6252"/>
                    <a:pt x="5299" y="6276"/>
                    <a:pt x="5275" y="6300"/>
                  </a:cubicBezTo>
                  <a:lnTo>
                    <a:pt x="4382" y="7240"/>
                  </a:lnTo>
                  <a:lnTo>
                    <a:pt x="3085" y="5942"/>
                  </a:lnTo>
                  <a:cubicBezTo>
                    <a:pt x="3053" y="5911"/>
                    <a:pt x="3012" y="5896"/>
                    <a:pt x="2971" y="5896"/>
                  </a:cubicBezTo>
                  <a:cubicBezTo>
                    <a:pt x="2934" y="5896"/>
                    <a:pt x="2898" y="5908"/>
                    <a:pt x="2870" y="5931"/>
                  </a:cubicBezTo>
                  <a:lnTo>
                    <a:pt x="2275" y="6371"/>
                  </a:lnTo>
                  <a:lnTo>
                    <a:pt x="2096" y="6228"/>
                  </a:lnTo>
                  <a:cubicBezTo>
                    <a:pt x="2156" y="5585"/>
                    <a:pt x="2382" y="4990"/>
                    <a:pt x="2751" y="4466"/>
                  </a:cubicBezTo>
                  <a:cubicBezTo>
                    <a:pt x="3025" y="4085"/>
                    <a:pt x="3156" y="3621"/>
                    <a:pt x="3132" y="3133"/>
                  </a:cubicBezTo>
                  <a:lnTo>
                    <a:pt x="3132" y="2954"/>
                  </a:lnTo>
                  <a:cubicBezTo>
                    <a:pt x="3132" y="2251"/>
                    <a:pt x="3406" y="1585"/>
                    <a:pt x="3906" y="1097"/>
                  </a:cubicBezTo>
                  <a:cubicBezTo>
                    <a:pt x="4395" y="607"/>
                    <a:pt x="5044" y="346"/>
                    <a:pt x="5730" y="346"/>
                  </a:cubicBezTo>
                  <a:close/>
                  <a:moveTo>
                    <a:pt x="5778" y="1"/>
                  </a:moveTo>
                  <a:cubicBezTo>
                    <a:pt x="5008" y="1"/>
                    <a:pt x="4264" y="298"/>
                    <a:pt x="3716" y="835"/>
                  </a:cubicBezTo>
                  <a:cubicBezTo>
                    <a:pt x="3144" y="1394"/>
                    <a:pt x="2835" y="2132"/>
                    <a:pt x="2835" y="2918"/>
                  </a:cubicBezTo>
                  <a:lnTo>
                    <a:pt x="2835" y="3121"/>
                  </a:lnTo>
                  <a:cubicBezTo>
                    <a:pt x="2846" y="3252"/>
                    <a:pt x="2835" y="3394"/>
                    <a:pt x="2823" y="3537"/>
                  </a:cubicBezTo>
                  <a:cubicBezTo>
                    <a:pt x="2382" y="3359"/>
                    <a:pt x="1430" y="2906"/>
                    <a:pt x="584" y="2121"/>
                  </a:cubicBezTo>
                  <a:cubicBezTo>
                    <a:pt x="552" y="2089"/>
                    <a:pt x="515" y="2073"/>
                    <a:pt x="484" y="2073"/>
                  </a:cubicBezTo>
                  <a:cubicBezTo>
                    <a:pt x="468" y="2073"/>
                    <a:pt x="453" y="2077"/>
                    <a:pt x="441" y="2085"/>
                  </a:cubicBezTo>
                  <a:cubicBezTo>
                    <a:pt x="382" y="2109"/>
                    <a:pt x="334" y="2144"/>
                    <a:pt x="334" y="2204"/>
                  </a:cubicBezTo>
                  <a:cubicBezTo>
                    <a:pt x="322" y="2263"/>
                    <a:pt x="1" y="3573"/>
                    <a:pt x="679" y="4407"/>
                  </a:cubicBezTo>
                  <a:cubicBezTo>
                    <a:pt x="989" y="4811"/>
                    <a:pt x="1477" y="5026"/>
                    <a:pt x="2096" y="5049"/>
                  </a:cubicBezTo>
                  <a:cubicBezTo>
                    <a:pt x="1989" y="5347"/>
                    <a:pt x="1894" y="5657"/>
                    <a:pt x="1846" y="5978"/>
                  </a:cubicBezTo>
                  <a:lnTo>
                    <a:pt x="1584" y="5752"/>
                  </a:lnTo>
                  <a:cubicBezTo>
                    <a:pt x="1553" y="5720"/>
                    <a:pt x="1516" y="5710"/>
                    <a:pt x="1477" y="5710"/>
                  </a:cubicBezTo>
                  <a:cubicBezTo>
                    <a:pt x="1457" y="5710"/>
                    <a:pt x="1438" y="5712"/>
                    <a:pt x="1418" y="5716"/>
                  </a:cubicBezTo>
                  <a:cubicBezTo>
                    <a:pt x="1358" y="5752"/>
                    <a:pt x="1334" y="5800"/>
                    <a:pt x="1311" y="5859"/>
                  </a:cubicBezTo>
                  <a:cubicBezTo>
                    <a:pt x="1299" y="6097"/>
                    <a:pt x="1287" y="6335"/>
                    <a:pt x="1287" y="6550"/>
                  </a:cubicBezTo>
                  <a:cubicBezTo>
                    <a:pt x="1287" y="9026"/>
                    <a:pt x="3287" y="11038"/>
                    <a:pt x="5763" y="11038"/>
                  </a:cubicBezTo>
                  <a:cubicBezTo>
                    <a:pt x="8228" y="11038"/>
                    <a:pt x="10240" y="9026"/>
                    <a:pt x="10240" y="6550"/>
                  </a:cubicBezTo>
                  <a:lnTo>
                    <a:pt x="10240" y="6192"/>
                  </a:lnTo>
                  <a:cubicBezTo>
                    <a:pt x="10240" y="6115"/>
                    <a:pt x="10179" y="6048"/>
                    <a:pt x="10094" y="6048"/>
                  </a:cubicBezTo>
                  <a:cubicBezTo>
                    <a:pt x="10087" y="6048"/>
                    <a:pt x="10081" y="6049"/>
                    <a:pt x="10074" y="6050"/>
                  </a:cubicBezTo>
                  <a:cubicBezTo>
                    <a:pt x="10050" y="6050"/>
                    <a:pt x="10014" y="6061"/>
                    <a:pt x="9990" y="6073"/>
                  </a:cubicBezTo>
                  <a:lnTo>
                    <a:pt x="9728" y="6216"/>
                  </a:lnTo>
                  <a:cubicBezTo>
                    <a:pt x="9693" y="5811"/>
                    <a:pt x="9585" y="5407"/>
                    <a:pt x="9442" y="5038"/>
                  </a:cubicBezTo>
                  <a:cubicBezTo>
                    <a:pt x="10074" y="5002"/>
                    <a:pt x="10550" y="4799"/>
                    <a:pt x="10871" y="4395"/>
                  </a:cubicBezTo>
                  <a:cubicBezTo>
                    <a:pt x="11490" y="3573"/>
                    <a:pt x="11181" y="2251"/>
                    <a:pt x="11169" y="2204"/>
                  </a:cubicBezTo>
                  <a:cubicBezTo>
                    <a:pt x="11157" y="2144"/>
                    <a:pt x="11109" y="2109"/>
                    <a:pt x="11062" y="2085"/>
                  </a:cubicBezTo>
                  <a:cubicBezTo>
                    <a:pt x="11047" y="2082"/>
                    <a:pt x="11032" y="2080"/>
                    <a:pt x="11018" y="2080"/>
                  </a:cubicBezTo>
                  <a:cubicBezTo>
                    <a:pt x="10975" y="2080"/>
                    <a:pt x="10937" y="2094"/>
                    <a:pt x="10919" y="2121"/>
                  </a:cubicBezTo>
                  <a:cubicBezTo>
                    <a:pt x="10062" y="2906"/>
                    <a:pt x="9097" y="3359"/>
                    <a:pt x="8680" y="3537"/>
                  </a:cubicBezTo>
                  <a:cubicBezTo>
                    <a:pt x="8669" y="3418"/>
                    <a:pt x="8645" y="3299"/>
                    <a:pt x="8669" y="3180"/>
                  </a:cubicBezTo>
                  <a:cubicBezTo>
                    <a:pt x="8680" y="2966"/>
                    <a:pt x="8680" y="2740"/>
                    <a:pt x="8657" y="2537"/>
                  </a:cubicBezTo>
                  <a:cubicBezTo>
                    <a:pt x="8454" y="1120"/>
                    <a:pt x="7240" y="37"/>
                    <a:pt x="5823" y="1"/>
                  </a:cubicBezTo>
                  <a:cubicBezTo>
                    <a:pt x="5808" y="1"/>
                    <a:pt x="5793" y="1"/>
                    <a:pt x="5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4" name="Google Shape;12454;p67"/>
          <p:cNvGrpSpPr/>
          <p:nvPr/>
        </p:nvGrpSpPr>
        <p:grpSpPr>
          <a:xfrm>
            <a:off x="2512749" y="2041242"/>
            <a:ext cx="333024" cy="352896"/>
            <a:chOff x="2512749" y="1965042"/>
            <a:chExt cx="333024" cy="352896"/>
          </a:xfrm>
        </p:grpSpPr>
        <p:sp>
          <p:nvSpPr>
            <p:cNvPr id="12455" name="Google Shape;12455;p67"/>
            <p:cNvSpPr/>
            <p:nvPr/>
          </p:nvSpPr>
          <p:spPr>
            <a:xfrm>
              <a:off x="2590829" y="2129682"/>
              <a:ext cx="49568" cy="60224"/>
            </a:xfrm>
            <a:custGeom>
              <a:avLst/>
              <a:gdLst/>
              <a:ahLst/>
              <a:cxnLst/>
              <a:rect l="l" t="t" r="r" b="b"/>
              <a:pathLst>
                <a:path w="1549" h="1882" extrusionOk="0">
                  <a:moveTo>
                    <a:pt x="775" y="1"/>
                  </a:moveTo>
                  <a:cubicBezTo>
                    <a:pt x="358" y="1"/>
                    <a:pt x="1" y="346"/>
                    <a:pt x="1" y="775"/>
                  </a:cubicBezTo>
                  <a:lnTo>
                    <a:pt x="1" y="1120"/>
                  </a:lnTo>
                  <a:cubicBezTo>
                    <a:pt x="1" y="1537"/>
                    <a:pt x="346" y="1882"/>
                    <a:pt x="775" y="1882"/>
                  </a:cubicBezTo>
                  <a:cubicBezTo>
                    <a:pt x="1203" y="1882"/>
                    <a:pt x="1549" y="1548"/>
                    <a:pt x="1549" y="1120"/>
                  </a:cubicBezTo>
                  <a:lnTo>
                    <a:pt x="1549" y="775"/>
                  </a:lnTo>
                  <a:cubicBezTo>
                    <a:pt x="1537" y="667"/>
                    <a:pt x="1525" y="548"/>
                    <a:pt x="1465" y="441"/>
                  </a:cubicBezTo>
                  <a:cubicBezTo>
                    <a:pt x="1431" y="390"/>
                    <a:pt x="1372" y="351"/>
                    <a:pt x="1315" y="351"/>
                  </a:cubicBezTo>
                  <a:cubicBezTo>
                    <a:pt x="1293" y="351"/>
                    <a:pt x="1271" y="356"/>
                    <a:pt x="1251" y="370"/>
                  </a:cubicBezTo>
                  <a:cubicBezTo>
                    <a:pt x="1180" y="417"/>
                    <a:pt x="1132" y="501"/>
                    <a:pt x="1180" y="584"/>
                  </a:cubicBezTo>
                  <a:cubicBezTo>
                    <a:pt x="1203" y="644"/>
                    <a:pt x="1227" y="703"/>
                    <a:pt x="1227" y="775"/>
                  </a:cubicBezTo>
                  <a:lnTo>
                    <a:pt x="1227" y="1120"/>
                  </a:lnTo>
                  <a:cubicBezTo>
                    <a:pt x="1227" y="1358"/>
                    <a:pt x="1025" y="1560"/>
                    <a:pt x="775" y="1560"/>
                  </a:cubicBezTo>
                  <a:cubicBezTo>
                    <a:pt x="525" y="1560"/>
                    <a:pt x="334" y="1370"/>
                    <a:pt x="334" y="1120"/>
                  </a:cubicBezTo>
                  <a:lnTo>
                    <a:pt x="334" y="775"/>
                  </a:lnTo>
                  <a:cubicBezTo>
                    <a:pt x="334" y="536"/>
                    <a:pt x="525" y="322"/>
                    <a:pt x="775" y="322"/>
                  </a:cubicBezTo>
                  <a:cubicBezTo>
                    <a:pt x="870" y="322"/>
                    <a:pt x="942" y="251"/>
                    <a:pt x="942" y="167"/>
                  </a:cubicBezTo>
                  <a:cubicBezTo>
                    <a:pt x="942" y="72"/>
                    <a:pt x="870" y="1"/>
                    <a:pt x="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6" name="Google Shape;12456;p67"/>
            <p:cNvSpPr/>
            <p:nvPr/>
          </p:nvSpPr>
          <p:spPr>
            <a:xfrm>
              <a:off x="2718477" y="2129682"/>
              <a:ext cx="49568" cy="60224"/>
            </a:xfrm>
            <a:custGeom>
              <a:avLst/>
              <a:gdLst/>
              <a:ahLst/>
              <a:cxnLst/>
              <a:rect l="l" t="t" r="r" b="b"/>
              <a:pathLst>
                <a:path w="1549" h="1882" extrusionOk="0">
                  <a:moveTo>
                    <a:pt x="774" y="1"/>
                  </a:moveTo>
                  <a:cubicBezTo>
                    <a:pt x="358" y="1"/>
                    <a:pt x="1" y="346"/>
                    <a:pt x="1" y="775"/>
                  </a:cubicBezTo>
                  <a:lnTo>
                    <a:pt x="1" y="1120"/>
                  </a:lnTo>
                  <a:cubicBezTo>
                    <a:pt x="1" y="1537"/>
                    <a:pt x="346" y="1882"/>
                    <a:pt x="774" y="1882"/>
                  </a:cubicBezTo>
                  <a:cubicBezTo>
                    <a:pt x="1191" y="1882"/>
                    <a:pt x="1548" y="1548"/>
                    <a:pt x="1548" y="1120"/>
                  </a:cubicBezTo>
                  <a:lnTo>
                    <a:pt x="1548" y="775"/>
                  </a:lnTo>
                  <a:cubicBezTo>
                    <a:pt x="1536" y="667"/>
                    <a:pt x="1501" y="548"/>
                    <a:pt x="1465" y="441"/>
                  </a:cubicBezTo>
                  <a:cubicBezTo>
                    <a:pt x="1431" y="390"/>
                    <a:pt x="1372" y="351"/>
                    <a:pt x="1315" y="351"/>
                  </a:cubicBezTo>
                  <a:cubicBezTo>
                    <a:pt x="1292" y="351"/>
                    <a:pt x="1271" y="356"/>
                    <a:pt x="1251" y="370"/>
                  </a:cubicBezTo>
                  <a:cubicBezTo>
                    <a:pt x="1179" y="417"/>
                    <a:pt x="1132" y="501"/>
                    <a:pt x="1179" y="584"/>
                  </a:cubicBezTo>
                  <a:cubicBezTo>
                    <a:pt x="1203" y="644"/>
                    <a:pt x="1215" y="703"/>
                    <a:pt x="1215" y="775"/>
                  </a:cubicBezTo>
                  <a:lnTo>
                    <a:pt x="1215" y="1120"/>
                  </a:lnTo>
                  <a:cubicBezTo>
                    <a:pt x="1215" y="1358"/>
                    <a:pt x="1024" y="1560"/>
                    <a:pt x="774" y="1560"/>
                  </a:cubicBezTo>
                  <a:cubicBezTo>
                    <a:pt x="536" y="1560"/>
                    <a:pt x="322" y="1370"/>
                    <a:pt x="322" y="1120"/>
                  </a:cubicBezTo>
                  <a:lnTo>
                    <a:pt x="322" y="775"/>
                  </a:lnTo>
                  <a:cubicBezTo>
                    <a:pt x="322" y="536"/>
                    <a:pt x="524" y="322"/>
                    <a:pt x="774" y="322"/>
                  </a:cubicBez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67"/>
            <p:cNvSpPr/>
            <p:nvPr/>
          </p:nvSpPr>
          <p:spPr>
            <a:xfrm>
              <a:off x="2624365" y="2242994"/>
              <a:ext cx="110528" cy="52064"/>
            </a:xfrm>
            <a:custGeom>
              <a:avLst/>
              <a:gdLst/>
              <a:ahLst/>
              <a:cxnLst/>
              <a:rect l="l" t="t" r="r" b="b"/>
              <a:pathLst>
                <a:path w="3454" h="1627" extrusionOk="0">
                  <a:moveTo>
                    <a:pt x="1870" y="365"/>
                  </a:moveTo>
                  <a:cubicBezTo>
                    <a:pt x="1882" y="365"/>
                    <a:pt x="1882" y="389"/>
                    <a:pt x="1906" y="389"/>
                  </a:cubicBezTo>
                  <a:cubicBezTo>
                    <a:pt x="2001" y="460"/>
                    <a:pt x="2120" y="508"/>
                    <a:pt x="2239" y="555"/>
                  </a:cubicBezTo>
                  <a:lnTo>
                    <a:pt x="2239" y="793"/>
                  </a:lnTo>
                  <a:cubicBezTo>
                    <a:pt x="2239" y="1091"/>
                    <a:pt x="2001" y="1329"/>
                    <a:pt x="1703" y="1329"/>
                  </a:cubicBezTo>
                  <a:cubicBezTo>
                    <a:pt x="1406" y="1329"/>
                    <a:pt x="1168" y="1091"/>
                    <a:pt x="1168" y="793"/>
                  </a:cubicBezTo>
                  <a:lnTo>
                    <a:pt x="1168" y="555"/>
                  </a:lnTo>
                  <a:cubicBezTo>
                    <a:pt x="1287" y="520"/>
                    <a:pt x="1406" y="460"/>
                    <a:pt x="1513" y="389"/>
                  </a:cubicBezTo>
                  <a:cubicBezTo>
                    <a:pt x="1525" y="389"/>
                    <a:pt x="1525" y="365"/>
                    <a:pt x="1537" y="365"/>
                  </a:cubicBezTo>
                  <a:lnTo>
                    <a:pt x="1537" y="603"/>
                  </a:lnTo>
                  <a:cubicBezTo>
                    <a:pt x="1537" y="698"/>
                    <a:pt x="1620" y="770"/>
                    <a:pt x="1703" y="770"/>
                  </a:cubicBezTo>
                  <a:cubicBezTo>
                    <a:pt x="1799" y="770"/>
                    <a:pt x="1870" y="698"/>
                    <a:pt x="1870" y="603"/>
                  </a:cubicBezTo>
                  <a:lnTo>
                    <a:pt x="1870" y="365"/>
                  </a:lnTo>
                  <a:close/>
                  <a:moveTo>
                    <a:pt x="173" y="0"/>
                  </a:moveTo>
                  <a:cubicBezTo>
                    <a:pt x="132" y="0"/>
                    <a:pt x="91" y="18"/>
                    <a:pt x="60" y="55"/>
                  </a:cubicBezTo>
                  <a:cubicBezTo>
                    <a:pt x="1" y="115"/>
                    <a:pt x="1" y="222"/>
                    <a:pt x="72" y="282"/>
                  </a:cubicBezTo>
                  <a:cubicBezTo>
                    <a:pt x="298" y="472"/>
                    <a:pt x="572" y="591"/>
                    <a:pt x="870" y="591"/>
                  </a:cubicBezTo>
                  <a:lnTo>
                    <a:pt x="894" y="591"/>
                  </a:lnTo>
                  <a:lnTo>
                    <a:pt x="894" y="770"/>
                  </a:lnTo>
                  <a:cubicBezTo>
                    <a:pt x="894" y="1246"/>
                    <a:pt x="1275" y="1627"/>
                    <a:pt x="1739" y="1627"/>
                  </a:cubicBezTo>
                  <a:cubicBezTo>
                    <a:pt x="2203" y="1627"/>
                    <a:pt x="2584" y="1234"/>
                    <a:pt x="2584" y="770"/>
                  </a:cubicBezTo>
                  <a:lnTo>
                    <a:pt x="2584" y="591"/>
                  </a:lnTo>
                  <a:lnTo>
                    <a:pt x="2596" y="591"/>
                  </a:lnTo>
                  <a:cubicBezTo>
                    <a:pt x="2894" y="591"/>
                    <a:pt x="3180" y="496"/>
                    <a:pt x="3406" y="282"/>
                  </a:cubicBezTo>
                  <a:cubicBezTo>
                    <a:pt x="3454" y="234"/>
                    <a:pt x="3454" y="139"/>
                    <a:pt x="3394" y="55"/>
                  </a:cubicBezTo>
                  <a:cubicBezTo>
                    <a:pt x="3361" y="23"/>
                    <a:pt x="3314" y="4"/>
                    <a:pt x="3268" y="4"/>
                  </a:cubicBezTo>
                  <a:cubicBezTo>
                    <a:pt x="3231" y="4"/>
                    <a:pt x="3195" y="17"/>
                    <a:pt x="3168" y="43"/>
                  </a:cubicBezTo>
                  <a:cubicBezTo>
                    <a:pt x="3001" y="198"/>
                    <a:pt x="2799" y="270"/>
                    <a:pt x="2584" y="270"/>
                  </a:cubicBezTo>
                  <a:cubicBezTo>
                    <a:pt x="2406" y="270"/>
                    <a:pt x="2239" y="210"/>
                    <a:pt x="2096" y="115"/>
                  </a:cubicBezTo>
                  <a:cubicBezTo>
                    <a:pt x="1983" y="43"/>
                    <a:pt x="1852" y="8"/>
                    <a:pt x="1721" y="8"/>
                  </a:cubicBezTo>
                  <a:cubicBezTo>
                    <a:pt x="1590" y="8"/>
                    <a:pt x="1459" y="43"/>
                    <a:pt x="1346" y="115"/>
                  </a:cubicBezTo>
                  <a:cubicBezTo>
                    <a:pt x="1203" y="222"/>
                    <a:pt x="1037" y="270"/>
                    <a:pt x="858" y="270"/>
                  </a:cubicBezTo>
                  <a:cubicBezTo>
                    <a:pt x="656" y="270"/>
                    <a:pt x="441" y="198"/>
                    <a:pt x="275" y="43"/>
                  </a:cubicBezTo>
                  <a:cubicBezTo>
                    <a:pt x="246" y="15"/>
                    <a:pt x="210"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67"/>
            <p:cNvSpPr/>
            <p:nvPr/>
          </p:nvSpPr>
          <p:spPr>
            <a:xfrm>
              <a:off x="2654477" y="2194834"/>
              <a:ext cx="49184" cy="38144"/>
            </a:xfrm>
            <a:custGeom>
              <a:avLst/>
              <a:gdLst/>
              <a:ahLst/>
              <a:cxnLst/>
              <a:rect l="l" t="t" r="r" b="b"/>
              <a:pathLst>
                <a:path w="1537" h="1192" extrusionOk="0">
                  <a:moveTo>
                    <a:pt x="1131" y="346"/>
                  </a:moveTo>
                  <a:cubicBezTo>
                    <a:pt x="1155" y="346"/>
                    <a:pt x="1167" y="346"/>
                    <a:pt x="1167" y="358"/>
                  </a:cubicBezTo>
                  <a:cubicBezTo>
                    <a:pt x="1203" y="358"/>
                    <a:pt x="1203" y="370"/>
                    <a:pt x="1179" y="393"/>
                  </a:cubicBezTo>
                  <a:lnTo>
                    <a:pt x="798" y="870"/>
                  </a:lnTo>
                  <a:cubicBezTo>
                    <a:pt x="786" y="882"/>
                    <a:pt x="786" y="882"/>
                    <a:pt x="762" y="882"/>
                  </a:cubicBezTo>
                  <a:cubicBezTo>
                    <a:pt x="750" y="882"/>
                    <a:pt x="750" y="882"/>
                    <a:pt x="738" y="870"/>
                  </a:cubicBezTo>
                  <a:lnTo>
                    <a:pt x="346" y="393"/>
                  </a:lnTo>
                  <a:cubicBezTo>
                    <a:pt x="334" y="370"/>
                    <a:pt x="334" y="358"/>
                    <a:pt x="346" y="358"/>
                  </a:cubicBezTo>
                  <a:cubicBezTo>
                    <a:pt x="357" y="358"/>
                    <a:pt x="357" y="346"/>
                    <a:pt x="381" y="346"/>
                  </a:cubicBezTo>
                  <a:close/>
                  <a:moveTo>
                    <a:pt x="393" y="1"/>
                  </a:moveTo>
                  <a:cubicBezTo>
                    <a:pt x="262" y="1"/>
                    <a:pt x="131" y="72"/>
                    <a:pt x="60" y="215"/>
                  </a:cubicBezTo>
                  <a:cubicBezTo>
                    <a:pt x="0" y="334"/>
                    <a:pt x="24" y="477"/>
                    <a:pt x="107" y="584"/>
                  </a:cubicBezTo>
                  <a:lnTo>
                    <a:pt x="500" y="1060"/>
                  </a:lnTo>
                  <a:cubicBezTo>
                    <a:pt x="572" y="1144"/>
                    <a:pt x="655" y="1191"/>
                    <a:pt x="774" y="1191"/>
                  </a:cubicBezTo>
                  <a:cubicBezTo>
                    <a:pt x="881" y="1191"/>
                    <a:pt x="989" y="1144"/>
                    <a:pt x="1060" y="1060"/>
                  </a:cubicBezTo>
                  <a:lnTo>
                    <a:pt x="1453" y="584"/>
                  </a:lnTo>
                  <a:cubicBezTo>
                    <a:pt x="1524" y="477"/>
                    <a:pt x="1536" y="334"/>
                    <a:pt x="1477" y="215"/>
                  </a:cubicBezTo>
                  <a:cubicBezTo>
                    <a:pt x="1417" y="96"/>
                    <a:pt x="1298" y="1"/>
                    <a:pt x="1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67"/>
            <p:cNvSpPr/>
            <p:nvPr/>
          </p:nvSpPr>
          <p:spPr>
            <a:xfrm>
              <a:off x="2512749" y="1965042"/>
              <a:ext cx="333024" cy="352896"/>
            </a:xfrm>
            <a:custGeom>
              <a:avLst/>
              <a:gdLst/>
              <a:ahLst/>
              <a:cxnLst/>
              <a:rect l="l" t="t" r="r" b="b"/>
              <a:pathLst>
                <a:path w="10407" h="11028" extrusionOk="0">
                  <a:moveTo>
                    <a:pt x="1038" y="321"/>
                  </a:moveTo>
                  <a:cubicBezTo>
                    <a:pt x="1078" y="321"/>
                    <a:pt x="1119" y="335"/>
                    <a:pt x="1155" y="371"/>
                  </a:cubicBezTo>
                  <a:lnTo>
                    <a:pt x="3108" y="1955"/>
                  </a:lnTo>
                  <a:cubicBezTo>
                    <a:pt x="2881" y="2062"/>
                    <a:pt x="2667" y="2181"/>
                    <a:pt x="2441" y="2300"/>
                  </a:cubicBezTo>
                  <a:lnTo>
                    <a:pt x="846" y="502"/>
                  </a:lnTo>
                  <a:cubicBezTo>
                    <a:pt x="869" y="431"/>
                    <a:pt x="905" y="371"/>
                    <a:pt x="965" y="335"/>
                  </a:cubicBezTo>
                  <a:cubicBezTo>
                    <a:pt x="988" y="326"/>
                    <a:pt x="1012" y="321"/>
                    <a:pt x="1038" y="321"/>
                  </a:cubicBezTo>
                  <a:close/>
                  <a:moveTo>
                    <a:pt x="869" y="990"/>
                  </a:moveTo>
                  <a:lnTo>
                    <a:pt x="2191" y="2479"/>
                  </a:lnTo>
                  <a:cubicBezTo>
                    <a:pt x="2012" y="2610"/>
                    <a:pt x="1834" y="2752"/>
                    <a:pt x="1667" y="2907"/>
                  </a:cubicBezTo>
                  <a:cubicBezTo>
                    <a:pt x="1357" y="3205"/>
                    <a:pt x="1084" y="3538"/>
                    <a:pt x="869" y="3895"/>
                  </a:cubicBezTo>
                  <a:lnTo>
                    <a:pt x="869" y="990"/>
                  </a:lnTo>
                  <a:close/>
                  <a:moveTo>
                    <a:pt x="9373" y="324"/>
                  </a:moveTo>
                  <a:cubicBezTo>
                    <a:pt x="9394" y="324"/>
                    <a:pt x="9414" y="328"/>
                    <a:pt x="9430" y="335"/>
                  </a:cubicBezTo>
                  <a:cubicBezTo>
                    <a:pt x="9489" y="371"/>
                    <a:pt x="9537" y="431"/>
                    <a:pt x="9537" y="502"/>
                  </a:cubicBezTo>
                  <a:lnTo>
                    <a:pt x="9228" y="859"/>
                  </a:lnTo>
                  <a:cubicBezTo>
                    <a:pt x="9168" y="919"/>
                    <a:pt x="9168" y="1026"/>
                    <a:pt x="9239" y="1086"/>
                  </a:cubicBezTo>
                  <a:cubicBezTo>
                    <a:pt x="9275" y="1109"/>
                    <a:pt x="9323" y="1121"/>
                    <a:pt x="9347" y="1121"/>
                  </a:cubicBezTo>
                  <a:cubicBezTo>
                    <a:pt x="9394" y="1121"/>
                    <a:pt x="9442" y="1109"/>
                    <a:pt x="9466" y="1062"/>
                  </a:cubicBezTo>
                  <a:lnTo>
                    <a:pt x="9537" y="990"/>
                  </a:lnTo>
                  <a:lnTo>
                    <a:pt x="9537" y="3895"/>
                  </a:lnTo>
                  <a:cubicBezTo>
                    <a:pt x="9323" y="3538"/>
                    <a:pt x="9049" y="3205"/>
                    <a:pt x="8739" y="2907"/>
                  </a:cubicBezTo>
                  <a:cubicBezTo>
                    <a:pt x="8573" y="2764"/>
                    <a:pt x="8394" y="2610"/>
                    <a:pt x="8215" y="2479"/>
                  </a:cubicBezTo>
                  <a:lnTo>
                    <a:pt x="9001" y="1586"/>
                  </a:lnTo>
                  <a:cubicBezTo>
                    <a:pt x="9061" y="1526"/>
                    <a:pt x="9061" y="1419"/>
                    <a:pt x="8989" y="1359"/>
                  </a:cubicBezTo>
                  <a:cubicBezTo>
                    <a:pt x="8962" y="1332"/>
                    <a:pt x="8925" y="1317"/>
                    <a:pt x="8887" y="1317"/>
                  </a:cubicBezTo>
                  <a:cubicBezTo>
                    <a:pt x="8842" y="1317"/>
                    <a:pt x="8795" y="1338"/>
                    <a:pt x="8763" y="1383"/>
                  </a:cubicBezTo>
                  <a:lnTo>
                    <a:pt x="7942" y="2300"/>
                  </a:lnTo>
                  <a:cubicBezTo>
                    <a:pt x="7739" y="2169"/>
                    <a:pt x="7513" y="2050"/>
                    <a:pt x="7275" y="1955"/>
                  </a:cubicBezTo>
                  <a:lnTo>
                    <a:pt x="9239" y="371"/>
                  </a:lnTo>
                  <a:cubicBezTo>
                    <a:pt x="9279" y="339"/>
                    <a:pt x="9329" y="324"/>
                    <a:pt x="9373" y="324"/>
                  </a:cubicBezTo>
                  <a:close/>
                  <a:moveTo>
                    <a:pt x="5191" y="1859"/>
                  </a:moveTo>
                  <a:cubicBezTo>
                    <a:pt x="7787" y="1859"/>
                    <a:pt x="9882" y="3836"/>
                    <a:pt x="9882" y="6277"/>
                  </a:cubicBezTo>
                  <a:cubicBezTo>
                    <a:pt x="9882" y="6753"/>
                    <a:pt x="9811" y="7217"/>
                    <a:pt x="9656" y="7646"/>
                  </a:cubicBezTo>
                  <a:cubicBezTo>
                    <a:pt x="8940" y="7550"/>
                    <a:pt x="8096" y="7537"/>
                    <a:pt x="7673" y="7537"/>
                  </a:cubicBezTo>
                  <a:cubicBezTo>
                    <a:pt x="7520" y="7537"/>
                    <a:pt x="7422" y="7539"/>
                    <a:pt x="7406" y="7539"/>
                  </a:cubicBezTo>
                  <a:cubicBezTo>
                    <a:pt x="7323" y="7539"/>
                    <a:pt x="7251" y="7610"/>
                    <a:pt x="7251" y="7705"/>
                  </a:cubicBezTo>
                  <a:cubicBezTo>
                    <a:pt x="7251" y="7789"/>
                    <a:pt x="7323" y="7872"/>
                    <a:pt x="7406" y="7872"/>
                  </a:cubicBezTo>
                  <a:cubicBezTo>
                    <a:pt x="7415" y="7872"/>
                    <a:pt x="7581" y="7867"/>
                    <a:pt x="7836" y="7867"/>
                  </a:cubicBezTo>
                  <a:cubicBezTo>
                    <a:pt x="8260" y="7867"/>
                    <a:pt x="8930" y="7881"/>
                    <a:pt x="9525" y="7955"/>
                  </a:cubicBezTo>
                  <a:cubicBezTo>
                    <a:pt x="9418" y="8194"/>
                    <a:pt x="9287" y="8432"/>
                    <a:pt x="9156" y="8646"/>
                  </a:cubicBezTo>
                  <a:cubicBezTo>
                    <a:pt x="8204" y="8289"/>
                    <a:pt x="7203" y="8086"/>
                    <a:pt x="7156" y="8075"/>
                  </a:cubicBezTo>
                  <a:cubicBezTo>
                    <a:pt x="7149" y="8074"/>
                    <a:pt x="7141" y="8073"/>
                    <a:pt x="7134" y="8073"/>
                  </a:cubicBezTo>
                  <a:cubicBezTo>
                    <a:pt x="7057" y="8073"/>
                    <a:pt x="6976" y="8129"/>
                    <a:pt x="6965" y="8206"/>
                  </a:cubicBezTo>
                  <a:cubicBezTo>
                    <a:pt x="6953" y="8301"/>
                    <a:pt x="7013" y="8384"/>
                    <a:pt x="7096" y="8408"/>
                  </a:cubicBezTo>
                  <a:cubicBezTo>
                    <a:pt x="7120" y="8408"/>
                    <a:pt x="8049" y="8598"/>
                    <a:pt x="8966" y="8920"/>
                  </a:cubicBezTo>
                  <a:cubicBezTo>
                    <a:pt x="8108" y="10015"/>
                    <a:pt x="6739" y="10706"/>
                    <a:pt x="5191" y="10706"/>
                  </a:cubicBezTo>
                  <a:cubicBezTo>
                    <a:pt x="3667" y="10706"/>
                    <a:pt x="2298" y="10015"/>
                    <a:pt x="1429" y="8920"/>
                  </a:cubicBezTo>
                  <a:cubicBezTo>
                    <a:pt x="2334" y="8598"/>
                    <a:pt x="3274" y="8420"/>
                    <a:pt x="3286" y="8408"/>
                  </a:cubicBezTo>
                  <a:cubicBezTo>
                    <a:pt x="3382" y="8384"/>
                    <a:pt x="3441" y="8301"/>
                    <a:pt x="3429" y="8206"/>
                  </a:cubicBezTo>
                  <a:cubicBezTo>
                    <a:pt x="3407" y="8129"/>
                    <a:pt x="3336" y="8073"/>
                    <a:pt x="3251" y="8073"/>
                  </a:cubicBezTo>
                  <a:cubicBezTo>
                    <a:pt x="3243" y="8073"/>
                    <a:pt x="3235" y="8074"/>
                    <a:pt x="3227" y="8075"/>
                  </a:cubicBezTo>
                  <a:cubicBezTo>
                    <a:pt x="3167" y="8086"/>
                    <a:pt x="2191" y="8289"/>
                    <a:pt x="1238" y="8646"/>
                  </a:cubicBezTo>
                  <a:cubicBezTo>
                    <a:pt x="1084" y="8420"/>
                    <a:pt x="965" y="8194"/>
                    <a:pt x="869" y="7955"/>
                  </a:cubicBezTo>
                  <a:cubicBezTo>
                    <a:pt x="1465" y="7881"/>
                    <a:pt x="2134" y="7867"/>
                    <a:pt x="2556" y="7867"/>
                  </a:cubicBezTo>
                  <a:cubicBezTo>
                    <a:pt x="2809" y="7867"/>
                    <a:pt x="2972" y="7872"/>
                    <a:pt x="2977" y="7872"/>
                  </a:cubicBezTo>
                  <a:cubicBezTo>
                    <a:pt x="3072" y="7872"/>
                    <a:pt x="3143" y="7789"/>
                    <a:pt x="3143" y="7705"/>
                  </a:cubicBezTo>
                  <a:cubicBezTo>
                    <a:pt x="3143" y="7610"/>
                    <a:pt x="3072" y="7539"/>
                    <a:pt x="2977" y="7539"/>
                  </a:cubicBezTo>
                  <a:cubicBezTo>
                    <a:pt x="2961" y="7539"/>
                    <a:pt x="2865" y="7537"/>
                    <a:pt x="2713" y="7537"/>
                  </a:cubicBezTo>
                  <a:cubicBezTo>
                    <a:pt x="2296" y="7537"/>
                    <a:pt x="1460" y="7550"/>
                    <a:pt x="726" y="7646"/>
                  </a:cubicBezTo>
                  <a:cubicBezTo>
                    <a:pt x="584" y="7217"/>
                    <a:pt x="512" y="6753"/>
                    <a:pt x="512" y="6277"/>
                  </a:cubicBezTo>
                  <a:cubicBezTo>
                    <a:pt x="512" y="3836"/>
                    <a:pt x="2608" y="1859"/>
                    <a:pt x="5191" y="1859"/>
                  </a:cubicBezTo>
                  <a:close/>
                  <a:moveTo>
                    <a:pt x="1042" y="0"/>
                  </a:moveTo>
                  <a:cubicBezTo>
                    <a:pt x="968" y="0"/>
                    <a:pt x="893" y="17"/>
                    <a:pt x="822" y="50"/>
                  </a:cubicBezTo>
                  <a:cubicBezTo>
                    <a:pt x="643" y="145"/>
                    <a:pt x="536" y="324"/>
                    <a:pt x="536" y="514"/>
                  </a:cubicBezTo>
                  <a:lnTo>
                    <a:pt x="536" y="4538"/>
                  </a:lnTo>
                  <a:cubicBezTo>
                    <a:pt x="310" y="5086"/>
                    <a:pt x="191" y="5669"/>
                    <a:pt x="191" y="6277"/>
                  </a:cubicBezTo>
                  <a:cubicBezTo>
                    <a:pt x="191" y="6765"/>
                    <a:pt x="262" y="7241"/>
                    <a:pt x="417" y="7705"/>
                  </a:cubicBezTo>
                  <a:cubicBezTo>
                    <a:pt x="310" y="7717"/>
                    <a:pt x="226" y="7753"/>
                    <a:pt x="131" y="7765"/>
                  </a:cubicBezTo>
                  <a:cubicBezTo>
                    <a:pt x="48" y="7789"/>
                    <a:pt x="0" y="7884"/>
                    <a:pt x="12" y="7955"/>
                  </a:cubicBezTo>
                  <a:cubicBezTo>
                    <a:pt x="36" y="8027"/>
                    <a:pt x="107" y="8075"/>
                    <a:pt x="167" y="8075"/>
                  </a:cubicBezTo>
                  <a:lnTo>
                    <a:pt x="203" y="8075"/>
                  </a:lnTo>
                  <a:cubicBezTo>
                    <a:pt x="310" y="8051"/>
                    <a:pt x="417" y="8027"/>
                    <a:pt x="524" y="8003"/>
                  </a:cubicBezTo>
                  <a:cubicBezTo>
                    <a:pt x="631" y="8265"/>
                    <a:pt x="762" y="8527"/>
                    <a:pt x="929" y="8765"/>
                  </a:cubicBezTo>
                  <a:cubicBezTo>
                    <a:pt x="762" y="8837"/>
                    <a:pt x="595" y="8908"/>
                    <a:pt x="453" y="8979"/>
                  </a:cubicBezTo>
                  <a:cubicBezTo>
                    <a:pt x="369" y="9027"/>
                    <a:pt x="345" y="9122"/>
                    <a:pt x="369" y="9206"/>
                  </a:cubicBezTo>
                  <a:cubicBezTo>
                    <a:pt x="405" y="9265"/>
                    <a:pt x="465" y="9301"/>
                    <a:pt x="524" y="9301"/>
                  </a:cubicBezTo>
                  <a:cubicBezTo>
                    <a:pt x="548" y="9301"/>
                    <a:pt x="560" y="9301"/>
                    <a:pt x="595" y="9277"/>
                  </a:cubicBezTo>
                  <a:cubicBezTo>
                    <a:pt x="762" y="9194"/>
                    <a:pt x="941" y="9122"/>
                    <a:pt x="1119" y="9039"/>
                  </a:cubicBezTo>
                  <a:cubicBezTo>
                    <a:pt x="1286" y="9253"/>
                    <a:pt x="1453" y="9456"/>
                    <a:pt x="1655" y="9634"/>
                  </a:cubicBezTo>
                  <a:cubicBezTo>
                    <a:pt x="2608" y="10527"/>
                    <a:pt x="3858" y="11027"/>
                    <a:pt x="5191" y="11027"/>
                  </a:cubicBezTo>
                  <a:cubicBezTo>
                    <a:pt x="6537" y="11027"/>
                    <a:pt x="7787" y="10527"/>
                    <a:pt x="8739" y="9634"/>
                  </a:cubicBezTo>
                  <a:cubicBezTo>
                    <a:pt x="8930" y="9444"/>
                    <a:pt x="9108" y="9253"/>
                    <a:pt x="9275" y="9039"/>
                  </a:cubicBezTo>
                  <a:cubicBezTo>
                    <a:pt x="9454" y="9122"/>
                    <a:pt x="9632" y="9194"/>
                    <a:pt x="9787" y="9277"/>
                  </a:cubicBezTo>
                  <a:cubicBezTo>
                    <a:pt x="9823" y="9301"/>
                    <a:pt x="9835" y="9301"/>
                    <a:pt x="9870" y="9301"/>
                  </a:cubicBezTo>
                  <a:cubicBezTo>
                    <a:pt x="9930" y="9301"/>
                    <a:pt x="9990" y="9265"/>
                    <a:pt x="10013" y="9206"/>
                  </a:cubicBezTo>
                  <a:cubicBezTo>
                    <a:pt x="10061" y="9134"/>
                    <a:pt x="10025" y="9027"/>
                    <a:pt x="9942" y="8979"/>
                  </a:cubicBezTo>
                  <a:cubicBezTo>
                    <a:pt x="9787" y="8908"/>
                    <a:pt x="9632" y="8837"/>
                    <a:pt x="9466" y="8765"/>
                  </a:cubicBezTo>
                  <a:cubicBezTo>
                    <a:pt x="9632" y="8527"/>
                    <a:pt x="9763" y="8265"/>
                    <a:pt x="9870" y="8003"/>
                  </a:cubicBezTo>
                  <a:cubicBezTo>
                    <a:pt x="9978" y="8015"/>
                    <a:pt x="10073" y="8051"/>
                    <a:pt x="10180" y="8075"/>
                  </a:cubicBezTo>
                  <a:lnTo>
                    <a:pt x="10228" y="8075"/>
                  </a:lnTo>
                  <a:cubicBezTo>
                    <a:pt x="10299" y="8075"/>
                    <a:pt x="10359" y="8027"/>
                    <a:pt x="10371" y="7955"/>
                  </a:cubicBezTo>
                  <a:cubicBezTo>
                    <a:pt x="10406" y="7872"/>
                    <a:pt x="10347" y="7777"/>
                    <a:pt x="10275" y="7765"/>
                  </a:cubicBezTo>
                  <a:cubicBezTo>
                    <a:pt x="10180" y="7729"/>
                    <a:pt x="10085" y="7717"/>
                    <a:pt x="9990" y="7705"/>
                  </a:cubicBezTo>
                  <a:cubicBezTo>
                    <a:pt x="10132" y="7241"/>
                    <a:pt x="10216" y="6765"/>
                    <a:pt x="10216" y="6277"/>
                  </a:cubicBezTo>
                  <a:cubicBezTo>
                    <a:pt x="10216" y="5669"/>
                    <a:pt x="10097" y="5086"/>
                    <a:pt x="9870" y="4538"/>
                  </a:cubicBezTo>
                  <a:lnTo>
                    <a:pt x="9870" y="514"/>
                  </a:lnTo>
                  <a:cubicBezTo>
                    <a:pt x="9870" y="324"/>
                    <a:pt x="9763" y="145"/>
                    <a:pt x="9585" y="50"/>
                  </a:cubicBezTo>
                  <a:cubicBezTo>
                    <a:pt x="9514" y="17"/>
                    <a:pt x="9439" y="0"/>
                    <a:pt x="9365" y="0"/>
                  </a:cubicBezTo>
                  <a:cubicBezTo>
                    <a:pt x="9253" y="0"/>
                    <a:pt x="9142" y="38"/>
                    <a:pt x="9049" y="109"/>
                  </a:cubicBezTo>
                  <a:lnTo>
                    <a:pt x="6942" y="1812"/>
                  </a:lnTo>
                  <a:cubicBezTo>
                    <a:pt x="6382" y="1621"/>
                    <a:pt x="5810" y="1514"/>
                    <a:pt x="5191" y="1514"/>
                  </a:cubicBezTo>
                  <a:cubicBezTo>
                    <a:pt x="4584" y="1514"/>
                    <a:pt x="4001" y="1621"/>
                    <a:pt x="3453" y="1812"/>
                  </a:cubicBezTo>
                  <a:lnTo>
                    <a:pt x="1357" y="109"/>
                  </a:lnTo>
                  <a:cubicBezTo>
                    <a:pt x="1264" y="38"/>
                    <a:pt x="1154" y="0"/>
                    <a:pt x="10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0" name="Google Shape;12460;p67"/>
          <p:cNvGrpSpPr/>
          <p:nvPr/>
        </p:nvGrpSpPr>
        <p:grpSpPr>
          <a:xfrm>
            <a:off x="1398317" y="2057978"/>
            <a:ext cx="365792" cy="335392"/>
            <a:chOff x="1398317" y="1981778"/>
            <a:chExt cx="365792" cy="335392"/>
          </a:xfrm>
        </p:grpSpPr>
        <p:sp>
          <p:nvSpPr>
            <p:cNvPr id="12461" name="Google Shape;12461;p67"/>
            <p:cNvSpPr/>
            <p:nvPr/>
          </p:nvSpPr>
          <p:spPr>
            <a:xfrm>
              <a:off x="1398317" y="1981778"/>
              <a:ext cx="365792" cy="335392"/>
            </a:xfrm>
            <a:custGeom>
              <a:avLst/>
              <a:gdLst/>
              <a:ahLst/>
              <a:cxnLst/>
              <a:rect l="l" t="t" r="r" b="b"/>
              <a:pathLst>
                <a:path w="11431" h="10481" extrusionOk="0">
                  <a:moveTo>
                    <a:pt x="1882" y="717"/>
                  </a:moveTo>
                  <a:cubicBezTo>
                    <a:pt x="1905" y="801"/>
                    <a:pt x="1929" y="848"/>
                    <a:pt x="1965" y="932"/>
                  </a:cubicBezTo>
                  <a:cubicBezTo>
                    <a:pt x="2132" y="1277"/>
                    <a:pt x="2441" y="1706"/>
                    <a:pt x="3084" y="1944"/>
                  </a:cubicBezTo>
                  <a:cubicBezTo>
                    <a:pt x="2917" y="2146"/>
                    <a:pt x="2775" y="2372"/>
                    <a:pt x="2655" y="2610"/>
                  </a:cubicBezTo>
                  <a:cubicBezTo>
                    <a:pt x="1739" y="2003"/>
                    <a:pt x="1739" y="1217"/>
                    <a:pt x="1882" y="717"/>
                  </a:cubicBezTo>
                  <a:close/>
                  <a:moveTo>
                    <a:pt x="9573" y="717"/>
                  </a:moveTo>
                  <a:cubicBezTo>
                    <a:pt x="9597" y="836"/>
                    <a:pt x="9633" y="955"/>
                    <a:pt x="9633" y="1110"/>
                  </a:cubicBezTo>
                  <a:cubicBezTo>
                    <a:pt x="9656" y="1717"/>
                    <a:pt x="9383" y="2229"/>
                    <a:pt x="8799" y="2610"/>
                  </a:cubicBezTo>
                  <a:cubicBezTo>
                    <a:pt x="8680" y="2372"/>
                    <a:pt x="8549" y="2146"/>
                    <a:pt x="8370" y="1944"/>
                  </a:cubicBezTo>
                  <a:cubicBezTo>
                    <a:pt x="9002" y="1694"/>
                    <a:pt x="9323" y="1277"/>
                    <a:pt x="9478" y="932"/>
                  </a:cubicBezTo>
                  <a:cubicBezTo>
                    <a:pt x="9513" y="860"/>
                    <a:pt x="9537" y="777"/>
                    <a:pt x="9573" y="717"/>
                  </a:cubicBezTo>
                  <a:close/>
                  <a:moveTo>
                    <a:pt x="548" y="2658"/>
                  </a:moveTo>
                  <a:lnTo>
                    <a:pt x="2358" y="3563"/>
                  </a:lnTo>
                  <a:cubicBezTo>
                    <a:pt x="2310" y="3837"/>
                    <a:pt x="2298" y="4134"/>
                    <a:pt x="2322" y="4432"/>
                  </a:cubicBezTo>
                  <a:cubicBezTo>
                    <a:pt x="2163" y="4457"/>
                    <a:pt x="2014" y="4470"/>
                    <a:pt x="1875" y="4470"/>
                  </a:cubicBezTo>
                  <a:cubicBezTo>
                    <a:pt x="1483" y="4470"/>
                    <a:pt x="1173" y="4369"/>
                    <a:pt x="953" y="4158"/>
                  </a:cubicBezTo>
                  <a:cubicBezTo>
                    <a:pt x="524" y="3742"/>
                    <a:pt x="524" y="3015"/>
                    <a:pt x="548" y="2658"/>
                  </a:cubicBezTo>
                  <a:close/>
                  <a:moveTo>
                    <a:pt x="10895" y="2646"/>
                  </a:moveTo>
                  <a:lnTo>
                    <a:pt x="10895" y="2646"/>
                  </a:lnTo>
                  <a:cubicBezTo>
                    <a:pt x="10930" y="3015"/>
                    <a:pt x="10930" y="3742"/>
                    <a:pt x="10490" y="4158"/>
                  </a:cubicBezTo>
                  <a:cubicBezTo>
                    <a:pt x="10270" y="4369"/>
                    <a:pt x="9960" y="4470"/>
                    <a:pt x="9568" y="4470"/>
                  </a:cubicBezTo>
                  <a:cubicBezTo>
                    <a:pt x="9429" y="4470"/>
                    <a:pt x="9280" y="4457"/>
                    <a:pt x="9121" y="4432"/>
                  </a:cubicBezTo>
                  <a:cubicBezTo>
                    <a:pt x="9156" y="4134"/>
                    <a:pt x="9144" y="3849"/>
                    <a:pt x="9097" y="3551"/>
                  </a:cubicBezTo>
                  <a:lnTo>
                    <a:pt x="10895" y="2646"/>
                  </a:lnTo>
                  <a:close/>
                  <a:moveTo>
                    <a:pt x="5727" y="1003"/>
                  </a:moveTo>
                  <a:cubicBezTo>
                    <a:pt x="6644" y="1003"/>
                    <a:pt x="7489" y="1396"/>
                    <a:pt x="8085" y="2087"/>
                  </a:cubicBezTo>
                  <a:cubicBezTo>
                    <a:pt x="8668" y="2777"/>
                    <a:pt x="8918" y="3682"/>
                    <a:pt x="8787" y="4575"/>
                  </a:cubicBezTo>
                  <a:lnTo>
                    <a:pt x="8347" y="7409"/>
                  </a:lnTo>
                  <a:cubicBezTo>
                    <a:pt x="8251" y="8064"/>
                    <a:pt x="7906" y="8635"/>
                    <a:pt x="7394" y="9052"/>
                  </a:cubicBezTo>
                  <a:cubicBezTo>
                    <a:pt x="7275" y="8504"/>
                    <a:pt x="6799" y="8099"/>
                    <a:pt x="6227" y="8099"/>
                  </a:cubicBezTo>
                  <a:lnTo>
                    <a:pt x="5215" y="8099"/>
                  </a:lnTo>
                  <a:cubicBezTo>
                    <a:pt x="4644" y="8099"/>
                    <a:pt x="4156" y="8504"/>
                    <a:pt x="4037" y="9052"/>
                  </a:cubicBezTo>
                  <a:cubicBezTo>
                    <a:pt x="3525" y="8635"/>
                    <a:pt x="3191" y="8064"/>
                    <a:pt x="3084" y="7409"/>
                  </a:cubicBezTo>
                  <a:lnTo>
                    <a:pt x="2655" y="4575"/>
                  </a:lnTo>
                  <a:cubicBezTo>
                    <a:pt x="2548" y="3932"/>
                    <a:pt x="2655" y="3301"/>
                    <a:pt x="2929" y="2730"/>
                  </a:cubicBezTo>
                  <a:cubicBezTo>
                    <a:pt x="2964" y="2730"/>
                    <a:pt x="3169" y="2755"/>
                    <a:pt x="3475" y="2755"/>
                  </a:cubicBezTo>
                  <a:cubicBezTo>
                    <a:pt x="3589" y="2755"/>
                    <a:pt x="3718" y="2751"/>
                    <a:pt x="3858" y="2741"/>
                  </a:cubicBezTo>
                  <a:cubicBezTo>
                    <a:pt x="4418" y="2718"/>
                    <a:pt x="4894" y="2646"/>
                    <a:pt x="5299" y="2491"/>
                  </a:cubicBezTo>
                  <a:lnTo>
                    <a:pt x="5299" y="2491"/>
                  </a:lnTo>
                  <a:lnTo>
                    <a:pt x="5215" y="2860"/>
                  </a:lnTo>
                  <a:cubicBezTo>
                    <a:pt x="5192" y="2920"/>
                    <a:pt x="5215" y="2968"/>
                    <a:pt x="5239" y="3015"/>
                  </a:cubicBezTo>
                  <a:cubicBezTo>
                    <a:pt x="5275" y="3039"/>
                    <a:pt x="5311" y="3075"/>
                    <a:pt x="5358" y="3075"/>
                  </a:cubicBezTo>
                  <a:lnTo>
                    <a:pt x="5394" y="3075"/>
                  </a:lnTo>
                  <a:cubicBezTo>
                    <a:pt x="5430" y="3075"/>
                    <a:pt x="6644" y="2896"/>
                    <a:pt x="7370" y="2360"/>
                  </a:cubicBezTo>
                  <a:cubicBezTo>
                    <a:pt x="7442" y="2301"/>
                    <a:pt x="7454" y="2206"/>
                    <a:pt x="7394" y="2134"/>
                  </a:cubicBezTo>
                  <a:cubicBezTo>
                    <a:pt x="7360" y="2094"/>
                    <a:pt x="7319" y="2072"/>
                    <a:pt x="7276" y="2072"/>
                  </a:cubicBezTo>
                  <a:cubicBezTo>
                    <a:pt x="7244" y="2072"/>
                    <a:pt x="7211" y="2085"/>
                    <a:pt x="7180" y="2110"/>
                  </a:cubicBezTo>
                  <a:cubicBezTo>
                    <a:pt x="6716" y="2468"/>
                    <a:pt x="5965" y="2646"/>
                    <a:pt x="5596" y="2718"/>
                  </a:cubicBezTo>
                  <a:lnTo>
                    <a:pt x="5715" y="2265"/>
                  </a:lnTo>
                  <a:cubicBezTo>
                    <a:pt x="5727" y="2206"/>
                    <a:pt x="5715" y="2146"/>
                    <a:pt x="5656" y="2110"/>
                  </a:cubicBezTo>
                  <a:cubicBezTo>
                    <a:pt x="5628" y="2082"/>
                    <a:pt x="5592" y="2071"/>
                    <a:pt x="5555" y="2071"/>
                  </a:cubicBezTo>
                  <a:cubicBezTo>
                    <a:pt x="5529" y="2071"/>
                    <a:pt x="5502" y="2077"/>
                    <a:pt x="5477" y="2087"/>
                  </a:cubicBezTo>
                  <a:cubicBezTo>
                    <a:pt x="4891" y="2384"/>
                    <a:pt x="4113" y="2450"/>
                    <a:pt x="3585" y="2450"/>
                  </a:cubicBezTo>
                  <a:cubicBezTo>
                    <a:pt x="3394" y="2450"/>
                    <a:pt x="3236" y="2441"/>
                    <a:pt x="3132" y="2432"/>
                  </a:cubicBezTo>
                  <a:cubicBezTo>
                    <a:pt x="3203" y="2313"/>
                    <a:pt x="3287" y="2206"/>
                    <a:pt x="3382" y="2087"/>
                  </a:cubicBezTo>
                  <a:cubicBezTo>
                    <a:pt x="3977" y="1408"/>
                    <a:pt x="4822" y="1003"/>
                    <a:pt x="5727" y="1003"/>
                  </a:cubicBezTo>
                  <a:close/>
                  <a:moveTo>
                    <a:pt x="6215" y="8421"/>
                  </a:moveTo>
                  <a:cubicBezTo>
                    <a:pt x="6656" y="8421"/>
                    <a:pt x="7013" y="8730"/>
                    <a:pt x="7085" y="9147"/>
                  </a:cubicBezTo>
                  <a:lnTo>
                    <a:pt x="7108" y="9349"/>
                  </a:lnTo>
                  <a:cubicBezTo>
                    <a:pt x="7156" y="9564"/>
                    <a:pt x="7097" y="9766"/>
                    <a:pt x="6966" y="9921"/>
                  </a:cubicBezTo>
                  <a:cubicBezTo>
                    <a:pt x="6835" y="10088"/>
                    <a:pt x="6644" y="10171"/>
                    <a:pt x="6430" y="10171"/>
                  </a:cubicBezTo>
                  <a:lnTo>
                    <a:pt x="5013" y="10171"/>
                  </a:lnTo>
                  <a:cubicBezTo>
                    <a:pt x="4811" y="10171"/>
                    <a:pt x="4608" y="10076"/>
                    <a:pt x="4477" y="9921"/>
                  </a:cubicBezTo>
                  <a:cubicBezTo>
                    <a:pt x="4346" y="9754"/>
                    <a:pt x="4287" y="9552"/>
                    <a:pt x="4310" y="9349"/>
                  </a:cubicBezTo>
                  <a:lnTo>
                    <a:pt x="4346" y="9147"/>
                  </a:lnTo>
                  <a:cubicBezTo>
                    <a:pt x="4418" y="8730"/>
                    <a:pt x="4775" y="8421"/>
                    <a:pt x="5203" y="8421"/>
                  </a:cubicBezTo>
                  <a:close/>
                  <a:moveTo>
                    <a:pt x="1937" y="1"/>
                  </a:moveTo>
                  <a:cubicBezTo>
                    <a:pt x="1876" y="1"/>
                    <a:pt x="1817" y="34"/>
                    <a:pt x="1786" y="86"/>
                  </a:cubicBezTo>
                  <a:cubicBezTo>
                    <a:pt x="1774" y="98"/>
                    <a:pt x="1524" y="527"/>
                    <a:pt x="1489" y="1098"/>
                  </a:cubicBezTo>
                  <a:cubicBezTo>
                    <a:pt x="1465" y="1610"/>
                    <a:pt x="1620" y="2337"/>
                    <a:pt x="2513" y="2908"/>
                  </a:cubicBezTo>
                  <a:cubicBezTo>
                    <a:pt x="2477" y="3015"/>
                    <a:pt x="2441" y="3111"/>
                    <a:pt x="2417" y="3218"/>
                  </a:cubicBezTo>
                  <a:lnTo>
                    <a:pt x="477" y="2253"/>
                  </a:lnTo>
                  <a:cubicBezTo>
                    <a:pt x="453" y="2241"/>
                    <a:pt x="426" y="2235"/>
                    <a:pt x="401" y="2235"/>
                  </a:cubicBezTo>
                  <a:cubicBezTo>
                    <a:pt x="375" y="2235"/>
                    <a:pt x="352" y="2241"/>
                    <a:pt x="334" y="2253"/>
                  </a:cubicBezTo>
                  <a:cubicBezTo>
                    <a:pt x="286" y="2289"/>
                    <a:pt x="250" y="2313"/>
                    <a:pt x="239" y="2372"/>
                  </a:cubicBezTo>
                  <a:cubicBezTo>
                    <a:pt x="227" y="2432"/>
                    <a:pt x="0" y="3694"/>
                    <a:pt x="715" y="4384"/>
                  </a:cubicBezTo>
                  <a:cubicBezTo>
                    <a:pt x="1001" y="4646"/>
                    <a:pt x="1370" y="4789"/>
                    <a:pt x="1846" y="4789"/>
                  </a:cubicBezTo>
                  <a:cubicBezTo>
                    <a:pt x="2013" y="4789"/>
                    <a:pt x="2179" y="4765"/>
                    <a:pt x="2370" y="4742"/>
                  </a:cubicBezTo>
                  <a:lnTo>
                    <a:pt x="2786" y="7444"/>
                  </a:lnTo>
                  <a:cubicBezTo>
                    <a:pt x="2906" y="8242"/>
                    <a:pt x="3346" y="8956"/>
                    <a:pt x="3989" y="9409"/>
                  </a:cubicBezTo>
                  <a:cubicBezTo>
                    <a:pt x="3977" y="9659"/>
                    <a:pt x="4060" y="9921"/>
                    <a:pt x="4227" y="10123"/>
                  </a:cubicBezTo>
                  <a:cubicBezTo>
                    <a:pt x="4418" y="10349"/>
                    <a:pt x="4703" y="10480"/>
                    <a:pt x="5013" y="10480"/>
                  </a:cubicBezTo>
                  <a:lnTo>
                    <a:pt x="6430" y="10480"/>
                  </a:lnTo>
                  <a:cubicBezTo>
                    <a:pt x="6727" y="10480"/>
                    <a:pt x="7013" y="10349"/>
                    <a:pt x="7216" y="10123"/>
                  </a:cubicBezTo>
                  <a:cubicBezTo>
                    <a:pt x="7382" y="9933"/>
                    <a:pt x="7478" y="9683"/>
                    <a:pt x="7454" y="9409"/>
                  </a:cubicBezTo>
                  <a:cubicBezTo>
                    <a:pt x="8109" y="8945"/>
                    <a:pt x="8549" y="8242"/>
                    <a:pt x="8668" y="7444"/>
                  </a:cubicBezTo>
                  <a:lnTo>
                    <a:pt x="9085" y="4742"/>
                  </a:lnTo>
                  <a:cubicBezTo>
                    <a:pt x="9263" y="4765"/>
                    <a:pt x="9442" y="4789"/>
                    <a:pt x="9597" y="4789"/>
                  </a:cubicBezTo>
                  <a:cubicBezTo>
                    <a:pt x="10073" y="4789"/>
                    <a:pt x="10454" y="4646"/>
                    <a:pt x="10728" y="4384"/>
                  </a:cubicBezTo>
                  <a:cubicBezTo>
                    <a:pt x="11430" y="3694"/>
                    <a:pt x="11204" y="2420"/>
                    <a:pt x="11192" y="2372"/>
                  </a:cubicBezTo>
                  <a:cubicBezTo>
                    <a:pt x="11180" y="2325"/>
                    <a:pt x="11145" y="2289"/>
                    <a:pt x="11109" y="2253"/>
                  </a:cubicBezTo>
                  <a:cubicBezTo>
                    <a:pt x="11085" y="2241"/>
                    <a:pt x="11058" y="2235"/>
                    <a:pt x="11032" y="2235"/>
                  </a:cubicBezTo>
                  <a:cubicBezTo>
                    <a:pt x="11005" y="2235"/>
                    <a:pt x="10978" y="2241"/>
                    <a:pt x="10954" y="2253"/>
                  </a:cubicBezTo>
                  <a:lnTo>
                    <a:pt x="9025" y="3218"/>
                  </a:lnTo>
                  <a:cubicBezTo>
                    <a:pt x="8990" y="3122"/>
                    <a:pt x="8966" y="3015"/>
                    <a:pt x="8918" y="2908"/>
                  </a:cubicBezTo>
                  <a:cubicBezTo>
                    <a:pt x="9811" y="2337"/>
                    <a:pt x="9978" y="1610"/>
                    <a:pt x="9942" y="1098"/>
                  </a:cubicBezTo>
                  <a:cubicBezTo>
                    <a:pt x="9918" y="527"/>
                    <a:pt x="9656" y="98"/>
                    <a:pt x="9644" y="86"/>
                  </a:cubicBezTo>
                  <a:cubicBezTo>
                    <a:pt x="9624" y="34"/>
                    <a:pt x="9558" y="1"/>
                    <a:pt x="9494" y="1"/>
                  </a:cubicBezTo>
                  <a:cubicBezTo>
                    <a:pt x="9484" y="1"/>
                    <a:pt x="9475" y="1"/>
                    <a:pt x="9466" y="3"/>
                  </a:cubicBezTo>
                  <a:cubicBezTo>
                    <a:pt x="9394" y="27"/>
                    <a:pt x="9347" y="86"/>
                    <a:pt x="9347" y="158"/>
                  </a:cubicBezTo>
                  <a:cubicBezTo>
                    <a:pt x="9347" y="158"/>
                    <a:pt x="9347" y="467"/>
                    <a:pt x="9168" y="813"/>
                  </a:cubicBezTo>
                  <a:cubicBezTo>
                    <a:pt x="8966" y="1241"/>
                    <a:pt x="8609" y="1527"/>
                    <a:pt x="8132" y="1682"/>
                  </a:cubicBezTo>
                  <a:cubicBezTo>
                    <a:pt x="7489" y="1051"/>
                    <a:pt x="6620" y="694"/>
                    <a:pt x="5715" y="694"/>
                  </a:cubicBezTo>
                  <a:cubicBezTo>
                    <a:pt x="4811" y="694"/>
                    <a:pt x="3941" y="1051"/>
                    <a:pt x="3310" y="1682"/>
                  </a:cubicBezTo>
                  <a:cubicBezTo>
                    <a:pt x="2810" y="1527"/>
                    <a:pt x="2453" y="1241"/>
                    <a:pt x="2263" y="813"/>
                  </a:cubicBezTo>
                  <a:cubicBezTo>
                    <a:pt x="2096" y="467"/>
                    <a:pt x="2084" y="170"/>
                    <a:pt x="2084" y="158"/>
                  </a:cubicBezTo>
                  <a:cubicBezTo>
                    <a:pt x="2084" y="86"/>
                    <a:pt x="2036" y="27"/>
                    <a:pt x="1965" y="3"/>
                  </a:cubicBezTo>
                  <a:cubicBezTo>
                    <a:pt x="1956" y="1"/>
                    <a:pt x="1946" y="1"/>
                    <a:pt x="19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67"/>
            <p:cNvSpPr/>
            <p:nvPr/>
          </p:nvSpPr>
          <p:spPr>
            <a:xfrm>
              <a:off x="1498893"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72" y="1549"/>
                    <a:pt x="1370" y="1251"/>
                    <a:pt x="1370" y="858"/>
                  </a:cubicBezTo>
                  <a:lnTo>
                    <a:pt x="1370" y="680"/>
                  </a:lnTo>
                  <a:cubicBezTo>
                    <a:pt x="1370" y="596"/>
                    <a:pt x="1298" y="513"/>
                    <a:pt x="1203" y="513"/>
                  </a:cubicBezTo>
                  <a:cubicBezTo>
                    <a:pt x="1120" y="513"/>
                    <a:pt x="1036" y="596"/>
                    <a:pt x="1036" y="680"/>
                  </a:cubicBezTo>
                  <a:lnTo>
                    <a:pt x="1036" y="858"/>
                  </a:lnTo>
                  <a:cubicBezTo>
                    <a:pt x="1036"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67"/>
            <p:cNvSpPr/>
            <p:nvPr/>
          </p:nvSpPr>
          <p:spPr>
            <a:xfrm>
              <a:off x="1620429"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48" y="1549"/>
                    <a:pt x="1370" y="1251"/>
                    <a:pt x="1370" y="858"/>
                  </a:cubicBezTo>
                  <a:lnTo>
                    <a:pt x="1370" y="680"/>
                  </a:lnTo>
                  <a:cubicBezTo>
                    <a:pt x="1370" y="596"/>
                    <a:pt x="1287" y="513"/>
                    <a:pt x="1203" y="513"/>
                  </a:cubicBezTo>
                  <a:cubicBezTo>
                    <a:pt x="1108" y="513"/>
                    <a:pt x="1037" y="596"/>
                    <a:pt x="1037" y="680"/>
                  </a:cubicBezTo>
                  <a:lnTo>
                    <a:pt x="1037" y="858"/>
                  </a:lnTo>
                  <a:cubicBezTo>
                    <a:pt x="1037"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67"/>
            <p:cNvSpPr/>
            <p:nvPr/>
          </p:nvSpPr>
          <p:spPr>
            <a:xfrm>
              <a:off x="1548813" y="2263314"/>
              <a:ext cx="15264" cy="21088"/>
            </a:xfrm>
            <a:custGeom>
              <a:avLst/>
              <a:gdLst/>
              <a:ahLst/>
              <a:cxnLst/>
              <a:rect l="l" t="t" r="r" b="b"/>
              <a:pathLst>
                <a:path w="477" h="659" extrusionOk="0">
                  <a:moveTo>
                    <a:pt x="283" y="0"/>
                  </a:moveTo>
                  <a:cubicBezTo>
                    <a:pt x="240" y="0"/>
                    <a:pt x="200" y="19"/>
                    <a:pt x="167" y="51"/>
                  </a:cubicBezTo>
                  <a:cubicBezTo>
                    <a:pt x="48" y="182"/>
                    <a:pt x="0" y="337"/>
                    <a:pt x="0" y="492"/>
                  </a:cubicBezTo>
                  <a:cubicBezTo>
                    <a:pt x="0" y="587"/>
                    <a:pt x="72" y="659"/>
                    <a:pt x="167" y="659"/>
                  </a:cubicBezTo>
                  <a:cubicBezTo>
                    <a:pt x="250" y="659"/>
                    <a:pt x="334" y="587"/>
                    <a:pt x="334" y="492"/>
                  </a:cubicBezTo>
                  <a:cubicBezTo>
                    <a:pt x="334" y="408"/>
                    <a:pt x="358" y="337"/>
                    <a:pt x="417" y="254"/>
                  </a:cubicBezTo>
                  <a:cubicBezTo>
                    <a:pt x="477" y="194"/>
                    <a:pt x="465" y="99"/>
                    <a:pt x="393" y="39"/>
                  </a:cubicBezTo>
                  <a:cubicBezTo>
                    <a:pt x="356" y="13"/>
                    <a:pt x="318"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67"/>
            <p:cNvSpPr/>
            <p:nvPr/>
          </p:nvSpPr>
          <p:spPr>
            <a:xfrm>
              <a:off x="1599469" y="2263186"/>
              <a:ext cx="15296" cy="21216"/>
            </a:xfrm>
            <a:custGeom>
              <a:avLst/>
              <a:gdLst/>
              <a:ahLst/>
              <a:cxnLst/>
              <a:rect l="l" t="t" r="r" b="b"/>
              <a:pathLst>
                <a:path w="478" h="663" extrusionOk="0">
                  <a:moveTo>
                    <a:pt x="180" y="0"/>
                  </a:moveTo>
                  <a:cubicBezTo>
                    <a:pt x="140" y="0"/>
                    <a:pt x="101" y="15"/>
                    <a:pt x="72" y="43"/>
                  </a:cubicBezTo>
                  <a:cubicBezTo>
                    <a:pt x="1" y="91"/>
                    <a:pt x="1" y="198"/>
                    <a:pt x="60" y="258"/>
                  </a:cubicBezTo>
                  <a:cubicBezTo>
                    <a:pt x="120" y="341"/>
                    <a:pt x="144" y="412"/>
                    <a:pt x="144" y="496"/>
                  </a:cubicBezTo>
                  <a:cubicBezTo>
                    <a:pt x="144" y="591"/>
                    <a:pt x="215" y="663"/>
                    <a:pt x="310" y="663"/>
                  </a:cubicBezTo>
                  <a:cubicBezTo>
                    <a:pt x="394" y="663"/>
                    <a:pt x="477" y="591"/>
                    <a:pt x="477" y="496"/>
                  </a:cubicBezTo>
                  <a:cubicBezTo>
                    <a:pt x="453" y="353"/>
                    <a:pt x="394" y="186"/>
                    <a:pt x="299" y="55"/>
                  </a:cubicBezTo>
                  <a:cubicBezTo>
                    <a:pt x="267" y="18"/>
                    <a:pt x="223"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67"/>
            <p:cNvSpPr/>
            <p:nvPr/>
          </p:nvSpPr>
          <p:spPr>
            <a:xfrm>
              <a:off x="1631117" y="2062130"/>
              <a:ext cx="22496" cy="23392"/>
            </a:xfrm>
            <a:custGeom>
              <a:avLst/>
              <a:gdLst/>
              <a:ahLst/>
              <a:cxnLst/>
              <a:rect l="l" t="t" r="r" b="b"/>
              <a:pathLst>
                <a:path w="703" h="731" extrusionOk="0">
                  <a:moveTo>
                    <a:pt x="521" y="0"/>
                  </a:moveTo>
                  <a:cubicBezTo>
                    <a:pt x="470" y="0"/>
                    <a:pt x="422" y="24"/>
                    <a:pt x="393" y="76"/>
                  </a:cubicBezTo>
                  <a:cubicBezTo>
                    <a:pt x="286" y="207"/>
                    <a:pt x="179" y="338"/>
                    <a:pt x="60" y="457"/>
                  </a:cubicBezTo>
                  <a:cubicBezTo>
                    <a:pt x="0" y="516"/>
                    <a:pt x="0" y="623"/>
                    <a:pt x="60" y="683"/>
                  </a:cubicBezTo>
                  <a:cubicBezTo>
                    <a:pt x="95" y="707"/>
                    <a:pt x="143" y="730"/>
                    <a:pt x="179" y="730"/>
                  </a:cubicBezTo>
                  <a:cubicBezTo>
                    <a:pt x="226" y="730"/>
                    <a:pt x="274" y="707"/>
                    <a:pt x="298" y="683"/>
                  </a:cubicBezTo>
                  <a:cubicBezTo>
                    <a:pt x="441" y="552"/>
                    <a:pt x="560" y="397"/>
                    <a:pt x="655" y="254"/>
                  </a:cubicBezTo>
                  <a:cubicBezTo>
                    <a:pt x="703" y="195"/>
                    <a:pt x="691" y="88"/>
                    <a:pt x="619" y="28"/>
                  </a:cubicBezTo>
                  <a:cubicBezTo>
                    <a:pt x="587" y="10"/>
                    <a:pt x="553" y="0"/>
                    <a:pt x="5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7" name="Google Shape;12467;p67"/>
          <p:cNvGrpSpPr/>
          <p:nvPr/>
        </p:nvGrpSpPr>
        <p:grpSpPr>
          <a:xfrm>
            <a:off x="3052237" y="2079770"/>
            <a:ext cx="353600" cy="314752"/>
            <a:chOff x="3052237" y="2003570"/>
            <a:chExt cx="353600" cy="314752"/>
          </a:xfrm>
        </p:grpSpPr>
        <p:sp>
          <p:nvSpPr>
            <p:cNvPr id="12468" name="Google Shape;12468;p67"/>
            <p:cNvSpPr/>
            <p:nvPr/>
          </p:nvSpPr>
          <p:spPr>
            <a:xfrm>
              <a:off x="3261773" y="2108338"/>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68"/>
                    <a:pt x="1489" y="549"/>
                    <a:pt x="1453" y="441"/>
                  </a:cubicBezTo>
                  <a:cubicBezTo>
                    <a:pt x="1419" y="390"/>
                    <a:pt x="1360" y="351"/>
                    <a:pt x="1303" y="351"/>
                  </a:cubicBezTo>
                  <a:cubicBezTo>
                    <a:pt x="1281" y="351"/>
                    <a:pt x="1259" y="357"/>
                    <a:pt x="1239" y="370"/>
                  </a:cubicBezTo>
                  <a:cubicBezTo>
                    <a:pt x="1168" y="418"/>
                    <a:pt x="1120" y="501"/>
                    <a:pt x="1168" y="572"/>
                  </a:cubicBezTo>
                  <a:cubicBezTo>
                    <a:pt x="1191" y="632"/>
                    <a:pt x="1215" y="691"/>
                    <a:pt x="1215" y="775"/>
                  </a:cubicBezTo>
                  <a:lnTo>
                    <a:pt x="1215" y="1108"/>
                  </a:lnTo>
                  <a:cubicBezTo>
                    <a:pt x="1215" y="1346"/>
                    <a:pt x="1013" y="1561"/>
                    <a:pt x="763" y="1561"/>
                  </a:cubicBezTo>
                  <a:cubicBezTo>
                    <a:pt x="525" y="1561"/>
                    <a:pt x="322" y="1370"/>
                    <a:pt x="322" y="1108"/>
                  </a:cubicBezTo>
                  <a:lnTo>
                    <a:pt x="322" y="775"/>
                  </a:lnTo>
                  <a:cubicBezTo>
                    <a:pt x="322" y="537"/>
                    <a:pt x="513" y="322"/>
                    <a:pt x="763" y="322"/>
                  </a:cubicBezTo>
                  <a:cubicBezTo>
                    <a:pt x="858" y="322"/>
                    <a:pt x="930" y="251"/>
                    <a:pt x="930" y="156"/>
                  </a:cubicBezTo>
                  <a:cubicBezTo>
                    <a:pt x="930" y="72"/>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67"/>
            <p:cNvSpPr/>
            <p:nvPr/>
          </p:nvSpPr>
          <p:spPr>
            <a:xfrm>
              <a:off x="3146349" y="2108338"/>
              <a:ext cx="48416" cy="59488"/>
            </a:xfrm>
            <a:custGeom>
              <a:avLst/>
              <a:gdLst/>
              <a:ahLst/>
              <a:cxnLst/>
              <a:rect l="l" t="t" r="r" b="b"/>
              <a:pathLst>
                <a:path w="1513" h="1859" extrusionOk="0">
                  <a:moveTo>
                    <a:pt x="750" y="1"/>
                  </a:moveTo>
                  <a:cubicBezTo>
                    <a:pt x="334" y="1"/>
                    <a:pt x="0" y="334"/>
                    <a:pt x="0" y="751"/>
                  </a:cubicBezTo>
                  <a:lnTo>
                    <a:pt x="0" y="1096"/>
                  </a:lnTo>
                  <a:cubicBezTo>
                    <a:pt x="0" y="1513"/>
                    <a:pt x="334" y="1858"/>
                    <a:pt x="750" y="1858"/>
                  </a:cubicBezTo>
                  <a:cubicBezTo>
                    <a:pt x="1167" y="1858"/>
                    <a:pt x="1512" y="1513"/>
                    <a:pt x="1512" y="1096"/>
                  </a:cubicBezTo>
                  <a:lnTo>
                    <a:pt x="1512" y="751"/>
                  </a:lnTo>
                  <a:cubicBezTo>
                    <a:pt x="1512" y="668"/>
                    <a:pt x="1489" y="549"/>
                    <a:pt x="1441" y="441"/>
                  </a:cubicBezTo>
                  <a:cubicBezTo>
                    <a:pt x="1407" y="390"/>
                    <a:pt x="1354" y="351"/>
                    <a:pt x="1296" y="351"/>
                  </a:cubicBezTo>
                  <a:cubicBezTo>
                    <a:pt x="1273" y="351"/>
                    <a:pt x="1250" y="357"/>
                    <a:pt x="1227" y="370"/>
                  </a:cubicBezTo>
                  <a:cubicBezTo>
                    <a:pt x="1155" y="418"/>
                    <a:pt x="1108" y="501"/>
                    <a:pt x="1155" y="572"/>
                  </a:cubicBezTo>
                  <a:cubicBezTo>
                    <a:pt x="1191" y="632"/>
                    <a:pt x="1203" y="691"/>
                    <a:pt x="1203" y="775"/>
                  </a:cubicBezTo>
                  <a:lnTo>
                    <a:pt x="1203" y="1108"/>
                  </a:lnTo>
                  <a:cubicBezTo>
                    <a:pt x="1203" y="1346"/>
                    <a:pt x="1012" y="1561"/>
                    <a:pt x="750" y="1561"/>
                  </a:cubicBezTo>
                  <a:cubicBezTo>
                    <a:pt x="512" y="1561"/>
                    <a:pt x="310" y="1370"/>
                    <a:pt x="310" y="1108"/>
                  </a:cubicBezTo>
                  <a:lnTo>
                    <a:pt x="310" y="775"/>
                  </a:lnTo>
                  <a:cubicBezTo>
                    <a:pt x="310" y="537"/>
                    <a:pt x="500" y="322"/>
                    <a:pt x="750" y="322"/>
                  </a:cubicBezTo>
                  <a:cubicBezTo>
                    <a:pt x="846" y="322"/>
                    <a:pt x="917" y="251"/>
                    <a:pt x="917" y="156"/>
                  </a:cubicBezTo>
                  <a:cubicBezTo>
                    <a:pt x="917" y="72"/>
                    <a:pt x="846" y="1"/>
                    <a:pt x="7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67"/>
            <p:cNvSpPr/>
            <p:nvPr/>
          </p:nvSpPr>
          <p:spPr>
            <a:xfrm>
              <a:off x="3052237" y="2003570"/>
              <a:ext cx="353600" cy="314752"/>
            </a:xfrm>
            <a:custGeom>
              <a:avLst/>
              <a:gdLst/>
              <a:ahLst/>
              <a:cxnLst/>
              <a:rect l="l" t="t" r="r" b="b"/>
              <a:pathLst>
                <a:path w="11050" h="9836" extrusionOk="0">
                  <a:moveTo>
                    <a:pt x="2227" y="334"/>
                  </a:moveTo>
                  <a:cubicBezTo>
                    <a:pt x="2477" y="334"/>
                    <a:pt x="2786" y="429"/>
                    <a:pt x="3013" y="513"/>
                  </a:cubicBezTo>
                  <a:cubicBezTo>
                    <a:pt x="2144" y="989"/>
                    <a:pt x="2013" y="2049"/>
                    <a:pt x="1882" y="3061"/>
                  </a:cubicBezTo>
                  <a:cubicBezTo>
                    <a:pt x="1786" y="3894"/>
                    <a:pt x="1667" y="4763"/>
                    <a:pt x="1179" y="5275"/>
                  </a:cubicBezTo>
                  <a:cubicBezTo>
                    <a:pt x="1138" y="5316"/>
                    <a:pt x="1091" y="5329"/>
                    <a:pt x="1054" y="5329"/>
                  </a:cubicBezTo>
                  <a:cubicBezTo>
                    <a:pt x="1038" y="5329"/>
                    <a:pt x="1023" y="5326"/>
                    <a:pt x="1012" y="5323"/>
                  </a:cubicBezTo>
                  <a:cubicBezTo>
                    <a:pt x="953" y="5311"/>
                    <a:pt x="893" y="5263"/>
                    <a:pt x="881" y="5204"/>
                  </a:cubicBezTo>
                  <a:cubicBezTo>
                    <a:pt x="798" y="4906"/>
                    <a:pt x="691" y="4418"/>
                    <a:pt x="703" y="3668"/>
                  </a:cubicBezTo>
                  <a:cubicBezTo>
                    <a:pt x="715" y="2918"/>
                    <a:pt x="512" y="2620"/>
                    <a:pt x="346" y="2513"/>
                  </a:cubicBezTo>
                  <a:cubicBezTo>
                    <a:pt x="465" y="2037"/>
                    <a:pt x="1012" y="334"/>
                    <a:pt x="2227" y="334"/>
                  </a:cubicBezTo>
                  <a:close/>
                  <a:moveTo>
                    <a:pt x="5513" y="5847"/>
                  </a:moveTo>
                  <a:cubicBezTo>
                    <a:pt x="5977" y="5847"/>
                    <a:pt x="6370" y="6085"/>
                    <a:pt x="6370" y="6382"/>
                  </a:cubicBezTo>
                  <a:cubicBezTo>
                    <a:pt x="6370" y="6632"/>
                    <a:pt x="6001" y="6811"/>
                    <a:pt x="5739" y="6930"/>
                  </a:cubicBezTo>
                  <a:lnTo>
                    <a:pt x="5715" y="6930"/>
                  </a:lnTo>
                  <a:cubicBezTo>
                    <a:pt x="5650" y="6960"/>
                    <a:pt x="5576" y="6975"/>
                    <a:pt x="5501" y="6975"/>
                  </a:cubicBezTo>
                  <a:cubicBezTo>
                    <a:pt x="5427" y="6975"/>
                    <a:pt x="5352" y="6960"/>
                    <a:pt x="5287" y="6930"/>
                  </a:cubicBezTo>
                  <a:lnTo>
                    <a:pt x="5275" y="6930"/>
                  </a:lnTo>
                  <a:cubicBezTo>
                    <a:pt x="5001" y="6811"/>
                    <a:pt x="4632" y="6632"/>
                    <a:pt x="4632" y="6382"/>
                  </a:cubicBezTo>
                  <a:cubicBezTo>
                    <a:pt x="4632" y="6097"/>
                    <a:pt x="5037" y="5847"/>
                    <a:pt x="5513" y="5847"/>
                  </a:cubicBezTo>
                  <a:close/>
                  <a:moveTo>
                    <a:pt x="8847" y="298"/>
                  </a:moveTo>
                  <a:cubicBezTo>
                    <a:pt x="10061" y="298"/>
                    <a:pt x="10597" y="1989"/>
                    <a:pt x="10716" y="2465"/>
                  </a:cubicBezTo>
                  <a:cubicBezTo>
                    <a:pt x="10502" y="2620"/>
                    <a:pt x="10276" y="2918"/>
                    <a:pt x="10287" y="3656"/>
                  </a:cubicBezTo>
                  <a:cubicBezTo>
                    <a:pt x="10299" y="4406"/>
                    <a:pt x="10204" y="4894"/>
                    <a:pt x="10109" y="5192"/>
                  </a:cubicBezTo>
                  <a:cubicBezTo>
                    <a:pt x="10097" y="5251"/>
                    <a:pt x="10037" y="5299"/>
                    <a:pt x="9978" y="5311"/>
                  </a:cubicBezTo>
                  <a:cubicBezTo>
                    <a:pt x="9968" y="5311"/>
                    <a:pt x="9955" y="5312"/>
                    <a:pt x="9940" y="5312"/>
                  </a:cubicBezTo>
                  <a:cubicBezTo>
                    <a:pt x="9902" y="5312"/>
                    <a:pt x="9854" y="5306"/>
                    <a:pt x="9811" y="5263"/>
                  </a:cubicBezTo>
                  <a:cubicBezTo>
                    <a:pt x="9311" y="4739"/>
                    <a:pt x="9204" y="3882"/>
                    <a:pt x="9097" y="3049"/>
                  </a:cubicBezTo>
                  <a:cubicBezTo>
                    <a:pt x="9025" y="2501"/>
                    <a:pt x="8966" y="1918"/>
                    <a:pt x="8763" y="1441"/>
                  </a:cubicBezTo>
                  <a:cubicBezTo>
                    <a:pt x="8745" y="1369"/>
                    <a:pt x="8678" y="1337"/>
                    <a:pt x="8616" y="1337"/>
                  </a:cubicBezTo>
                  <a:cubicBezTo>
                    <a:pt x="8597" y="1337"/>
                    <a:pt x="8578" y="1340"/>
                    <a:pt x="8561" y="1346"/>
                  </a:cubicBezTo>
                  <a:cubicBezTo>
                    <a:pt x="8466" y="1382"/>
                    <a:pt x="8442" y="1489"/>
                    <a:pt x="8466" y="1560"/>
                  </a:cubicBezTo>
                  <a:cubicBezTo>
                    <a:pt x="8656" y="1989"/>
                    <a:pt x="8716" y="2525"/>
                    <a:pt x="8787" y="3072"/>
                  </a:cubicBezTo>
                  <a:cubicBezTo>
                    <a:pt x="8871" y="3787"/>
                    <a:pt x="8966" y="4513"/>
                    <a:pt x="9311" y="5097"/>
                  </a:cubicBezTo>
                  <a:cubicBezTo>
                    <a:pt x="9228" y="5739"/>
                    <a:pt x="8966" y="6251"/>
                    <a:pt x="8752" y="6561"/>
                  </a:cubicBezTo>
                  <a:cubicBezTo>
                    <a:pt x="8561" y="6847"/>
                    <a:pt x="8323" y="7085"/>
                    <a:pt x="8085" y="7263"/>
                  </a:cubicBezTo>
                  <a:cubicBezTo>
                    <a:pt x="8073" y="6978"/>
                    <a:pt x="7906" y="6704"/>
                    <a:pt x="7632" y="6513"/>
                  </a:cubicBezTo>
                  <a:cubicBezTo>
                    <a:pt x="7382" y="6323"/>
                    <a:pt x="7037" y="6216"/>
                    <a:pt x="6680" y="6204"/>
                  </a:cubicBezTo>
                  <a:cubicBezTo>
                    <a:pt x="6585" y="5799"/>
                    <a:pt x="6108" y="5513"/>
                    <a:pt x="5513" y="5513"/>
                  </a:cubicBezTo>
                  <a:cubicBezTo>
                    <a:pt x="4918" y="5513"/>
                    <a:pt x="4441" y="5811"/>
                    <a:pt x="4334" y="6204"/>
                  </a:cubicBezTo>
                  <a:cubicBezTo>
                    <a:pt x="4263" y="6204"/>
                    <a:pt x="4191" y="6216"/>
                    <a:pt x="4108" y="6216"/>
                  </a:cubicBezTo>
                  <a:cubicBezTo>
                    <a:pt x="4025" y="6228"/>
                    <a:pt x="3965" y="6311"/>
                    <a:pt x="3977" y="6394"/>
                  </a:cubicBezTo>
                  <a:cubicBezTo>
                    <a:pt x="3989" y="6466"/>
                    <a:pt x="4049" y="6525"/>
                    <a:pt x="4144" y="6525"/>
                  </a:cubicBezTo>
                  <a:lnTo>
                    <a:pt x="4168" y="6525"/>
                  </a:lnTo>
                  <a:cubicBezTo>
                    <a:pt x="4227" y="6513"/>
                    <a:pt x="4287" y="6513"/>
                    <a:pt x="4346" y="6513"/>
                  </a:cubicBezTo>
                  <a:cubicBezTo>
                    <a:pt x="4453" y="6871"/>
                    <a:pt x="4870" y="7061"/>
                    <a:pt x="5156" y="7192"/>
                  </a:cubicBezTo>
                  <a:lnTo>
                    <a:pt x="5168" y="7192"/>
                  </a:lnTo>
                  <a:cubicBezTo>
                    <a:pt x="5287" y="7240"/>
                    <a:pt x="5406" y="7275"/>
                    <a:pt x="5525" y="7275"/>
                  </a:cubicBezTo>
                  <a:cubicBezTo>
                    <a:pt x="5644" y="7275"/>
                    <a:pt x="5763" y="7240"/>
                    <a:pt x="5882" y="7192"/>
                  </a:cubicBezTo>
                  <a:lnTo>
                    <a:pt x="5894" y="7192"/>
                  </a:lnTo>
                  <a:cubicBezTo>
                    <a:pt x="6192" y="7061"/>
                    <a:pt x="6608" y="6871"/>
                    <a:pt x="6704" y="6513"/>
                  </a:cubicBezTo>
                  <a:cubicBezTo>
                    <a:pt x="7299" y="6525"/>
                    <a:pt x="7787" y="6882"/>
                    <a:pt x="7787" y="7299"/>
                  </a:cubicBezTo>
                  <a:cubicBezTo>
                    <a:pt x="7787" y="7728"/>
                    <a:pt x="7287" y="8085"/>
                    <a:pt x="6656" y="8085"/>
                  </a:cubicBezTo>
                  <a:cubicBezTo>
                    <a:pt x="6346" y="8085"/>
                    <a:pt x="6049" y="8002"/>
                    <a:pt x="5834" y="7835"/>
                  </a:cubicBezTo>
                  <a:cubicBezTo>
                    <a:pt x="5745" y="7769"/>
                    <a:pt x="5641" y="7737"/>
                    <a:pt x="5537" y="7737"/>
                  </a:cubicBezTo>
                  <a:cubicBezTo>
                    <a:pt x="5433" y="7737"/>
                    <a:pt x="5328" y="7769"/>
                    <a:pt x="5239" y="7835"/>
                  </a:cubicBezTo>
                  <a:cubicBezTo>
                    <a:pt x="5025" y="8002"/>
                    <a:pt x="4739" y="8085"/>
                    <a:pt x="4430" y="8085"/>
                  </a:cubicBezTo>
                  <a:cubicBezTo>
                    <a:pt x="3799" y="8085"/>
                    <a:pt x="3298" y="7740"/>
                    <a:pt x="3298" y="7299"/>
                  </a:cubicBezTo>
                  <a:cubicBezTo>
                    <a:pt x="3298" y="7109"/>
                    <a:pt x="3394" y="6930"/>
                    <a:pt x="3572" y="6775"/>
                  </a:cubicBezTo>
                  <a:cubicBezTo>
                    <a:pt x="3656" y="6716"/>
                    <a:pt x="3656" y="6621"/>
                    <a:pt x="3608" y="6561"/>
                  </a:cubicBezTo>
                  <a:cubicBezTo>
                    <a:pt x="3578" y="6523"/>
                    <a:pt x="3519" y="6500"/>
                    <a:pt x="3465" y="6500"/>
                  </a:cubicBezTo>
                  <a:cubicBezTo>
                    <a:pt x="3434" y="6500"/>
                    <a:pt x="3404" y="6508"/>
                    <a:pt x="3382" y="6525"/>
                  </a:cubicBezTo>
                  <a:cubicBezTo>
                    <a:pt x="3132" y="6716"/>
                    <a:pt x="2989" y="6978"/>
                    <a:pt x="2977" y="7240"/>
                  </a:cubicBezTo>
                  <a:cubicBezTo>
                    <a:pt x="2739" y="7061"/>
                    <a:pt x="2501" y="6823"/>
                    <a:pt x="2310" y="6549"/>
                  </a:cubicBezTo>
                  <a:cubicBezTo>
                    <a:pt x="2096" y="6228"/>
                    <a:pt x="1834" y="5739"/>
                    <a:pt x="1763" y="5085"/>
                  </a:cubicBezTo>
                  <a:cubicBezTo>
                    <a:pt x="2096" y="4513"/>
                    <a:pt x="2191" y="3775"/>
                    <a:pt x="2275" y="3061"/>
                  </a:cubicBezTo>
                  <a:cubicBezTo>
                    <a:pt x="2358" y="2489"/>
                    <a:pt x="2417" y="1953"/>
                    <a:pt x="2596" y="1513"/>
                  </a:cubicBezTo>
                  <a:cubicBezTo>
                    <a:pt x="2786" y="1048"/>
                    <a:pt x="3072" y="786"/>
                    <a:pt x="3489" y="632"/>
                  </a:cubicBezTo>
                  <a:cubicBezTo>
                    <a:pt x="3627" y="681"/>
                    <a:pt x="3748" y="700"/>
                    <a:pt x="3863" y="700"/>
                  </a:cubicBezTo>
                  <a:cubicBezTo>
                    <a:pt x="4027" y="700"/>
                    <a:pt x="4178" y="662"/>
                    <a:pt x="4346" y="620"/>
                  </a:cubicBezTo>
                  <a:cubicBezTo>
                    <a:pt x="4620" y="548"/>
                    <a:pt x="4953" y="453"/>
                    <a:pt x="5573" y="453"/>
                  </a:cubicBezTo>
                  <a:cubicBezTo>
                    <a:pt x="6180" y="453"/>
                    <a:pt x="6501" y="548"/>
                    <a:pt x="6787" y="620"/>
                  </a:cubicBezTo>
                  <a:cubicBezTo>
                    <a:pt x="6954" y="667"/>
                    <a:pt x="7120" y="715"/>
                    <a:pt x="7275" y="715"/>
                  </a:cubicBezTo>
                  <a:cubicBezTo>
                    <a:pt x="7394" y="715"/>
                    <a:pt x="7525" y="691"/>
                    <a:pt x="7656" y="632"/>
                  </a:cubicBezTo>
                  <a:cubicBezTo>
                    <a:pt x="7870" y="715"/>
                    <a:pt x="8073" y="834"/>
                    <a:pt x="8216" y="989"/>
                  </a:cubicBezTo>
                  <a:cubicBezTo>
                    <a:pt x="8245" y="1019"/>
                    <a:pt x="8287" y="1034"/>
                    <a:pt x="8329" y="1034"/>
                  </a:cubicBezTo>
                  <a:cubicBezTo>
                    <a:pt x="8371" y="1034"/>
                    <a:pt x="8412" y="1019"/>
                    <a:pt x="8442" y="989"/>
                  </a:cubicBezTo>
                  <a:cubicBezTo>
                    <a:pt x="8501" y="929"/>
                    <a:pt x="8501" y="822"/>
                    <a:pt x="8442" y="763"/>
                  </a:cubicBezTo>
                  <a:cubicBezTo>
                    <a:pt x="8323" y="644"/>
                    <a:pt x="8192" y="548"/>
                    <a:pt x="8049" y="465"/>
                  </a:cubicBezTo>
                  <a:cubicBezTo>
                    <a:pt x="8287" y="382"/>
                    <a:pt x="8585" y="298"/>
                    <a:pt x="8847" y="298"/>
                  </a:cubicBezTo>
                  <a:close/>
                  <a:moveTo>
                    <a:pt x="3929" y="8395"/>
                  </a:moveTo>
                  <a:lnTo>
                    <a:pt x="3929" y="8395"/>
                  </a:lnTo>
                  <a:cubicBezTo>
                    <a:pt x="4072" y="8418"/>
                    <a:pt x="4215" y="8430"/>
                    <a:pt x="4382" y="8430"/>
                  </a:cubicBezTo>
                  <a:lnTo>
                    <a:pt x="4489" y="8430"/>
                  </a:lnTo>
                  <a:lnTo>
                    <a:pt x="4489" y="8787"/>
                  </a:lnTo>
                  <a:lnTo>
                    <a:pt x="4489" y="8906"/>
                  </a:lnTo>
                  <a:cubicBezTo>
                    <a:pt x="4227" y="8764"/>
                    <a:pt x="4049" y="8585"/>
                    <a:pt x="3929" y="8395"/>
                  </a:cubicBezTo>
                  <a:close/>
                  <a:moveTo>
                    <a:pt x="7061" y="8395"/>
                  </a:moveTo>
                  <a:lnTo>
                    <a:pt x="7061" y="8395"/>
                  </a:lnTo>
                  <a:cubicBezTo>
                    <a:pt x="6942" y="8585"/>
                    <a:pt x="6763" y="8764"/>
                    <a:pt x="6513" y="8906"/>
                  </a:cubicBezTo>
                  <a:lnTo>
                    <a:pt x="6513" y="8787"/>
                  </a:lnTo>
                  <a:lnTo>
                    <a:pt x="6513" y="8430"/>
                  </a:lnTo>
                  <a:lnTo>
                    <a:pt x="6608" y="8430"/>
                  </a:lnTo>
                  <a:cubicBezTo>
                    <a:pt x="6763" y="8430"/>
                    <a:pt x="6906" y="8418"/>
                    <a:pt x="7061" y="8395"/>
                  </a:cubicBezTo>
                  <a:close/>
                  <a:moveTo>
                    <a:pt x="5656" y="8168"/>
                  </a:moveTo>
                  <a:cubicBezTo>
                    <a:pt x="5823" y="8275"/>
                    <a:pt x="6001" y="8347"/>
                    <a:pt x="6192" y="8395"/>
                  </a:cubicBezTo>
                  <a:lnTo>
                    <a:pt x="6192" y="8787"/>
                  </a:lnTo>
                  <a:cubicBezTo>
                    <a:pt x="6192" y="9180"/>
                    <a:pt x="5882" y="9490"/>
                    <a:pt x="5489" y="9490"/>
                  </a:cubicBezTo>
                  <a:cubicBezTo>
                    <a:pt x="5108" y="9490"/>
                    <a:pt x="4799" y="9180"/>
                    <a:pt x="4799" y="8787"/>
                  </a:cubicBezTo>
                  <a:lnTo>
                    <a:pt x="4799" y="8395"/>
                  </a:lnTo>
                  <a:cubicBezTo>
                    <a:pt x="4989" y="8347"/>
                    <a:pt x="5180" y="8275"/>
                    <a:pt x="5334" y="8168"/>
                  </a:cubicBezTo>
                  <a:lnTo>
                    <a:pt x="5334" y="8633"/>
                  </a:lnTo>
                  <a:cubicBezTo>
                    <a:pt x="5334" y="8716"/>
                    <a:pt x="5406" y="8787"/>
                    <a:pt x="5489" y="8787"/>
                  </a:cubicBezTo>
                  <a:cubicBezTo>
                    <a:pt x="5584" y="8787"/>
                    <a:pt x="5656" y="8716"/>
                    <a:pt x="5656" y="8633"/>
                  </a:cubicBezTo>
                  <a:lnTo>
                    <a:pt x="5656" y="8168"/>
                  </a:lnTo>
                  <a:close/>
                  <a:moveTo>
                    <a:pt x="2239" y="1"/>
                  </a:moveTo>
                  <a:cubicBezTo>
                    <a:pt x="1536" y="1"/>
                    <a:pt x="929" y="441"/>
                    <a:pt x="477" y="1287"/>
                  </a:cubicBezTo>
                  <a:cubicBezTo>
                    <a:pt x="155" y="1906"/>
                    <a:pt x="24" y="2513"/>
                    <a:pt x="24" y="2537"/>
                  </a:cubicBezTo>
                  <a:cubicBezTo>
                    <a:pt x="0" y="2584"/>
                    <a:pt x="0" y="2632"/>
                    <a:pt x="36" y="2680"/>
                  </a:cubicBezTo>
                  <a:cubicBezTo>
                    <a:pt x="60" y="2703"/>
                    <a:pt x="96" y="2727"/>
                    <a:pt x="143" y="2727"/>
                  </a:cubicBezTo>
                  <a:cubicBezTo>
                    <a:pt x="167" y="2751"/>
                    <a:pt x="405" y="2882"/>
                    <a:pt x="393" y="3656"/>
                  </a:cubicBezTo>
                  <a:cubicBezTo>
                    <a:pt x="381" y="4430"/>
                    <a:pt x="477" y="4977"/>
                    <a:pt x="584" y="5287"/>
                  </a:cubicBezTo>
                  <a:cubicBezTo>
                    <a:pt x="643" y="5466"/>
                    <a:pt x="774" y="5585"/>
                    <a:pt x="953" y="5632"/>
                  </a:cubicBezTo>
                  <a:cubicBezTo>
                    <a:pt x="1001" y="5656"/>
                    <a:pt x="1036" y="5656"/>
                    <a:pt x="1072" y="5656"/>
                  </a:cubicBezTo>
                  <a:cubicBezTo>
                    <a:pt x="1215" y="5656"/>
                    <a:pt x="1334" y="5597"/>
                    <a:pt x="1429" y="5501"/>
                  </a:cubicBezTo>
                  <a:lnTo>
                    <a:pt x="1453" y="5489"/>
                  </a:lnTo>
                  <a:cubicBezTo>
                    <a:pt x="1667" y="6549"/>
                    <a:pt x="2370" y="7371"/>
                    <a:pt x="3037" y="7716"/>
                  </a:cubicBezTo>
                  <a:cubicBezTo>
                    <a:pt x="3120" y="7871"/>
                    <a:pt x="3239" y="8014"/>
                    <a:pt x="3394" y="8133"/>
                  </a:cubicBezTo>
                  <a:lnTo>
                    <a:pt x="3537" y="8228"/>
                  </a:lnTo>
                  <a:cubicBezTo>
                    <a:pt x="3668" y="8633"/>
                    <a:pt x="4037" y="9121"/>
                    <a:pt x="4668" y="9347"/>
                  </a:cubicBezTo>
                  <a:cubicBezTo>
                    <a:pt x="4846" y="9645"/>
                    <a:pt x="5168" y="9835"/>
                    <a:pt x="5537" y="9835"/>
                  </a:cubicBezTo>
                  <a:cubicBezTo>
                    <a:pt x="5918" y="9835"/>
                    <a:pt x="6239" y="9645"/>
                    <a:pt x="6418" y="9347"/>
                  </a:cubicBezTo>
                  <a:cubicBezTo>
                    <a:pt x="7049" y="9121"/>
                    <a:pt x="7406" y="8633"/>
                    <a:pt x="7549" y="8228"/>
                  </a:cubicBezTo>
                  <a:lnTo>
                    <a:pt x="7680" y="8133"/>
                  </a:lnTo>
                  <a:cubicBezTo>
                    <a:pt x="7847" y="8014"/>
                    <a:pt x="7966" y="7883"/>
                    <a:pt x="8037" y="7716"/>
                  </a:cubicBezTo>
                  <a:cubicBezTo>
                    <a:pt x="8692" y="7371"/>
                    <a:pt x="9406" y="6549"/>
                    <a:pt x="9633" y="5489"/>
                  </a:cubicBezTo>
                  <a:lnTo>
                    <a:pt x="9644" y="5501"/>
                  </a:lnTo>
                  <a:cubicBezTo>
                    <a:pt x="9740" y="5608"/>
                    <a:pt x="9871" y="5656"/>
                    <a:pt x="10002" y="5656"/>
                  </a:cubicBezTo>
                  <a:cubicBezTo>
                    <a:pt x="10049" y="5656"/>
                    <a:pt x="10085" y="5656"/>
                    <a:pt x="10121" y="5632"/>
                  </a:cubicBezTo>
                  <a:cubicBezTo>
                    <a:pt x="10299" y="5585"/>
                    <a:pt x="10442" y="5454"/>
                    <a:pt x="10502" y="5287"/>
                  </a:cubicBezTo>
                  <a:cubicBezTo>
                    <a:pt x="10585" y="4977"/>
                    <a:pt x="10704" y="4442"/>
                    <a:pt x="10692" y="3656"/>
                  </a:cubicBezTo>
                  <a:cubicBezTo>
                    <a:pt x="10680" y="2882"/>
                    <a:pt x="10918" y="2751"/>
                    <a:pt x="10942" y="2727"/>
                  </a:cubicBezTo>
                  <a:cubicBezTo>
                    <a:pt x="10990" y="2727"/>
                    <a:pt x="11014" y="2703"/>
                    <a:pt x="11049" y="2680"/>
                  </a:cubicBezTo>
                  <a:cubicBezTo>
                    <a:pt x="11002" y="2644"/>
                    <a:pt x="11014" y="2596"/>
                    <a:pt x="11002" y="2537"/>
                  </a:cubicBezTo>
                  <a:cubicBezTo>
                    <a:pt x="11002" y="2513"/>
                    <a:pt x="10871" y="1906"/>
                    <a:pt x="10537" y="1287"/>
                  </a:cubicBezTo>
                  <a:cubicBezTo>
                    <a:pt x="10097" y="441"/>
                    <a:pt x="9490" y="1"/>
                    <a:pt x="8787" y="1"/>
                  </a:cubicBezTo>
                  <a:cubicBezTo>
                    <a:pt x="8263" y="1"/>
                    <a:pt x="7597" y="310"/>
                    <a:pt x="7525" y="358"/>
                  </a:cubicBezTo>
                  <a:cubicBezTo>
                    <a:pt x="7410" y="398"/>
                    <a:pt x="7314" y="415"/>
                    <a:pt x="7221" y="415"/>
                  </a:cubicBezTo>
                  <a:cubicBezTo>
                    <a:pt x="7093" y="415"/>
                    <a:pt x="6970" y="382"/>
                    <a:pt x="6811" y="334"/>
                  </a:cubicBezTo>
                  <a:cubicBezTo>
                    <a:pt x="6537" y="263"/>
                    <a:pt x="6156" y="155"/>
                    <a:pt x="5513" y="155"/>
                  </a:cubicBezTo>
                  <a:cubicBezTo>
                    <a:pt x="4870" y="155"/>
                    <a:pt x="4489" y="263"/>
                    <a:pt x="4215" y="334"/>
                  </a:cubicBezTo>
                  <a:cubicBezTo>
                    <a:pt x="4049" y="382"/>
                    <a:pt x="3932" y="415"/>
                    <a:pt x="3806" y="415"/>
                  </a:cubicBezTo>
                  <a:cubicBezTo>
                    <a:pt x="3716" y="415"/>
                    <a:pt x="3621" y="398"/>
                    <a:pt x="3501" y="358"/>
                  </a:cubicBezTo>
                  <a:cubicBezTo>
                    <a:pt x="3429" y="310"/>
                    <a:pt x="2763" y="1"/>
                    <a:pt x="2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1" name="Google Shape;12471;p67"/>
          <p:cNvGrpSpPr/>
          <p:nvPr/>
        </p:nvGrpSpPr>
        <p:grpSpPr>
          <a:xfrm>
            <a:off x="1404013" y="3034266"/>
            <a:ext cx="368096" cy="223968"/>
            <a:chOff x="1404013" y="2958066"/>
            <a:chExt cx="368096" cy="223968"/>
          </a:xfrm>
        </p:grpSpPr>
        <p:sp>
          <p:nvSpPr>
            <p:cNvPr id="12472" name="Google Shape;12472;p67"/>
            <p:cNvSpPr/>
            <p:nvPr/>
          </p:nvSpPr>
          <p:spPr>
            <a:xfrm>
              <a:off x="1426893" y="3073426"/>
              <a:ext cx="40032" cy="45760"/>
            </a:xfrm>
            <a:custGeom>
              <a:avLst/>
              <a:gdLst/>
              <a:ahLst/>
              <a:cxnLst/>
              <a:rect l="l" t="t" r="r" b="b"/>
              <a:pathLst>
                <a:path w="1251" h="1430" extrusionOk="0">
                  <a:moveTo>
                    <a:pt x="631" y="0"/>
                  </a:moveTo>
                  <a:cubicBezTo>
                    <a:pt x="286" y="0"/>
                    <a:pt x="0" y="286"/>
                    <a:pt x="0" y="631"/>
                  </a:cubicBezTo>
                  <a:lnTo>
                    <a:pt x="0" y="810"/>
                  </a:lnTo>
                  <a:cubicBezTo>
                    <a:pt x="0" y="1155"/>
                    <a:pt x="286" y="1429"/>
                    <a:pt x="631" y="1429"/>
                  </a:cubicBezTo>
                  <a:cubicBezTo>
                    <a:pt x="965" y="1429"/>
                    <a:pt x="1251" y="1155"/>
                    <a:pt x="1251" y="810"/>
                  </a:cubicBezTo>
                  <a:lnTo>
                    <a:pt x="1251" y="703"/>
                  </a:lnTo>
                  <a:cubicBezTo>
                    <a:pt x="1239" y="619"/>
                    <a:pt x="1167" y="536"/>
                    <a:pt x="1072" y="536"/>
                  </a:cubicBezTo>
                  <a:cubicBezTo>
                    <a:pt x="989" y="536"/>
                    <a:pt x="905" y="619"/>
                    <a:pt x="905" y="703"/>
                  </a:cubicBezTo>
                  <a:lnTo>
                    <a:pt x="905" y="798"/>
                  </a:lnTo>
                  <a:cubicBezTo>
                    <a:pt x="905" y="941"/>
                    <a:pt x="786" y="1072"/>
                    <a:pt x="631" y="1072"/>
                  </a:cubicBezTo>
                  <a:cubicBezTo>
                    <a:pt x="477" y="1072"/>
                    <a:pt x="346" y="953"/>
                    <a:pt x="346" y="798"/>
                  </a:cubicBezTo>
                  <a:lnTo>
                    <a:pt x="346" y="619"/>
                  </a:lnTo>
                  <a:cubicBezTo>
                    <a:pt x="346" y="465"/>
                    <a:pt x="465" y="334"/>
                    <a:pt x="631" y="334"/>
                  </a:cubicBezTo>
                  <a:cubicBezTo>
                    <a:pt x="715" y="334"/>
                    <a:pt x="786" y="262"/>
                    <a:pt x="786" y="167"/>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3" name="Google Shape;12473;p67"/>
            <p:cNvSpPr/>
            <p:nvPr/>
          </p:nvSpPr>
          <p:spPr>
            <a:xfrm>
              <a:off x="1404013" y="2958066"/>
              <a:ext cx="368096" cy="223968"/>
            </a:xfrm>
            <a:custGeom>
              <a:avLst/>
              <a:gdLst/>
              <a:ahLst/>
              <a:cxnLst/>
              <a:rect l="l" t="t" r="r" b="b"/>
              <a:pathLst>
                <a:path w="11503" h="6999" extrusionOk="0">
                  <a:moveTo>
                    <a:pt x="7800" y="2593"/>
                  </a:moveTo>
                  <a:lnTo>
                    <a:pt x="7895" y="2855"/>
                  </a:lnTo>
                  <a:cubicBezTo>
                    <a:pt x="7811" y="2831"/>
                    <a:pt x="7740" y="2820"/>
                    <a:pt x="7669" y="2796"/>
                  </a:cubicBezTo>
                  <a:cubicBezTo>
                    <a:pt x="7716" y="2712"/>
                    <a:pt x="7752" y="2653"/>
                    <a:pt x="7800" y="2593"/>
                  </a:cubicBezTo>
                  <a:close/>
                  <a:moveTo>
                    <a:pt x="4656" y="2820"/>
                  </a:moveTo>
                  <a:lnTo>
                    <a:pt x="4656" y="2820"/>
                  </a:lnTo>
                  <a:cubicBezTo>
                    <a:pt x="4347" y="3212"/>
                    <a:pt x="3263" y="3582"/>
                    <a:pt x="2430" y="3772"/>
                  </a:cubicBezTo>
                  <a:cubicBezTo>
                    <a:pt x="2370" y="3570"/>
                    <a:pt x="2263" y="3379"/>
                    <a:pt x="2132" y="3248"/>
                  </a:cubicBezTo>
                  <a:cubicBezTo>
                    <a:pt x="2096" y="3224"/>
                    <a:pt x="2049" y="3177"/>
                    <a:pt x="2013" y="3141"/>
                  </a:cubicBezTo>
                  <a:cubicBezTo>
                    <a:pt x="2537" y="3010"/>
                    <a:pt x="3466" y="2831"/>
                    <a:pt x="4656" y="2820"/>
                  </a:cubicBezTo>
                  <a:close/>
                  <a:moveTo>
                    <a:pt x="5049" y="2820"/>
                  </a:moveTo>
                  <a:cubicBezTo>
                    <a:pt x="5371" y="2820"/>
                    <a:pt x="5704" y="2855"/>
                    <a:pt x="6061" y="2879"/>
                  </a:cubicBezTo>
                  <a:lnTo>
                    <a:pt x="4883" y="4224"/>
                  </a:lnTo>
                  <a:cubicBezTo>
                    <a:pt x="4097" y="4129"/>
                    <a:pt x="3490" y="4022"/>
                    <a:pt x="3073" y="3951"/>
                  </a:cubicBezTo>
                  <a:cubicBezTo>
                    <a:pt x="3251" y="3903"/>
                    <a:pt x="3454" y="3832"/>
                    <a:pt x="3644" y="3760"/>
                  </a:cubicBezTo>
                  <a:cubicBezTo>
                    <a:pt x="4454" y="3462"/>
                    <a:pt x="4918" y="3165"/>
                    <a:pt x="5049" y="2820"/>
                  </a:cubicBezTo>
                  <a:close/>
                  <a:moveTo>
                    <a:pt x="8431" y="3355"/>
                  </a:moveTo>
                  <a:lnTo>
                    <a:pt x="8431" y="3355"/>
                  </a:lnTo>
                  <a:cubicBezTo>
                    <a:pt x="9240" y="3605"/>
                    <a:pt x="10014" y="3951"/>
                    <a:pt x="10764" y="4367"/>
                  </a:cubicBezTo>
                  <a:cubicBezTo>
                    <a:pt x="10109" y="4379"/>
                    <a:pt x="9455" y="4415"/>
                    <a:pt x="8812" y="4415"/>
                  </a:cubicBezTo>
                  <a:lnTo>
                    <a:pt x="8431" y="3355"/>
                  </a:lnTo>
                  <a:close/>
                  <a:moveTo>
                    <a:pt x="9586" y="4725"/>
                  </a:moveTo>
                  <a:lnTo>
                    <a:pt x="9990" y="5070"/>
                  </a:lnTo>
                  <a:cubicBezTo>
                    <a:pt x="9752" y="5201"/>
                    <a:pt x="9466" y="5320"/>
                    <a:pt x="9181" y="5427"/>
                  </a:cubicBezTo>
                  <a:lnTo>
                    <a:pt x="8931" y="4736"/>
                  </a:lnTo>
                  <a:cubicBezTo>
                    <a:pt x="9157" y="4736"/>
                    <a:pt x="9359" y="4736"/>
                    <a:pt x="9586" y="4725"/>
                  </a:cubicBezTo>
                  <a:close/>
                  <a:moveTo>
                    <a:pt x="2489" y="4177"/>
                  </a:moveTo>
                  <a:cubicBezTo>
                    <a:pt x="2668" y="4224"/>
                    <a:pt x="2954" y="4284"/>
                    <a:pt x="3347" y="4355"/>
                  </a:cubicBezTo>
                  <a:cubicBezTo>
                    <a:pt x="3239" y="4594"/>
                    <a:pt x="2978" y="5153"/>
                    <a:pt x="2489" y="5689"/>
                  </a:cubicBezTo>
                  <a:cubicBezTo>
                    <a:pt x="2335" y="5665"/>
                    <a:pt x="2216" y="5653"/>
                    <a:pt x="2132" y="5629"/>
                  </a:cubicBezTo>
                  <a:cubicBezTo>
                    <a:pt x="2358" y="5248"/>
                    <a:pt x="2489" y="4772"/>
                    <a:pt x="2489" y="4320"/>
                  </a:cubicBezTo>
                  <a:lnTo>
                    <a:pt x="2489" y="4177"/>
                  </a:lnTo>
                  <a:close/>
                  <a:moveTo>
                    <a:pt x="3704" y="4403"/>
                  </a:moveTo>
                  <a:cubicBezTo>
                    <a:pt x="3978" y="4439"/>
                    <a:pt x="4275" y="4486"/>
                    <a:pt x="4621" y="4522"/>
                  </a:cubicBezTo>
                  <a:cubicBezTo>
                    <a:pt x="4597" y="4522"/>
                    <a:pt x="3454" y="5832"/>
                    <a:pt x="3454" y="5832"/>
                  </a:cubicBezTo>
                  <a:cubicBezTo>
                    <a:pt x="3251" y="5796"/>
                    <a:pt x="3049" y="5784"/>
                    <a:pt x="2894" y="5748"/>
                  </a:cubicBezTo>
                  <a:cubicBezTo>
                    <a:pt x="3370" y="5177"/>
                    <a:pt x="3632" y="4594"/>
                    <a:pt x="3704" y="4403"/>
                  </a:cubicBezTo>
                  <a:close/>
                  <a:moveTo>
                    <a:pt x="1251" y="3224"/>
                  </a:moveTo>
                  <a:cubicBezTo>
                    <a:pt x="1835" y="3224"/>
                    <a:pt x="2156" y="3605"/>
                    <a:pt x="2156" y="4308"/>
                  </a:cubicBezTo>
                  <a:cubicBezTo>
                    <a:pt x="2156" y="4713"/>
                    <a:pt x="2037" y="5129"/>
                    <a:pt x="1846" y="5451"/>
                  </a:cubicBezTo>
                  <a:cubicBezTo>
                    <a:pt x="1668" y="5748"/>
                    <a:pt x="1442" y="5927"/>
                    <a:pt x="1251" y="5927"/>
                  </a:cubicBezTo>
                  <a:cubicBezTo>
                    <a:pt x="1061" y="5927"/>
                    <a:pt x="834" y="5748"/>
                    <a:pt x="656" y="5451"/>
                  </a:cubicBezTo>
                  <a:cubicBezTo>
                    <a:pt x="465" y="5129"/>
                    <a:pt x="346" y="4713"/>
                    <a:pt x="346" y="4308"/>
                  </a:cubicBezTo>
                  <a:cubicBezTo>
                    <a:pt x="346" y="3605"/>
                    <a:pt x="668" y="3224"/>
                    <a:pt x="1251" y="3224"/>
                  </a:cubicBezTo>
                  <a:close/>
                  <a:moveTo>
                    <a:pt x="7454" y="3081"/>
                  </a:moveTo>
                  <a:cubicBezTo>
                    <a:pt x="7657" y="3129"/>
                    <a:pt x="7835" y="3177"/>
                    <a:pt x="8026" y="3224"/>
                  </a:cubicBezTo>
                  <a:lnTo>
                    <a:pt x="8454" y="4391"/>
                  </a:lnTo>
                  <a:lnTo>
                    <a:pt x="8264" y="4391"/>
                  </a:lnTo>
                  <a:cubicBezTo>
                    <a:pt x="8169" y="4391"/>
                    <a:pt x="8097" y="4474"/>
                    <a:pt x="8097" y="4558"/>
                  </a:cubicBezTo>
                  <a:cubicBezTo>
                    <a:pt x="8097" y="4653"/>
                    <a:pt x="8169" y="4725"/>
                    <a:pt x="8264" y="4725"/>
                  </a:cubicBezTo>
                  <a:lnTo>
                    <a:pt x="8573" y="4725"/>
                  </a:lnTo>
                  <a:lnTo>
                    <a:pt x="8859" y="5510"/>
                  </a:lnTo>
                  <a:cubicBezTo>
                    <a:pt x="8526" y="5629"/>
                    <a:pt x="8157" y="5725"/>
                    <a:pt x="7776" y="5796"/>
                  </a:cubicBezTo>
                  <a:cubicBezTo>
                    <a:pt x="7085" y="5915"/>
                    <a:pt x="6347" y="5975"/>
                    <a:pt x="5537" y="5975"/>
                  </a:cubicBezTo>
                  <a:cubicBezTo>
                    <a:pt x="5752" y="5677"/>
                    <a:pt x="6073" y="5201"/>
                    <a:pt x="6418" y="4701"/>
                  </a:cubicBezTo>
                  <a:cubicBezTo>
                    <a:pt x="6788" y="4713"/>
                    <a:pt x="7157" y="4736"/>
                    <a:pt x="7538" y="4736"/>
                  </a:cubicBezTo>
                  <a:cubicBezTo>
                    <a:pt x="7621" y="4736"/>
                    <a:pt x="7692" y="4665"/>
                    <a:pt x="7692" y="4570"/>
                  </a:cubicBezTo>
                  <a:cubicBezTo>
                    <a:pt x="7692" y="4486"/>
                    <a:pt x="7621" y="4415"/>
                    <a:pt x="7538" y="4391"/>
                  </a:cubicBezTo>
                  <a:cubicBezTo>
                    <a:pt x="7216" y="4379"/>
                    <a:pt x="6919" y="4379"/>
                    <a:pt x="6621" y="4355"/>
                  </a:cubicBezTo>
                  <a:cubicBezTo>
                    <a:pt x="6919" y="3903"/>
                    <a:pt x="7216" y="3462"/>
                    <a:pt x="7454" y="3081"/>
                  </a:cubicBezTo>
                  <a:close/>
                  <a:moveTo>
                    <a:pt x="7406" y="1933"/>
                  </a:moveTo>
                  <a:cubicBezTo>
                    <a:pt x="7423" y="1933"/>
                    <a:pt x="7435" y="1935"/>
                    <a:pt x="7442" y="1938"/>
                  </a:cubicBezTo>
                  <a:cubicBezTo>
                    <a:pt x="7466" y="1938"/>
                    <a:pt x="7550" y="1974"/>
                    <a:pt x="7597" y="2058"/>
                  </a:cubicBezTo>
                  <a:lnTo>
                    <a:pt x="7645" y="2212"/>
                  </a:lnTo>
                  <a:cubicBezTo>
                    <a:pt x="6978" y="3224"/>
                    <a:pt x="5323" y="5737"/>
                    <a:pt x="5073" y="5987"/>
                  </a:cubicBezTo>
                  <a:cubicBezTo>
                    <a:pt x="4940" y="6127"/>
                    <a:pt x="4780" y="6199"/>
                    <a:pt x="4592" y="6199"/>
                  </a:cubicBezTo>
                  <a:cubicBezTo>
                    <a:pt x="4477" y="6199"/>
                    <a:pt x="4351" y="6172"/>
                    <a:pt x="4216" y="6118"/>
                  </a:cubicBezTo>
                  <a:cubicBezTo>
                    <a:pt x="4049" y="6058"/>
                    <a:pt x="3918" y="5975"/>
                    <a:pt x="3823" y="5915"/>
                  </a:cubicBezTo>
                  <a:lnTo>
                    <a:pt x="7264" y="1998"/>
                  </a:lnTo>
                  <a:cubicBezTo>
                    <a:pt x="7306" y="1947"/>
                    <a:pt x="7366" y="1933"/>
                    <a:pt x="7406" y="1933"/>
                  </a:cubicBezTo>
                  <a:close/>
                  <a:moveTo>
                    <a:pt x="525" y="1"/>
                  </a:moveTo>
                  <a:cubicBezTo>
                    <a:pt x="480" y="1"/>
                    <a:pt x="436" y="16"/>
                    <a:pt x="406" y="45"/>
                  </a:cubicBezTo>
                  <a:cubicBezTo>
                    <a:pt x="394" y="69"/>
                    <a:pt x="1" y="462"/>
                    <a:pt x="1" y="1438"/>
                  </a:cubicBezTo>
                  <a:cubicBezTo>
                    <a:pt x="1" y="2248"/>
                    <a:pt x="394" y="2784"/>
                    <a:pt x="632" y="3046"/>
                  </a:cubicBezTo>
                  <a:cubicBezTo>
                    <a:pt x="537" y="3105"/>
                    <a:pt x="453" y="3165"/>
                    <a:pt x="370" y="3236"/>
                  </a:cubicBezTo>
                  <a:cubicBezTo>
                    <a:pt x="132" y="3486"/>
                    <a:pt x="13" y="3843"/>
                    <a:pt x="13" y="4320"/>
                  </a:cubicBezTo>
                  <a:cubicBezTo>
                    <a:pt x="13" y="4784"/>
                    <a:pt x="156" y="5260"/>
                    <a:pt x="370" y="5641"/>
                  </a:cubicBezTo>
                  <a:cubicBezTo>
                    <a:pt x="632" y="6058"/>
                    <a:pt x="942" y="6284"/>
                    <a:pt x="1263" y="6284"/>
                  </a:cubicBezTo>
                  <a:cubicBezTo>
                    <a:pt x="1501" y="6284"/>
                    <a:pt x="1739" y="6153"/>
                    <a:pt x="1942" y="5927"/>
                  </a:cubicBezTo>
                  <a:cubicBezTo>
                    <a:pt x="1966" y="5939"/>
                    <a:pt x="2037" y="5939"/>
                    <a:pt x="2132" y="5975"/>
                  </a:cubicBezTo>
                  <a:lnTo>
                    <a:pt x="1715" y="6677"/>
                  </a:lnTo>
                  <a:lnTo>
                    <a:pt x="715" y="6677"/>
                  </a:lnTo>
                  <a:cubicBezTo>
                    <a:pt x="632" y="6677"/>
                    <a:pt x="549" y="6749"/>
                    <a:pt x="549" y="6832"/>
                  </a:cubicBezTo>
                  <a:cubicBezTo>
                    <a:pt x="549" y="6927"/>
                    <a:pt x="632" y="6999"/>
                    <a:pt x="715" y="6999"/>
                  </a:cubicBezTo>
                  <a:lnTo>
                    <a:pt x="1704" y="6999"/>
                  </a:lnTo>
                  <a:cubicBezTo>
                    <a:pt x="1823" y="6999"/>
                    <a:pt x="1942" y="6939"/>
                    <a:pt x="2001" y="6832"/>
                  </a:cubicBezTo>
                  <a:lnTo>
                    <a:pt x="2477" y="6034"/>
                  </a:lnTo>
                  <a:cubicBezTo>
                    <a:pt x="2597" y="6046"/>
                    <a:pt x="2728" y="6082"/>
                    <a:pt x="2894" y="6094"/>
                  </a:cubicBezTo>
                  <a:lnTo>
                    <a:pt x="2894" y="6653"/>
                  </a:lnTo>
                  <a:cubicBezTo>
                    <a:pt x="2894" y="6653"/>
                    <a:pt x="2894" y="6677"/>
                    <a:pt x="2870" y="6677"/>
                  </a:cubicBezTo>
                  <a:lnTo>
                    <a:pt x="2513" y="6677"/>
                  </a:lnTo>
                  <a:cubicBezTo>
                    <a:pt x="2430" y="6677"/>
                    <a:pt x="2358" y="6749"/>
                    <a:pt x="2358" y="6832"/>
                  </a:cubicBezTo>
                  <a:cubicBezTo>
                    <a:pt x="2358" y="6927"/>
                    <a:pt x="2430" y="6999"/>
                    <a:pt x="2513" y="6999"/>
                  </a:cubicBezTo>
                  <a:lnTo>
                    <a:pt x="2870" y="6999"/>
                  </a:lnTo>
                  <a:cubicBezTo>
                    <a:pt x="3073" y="6999"/>
                    <a:pt x="3216" y="6856"/>
                    <a:pt x="3216" y="6653"/>
                  </a:cubicBezTo>
                  <a:lnTo>
                    <a:pt x="3216" y="6153"/>
                  </a:lnTo>
                  <a:cubicBezTo>
                    <a:pt x="3347" y="6165"/>
                    <a:pt x="3501" y="6177"/>
                    <a:pt x="3644" y="6201"/>
                  </a:cubicBezTo>
                  <a:cubicBezTo>
                    <a:pt x="3751" y="6272"/>
                    <a:pt x="3918" y="6356"/>
                    <a:pt x="4097" y="6439"/>
                  </a:cubicBezTo>
                  <a:cubicBezTo>
                    <a:pt x="4275" y="6510"/>
                    <a:pt x="4454" y="6534"/>
                    <a:pt x="4621" y="6534"/>
                  </a:cubicBezTo>
                  <a:cubicBezTo>
                    <a:pt x="4859" y="6534"/>
                    <a:pt x="5073" y="6451"/>
                    <a:pt x="5275" y="6296"/>
                  </a:cubicBezTo>
                  <a:lnTo>
                    <a:pt x="5609" y="6296"/>
                  </a:lnTo>
                  <a:cubicBezTo>
                    <a:pt x="6895" y="6296"/>
                    <a:pt x="8026" y="6153"/>
                    <a:pt x="8990" y="5856"/>
                  </a:cubicBezTo>
                  <a:lnTo>
                    <a:pt x="9288" y="6653"/>
                  </a:lnTo>
                  <a:cubicBezTo>
                    <a:pt x="9359" y="6868"/>
                    <a:pt x="9562" y="6999"/>
                    <a:pt x="9776" y="6999"/>
                  </a:cubicBezTo>
                  <a:lnTo>
                    <a:pt x="10788" y="6999"/>
                  </a:lnTo>
                  <a:cubicBezTo>
                    <a:pt x="10883" y="6999"/>
                    <a:pt x="10955" y="6927"/>
                    <a:pt x="10955" y="6832"/>
                  </a:cubicBezTo>
                  <a:cubicBezTo>
                    <a:pt x="10955" y="6749"/>
                    <a:pt x="10883" y="6677"/>
                    <a:pt x="10788" y="6677"/>
                  </a:cubicBezTo>
                  <a:lnTo>
                    <a:pt x="9776" y="6677"/>
                  </a:lnTo>
                  <a:cubicBezTo>
                    <a:pt x="9705" y="6677"/>
                    <a:pt x="9633" y="6630"/>
                    <a:pt x="9597" y="6558"/>
                  </a:cubicBezTo>
                  <a:lnTo>
                    <a:pt x="9300" y="5760"/>
                  </a:lnTo>
                  <a:cubicBezTo>
                    <a:pt x="9693" y="5629"/>
                    <a:pt x="10050" y="5463"/>
                    <a:pt x="10371" y="5272"/>
                  </a:cubicBezTo>
                  <a:cubicBezTo>
                    <a:pt x="10419" y="5248"/>
                    <a:pt x="10455" y="5201"/>
                    <a:pt x="10467" y="5141"/>
                  </a:cubicBezTo>
                  <a:cubicBezTo>
                    <a:pt x="10478" y="5082"/>
                    <a:pt x="10455" y="5034"/>
                    <a:pt x="10407" y="4986"/>
                  </a:cubicBezTo>
                  <a:lnTo>
                    <a:pt x="10109" y="4736"/>
                  </a:lnTo>
                  <a:cubicBezTo>
                    <a:pt x="10514" y="4725"/>
                    <a:pt x="10931" y="4713"/>
                    <a:pt x="11348" y="4677"/>
                  </a:cubicBezTo>
                  <a:cubicBezTo>
                    <a:pt x="11419" y="4677"/>
                    <a:pt x="11479" y="4617"/>
                    <a:pt x="11491" y="4558"/>
                  </a:cubicBezTo>
                  <a:cubicBezTo>
                    <a:pt x="11502" y="4463"/>
                    <a:pt x="11479" y="4379"/>
                    <a:pt x="11419" y="4355"/>
                  </a:cubicBezTo>
                  <a:cubicBezTo>
                    <a:pt x="10431" y="3736"/>
                    <a:pt x="9395" y="3272"/>
                    <a:pt x="8288" y="2950"/>
                  </a:cubicBezTo>
                  <a:lnTo>
                    <a:pt x="7919" y="1938"/>
                  </a:lnTo>
                  <a:cubicBezTo>
                    <a:pt x="7859" y="1760"/>
                    <a:pt x="7716" y="1641"/>
                    <a:pt x="7514" y="1617"/>
                  </a:cubicBezTo>
                  <a:cubicBezTo>
                    <a:pt x="7480" y="1610"/>
                    <a:pt x="7446" y="1607"/>
                    <a:pt x="7411" y="1607"/>
                  </a:cubicBezTo>
                  <a:cubicBezTo>
                    <a:pt x="7265" y="1607"/>
                    <a:pt x="7122" y="1668"/>
                    <a:pt x="7026" y="1784"/>
                  </a:cubicBezTo>
                  <a:lnTo>
                    <a:pt x="6323" y="2569"/>
                  </a:lnTo>
                  <a:cubicBezTo>
                    <a:pt x="5785" y="2506"/>
                    <a:pt x="5273" y="2481"/>
                    <a:pt x="4799" y="2481"/>
                  </a:cubicBezTo>
                  <a:cubicBezTo>
                    <a:pt x="3040" y="2481"/>
                    <a:pt x="1788" y="2833"/>
                    <a:pt x="1525" y="2927"/>
                  </a:cubicBezTo>
                  <a:cubicBezTo>
                    <a:pt x="1430" y="2903"/>
                    <a:pt x="1346" y="2891"/>
                    <a:pt x="1239" y="2891"/>
                  </a:cubicBezTo>
                  <a:lnTo>
                    <a:pt x="1168" y="2891"/>
                  </a:lnTo>
                  <a:cubicBezTo>
                    <a:pt x="989" y="2462"/>
                    <a:pt x="823" y="1879"/>
                    <a:pt x="942" y="1343"/>
                  </a:cubicBezTo>
                  <a:cubicBezTo>
                    <a:pt x="1013" y="998"/>
                    <a:pt x="1168" y="843"/>
                    <a:pt x="1180" y="843"/>
                  </a:cubicBezTo>
                  <a:cubicBezTo>
                    <a:pt x="1239" y="784"/>
                    <a:pt x="1239" y="664"/>
                    <a:pt x="1180" y="605"/>
                  </a:cubicBezTo>
                  <a:cubicBezTo>
                    <a:pt x="1150" y="575"/>
                    <a:pt x="1105" y="560"/>
                    <a:pt x="1061" y="560"/>
                  </a:cubicBezTo>
                  <a:cubicBezTo>
                    <a:pt x="1016" y="560"/>
                    <a:pt x="971" y="575"/>
                    <a:pt x="942" y="605"/>
                  </a:cubicBezTo>
                  <a:cubicBezTo>
                    <a:pt x="906" y="629"/>
                    <a:pt x="287" y="1272"/>
                    <a:pt x="727" y="2653"/>
                  </a:cubicBezTo>
                  <a:cubicBezTo>
                    <a:pt x="549" y="2415"/>
                    <a:pt x="334" y="2010"/>
                    <a:pt x="334" y="1438"/>
                  </a:cubicBezTo>
                  <a:cubicBezTo>
                    <a:pt x="334" y="629"/>
                    <a:pt x="644" y="307"/>
                    <a:pt x="644" y="283"/>
                  </a:cubicBezTo>
                  <a:cubicBezTo>
                    <a:pt x="703" y="224"/>
                    <a:pt x="703" y="105"/>
                    <a:pt x="644" y="45"/>
                  </a:cubicBezTo>
                  <a:cubicBezTo>
                    <a:pt x="614" y="16"/>
                    <a:pt x="569"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74" name="Google Shape;12474;p67"/>
          <p:cNvSpPr/>
          <p:nvPr/>
        </p:nvSpPr>
        <p:spPr>
          <a:xfrm>
            <a:off x="4147597" y="2962554"/>
            <a:ext cx="367712" cy="367680"/>
          </a:xfrm>
          <a:custGeom>
            <a:avLst/>
            <a:gdLst/>
            <a:ahLst/>
            <a:cxnLst/>
            <a:rect l="l" t="t" r="r" b="b"/>
            <a:pathLst>
              <a:path w="11491" h="11490" extrusionOk="0">
                <a:moveTo>
                  <a:pt x="5585" y="1643"/>
                </a:moveTo>
                <a:lnTo>
                  <a:pt x="5585" y="3013"/>
                </a:lnTo>
                <a:cubicBezTo>
                  <a:pt x="5322" y="3482"/>
                  <a:pt x="4845" y="3751"/>
                  <a:pt x="4340" y="3751"/>
                </a:cubicBezTo>
                <a:cubicBezTo>
                  <a:pt x="4204" y="3751"/>
                  <a:pt x="4066" y="3732"/>
                  <a:pt x="3930" y="3691"/>
                </a:cubicBezTo>
                <a:lnTo>
                  <a:pt x="2966" y="2727"/>
                </a:lnTo>
                <a:lnTo>
                  <a:pt x="2966" y="2727"/>
                </a:lnTo>
                <a:cubicBezTo>
                  <a:pt x="3070" y="2737"/>
                  <a:pt x="3176" y="2742"/>
                  <a:pt x="3281" y="2742"/>
                </a:cubicBezTo>
                <a:cubicBezTo>
                  <a:pt x="3666" y="2742"/>
                  <a:pt x="4051" y="2672"/>
                  <a:pt x="4406" y="2513"/>
                </a:cubicBezTo>
                <a:cubicBezTo>
                  <a:pt x="4871" y="2322"/>
                  <a:pt x="5275" y="2024"/>
                  <a:pt x="5585" y="1643"/>
                </a:cubicBezTo>
                <a:close/>
                <a:moveTo>
                  <a:pt x="5573" y="3560"/>
                </a:moveTo>
                <a:lnTo>
                  <a:pt x="5573" y="5322"/>
                </a:lnTo>
                <a:lnTo>
                  <a:pt x="4323" y="4084"/>
                </a:lnTo>
                <a:cubicBezTo>
                  <a:pt x="4799" y="4084"/>
                  <a:pt x="5240" y="3882"/>
                  <a:pt x="5573" y="3560"/>
                </a:cubicBezTo>
                <a:close/>
                <a:moveTo>
                  <a:pt x="5918" y="3560"/>
                </a:moveTo>
                <a:cubicBezTo>
                  <a:pt x="6240" y="3882"/>
                  <a:pt x="6692" y="4084"/>
                  <a:pt x="7168" y="4084"/>
                </a:cubicBezTo>
                <a:lnTo>
                  <a:pt x="5918" y="5322"/>
                </a:lnTo>
                <a:lnTo>
                  <a:pt x="5918" y="3560"/>
                </a:lnTo>
                <a:close/>
                <a:moveTo>
                  <a:pt x="2727" y="2965"/>
                </a:moveTo>
                <a:lnTo>
                  <a:pt x="3692" y="3929"/>
                </a:lnTo>
                <a:cubicBezTo>
                  <a:pt x="3894" y="4572"/>
                  <a:pt x="3608" y="5251"/>
                  <a:pt x="3013" y="5584"/>
                </a:cubicBezTo>
                <a:lnTo>
                  <a:pt x="1644" y="5584"/>
                </a:lnTo>
                <a:cubicBezTo>
                  <a:pt x="2025" y="5275"/>
                  <a:pt x="2323" y="4870"/>
                  <a:pt x="2525" y="4406"/>
                </a:cubicBezTo>
                <a:cubicBezTo>
                  <a:pt x="2716" y="3941"/>
                  <a:pt x="2775" y="3453"/>
                  <a:pt x="2727" y="2965"/>
                </a:cubicBezTo>
                <a:close/>
                <a:moveTo>
                  <a:pt x="4085" y="4334"/>
                </a:moveTo>
                <a:lnTo>
                  <a:pt x="5335" y="5584"/>
                </a:lnTo>
                <a:lnTo>
                  <a:pt x="3561" y="5584"/>
                </a:lnTo>
                <a:cubicBezTo>
                  <a:pt x="3894" y="5251"/>
                  <a:pt x="4085" y="4799"/>
                  <a:pt x="4085" y="4334"/>
                </a:cubicBezTo>
                <a:close/>
                <a:moveTo>
                  <a:pt x="7407" y="4334"/>
                </a:moveTo>
                <a:cubicBezTo>
                  <a:pt x="7407" y="4810"/>
                  <a:pt x="7585" y="5251"/>
                  <a:pt x="7919" y="5584"/>
                </a:cubicBezTo>
                <a:lnTo>
                  <a:pt x="6156" y="5584"/>
                </a:lnTo>
                <a:lnTo>
                  <a:pt x="7407" y="4334"/>
                </a:lnTo>
                <a:close/>
                <a:moveTo>
                  <a:pt x="5918" y="1643"/>
                </a:moveTo>
                <a:cubicBezTo>
                  <a:pt x="6228" y="2024"/>
                  <a:pt x="6633" y="2322"/>
                  <a:pt x="7085" y="2513"/>
                </a:cubicBezTo>
                <a:cubicBezTo>
                  <a:pt x="7457" y="2665"/>
                  <a:pt x="7843" y="2741"/>
                  <a:pt x="8239" y="2741"/>
                </a:cubicBezTo>
                <a:cubicBezTo>
                  <a:pt x="8338" y="2741"/>
                  <a:pt x="8438" y="2736"/>
                  <a:pt x="8538" y="2727"/>
                </a:cubicBezTo>
                <a:lnTo>
                  <a:pt x="8538" y="2727"/>
                </a:lnTo>
                <a:lnTo>
                  <a:pt x="8502" y="2751"/>
                </a:lnTo>
                <a:cubicBezTo>
                  <a:pt x="8442" y="2810"/>
                  <a:pt x="8442" y="2929"/>
                  <a:pt x="8502" y="2989"/>
                </a:cubicBezTo>
                <a:cubicBezTo>
                  <a:pt x="8538" y="3025"/>
                  <a:pt x="8573" y="3036"/>
                  <a:pt x="8621" y="3036"/>
                </a:cubicBezTo>
                <a:cubicBezTo>
                  <a:pt x="8669" y="3036"/>
                  <a:pt x="8716" y="3025"/>
                  <a:pt x="8740" y="2989"/>
                </a:cubicBezTo>
                <a:lnTo>
                  <a:pt x="8764" y="2965"/>
                </a:lnTo>
                <a:lnTo>
                  <a:pt x="8764" y="2965"/>
                </a:lnTo>
                <a:cubicBezTo>
                  <a:pt x="8716" y="3453"/>
                  <a:pt x="8788" y="3941"/>
                  <a:pt x="8978" y="4406"/>
                </a:cubicBezTo>
                <a:cubicBezTo>
                  <a:pt x="9169" y="4870"/>
                  <a:pt x="9466" y="5275"/>
                  <a:pt x="9859" y="5584"/>
                </a:cubicBezTo>
                <a:lnTo>
                  <a:pt x="8490" y="5584"/>
                </a:lnTo>
                <a:cubicBezTo>
                  <a:pt x="7895" y="5251"/>
                  <a:pt x="7609" y="4572"/>
                  <a:pt x="7799" y="3929"/>
                </a:cubicBezTo>
                <a:lnTo>
                  <a:pt x="8204" y="3525"/>
                </a:lnTo>
                <a:cubicBezTo>
                  <a:pt x="8264" y="3465"/>
                  <a:pt x="8264" y="3346"/>
                  <a:pt x="8204" y="3286"/>
                </a:cubicBezTo>
                <a:cubicBezTo>
                  <a:pt x="8175" y="3257"/>
                  <a:pt x="8130" y="3242"/>
                  <a:pt x="8085" y="3242"/>
                </a:cubicBezTo>
                <a:cubicBezTo>
                  <a:pt x="8041" y="3242"/>
                  <a:pt x="7996" y="3257"/>
                  <a:pt x="7966" y="3286"/>
                </a:cubicBezTo>
                <a:lnTo>
                  <a:pt x="7561" y="3691"/>
                </a:lnTo>
                <a:cubicBezTo>
                  <a:pt x="7428" y="3731"/>
                  <a:pt x="7293" y="3750"/>
                  <a:pt x="7160" y="3750"/>
                </a:cubicBezTo>
                <a:cubicBezTo>
                  <a:pt x="6652" y="3750"/>
                  <a:pt x="6171" y="3472"/>
                  <a:pt x="5906" y="3001"/>
                </a:cubicBezTo>
                <a:lnTo>
                  <a:pt x="5906" y="1643"/>
                </a:lnTo>
                <a:close/>
                <a:moveTo>
                  <a:pt x="5347" y="5906"/>
                </a:moveTo>
                <a:lnTo>
                  <a:pt x="4097" y="7156"/>
                </a:lnTo>
                <a:cubicBezTo>
                  <a:pt x="4097" y="6680"/>
                  <a:pt x="3918" y="6239"/>
                  <a:pt x="3573" y="5906"/>
                </a:cubicBezTo>
                <a:close/>
                <a:moveTo>
                  <a:pt x="7942" y="5906"/>
                </a:moveTo>
                <a:cubicBezTo>
                  <a:pt x="7609" y="6239"/>
                  <a:pt x="7418" y="6704"/>
                  <a:pt x="7418" y="7156"/>
                </a:cubicBezTo>
                <a:lnTo>
                  <a:pt x="6168" y="5906"/>
                </a:lnTo>
                <a:close/>
                <a:moveTo>
                  <a:pt x="5585" y="6144"/>
                </a:moveTo>
                <a:lnTo>
                  <a:pt x="5585" y="7918"/>
                </a:lnTo>
                <a:cubicBezTo>
                  <a:pt x="5263" y="7585"/>
                  <a:pt x="4811" y="7394"/>
                  <a:pt x="4335" y="7394"/>
                </a:cubicBezTo>
                <a:lnTo>
                  <a:pt x="5585" y="6144"/>
                </a:lnTo>
                <a:close/>
                <a:moveTo>
                  <a:pt x="5918" y="6144"/>
                </a:moveTo>
                <a:lnTo>
                  <a:pt x="7168" y="7394"/>
                </a:lnTo>
                <a:cubicBezTo>
                  <a:pt x="6680" y="7394"/>
                  <a:pt x="6240" y="7573"/>
                  <a:pt x="5918" y="7918"/>
                </a:cubicBezTo>
                <a:lnTo>
                  <a:pt x="5918" y="6144"/>
                </a:lnTo>
                <a:close/>
                <a:moveTo>
                  <a:pt x="9859" y="5906"/>
                </a:moveTo>
                <a:cubicBezTo>
                  <a:pt x="9466" y="6215"/>
                  <a:pt x="9169" y="6620"/>
                  <a:pt x="8978" y="7085"/>
                </a:cubicBezTo>
                <a:cubicBezTo>
                  <a:pt x="8788" y="7549"/>
                  <a:pt x="8728" y="8037"/>
                  <a:pt x="8776" y="8525"/>
                </a:cubicBezTo>
                <a:lnTo>
                  <a:pt x="7799" y="7561"/>
                </a:lnTo>
                <a:cubicBezTo>
                  <a:pt x="7609" y="6918"/>
                  <a:pt x="7895" y="6239"/>
                  <a:pt x="8490" y="5906"/>
                </a:cubicBezTo>
                <a:close/>
                <a:moveTo>
                  <a:pt x="3001" y="5906"/>
                </a:moveTo>
                <a:cubicBezTo>
                  <a:pt x="3597" y="6239"/>
                  <a:pt x="3870" y="6918"/>
                  <a:pt x="3680" y="7561"/>
                </a:cubicBezTo>
                <a:lnTo>
                  <a:pt x="3275" y="7966"/>
                </a:lnTo>
                <a:cubicBezTo>
                  <a:pt x="3216" y="8025"/>
                  <a:pt x="3216" y="8144"/>
                  <a:pt x="3275" y="8204"/>
                </a:cubicBezTo>
                <a:cubicBezTo>
                  <a:pt x="3311" y="8228"/>
                  <a:pt x="3358" y="8251"/>
                  <a:pt x="3394" y="8251"/>
                </a:cubicBezTo>
                <a:cubicBezTo>
                  <a:pt x="3442" y="8251"/>
                  <a:pt x="3489" y="8228"/>
                  <a:pt x="3513" y="8204"/>
                </a:cubicBezTo>
                <a:lnTo>
                  <a:pt x="3918" y="7799"/>
                </a:lnTo>
                <a:cubicBezTo>
                  <a:pt x="4051" y="7759"/>
                  <a:pt x="4186" y="7740"/>
                  <a:pt x="4320" y="7740"/>
                </a:cubicBezTo>
                <a:cubicBezTo>
                  <a:pt x="4828" y="7740"/>
                  <a:pt x="5309" y="8018"/>
                  <a:pt x="5573" y="8490"/>
                </a:cubicBezTo>
                <a:lnTo>
                  <a:pt x="5573" y="9844"/>
                </a:lnTo>
                <a:lnTo>
                  <a:pt x="5573" y="9844"/>
                </a:lnTo>
                <a:cubicBezTo>
                  <a:pt x="5265" y="9458"/>
                  <a:pt x="4865" y="9166"/>
                  <a:pt x="4406" y="8978"/>
                </a:cubicBezTo>
                <a:cubicBezTo>
                  <a:pt x="4049" y="8823"/>
                  <a:pt x="3668" y="8751"/>
                  <a:pt x="3275" y="8751"/>
                </a:cubicBezTo>
                <a:cubicBezTo>
                  <a:pt x="3180" y="8751"/>
                  <a:pt x="3061" y="8751"/>
                  <a:pt x="2954" y="8763"/>
                </a:cubicBezTo>
                <a:lnTo>
                  <a:pt x="2977" y="8740"/>
                </a:lnTo>
                <a:cubicBezTo>
                  <a:pt x="3037" y="8680"/>
                  <a:pt x="3037" y="8561"/>
                  <a:pt x="2977" y="8501"/>
                </a:cubicBezTo>
                <a:cubicBezTo>
                  <a:pt x="2948" y="8472"/>
                  <a:pt x="2903" y="8457"/>
                  <a:pt x="2858" y="8457"/>
                </a:cubicBezTo>
                <a:cubicBezTo>
                  <a:pt x="2814" y="8457"/>
                  <a:pt x="2769" y="8472"/>
                  <a:pt x="2739" y="8501"/>
                </a:cubicBezTo>
                <a:lnTo>
                  <a:pt x="2716" y="8525"/>
                </a:lnTo>
                <a:cubicBezTo>
                  <a:pt x="2775" y="8037"/>
                  <a:pt x="2704" y="7549"/>
                  <a:pt x="2501" y="7085"/>
                </a:cubicBezTo>
                <a:cubicBezTo>
                  <a:pt x="2311" y="6620"/>
                  <a:pt x="2013" y="6227"/>
                  <a:pt x="1632" y="5906"/>
                </a:cubicBezTo>
                <a:close/>
                <a:moveTo>
                  <a:pt x="7165" y="7740"/>
                </a:moveTo>
                <a:cubicBezTo>
                  <a:pt x="7297" y="7740"/>
                  <a:pt x="7430" y="7759"/>
                  <a:pt x="7561" y="7799"/>
                </a:cubicBezTo>
                <a:lnTo>
                  <a:pt x="8538" y="8763"/>
                </a:lnTo>
                <a:cubicBezTo>
                  <a:pt x="8447" y="8757"/>
                  <a:pt x="8357" y="8754"/>
                  <a:pt x="8267" y="8754"/>
                </a:cubicBezTo>
                <a:cubicBezTo>
                  <a:pt x="7861" y="8754"/>
                  <a:pt x="7465" y="8822"/>
                  <a:pt x="7085" y="8978"/>
                </a:cubicBezTo>
                <a:cubicBezTo>
                  <a:pt x="6633" y="9168"/>
                  <a:pt x="6228" y="9466"/>
                  <a:pt x="5918" y="9847"/>
                </a:cubicBezTo>
                <a:lnTo>
                  <a:pt x="5918" y="8490"/>
                </a:lnTo>
                <a:cubicBezTo>
                  <a:pt x="6173" y="8018"/>
                  <a:pt x="6660" y="7740"/>
                  <a:pt x="7165" y="7740"/>
                </a:cubicBezTo>
                <a:close/>
                <a:moveTo>
                  <a:pt x="5752" y="0"/>
                </a:moveTo>
                <a:cubicBezTo>
                  <a:pt x="5656" y="0"/>
                  <a:pt x="5585" y="72"/>
                  <a:pt x="5585" y="167"/>
                </a:cubicBezTo>
                <a:lnTo>
                  <a:pt x="5585" y="1024"/>
                </a:lnTo>
                <a:cubicBezTo>
                  <a:pt x="5299" y="1560"/>
                  <a:pt x="4847" y="1977"/>
                  <a:pt x="4287" y="2203"/>
                </a:cubicBezTo>
                <a:cubicBezTo>
                  <a:pt x="3970" y="2334"/>
                  <a:pt x="3626" y="2397"/>
                  <a:pt x="3281" y="2397"/>
                </a:cubicBezTo>
                <a:cubicBezTo>
                  <a:pt x="3029" y="2397"/>
                  <a:pt x="2778" y="2364"/>
                  <a:pt x="2537" y="2298"/>
                </a:cubicBezTo>
                <a:lnTo>
                  <a:pt x="1918" y="1679"/>
                </a:lnTo>
                <a:cubicBezTo>
                  <a:pt x="1894" y="1649"/>
                  <a:pt x="1849" y="1634"/>
                  <a:pt x="1803" y="1634"/>
                </a:cubicBezTo>
                <a:cubicBezTo>
                  <a:pt x="1757" y="1634"/>
                  <a:pt x="1709" y="1649"/>
                  <a:pt x="1680" y="1679"/>
                </a:cubicBezTo>
                <a:cubicBezTo>
                  <a:pt x="1620" y="1739"/>
                  <a:pt x="1620" y="1858"/>
                  <a:pt x="1680" y="1917"/>
                </a:cubicBezTo>
                <a:lnTo>
                  <a:pt x="2299" y="2536"/>
                </a:lnTo>
                <a:cubicBezTo>
                  <a:pt x="2477" y="3108"/>
                  <a:pt x="2442" y="3727"/>
                  <a:pt x="2204" y="4287"/>
                </a:cubicBezTo>
                <a:cubicBezTo>
                  <a:pt x="1977" y="4834"/>
                  <a:pt x="1549" y="5299"/>
                  <a:pt x="1025" y="5584"/>
                </a:cubicBezTo>
                <a:lnTo>
                  <a:pt x="168" y="5584"/>
                </a:lnTo>
                <a:cubicBezTo>
                  <a:pt x="84" y="5584"/>
                  <a:pt x="1" y="5656"/>
                  <a:pt x="1" y="5751"/>
                </a:cubicBezTo>
                <a:cubicBezTo>
                  <a:pt x="1" y="5834"/>
                  <a:pt x="84" y="5906"/>
                  <a:pt x="168" y="5906"/>
                </a:cubicBezTo>
                <a:lnTo>
                  <a:pt x="1025" y="5906"/>
                </a:lnTo>
                <a:cubicBezTo>
                  <a:pt x="1573" y="6192"/>
                  <a:pt x="1977" y="6656"/>
                  <a:pt x="2204" y="7204"/>
                </a:cubicBezTo>
                <a:cubicBezTo>
                  <a:pt x="2430" y="7751"/>
                  <a:pt x="2465" y="8382"/>
                  <a:pt x="2299" y="8966"/>
                </a:cubicBezTo>
                <a:lnTo>
                  <a:pt x="1680" y="9573"/>
                </a:lnTo>
                <a:cubicBezTo>
                  <a:pt x="1620" y="9632"/>
                  <a:pt x="1620" y="9752"/>
                  <a:pt x="1680" y="9811"/>
                </a:cubicBezTo>
                <a:cubicBezTo>
                  <a:pt x="1715" y="9835"/>
                  <a:pt x="1763" y="9859"/>
                  <a:pt x="1799" y="9859"/>
                </a:cubicBezTo>
                <a:cubicBezTo>
                  <a:pt x="1846" y="9859"/>
                  <a:pt x="1894" y="9835"/>
                  <a:pt x="1918" y="9811"/>
                </a:cubicBezTo>
                <a:lnTo>
                  <a:pt x="2537" y="9204"/>
                </a:lnTo>
                <a:cubicBezTo>
                  <a:pt x="2786" y="9126"/>
                  <a:pt x="3044" y="9087"/>
                  <a:pt x="3302" y="9087"/>
                </a:cubicBezTo>
                <a:cubicBezTo>
                  <a:pt x="3636" y="9087"/>
                  <a:pt x="3971" y="9153"/>
                  <a:pt x="4287" y="9287"/>
                </a:cubicBezTo>
                <a:cubicBezTo>
                  <a:pt x="4835" y="9513"/>
                  <a:pt x="5299" y="9942"/>
                  <a:pt x="5585" y="10466"/>
                </a:cubicBezTo>
                <a:lnTo>
                  <a:pt x="5585" y="11323"/>
                </a:lnTo>
                <a:cubicBezTo>
                  <a:pt x="5585" y="11418"/>
                  <a:pt x="5656" y="11490"/>
                  <a:pt x="5752" y="11490"/>
                </a:cubicBezTo>
                <a:cubicBezTo>
                  <a:pt x="5835" y="11490"/>
                  <a:pt x="5906" y="11418"/>
                  <a:pt x="5906" y="11323"/>
                </a:cubicBezTo>
                <a:lnTo>
                  <a:pt x="5906" y="10466"/>
                </a:lnTo>
                <a:cubicBezTo>
                  <a:pt x="6192" y="9930"/>
                  <a:pt x="6656" y="9513"/>
                  <a:pt x="7204" y="9287"/>
                </a:cubicBezTo>
                <a:cubicBezTo>
                  <a:pt x="7522" y="9159"/>
                  <a:pt x="7859" y="9095"/>
                  <a:pt x="8198" y="9095"/>
                </a:cubicBezTo>
                <a:cubicBezTo>
                  <a:pt x="8456" y="9095"/>
                  <a:pt x="8714" y="9132"/>
                  <a:pt x="8966" y="9204"/>
                </a:cubicBezTo>
                <a:lnTo>
                  <a:pt x="9574" y="9811"/>
                </a:lnTo>
                <a:cubicBezTo>
                  <a:pt x="9609" y="9835"/>
                  <a:pt x="9645" y="9859"/>
                  <a:pt x="9693" y="9859"/>
                </a:cubicBezTo>
                <a:cubicBezTo>
                  <a:pt x="9740" y="9859"/>
                  <a:pt x="9776" y="9835"/>
                  <a:pt x="9812" y="9811"/>
                </a:cubicBezTo>
                <a:cubicBezTo>
                  <a:pt x="9871" y="9752"/>
                  <a:pt x="9871" y="9632"/>
                  <a:pt x="9812" y="9573"/>
                </a:cubicBezTo>
                <a:lnTo>
                  <a:pt x="9204" y="8966"/>
                </a:lnTo>
                <a:cubicBezTo>
                  <a:pt x="9026" y="8382"/>
                  <a:pt x="9050" y="7775"/>
                  <a:pt x="9288" y="7204"/>
                </a:cubicBezTo>
                <a:cubicBezTo>
                  <a:pt x="9514" y="6656"/>
                  <a:pt x="9943" y="6192"/>
                  <a:pt x="10466" y="5906"/>
                </a:cubicBezTo>
                <a:lnTo>
                  <a:pt x="11324" y="5906"/>
                </a:lnTo>
                <a:cubicBezTo>
                  <a:pt x="11419" y="5906"/>
                  <a:pt x="11490" y="5834"/>
                  <a:pt x="11490" y="5751"/>
                </a:cubicBezTo>
                <a:cubicBezTo>
                  <a:pt x="11490" y="5656"/>
                  <a:pt x="11419" y="5584"/>
                  <a:pt x="11336" y="5584"/>
                </a:cubicBezTo>
                <a:lnTo>
                  <a:pt x="10466" y="5584"/>
                </a:lnTo>
                <a:cubicBezTo>
                  <a:pt x="9931" y="5299"/>
                  <a:pt x="9514" y="4834"/>
                  <a:pt x="9288" y="4287"/>
                </a:cubicBezTo>
                <a:cubicBezTo>
                  <a:pt x="9073" y="3739"/>
                  <a:pt x="9038" y="3108"/>
                  <a:pt x="9204" y="2536"/>
                </a:cubicBezTo>
                <a:lnTo>
                  <a:pt x="9812" y="1917"/>
                </a:lnTo>
                <a:cubicBezTo>
                  <a:pt x="9871" y="1858"/>
                  <a:pt x="9871" y="1739"/>
                  <a:pt x="9812" y="1679"/>
                </a:cubicBezTo>
                <a:cubicBezTo>
                  <a:pt x="9782" y="1649"/>
                  <a:pt x="9737" y="1634"/>
                  <a:pt x="9693" y="1634"/>
                </a:cubicBezTo>
                <a:cubicBezTo>
                  <a:pt x="9648" y="1634"/>
                  <a:pt x="9603" y="1649"/>
                  <a:pt x="9574" y="1679"/>
                </a:cubicBezTo>
                <a:lnTo>
                  <a:pt x="8966" y="2298"/>
                </a:lnTo>
                <a:cubicBezTo>
                  <a:pt x="8720" y="2374"/>
                  <a:pt x="8470" y="2411"/>
                  <a:pt x="8220" y="2411"/>
                </a:cubicBezTo>
                <a:cubicBezTo>
                  <a:pt x="7877" y="2411"/>
                  <a:pt x="7535" y="2341"/>
                  <a:pt x="7204" y="2203"/>
                </a:cubicBezTo>
                <a:cubicBezTo>
                  <a:pt x="6656" y="1977"/>
                  <a:pt x="6192" y="1548"/>
                  <a:pt x="5918" y="1024"/>
                </a:cubicBezTo>
                <a:lnTo>
                  <a:pt x="5918" y="167"/>
                </a:lnTo>
                <a:cubicBezTo>
                  <a:pt x="5918" y="72"/>
                  <a:pt x="5835" y="0"/>
                  <a:pt x="5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67"/>
          <p:cNvSpPr/>
          <p:nvPr/>
        </p:nvSpPr>
        <p:spPr>
          <a:xfrm>
            <a:off x="880141" y="2962490"/>
            <a:ext cx="323520" cy="367360"/>
          </a:xfrm>
          <a:custGeom>
            <a:avLst/>
            <a:gdLst/>
            <a:ahLst/>
            <a:cxnLst/>
            <a:rect l="l" t="t" r="r" b="b"/>
            <a:pathLst>
              <a:path w="10110" h="11480" extrusionOk="0">
                <a:moveTo>
                  <a:pt x="4240" y="2681"/>
                </a:moveTo>
                <a:cubicBezTo>
                  <a:pt x="4347" y="2681"/>
                  <a:pt x="4442" y="2777"/>
                  <a:pt x="4442" y="2872"/>
                </a:cubicBezTo>
                <a:cubicBezTo>
                  <a:pt x="4442" y="2979"/>
                  <a:pt x="4347" y="3062"/>
                  <a:pt x="4240" y="3062"/>
                </a:cubicBezTo>
                <a:cubicBezTo>
                  <a:pt x="4144" y="3050"/>
                  <a:pt x="4049" y="2979"/>
                  <a:pt x="4049" y="2872"/>
                </a:cubicBezTo>
                <a:cubicBezTo>
                  <a:pt x="4049" y="2765"/>
                  <a:pt x="4144" y="2681"/>
                  <a:pt x="4240" y="2681"/>
                </a:cubicBezTo>
                <a:close/>
                <a:moveTo>
                  <a:pt x="5692" y="2681"/>
                </a:moveTo>
                <a:cubicBezTo>
                  <a:pt x="5787" y="2681"/>
                  <a:pt x="5883" y="2777"/>
                  <a:pt x="5883" y="2872"/>
                </a:cubicBezTo>
                <a:cubicBezTo>
                  <a:pt x="5883" y="2979"/>
                  <a:pt x="5787" y="3062"/>
                  <a:pt x="5692" y="3062"/>
                </a:cubicBezTo>
                <a:cubicBezTo>
                  <a:pt x="5585" y="3062"/>
                  <a:pt x="5490" y="2979"/>
                  <a:pt x="5490" y="2872"/>
                </a:cubicBezTo>
                <a:cubicBezTo>
                  <a:pt x="5490" y="2777"/>
                  <a:pt x="5585" y="2681"/>
                  <a:pt x="5692" y="2681"/>
                </a:cubicBezTo>
                <a:close/>
                <a:moveTo>
                  <a:pt x="4978" y="1788"/>
                </a:moveTo>
                <a:cubicBezTo>
                  <a:pt x="5299" y="1788"/>
                  <a:pt x="5585" y="2038"/>
                  <a:pt x="5752" y="2348"/>
                </a:cubicBezTo>
                <a:lnTo>
                  <a:pt x="5692" y="2348"/>
                </a:lnTo>
                <a:cubicBezTo>
                  <a:pt x="5394" y="2348"/>
                  <a:pt x="5168" y="2598"/>
                  <a:pt x="5168" y="2872"/>
                </a:cubicBezTo>
                <a:cubicBezTo>
                  <a:pt x="5168" y="3158"/>
                  <a:pt x="5371" y="3384"/>
                  <a:pt x="5656" y="3396"/>
                </a:cubicBezTo>
                <a:cubicBezTo>
                  <a:pt x="5478" y="3539"/>
                  <a:pt x="5228" y="3598"/>
                  <a:pt x="4990" y="3598"/>
                </a:cubicBezTo>
                <a:cubicBezTo>
                  <a:pt x="4751" y="3598"/>
                  <a:pt x="4466" y="3539"/>
                  <a:pt x="4287" y="3396"/>
                </a:cubicBezTo>
                <a:cubicBezTo>
                  <a:pt x="4561" y="3384"/>
                  <a:pt x="4775" y="3146"/>
                  <a:pt x="4775" y="2872"/>
                </a:cubicBezTo>
                <a:cubicBezTo>
                  <a:pt x="4775" y="2574"/>
                  <a:pt x="4537" y="2348"/>
                  <a:pt x="4263" y="2348"/>
                </a:cubicBezTo>
                <a:lnTo>
                  <a:pt x="4204" y="2348"/>
                </a:lnTo>
                <a:cubicBezTo>
                  <a:pt x="4359" y="2038"/>
                  <a:pt x="4644" y="1788"/>
                  <a:pt x="4978" y="1788"/>
                </a:cubicBezTo>
                <a:close/>
                <a:moveTo>
                  <a:pt x="4978" y="3943"/>
                </a:moveTo>
                <a:cubicBezTo>
                  <a:pt x="5275" y="3943"/>
                  <a:pt x="5525" y="4455"/>
                  <a:pt x="5525" y="5039"/>
                </a:cubicBezTo>
                <a:cubicBezTo>
                  <a:pt x="5525" y="5610"/>
                  <a:pt x="5252" y="6122"/>
                  <a:pt x="4978" y="6122"/>
                </a:cubicBezTo>
                <a:cubicBezTo>
                  <a:pt x="4680" y="6122"/>
                  <a:pt x="4418" y="5610"/>
                  <a:pt x="4418" y="5039"/>
                </a:cubicBezTo>
                <a:cubicBezTo>
                  <a:pt x="4418" y="4455"/>
                  <a:pt x="4680" y="3943"/>
                  <a:pt x="4978" y="3943"/>
                </a:cubicBezTo>
                <a:close/>
                <a:moveTo>
                  <a:pt x="5064" y="6488"/>
                </a:moveTo>
                <a:cubicBezTo>
                  <a:pt x="5446" y="6488"/>
                  <a:pt x="5749" y="6618"/>
                  <a:pt x="6002" y="6848"/>
                </a:cubicBezTo>
                <a:cubicBezTo>
                  <a:pt x="6204" y="7063"/>
                  <a:pt x="6347" y="7360"/>
                  <a:pt x="6406" y="7706"/>
                </a:cubicBezTo>
                <a:cubicBezTo>
                  <a:pt x="6311" y="7789"/>
                  <a:pt x="6192" y="7860"/>
                  <a:pt x="6049" y="7920"/>
                </a:cubicBezTo>
                <a:cubicBezTo>
                  <a:pt x="5954" y="7956"/>
                  <a:pt x="5906" y="8051"/>
                  <a:pt x="5954" y="8146"/>
                </a:cubicBezTo>
                <a:cubicBezTo>
                  <a:pt x="5990" y="8206"/>
                  <a:pt x="6049" y="8253"/>
                  <a:pt x="6109" y="8253"/>
                </a:cubicBezTo>
                <a:cubicBezTo>
                  <a:pt x="6121" y="8253"/>
                  <a:pt x="6145" y="8253"/>
                  <a:pt x="6168" y="8230"/>
                </a:cubicBezTo>
                <a:cubicBezTo>
                  <a:pt x="6252" y="8194"/>
                  <a:pt x="6347" y="8158"/>
                  <a:pt x="6418" y="8111"/>
                </a:cubicBezTo>
                <a:lnTo>
                  <a:pt x="6418" y="8111"/>
                </a:lnTo>
                <a:cubicBezTo>
                  <a:pt x="6418" y="8408"/>
                  <a:pt x="6347" y="8753"/>
                  <a:pt x="6216" y="9063"/>
                </a:cubicBezTo>
                <a:cubicBezTo>
                  <a:pt x="6073" y="9158"/>
                  <a:pt x="5894" y="9230"/>
                  <a:pt x="5692" y="9289"/>
                </a:cubicBezTo>
                <a:cubicBezTo>
                  <a:pt x="5597" y="9325"/>
                  <a:pt x="5537" y="9408"/>
                  <a:pt x="5561" y="9492"/>
                </a:cubicBezTo>
                <a:cubicBezTo>
                  <a:pt x="5585" y="9575"/>
                  <a:pt x="5656" y="9611"/>
                  <a:pt x="5728" y="9611"/>
                </a:cubicBezTo>
                <a:lnTo>
                  <a:pt x="5775" y="9611"/>
                </a:lnTo>
                <a:cubicBezTo>
                  <a:pt x="5847" y="9599"/>
                  <a:pt x="5918" y="9575"/>
                  <a:pt x="6002" y="9539"/>
                </a:cubicBezTo>
                <a:lnTo>
                  <a:pt x="6002" y="9539"/>
                </a:lnTo>
                <a:cubicBezTo>
                  <a:pt x="5966" y="9599"/>
                  <a:pt x="5942" y="9646"/>
                  <a:pt x="5906" y="9706"/>
                </a:cubicBezTo>
                <a:cubicBezTo>
                  <a:pt x="5609" y="10170"/>
                  <a:pt x="5252" y="10444"/>
                  <a:pt x="4966" y="10444"/>
                </a:cubicBezTo>
                <a:cubicBezTo>
                  <a:pt x="4692" y="10444"/>
                  <a:pt x="4335" y="10170"/>
                  <a:pt x="4037" y="9706"/>
                </a:cubicBezTo>
                <a:cubicBezTo>
                  <a:pt x="4001" y="9646"/>
                  <a:pt x="3978" y="9599"/>
                  <a:pt x="3942" y="9539"/>
                </a:cubicBezTo>
                <a:lnTo>
                  <a:pt x="3942" y="9539"/>
                </a:lnTo>
                <a:cubicBezTo>
                  <a:pt x="4251" y="9646"/>
                  <a:pt x="4609" y="9706"/>
                  <a:pt x="4966" y="9706"/>
                </a:cubicBezTo>
                <a:cubicBezTo>
                  <a:pt x="5061" y="9706"/>
                  <a:pt x="5132" y="9634"/>
                  <a:pt x="5132" y="9539"/>
                </a:cubicBezTo>
                <a:cubicBezTo>
                  <a:pt x="5132" y="9456"/>
                  <a:pt x="5061" y="9373"/>
                  <a:pt x="4966" y="9373"/>
                </a:cubicBezTo>
                <a:cubicBezTo>
                  <a:pt x="4478" y="9373"/>
                  <a:pt x="4037" y="9277"/>
                  <a:pt x="3716" y="9063"/>
                </a:cubicBezTo>
                <a:cubicBezTo>
                  <a:pt x="3597" y="8753"/>
                  <a:pt x="3525" y="8408"/>
                  <a:pt x="3525" y="8111"/>
                </a:cubicBezTo>
                <a:lnTo>
                  <a:pt x="3525" y="8111"/>
                </a:lnTo>
                <a:cubicBezTo>
                  <a:pt x="3882" y="8325"/>
                  <a:pt x="4418" y="8456"/>
                  <a:pt x="4966" y="8456"/>
                </a:cubicBezTo>
                <a:cubicBezTo>
                  <a:pt x="5085" y="8456"/>
                  <a:pt x="5228" y="8456"/>
                  <a:pt x="5347" y="8444"/>
                </a:cubicBezTo>
                <a:cubicBezTo>
                  <a:pt x="5430" y="8420"/>
                  <a:pt x="5502" y="8349"/>
                  <a:pt x="5490" y="8265"/>
                </a:cubicBezTo>
                <a:cubicBezTo>
                  <a:pt x="5479" y="8177"/>
                  <a:pt x="5416" y="8109"/>
                  <a:pt x="5332" y="8109"/>
                </a:cubicBezTo>
                <a:cubicBezTo>
                  <a:pt x="5325" y="8109"/>
                  <a:pt x="5318" y="8110"/>
                  <a:pt x="5311" y="8111"/>
                </a:cubicBezTo>
                <a:cubicBezTo>
                  <a:pt x="5192" y="8122"/>
                  <a:pt x="5085" y="8122"/>
                  <a:pt x="4966" y="8122"/>
                </a:cubicBezTo>
                <a:cubicBezTo>
                  <a:pt x="4394" y="8122"/>
                  <a:pt x="3835" y="7980"/>
                  <a:pt x="3537" y="7741"/>
                </a:cubicBezTo>
                <a:cubicBezTo>
                  <a:pt x="3597" y="7384"/>
                  <a:pt x="3739" y="7087"/>
                  <a:pt x="3942" y="6872"/>
                </a:cubicBezTo>
                <a:cubicBezTo>
                  <a:pt x="4192" y="6622"/>
                  <a:pt x="4549" y="6491"/>
                  <a:pt x="4966" y="6491"/>
                </a:cubicBezTo>
                <a:cubicBezTo>
                  <a:pt x="4999" y="6489"/>
                  <a:pt x="5032" y="6488"/>
                  <a:pt x="5064" y="6488"/>
                </a:cubicBezTo>
                <a:close/>
                <a:moveTo>
                  <a:pt x="2134" y="1"/>
                </a:moveTo>
                <a:cubicBezTo>
                  <a:pt x="2057" y="1"/>
                  <a:pt x="1976" y="57"/>
                  <a:pt x="1965" y="133"/>
                </a:cubicBezTo>
                <a:cubicBezTo>
                  <a:pt x="1954" y="229"/>
                  <a:pt x="2013" y="312"/>
                  <a:pt x="2096" y="324"/>
                </a:cubicBezTo>
                <a:cubicBezTo>
                  <a:pt x="2644" y="431"/>
                  <a:pt x="3216" y="1145"/>
                  <a:pt x="3561" y="1776"/>
                </a:cubicBezTo>
                <a:cubicBezTo>
                  <a:pt x="3620" y="1884"/>
                  <a:pt x="3739" y="1955"/>
                  <a:pt x="3859" y="1955"/>
                </a:cubicBezTo>
                <a:lnTo>
                  <a:pt x="4085" y="1955"/>
                </a:lnTo>
                <a:cubicBezTo>
                  <a:pt x="3870" y="2217"/>
                  <a:pt x="3763" y="2550"/>
                  <a:pt x="3763" y="2860"/>
                </a:cubicBezTo>
                <a:cubicBezTo>
                  <a:pt x="3763" y="3205"/>
                  <a:pt x="3906" y="3467"/>
                  <a:pt x="4156" y="3669"/>
                </a:cubicBezTo>
                <a:cubicBezTo>
                  <a:pt x="4263" y="3741"/>
                  <a:pt x="4382" y="3800"/>
                  <a:pt x="4513" y="3848"/>
                </a:cubicBezTo>
                <a:cubicBezTo>
                  <a:pt x="4406" y="3967"/>
                  <a:pt x="4323" y="4110"/>
                  <a:pt x="4263" y="4289"/>
                </a:cubicBezTo>
                <a:lnTo>
                  <a:pt x="2513" y="3812"/>
                </a:lnTo>
                <a:cubicBezTo>
                  <a:pt x="2454" y="3800"/>
                  <a:pt x="2394" y="3765"/>
                  <a:pt x="2358" y="3729"/>
                </a:cubicBezTo>
                <a:lnTo>
                  <a:pt x="834" y="2205"/>
                </a:lnTo>
                <a:cubicBezTo>
                  <a:pt x="805" y="2175"/>
                  <a:pt x="760" y="2160"/>
                  <a:pt x="715" y="2160"/>
                </a:cubicBezTo>
                <a:cubicBezTo>
                  <a:pt x="671" y="2160"/>
                  <a:pt x="626" y="2175"/>
                  <a:pt x="596" y="2205"/>
                </a:cubicBezTo>
                <a:cubicBezTo>
                  <a:pt x="537" y="2265"/>
                  <a:pt x="537" y="2384"/>
                  <a:pt x="596" y="2443"/>
                </a:cubicBezTo>
                <a:lnTo>
                  <a:pt x="2120" y="3967"/>
                </a:lnTo>
                <a:cubicBezTo>
                  <a:pt x="2204" y="4050"/>
                  <a:pt x="2311" y="4110"/>
                  <a:pt x="2430" y="4146"/>
                </a:cubicBezTo>
                <a:lnTo>
                  <a:pt x="4180" y="4622"/>
                </a:lnTo>
                <a:cubicBezTo>
                  <a:pt x="4156" y="4753"/>
                  <a:pt x="4156" y="4884"/>
                  <a:pt x="4156" y="5015"/>
                </a:cubicBezTo>
                <a:cubicBezTo>
                  <a:pt x="4156" y="5074"/>
                  <a:pt x="4156" y="5158"/>
                  <a:pt x="4168" y="5217"/>
                </a:cubicBezTo>
                <a:lnTo>
                  <a:pt x="2501" y="5217"/>
                </a:lnTo>
                <a:cubicBezTo>
                  <a:pt x="2382" y="5217"/>
                  <a:pt x="2251" y="5241"/>
                  <a:pt x="2144" y="5301"/>
                </a:cubicBezTo>
                <a:lnTo>
                  <a:pt x="108" y="6491"/>
                </a:lnTo>
                <a:cubicBezTo>
                  <a:pt x="37" y="6539"/>
                  <a:pt x="1" y="6646"/>
                  <a:pt x="49" y="6717"/>
                </a:cubicBezTo>
                <a:cubicBezTo>
                  <a:pt x="72" y="6777"/>
                  <a:pt x="132" y="6801"/>
                  <a:pt x="191" y="6801"/>
                </a:cubicBezTo>
                <a:cubicBezTo>
                  <a:pt x="227" y="6801"/>
                  <a:pt x="251" y="6801"/>
                  <a:pt x="287" y="6777"/>
                </a:cubicBezTo>
                <a:lnTo>
                  <a:pt x="2323" y="5586"/>
                </a:lnTo>
                <a:cubicBezTo>
                  <a:pt x="2382" y="5551"/>
                  <a:pt x="2442" y="5539"/>
                  <a:pt x="2513" y="5539"/>
                </a:cubicBezTo>
                <a:lnTo>
                  <a:pt x="4240" y="5539"/>
                </a:lnTo>
                <a:cubicBezTo>
                  <a:pt x="4299" y="5789"/>
                  <a:pt x="4406" y="6015"/>
                  <a:pt x="4537" y="6170"/>
                </a:cubicBezTo>
                <a:cubicBezTo>
                  <a:pt x="4263" y="6241"/>
                  <a:pt x="4001" y="6384"/>
                  <a:pt x="3799" y="6587"/>
                </a:cubicBezTo>
                <a:cubicBezTo>
                  <a:pt x="3668" y="6717"/>
                  <a:pt x="3549" y="6884"/>
                  <a:pt x="3466" y="7075"/>
                </a:cubicBezTo>
                <a:lnTo>
                  <a:pt x="2418" y="7837"/>
                </a:lnTo>
                <a:cubicBezTo>
                  <a:pt x="2299" y="7920"/>
                  <a:pt x="2204" y="8039"/>
                  <a:pt x="2156" y="8194"/>
                </a:cubicBezTo>
                <a:lnTo>
                  <a:pt x="1132" y="11254"/>
                </a:lnTo>
                <a:cubicBezTo>
                  <a:pt x="1108" y="11349"/>
                  <a:pt x="1144" y="11432"/>
                  <a:pt x="1239" y="11468"/>
                </a:cubicBezTo>
                <a:cubicBezTo>
                  <a:pt x="1251" y="11468"/>
                  <a:pt x="1263" y="11480"/>
                  <a:pt x="1299" y="11480"/>
                </a:cubicBezTo>
                <a:cubicBezTo>
                  <a:pt x="1370" y="11480"/>
                  <a:pt x="1430" y="11432"/>
                  <a:pt x="1465" y="11361"/>
                </a:cubicBezTo>
                <a:lnTo>
                  <a:pt x="2489" y="8289"/>
                </a:lnTo>
                <a:cubicBezTo>
                  <a:pt x="2513" y="8218"/>
                  <a:pt x="2561" y="8158"/>
                  <a:pt x="2620" y="8111"/>
                </a:cubicBezTo>
                <a:lnTo>
                  <a:pt x="3323" y="7610"/>
                </a:lnTo>
                <a:lnTo>
                  <a:pt x="3323" y="7610"/>
                </a:lnTo>
                <a:cubicBezTo>
                  <a:pt x="3287" y="7741"/>
                  <a:pt x="3287" y="7896"/>
                  <a:pt x="3287" y="8039"/>
                </a:cubicBezTo>
                <a:cubicBezTo>
                  <a:pt x="3287" y="9301"/>
                  <a:pt x="4240" y="10766"/>
                  <a:pt x="5073" y="10766"/>
                </a:cubicBezTo>
                <a:cubicBezTo>
                  <a:pt x="5906" y="10766"/>
                  <a:pt x="6859" y="9325"/>
                  <a:pt x="6859" y="8039"/>
                </a:cubicBezTo>
                <a:cubicBezTo>
                  <a:pt x="6859" y="7896"/>
                  <a:pt x="6847" y="7741"/>
                  <a:pt x="6835" y="7610"/>
                </a:cubicBezTo>
                <a:lnTo>
                  <a:pt x="6835" y="7610"/>
                </a:lnTo>
                <a:lnTo>
                  <a:pt x="7538" y="8111"/>
                </a:lnTo>
                <a:cubicBezTo>
                  <a:pt x="7597" y="8158"/>
                  <a:pt x="7633" y="8218"/>
                  <a:pt x="7669" y="8289"/>
                </a:cubicBezTo>
                <a:lnTo>
                  <a:pt x="8692" y="11361"/>
                </a:lnTo>
                <a:cubicBezTo>
                  <a:pt x="8728" y="11432"/>
                  <a:pt x="8788" y="11480"/>
                  <a:pt x="8859" y="11480"/>
                </a:cubicBezTo>
                <a:cubicBezTo>
                  <a:pt x="8871" y="11480"/>
                  <a:pt x="8883" y="11480"/>
                  <a:pt x="8919" y="11468"/>
                </a:cubicBezTo>
                <a:cubicBezTo>
                  <a:pt x="9002" y="11432"/>
                  <a:pt x="9050" y="11349"/>
                  <a:pt x="9026" y="11254"/>
                </a:cubicBezTo>
                <a:lnTo>
                  <a:pt x="7990" y="8194"/>
                </a:lnTo>
                <a:cubicBezTo>
                  <a:pt x="7954" y="8039"/>
                  <a:pt x="7859" y="7920"/>
                  <a:pt x="7740" y="7837"/>
                </a:cubicBezTo>
                <a:lnTo>
                  <a:pt x="6680" y="7075"/>
                </a:lnTo>
                <a:cubicBezTo>
                  <a:pt x="6597" y="6884"/>
                  <a:pt x="6490" y="6717"/>
                  <a:pt x="6359" y="6587"/>
                </a:cubicBezTo>
                <a:cubicBezTo>
                  <a:pt x="6145" y="6372"/>
                  <a:pt x="5906" y="6241"/>
                  <a:pt x="5609" y="6170"/>
                </a:cubicBezTo>
                <a:cubicBezTo>
                  <a:pt x="5752" y="6003"/>
                  <a:pt x="5847" y="5789"/>
                  <a:pt x="5906" y="5539"/>
                </a:cubicBezTo>
                <a:lnTo>
                  <a:pt x="7633" y="5539"/>
                </a:lnTo>
                <a:cubicBezTo>
                  <a:pt x="7692" y="5539"/>
                  <a:pt x="7776" y="5551"/>
                  <a:pt x="7835" y="5586"/>
                </a:cubicBezTo>
                <a:lnTo>
                  <a:pt x="9871" y="6777"/>
                </a:lnTo>
                <a:cubicBezTo>
                  <a:pt x="9895" y="6789"/>
                  <a:pt x="9931" y="6801"/>
                  <a:pt x="9955" y="6801"/>
                </a:cubicBezTo>
                <a:cubicBezTo>
                  <a:pt x="10014" y="6801"/>
                  <a:pt x="10074" y="6777"/>
                  <a:pt x="10109" y="6717"/>
                </a:cubicBezTo>
                <a:cubicBezTo>
                  <a:pt x="10014" y="6658"/>
                  <a:pt x="9990" y="6551"/>
                  <a:pt x="9919" y="6503"/>
                </a:cubicBezTo>
                <a:lnTo>
                  <a:pt x="7871" y="5313"/>
                </a:lnTo>
                <a:cubicBezTo>
                  <a:pt x="7776" y="5253"/>
                  <a:pt x="7633" y="5229"/>
                  <a:pt x="7514" y="5229"/>
                </a:cubicBezTo>
                <a:lnTo>
                  <a:pt x="5847" y="5229"/>
                </a:lnTo>
                <a:cubicBezTo>
                  <a:pt x="5847" y="5170"/>
                  <a:pt x="5871" y="5110"/>
                  <a:pt x="5871" y="5039"/>
                </a:cubicBezTo>
                <a:cubicBezTo>
                  <a:pt x="5871" y="4896"/>
                  <a:pt x="5847" y="4765"/>
                  <a:pt x="5835" y="4634"/>
                </a:cubicBezTo>
                <a:lnTo>
                  <a:pt x="7597" y="4158"/>
                </a:lnTo>
                <a:cubicBezTo>
                  <a:pt x="7716" y="4122"/>
                  <a:pt x="7811" y="4062"/>
                  <a:pt x="7907" y="3979"/>
                </a:cubicBezTo>
                <a:lnTo>
                  <a:pt x="9419" y="2455"/>
                </a:lnTo>
                <a:cubicBezTo>
                  <a:pt x="9478" y="2396"/>
                  <a:pt x="9478" y="2276"/>
                  <a:pt x="9419" y="2217"/>
                </a:cubicBezTo>
                <a:cubicBezTo>
                  <a:pt x="9389" y="2187"/>
                  <a:pt x="9344" y="2172"/>
                  <a:pt x="9300" y="2172"/>
                </a:cubicBezTo>
                <a:cubicBezTo>
                  <a:pt x="9255" y="2172"/>
                  <a:pt x="9210" y="2187"/>
                  <a:pt x="9181" y="2217"/>
                </a:cubicBezTo>
                <a:lnTo>
                  <a:pt x="7657" y="3729"/>
                </a:lnTo>
                <a:cubicBezTo>
                  <a:pt x="7609" y="3765"/>
                  <a:pt x="7549" y="3800"/>
                  <a:pt x="7490" y="3812"/>
                </a:cubicBezTo>
                <a:lnTo>
                  <a:pt x="5752" y="4289"/>
                </a:lnTo>
                <a:cubicBezTo>
                  <a:pt x="5692" y="4110"/>
                  <a:pt x="5597" y="3967"/>
                  <a:pt x="5490" y="3848"/>
                </a:cubicBezTo>
                <a:cubicBezTo>
                  <a:pt x="5633" y="3800"/>
                  <a:pt x="5752" y="3741"/>
                  <a:pt x="5847" y="3669"/>
                </a:cubicBezTo>
                <a:cubicBezTo>
                  <a:pt x="6109" y="3467"/>
                  <a:pt x="6240" y="3193"/>
                  <a:pt x="6240" y="2860"/>
                </a:cubicBezTo>
                <a:cubicBezTo>
                  <a:pt x="6240" y="2550"/>
                  <a:pt x="6121" y="2217"/>
                  <a:pt x="5930" y="1955"/>
                </a:cubicBezTo>
                <a:lnTo>
                  <a:pt x="6145" y="1955"/>
                </a:lnTo>
                <a:cubicBezTo>
                  <a:pt x="6287" y="1955"/>
                  <a:pt x="6383" y="1884"/>
                  <a:pt x="6442" y="1776"/>
                </a:cubicBezTo>
                <a:cubicBezTo>
                  <a:pt x="6787" y="1145"/>
                  <a:pt x="7359" y="431"/>
                  <a:pt x="7907" y="324"/>
                </a:cubicBezTo>
                <a:cubicBezTo>
                  <a:pt x="7990" y="312"/>
                  <a:pt x="8050" y="229"/>
                  <a:pt x="8038" y="133"/>
                </a:cubicBezTo>
                <a:cubicBezTo>
                  <a:pt x="8027" y="57"/>
                  <a:pt x="7946" y="1"/>
                  <a:pt x="7869" y="1"/>
                </a:cubicBezTo>
                <a:cubicBezTo>
                  <a:pt x="7861" y="1"/>
                  <a:pt x="7854" y="1"/>
                  <a:pt x="7847" y="2"/>
                </a:cubicBezTo>
                <a:cubicBezTo>
                  <a:pt x="7490" y="74"/>
                  <a:pt x="7121" y="336"/>
                  <a:pt x="6740" y="764"/>
                </a:cubicBezTo>
                <a:cubicBezTo>
                  <a:pt x="6466" y="1086"/>
                  <a:pt x="6252" y="1431"/>
                  <a:pt x="6168" y="1610"/>
                </a:cubicBezTo>
                <a:lnTo>
                  <a:pt x="5585" y="1610"/>
                </a:lnTo>
                <a:cubicBezTo>
                  <a:pt x="5406" y="1491"/>
                  <a:pt x="5216" y="1431"/>
                  <a:pt x="5002" y="1431"/>
                </a:cubicBezTo>
                <a:cubicBezTo>
                  <a:pt x="4799" y="1431"/>
                  <a:pt x="4597" y="1491"/>
                  <a:pt x="4418" y="1610"/>
                </a:cubicBezTo>
                <a:lnTo>
                  <a:pt x="3847" y="1610"/>
                </a:lnTo>
                <a:cubicBezTo>
                  <a:pt x="3739" y="1431"/>
                  <a:pt x="3549" y="1086"/>
                  <a:pt x="3263" y="764"/>
                </a:cubicBezTo>
                <a:cubicBezTo>
                  <a:pt x="2894" y="336"/>
                  <a:pt x="2537" y="74"/>
                  <a:pt x="2156" y="2"/>
                </a:cubicBezTo>
                <a:cubicBezTo>
                  <a:pt x="2149" y="1"/>
                  <a:pt x="2142" y="1"/>
                  <a:pt x="2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76" name="Google Shape;12476;p67"/>
          <p:cNvGrpSpPr/>
          <p:nvPr/>
        </p:nvGrpSpPr>
        <p:grpSpPr>
          <a:xfrm>
            <a:off x="1951149" y="2961402"/>
            <a:ext cx="370368" cy="367328"/>
            <a:chOff x="1951149" y="2885202"/>
            <a:chExt cx="370368" cy="367328"/>
          </a:xfrm>
        </p:grpSpPr>
        <p:sp>
          <p:nvSpPr>
            <p:cNvPr id="12477" name="Google Shape;12477;p67"/>
            <p:cNvSpPr/>
            <p:nvPr/>
          </p:nvSpPr>
          <p:spPr>
            <a:xfrm>
              <a:off x="1951149" y="2885202"/>
              <a:ext cx="370368" cy="367328"/>
            </a:xfrm>
            <a:custGeom>
              <a:avLst/>
              <a:gdLst/>
              <a:ahLst/>
              <a:cxnLst/>
              <a:rect l="l" t="t" r="r" b="b"/>
              <a:pathLst>
                <a:path w="11574" h="11479" extrusionOk="0">
                  <a:moveTo>
                    <a:pt x="4632" y="1287"/>
                  </a:moveTo>
                  <a:cubicBezTo>
                    <a:pt x="4691" y="1358"/>
                    <a:pt x="4727" y="1465"/>
                    <a:pt x="4727" y="1548"/>
                  </a:cubicBezTo>
                  <a:cubicBezTo>
                    <a:pt x="4727" y="1810"/>
                    <a:pt x="4513" y="2013"/>
                    <a:pt x="4263" y="2013"/>
                  </a:cubicBezTo>
                  <a:cubicBezTo>
                    <a:pt x="4072" y="2013"/>
                    <a:pt x="3906" y="1894"/>
                    <a:pt x="3834" y="1715"/>
                  </a:cubicBezTo>
                  <a:cubicBezTo>
                    <a:pt x="4048" y="1537"/>
                    <a:pt x="4334" y="1394"/>
                    <a:pt x="4632" y="1287"/>
                  </a:cubicBezTo>
                  <a:close/>
                  <a:moveTo>
                    <a:pt x="6954" y="1287"/>
                  </a:moveTo>
                  <a:cubicBezTo>
                    <a:pt x="7263" y="1394"/>
                    <a:pt x="7537" y="1537"/>
                    <a:pt x="7763" y="1739"/>
                  </a:cubicBezTo>
                  <a:cubicBezTo>
                    <a:pt x="7680" y="1918"/>
                    <a:pt x="7513" y="2037"/>
                    <a:pt x="7323" y="2037"/>
                  </a:cubicBezTo>
                  <a:cubicBezTo>
                    <a:pt x="7073" y="2037"/>
                    <a:pt x="6870" y="1822"/>
                    <a:pt x="6870" y="1572"/>
                  </a:cubicBezTo>
                  <a:cubicBezTo>
                    <a:pt x="6870" y="1453"/>
                    <a:pt x="6894" y="1358"/>
                    <a:pt x="6954" y="1287"/>
                  </a:cubicBezTo>
                  <a:close/>
                  <a:moveTo>
                    <a:pt x="2477" y="5049"/>
                  </a:moveTo>
                  <a:cubicBezTo>
                    <a:pt x="2620" y="5049"/>
                    <a:pt x="2751" y="5168"/>
                    <a:pt x="2751" y="5335"/>
                  </a:cubicBezTo>
                  <a:cubicBezTo>
                    <a:pt x="2751" y="5501"/>
                    <a:pt x="2632" y="5620"/>
                    <a:pt x="2477" y="5620"/>
                  </a:cubicBezTo>
                  <a:cubicBezTo>
                    <a:pt x="2310" y="5620"/>
                    <a:pt x="2191" y="5489"/>
                    <a:pt x="2191" y="5335"/>
                  </a:cubicBezTo>
                  <a:cubicBezTo>
                    <a:pt x="2191" y="5192"/>
                    <a:pt x="2310" y="5049"/>
                    <a:pt x="2477" y="5049"/>
                  </a:cubicBezTo>
                  <a:close/>
                  <a:moveTo>
                    <a:pt x="9132" y="5049"/>
                  </a:moveTo>
                  <a:cubicBezTo>
                    <a:pt x="9275" y="5049"/>
                    <a:pt x="9406" y="5168"/>
                    <a:pt x="9406" y="5335"/>
                  </a:cubicBezTo>
                  <a:cubicBezTo>
                    <a:pt x="9406" y="5489"/>
                    <a:pt x="9287" y="5620"/>
                    <a:pt x="9132" y="5620"/>
                  </a:cubicBezTo>
                  <a:cubicBezTo>
                    <a:pt x="8978" y="5620"/>
                    <a:pt x="8847" y="5501"/>
                    <a:pt x="8847" y="5335"/>
                  </a:cubicBezTo>
                  <a:cubicBezTo>
                    <a:pt x="8847" y="5192"/>
                    <a:pt x="8966" y="5049"/>
                    <a:pt x="9132" y="5049"/>
                  </a:cubicBezTo>
                  <a:close/>
                  <a:moveTo>
                    <a:pt x="3453" y="9549"/>
                  </a:moveTo>
                  <a:cubicBezTo>
                    <a:pt x="3667" y="9549"/>
                    <a:pt x="3834" y="9716"/>
                    <a:pt x="3834" y="9919"/>
                  </a:cubicBezTo>
                  <a:cubicBezTo>
                    <a:pt x="3834" y="10073"/>
                    <a:pt x="3739" y="10204"/>
                    <a:pt x="3596" y="10264"/>
                  </a:cubicBezTo>
                  <a:cubicBezTo>
                    <a:pt x="3429" y="10109"/>
                    <a:pt x="3263" y="9930"/>
                    <a:pt x="3132" y="9740"/>
                  </a:cubicBezTo>
                  <a:cubicBezTo>
                    <a:pt x="3191" y="9621"/>
                    <a:pt x="3322" y="9549"/>
                    <a:pt x="3453" y="9549"/>
                  </a:cubicBezTo>
                  <a:close/>
                  <a:moveTo>
                    <a:pt x="8132" y="9549"/>
                  </a:moveTo>
                  <a:cubicBezTo>
                    <a:pt x="8263" y="9549"/>
                    <a:pt x="8394" y="9621"/>
                    <a:pt x="8454" y="9740"/>
                  </a:cubicBezTo>
                  <a:cubicBezTo>
                    <a:pt x="8323" y="9930"/>
                    <a:pt x="8156" y="10109"/>
                    <a:pt x="8001" y="10264"/>
                  </a:cubicBezTo>
                  <a:cubicBezTo>
                    <a:pt x="7858" y="10204"/>
                    <a:pt x="7763" y="10073"/>
                    <a:pt x="7763" y="9919"/>
                  </a:cubicBezTo>
                  <a:cubicBezTo>
                    <a:pt x="7763" y="9716"/>
                    <a:pt x="7918" y="9549"/>
                    <a:pt x="8132" y="9549"/>
                  </a:cubicBezTo>
                  <a:close/>
                  <a:moveTo>
                    <a:pt x="5775" y="1072"/>
                  </a:moveTo>
                  <a:cubicBezTo>
                    <a:pt x="6061" y="1072"/>
                    <a:pt x="6346" y="1108"/>
                    <a:pt x="6596" y="1167"/>
                  </a:cubicBezTo>
                  <a:cubicBezTo>
                    <a:pt x="6537" y="1287"/>
                    <a:pt x="6501" y="1406"/>
                    <a:pt x="6501" y="1537"/>
                  </a:cubicBezTo>
                  <a:cubicBezTo>
                    <a:pt x="6501" y="1989"/>
                    <a:pt x="6858" y="2346"/>
                    <a:pt x="7311" y="2346"/>
                  </a:cubicBezTo>
                  <a:cubicBezTo>
                    <a:pt x="7597" y="2346"/>
                    <a:pt x="7847" y="2191"/>
                    <a:pt x="7989" y="1965"/>
                  </a:cubicBezTo>
                  <a:cubicBezTo>
                    <a:pt x="8204" y="2227"/>
                    <a:pt x="8323" y="2501"/>
                    <a:pt x="8323" y="2799"/>
                  </a:cubicBezTo>
                  <a:cubicBezTo>
                    <a:pt x="8323" y="3001"/>
                    <a:pt x="8228" y="3144"/>
                    <a:pt x="8037" y="3275"/>
                  </a:cubicBezTo>
                  <a:cubicBezTo>
                    <a:pt x="7966" y="3322"/>
                    <a:pt x="7930" y="3430"/>
                    <a:pt x="7989" y="3513"/>
                  </a:cubicBezTo>
                  <a:cubicBezTo>
                    <a:pt x="8019" y="3565"/>
                    <a:pt x="8072" y="3594"/>
                    <a:pt x="8127" y="3594"/>
                  </a:cubicBezTo>
                  <a:cubicBezTo>
                    <a:pt x="8161" y="3594"/>
                    <a:pt x="8196" y="3583"/>
                    <a:pt x="8228" y="3561"/>
                  </a:cubicBezTo>
                  <a:cubicBezTo>
                    <a:pt x="8370" y="3477"/>
                    <a:pt x="8466" y="3370"/>
                    <a:pt x="8549" y="3251"/>
                  </a:cubicBezTo>
                  <a:cubicBezTo>
                    <a:pt x="8740" y="3263"/>
                    <a:pt x="8906" y="3382"/>
                    <a:pt x="8990" y="3549"/>
                  </a:cubicBezTo>
                  <a:cubicBezTo>
                    <a:pt x="9180" y="3930"/>
                    <a:pt x="9335" y="4346"/>
                    <a:pt x="9442" y="4787"/>
                  </a:cubicBezTo>
                  <a:cubicBezTo>
                    <a:pt x="9347" y="4739"/>
                    <a:pt x="9240" y="4704"/>
                    <a:pt x="9144" y="4704"/>
                  </a:cubicBezTo>
                  <a:cubicBezTo>
                    <a:pt x="8799" y="4704"/>
                    <a:pt x="8513" y="4989"/>
                    <a:pt x="8513" y="5335"/>
                  </a:cubicBezTo>
                  <a:cubicBezTo>
                    <a:pt x="8513" y="5680"/>
                    <a:pt x="8799" y="5954"/>
                    <a:pt x="9144" y="5954"/>
                  </a:cubicBezTo>
                  <a:cubicBezTo>
                    <a:pt x="9323" y="5954"/>
                    <a:pt x="9466" y="5882"/>
                    <a:pt x="9585" y="5763"/>
                  </a:cubicBezTo>
                  <a:cubicBezTo>
                    <a:pt x="9597" y="5918"/>
                    <a:pt x="9597" y="6073"/>
                    <a:pt x="9597" y="6240"/>
                  </a:cubicBezTo>
                  <a:cubicBezTo>
                    <a:pt x="9585" y="7466"/>
                    <a:pt x="9228" y="8597"/>
                    <a:pt x="8668" y="9454"/>
                  </a:cubicBezTo>
                  <a:cubicBezTo>
                    <a:pt x="8537" y="9311"/>
                    <a:pt x="8335" y="9204"/>
                    <a:pt x="8132" y="9204"/>
                  </a:cubicBezTo>
                  <a:cubicBezTo>
                    <a:pt x="7739" y="9204"/>
                    <a:pt x="7418" y="9514"/>
                    <a:pt x="7418" y="9919"/>
                  </a:cubicBezTo>
                  <a:cubicBezTo>
                    <a:pt x="7418" y="10157"/>
                    <a:pt x="7537" y="10359"/>
                    <a:pt x="7716" y="10502"/>
                  </a:cubicBezTo>
                  <a:cubicBezTo>
                    <a:pt x="7144" y="10942"/>
                    <a:pt x="6489" y="11192"/>
                    <a:pt x="5775" y="11192"/>
                  </a:cubicBezTo>
                  <a:cubicBezTo>
                    <a:pt x="5084" y="11192"/>
                    <a:pt x="4406" y="10942"/>
                    <a:pt x="3846" y="10502"/>
                  </a:cubicBezTo>
                  <a:cubicBezTo>
                    <a:pt x="4025" y="10359"/>
                    <a:pt x="4144" y="10157"/>
                    <a:pt x="4144" y="9919"/>
                  </a:cubicBezTo>
                  <a:cubicBezTo>
                    <a:pt x="4144" y="9526"/>
                    <a:pt x="3822" y="9204"/>
                    <a:pt x="3429" y="9204"/>
                  </a:cubicBezTo>
                  <a:cubicBezTo>
                    <a:pt x="3215" y="9204"/>
                    <a:pt x="3025" y="9288"/>
                    <a:pt x="2894" y="9454"/>
                  </a:cubicBezTo>
                  <a:cubicBezTo>
                    <a:pt x="2322" y="8597"/>
                    <a:pt x="1977" y="7466"/>
                    <a:pt x="1977" y="6228"/>
                  </a:cubicBezTo>
                  <a:cubicBezTo>
                    <a:pt x="1977" y="6061"/>
                    <a:pt x="1977" y="5918"/>
                    <a:pt x="2001" y="5751"/>
                  </a:cubicBezTo>
                  <a:cubicBezTo>
                    <a:pt x="2120" y="5870"/>
                    <a:pt x="2263" y="5942"/>
                    <a:pt x="2441" y="5942"/>
                  </a:cubicBezTo>
                  <a:cubicBezTo>
                    <a:pt x="2786" y="5942"/>
                    <a:pt x="3072" y="5656"/>
                    <a:pt x="3072" y="5323"/>
                  </a:cubicBezTo>
                  <a:cubicBezTo>
                    <a:pt x="3072" y="4977"/>
                    <a:pt x="2786" y="4692"/>
                    <a:pt x="2441" y="4692"/>
                  </a:cubicBezTo>
                  <a:cubicBezTo>
                    <a:pt x="2334" y="4692"/>
                    <a:pt x="2239" y="4727"/>
                    <a:pt x="2143" y="4763"/>
                  </a:cubicBezTo>
                  <a:cubicBezTo>
                    <a:pt x="2251" y="4335"/>
                    <a:pt x="2394" y="3918"/>
                    <a:pt x="2596" y="3537"/>
                  </a:cubicBezTo>
                  <a:cubicBezTo>
                    <a:pt x="2679" y="3370"/>
                    <a:pt x="2846" y="3251"/>
                    <a:pt x="3025" y="3239"/>
                  </a:cubicBezTo>
                  <a:cubicBezTo>
                    <a:pt x="3156" y="3453"/>
                    <a:pt x="3429" y="3632"/>
                    <a:pt x="3810" y="3751"/>
                  </a:cubicBezTo>
                  <a:cubicBezTo>
                    <a:pt x="4227" y="3870"/>
                    <a:pt x="4810" y="3954"/>
                    <a:pt x="5596" y="3954"/>
                  </a:cubicBezTo>
                  <a:lnTo>
                    <a:pt x="5596" y="10621"/>
                  </a:lnTo>
                  <a:cubicBezTo>
                    <a:pt x="5596" y="10704"/>
                    <a:pt x="5668" y="10776"/>
                    <a:pt x="5763" y="10776"/>
                  </a:cubicBezTo>
                  <a:cubicBezTo>
                    <a:pt x="5846" y="10776"/>
                    <a:pt x="5930" y="10704"/>
                    <a:pt x="5930" y="10621"/>
                  </a:cubicBezTo>
                  <a:lnTo>
                    <a:pt x="5930" y="3954"/>
                  </a:lnTo>
                  <a:cubicBezTo>
                    <a:pt x="6537" y="3954"/>
                    <a:pt x="7025" y="3906"/>
                    <a:pt x="7418" y="3834"/>
                  </a:cubicBezTo>
                  <a:cubicBezTo>
                    <a:pt x="7501" y="3811"/>
                    <a:pt x="7561" y="3727"/>
                    <a:pt x="7549" y="3632"/>
                  </a:cubicBezTo>
                  <a:cubicBezTo>
                    <a:pt x="7538" y="3556"/>
                    <a:pt x="7457" y="3500"/>
                    <a:pt x="7380" y="3500"/>
                  </a:cubicBezTo>
                  <a:cubicBezTo>
                    <a:pt x="7373" y="3500"/>
                    <a:pt x="7366" y="3500"/>
                    <a:pt x="7358" y="3501"/>
                  </a:cubicBezTo>
                  <a:cubicBezTo>
                    <a:pt x="6966" y="3573"/>
                    <a:pt x="6442" y="3620"/>
                    <a:pt x="5763" y="3620"/>
                  </a:cubicBezTo>
                  <a:cubicBezTo>
                    <a:pt x="4037" y="3620"/>
                    <a:pt x="3227" y="3358"/>
                    <a:pt x="3227" y="2799"/>
                  </a:cubicBezTo>
                  <a:cubicBezTo>
                    <a:pt x="3227" y="2501"/>
                    <a:pt x="3346" y="2203"/>
                    <a:pt x="3560" y="1965"/>
                  </a:cubicBezTo>
                  <a:cubicBezTo>
                    <a:pt x="3703" y="2191"/>
                    <a:pt x="3965" y="2346"/>
                    <a:pt x="4239" y="2346"/>
                  </a:cubicBezTo>
                  <a:cubicBezTo>
                    <a:pt x="4691" y="2346"/>
                    <a:pt x="5049" y="1989"/>
                    <a:pt x="5049" y="1537"/>
                  </a:cubicBezTo>
                  <a:cubicBezTo>
                    <a:pt x="5049" y="1406"/>
                    <a:pt x="5013" y="1287"/>
                    <a:pt x="4953" y="1167"/>
                  </a:cubicBezTo>
                  <a:cubicBezTo>
                    <a:pt x="5215" y="1108"/>
                    <a:pt x="5489" y="1072"/>
                    <a:pt x="5775" y="1072"/>
                  </a:cubicBezTo>
                  <a:close/>
                  <a:moveTo>
                    <a:pt x="3632" y="1"/>
                  </a:moveTo>
                  <a:cubicBezTo>
                    <a:pt x="3548" y="1"/>
                    <a:pt x="3465" y="84"/>
                    <a:pt x="3465" y="167"/>
                  </a:cubicBezTo>
                  <a:cubicBezTo>
                    <a:pt x="3465" y="263"/>
                    <a:pt x="3548" y="334"/>
                    <a:pt x="3632" y="334"/>
                  </a:cubicBezTo>
                  <a:cubicBezTo>
                    <a:pt x="3834" y="334"/>
                    <a:pt x="3906" y="334"/>
                    <a:pt x="3977" y="370"/>
                  </a:cubicBezTo>
                  <a:cubicBezTo>
                    <a:pt x="4048" y="394"/>
                    <a:pt x="4132" y="465"/>
                    <a:pt x="4287" y="608"/>
                  </a:cubicBezTo>
                  <a:cubicBezTo>
                    <a:pt x="4382" y="679"/>
                    <a:pt x="4501" y="786"/>
                    <a:pt x="4632" y="906"/>
                  </a:cubicBezTo>
                  <a:cubicBezTo>
                    <a:pt x="4322" y="1001"/>
                    <a:pt x="4037" y="1144"/>
                    <a:pt x="3787" y="1322"/>
                  </a:cubicBezTo>
                  <a:cubicBezTo>
                    <a:pt x="3441" y="1560"/>
                    <a:pt x="3191" y="1858"/>
                    <a:pt x="3060" y="2168"/>
                  </a:cubicBezTo>
                  <a:lnTo>
                    <a:pt x="2382" y="2168"/>
                  </a:lnTo>
                  <a:cubicBezTo>
                    <a:pt x="2322" y="2168"/>
                    <a:pt x="2263" y="2132"/>
                    <a:pt x="2239" y="2096"/>
                  </a:cubicBezTo>
                  <a:lnTo>
                    <a:pt x="1453" y="989"/>
                  </a:lnTo>
                  <a:cubicBezTo>
                    <a:pt x="1415" y="943"/>
                    <a:pt x="1357" y="922"/>
                    <a:pt x="1302" y="922"/>
                  </a:cubicBezTo>
                  <a:cubicBezTo>
                    <a:pt x="1271" y="922"/>
                    <a:pt x="1240" y="928"/>
                    <a:pt x="1215" y="941"/>
                  </a:cubicBezTo>
                  <a:cubicBezTo>
                    <a:pt x="1131" y="1001"/>
                    <a:pt x="1120" y="1108"/>
                    <a:pt x="1167" y="1179"/>
                  </a:cubicBezTo>
                  <a:lnTo>
                    <a:pt x="1953" y="2287"/>
                  </a:lnTo>
                  <a:cubicBezTo>
                    <a:pt x="2060" y="2418"/>
                    <a:pt x="2203" y="2513"/>
                    <a:pt x="2382" y="2513"/>
                  </a:cubicBezTo>
                  <a:lnTo>
                    <a:pt x="2953" y="2513"/>
                  </a:lnTo>
                  <a:cubicBezTo>
                    <a:pt x="2941" y="2596"/>
                    <a:pt x="2917" y="2703"/>
                    <a:pt x="2917" y="2787"/>
                  </a:cubicBezTo>
                  <a:lnTo>
                    <a:pt x="2917" y="2906"/>
                  </a:lnTo>
                  <a:cubicBezTo>
                    <a:pt x="2655" y="2953"/>
                    <a:pt x="2417" y="3132"/>
                    <a:pt x="2298" y="3382"/>
                  </a:cubicBezTo>
                  <a:cubicBezTo>
                    <a:pt x="2072" y="3846"/>
                    <a:pt x="1893" y="4358"/>
                    <a:pt x="1786" y="4870"/>
                  </a:cubicBezTo>
                  <a:lnTo>
                    <a:pt x="1572" y="4870"/>
                  </a:lnTo>
                  <a:cubicBezTo>
                    <a:pt x="1310" y="4870"/>
                    <a:pt x="1108" y="5037"/>
                    <a:pt x="1048" y="5287"/>
                  </a:cubicBezTo>
                  <a:lnTo>
                    <a:pt x="798" y="6466"/>
                  </a:lnTo>
                  <a:cubicBezTo>
                    <a:pt x="774" y="6525"/>
                    <a:pt x="750" y="6573"/>
                    <a:pt x="691" y="6597"/>
                  </a:cubicBezTo>
                  <a:lnTo>
                    <a:pt x="119" y="6882"/>
                  </a:lnTo>
                  <a:cubicBezTo>
                    <a:pt x="36" y="6930"/>
                    <a:pt x="0" y="7037"/>
                    <a:pt x="48" y="7109"/>
                  </a:cubicBezTo>
                  <a:cubicBezTo>
                    <a:pt x="84" y="7168"/>
                    <a:pt x="143" y="7192"/>
                    <a:pt x="203" y="7192"/>
                  </a:cubicBezTo>
                  <a:cubicBezTo>
                    <a:pt x="227" y="7192"/>
                    <a:pt x="238" y="7192"/>
                    <a:pt x="274" y="7180"/>
                  </a:cubicBezTo>
                  <a:lnTo>
                    <a:pt x="834" y="6894"/>
                  </a:lnTo>
                  <a:cubicBezTo>
                    <a:pt x="989" y="6823"/>
                    <a:pt x="1072" y="6692"/>
                    <a:pt x="1120" y="6537"/>
                  </a:cubicBezTo>
                  <a:lnTo>
                    <a:pt x="1370" y="5370"/>
                  </a:lnTo>
                  <a:cubicBezTo>
                    <a:pt x="1393" y="5275"/>
                    <a:pt x="1465" y="5216"/>
                    <a:pt x="1572" y="5216"/>
                  </a:cubicBezTo>
                  <a:lnTo>
                    <a:pt x="1727" y="5216"/>
                  </a:lnTo>
                  <a:cubicBezTo>
                    <a:pt x="1691" y="5549"/>
                    <a:pt x="1655" y="5882"/>
                    <a:pt x="1655" y="6216"/>
                  </a:cubicBezTo>
                  <a:cubicBezTo>
                    <a:pt x="1655" y="6799"/>
                    <a:pt x="1727" y="7359"/>
                    <a:pt x="1870" y="7894"/>
                  </a:cubicBezTo>
                  <a:lnTo>
                    <a:pt x="1489" y="8204"/>
                  </a:lnTo>
                  <a:cubicBezTo>
                    <a:pt x="1358" y="8311"/>
                    <a:pt x="1298" y="8490"/>
                    <a:pt x="1310" y="8656"/>
                  </a:cubicBezTo>
                  <a:lnTo>
                    <a:pt x="1477" y="10442"/>
                  </a:lnTo>
                  <a:cubicBezTo>
                    <a:pt x="1489" y="10526"/>
                    <a:pt x="1548" y="10585"/>
                    <a:pt x="1643" y="10585"/>
                  </a:cubicBezTo>
                  <a:lnTo>
                    <a:pt x="1655" y="10585"/>
                  </a:lnTo>
                  <a:cubicBezTo>
                    <a:pt x="1751" y="10573"/>
                    <a:pt x="1822" y="10502"/>
                    <a:pt x="1810" y="10407"/>
                  </a:cubicBezTo>
                  <a:lnTo>
                    <a:pt x="1643" y="8621"/>
                  </a:lnTo>
                  <a:cubicBezTo>
                    <a:pt x="1643" y="8561"/>
                    <a:pt x="1655" y="8502"/>
                    <a:pt x="1715" y="8466"/>
                  </a:cubicBezTo>
                  <a:lnTo>
                    <a:pt x="1965" y="8240"/>
                  </a:lnTo>
                  <a:cubicBezTo>
                    <a:pt x="2179" y="8859"/>
                    <a:pt x="2465" y="9430"/>
                    <a:pt x="2846" y="9919"/>
                  </a:cubicBezTo>
                  <a:cubicBezTo>
                    <a:pt x="3620" y="10931"/>
                    <a:pt x="4668" y="11478"/>
                    <a:pt x="5775" y="11478"/>
                  </a:cubicBezTo>
                  <a:cubicBezTo>
                    <a:pt x="6894" y="11478"/>
                    <a:pt x="7942" y="10931"/>
                    <a:pt x="8716" y="9919"/>
                  </a:cubicBezTo>
                  <a:cubicBezTo>
                    <a:pt x="9097" y="9430"/>
                    <a:pt x="9382" y="8847"/>
                    <a:pt x="9585" y="8240"/>
                  </a:cubicBezTo>
                  <a:lnTo>
                    <a:pt x="9847" y="8466"/>
                  </a:lnTo>
                  <a:cubicBezTo>
                    <a:pt x="9883" y="8502"/>
                    <a:pt x="9918" y="8561"/>
                    <a:pt x="9918" y="8621"/>
                  </a:cubicBezTo>
                  <a:lnTo>
                    <a:pt x="9752" y="10407"/>
                  </a:lnTo>
                  <a:cubicBezTo>
                    <a:pt x="9740" y="10502"/>
                    <a:pt x="9811" y="10585"/>
                    <a:pt x="9906" y="10585"/>
                  </a:cubicBezTo>
                  <a:lnTo>
                    <a:pt x="9918" y="10585"/>
                  </a:lnTo>
                  <a:cubicBezTo>
                    <a:pt x="10002" y="10585"/>
                    <a:pt x="10085" y="10526"/>
                    <a:pt x="10085" y="10442"/>
                  </a:cubicBezTo>
                  <a:lnTo>
                    <a:pt x="10240" y="8656"/>
                  </a:lnTo>
                  <a:cubicBezTo>
                    <a:pt x="10264" y="8478"/>
                    <a:pt x="10180" y="8311"/>
                    <a:pt x="10061" y="8204"/>
                  </a:cubicBezTo>
                  <a:lnTo>
                    <a:pt x="9692" y="7894"/>
                  </a:lnTo>
                  <a:cubicBezTo>
                    <a:pt x="9823" y="7359"/>
                    <a:pt x="9906" y="6799"/>
                    <a:pt x="9906" y="6216"/>
                  </a:cubicBezTo>
                  <a:cubicBezTo>
                    <a:pt x="9906" y="5870"/>
                    <a:pt x="9871" y="5549"/>
                    <a:pt x="9823" y="5216"/>
                  </a:cubicBezTo>
                  <a:lnTo>
                    <a:pt x="9990" y="5216"/>
                  </a:lnTo>
                  <a:cubicBezTo>
                    <a:pt x="10085" y="5216"/>
                    <a:pt x="10156" y="5275"/>
                    <a:pt x="10180" y="5370"/>
                  </a:cubicBezTo>
                  <a:lnTo>
                    <a:pt x="10442" y="6537"/>
                  </a:lnTo>
                  <a:cubicBezTo>
                    <a:pt x="10466" y="6692"/>
                    <a:pt x="10573" y="6823"/>
                    <a:pt x="10716" y="6894"/>
                  </a:cubicBezTo>
                  <a:lnTo>
                    <a:pt x="11287" y="7180"/>
                  </a:lnTo>
                  <a:cubicBezTo>
                    <a:pt x="11311" y="7192"/>
                    <a:pt x="11335" y="7192"/>
                    <a:pt x="11359" y="7192"/>
                  </a:cubicBezTo>
                  <a:cubicBezTo>
                    <a:pt x="11418" y="7192"/>
                    <a:pt x="11478" y="7168"/>
                    <a:pt x="11514" y="7109"/>
                  </a:cubicBezTo>
                  <a:cubicBezTo>
                    <a:pt x="11573" y="7037"/>
                    <a:pt x="11526" y="6930"/>
                    <a:pt x="11454" y="6882"/>
                  </a:cubicBezTo>
                  <a:lnTo>
                    <a:pt x="10883" y="6597"/>
                  </a:lnTo>
                  <a:cubicBezTo>
                    <a:pt x="10835" y="6573"/>
                    <a:pt x="10787" y="6525"/>
                    <a:pt x="10776" y="6466"/>
                  </a:cubicBezTo>
                  <a:lnTo>
                    <a:pt x="10525" y="5287"/>
                  </a:lnTo>
                  <a:cubicBezTo>
                    <a:pt x="10466" y="5049"/>
                    <a:pt x="10264" y="4870"/>
                    <a:pt x="10002" y="4870"/>
                  </a:cubicBezTo>
                  <a:lnTo>
                    <a:pt x="9787" y="4870"/>
                  </a:lnTo>
                  <a:cubicBezTo>
                    <a:pt x="9680" y="4358"/>
                    <a:pt x="9502" y="3846"/>
                    <a:pt x="9275" y="3382"/>
                  </a:cubicBezTo>
                  <a:cubicBezTo>
                    <a:pt x="9156" y="3132"/>
                    <a:pt x="8918" y="2965"/>
                    <a:pt x="8656" y="2906"/>
                  </a:cubicBezTo>
                  <a:lnTo>
                    <a:pt x="8656" y="2787"/>
                  </a:lnTo>
                  <a:cubicBezTo>
                    <a:pt x="8656" y="2703"/>
                    <a:pt x="8632" y="2596"/>
                    <a:pt x="8620" y="2513"/>
                  </a:cubicBezTo>
                  <a:lnTo>
                    <a:pt x="9192" y="2513"/>
                  </a:lnTo>
                  <a:cubicBezTo>
                    <a:pt x="9347" y="2513"/>
                    <a:pt x="9513" y="2418"/>
                    <a:pt x="9621" y="2287"/>
                  </a:cubicBezTo>
                  <a:lnTo>
                    <a:pt x="10406" y="1179"/>
                  </a:lnTo>
                  <a:cubicBezTo>
                    <a:pt x="10466" y="1108"/>
                    <a:pt x="10442" y="1001"/>
                    <a:pt x="10359" y="941"/>
                  </a:cubicBezTo>
                  <a:cubicBezTo>
                    <a:pt x="10334" y="920"/>
                    <a:pt x="10304" y="911"/>
                    <a:pt x="10274" y="911"/>
                  </a:cubicBezTo>
                  <a:cubicBezTo>
                    <a:pt x="10218" y="911"/>
                    <a:pt x="10159" y="942"/>
                    <a:pt x="10121" y="989"/>
                  </a:cubicBezTo>
                  <a:lnTo>
                    <a:pt x="9335" y="2096"/>
                  </a:lnTo>
                  <a:cubicBezTo>
                    <a:pt x="9311" y="2132"/>
                    <a:pt x="9252" y="2168"/>
                    <a:pt x="9192" y="2168"/>
                  </a:cubicBezTo>
                  <a:lnTo>
                    <a:pt x="8513" y="2168"/>
                  </a:lnTo>
                  <a:cubicBezTo>
                    <a:pt x="8382" y="1834"/>
                    <a:pt x="8132" y="1560"/>
                    <a:pt x="7787" y="1322"/>
                  </a:cubicBezTo>
                  <a:cubicBezTo>
                    <a:pt x="7537" y="1144"/>
                    <a:pt x="7251" y="1001"/>
                    <a:pt x="6942" y="906"/>
                  </a:cubicBezTo>
                  <a:cubicBezTo>
                    <a:pt x="7085" y="786"/>
                    <a:pt x="7204" y="679"/>
                    <a:pt x="7287" y="608"/>
                  </a:cubicBezTo>
                  <a:cubicBezTo>
                    <a:pt x="7442" y="465"/>
                    <a:pt x="7525" y="394"/>
                    <a:pt x="7597" y="370"/>
                  </a:cubicBezTo>
                  <a:cubicBezTo>
                    <a:pt x="7656" y="334"/>
                    <a:pt x="7739" y="334"/>
                    <a:pt x="7942" y="334"/>
                  </a:cubicBezTo>
                  <a:cubicBezTo>
                    <a:pt x="8025" y="334"/>
                    <a:pt x="8097" y="263"/>
                    <a:pt x="8097" y="167"/>
                  </a:cubicBezTo>
                  <a:cubicBezTo>
                    <a:pt x="8097" y="84"/>
                    <a:pt x="8025" y="1"/>
                    <a:pt x="7942" y="1"/>
                  </a:cubicBezTo>
                  <a:cubicBezTo>
                    <a:pt x="7489" y="1"/>
                    <a:pt x="7442" y="24"/>
                    <a:pt x="7073" y="346"/>
                  </a:cubicBezTo>
                  <a:cubicBezTo>
                    <a:pt x="6966" y="441"/>
                    <a:pt x="6751" y="632"/>
                    <a:pt x="6537" y="798"/>
                  </a:cubicBezTo>
                  <a:cubicBezTo>
                    <a:pt x="6299" y="751"/>
                    <a:pt x="6049" y="715"/>
                    <a:pt x="5775" y="715"/>
                  </a:cubicBezTo>
                  <a:cubicBezTo>
                    <a:pt x="5525" y="715"/>
                    <a:pt x="5275" y="751"/>
                    <a:pt x="5037" y="798"/>
                  </a:cubicBezTo>
                  <a:cubicBezTo>
                    <a:pt x="4822" y="632"/>
                    <a:pt x="4608" y="441"/>
                    <a:pt x="4501" y="346"/>
                  </a:cubicBezTo>
                  <a:cubicBezTo>
                    <a:pt x="4108" y="24"/>
                    <a:pt x="4084"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67"/>
            <p:cNvSpPr/>
            <p:nvPr/>
          </p:nvSpPr>
          <p:spPr>
            <a:xfrm>
              <a:off x="2061645" y="3093618"/>
              <a:ext cx="51456" cy="51456"/>
            </a:xfrm>
            <a:custGeom>
              <a:avLst/>
              <a:gdLst/>
              <a:ahLst/>
              <a:cxnLst/>
              <a:rect l="l" t="t" r="r" b="b"/>
              <a:pathLst>
                <a:path w="1608" h="1608" extrusionOk="0">
                  <a:moveTo>
                    <a:pt x="810" y="0"/>
                  </a:moveTo>
                  <a:cubicBezTo>
                    <a:pt x="357" y="0"/>
                    <a:pt x="0" y="358"/>
                    <a:pt x="0" y="798"/>
                  </a:cubicBezTo>
                  <a:cubicBezTo>
                    <a:pt x="0" y="1251"/>
                    <a:pt x="357" y="1608"/>
                    <a:pt x="810" y="1608"/>
                  </a:cubicBezTo>
                  <a:cubicBezTo>
                    <a:pt x="1250" y="1608"/>
                    <a:pt x="1608" y="1251"/>
                    <a:pt x="1608" y="798"/>
                  </a:cubicBezTo>
                  <a:cubicBezTo>
                    <a:pt x="1608" y="727"/>
                    <a:pt x="1596" y="655"/>
                    <a:pt x="1584" y="584"/>
                  </a:cubicBezTo>
                  <a:cubicBezTo>
                    <a:pt x="1555" y="508"/>
                    <a:pt x="1496" y="454"/>
                    <a:pt x="1425" y="454"/>
                  </a:cubicBezTo>
                  <a:cubicBezTo>
                    <a:pt x="1407" y="454"/>
                    <a:pt x="1388" y="458"/>
                    <a:pt x="1369" y="465"/>
                  </a:cubicBezTo>
                  <a:cubicBezTo>
                    <a:pt x="1286" y="489"/>
                    <a:pt x="1227" y="584"/>
                    <a:pt x="1250" y="667"/>
                  </a:cubicBezTo>
                  <a:cubicBezTo>
                    <a:pt x="1274" y="715"/>
                    <a:pt x="1274" y="739"/>
                    <a:pt x="1274" y="786"/>
                  </a:cubicBezTo>
                  <a:cubicBezTo>
                    <a:pt x="1274" y="1036"/>
                    <a:pt x="1060" y="1251"/>
                    <a:pt x="810" y="1251"/>
                  </a:cubicBezTo>
                  <a:cubicBezTo>
                    <a:pt x="560" y="1251"/>
                    <a:pt x="345" y="1036"/>
                    <a:pt x="345" y="786"/>
                  </a:cubicBezTo>
                  <a:cubicBezTo>
                    <a:pt x="345" y="536"/>
                    <a:pt x="560" y="322"/>
                    <a:pt x="810" y="322"/>
                  </a:cubicBezTo>
                  <a:cubicBezTo>
                    <a:pt x="893" y="322"/>
                    <a:pt x="976" y="250"/>
                    <a:pt x="976" y="155"/>
                  </a:cubicBezTo>
                  <a:cubicBezTo>
                    <a:pt x="976"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67"/>
            <p:cNvSpPr/>
            <p:nvPr/>
          </p:nvSpPr>
          <p:spPr>
            <a:xfrm>
              <a:off x="2159565" y="3093618"/>
              <a:ext cx="51456" cy="51456"/>
            </a:xfrm>
            <a:custGeom>
              <a:avLst/>
              <a:gdLst/>
              <a:ahLst/>
              <a:cxnLst/>
              <a:rect l="l" t="t" r="r" b="b"/>
              <a:pathLst>
                <a:path w="1608" h="1608" extrusionOk="0">
                  <a:moveTo>
                    <a:pt x="798" y="0"/>
                  </a:moveTo>
                  <a:cubicBezTo>
                    <a:pt x="357" y="0"/>
                    <a:pt x="0" y="358"/>
                    <a:pt x="0" y="798"/>
                  </a:cubicBezTo>
                  <a:cubicBezTo>
                    <a:pt x="0" y="1251"/>
                    <a:pt x="357" y="1608"/>
                    <a:pt x="798" y="1608"/>
                  </a:cubicBezTo>
                  <a:cubicBezTo>
                    <a:pt x="1250" y="1608"/>
                    <a:pt x="1607" y="1251"/>
                    <a:pt x="1607" y="798"/>
                  </a:cubicBezTo>
                  <a:cubicBezTo>
                    <a:pt x="1607" y="727"/>
                    <a:pt x="1607" y="655"/>
                    <a:pt x="1572" y="584"/>
                  </a:cubicBezTo>
                  <a:cubicBezTo>
                    <a:pt x="1553" y="508"/>
                    <a:pt x="1488" y="454"/>
                    <a:pt x="1420" y="454"/>
                  </a:cubicBezTo>
                  <a:cubicBezTo>
                    <a:pt x="1403" y="454"/>
                    <a:pt x="1386" y="458"/>
                    <a:pt x="1369" y="465"/>
                  </a:cubicBezTo>
                  <a:cubicBezTo>
                    <a:pt x="1274" y="489"/>
                    <a:pt x="1215" y="584"/>
                    <a:pt x="1250" y="667"/>
                  </a:cubicBezTo>
                  <a:cubicBezTo>
                    <a:pt x="1262" y="715"/>
                    <a:pt x="1262" y="739"/>
                    <a:pt x="1262" y="786"/>
                  </a:cubicBezTo>
                  <a:cubicBezTo>
                    <a:pt x="1262" y="1036"/>
                    <a:pt x="1048" y="1251"/>
                    <a:pt x="798" y="1251"/>
                  </a:cubicBezTo>
                  <a:cubicBezTo>
                    <a:pt x="548" y="1251"/>
                    <a:pt x="333" y="1036"/>
                    <a:pt x="333" y="786"/>
                  </a:cubicBezTo>
                  <a:cubicBezTo>
                    <a:pt x="333" y="536"/>
                    <a:pt x="548" y="322"/>
                    <a:pt x="798" y="322"/>
                  </a:cubicBezTo>
                  <a:cubicBezTo>
                    <a:pt x="893" y="322"/>
                    <a:pt x="964" y="250"/>
                    <a:pt x="964" y="155"/>
                  </a:cubicBezTo>
                  <a:cubicBezTo>
                    <a:pt x="964" y="72"/>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0" name="Google Shape;12480;p67"/>
          <p:cNvGrpSpPr/>
          <p:nvPr/>
        </p:nvGrpSpPr>
        <p:grpSpPr>
          <a:xfrm>
            <a:off x="2501677" y="2982362"/>
            <a:ext cx="367328" cy="327296"/>
            <a:chOff x="2501677" y="2906162"/>
            <a:chExt cx="367328" cy="327296"/>
          </a:xfrm>
        </p:grpSpPr>
        <p:sp>
          <p:nvSpPr>
            <p:cNvPr id="12481" name="Google Shape;12481;p67"/>
            <p:cNvSpPr/>
            <p:nvPr/>
          </p:nvSpPr>
          <p:spPr>
            <a:xfrm>
              <a:off x="2670093" y="3049810"/>
              <a:ext cx="131488" cy="107456"/>
            </a:xfrm>
            <a:custGeom>
              <a:avLst/>
              <a:gdLst/>
              <a:ahLst/>
              <a:cxnLst/>
              <a:rect l="l" t="t" r="r" b="b"/>
              <a:pathLst>
                <a:path w="4109" h="3358" extrusionOk="0">
                  <a:moveTo>
                    <a:pt x="2263" y="0"/>
                  </a:moveTo>
                  <a:cubicBezTo>
                    <a:pt x="1012" y="0"/>
                    <a:pt x="0" y="1012"/>
                    <a:pt x="0" y="2262"/>
                  </a:cubicBezTo>
                  <a:cubicBezTo>
                    <a:pt x="0" y="2346"/>
                    <a:pt x="72" y="2429"/>
                    <a:pt x="155" y="2429"/>
                  </a:cubicBezTo>
                  <a:cubicBezTo>
                    <a:pt x="250" y="2429"/>
                    <a:pt x="322" y="2346"/>
                    <a:pt x="322" y="2262"/>
                  </a:cubicBezTo>
                  <a:cubicBezTo>
                    <a:pt x="322" y="1203"/>
                    <a:pt x="1191" y="345"/>
                    <a:pt x="2239" y="345"/>
                  </a:cubicBezTo>
                  <a:cubicBezTo>
                    <a:pt x="3072" y="345"/>
                    <a:pt x="3751" y="1012"/>
                    <a:pt x="3751" y="1846"/>
                  </a:cubicBezTo>
                  <a:cubicBezTo>
                    <a:pt x="3751" y="2489"/>
                    <a:pt x="3227" y="3024"/>
                    <a:pt x="2572" y="3024"/>
                  </a:cubicBezTo>
                  <a:cubicBezTo>
                    <a:pt x="2084" y="3024"/>
                    <a:pt x="1667" y="2620"/>
                    <a:pt x="1667" y="2108"/>
                  </a:cubicBezTo>
                  <a:cubicBezTo>
                    <a:pt x="1667" y="1727"/>
                    <a:pt x="1977" y="1429"/>
                    <a:pt x="2346" y="1429"/>
                  </a:cubicBezTo>
                  <a:cubicBezTo>
                    <a:pt x="2441" y="1429"/>
                    <a:pt x="2513" y="1357"/>
                    <a:pt x="2513" y="1262"/>
                  </a:cubicBezTo>
                  <a:cubicBezTo>
                    <a:pt x="2513" y="1167"/>
                    <a:pt x="2441" y="1096"/>
                    <a:pt x="2346" y="1096"/>
                  </a:cubicBezTo>
                  <a:cubicBezTo>
                    <a:pt x="1786" y="1096"/>
                    <a:pt x="1322" y="1560"/>
                    <a:pt x="1322" y="2119"/>
                  </a:cubicBezTo>
                  <a:cubicBezTo>
                    <a:pt x="1322" y="2810"/>
                    <a:pt x="1870" y="3358"/>
                    <a:pt x="2560" y="3358"/>
                  </a:cubicBezTo>
                  <a:cubicBezTo>
                    <a:pt x="3394" y="3358"/>
                    <a:pt x="4060" y="2691"/>
                    <a:pt x="4060" y="1858"/>
                  </a:cubicBezTo>
                  <a:cubicBezTo>
                    <a:pt x="4108" y="810"/>
                    <a:pt x="3287" y="0"/>
                    <a:pt x="2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67"/>
            <p:cNvSpPr/>
            <p:nvPr/>
          </p:nvSpPr>
          <p:spPr>
            <a:xfrm>
              <a:off x="2760397" y="3097522"/>
              <a:ext cx="13344" cy="19360"/>
            </a:xfrm>
            <a:custGeom>
              <a:avLst/>
              <a:gdLst/>
              <a:ahLst/>
              <a:cxnLst/>
              <a:rect l="l" t="t" r="r" b="b"/>
              <a:pathLst>
                <a:path w="417" h="605" extrusionOk="0">
                  <a:moveTo>
                    <a:pt x="186" y="1"/>
                  </a:moveTo>
                  <a:cubicBezTo>
                    <a:pt x="164" y="1"/>
                    <a:pt x="142" y="4"/>
                    <a:pt x="119" y="9"/>
                  </a:cubicBezTo>
                  <a:cubicBezTo>
                    <a:pt x="36" y="45"/>
                    <a:pt x="0" y="140"/>
                    <a:pt x="36" y="236"/>
                  </a:cubicBezTo>
                  <a:cubicBezTo>
                    <a:pt x="60" y="295"/>
                    <a:pt x="72" y="367"/>
                    <a:pt x="72" y="438"/>
                  </a:cubicBezTo>
                  <a:cubicBezTo>
                    <a:pt x="72" y="533"/>
                    <a:pt x="155" y="605"/>
                    <a:pt x="238" y="605"/>
                  </a:cubicBezTo>
                  <a:cubicBezTo>
                    <a:pt x="334" y="605"/>
                    <a:pt x="405" y="533"/>
                    <a:pt x="405" y="438"/>
                  </a:cubicBezTo>
                  <a:cubicBezTo>
                    <a:pt x="417" y="319"/>
                    <a:pt x="393" y="200"/>
                    <a:pt x="346" y="105"/>
                  </a:cubicBezTo>
                  <a:cubicBezTo>
                    <a:pt x="318" y="32"/>
                    <a:pt x="25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67"/>
            <p:cNvSpPr/>
            <p:nvPr/>
          </p:nvSpPr>
          <p:spPr>
            <a:xfrm>
              <a:off x="2501677" y="2906162"/>
              <a:ext cx="367328" cy="327296"/>
            </a:xfrm>
            <a:custGeom>
              <a:avLst/>
              <a:gdLst/>
              <a:ahLst/>
              <a:cxnLst/>
              <a:rect l="l" t="t" r="r" b="b"/>
              <a:pathLst>
                <a:path w="11479" h="10228" extrusionOk="0">
                  <a:moveTo>
                    <a:pt x="703" y="346"/>
                  </a:moveTo>
                  <a:cubicBezTo>
                    <a:pt x="811" y="346"/>
                    <a:pt x="894" y="441"/>
                    <a:pt x="894" y="548"/>
                  </a:cubicBezTo>
                  <a:cubicBezTo>
                    <a:pt x="894" y="643"/>
                    <a:pt x="811" y="739"/>
                    <a:pt x="703" y="739"/>
                  </a:cubicBezTo>
                  <a:cubicBezTo>
                    <a:pt x="596" y="739"/>
                    <a:pt x="513" y="643"/>
                    <a:pt x="513" y="548"/>
                  </a:cubicBezTo>
                  <a:cubicBezTo>
                    <a:pt x="513" y="441"/>
                    <a:pt x="596" y="346"/>
                    <a:pt x="703" y="346"/>
                  </a:cubicBezTo>
                  <a:close/>
                  <a:moveTo>
                    <a:pt x="2144" y="346"/>
                  </a:moveTo>
                  <a:cubicBezTo>
                    <a:pt x="2251" y="346"/>
                    <a:pt x="2335" y="441"/>
                    <a:pt x="2335" y="536"/>
                  </a:cubicBezTo>
                  <a:cubicBezTo>
                    <a:pt x="2335" y="643"/>
                    <a:pt x="2251" y="739"/>
                    <a:pt x="2144" y="739"/>
                  </a:cubicBezTo>
                  <a:cubicBezTo>
                    <a:pt x="2049" y="739"/>
                    <a:pt x="1954" y="643"/>
                    <a:pt x="1954" y="536"/>
                  </a:cubicBezTo>
                  <a:cubicBezTo>
                    <a:pt x="1954" y="441"/>
                    <a:pt x="2037" y="346"/>
                    <a:pt x="2144" y="346"/>
                  </a:cubicBezTo>
                  <a:close/>
                  <a:moveTo>
                    <a:pt x="7240" y="2167"/>
                  </a:moveTo>
                  <a:cubicBezTo>
                    <a:pt x="9395" y="2167"/>
                    <a:pt x="11145" y="3918"/>
                    <a:pt x="11145" y="6085"/>
                  </a:cubicBezTo>
                  <a:cubicBezTo>
                    <a:pt x="11145" y="7787"/>
                    <a:pt x="9764" y="9168"/>
                    <a:pt x="8050" y="9168"/>
                  </a:cubicBezTo>
                  <a:cubicBezTo>
                    <a:pt x="7514" y="9168"/>
                    <a:pt x="7014" y="9013"/>
                    <a:pt x="6597" y="8680"/>
                  </a:cubicBezTo>
                  <a:cubicBezTo>
                    <a:pt x="6180" y="8371"/>
                    <a:pt x="5883" y="7942"/>
                    <a:pt x="5716" y="7454"/>
                  </a:cubicBezTo>
                  <a:cubicBezTo>
                    <a:pt x="5692" y="7370"/>
                    <a:pt x="5633" y="7335"/>
                    <a:pt x="5561" y="7335"/>
                  </a:cubicBezTo>
                  <a:cubicBezTo>
                    <a:pt x="5537" y="7335"/>
                    <a:pt x="5525" y="7335"/>
                    <a:pt x="5513" y="7347"/>
                  </a:cubicBezTo>
                  <a:cubicBezTo>
                    <a:pt x="5418" y="7370"/>
                    <a:pt x="5383" y="7466"/>
                    <a:pt x="5406" y="7549"/>
                  </a:cubicBezTo>
                  <a:cubicBezTo>
                    <a:pt x="5454" y="7692"/>
                    <a:pt x="5502" y="7823"/>
                    <a:pt x="5561" y="7942"/>
                  </a:cubicBezTo>
                  <a:cubicBezTo>
                    <a:pt x="5190" y="8141"/>
                    <a:pt x="4851" y="8237"/>
                    <a:pt x="4541" y="8237"/>
                  </a:cubicBezTo>
                  <a:cubicBezTo>
                    <a:pt x="4314" y="8237"/>
                    <a:pt x="4103" y="8186"/>
                    <a:pt x="3906" y="8085"/>
                  </a:cubicBezTo>
                  <a:cubicBezTo>
                    <a:pt x="3347" y="7787"/>
                    <a:pt x="3097" y="7168"/>
                    <a:pt x="3073" y="6823"/>
                  </a:cubicBezTo>
                  <a:cubicBezTo>
                    <a:pt x="2930" y="5573"/>
                    <a:pt x="3323" y="4358"/>
                    <a:pt x="4120" y="3477"/>
                  </a:cubicBezTo>
                  <a:cubicBezTo>
                    <a:pt x="4906" y="2620"/>
                    <a:pt x="6002" y="2167"/>
                    <a:pt x="7240" y="2167"/>
                  </a:cubicBezTo>
                  <a:close/>
                  <a:moveTo>
                    <a:pt x="1430" y="2703"/>
                  </a:moveTo>
                  <a:cubicBezTo>
                    <a:pt x="1834" y="2703"/>
                    <a:pt x="2156" y="3025"/>
                    <a:pt x="2156" y="3429"/>
                  </a:cubicBezTo>
                  <a:lnTo>
                    <a:pt x="2156" y="5763"/>
                  </a:lnTo>
                  <a:cubicBezTo>
                    <a:pt x="2156" y="6180"/>
                    <a:pt x="2370" y="6573"/>
                    <a:pt x="2716" y="6811"/>
                  </a:cubicBezTo>
                  <a:lnTo>
                    <a:pt x="2716" y="6882"/>
                  </a:lnTo>
                  <a:cubicBezTo>
                    <a:pt x="2751" y="7299"/>
                    <a:pt x="3049" y="8061"/>
                    <a:pt x="3728" y="8418"/>
                  </a:cubicBezTo>
                  <a:cubicBezTo>
                    <a:pt x="3978" y="8549"/>
                    <a:pt x="4240" y="8609"/>
                    <a:pt x="4501" y="8609"/>
                  </a:cubicBezTo>
                  <a:cubicBezTo>
                    <a:pt x="4942" y="8609"/>
                    <a:pt x="5359" y="8442"/>
                    <a:pt x="5704" y="8263"/>
                  </a:cubicBezTo>
                  <a:cubicBezTo>
                    <a:pt x="5883" y="8549"/>
                    <a:pt x="6109" y="8787"/>
                    <a:pt x="6371" y="8990"/>
                  </a:cubicBezTo>
                  <a:cubicBezTo>
                    <a:pt x="6859" y="9347"/>
                    <a:pt x="7430" y="9549"/>
                    <a:pt x="8038" y="9549"/>
                  </a:cubicBezTo>
                  <a:cubicBezTo>
                    <a:pt x="8704" y="9549"/>
                    <a:pt x="9323" y="9359"/>
                    <a:pt x="9859" y="9025"/>
                  </a:cubicBezTo>
                  <a:lnTo>
                    <a:pt x="10705" y="9585"/>
                  </a:lnTo>
                  <a:cubicBezTo>
                    <a:pt x="10752" y="9621"/>
                    <a:pt x="10776" y="9680"/>
                    <a:pt x="10776" y="9740"/>
                  </a:cubicBezTo>
                  <a:cubicBezTo>
                    <a:pt x="10800" y="9811"/>
                    <a:pt x="10705" y="9906"/>
                    <a:pt x="10597" y="9906"/>
                  </a:cubicBezTo>
                  <a:lnTo>
                    <a:pt x="4478" y="9906"/>
                  </a:lnTo>
                  <a:cubicBezTo>
                    <a:pt x="2596" y="9906"/>
                    <a:pt x="1061" y="8371"/>
                    <a:pt x="1061" y="6477"/>
                  </a:cubicBezTo>
                  <a:lnTo>
                    <a:pt x="1061" y="4477"/>
                  </a:lnTo>
                  <a:cubicBezTo>
                    <a:pt x="1120" y="4489"/>
                    <a:pt x="1180" y="4489"/>
                    <a:pt x="1251" y="4489"/>
                  </a:cubicBezTo>
                  <a:cubicBezTo>
                    <a:pt x="1346" y="4489"/>
                    <a:pt x="1418" y="4418"/>
                    <a:pt x="1418" y="4322"/>
                  </a:cubicBezTo>
                  <a:cubicBezTo>
                    <a:pt x="1418" y="4239"/>
                    <a:pt x="1346" y="4156"/>
                    <a:pt x="1251" y="4156"/>
                  </a:cubicBezTo>
                  <a:cubicBezTo>
                    <a:pt x="751" y="4156"/>
                    <a:pt x="346" y="3763"/>
                    <a:pt x="346" y="3251"/>
                  </a:cubicBezTo>
                  <a:lnTo>
                    <a:pt x="346" y="3072"/>
                  </a:lnTo>
                  <a:cubicBezTo>
                    <a:pt x="346" y="2870"/>
                    <a:pt x="513" y="2703"/>
                    <a:pt x="715" y="2703"/>
                  </a:cubicBezTo>
                  <a:close/>
                  <a:moveTo>
                    <a:pt x="715" y="0"/>
                  </a:moveTo>
                  <a:cubicBezTo>
                    <a:pt x="418" y="0"/>
                    <a:pt x="203" y="239"/>
                    <a:pt x="203" y="524"/>
                  </a:cubicBezTo>
                  <a:cubicBezTo>
                    <a:pt x="203" y="810"/>
                    <a:pt x="418" y="1036"/>
                    <a:pt x="691" y="1048"/>
                  </a:cubicBezTo>
                  <a:lnTo>
                    <a:pt x="953" y="2322"/>
                  </a:lnTo>
                  <a:lnTo>
                    <a:pt x="715" y="2322"/>
                  </a:lnTo>
                  <a:cubicBezTo>
                    <a:pt x="334" y="2322"/>
                    <a:pt x="1" y="2644"/>
                    <a:pt x="1" y="3037"/>
                  </a:cubicBezTo>
                  <a:lnTo>
                    <a:pt x="1" y="3215"/>
                  </a:lnTo>
                  <a:cubicBezTo>
                    <a:pt x="1" y="3727"/>
                    <a:pt x="299" y="4156"/>
                    <a:pt x="715" y="4358"/>
                  </a:cubicBezTo>
                  <a:lnTo>
                    <a:pt x="715" y="6466"/>
                  </a:lnTo>
                  <a:cubicBezTo>
                    <a:pt x="715" y="8549"/>
                    <a:pt x="2418" y="10228"/>
                    <a:pt x="4478" y="10228"/>
                  </a:cubicBezTo>
                  <a:lnTo>
                    <a:pt x="10597" y="10228"/>
                  </a:lnTo>
                  <a:cubicBezTo>
                    <a:pt x="10883" y="10228"/>
                    <a:pt x="11121" y="9990"/>
                    <a:pt x="11121" y="9716"/>
                  </a:cubicBezTo>
                  <a:cubicBezTo>
                    <a:pt x="11121" y="9549"/>
                    <a:pt x="11038" y="9383"/>
                    <a:pt x="10895" y="9299"/>
                  </a:cubicBezTo>
                  <a:lnTo>
                    <a:pt x="10157" y="8799"/>
                  </a:lnTo>
                  <a:cubicBezTo>
                    <a:pt x="10955" y="8180"/>
                    <a:pt x="11479" y="7192"/>
                    <a:pt x="11479" y="6096"/>
                  </a:cubicBezTo>
                  <a:cubicBezTo>
                    <a:pt x="11479" y="3739"/>
                    <a:pt x="9574" y="1834"/>
                    <a:pt x="7216" y="1834"/>
                  </a:cubicBezTo>
                  <a:cubicBezTo>
                    <a:pt x="5894" y="1834"/>
                    <a:pt x="4704" y="2346"/>
                    <a:pt x="3859" y="3251"/>
                  </a:cubicBezTo>
                  <a:cubicBezTo>
                    <a:pt x="3108" y="4072"/>
                    <a:pt x="2692" y="5168"/>
                    <a:pt x="2680" y="6335"/>
                  </a:cubicBezTo>
                  <a:cubicBezTo>
                    <a:pt x="2549" y="6168"/>
                    <a:pt x="2477" y="5977"/>
                    <a:pt x="2477" y="5751"/>
                  </a:cubicBezTo>
                  <a:lnTo>
                    <a:pt x="2477" y="3418"/>
                  </a:lnTo>
                  <a:cubicBezTo>
                    <a:pt x="2477" y="3001"/>
                    <a:pt x="2215" y="2632"/>
                    <a:pt x="1882" y="2453"/>
                  </a:cubicBezTo>
                  <a:lnTo>
                    <a:pt x="2156" y="1060"/>
                  </a:lnTo>
                  <a:cubicBezTo>
                    <a:pt x="2442" y="1048"/>
                    <a:pt x="2656" y="810"/>
                    <a:pt x="2656" y="548"/>
                  </a:cubicBezTo>
                  <a:cubicBezTo>
                    <a:pt x="2656" y="251"/>
                    <a:pt x="2418" y="24"/>
                    <a:pt x="2132" y="24"/>
                  </a:cubicBezTo>
                  <a:cubicBezTo>
                    <a:pt x="1834" y="24"/>
                    <a:pt x="1608" y="262"/>
                    <a:pt x="1608" y="548"/>
                  </a:cubicBezTo>
                  <a:cubicBezTo>
                    <a:pt x="1608" y="727"/>
                    <a:pt x="1703" y="882"/>
                    <a:pt x="1846" y="977"/>
                  </a:cubicBezTo>
                  <a:lnTo>
                    <a:pt x="1561" y="2358"/>
                  </a:lnTo>
                  <a:cubicBezTo>
                    <a:pt x="1525" y="2358"/>
                    <a:pt x="1477" y="2346"/>
                    <a:pt x="1418" y="2346"/>
                  </a:cubicBezTo>
                  <a:lnTo>
                    <a:pt x="1287" y="2346"/>
                  </a:lnTo>
                  <a:lnTo>
                    <a:pt x="1001" y="977"/>
                  </a:lnTo>
                  <a:cubicBezTo>
                    <a:pt x="1144" y="882"/>
                    <a:pt x="1239" y="715"/>
                    <a:pt x="1239" y="524"/>
                  </a:cubicBezTo>
                  <a:cubicBezTo>
                    <a:pt x="1239" y="227"/>
                    <a:pt x="1001"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84" name="Google Shape;12484;p67"/>
          <p:cNvSpPr/>
          <p:nvPr/>
        </p:nvSpPr>
        <p:spPr>
          <a:xfrm>
            <a:off x="3597837" y="3005594"/>
            <a:ext cx="368832" cy="281600"/>
          </a:xfrm>
          <a:custGeom>
            <a:avLst/>
            <a:gdLst/>
            <a:ahLst/>
            <a:cxnLst/>
            <a:rect l="l" t="t" r="r" b="b"/>
            <a:pathLst>
              <a:path w="11526" h="8800" extrusionOk="0">
                <a:moveTo>
                  <a:pt x="5787" y="3215"/>
                </a:moveTo>
                <a:cubicBezTo>
                  <a:pt x="5894" y="3215"/>
                  <a:pt x="5977" y="3299"/>
                  <a:pt x="5977" y="3406"/>
                </a:cubicBezTo>
                <a:cubicBezTo>
                  <a:pt x="5977" y="3501"/>
                  <a:pt x="5894" y="3596"/>
                  <a:pt x="5787" y="3596"/>
                </a:cubicBezTo>
                <a:cubicBezTo>
                  <a:pt x="5679" y="3596"/>
                  <a:pt x="5596" y="3501"/>
                  <a:pt x="5596" y="3406"/>
                </a:cubicBezTo>
                <a:cubicBezTo>
                  <a:pt x="5596" y="3299"/>
                  <a:pt x="5679" y="3215"/>
                  <a:pt x="5787" y="3215"/>
                </a:cubicBezTo>
                <a:close/>
                <a:moveTo>
                  <a:pt x="10632" y="346"/>
                </a:moveTo>
                <a:cubicBezTo>
                  <a:pt x="10894" y="346"/>
                  <a:pt x="11049" y="394"/>
                  <a:pt x="11133" y="489"/>
                </a:cubicBezTo>
                <a:cubicBezTo>
                  <a:pt x="11192" y="537"/>
                  <a:pt x="11192" y="620"/>
                  <a:pt x="11192" y="703"/>
                </a:cubicBezTo>
                <a:cubicBezTo>
                  <a:pt x="11192" y="858"/>
                  <a:pt x="11049" y="1084"/>
                  <a:pt x="10918" y="1334"/>
                </a:cubicBezTo>
                <a:lnTo>
                  <a:pt x="10787" y="1560"/>
                </a:lnTo>
                <a:cubicBezTo>
                  <a:pt x="10656" y="1346"/>
                  <a:pt x="10394" y="1096"/>
                  <a:pt x="9942" y="953"/>
                </a:cubicBezTo>
                <a:cubicBezTo>
                  <a:pt x="9922" y="945"/>
                  <a:pt x="9902" y="941"/>
                  <a:pt x="9882" y="941"/>
                </a:cubicBezTo>
                <a:cubicBezTo>
                  <a:pt x="9817" y="941"/>
                  <a:pt x="9755" y="982"/>
                  <a:pt x="9728" y="1037"/>
                </a:cubicBezTo>
                <a:cubicBezTo>
                  <a:pt x="9680" y="1132"/>
                  <a:pt x="9728" y="1227"/>
                  <a:pt x="9835" y="1275"/>
                </a:cubicBezTo>
                <a:cubicBezTo>
                  <a:pt x="10442" y="1489"/>
                  <a:pt x="10597" y="1882"/>
                  <a:pt x="10609" y="1941"/>
                </a:cubicBezTo>
                <a:cubicBezTo>
                  <a:pt x="10418" y="2394"/>
                  <a:pt x="10299" y="2894"/>
                  <a:pt x="10490" y="3477"/>
                </a:cubicBezTo>
                <a:cubicBezTo>
                  <a:pt x="10501" y="3537"/>
                  <a:pt x="10501" y="3585"/>
                  <a:pt x="10454" y="3632"/>
                </a:cubicBezTo>
                <a:cubicBezTo>
                  <a:pt x="10192" y="3977"/>
                  <a:pt x="8823" y="4108"/>
                  <a:pt x="8239" y="4132"/>
                </a:cubicBezTo>
                <a:cubicBezTo>
                  <a:pt x="7799" y="4156"/>
                  <a:pt x="7376" y="4165"/>
                  <a:pt x="7041" y="4165"/>
                </a:cubicBezTo>
                <a:cubicBezTo>
                  <a:pt x="6706" y="4165"/>
                  <a:pt x="6459" y="4156"/>
                  <a:pt x="6370" y="4144"/>
                </a:cubicBezTo>
                <a:cubicBezTo>
                  <a:pt x="6346" y="4108"/>
                  <a:pt x="6334" y="4073"/>
                  <a:pt x="6322" y="4037"/>
                </a:cubicBezTo>
                <a:cubicBezTo>
                  <a:pt x="6310" y="4025"/>
                  <a:pt x="6322" y="3966"/>
                  <a:pt x="6322" y="3966"/>
                </a:cubicBezTo>
                <a:cubicBezTo>
                  <a:pt x="6346" y="3835"/>
                  <a:pt x="6763" y="2906"/>
                  <a:pt x="7525" y="2037"/>
                </a:cubicBezTo>
                <a:cubicBezTo>
                  <a:pt x="7763" y="1751"/>
                  <a:pt x="8061" y="1465"/>
                  <a:pt x="8406" y="1203"/>
                </a:cubicBezTo>
                <a:cubicBezTo>
                  <a:pt x="8692" y="1156"/>
                  <a:pt x="8954" y="1156"/>
                  <a:pt x="9192" y="1156"/>
                </a:cubicBezTo>
                <a:cubicBezTo>
                  <a:pt x="9287" y="1156"/>
                  <a:pt x="9370" y="1096"/>
                  <a:pt x="9370" y="1001"/>
                </a:cubicBezTo>
                <a:cubicBezTo>
                  <a:pt x="9382" y="918"/>
                  <a:pt x="9311" y="822"/>
                  <a:pt x="9204" y="822"/>
                </a:cubicBezTo>
                <a:lnTo>
                  <a:pt x="8954" y="822"/>
                </a:lnTo>
                <a:cubicBezTo>
                  <a:pt x="9442" y="548"/>
                  <a:pt x="10013" y="346"/>
                  <a:pt x="10632" y="346"/>
                </a:cubicBezTo>
                <a:close/>
                <a:moveTo>
                  <a:pt x="917" y="334"/>
                </a:moveTo>
                <a:cubicBezTo>
                  <a:pt x="1548" y="334"/>
                  <a:pt x="2108" y="537"/>
                  <a:pt x="2596" y="810"/>
                </a:cubicBezTo>
                <a:lnTo>
                  <a:pt x="2358" y="810"/>
                </a:lnTo>
                <a:cubicBezTo>
                  <a:pt x="2274" y="810"/>
                  <a:pt x="2191" y="894"/>
                  <a:pt x="2191" y="989"/>
                </a:cubicBezTo>
                <a:cubicBezTo>
                  <a:pt x="2191" y="1084"/>
                  <a:pt x="2286" y="1156"/>
                  <a:pt x="2381" y="1156"/>
                </a:cubicBezTo>
                <a:cubicBezTo>
                  <a:pt x="2438" y="1153"/>
                  <a:pt x="2495" y="1151"/>
                  <a:pt x="2554" y="1151"/>
                </a:cubicBezTo>
                <a:cubicBezTo>
                  <a:pt x="2745" y="1151"/>
                  <a:pt x="2949" y="1167"/>
                  <a:pt x="3167" y="1203"/>
                </a:cubicBezTo>
                <a:cubicBezTo>
                  <a:pt x="3501" y="1465"/>
                  <a:pt x="3798" y="1763"/>
                  <a:pt x="4036" y="2037"/>
                </a:cubicBezTo>
                <a:cubicBezTo>
                  <a:pt x="4798" y="2918"/>
                  <a:pt x="5227" y="3823"/>
                  <a:pt x="5251" y="3966"/>
                </a:cubicBezTo>
                <a:lnTo>
                  <a:pt x="5251" y="4061"/>
                </a:lnTo>
                <a:cubicBezTo>
                  <a:pt x="5227" y="4085"/>
                  <a:pt x="5215" y="4120"/>
                  <a:pt x="5203" y="4168"/>
                </a:cubicBezTo>
                <a:cubicBezTo>
                  <a:pt x="5120" y="4168"/>
                  <a:pt x="4867" y="4174"/>
                  <a:pt x="4525" y="4174"/>
                </a:cubicBezTo>
                <a:cubicBezTo>
                  <a:pt x="4182" y="4174"/>
                  <a:pt x="3751" y="4168"/>
                  <a:pt x="3310" y="4144"/>
                </a:cubicBezTo>
                <a:cubicBezTo>
                  <a:pt x="2751" y="4085"/>
                  <a:pt x="1369" y="3966"/>
                  <a:pt x="1096" y="3608"/>
                </a:cubicBezTo>
                <a:cubicBezTo>
                  <a:pt x="1072" y="3573"/>
                  <a:pt x="1048" y="3525"/>
                  <a:pt x="1072" y="3465"/>
                </a:cubicBezTo>
                <a:cubicBezTo>
                  <a:pt x="1262" y="2894"/>
                  <a:pt x="1143" y="2382"/>
                  <a:pt x="953" y="1930"/>
                </a:cubicBezTo>
                <a:cubicBezTo>
                  <a:pt x="965" y="1870"/>
                  <a:pt x="1096" y="1465"/>
                  <a:pt x="1727" y="1263"/>
                </a:cubicBezTo>
                <a:cubicBezTo>
                  <a:pt x="1798" y="1227"/>
                  <a:pt x="1858" y="1156"/>
                  <a:pt x="1846" y="1072"/>
                </a:cubicBezTo>
                <a:cubicBezTo>
                  <a:pt x="1825" y="981"/>
                  <a:pt x="1753" y="924"/>
                  <a:pt x="1666" y="924"/>
                </a:cubicBezTo>
                <a:cubicBezTo>
                  <a:pt x="1651" y="924"/>
                  <a:pt x="1635" y="926"/>
                  <a:pt x="1619" y="929"/>
                </a:cubicBezTo>
                <a:cubicBezTo>
                  <a:pt x="1155" y="1084"/>
                  <a:pt x="905" y="1346"/>
                  <a:pt x="774" y="1549"/>
                </a:cubicBezTo>
                <a:lnTo>
                  <a:pt x="631" y="1322"/>
                </a:lnTo>
                <a:cubicBezTo>
                  <a:pt x="500" y="1072"/>
                  <a:pt x="369" y="846"/>
                  <a:pt x="369" y="691"/>
                </a:cubicBezTo>
                <a:cubicBezTo>
                  <a:pt x="369" y="620"/>
                  <a:pt x="369" y="537"/>
                  <a:pt x="429" y="477"/>
                </a:cubicBezTo>
                <a:cubicBezTo>
                  <a:pt x="500" y="382"/>
                  <a:pt x="667" y="334"/>
                  <a:pt x="917" y="334"/>
                </a:cubicBezTo>
                <a:close/>
                <a:moveTo>
                  <a:pt x="6680" y="4478"/>
                </a:moveTo>
                <a:lnTo>
                  <a:pt x="8751" y="5716"/>
                </a:lnTo>
                <a:lnTo>
                  <a:pt x="8751" y="5716"/>
                </a:lnTo>
                <a:lnTo>
                  <a:pt x="7108" y="5609"/>
                </a:lnTo>
                <a:lnTo>
                  <a:pt x="6501" y="4870"/>
                </a:lnTo>
                <a:lnTo>
                  <a:pt x="6453" y="4478"/>
                </a:lnTo>
                <a:close/>
                <a:moveTo>
                  <a:pt x="5120" y="4478"/>
                </a:moveTo>
                <a:cubicBezTo>
                  <a:pt x="5096" y="4597"/>
                  <a:pt x="5084" y="4728"/>
                  <a:pt x="5072" y="4882"/>
                </a:cubicBezTo>
                <a:lnTo>
                  <a:pt x="4441" y="5609"/>
                </a:lnTo>
                <a:lnTo>
                  <a:pt x="2810" y="5716"/>
                </a:lnTo>
                <a:lnTo>
                  <a:pt x="4882" y="4478"/>
                </a:lnTo>
                <a:close/>
                <a:moveTo>
                  <a:pt x="2322" y="4358"/>
                </a:moveTo>
                <a:cubicBezTo>
                  <a:pt x="2596" y="4394"/>
                  <a:pt x="2929" y="4430"/>
                  <a:pt x="3298" y="4442"/>
                </a:cubicBezTo>
                <a:cubicBezTo>
                  <a:pt x="3632" y="4466"/>
                  <a:pt x="3941" y="4478"/>
                  <a:pt x="4227" y="4478"/>
                </a:cubicBezTo>
                <a:lnTo>
                  <a:pt x="2060" y="5751"/>
                </a:lnTo>
                <a:lnTo>
                  <a:pt x="1381" y="5799"/>
                </a:lnTo>
                <a:cubicBezTo>
                  <a:pt x="1453" y="5275"/>
                  <a:pt x="1786" y="4775"/>
                  <a:pt x="2322" y="4358"/>
                </a:cubicBezTo>
                <a:close/>
                <a:moveTo>
                  <a:pt x="9239" y="4370"/>
                </a:moveTo>
                <a:cubicBezTo>
                  <a:pt x="9787" y="4775"/>
                  <a:pt x="10097" y="5275"/>
                  <a:pt x="10180" y="5811"/>
                </a:cubicBezTo>
                <a:lnTo>
                  <a:pt x="9489" y="5775"/>
                </a:lnTo>
                <a:lnTo>
                  <a:pt x="7334" y="4489"/>
                </a:lnTo>
                <a:cubicBezTo>
                  <a:pt x="7620" y="4489"/>
                  <a:pt x="7930" y="4478"/>
                  <a:pt x="8251" y="4466"/>
                </a:cubicBezTo>
                <a:cubicBezTo>
                  <a:pt x="8632" y="4442"/>
                  <a:pt x="8954" y="4418"/>
                  <a:pt x="9239" y="4370"/>
                </a:cubicBezTo>
                <a:close/>
                <a:moveTo>
                  <a:pt x="5787" y="3942"/>
                </a:moveTo>
                <a:cubicBezTo>
                  <a:pt x="5846" y="3942"/>
                  <a:pt x="5953" y="4025"/>
                  <a:pt x="6013" y="4180"/>
                </a:cubicBezTo>
                <a:cubicBezTo>
                  <a:pt x="6096" y="4370"/>
                  <a:pt x="6156" y="4656"/>
                  <a:pt x="6156" y="4930"/>
                </a:cubicBezTo>
                <a:cubicBezTo>
                  <a:pt x="6156" y="5216"/>
                  <a:pt x="6108" y="5501"/>
                  <a:pt x="6013" y="5692"/>
                </a:cubicBezTo>
                <a:cubicBezTo>
                  <a:pt x="5953" y="5847"/>
                  <a:pt x="5858" y="5930"/>
                  <a:pt x="5787" y="5930"/>
                </a:cubicBezTo>
                <a:cubicBezTo>
                  <a:pt x="5715" y="5930"/>
                  <a:pt x="5620" y="5847"/>
                  <a:pt x="5560" y="5692"/>
                </a:cubicBezTo>
                <a:cubicBezTo>
                  <a:pt x="5477" y="5501"/>
                  <a:pt x="5418" y="5216"/>
                  <a:pt x="5418" y="4930"/>
                </a:cubicBezTo>
                <a:cubicBezTo>
                  <a:pt x="5418" y="4656"/>
                  <a:pt x="5453" y="4370"/>
                  <a:pt x="5560" y="4180"/>
                </a:cubicBezTo>
                <a:cubicBezTo>
                  <a:pt x="5632" y="4025"/>
                  <a:pt x="5727" y="3942"/>
                  <a:pt x="5787" y="3942"/>
                </a:cubicBezTo>
                <a:close/>
                <a:moveTo>
                  <a:pt x="5096" y="5370"/>
                </a:moveTo>
                <a:cubicBezTo>
                  <a:pt x="5179" y="5787"/>
                  <a:pt x="5334" y="6097"/>
                  <a:pt x="5548" y="6216"/>
                </a:cubicBezTo>
                <a:cubicBezTo>
                  <a:pt x="5477" y="6442"/>
                  <a:pt x="5298" y="6859"/>
                  <a:pt x="5084" y="7275"/>
                </a:cubicBezTo>
                <a:cubicBezTo>
                  <a:pt x="4906" y="7633"/>
                  <a:pt x="4739" y="7895"/>
                  <a:pt x="4584" y="8109"/>
                </a:cubicBezTo>
                <a:cubicBezTo>
                  <a:pt x="4358" y="8407"/>
                  <a:pt x="4203" y="8442"/>
                  <a:pt x="4144" y="8466"/>
                </a:cubicBezTo>
                <a:cubicBezTo>
                  <a:pt x="4068" y="8471"/>
                  <a:pt x="3994" y="8474"/>
                  <a:pt x="3920" y="8474"/>
                </a:cubicBezTo>
                <a:cubicBezTo>
                  <a:pt x="3493" y="8474"/>
                  <a:pt x="3094" y="8384"/>
                  <a:pt x="2739" y="8180"/>
                </a:cubicBezTo>
                <a:lnTo>
                  <a:pt x="2977" y="7895"/>
                </a:lnTo>
                <a:cubicBezTo>
                  <a:pt x="3036" y="7823"/>
                  <a:pt x="3012" y="7716"/>
                  <a:pt x="2953" y="7656"/>
                </a:cubicBezTo>
                <a:cubicBezTo>
                  <a:pt x="2924" y="7632"/>
                  <a:pt x="2889" y="7622"/>
                  <a:pt x="2854" y="7622"/>
                </a:cubicBezTo>
                <a:cubicBezTo>
                  <a:pt x="2803" y="7622"/>
                  <a:pt x="2750" y="7645"/>
                  <a:pt x="2715" y="7680"/>
                </a:cubicBezTo>
                <a:lnTo>
                  <a:pt x="2453" y="7990"/>
                </a:lnTo>
                <a:cubicBezTo>
                  <a:pt x="2215" y="7811"/>
                  <a:pt x="1989" y="7573"/>
                  <a:pt x="1786" y="7275"/>
                </a:cubicBezTo>
                <a:cubicBezTo>
                  <a:pt x="1524" y="6918"/>
                  <a:pt x="1393" y="6525"/>
                  <a:pt x="1369" y="6156"/>
                </a:cubicBezTo>
                <a:lnTo>
                  <a:pt x="4144" y="5978"/>
                </a:lnTo>
                <a:lnTo>
                  <a:pt x="3179" y="7121"/>
                </a:lnTo>
                <a:cubicBezTo>
                  <a:pt x="3120" y="7204"/>
                  <a:pt x="3132" y="7299"/>
                  <a:pt x="3191" y="7359"/>
                </a:cubicBezTo>
                <a:cubicBezTo>
                  <a:pt x="3227" y="7395"/>
                  <a:pt x="3274" y="7406"/>
                  <a:pt x="3298" y="7406"/>
                </a:cubicBezTo>
                <a:cubicBezTo>
                  <a:pt x="3346" y="7406"/>
                  <a:pt x="3393" y="7395"/>
                  <a:pt x="3429" y="7347"/>
                </a:cubicBezTo>
                <a:lnTo>
                  <a:pt x="5096" y="5370"/>
                </a:lnTo>
                <a:close/>
                <a:moveTo>
                  <a:pt x="6465" y="5370"/>
                </a:moveTo>
                <a:lnTo>
                  <a:pt x="8132" y="7335"/>
                </a:lnTo>
                <a:cubicBezTo>
                  <a:pt x="8168" y="7371"/>
                  <a:pt x="8215" y="7395"/>
                  <a:pt x="8275" y="7395"/>
                </a:cubicBezTo>
                <a:cubicBezTo>
                  <a:pt x="8311" y="7395"/>
                  <a:pt x="8346" y="7371"/>
                  <a:pt x="8370" y="7347"/>
                </a:cubicBezTo>
                <a:cubicBezTo>
                  <a:pt x="8454" y="7287"/>
                  <a:pt x="8454" y="7180"/>
                  <a:pt x="8394" y="7109"/>
                </a:cubicBezTo>
                <a:lnTo>
                  <a:pt x="7418" y="5966"/>
                </a:lnTo>
                <a:lnTo>
                  <a:pt x="10204" y="6144"/>
                </a:lnTo>
                <a:cubicBezTo>
                  <a:pt x="10180" y="6513"/>
                  <a:pt x="10037" y="6906"/>
                  <a:pt x="9787" y="7275"/>
                </a:cubicBezTo>
                <a:cubicBezTo>
                  <a:pt x="9585" y="7573"/>
                  <a:pt x="9358" y="7811"/>
                  <a:pt x="9120" y="7990"/>
                </a:cubicBezTo>
                <a:lnTo>
                  <a:pt x="8847" y="7668"/>
                </a:lnTo>
                <a:cubicBezTo>
                  <a:pt x="8815" y="7631"/>
                  <a:pt x="8774" y="7613"/>
                  <a:pt x="8731" y="7613"/>
                </a:cubicBezTo>
                <a:cubicBezTo>
                  <a:pt x="8691" y="7613"/>
                  <a:pt x="8648" y="7628"/>
                  <a:pt x="8608" y="7656"/>
                </a:cubicBezTo>
                <a:cubicBezTo>
                  <a:pt x="8537" y="7716"/>
                  <a:pt x="8537" y="7823"/>
                  <a:pt x="8596" y="7895"/>
                </a:cubicBezTo>
                <a:lnTo>
                  <a:pt x="8835" y="8180"/>
                </a:lnTo>
                <a:cubicBezTo>
                  <a:pt x="8479" y="8384"/>
                  <a:pt x="8080" y="8474"/>
                  <a:pt x="7645" y="8474"/>
                </a:cubicBezTo>
                <a:cubicBezTo>
                  <a:pt x="7571" y="8474"/>
                  <a:pt x="7495" y="8471"/>
                  <a:pt x="7418" y="8466"/>
                </a:cubicBezTo>
                <a:cubicBezTo>
                  <a:pt x="7358" y="8466"/>
                  <a:pt x="7215" y="8407"/>
                  <a:pt x="6989" y="8109"/>
                </a:cubicBezTo>
                <a:cubicBezTo>
                  <a:pt x="6822" y="7895"/>
                  <a:pt x="6668" y="7609"/>
                  <a:pt x="6489" y="7275"/>
                </a:cubicBezTo>
                <a:cubicBezTo>
                  <a:pt x="6275" y="6859"/>
                  <a:pt x="6096" y="6442"/>
                  <a:pt x="6013" y="6216"/>
                </a:cubicBezTo>
                <a:cubicBezTo>
                  <a:pt x="6227" y="6097"/>
                  <a:pt x="6394" y="5763"/>
                  <a:pt x="6465" y="5370"/>
                </a:cubicBezTo>
                <a:close/>
                <a:moveTo>
                  <a:pt x="869" y="1"/>
                </a:moveTo>
                <a:cubicBezTo>
                  <a:pt x="500" y="1"/>
                  <a:pt x="262" y="84"/>
                  <a:pt x="119" y="263"/>
                </a:cubicBezTo>
                <a:cubicBezTo>
                  <a:pt x="0" y="429"/>
                  <a:pt x="0" y="608"/>
                  <a:pt x="0" y="703"/>
                </a:cubicBezTo>
                <a:cubicBezTo>
                  <a:pt x="0" y="953"/>
                  <a:pt x="143" y="1203"/>
                  <a:pt x="310" y="1501"/>
                </a:cubicBezTo>
                <a:cubicBezTo>
                  <a:pt x="595" y="2001"/>
                  <a:pt x="965" y="2644"/>
                  <a:pt x="715" y="3358"/>
                </a:cubicBezTo>
                <a:cubicBezTo>
                  <a:pt x="655" y="3525"/>
                  <a:pt x="679" y="3680"/>
                  <a:pt x="786" y="3823"/>
                </a:cubicBezTo>
                <a:cubicBezTo>
                  <a:pt x="929" y="4025"/>
                  <a:pt x="1286" y="4192"/>
                  <a:pt x="1822" y="4299"/>
                </a:cubicBezTo>
                <a:cubicBezTo>
                  <a:pt x="857" y="5156"/>
                  <a:pt x="715" y="6394"/>
                  <a:pt x="1453" y="7466"/>
                </a:cubicBezTo>
                <a:cubicBezTo>
                  <a:pt x="1858" y="8026"/>
                  <a:pt x="2322" y="8418"/>
                  <a:pt x="2834" y="8621"/>
                </a:cubicBezTo>
                <a:cubicBezTo>
                  <a:pt x="3155" y="8740"/>
                  <a:pt x="3477" y="8799"/>
                  <a:pt x="3834" y="8799"/>
                </a:cubicBezTo>
                <a:cubicBezTo>
                  <a:pt x="3929" y="8799"/>
                  <a:pt x="4024" y="8799"/>
                  <a:pt x="4120" y="8788"/>
                </a:cubicBezTo>
                <a:cubicBezTo>
                  <a:pt x="4322" y="8776"/>
                  <a:pt x="4548" y="8609"/>
                  <a:pt x="4786" y="8311"/>
                </a:cubicBezTo>
                <a:cubicBezTo>
                  <a:pt x="4953" y="8085"/>
                  <a:pt x="5144" y="7787"/>
                  <a:pt x="5322" y="7418"/>
                </a:cubicBezTo>
                <a:cubicBezTo>
                  <a:pt x="5418" y="7252"/>
                  <a:pt x="5489" y="7097"/>
                  <a:pt x="5548" y="6942"/>
                </a:cubicBezTo>
                <a:lnTo>
                  <a:pt x="5548" y="7537"/>
                </a:lnTo>
                <a:cubicBezTo>
                  <a:pt x="5548" y="7633"/>
                  <a:pt x="5620" y="7704"/>
                  <a:pt x="5715" y="7704"/>
                </a:cubicBezTo>
                <a:cubicBezTo>
                  <a:pt x="5799" y="7704"/>
                  <a:pt x="5870" y="7633"/>
                  <a:pt x="5870" y="7537"/>
                </a:cubicBezTo>
                <a:lnTo>
                  <a:pt x="5870" y="6954"/>
                </a:lnTo>
                <a:cubicBezTo>
                  <a:pt x="5929" y="7109"/>
                  <a:pt x="6013" y="7252"/>
                  <a:pt x="6096" y="7418"/>
                </a:cubicBezTo>
                <a:cubicBezTo>
                  <a:pt x="6287" y="7787"/>
                  <a:pt x="6465" y="8085"/>
                  <a:pt x="6632" y="8311"/>
                </a:cubicBezTo>
                <a:cubicBezTo>
                  <a:pt x="6870" y="8621"/>
                  <a:pt x="7096" y="8776"/>
                  <a:pt x="7299" y="8788"/>
                </a:cubicBezTo>
                <a:cubicBezTo>
                  <a:pt x="7406" y="8799"/>
                  <a:pt x="7501" y="8799"/>
                  <a:pt x="7584" y="8799"/>
                </a:cubicBezTo>
                <a:cubicBezTo>
                  <a:pt x="7942" y="8799"/>
                  <a:pt x="8275" y="8740"/>
                  <a:pt x="8585" y="8621"/>
                </a:cubicBezTo>
                <a:cubicBezTo>
                  <a:pt x="9108" y="8418"/>
                  <a:pt x="9585" y="8026"/>
                  <a:pt x="9966" y="7466"/>
                </a:cubicBezTo>
                <a:cubicBezTo>
                  <a:pt x="10728" y="6394"/>
                  <a:pt x="10561" y="5156"/>
                  <a:pt x="9597" y="4299"/>
                </a:cubicBezTo>
                <a:cubicBezTo>
                  <a:pt x="10144" y="4192"/>
                  <a:pt x="10490" y="4025"/>
                  <a:pt x="10632" y="3823"/>
                </a:cubicBezTo>
                <a:cubicBezTo>
                  <a:pt x="10740" y="3680"/>
                  <a:pt x="10775" y="3525"/>
                  <a:pt x="10716" y="3358"/>
                </a:cubicBezTo>
                <a:cubicBezTo>
                  <a:pt x="10478" y="2644"/>
                  <a:pt x="10835" y="2001"/>
                  <a:pt x="11109" y="1501"/>
                </a:cubicBezTo>
                <a:cubicBezTo>
                  <a:pt x="11275" y="1203"/>
                  <a:pt x="11430" y="941"/>
                  <a:pt x="11430" y="703"/>
                </a:cubicBezTo>
                <a:cubicBezTo>
                  <a:pt x="11525" y="608"/>
                  <a:pt x="11525" y="406"/>
                  <a:pt x="11394" y="263"/>
                </a:cubicBezTo>
                <a:cubicBezTo>
                  <a:pt x="11252" y="84"/>
                  <a:pt x="11013" y="1"/>
                  <a:pt x="10632" y="1"/>
                </a:cubicBezTo>
                <a:cubicBezTo>
                  <a:pt x="9120" y="1"/>
                  <a:pt x="7942" y="989"/>
                  <a:pt x="7215" y="1846"/>
                </a:cubicBezTo>
                <a:cubicBezTo>
                  <a:pt x="6787" y="2346"/>
                  <a:pt x="6465" y="2834"/>
                  <a:pt x="6287" y="3144"/>
                </a:cubicBezTo>
                <a:cubicBezTo>
                  <a:pt x="6275" y="3168"/>
                  <a:pt x="6275" y="3180"/>
                  <a:pt x="6263" y="3204"/>
                </a:cubicBezTo>
                <a:cubicBezTo>
                  <a:pt x="6227" y="3132"/>
                  <a:pt x="6180" y="3061"/>
                  <a:pt x="6120" y="3013"/>
                </a:cubicBezTo>
                <a:cubicBezTo>
                  <a:pt x="6168" y="2846"/>
                  <a:pt x="6287" y="2442"/>
                  <a:pt x="6441" y="2013"/>
                </a:cubicBezTo>
                <a:cubicBezTo>
                  <a:pt x="6775" y="1084"/>
                  <a:pt x="6977" y="1049"/>
                  <a:pt x="6977" y="1049"/>
                </a:cubicBezTo>
                <a:cubicBezTo>
                  <a:pt x="6977" y="1049"/>
                  <a:pt x="7001" y="1060"/>
                  <a:pt x="7049" y="1144"/>
                </a:cubicBezTo>
                <a:cubicBezTo>
                  <a:pt x="7081" y="1193"/>
                  <a:pt x="7136" y="1225"/>
                  <a:pt x="7195" y="1225"/>
                </a:cubicBezTo>
                <a:cubicBezTo>
                  <a:pt x="7221" y="1225"/>
                  <a:pt x="7249" y="1218"/>
                  <a:pt x="7275" y="1203"/>
                </a:cubicBezTo>
                <a:cubicBezTo>
                  <a:pt x="7346" y="1156"/>
                  <a:pt x="7382" y="1049"/>
                  <a:pt x="7334" y="977"/>
                </a:cubicBezTo>
                <a:cubicBezTo>
                  <a:pt x="7205" y="779"/>
                  <a:pt x="7068" y="721"/>
                  <a:pt x="6971" y="721"/>
                </a:cubicBezTo>
                <a:cubicBezTo>
                  <a:pt x="6951" y="721"/>
                  <a:pt x="6934" y="723"/>
                  <a:pt x="6918" y="727"/>
                </a:cubicBezTo>
                <a:cubicBezTo>
                  <a:pt x="6561" y="763"/>
                  <a:pt x="6287" y="1394"/>
                  <a:pt x="6096" y="1930"/>
                </a:cubicBezTo>
                <a:cubicBezTo>
                  <a:pt x="5965" y="2311"/>
                  <a:pt x="5858" y="2692"/>
                  <a:pt x="5799" y="2870"/>
                </a:cubicBezTo>
                <a:lnTo>
                  <a:pt x="5715" y="2870"/>
                </a:lnTo>
                <a:cubicBezTo>
                  <a:pt x="5668" y="2668"/>
                  <a:pt x="5548" y="2299"/>
                  <a:pt x="5418" y="1930"/>
                </a:cubicBezTo>
                <a:cubicBezTo>
                  <a:pt x="5215" y="1394"/>
                  <a:pt x="4953" y="763"/>
                  <a:pt x="4596" y="727"/>
                </a:cubicBezTo>
                <a:cubicBezTo>
                  <a:pt x="4576" y="723"/>
                  <a:pt x="4555" y="721"/>
                  <a:pt x="4533" y="721"/>
                </a:cubicBezTo>
                <a:cubicBezTo>
                  <a:pt x="4422" y="721"/>
                  <a:pt x="4288" y="779"/>
                  <a:pt x="4179" y="977"/>
                </a:cubicBezTo>
                <a:cubicBezTo>
                  <a:pt x="4132" y="1049"/>
                  <a:pt x="4167" y="1156"/>
                  <a:pt x="4239" y="1203"/>
                </a:cubicBezTo>
                <a:cubicBezTo>
                  <a:pt x="4261" y="1214"/>
                  <a:pt x="4286" y="1220"/>
                  <a:pt x="4313" y="1220"/>
                </a:cubicBezTo>
                <a:cubicBezTo>
                  <a:pt x="4371" y="1220"/>
                  <a:pt x="4432" y="1193"/>
                  <a:pt x="4465" y="1144"/>
                </a:cubicBezTo>
                <a:cubicBezTo>
                  <a:pt x="4501" y="1049"/>
                  <a:pt x="4536" y="1049"/>
                  <a:pt x="4536" y="1049"/>
                </a:cubicBezTo>
                <a:cubicBezTo>
                  <a:pt x="4536" y="1049"/>
                  <a:pt x="4727" y="1084"/>
                  <a:pt x="5072" y="2013"/>
                </a:cubicBezTo>
                <a:cubicBezTo>
                  <a:pt x="5215" y="2430"/>
                  <a:pt x="5334" y="2846"/>
                  <a:pt x="5382" y="3013"/>
                </a:cubicBezTo>
                <a:cubicBezTo>
                  <a:pt x="5322" y="3073"/>
                  <a:pt x="5275" y="3132"/>
                  <a:pt x="5251" y="3204"/>
                </a:cubicBezTo>
                <a:cubicBezTo>
                  <a:pt x="5239" y="3180"/>
                  <a:pt x="5215" y="3168"/>
                  <a:pt x="5215" y="3144"/>
                </a:cubicBezTo>
                <a:cubicBezTo>
                  <a:pt x="5037" y="2834"/>
                  <a:pt x="4727" y="2346"/>
                  <a:pt x="4298" y="1846"/>
                </a:cubicBezTo>
                <a:cubicBezTo>
                  <a:pt x="3584" y="989"/>
                  <a:pt x="2393"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85" name="Google Shape;12485;p67"/>
          <p:cNvGrpSpPr/>
          <p:nvPr/>
        </p:nvGrpSpPr>
        <p:grpSpPr>
          <a:xfrm>
            <a:off x="3050317" y="2969914"/>
            <a:ext cx="367712" cy="354240"/>
            <a:chOff x="3050317" y="2893714"/>
            <a:chExt cx="367712" cy="354240"/>
          </a:xfrm>
        </p:grpSpPr>
        <p:sp>
          <p:nvSpPr>
            <p:cNvPr id="12486" name="Google Shape;12486;p67"/>
            <p:cNvSpPr/>
            <p:nvPr/>
          </p:nvSpPr>
          <p:spPr>
            <a:xfrm>
              <a:off x="3079661" y="2945010"/>
              <a:ext cx="33184" cy="33184"/>
            </a:xfrm>
            <a:custGeom>
              <a:avLst/>
              <a:gdLst/>
              <a:ahLst/>
              <a:cxnLst/>
              <a:rect l="l" t="t" r="r" b="b"/>
              <a:pathLst>
                <a:path w="1037" h="1037" extrusionOk="0">
                  <a:moveTo>
                    <a:pt x="513" y="346"/>
                  </a:moveTo>
                  <a:cubicBezTo>
                    <a:pt x="620" y="346"/>
                    <a:pt x="703" y="430"/>
                    <a:pt x="703" y="537"/>
                  </a:cubicBezTo>
                  <a:cubicBezTo>
                    <a:pt x="691" y="644"/>
                    <a:pt x="620" y="727"/>
                    <a:pt x="513" y="727"/>
                  </a:cubicBezTo>
                  <a:cubicBezTo>
                    <a:pt x="405" y="727"/>
                    <a:pt x="322" y="644"/>
                    <a:pt x="322" y="537"/>
                  </a:cubicBezTo>
                  <a:cubicBezTo>
                    <a:pt x="322" y="430"/>
                    <a:pt x="417" y="346"/>
                    <a:pt x="513" y="346"/>
                  </a:cubicBezTo>
                  <a:close/>
                  <a:moveTo>
                    <a:pt x="513" y="1"/>
                  </a:moveTo>
                  <a:cubicBezTo>
                    <a:pt x="215" y="1"/>
                    <a:pt x="1" y="239"/>
                    <a:pt x="1" y="513"/>
                  </a:cubicBezTo>
                  <a:cubicBezTo>
                    <a:pt x="1" y="811"/>
                    <a:pt x="239" y="1037"/>
                    <a:pt x="513" y="1037"/>
                  </a:cubicBezTo>
                  <a:cubicBezTo>
                    <a:pt x="810" y="1037"/>
                    <a:pt x="1037" y="799"/>
                    <a:pt x="1037" y="513"/>
                  </a:cubicBezTo>
                  <a:cubicBezTo>
                    <a:pt x="1037" y="239"/>
                    <a:pt x="798"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67"/>
            <p:cNvSpPr/>
            <p:nvPr/>
          </p:nvSpPr>
          <p:spPr>
            <a:xfrm>
              <a:off x="3050317" y="2893714"/>
              <a:ext cx="367712" cy="354240"/>
            </a:xfrm>
            <a:custGeom>
              <a:avLst/>
              <a:gdLst/>
              <a:ahLst/>
              <a:cxnLst/>
              <a:rect l="l" t="t" r="r" b="b"/>
              <a:pathLst>
                <a:path w="11491" h="11070" extrusionOk="0">
                  <a:moveTo>
                    <a:pt x="4156" y="5604"/>
                  </a:moveTo>
                  <a:lnTo>
                    <a:pt x="4156" y="5676"/>
                  </a:lnTo>
                  <a:cubicBezTo>
                    <a:pt x="4156" y="5795"/>
                    <a:pt x="4168" y="5902"/>
                    <a:pt x="4192" y="6021"/>
                  </a:cubicBezTo>
                  <a:lnTo>
                    <a:pt x="3847" y="5914"/>
                  </a:lnTo>
                  <a:cubicBezTo>
                    <a:pt x="3799" y="5902"/>
                    <a:pt x="3787" y="5854"/>
                    <a:pt x="3787" y="5843"/>
                  </a:cubicBezTo>
                  <a:cubicBezTo>
                    <a:pt x="3787" y="5831"/>
                    <a:pt x="3787" y="5783"/>
                    <a:pt x="3835" y="5771"/>
                  </a:cubicBezTo>
                  <a:lnTo>
                    <a:pt x="4156" y="5604"/>
                  </a:lnTo>
                  <a:close/>
                  <a:moveTo>
                    <a:pt x="4430" y="8748"/>
                  </a:moveTo>
                  <a:cubicBezTo>
                    <a:pt x="4501" y="8867"/>
                    <a:pt x="4585" y="8986"/>
                    <a:pt x="4692" y="9069"/>
                  </a:cubicBezTo>
                  <a:lnTo>
                    <a:pt x="4335" y="9188"/>
                  </a:lnTo>
                  <a:cubicBezTo>
                    <a:pt x="4323" y="9194"/>
                    <a:pt x="4313" y="9196"/>
                    <a:pt x="4304" y="9196"/>
                  </a:cubicBezTo>
                  <a:cubicBezTo>
                    <a:pt x="4276" y="9196"/>
                    <a:pt x="4260" y="9173"/>
                    <a:pt x="4251" y="9164"/>
                  </a:cubicBezTo>
                  <a:cubicBezTo>
                    <a:pt x="4228" y="9141"/>
                    <a:pt x="4216" y="9117"/>
                    <a:pt x="4251" y="9069"/>
                  </a:cubicBezTo>
                  <a:lnTo>
                    <a:pt x="4430" y="8748"/>
                  </a:lnTo>
                  <a:close/>
                  <a:moveTo>
                    <a:pt x="10657" y="9295"/>
                  </a:moveTo>
                  <a:lnTo>
                    <a:pt x="10681" y="9545"/>
                  </a:lnTo>
                  <a:cubicBezTo>
                    <a:pt x="10693" y="9593"/>
                    <a:pt x="10645" y="9605"/>
                    <a:pt x="10633" y="9629"/>
                  </a:cubicBezTo>
                  <a:cubicBezTo>
                    <a:pt x="10628" y="9629"/>
                    <a:pt x="10618" y="9631"/>
                    <a:pt x="10605" y="9631"/>
                  </a:cubicBezTo>
                  <a:cubicBezTo>
                    <a:pt x="10585" y="9631"/>
                    <a:pt x="10559" y="9626"/>
                    <a:pt x="10538" y="9605"/>
                  </a:cubicBezTo>
                  <a:lnTo>
                    <a:pt x="10347" y="9426"/>
                  </a:lnTo>
                  <a:cubicBezTo>
                    <a:pt x="10455" y="9402"/>
                    <a:pt x="10562" y="9355"/>
                    <a:pt x="10657" y="9295"/>
                  </a:cubicBezTo>
                  <a:close/>
                  <a:moveTo>
                    <a:pt x="3847" y="1128"/>
                  </a:moveTo>
                  <a:cubicBezTo>
                    <a:pt x="4454" y="1128"/>
                    <a:pt x="4978" y="1556"/>
                    <a:pt x="5097" y="2152"/>
                  </a:cubicBezTo>
                  <a:cubicBezTo>
                    <a:pt x="5097" y="2175"/>
                    <a:pt x="5097" y="2235"/>
                    <a:pt x="5073" y="2330"/>
                  </a:cubicBezTo>
                  <a:cubicBezTo>
                    <a:pt x="5061" y="2414"/>
                    <a:pt x="5121" y="2509"/>
                    <a:pt x="5216" y="2521"/>
                  </a:cubicBezTo>
                  <a:lnTo>
                    <a:pt x="5240" y="2521"/>
                  </a:lnTo>
                  <a:cubicBezTo>
                    <a:pt x="5311" y="2521"/>
                    <a:pt x="5394" y="2461"/>
                    <a:pt x="5406" y="2390"/>
                  </a:cubicBezTo>
                  <a:cubicBezTo>
                    <a:pt x="5418" y="2330"/>
                    <a:pt x="5418" y="2283"/>
                    <a:pt x="5418" y="2259"/>
                  </a:cubicBezTo>
                  <a:cubicBezTo>
                    <a:pt x="5549" y="2211"/>
                    <a:pt x="5692" y="2199"/>
                    <a:pt x="5823" y="2199"/>
                  </a:cubicBezTo>
                  <a:cubicBezTo>
                    <a:pt x="6526" y="2199"/>
                    <a:pt x="7085" y="2759"/>
                    <a:pt x="7085" y="3461"/>
                  </a:cubicBezTo>
                  <a:cubicBezTo>
                    <a:pt x="7085" y="3854"/>
                    <a:pt x="6907" y="4223"/>
                    <a:pt x="6597" y="4461"/>
                  </a:cubicBezTo>
                  <a:cubicBezTo>
                    <a:pt x="6537" y="4473"/>
                    <a:pt x="6490" y="4497"/>
                    <a:pt x="6430" y="4521"/>
                  </a:cubicBezTo>
                  <a:cubicBezTo>
                    <a:pt x="6347" y="4545"/>
                    <a:pt x="6299" y="4640"/>
                    <a:pt x="6311" y="4723"/>
                  </a:cubicBezTo>
                  <a:cubicBezTo>
                    <a:pt x="6335" y="4795"/>
                    <a:pt x="6406" y="4842"/>
                    <a:pt x="6478" y="4842"/>
                  </a:cubicBezTo>
                  <a:lnTo>
                    <a:pt x="6526" y="4842"/>
                  </a:lnTo>
                  <a:cubicBezTo>
                    <a:pt x="6573" y="4831"/>
                    <a:pt x="6597" y="4819"/>
                    <a:pt x="6645" y="4795"/>
                  </a:cubicBezTo>
                  <a:cubicBezTo>
                    <a:pt x="6895" y="5045"/>
                    <a:pt x="7049" y="5366"/>
                    <a:pt x="7049" y="5723"/>
                  </a:cubicBezTo>
                  <a:cubicBezTo>
                    <a:pt x="7049" y="6081"/>
                    <a:pt x="6895" y="6426"/>
                    <a:pt x="6609" y="6676"/>
                  </a:cubicBezTo>
                  <a:lnTo>
                    <a:pt x="6478" y="6724"/>
                  </a:lnTo>
                  <a:cubicBezTo>
                    <a:pt x="6395" y="6747"/>
                    <a:pt x="6347" y="6843"/>
                    <a:pt x="6371" y="6926"/>
                  </a:cubicBezTo>
                  <a:cubicBezTo>
                    <a:pt x="6406" y="6997"/>
                    <a:pt x="6466" y="7045"/>
                    <a:pt x="6537" y="7045"/>
                  </a:cubicBezTo>
                  <a:cubicBezTo>
                    <a:pt x="6549" y="7045"/>
                    <a:pt x="6573" y="7045"/>
                    <a:pt x="6597" y="7033"/>
                  </a:cubicBezTo>
                  <a:cubicBezTo>
                    <a:pt x="6633" y="7021"/>
                    <a:pt x="6656" y="7021"/>
                    <a:pt x="6692" y="6997"/>
                  </a:cubicBezTo>
                  <a:cubicBezTo>
                    <a:pt x="6847" y="7164"/>
                    <a:pt x="6966" y="7355"/>
                    <a:pt x="7026" y="7581"/>
                  </a:cubicBezTo>
                  <a:lnTo>
                    <a:pt x="7026" y="7759"/>
                  </a:lnTo>
                  <a:cubicBezTo>
                    <a:pt x="7026" y="7855"/>
                    <a:pt x="7109" y="7938"/>
                    <a:pt x="7192" y="7938"/>
                  </a:cubicBezTo>
                  <a:lnTo>
                    <a:pt x="7204" y="7938"/>
                  </a:lnTo>
                  <a:cubicBezTo>
                    <a:pt x="7299" y="7938"/>
                    <a:pt x="7371" y="7867"/>
                    <a:pt x="7371" y="7771"/>
                  </a:cubicBezTo>
                  <a:lnTo>
                    <a:pt x="7371" y="7652"/>
                  </a:lnTo>
                  <a:cubicBezTo>
                    <a:pt x="7538" y="7581"/>
                    <a:pt x="7704" y="7557"/>
                    <a:pt x="7883" y="7557"/>
                  </a:cubicBezTo>
                  <a:cubicBezTo>
                    <a:pt x="8073" y="7557"/>
                    <a:pt x="8264" y="7593"/>
                    <a:pt x="8442" y="7688"/>
                  </a:cubicBezTo>
                  <a:cubicBezTo>
                    <a:pt x="8442" y="7688"/>
                    <a:pt x="8550" y="7736"/>
                    <a:pt x="8681" y="7855"/>
                  </a:cubicBezTo>
                  <a:cubicBezTo>
                    <a:pt x="8716" y="7879"/>
                    <a:pt x="8752" y="7890"/>
                    <a:pt x="8800" y="7890"/>
                  </a:cubicBezTo>
                  <a:cubicBezTo>
                    <a:pt x="8847" y="7890"/>
                    <a:pt x="8895" y="7879"/>
                    <a:pt x="8919" y="7831"/>
                  </a:cubicBezTo>
                  <a:cubicBezTo>
                    <a:pt x="8978" y="7759"/>
                    <a:pt x="8978" y="7652"/>
                    <a:pt x="8907" y="7593"/>
                  </a:cubicBezTo>
                  <a:cubicBezTo>
                    <a:pt x="8823" y="7533"/>
                    <a:pt x="8776" y="7474"/>
                    <a:pt x="8716" y="7450"/>
                  </a:cubicBezTo>
                  <a:cubicBezTo>
                    <a:pt x="8907" y="6974"/>
                    <a:pt x="9371" y="6640"/>
                    <a:pt x="9883" y="6640"/>
                  </a:cubicBezTo>
                  <a:cubicBezTo>
                    <a:pt x="10586" y="6640"/>
                    <a:pt x="11157" y="7212"/>
                    <a:pt x="11157" y="7914"/>
                  </a:cubicBezTo>
                  <a:cubicBezTo>
                    <a:pt x="11157" y="8605"/>
                    <a:pt x="10586" y="9164"/>
                    <a:pt x="9883" y="9164"/>
                  </a:cubicBezTo>
                  <a:cubicBezTo>
                    <a:pt x="9728" y="9164"/>
                    <a:pt x="9574" y="9129"/>
                    <a:pt x="9431" y="9069"/>
                  </a:cubicBezTo>
                  <a:cubicBezTo>
                    <a:pt x="9454" y="8807"/>
                    <a:pt x="9431" y="8533"/>
                    <a:pt x="9371" y="8319"/>
                  </a:cubicBezTo>
                  <a:cubicBezTo>
                    <a:pt x="9342" y="8240"/>
                    <a:pt x="9279" y="8194"/>
                    <a:pt x="9205" y="8194"/>
                  </a:cubicBezTo>
                  <a:cubicBezTo>
                    <a:pt x="9189" y="8194"/>
                    <a:pt x="9173" y="8196"/>
                    <a:pt x="9157" y="8200"/>
                  </a:cubicBezTo>
                  <a:cubicBezTo>
                    <a:pt x="9073" y="8224"/>
                    <a:pt x="9026" y="8319"/>
                    <a:pt x="9038" y="8402"/>
                  </a:cubicBezTo>
                  <a:cubicBezTo>
                    <a:pt x="9097" y="8629"/>
                    <a:pt x="9109" y="8867"/>
                    <a:pt x="9085" y="9129"/>
                  </a:cubicBezTo>
                  <a:cubicBezTo>
                    <a:pt x="8931" y="9664"/>
                    <a:pt x="8431" y="10057"/>
                    <a:pt x="7859" y="10057"/>
                  </a:cubicBezTo>
                  <a:cubicBezTo>
                    <a:pt x="7323" y="10057"/>
                    <a:pt x="6847" y="9712"/>
                    <a:pt x="6668" y="9212"/>
                  </a:cubicBezTo>
                  <a:cubicBezTo>
                    <a:pt x="6811" y="9093"/>
                    <a:pt x="7026" y="8867"/>
                    <a:pt x="7180" y="8510"/>
                  </a:cubicBezTo>
                  <a:cubicBezTo>
                    <a:pt x="7204" y="8414"/>
                    <a:pt x="7180" y="8331"/>
                    <a:pt x="7085" y="8283"/>
                  </a:cubicBezTo>
                  <a:cubicBezTo>
                    <a:pt x="7063" y="8274"/>
                    <a:pt x="7041" y="8270"/>
                    <a:pt x="7019" y="8270"/>
                  </a:cubicBezTo>
                  <a:cubicBezTo>
                    <a:pt x="6956" y="8270"/>
                    <a:pt x="6897" y="8305"/>
                    <a:pt x="6871" y="8367"/>
                  </a:cubicBezTo>
                  <a:cubicBezTo>
                    <a:pt x="6704" y="8760"/>
                    <a:pt x="6430" y="8962"/>
                    <a:pt x="6395" y="9010"/>
                  </a:cubicBezTo>
                  <a:cubicBezTo>
                    <a:pt x="6204" y="9105"/>
                    <a:pt x="6002" y="9164"/>
                    <a:pt x="5799" y="9164"/>
                  </a:cubicBezTo>
                  <a:cubicBezTo>
                    <a:pt x="5097" y="9164"/>
                    <a:pt x="4525" y="8593"/>
                    <a:pt x="4525" y="7890"/>
                  </a:cubicBezTo>
                  <a:cubicBezTo>
                    <a:pt x="4525" y="7557"/>
                    <a:pt x="4656" y="7236"/>
                    <a:pt x="4906" y="6997"/>
                  </a:cubicBezTo>
                  <a:cubicBezTo>
                    <a:pt x="5049" y="7057"/>
                    <a:pt x="5347" y="7152"/>
                    <a:pt x="5740" y="7152"/>
                  </a:cubicBezTo>
                  <a:lnTo>
                    <a:pt x="5847" y="7152"/>
                  </a:lnTo>
                  <a:cubicBezTo>
                    <a:pt x="5942" y="7152"/>
                    <a:pt x="6014" y="7057"/>
                    <a:pt x="6014" y="6974"/>
                  </a:cubicBezTo>
                  <a:cubicBezTo>
                    <a:pt x="6014" y="6878"/>
                    <a:pt x="5930" y="6807"/>
                    <a:pt x="5835" y="6807"/>
                  </a:cubicBezTo>
                  <a:cubicBezTo>
                    <a:pt x="5814" y="6807"/>
                    <a:pt x="5794" y="6808"/>
                    <a:pt x="5774" y="6808"/>
                  </a:cubicBezTo>
                  <a:cubicBezTo>
                    <a:pt x="5331" y="6808"/>
                    <a:pt x="5034" y="6687"/>
                    <a:pt x="4954" y="6664"/>
                  </a:cubicBezTo>
                  <a:cubicBezTo>
                    <a:pt x="4680" y="6426"/>
                    <a:pt x="4513" y="6069"/>
                    <a:pt x="4513" y="5688"/>
                  </a:cubicBezTo>
                  <a:cubicBezTo>
                    <a:pt x="4513" y="5319"/>
                    <a:pt x="4680" y="4973"/>
                    <a:pt x="4942" y="4735"/>
                  </a:cubicBezTo>
                  <a:cubicBezTo>
                    <a:pt x="5097" y="4795"/>
                    <a:pt x="5371" y="4878"/>
                    <a:pt x="5752" y="4902"/>
                  </a:cubicBezTo>
                  <a:lnTo>
                    <a:pt x="5764" y="4902"/>
                  </a:lnTo>
                  <a:cubicBezTo>
                    <a:pt x="5847" y="4902"/>
                    <a:pt x="5930" y="4831"/>
                    <a:pt x="5930" y="4735"/>
                  </a:cubicBezTo>
                  <a:cubicBezTo>
                    <a:pt x="5930" y="4652"/>
                    <a:pt x="5847" y="4557"/>
                    <a:pt x="5764" y="4557"/>
                  </a:cubicBezTo>
                  <a:cubicBezTo>
                    <a:pt x="5371" y="4545"/>
                    <a:pt x="5073" y="4426"/>
                    <a:pt x="5002" y="4402"/>
                  </a:cubicBezTo>
                  <a:cubicBezTo>
                    <a:pt x="4799" y="4223"/>
                    <a:pt x="4656" y="3997"/>
                    <a:pt x="4585" y="3747"/>
                  </a:cubicBezTo>
                  <a:cubicBezTo>
                    <a:pt x="4811" y="3545"/>
                    <a:pt x="4990" y="3330"/>
                    <a:pt x="5121" y="3092"/>
                  </a:cubicBezTo>
                  <a:cubicBezTo>
                    <a:pt x="5168" y="3009"/>
                    <a:pt x="5144" y="2914"/>
                    <a:pt x="5061" y="2866"/>
                  </a:cubicBezTo>
                  <a:cubicBezTo>
                    <a:pt x="5039" y="2851"/>
                    <a:pt x="5013" y="2844"/>
                    <a:pt x="4987" y="2844"/>
                  </a:cubicBezTo>
                  <a:cubicBezTo>
                    <a:pt x="4929" y="2844"/>
                    <a:pt x="4871" y="2876"/>
                    <a:pt x="4847" y="2926"/>
                  </a:cubicBezTo>
                  <a:cubicBezTo>
                    <a:pt x="4704" y="3152"/>
                    <a:pt x="4549" y="3354"/>
                    <a:pt x="4323" y="3545"/>
                  </a:cubicBezTo>
                  <a:cubicBezTo>
                    <a:pt x="4168" y="3604"/>
                    <a:pt x="4013" y="3640"/>
                    <a:pt x="3847" y="3640"/>
                  </a:cubicBezTo>
                  <a:cubicBezTo>
                    <a:pt x="3513" y="3640"/>
                    <a:pt x="3204" y="3521"/>
                    <a:pt x="2966" y="3295"/>
                  </a:cubicBezTo>
                  <a:cubicBezTo>
                    <a:pt x="3013" y="3033"/>
                    <a:pt x="3025" y="2771"/>
                    <a:pt x="3025" y="2556"/>
                  </a:cubicBezTo>
                  <a:cubicBezTo>
                    <a:pt x="3025" y="2461"/>
                    <a:pt x="2954" y="2390"/>
                    <a:pt x="2858" y="2390"/>
                  </a:cubicBezTo>
                  <a:cubicBezTo>
                    <a:pt x="2775" y="2390"/>
                    <a:pt x="2692" y="2461"/>
                    <a:pt x="2692" y="2556"/>
                  </a:cubicBezTo>
                  <a:cubicBezTo>
                    <a:pt x="2692" y="2771"/>
                    <a:pt x="2668" y="3033"/>
                    <a:pt x="2632" y="3295"/>
                  </a:cubicBezTo>
                  <a:cubicBezTo>
                    <a:pt x="2394" y="3604"/>
                    <a:pt x="2025" y="3807"/>
                    <a:pt x="1620" y="3807"/>
                  </a:cubicBezTo>
                  <a:cubicBezTo>
                    <a:pt x="930" y="3807"/>
                    <a:pt x="358" y="3235"/>
                    <a:pt x="358" y="2533"/>
                  </a:cubicBezTo>
                  <a:cubicBezTo>
                    <a:pt x="358" y="1842"/>
                    <a:pt x="930" y="1271"/>
                    <a:pt x="1620" y="1271"/>
                  </a:cubicBezTo>
                  <a:cubicBezTo>
                    <a:pt x="1965" y="1271"/>
                    <a:pt x="2299" y="1402"/>
                    <a:pt x="2549" y="1663"/>
                  </a:cubicBezTo>
                  <a:cubicBezTo>
                    <a:pt x="2561" y="1675"/>
                    <a:pt x="2596" y="1747"/>
                    <a:pt x="2620" y="1854"/>
                  </a:cubicBezTo>
                  <a:cubicBezTo>
                    <a:pt x="2644" y="1925"/>
                    <a:pt x="2716" y="1973"/>
                    <a:pt x="2787" y="1973"/>
                  </a:cubicBezTo>
                  <a:lnTo>
                    <a:pt x="2835" y="1973"/>
                  </a:lnTo>
                  <a:cubicBezTo>
                    <a:pt x="2918" y="1937"/>
                    <a:pt x="2977" y="1854"/>
                    <a:pt x="2954" y="1759"/>
                  </a:cubicBezTo>
                  <a:cubicBezTo>
                    <a:pt x="2918" y="1675"/>
                    <a:pt x="2906" y="1616"/>
                    <a:pt x="2870" y="1568"/>
                  </a:cubicBezTo>
                  <a:cubicBezTo>
                    <a:pt x="3108" y="1282"/>
                    <a:pt x="3466" y="1128"/>
                    <a:pt x="3847" y="1128"/>
                  </a:cubicBezTo>
                  <a:close/>
                  <a:moveTo>
                    <a:pt x="7490" y="10367"/>
                  </a:moveTo>
                  <a:lnTo>
                    <a:pt x="7490" y="10367"/>
                  </a:lnTo>
                  <a:cubicBezTo>
                    <a:pt x="7609" y="10403"/>
                    <a:pt x="7728" y="10415"/>
                    <a:pt x="7859" y="10415"/>
                  </a:cubicBezTo>
                  <a:lnTo>
                    <a:pt x="7716" y="10665"/>
                  </a:lnTo>
                  <a:cubicBezTo>
                    <a:pt x="7680" y="10712"/>
                    <a:pt x="7657" y="10712"/>
                    <a:pt x="7645" y="10712"/>
                  </a:cubicBezTo>
                  <a:cubicBezTo>
                    <a:pt x="7621" y="10712"/>
                    <a:pt x="7585" y="10700"/>
                    <a:pt x="7561" y="10653"/>
                  </a:cubicBezTo>
                  <a:lnTo>
                    <a:pt x="7490" y="10367"/>
                  </a:lnTo>
                  <a:close/>
                  <a:moveTo>
                    <a:pt x="1449" y="1"/>
                  </a:moveTo>
                  <a:cubicBezTo>
                    <a:pt x="1407" y="1"/>
                    <a:pt x="1362" y="16"/>
                    <a:pt x="1322" y="44"/>
                  </a:cubicBezTo>
                  <a:cubicBezTo>
                    <a:pt x="1251" y="104"/>
                    <a:pt x="1251" y="199"/>
                    <a:pt x="1311" y="282"/>
                  </a:cubicBezTo>
                  <a:cubicBezTo>
                    <a:pt x="1489" y="485"/>
                    <a:pt x="1561" y="735"/>
                    <a:pt x="1608" y="901"/>
                  </a:cubicBezTo>
                  <a:cubicBezTo>
                    <a:pt x="1549" y="901"/>
                    <a:pt x="1477" y="901"/>
                    <a:pt x="1418" y="913"/>
                  </a:cubicBezTo>
                  <a:cubicBezTo>
                    <a:pt x="1156" y="532"/>
                    <a:pt x="787" y="378"/>
                    <a:pt x="775" y="378"/>
                  </a:cubicBezTo>
                  <a:cubicBezTo>
                    <a:pt x="760" y="373"/>
                    <a:pt x="745" y="371"/>
                    <a:pt x="730" y="371"/>
                  </a:cubicBezTo>
                  <a:cubicBezTo>
                    <a:pt x="660" y="371"/>
                    <a:pt x="590" y="414"/>
                    <a:pt x="560" y="473"/>
                  </a:cubicBezTo>
                  <a:cubicBezTo>
                    <a:pt x="525" y="556"/>
                    <a:pt x="572" y="651"/>
                    <a:pt x="644" y="699"/>
                  </a:cubicBezTo>
                  <a:cubicBezTo>
                    <a:pt x="644" y="699"/>
                    <a:pt x="858" y="782"/>
                    <a:pt x="1049" y="1009"/>
                  </a:cubicBezTo>
                  <a:cubicBezTo>
                    <a:pt x="441" y="1235"/>
                    <a:pt x="1" y="1830"/>
                    <a:pt x="1" y="2509"/>
                  </a:cubicBezTo>
                  <a:cubicBezTo>
                    <a:pt x="1" y="3402"/>
                    <a:pt x="715" y="4116"/>
                    <a:pt x="1608" y="4116"/>
                  </a:cubicBezTo>
                  <a:cubicBezTo>
                    <a:pt x="2061" y="4116"/>
                    <a:pt x="2489" y="3926"/>
                    <a:pt x="2799" y="3592"/>
                  </a:cubicBezTo>
                  <a:cubicBezTo>
                    <a:pt x="3085" y="3830"/>
                    <a:pt x="3454" y="3985"/>
                    <a:pt x="3847" y="3985"/>
                  </a:cubicBezTo>
                  <a:cubicBezTo>
                    <a:pt x="3989" y="3985"/>
                    <a:pt x="4144" y="3973"/>
                    <a:pt x="4287" y="3926"/>
                  </a:cubicBezTo>
                  <a:cubicBezTo>
                    <a:pt x="4370" y="4164"/>
                    <a:pt x="4501" y="4390"/>
                    <a:pt x="4668" y="4569"/>
                  </a:cubicBezTo>
                  <a:cubicBezTo>
                    <a:pt x="4466" y="4747"/>
                    <a:pt x="4335" y="4985"/>
                    <a:pt x="4251" y="5223"/>
                  </a:cubicBezTo>
                  <a:lnTo>
                    <a:pt x="3692" y="5485"/>
                  </a:lnTo>
                  <a:cubicBezTo>
                    <a:pt x="3549" y="5557"/>
                    <a:pt x="3442" y="5723"/>
                    <a:pt x="3454" y="5890"/>
                  </a:cubicBezTo>
                  <a:cubicBezTo>
                    <a:pt x="3478" y="6069"/>
                    <a:pt x="3573" y="6200"/>
                    <a:pt x="3751" y="6259"/>
                  </a:cubicBezTo>
                  <a:lnTo>
                    <a:pt x="4347" y="6450"/>
                  </a:lnTo>
                  <a:cubicBezTo>
                    <a:pt x="4430" y="6593"/>
                    <a:pt x="4513" y="6724"/>
                    <a:pt x="4621" y="6843"/>
                  </a:cubicBezTo>
                  <a:cubicBezTo>
                    <a:pt x="4347" y="7140"/>
                    <a:pt x="4192" y="7521"/>
                    <a:pt x="4192" y="7926"/>
                  </a:cubicBezTo>
                  <a:cubicBezTo>
                    <a:pt x="4192" y="8093"/>
                    <a:pt x="4216" y="8260"/>
                    <a:pt x="4263" y="8402"/>
                  </a:cubicBezTo>
                  <a:lnTo>
                    <a:pt x="3966" y="8938"/>
                  </a:lnTo>
                  <a:cubicBezTo>
                    <a:pt x="3870" y="9093"/>
                    <a:pt x="3894" y="9272"/>
                    <a:pt x="4013" y="9402"/>
                  </a:cubicBezTo>
                  <a:cubicBezTo>
                    <a:pt x="4085" y="9510"/>
                    <a:pt x="4204" y="9545"/>
                    <a:pt x="4335" y="9545"/>
                  </a:cubicBezTo>
                  <a:cubicBezTo>
                    <a:pt x="4382" y="9545"/>
                    <a:pt x="4430" y="9545"/>
                    <a:pt x="4454" y="9533"/>
                  </a:cubicBezTo>
                  <a:lnTo>
                    <a:pt x="5061" y="9343"/>
                  </a:lnTo>
                  <a:cubicBezTo>
                    <a:pt x="5287" y="9462"/>
                    <a:pt x="5537" y="9522"/>
                    <a:pt x="5811" y="9522"/>
                  </a:cubicBezTo>
                  <a:cubicBezTo>
                    <a:pt x="6002" y="9522"/>
                    <a:pt x="6216" y="9486"/>
                    <a:pt x="6395" y="9414"/>
                  </a:cubicBezTo>
                  <a:cubicBezTo>
                    <a:pt x="6537" y="9772"/>
                    <a:pt x="6787" y="10057"/>
                    <a:pt x="7121" y="10236"/>
                  </a:cubicBezTo>
                  <a:lnTo>
                    <a:pt x="7252" y="10760"/>
                  </a:lnTo>
                  <a:cubicBezTo>
                    <a:pt x="7299" y="10915"/>
                    <a:pt x="7430" y="11034"/>
                    <a:pt x="7609" y="11069"/>
                  </a:cubicBezTo>
                  <a:lnTo>
                    <a:pt x="7657" y="11069"/>
                  </a:lnTo>
                  <a:cubicBezTo>
                    <a:pt x="7799" y="11069"/>
                    <a:pt x="7954" y="10974"/>
                    <a:pt x="8026" y="10843"/>
                  </a:cubicBezTo>
                  <a:lnTo>
                    <a:pt x="8276" y="10367"/>
                  </a:lnTo>
                  <a:cubicBezTo>
                    <a:pt x="8752" y="10236"/>
                    <a:pt x="9157" y="9891"/>
                    <a:pt x="9347" y="9426"/>
                  </a:cubicBezTo>
                  <a:cubicBezTo>
                    <a:pt x="9526" y="9486"/>
                    <a:pt x="9704" y="9522"/>
                    <a:pt x="9883" y="9522"/>
                  </a:cubicBezTo>
                  <a:lnTo>
                    <a:pt x="9931" y="9522"/>
                  </a:lnTo>
                  <a:lnTo>
                    <a:pt x="10312" y="9879"/>
                  </a:lnTo>
                  <a:cubicBezTo>
                    <a:pt x="10395" y="9950"/>
                    <a:pt x="10502" y="9986"/>
                    <a:pt x="10597" y="9986"/>
                  </a:cubicBezTo>
                  <a:cubicBezTo>
                    <a:pt x="10657" y="9986"/>
                    <a:pt x="10717" y="9962"/>
                    <a:pt x="10776" y="9938"/>
                  </a:cubicBezTo>
                  <a:cubicBezTo>
                    <a:pt x="10931" y="9867"/>
                    <a:pt x="11038" y="9700"/>
                    <a:pt x="11014" y="9533"/>
                  </a:cubicBezTo>
                  <a:lnTo>
                    <a:pt x="10990" y="9069"/>
                  </a:lnTo>
                  <a:cubicBezTo>
                    <a:pt x="11300" y="8760"/>
                    <a:pt x="11490" y="8343"/>
                    <a:pt x="11490" y="7902"/>
                  </a:cubicBezTo>
                  <a:cubicBezTo>
                    <a:pt x="11490" y="7009"/>
                    <a:pt x="10776" y="6295"/>
                    <a:pt x="9883" y="6295"/>
                  </a:cubicBezTo>
                  <a:cubicBezTo>
                    <a:pt x="9228" y="6295"/>
                    <a:pt x="8657" y="6688"/>
                    <a:pt x="8395" y="7283"/>
                  </a:cubicBezTo>
                  <a:cubicBezTo>
                    <a:pt x="8216" y="7224"/>
                    <a:pt x="8038" y="7200"/>
                    <a:pt x="7859" y="7200"/>
                  </a:cubicBezTo>
                  <a:cubicBezTo>
                    <a:pt x="7669" y="7200"/>
                    <a:pt x="7466" y="7224"/>
                    <a:pt x="7288" y="7307"/>
                  </a:cubicBezTo>
                  <a:cubicBezTo>
                    <a:pt x="7204" y="7105"/>
                    <a:pt x="7085" y="6926"/>
                    <a:pt x="6954" y="6783"/>
                  </a:cubicBezTo>
                  <a:cubicBezTo>
                    <a:pt x="7228" y="6485"/>
                    <a:pt x="7383" y="6093"/>
                    <a:pt x="7383" y="5700"/>
                  </a:cubicBezTo>
                  <a:cubicBezTo>
                    <a:pt x="7383" y="5283"/>
                    <a:pt x="7228" y="4878"/>
                    <a:pt x="6942" y="4580"/>
                  </a:cubicBezTo>
                  <a:cubicBezTo>
                    <a:pt x="7252" y="4283"/>
                    <a:pt x="7430" y="3866"/>
                    <a:pt x="7430" y="3437"/>
                  </a:cubicBezTo>
                  <a:cubicBezTo>
                    <a:pt x="7430" y="2545"/>
                    <a:pt x="6716" y="1830"/>
                    <a:pt x="5823" y="1830"/>
                  </a:cubicBezTo>
                  <a:cubicBezTo>
                    <a:pt x="5680" y="1830"/>
                    <a:pt x="5525" y="1842"/>
                    <a:pt x="5383" y="1890"/>
                  </a:cubicBezTo>
                  <a:cubicBezTo>
                    <a:pt x="5168" y="1211"/>
                    <a:pt x="4561" y="759"/>
                    <a:pt x="3847" y="759"/>
                  </a:cubicBezTo>
                  <a:cubicBezTo>
                    <a:pt x="3394" y="759"/>
                    <a:pt x="2966" y="949"/>
                    <a:pt x="2656" y="1271"/>
                  </a:cubicBezTo>
                  <a:cubicBezTo>
                    <a:pt x="2442" y="1116"/>
                    <a:pt x="2204" y="997"/>
                    <a:pt x="1954" y="937"/>
                  </a:cubicBezTo>
                  <a:cubicBezTo>
                    <a:pt x="1918" y="735"/>
                    <a:pt x="1834" y="366"/>
                    <a:pt x="1561" y="56"/>
                  </a:cubicBezTo>
                  <a:cubicBezTo>
                    <a:pt x="1536" y="19"/>
                    <a:pt x="1495" y="1"/>
                    <a:pt x="14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88" name="Google Shape;12488;p67"/>
          <p:cNvSpPr/>
          <p:nvPr/>
        </p:nvSpPr>
        <p:spPr>
          <a:xfrm>
            <a:off x="4694733" y="2960634"/>
            <a:ext cx="370368" cy="368096"/>
          </a:xfrm>
          <a:custGeom>
            <a:avLst/>
            <a:gdLst/>
            <a:ahLst/>
            <a:cxnLst/>
            <a:rect l="l" t="t" r="r" b="b"/>
            <a:pathLst>
              <a:path w="11574" h="11503" extrusionOk="0">
                <a:moveTo>
                  <a:pt x="5799" y="4168"/>
                </a:moveTo>
                <a:cubicBezTo>
                  <a:pt x="6001" y="4168"/>
                  <a:pt x="6168" y="4335"/>
                  <a:pt x="6168" y="4537"/>
                </a:cubicBezTo>
                <a:cubicBezTo>
                  <a:pt x="6168" y="4632"/>
                  <a:pt x="6144" y="4704"/>
                  <a:pt x="6096" y="4775"/>
                </a:cubicBezTo>
                <a:cubicBezTo>
                  <a:pt x="6001" y="4751"/>
                  <a:pt x="5906" y="4740"/>
                  <a:pt x="5811" y="4740"/>
                </a:cubicBezTo>
                <a:cubicBezTo>
                  <a:pt x="5703" y="4740"/>
                  <a:pt x="5620" y="4751"/>
                  <a:pt x="5525" y="4775"/>
                </a:cubicBezTo>
                <a:cubicBezTo>
                  <a:pt x="5465" y="4716"/>
                  <a:pt x="5453" y="4632"/>
                  <a:pt x="5453" y="4537"/>
                </a:cubicBezTo>
                <a:cubicBezTo>
                  <a:pt x="5430" y="4347"/>
                  <a:pt x="5608" y="4168"/>
                  <a:pt x="5799" y="4168"/>
                </a:cubicBezTo>
                <a:close/>
                <a:moveTo>
                  <a:pt x="5822" y="5085"/>
                </a:moveTo>
                <a:cubicBezTo>
                  <a:pt x="6227" y="5085"/>
                  <a:pt x="6549" y="5418"/>
                  <a:pt x="6549" y="5823"/>
                </a:cubicBezTo>
                <a:cubicBezTo>
                  <a:pt x="6549" y="5942"/>
                  <a:pt x="6525" y="6037"/>
                  <a:pt x="6477" y="6144"/>
                </a:cubicBezTo>
                <a:cubicBezTo>
                  <a:pt x="6430" y="6168"/>
                  <a:pt x="6406" y="6192"/>
                  <a:pt x="6394" y="6240"/>
                </a:cubicBezTo>
                <a:cubicBezTo>
                  <a:pt x="6358" y="6323"/>
                  <a:pt x="6406" y="6418"/>
                  <a:pt x="6489" y="6466"/>
                </a:cubicBezTo>
                <a:cubicBezTo>
                  <a:pt x="6977" y="6645"/>
                  <a:pt x="7251" y="7026"/>
                  <a:pt x="7251" y="7549"/>
                </a:cubicBezTo>
                <a:cubicBezTo>
                  <a:pt x="7251" y="8323"/>
                  <a:pt x="6620" y="9228"/>
                  <a:pt x="5811" y="9228"/>
                </a:cubicBezTo>
                <a:cubicBezTo>
                  <a:pt x="5001" y="9228"/>
                  <a:pt x="4370" y="8323"/>
                  <a:pt x="4370" y="7549"/>
                </a:cubicBezTo>
                <a:cubicBezTo>
                  <a:pt x="4370" y="7168"/>
                  <a:pt x="4513" y="6859"/>
                  <a:pt x="4787" y="6656"/>
                </a:cubicBezTo>
                <a:cubicBezTo>
                  <a:pt x="5037" y="6442"/>
                  <a:pt x="5406" y="6323"/>
                  <a:pt x="5822" y="6323"/>
                </a:cubicBezTo>
                <a:cubicBezTo>
                  <a:pt x="5918" y="6323"/>
                  <a:pt x="5989" y="6252"/>
                  <a:pt x="5989" y="6156"/>
                </a:cubicBezTo>
                <a:cubicBezTo>
                  <a:pt x="5989" y="6073"/>
                  <a:pt x="5918" y="6002"/>
                  <a:pt x="5822" y="6002"/>
                </a:cubicBezTo>
                <a:cubicBezTo>
                  <a:pt x="5584" y="6002"/>
                  <a:pt x="5358" y="6025"/>
                  <a:pt x="5156" y="6097"/>
                </a:cubicBezTo>
                <a:cubicBezTo>
                  <a:pt x="5108" y="6013"/>
                  <a:pt x="5096" y="5906"/>
                  <a:pt x="5096" y="5823"/>
                </a:cubicBezTo>
                <a:cubicBezTo>
                  <a:pt x="5096" y="5418"/>
                  <a:pt x="5418" y="5085"/>
                  <a:pt x="5822" y="5085"/>
                </a:cubicBezTo>
                <a:close/>
                <a:moveTo>
                  <a:pt x="3798" y="1"/>
                </a:moveTo>
                <a:cubicBezTo>
                  <a:pt x="3715" y="1"/>
                  <a:pt x="3620" y="72"/>
                  <a:pt x="3620" y="168"/>
                </a:cubicBezTo>
                <a:lnTo>
                  <a:pt x="3620" y="2930"/>
                </a:lnTo>
                <a:cubicBezTo>
                  <a:pt x="3620" y="3037"/>
                  <a:pt x="3655" y="3120"/>
                  <a:pt x="3715" y="3216"/>
                </a:cubicBezTo>
                <a:lnTo>
                  <a:pt x="4918" y="5109"/>
                </a:lnTo>
                <a:cubicBezTo>
                  <a:pt x="4906" y="5121"/>
                  <a:pt x="4894" y="5132"/>
                  <a:pt x="4870" y="5168"/>
                </a:cubicBezTo>
                <a:lnTo>
                  <a:pt x="2536" y="3335"/>
                </a:lnTo>
                <a:cubicBezTo>
                  <a:pt x="2512" y="3323"/>
                  <a:pt x="2489" y="3287"/>
                  <a:pt x="2477" y="3263"/>
                </a:cubicBezTo>
                <a:lnTo>
                  <a:pt x="1620" y="1013"/>
                </a:lnTo>
                <a:cubicBezTo>
                  <a:pt x="1593" y="942"/>
                  <a:pt x="1527" y="904"/>
                  <a:pt x="1460" y="904"/>
                </a:cubicBezTo>
                <a:cubicBezTo>
                  <a:pt x="1437" y="904"/>
                  <a:pt x="1415" y="908"/>
                  <a:pt x="1393" y="918"/>
                </a:cubicBezTo>
                <a:cubicBezTo>
                  <a:pt x="1298" y="965"/>
                  <a:pt x="1262" y="1060"/>
                  <a:pt x="1298" y="1144"/>
                </a:cubicBezTo>
                <a:lnTo>
                  <a:pt x="2167" y="3394"/>
                </a:lnTo>
                <a:cubicBezTo>
                  <a:pt x="2191" y="3489"/>
                  <a:pt x="2251" y="3561"/>
                  <a:pt x="2334" y="3620"/>
                </a:cubicBezTo>
                <a:lnTo>
                  <a:pt x="4739" y="5513"/>
                </a:lnTo>
                <a:cubicBezTo>
                  <a:pt x="4739" y="5525"/>
                  <a:pt x="4727" y="5537"/>
                  <a:pt x="4727" y="5549"/>
                </a:cubicBezTo>
                <a:lnTo>
                  <a:pt x="3429" y="5275"/>
                </a:lnTo>
                <a:cubicBezTo>
                  <a:pt x="3384" y="5263"/>
                  <a:pt x="3339" y="5256"/>
                  <a:pt x="3294" y="5256"/>
                </a:cubicBezTo>
                <a:cubicBezTo>
                  <a:pt x="3209" y="5256"/>
                  <a:pt x="3126" y="5280"/>
                  <a:pt x="3048" y="5335"/>
                </a:cubicBezTo>
                <a:lnTo>
                  <a:pt x="1108" y="6466"/>
                </a:lnTo>
                <a:cubicBezTo>
                  <a:pt x="1000" y="6525"/>
                  <a:pt x="929" y="6609"/>
                  <a:pt x="881" y="6716"/>
                </a:cubicBezTo>
                <a:lnTo>
                  <a:pt x="36" y="8764"/>
                </a:lnTo>
                <a:cubicBezTo>
                  <a:pt x="0" y="8859"/>
                  <a:pt x="36" y="8942"/>
                  <a:pt x="131" y="8990"/>
                </a:cubicBezTo>
                <a:cubicBezTo>
                  <a:pt x="143" y="9002"/>
                  <a:pt x="167" y="9002"/>
                  <a:pt x="191" y="9002"/>
                </a:cubicBezTo>
                <a:cubicBezTo>
                  <a:pt x="250" y="9002"/>
                  <a:pt x="322" y="8966"/>
                  <a:pt x="334" y="8907"/>
                </a:cubicBezTo>
                <a:lnTo>
                  <a:pt x="1179" y="6847"/>
                </a:lnTo>
                <a:cubicBezTo>
                  <a:pt x="1203" y="6799"/>
                  <a:pt x="1227" y="6775"/>
                  <a:pt x="1262" y="6764"/>
                </a:cubicBezTo>
                <a:lnTo>
                  <a:pt x="3191" y="5632"/>
                </a:lnTo>
                <a:cubicBezTo>
                  <a:pt x="3221" y="5610"/>
                  <a:pt x="3252" y="5602"/>
                  <a:pt x="3279" y="5602"/>
                </a:cubicBezTo>
                <a:cubicBezTo>
                  <a:pt x="3294" y="5602"/>
                  <a:pt x="3309" y="5604"/>
                  <a:pt x="3322" y="5609"/>
                </a:cubicBezTo>
                <a:lnTo>
                  <a:pt x="4679" y="5906"/>
                </a:lnTo>
                <a:cubicBezTo>
                  <a:pt x="4679" y="5942"/>
                  <a:pt x="4691" y="5966"/>
                  <a:pt x="4691" y="6002"/>
                </a:cubicBezTo>
                <a:lnTo>
                  <a:pt x="3882" y="6264"/>
                </a:lnTo>
                <a:cubicBezTo>
                  <a:pt x="3727" y="6311"/>
                  <a:pt x="3596" y="6430"/>
                  <a:pt x="3548" y="6597"/>
                </a:cubicBezTo>
                <a:lnTo>
                  <a:pt x="2727" y="8871"/>
                </a:lnTo>
                <a:cubicBezTo>
                  <a:pt x="2703" y="8942"/>
                  <a:pt x="2703" y="9014"/>
                  <a:pt x="2703" y="9097"/>
                </a:cubicBezTo>
                <a:lnTo>
                  <a:pt x="2882" y="11359"/>
                </a:lnTo>
                <a:cubicBezTo>
                  <a:pt x="2882" y="11443"/>
                  <a:pt x="2953" y="11502"/>
                  <a:pt x="3048" y="11502"/>
                </a:cubicBezTo>
                <a:lnTo>
                  <a:pt x="3060" y="11502"/>
                </a:lnTo>
                <a:cubicBezTo>
                  <a:pt x="3144" y="11502"/>
                  <a:pt x="3227" y="11419"/>
                  <a:pt x="3203" y="11324"/>
                </a:cubicBezTo>
                <a:lnTo>
                  <a:pt x="3024" y="9061"/>
                </a:lnTo>
                <a:cubicBezTo>
                  <a:pt x="3024" y="9038"/>
                  <a:pt x="3024" y="9002"/>
                  <a:pt x="3048" y="8990"/>
                </a:cubicBezTo>
                <a:lnTo>
                  <a:pt x="3858" y="6716"/>
                </a:lnTo>
                <a:cubicBezTo>
                  <a:pt x="3882" y="6656"/>
                  <a:pt x="3917" y="6609"/>
                  <a:pt x="3977" y="6597"/>
                </a:cubicBezTo>
                <a:lnTo>
                  <a:pt x="4370" y="6466"/>
                </a:lnTo>
                <a:lnTo>
                  <a:pt x="4370" y="6466"/>
                </a:lnTo>
                <a:cubicBezTo>
                  <a:pt x="4096" y="6728"/>
                  <a:pt x="3953" y="7097"/>
                  <a:pt x="3953" y="7514"/>
                </a:cubicBezTo>
                <a:cubicBezTo>
                  <a:pt x="3953" y="7990"/>
                  <a:pt x="4144" y="8502"/>
                  <a:pt x="4453" y="8883"/>
                </a:cubicBezTo>
                <a:cubicBezTo>
                  <a:pt x="4810" y="9300"/>
                  <a:pt x="5263" y="9538"/>
                  <a:pt x="5739" y="9538"/>
                </a:cubicBezTo>
                <a:cubicBezTo>
                  <a:pt x="6215" y="9538"/>
                  <a:pt x="6656" y="9300"/>
                  <a:pt x="7013" y="8883"/>
                </a:cubicBezTo>
                <a:cubicBezTo>
                  <a:pt x="7346" y="8502"/>
                  <a:pt x="7525" y="7990"/>
                  <a:pt x="7525" y="7514"/>
                </a:cubicBezTo>
                <a:cubicBezTo>
                  <a:pt x="7525" y="7097"/>
                  <a:pt x="7370" y="6728"/>
                  <a:pt x="7108" y="6466"/>
                </a:cubicBezTo>
                <a:lnTo>
                  <a:pt x="7108" y="6466"/>
                </a:lnTo>
                <a:lnTo>
                  <a:pt x="7489" y="6597"/>
                </a:lnTo>
                <a:cubicBezTo>
                  <a:pt x="7549" y="6609"/>
                  <a:pt x="7596" y="6656"/>
                  <a:pt x="7608" y="6716"/>
                </a:cubicBezTo>
                <a:lnTo>
                  <a:pt x="8430" y="8990"/>
                </a:lnTo>
                <a:cubicBezTo>
                  <a:pt x="8442" y="9014"/>
                  <a:pt x="8442" y="9038"/>
                  <a:pt x="8442" y="9061"/>
                </a:cubicBezTo>
                <a:lnTo>
                  <a:pt x="8263" y="11324"/>
                </a:lnTo>
                <a:cubicBezTo>
                  <a:pt x="8263" y="11419"/>
                  <a:pt x="8323" y="11502"/>
                  <a:pt x="8418" y="11502"/>
                </a:cubicBezTo>
                <a:lnTo>
                  <a:pt x="8430" y="11502"/>
                </a:lnTo>
                <a:cubicBezTo>
                  <a:pt x="8513" y="11502"/>
                  <a:pt x="8597" y="11431"/>
                  <a:pt x="8597" y="11359"/>
                </a:cubicBezTo>
                <a:lnTo>
                  <a:pt x="8775" y="9097"/>
                </a:lnTo>
                <a:cubicBezTo>
                  <a:pt x="8775" y="9014"/>
                  <a:pt x="8775" y="8942"/>
                  <a:pt x="8739" y="8871"/>
                </a:cubicBezTo>
                <a:lnTo>
                  <a:pt x="7918" y="6597"/>
                </a:lnTo>
                <a:cubicBezTo>
                  <a:pt x="7858" y="6442"/>
                  <a:pt x="7739" y="6323"/>
                  <a:pt x="7596" y="6264"/>
                </a:cubicBezTo>
                <a:lnTo>
                  <a:pt x="6775" y="6002"/>
                </a:lnTo>
                <a:cubicBezTo>
                  <a:pt x="6775" y="5966"/>
                  <a:pt x="6787" y="5942"/>
                  <a:pt x="6787" y="5906"/>
                </a:cubicBezTo>
                <a:lnTo>
                  <a:pt x="8144" y="5609"/>
                </a:lnTo>
                <a:cubicBezTo>
                  <a:pt x="8157" y="5605"/>
                  <a:pt x="8170" y="5604"/>
                  <a:pt x="8182" y="5604"/>
                </a:cubicBezTo>
                <a:cubicBezTo>
                  <a:pt x="8216" y="5604"/>
                  <a:pt x="8249" y="5615"/>
                  <a:pt x="8275" y="5632"/>
                </a:cubicBezTo>
                <a:lnTo>
                  <a:pt x="10216" y="6764"/>
                </a:lnTo>
                <a:cubicBezTo>
                  <a:pt x="10240" y="6775"/>
                  <a:pt x="10275" y="6823"/>
                  <a:pt x="10287" y="6847"/>
                </a:cubicBezTo>
                <a:lnTo>
                  <a:pt x="11133" y="8907"/>
                </a:lnTo>
                <a:cubicBezTo>
                  <a:pt x="11168" y="8954"/>
                  <a:pt x="11228" y="9002"/>
                  <a:pt x="11287" y="9002"/>
                </a:cubicBezTo>
                <a:cubicBezTo>
                  <a:pt x="11299" y="9002"/>
                  <a:pt x="11335" y="9002"/>
                  <a:pt x="11347" y="8990"/>
                </a:cubicBezTo>
                <a:cubicBezTo>
                  <a:pt x="11526" y="8978"/>
                  <a:pt x="11573" y="8883"/>
                  <a:pt x="11526" y="8800"/>
                </a:cubicBezTo>
                <a:lnTo>
                  <a:pt x="10680" y="6740"/>
                </a:lnTo>
                <a:cubicBezTo>
                  <a:pt x="10633" y="6645"/>
                  <a:pt x="10561" y="6549"/>
                  <a:pt x="10454" y="6490"/>
                </a:cubicBezTo>
                <a:lnTo>
                  <a:pt x="8525" y="5359"/>
                </a:lnTo>
                <a:cubicBezTo>
                  <a:pt x="8442" y="5309"/>
                  <a:pt x="8348" y="5288"/>
                  <a:pt x="8253" y="5288"/>
                </a:cubicBezTo>
                <a:cubicBezTo>
                  <a:pt x="8213" y="5288"/>
                  <a:pt x="8172" y="5292"/>
                  <a:pt x="8132" y="5299"/>
                </a:cubicBezTo>
                <a:lnTo>
                  <a:pt x="6834" y="5585"/>
                </a:lnTo>
                <a:cubicBezTo>
                  <a:pt x="6834" y="5573"/>
                  <a:pt x="6834" y="5549"/>
                  <a:pt x="6823" y="5537"/>
                </a:cubicBezTo>
                <a:lnTo>
                  <a:pt x="9240" y="3644"/>
                </a:lnTo>
                <a:cubicBezTo>
                  <a:pt x="9311" y="3585"/>
                  <a:pt x="9370" y="3513"/>
                  <a:pt x="9394" y="3430"/>
                </a:cubicBezTo>
                <a:lnTo>
                  <a:pt x="10263" y="1180"/>
                </a:lnTo>
                <a:cubicBezTo>
                  <a:pt x="10287" y="1084"/>
                  <a:pt x="10252" y="1001"/>
                  <a:pt x="10168" y="953"/>
                </a:cubicBezTo>
                <a:cubicBezTo>
                  <a:pt x="10149" y="945"/>
                  <a:pt x="10129" y="941"/>
                  <a:pt x="10110" y="941"/>
                </a:cubicBezTo>
                <a:cubicBezTo>
                  <a:pt x="10044" y="941"/>
                  <a:pt x="9981" y="984"/>
                  <a:pt x="9954" y="1049"/>
                </a:cubicBezTo>
                <a:lnTo>
                  <a:pt x="9085" y="3287"/>
                </a:lnTo>
                <a:cubicBezTo>
                  <a:pt x="9073" y="3323"/>
                  <a:pt x="9061" y="3346"/>
                  <a:pt x="9025" y="3370"/>
                </a:cubicBezTo>
                <a:lnTo>
                  <a:pt x="6692" y="5192"/>
                </a:lnTo>
                <a:cubicBezTo>
                  <a:pt x="6680" y="5180"/>
                  <a:pt x="6656" y="5156"/>
                  <a:pt x="6644" y="5132"/>
                </a:cubicBezTo>
                <a:lnTo>
                  <a:pt x="7846" y="3251"/>
                </a:lnTo>
                <a:cubicBezTo>
                  <a:pt x="7906" y="3156"/>
                  <a:pt x="7942" y="3061"/>
                  <a:pt x="7942" y="2965"/>
                </a:cubicBezTo>
                <a:lnTo>
                  <a:pt x="7942" y="191"/>
                </a:lnTo>
                <a:cubicBezTo>
                  <a:pt x="7942" y="108"/>
                  <a:pt x="7858" y="13"/>
                  <a:pt x="7775" y="13"/>
                </a:cubicBezTo>
                <a:cubicBezTo>
                  <a:pt x="7692" y="13"/>
                  <a:pt x="7596" y="84"/>
                  <a:pt x="7596" y="179"/>
                </a:cubicBezTo>
                <a:lnTo>
                  <a:pt x="7596" y="2954"/>
                </a:lnTo>
                <a:cubicBezTo>
                  <a:pt x="7596" y="2977"/>
                  <a:pt x="7585" y="3025"/>
                  <a:pt x="7561" y="3049"/>
                </a:cubicBezTo>
                <a:lnTo>
                  <a:pt x="6406" y="4882"/>
                </a:lnTo>
                <a:lnTo>
                  <a:pt x="6394" y="4870"/>
                </a:lnTo>
                <a:cubicBezTo>
                  <a:pt x="6465" y="4751"/>
                  <a:pt x="6501" y="4632"/>
                  <a:pt x="6501" y="4489"/>
                </a:cubicBezTo>
                <a:lnTo>
                  <a:pt x="6501" y="3597"/>
                </a:lnTo>
                <a:cubicBezTo>
                  <a:pt x="6501" y="3466"/>
                  <a:pt x="6453" y="3346"/>
                  <a:pt x="6406" y="3275"/>
                </a:cubicBezTo>
                <a:cubicBezTo>
                  <a:pt x="6377" y="3223"/>
                  <a:pt x="6322" y="3196"/>
                  <a:pt x="6267" y="3196"/>
                </a:cubicBezTo>
                <a:cubicBezTo>
                  <a:pt x="6209" y="3196"/>
                  <a:pt x="6151" y="3226"/>
                  <a:pt x="6120" y="3287"/>
                </a:cubicBezTo>
                <a:cubicBezTo>
                  <a:pt x="6096" y="3335"/>
                  <a:pt x="6096" y="3406"/>
                  <a:pt x="6120" y="3454"/>
                </a:cubicBezTo>
                <a:cubicBezTo>
                  <a:pt x="6144" y="3489"/>
                  <a:pt x="6156" y="3525"/>
                  <a:pt x="6156" y="3597"/>
                </a:cubicBezTo>
                <a:lnTo>
                  <a:pt x="6156" y="3894"/>
                </a:lnTo>
                <a:cubicBezTo>
                  <a:pt x="6049" y="3847"/>
                  <a:pt x="5918" y="3799"/>
                  <a:pt x="5787" y="3799"/>
                </a:cubicBezTo>
                <a:cubicBezTo>
                  <a:pt x="5644" y="3799"/>
                  <a:pt x="5513" y="3835"/>
                  <a:pt x="5406" y="3894"/>
                </a:cubicBezTo>
                <a:lnTo>
                  <a:pt x="5406" y="3597"/>
                </a:lnTo>
                <a:cubicBezTo>
                  <a:pt x="5406" y="3525"/>
                  <a:pt x="5430" y="3489"/>
                  <a:pt x="5441" y="3454"/>
                </a:cubicBezTo>
                <a:cubicBezTo>
                  <a:pt x="5465" y="3406"/>
                  <a:pt x="5465" y="3346"/>
                  <a:pt x="5441" y="3287"/>
                </a:cubicBezTo>
                <a:cubicBezTo>
                  <a:pt x="5411" y="3226"/>
                  <a:pt x="5352" y="3196"/>
                  <a:pt x="5294" y="3196"/>
                </a:cubicBezTo>
                <a:cubicBezTo>
                  <a:pt x="5239" y="3196"/>
                  <a:pt x="5185" y="3223"/>
                  <a:pt x="5156" y="3275"/>
                </a:cubicBezTo>
                <a:cubicBezTo>
                  <a:pt x="5108" y="3358"/>
                  <a:pt x="5072" y="3466"/>
                  <a:pt x="5072" y="3597"/>
                </a:cubicBezTo>
                <a:lnTo>
                  <a:pt x="5072" y="4489"/>
                </a:lnTo>
                <a:cubicBezTo>
                  <a:pt x="5072" y="4632"/>
                  <a:pt x="5108" y="4763"/>
                  <a:pt x="5168" y="4870"/>
                </a:cubicBezTo>
                <a:lnTo>
                  <a:pt x="5156" y="4882"/>
                </a:lnTo>
                <a:lnTo>
                  <a:pt x="4001" y="3049"/>
                </a:lnTo>
                <a:cubicBezTo>
                  <a:pt x="3977" y="3025"/>
                  <a:pt x="3965" y="2989"/>
                  <a:pt x="3965" y="2954"/>
                </a:cubicBezTo>
                <a:lnTo>
                  <a:pt x="3965" y="179"/>
                </a:lnTo>
                <a:cubicBezTo>
                  <a:pt x="3965" y="84"/>
                  <a:pt x="3894" y="1"/>
                  <a:pt x="3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67"/>
          <p:cNvSpPr/>
          <p:nvPr/>
        </p:nvSpPr>
        <p:spPr>
          <a:xfrm>
            <a:off x="8046381" y="2962490"/>
            <a:ext cx="253408" cy="366240"/>
          </a:xfrm>
          <a:custGeom>
            <a:avLst/>
            <a:gdLst/>
            <a:ahLst/>
            <a:cxnLst/>
            <a:rect l="l" t="t" r="r" b="b"/>
            <a:pathLst>
              <a:path w="7919" h="11445" extrusionOk="0">
                <a:moveTo>
                  <a:pt x="3644" y="443"/>
                </a:moveTo>
                <a:lnTo>
                  <a:pt x="3644" y="443"/>
                </a:lnTo>
                <a:cubicBezTo>
                  <a:pt x="4001" y="586"/>
                  <a:pt x="4513" y="860"/>
                  <a:pt x="4787" y="1443"/>
                </a:cubicBezTo>
                <a:cubicBezTo>
                  <a:pt x="4823" y="1514"/>
                  <a:pt x="4846" y="1598"/>
                  <a:pt x="4870" y="1669"/>
                </a:cubicBezTo>
                <a:cubicBezTo>
                  <a:pt x="4727" y="1788"/>
                  <a:pt x="4608" y="1919"/>
                  <a:pt x="4513" y="2074"/>
                </a:cubicBezTo>
                <a:cubicBezTo>
                  <a:pt x="4346" y="2324"/>
                  <a:pt x="4227" y="2634"/>
                  <a:pt x="4168" y="2943"/>
                </a:cubicBezTo>
                <a:cubicBezTo>
                  <a:pt x="3180" y="1824"/>
                  <a:pt x="2025" y="1122"/>
                  <a:pt x="1417" y="812"/>
                </a:cubicBezTo>
                <a:cubicBezTo>
                  <a:pt x="1594" y="775"/>
                  <a:pt x="1818" y="743"/>
                  <a:pt x="2064" y="743"/>
                </a:cubicBezTo>
                <a:cubicBezTo>
                  <a:pt x="2446" y="743"/>
                  <a:pt x="2879" y="820"/>
                  <a:pt x="3263" y="1074"/>
                </a:cubicBezTo>
                <a:cubicBezTo>
                  <a:pt x="3525" y="1253"/>
                  <a:pt x="3799" y="1514"/>
                  <a:pt x="3953" y="1788"/>
                </a:cubicBezTo>
                <a:cubicBezTo>
                  <a:pt x="3986" y="1837"/>
                  <a:pt x="4047" y="1870"/>
                  <a:pt x="4109" y="1870"/>
                </a:cubicBezTo>
                <a:cubicBezTo>
                  <a:pt x="4137" y="1870"/>
                  <a:pt x="4165" y="1863"/>
                  <a:pt x="4192" y="1848"/>
                </a:cubicBezTo>
                <a:cubicBezTo>
                  <a:pt x="4275" y="1800"/>
                  <a:pt x="4299" y="1693"/>
                  <a:pt x="4251" y="1610"/>
                </a:cubicBezTo>
                <a:cubicBezTo>
                  <a:pt x="4192" y="1514"/>
                  <a:pt x="4120" y="1419"/>
                  <a:pt x="4049" y="1324"/>
                </a:cubicBezTo>
                <a:cubicBezTo>
                  <a:pt x="3918" y="955"/>
                  <a:pt x="3763" y="657"/>
                  <a:pt x="3644" y="443"/>
                </a:cubicBezTo>
                <a:close/>
                <a:moveTo>
                  <a:pt x="6120" y="1562"/>
                </a:moveTo>
                <a:cubicBezTo>
                  <a:pt x="6597" y="1562"/>
                  <a:pt x="7013" y="1741"/>
                  <a:pt x="7287" y="1895"/>
                </a:cubicBezTo>
                <a:cubicBezTo>
                  <a:pt x="6716" y="2015"/>
                  <a:pt x="5620" y="2336"/>
                  <a:pt x="4489" y="3038"/>
                </a:cubicBezTo>
                <a:cubicBezTo>
                  <a:pt x="4608" y="2241"/>
                  <a:pt x="5144" y="1753"/>
                  <a:pt x="5656" y="1622"/>
                </a:cubicBezTo>
                <a:cubicBezTo>
                  <a:pt x="5799" y="1586"/>
                  <a:pt x="5966" y="1562"/>
                  <a:pt x="6120" y="1562"/>
                </a:cubicBezTo>
                <a:close/>
                <a:moveTo>
                  <a:pt x="2565" y="2490"/>
                </a:moveTo>
                <a:cubicBezTo>
                  <a:pt x="2926" y="2490"/>
                  <a:pt x="3255" y="2578"/>
                  <a:pt x="3513" y="2753"/>
                </a:cubicBezTo>
                <a:cubicBezTo>
                  <a:pt x="3513" y="2753"/>
                  <a:pt x="3525" y="2753"/>
                  <a:pt x="3525" y="2777"/>
                </a:cubicBezTo>
                <a:cubicBezTo>
                  <a:pt x="3656" y="2907"/>
                  <a:pt x="3799" y="3050"/>
                  <a:pt x="3930" y="3205"/>
                </a:cubicBezTo>
                <a:cubicBezTo>
                  <a:pt x="3683" y="3183"/>
                  <a:pt x="3444" y="3173"/>
                  <a:pt x="3214" y="3173"/>
                </a:cubicBezTo>
                <a:cubicBezTo>
                  <a:pt x="2468" y="3173"/>
                  <a:pt x="1822" y="3277"/>
                  <a:pt x="1358" y="3396"/>
                </a:cubicBezTo>
                <a:cubicBezTo>
                  <a:pt x="1036" y="3467"/>
                  <a:pt x="774" y="3539"/>
                  <a:pt x="560" y="3622"/>
                </a:cubicBezTo>
                <a:cubicBezTo>
                  <a:pt x="834" y="3229"/>
                  <a:pt x="1334" y="2681"/>
                  <a:pt x="2084" y="2538"/>
                </a:cubicBezTo>
                <a:cubicBezTo>
                  <a:pt x="2248" y="2506"/>
                  <a:pt x="2410" y="2490"/>
                  <a:pt x="2565" y="2490"/>
                </a:cubicBezTo>
                <a:close/>
                <a:moveTo>
                  <a:pt x="3418" y="3515"/>
                </a:moveTo>
                <a:cubicBezTo>
                  <a:pt x="3691" y="3515"/>
                  <a:pt x="3989" y="3539"/>
                  <a:pt x="4275" y="3574"/>
                </a:cubicBezTo>
                <a:cubicBezTo>
                  <a:pt x="4477" y="3646"/>
                  <a:pt x="4668" y="3741"/>
                  <a:pt x="4846" y="3836"/>
                </a:cubicBezTo>
                <a:cubicBezTo>
                  <a:pt x="4704" y="4027"/>
                  <a:pt x="4465" y="4134"/>
                  <a:pt x="4227" y="4134"/>
                </a:cubicBezTo>
                <a:cubicBezTo>
                  <a:pt x="3834" y="4134"/>
                  <a:pt x="3513" y="3872"/>
                  <a:pt x="3418" y="3515"/>
                </a:cubicBezTo>
                <a:close/>
                <a:moveTo>
                  <a:pt x="5379" y="3205"/>
                </a:moveTo>
                <a:cubicBezTo>
                  <a:pt x="5749" y="3205"/>
                  <a:pt x="6090" y="3348"/>
                  <a:pt x="6394" y="3634"/>
                </a:cubicBezTo>
                <a:cubicBezTo>
                  <a:pt x="6859" y="4062"/>
                  <a:pt x="6966" y="4729"/>
                  <a:pt x="6978" y="5193"/>
                </a:cubicBezTo>
                <a:cubicBezTo>
                  <a:pt x="6597" y="4705"/>
                  <a:pt x="5835" y="3896"/>
                  <a:pt x="4692" y="3384"/>
                </a:cubicBezTo>
                <a:cubicBezTo>
                  <a:pt x="4787" y="3336"/>
                  <a:pt x="4906" y="3277"/>
                  <a:pt x="5049" y="3241"/>
                </a:cubicBezTo>
                <a:cubicBezTo>
                  <a:pt x="5161" y="3217"/>
                  <a:pt x="5271" y="3205"/>
                  <a:pt x="5379" y="3205"/>
                </a:cubicBezTo>
                <a:close/>
                <a:moveTo>
                  <a:pt x="3751" y="4360"/>
                </a:moveTo>
                <a:cubicBezTo>
                  <a:pt x="3834" y="4408"/>
                  <a:pt x="3942" y="4431"/>
                  <a:pt x="4049" y="4455"/>
                </a:cubicBezTo>
                <a:cubicBezTo>
                  <a:pt x="3691" y="5586"/>
                  <a:pt x="3537" y="7063"/>
                  <a:pt x="3584" y="8849"/>
                </a:cubicBezTo>
                <a:cubicBezTo>
                  <a:pt x="3620" y="9896"/>
                  <a:pt x="3703" y="10777"/>
                  <a:pt x="3763" y="11147"/>
                </a:cubicBezTo>
                <a:lnTo>
                  <a:pt x="3037" y="11147"/>
                </a:lnTo>
                <a:cubicBezTo>
                  <a:pt x="2989" y="10349"/>
                  <a:pt x="2858" y="6658"/>
                  <a:pt x="3751" y="4360"/>
                </a:cubicBezTo>
                <a:close/>
                <a:moveTo>
                  <a:pt x="3294" y="0"/>
                </a:moveTo>
                <a:cubicBezTo>
                  <a:pt x="3233" y="0"/>
                  <a:pt x="3176" y="32"/>
                  <a:pt x="3156" y="74"/>
                </a:cubicBezTo>
                <a:cubicBezTo>
                  <a:pt x="3120" y="133"/>
                  <a:pt x="3120" y="205"/>
                  <a:pt x="3156" y="252"/>
                </a:cubicBezTo>
                <a:cubicBezTo>
                  <a:pt x="3156" y="252"/>
                  <a:pt x="3287" y="443"/>
                  <a:pt x="3453" y="764"/>
                </a:cubicBezTo>
                <a:cubicBezTo>
                  <a:pt x="3001" y="466"/>
                  <a:pt x="2506" y="376"/>
                  <a:pt x="2072" y="376"/>
                </a:cubicBezTo>
                <a:cubicBezTo>
                  <a:pt x="1433" y="376"/>
                  <a:pt x="929" y="572"/>
                  <a:pt x="894" y="586"/>
                </a:cubicBezTo>
                <a:cubicBezTo>
                  <a:pt x="834" y="610"/>
                  <a:pt x="786" y="669"/>
                  <a:pt x="786" y="729"/>
                </a:cubicBezTo>
                <a:cubicBezTo>
                  <a:pt x="786" y="800"/>
                  <a:pt x="834" y="860"/>
                  <a:pt x="894" y="895"/>
                </a:cubicBezTo>
                <a:cubicBezTo>
                  <a:pt x="905" y="895"/>
                  <a:pt x="1858" y="1312"/>
                  <a:pt x="2882" y="2145"/>
                </a:cubicBezTo>
                <a:cubicBezTo>
                  <a:pt x="2768" y="2130"/>
                  <a:pt x="2646" y="2121"/>
                  <a:pt x="2521" y="2121"/>
                </a:cubicBezTo>
                <a:cubicBezTo>
                  <a:pt x="2360" y="2121"/>
                  <a:pt x="2192" y="2136"/>
                  <a:pt x="2025" y="2169"/>
                </a:cubicBezTo>
                <a:cubicBezTo>
                  <a:pt x="679" y="2443"/>
                  <a:pt x="60" y="3800"/>
                  <a:pt x="24" y="3860"/>
                </a:cubicBezTo>
                <a:cubicBezTo>
                  <a:pt x="1" y="3920"/>
                  <a:pt x="12" y="3991"/>
                  <a:pt x="60" y="4050"/>
                </a:cubicBezTo>
                <a:cubicBezTo>
                  <a:pt x="84" y="4074"/>
                  <a:pt x="132" y="4098"/>
                  <a:pt x="179" y="4098"/>
                </a:cubicBezTo>
                <a:cubicBezTo>
                  <a:pt x="203" y="4098"/>
                  <a:pt x="227" y="4098"/>
                  <a:pt x="251" y="4074"/>
                </a:cubicBezTo>
                <a:cubicBezTo>
                  <a:pt x="262" y="4074"/>
                  <a:pt x="1453" y="3527"/>
                  <a:pt x="3084" y="3479"/>
                </a:cubicBezTo>
                <a:cubicBezTo>
                  <a:pt x="3120" y="3753"/>
                  <a:pt x="3263" y="3991"/>
                  <a:pt x="3453" y="4158"/>
                </a:cubicBezTo>
                <a:cubicBezTo>
                  <a:pt x="3001" y="5253"/>
                  <a:pt x="2751" y="6777"/>
                  <a:pt x="2679" y="8682"/>
                </a:cubicBezTo>
                <a:cubicBezTo>
                  <a:pt x="2632" y="9789"/>
                  <a:pt x="2679" y="10742"/>
                  <a:pt x="2691" y="11123"/>
                </a:cubicBezTo>
                <a:lnTo>
                  <a:pt x="2513" y="11123"/>
                </a:lnTo>
                <a:cubicBezTo>
                  <a:pt x="2429" y="11123"/>
                  <a:pt x="2346" y="11194"/>
                  <a:pt x="2346" y="11278"/>
                </a:cubicBezTo>
                <a:cubicBezTo>
                  <a:pt x="2346" y="11373"/>
                  <a:pt x="2429" y="11444"/>
                  <a:pt x="2513" y="11444"/>
                </a:cubicBezTo>
                <a:lnTo>
                  <a:pt x="4311" y="11444"/>
                </a:lnTo>
                <a:cubicBezTo>
                  <a:pt x="4406" y="11444"/>
                  <a:pt x="4477" y="11373"/>
                  <a:pt x="4477" y="11278"/>
                </a:cubicBezTo>
                <a:cubicBezTo>
                  <a:pt x="4477" y="11194"/>
                  <a:pt x="4406" y="11123"/>
                  <a:pt x="4311" y="11123"/>
                </a:cubicBezTo>
                <a:lnTo>
                  <a:pt x="4108" y="11123"/>
                </a:lnTo>
                <a:cubicBezTo>
                  <a:pt x="4013" y="10361"/>
                  <a:pt x="3608" y="6801"/>
                  <a:pt x="4406" y="4420"/>
                </a:cubicBezTo>
                <a:cubicBezTo>
                  <a:pt x="4704" y="4372"/>
                  <a:pt x="4977" y="4217"/>
                  <a:pt x="5156" y="3979"/>
                </a:cubicBezTo>
                <a:cubicBezTo>
                  <a:pt x="6347" y="4717"/>
                  <a:pt x="6978" y="5717"/>
                  <a:pt x="6990" y="5729"/>
                </a:cubicBezTo>
                <a:cubicBezTo>
                  <a:pt x="7025" y="5777"/>
                  <a:pt x="7085" y="5801"/>
                  <a:pt x="7144" y="5801"/>
                </a:cubicBezTo>
                <a:lnTo>
                  <a:pt x="7168" y="5801"/>
                </a:lnTo>
                <a:cubicBezTo>
                  <a:pt x="7240" y="5789"/>
                  <a:pt x="7287" y="5729"/>
                  <a:pt x="7299" y="5670"/>
                </a:cubicBezTo>
                <a:cubicBezTo>
                  <a:pt x="7299" y="5658"/>
                  <a:pt x="7359" y="5289"/>
                  <a:pt x="7299" y="4824"/>
                </a:cubicBezTo>
                <a:cubicBezTo>
                  <a:pt x="7228" y="4193"/>
                  <a:pt x="7001" y="3693"/>
                  <a:pt x="6632" y="3348"/>
                </a:cubicBezTo>
                <a:cubicBezTo>
                  <a:pt x="6251" y="2991"/>
                  <a:pt x="5847" y="2860"/>
                  <a:pt x="5501" y="2848"/>
                </a:cubicBezTo>
                <a:cubicBezTo>
                  <a:pt x="6739" y="2253"/>
                  <a:pt x="7752" y="2098"/>
                  <a:pt x="7763" y="2098"/>
                </a:cubicBezTo>
                <a:cubicBezTo>
                  <a:pt x="7823" y="2086"/>
                  <a:pt x="7882" y="2038"/>
                  <a:pt x="7906" y="1979"/>
                </a:cubicBezTo>
                <a:cubicBezTo>
                  <a:pt x="7918" y="1955"/>
                  <a:pt x="7882" y="1884"/>
                  <a:pt x="7847" y="1836"/>
                </a:cubicBezTo>
                <a:cubicBezTo>
                  <a:pt x="7807" y="1806"/>
                  <a:pt x="7083" y="1226"/>
                  <a:pt x="6150" y="1226"/>
                </a:cubicBezTo>
                <a:cubicBezTo>
                  <a:pt x="5968" y="1226"/>
                  <a:pt x="5779" y="1248"/>
                  <a:pt x="5585" y="1300"/>
                </a:cubicBezTo>
                <a:cubicBezTo>
                  <a:pt x="5430" y="1336"/>
                  <a:pt x="5299" y="1383"/>
                  <a:pt x="5168" y="1455"/>
                </a:cubicBezTo>
                <a:cubicBezTo>
                  <a:pt x="5144" y="1407"/>
                  <a:pt x="5132" y="1360"/>
                  <a:pt x="5108" y="1300"/>
                </a:cubicBezTo>
                <a:cubicBezTo>
                  <a:pt x="4584" y="181"/>
                  <a:pt x="3382" y="2"/>
                  <a:pt x="3322" y="2"/>
                </a:cubicBezTo>
                <a:cubicBezTo>
                  <a:pt x="3313" y="1"/>
                  <a:pt x="3304" y="0"/>
                  <a:pt x="32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90" name="Google Shape;12490;p67"/>
          <p:cNvGrpSpPr/>
          <p:nvPr/>
        </p:nvGrpSpPr>
        <p:grpSpPr>
          <a:xfrm>
            <a:off x="7531277" y="2962554"/>
            <a:ext cx="185184" cy="367296"/>
            <a:chOff x="7531277" y="2886354"/>
            <a:chExt cx="185184" cy="367296"/>
          </a:xfrm>
        </p:grpSpPr>
        <p:sp>
          <p:nvSpPr>
            <p:cNvPr id="12491" name="Google Shape;12491;p67"/>
            <p:cNvSpPr/>
            <p:nvPr/>
          </p:nvSpPr>
          <p:spPr>
            <a:xfrm>
              <a:off x="7531277" y="2886354"/>
              <a:ext cx="185184" cy="367296"/>
            </a:xfrm>
            <a:custGeom>
              <a:avLst/>
              <a:gdLst/>
              <a:ahLst/>
              <a:cxnLst/>
              <a:rect l="l" t="t" r="r" b="b"/>
              <a:pathLst>
                <a:path w="5787" h="11478" extrusionOk="0">
                  <a:moveTo>
                    <a:pt x="2894" y="667"/>
                  </a:moveTo>
                  <a:lnTo>
                    <a:pt x="4810" y="5775"/>
                  </a:lnTo>
                  <a:lnTo>
                    <a:pt x="3977" y="5775"/>
                  </a:lnTo>
                  <a:cubicBezTo>
                    <a:pt x="3894" y="5775"/>
                    <a:pt x="3822" y="5846"/>
                    <a:pt x="3822" y="5942"/>
                  </a:cubicBezTo>
                  <a:cubicBezTo>
                    <a:pt x="3822" y="6025"/>
                    <a:pt x="3894" y="6096"/>
                    <a:pt x="3977" y="6096"/>
                  </a:cubicBezTo>
                  <a:lnTo>
                    <a:pt x="4179" y="6096"/>
                  </a:lnTo>
                  <a:lnTo>
                    <a:pt x="5156" y="8287"/>
                  </a:lnTo>
                  <a:lnTo>
                    <a:pt x="4513" y="8287"/>
                  </a:lnTo>
                  <a:cubicBezTo>
                    <a:pt x="4429" y="8287"/>
                    <a:pt x="4358" y="8359"/>
                    <a:pt x="4358" y="8454"/>
                  </a:cubicBezTo>
                  <a:cubicBezTo>
                    <a:pt x="4358" y="8549"/>
                    <a:pt x="4429" y="8620"/>
                    <a:pt x="4513" y="8620"/>
                  </a:cubicBezTo>
                  <a:lnTo>
                    <a:pt x="4632" y="8620"/>
                  </a:lnTo>
                  <a:lnTo>
                    <a:pt x="5310" y="9716"/>
                  </a:lnTo>
                  <a:lnTo>
                    <a:pt x="500" y="9716"/>
                  </a:lnTo>
                  <a:lnTo>
                    <a:pt x="1167" y="8620"/>
                  </a:lnTo>
                  <a:lnTo>
                    <a:pt x="2894" y="8620"/>
                  </a:lnTo>
                  <a:cubicBezTo>
                    <a:pt x="2977" y="8620"/>
                    <a:pt x="3060" y="8549"/>
                    <a:pt x="3060" y="8454"/>
                  </a:cubicBezTo>
                  <a:cubicBezTo>
                    <a:pt x="3060" y="8359"/>
                    <a:pt x="2977" y="8287"/>
                    <a:pt x="2894" y="8287"/>
                  </a:cubicBezTo>
                  <a:lnTo>
                    <a:pt x="631" y="8287"/>
                  </a:lnTo>
                  <a:lnTo>
                    <a:pt x="1608" y="6096"/>
                  </a:lnTo>
                  <a:lnTo>
                    <a:pt x="2346" y="6096"/>
                  </a:lnTo>
                  <a:cubicBezTo>
                    <a:pt x="2429" y="6096"/>
                    <a:pt x="2501" y="6025"/>
                    <a:pt x="2501" y="5942"/>
                  </a:cubicBezTo>
                  <a:cubicBezTo>
                    <a:pt x="2501" y="5846"/>
                    <a:pt x="2429" y="5775"/>
                    <a:pt x="2346" y="5775"/>
                  </a:cubicBezTo>
                  <a:lnTo>
                    <a:pt x="977" y="5775"/>
                  </a:lnTo>
                  <a:lnTo>
                    <a:pt x="2894" y="667"/>
                  </a:lnTo>
                  <a:close/>
                  <a:moveTo>
                    <a:pt x="3263" y="10049"/>
                  </a:moveTo>
                  <a:lnTo>
                    <a:pt x="3263" y="11145"/>
                  </a:lnTo>
                  <a:lnTo>
                    <a:pt x="2524" y="11145"/>
                  </a:lnTo>
                  <a:lnTo>
                    <a:pt x="2524" y="10049"/>
                  </a:lnTo>
                  <a:close/>
                  <a:moveTo>
                    <a:pt x="2882" y="0"/>
                  </a:moveTo>
                  <a:cubicBezTo>
                    <a:pt x="2810" y="0"/>
                    <a:pt x="2751" y="48"/>
                    <a:pt x="2715" y="108"/>
                  </a:cubicBezTo>
                  <a:lnTo>
                    <a:pt x="560" y="5870"/>
                  </a:lnTo>
                  <a:cubicBezTo>
                    <a:pt x="548" y="5906"/>
                    <a:pt x="548" y="5965"/>
                    <a:pt x="572" y="6013"/>
                  </a:cubicBezTo>
                  <a:cubicBezTo>
                    <a:pt x="596" y="6061"/>
                    <a:pt x="667" y="6084"/>
                    <a:pt x="703" y="6084"/>
                  </a:cubicBezTo>
                  <a:lnTo>
                    <a:pt x="1227" y="6084"/>
                  </a:lnTo>
                  <a:lnTo>
                    <a:pt x="203" y="8359"/>
                  </a:lnTo>
                  <a:cubicBezTo>
                    <a:pt x="167" y="8406"/>
                    <a:pt x="191" y="8478"/>
                    <a:pt x="215" y="8525"/>
                  </a:cubicBezTo>
                  <a:cubicBezTo>
                    <a:pt x="250" y="8573"/>
                    <a:pt x="298" y="8597"/>
                    <a:pt x="369" y="8597"/>
                  </a:cubicBezTo>
                  <a:lnTo>
                    <a:pt x="750" y="8597"/>
                  </a:lnTo>
                  <a:lnTo>
                    <a:pt x="36" y="9787"/>
                  </a:lnTo>
                  <a:cubicBezTo>
                    <a:pt x="0" y="9835"/>
                    <a:pt x="0" y="9906"/>
                    <a:pt x="36" y="9954"/>
                  </a:cubicBezTo>
                  <a:cubicBezTo>
                    <a:pt x="72" y="10013"/>
                    <a:pt x="119" y="10049"/>
                    <a:pt x="191" y="10049"/>
                  </a:cubicBezTo>
                  <a:lnTo>
                    <a:pt x="2179" y="10049"/>
                  </a:lnTo>
                  <a:lnTo>
                    <a:pt x="2179" y="11145"/>
                  </a:lnTo>
                  <a:lnTo>
                    <a:pt x="1989" y="11145"/>
                  </a:lnTo>
                  <a:cubicBezTo>
                    <a:pt x="1893" y="11145"/>
                    <a:pt x="1822" y="11228"/>
                    <a:pt x="1822" y="11311"/>
                  </a:cubicBezTo>
                  <a:cubicBezTo>
                    <a:pt x="1822" y="11407"/>
                    <a:pt x="1893" y="11478"/>
                    <a:pt x="1989" y="11478"/>
                  </a:cubicBezTo>
                  <a:lnTo>
                    <a:pt x="3786" y="11478"/>
                  </a:lnTo>
                  <a:cubicBezTo>
                    <a:pt x="3870" y="11478"/>
                    <a:pt x="3953" y="11407"/>
                    <a:pt x="3953" y="11311"/>
                  </a:cubicBezTo>
                  <a:cubicBezTo>
                    <a:pt x="3953" y="11228"/>
                    <a:pt x="3870" y="11145"/>
                    <a:pt x="3786" y="11145"/>
                  </a:cubicBezTo>
                  <a:lnTo>
                    <a:pt x="3596" y="11145"/>
                  </a:lnTo>
                  <a:lnTo>
                    <a:pt x="3596" y="10049"/>
                  </a:lnTo>
                  <a:lnTo>
                    <a:pt x="5584" y="10049"/>
                  </a:lnTo>
                  <a:cubicBezTo>
                    <a:pt x="5644" y="10049"/>
                    <a:pt x="5703" y="10013"/>
                    <a:pt x="5739" y="9954"/>
                  </a:cubicBezTo>
                  <a:cubicBezTo>
                    <a:pt x="5787" y="9918"/>
                    <a:pt x="5787" y="9859"/>
                    <a:pt x="5739" y="9787"/>
                  </a:cubicBezTo>
                  <a:lnTo>
                    <a:pt x="5025" y="8597"/>
                  </a:lnTo>
                  <a:lnTo>
                    <a:pt x="5406" y="8597"/>
                  </a:lnTo>
                  <a:cubicBezTo>
                    <a:pt x="5465" y="8597"/>
                    <a:pt x="5513" y="8573"/>
                    <a:pt x="5549" y="8525"/>
                  </a:cubicBezTo>
                  <a:cubicBezTo>
                    <a:pt x="5572" y="8490"/>
                    <a:pt x="5572" y="8418"/>
                    <a:pt x="5561" y="8359"/>
                  </a:cubicBezTo>
                  <a:lnTo>
                    <a:pt x="4537" y="6084"/>
                  </a:lnTo>
                  <a:lnTo>
                    <a:pt x="5049" y="6084"/>
                  </a:lnTo>
                  <a:cubicBezTo>
                    <a:pt x="5108" y="6084"/>
                    <a:pt x="5156" y="6061"/>
                    <a:pt x="5191" y="6013"/>
                  </a:cubicBezTo>
                  <a:cubicBezTo>
                    <a:pt x="5215" y="5965"/>
                    <a:pt x="5227" y="5906"/>
                    <a:pt x="5203" y="5870"/>
                  </a:cubicBezTo>
                  <a:lnTo>
                    <a:pt x="3048" y="108"/>
                  </a:lnTo>
                  <a:cubicBezTo>
                    <a:pt x="3013" y="48"/>
                    <a:pt x="2953" y="0"/>
                    <a:pt x="2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2" name="Google Shape;12492;p67"/>
            <p:cNvSpPr/>
            <p:nvPr/>
          </p:nvSpPr>
          <p:spPr>
            <a:xfrm>
              <a:off x="7642157" y="3151154"/>
              <a:ext cx="16032" cy="10688"/>
            </a:xfrm>
            <a:custGeom>
              <a:avLst/>
              <a:gdLst/>
              <a:ahLst/>
              <a:cxnLst/>
              <a:rect l="l" t="t" r="r" b="b"/>
              <a:pathLst>
                <a:path w="501" h="334" extrusionOk="0">
                  <a:moveTo>
                    <a:pt x="155" y="0"/>
                  </a:moveTo>
                  <a:cubicBezTo>
                    <a:pt x="71" y="0"/>
                    <a:pt x="0" y="72"/>
                    <a:pt x="0" y="167"/>
                  </a:cubicBezTo>
                  <a:cubicBezTo>
                    <a:pt x="0" y="250"/>
                    <a:pt x="71" y="334"/>
                    <a:pt x="155" y="334"/>
                  </a:cubicBezTo>
                  <a:lnTo>
                    <a:pt x="333" y="334"/>
                  </a:lnTo>
                  <a:cubicBezTo>
                    <a:pt x="429" y="334"/>
                    <a:pt x="500" y="250"/>
                    <a:pt x="500" y="167"/>
                  </a:cubicBezTo>
                  <a:cubicBezTo>
                    <a:pt x="500" y="72"/>
                    <a:pt x="429" y="0"/>
                    <a:pt x="3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67"/>
            <p:cNvSpPr/>
            <p:nvPr/>
          </p:nvSpPr>
          <p:spPr>
            <a:xfrm>
              <a:off x="7625005" y="3070738"/>
              <a:ext cx="16032" cy="10336"/>
            </a:xfrm>
            <a:custGeom>
              <a:avLst/>
              <a:gdLst/>
              <a:ahLst/>
              <a:cxnLst/>
              <a:rect l="l" t="t" r="r" b="b"/>
              <a:pathLst>
                <a:path w="501" h="323" extrusionOk="0">
                  <a:moveTo>
                    <a:pt x="155" y="1"/>
                  </a:moveTo>
                  <a:cubicBezTo>
                    <a:pt x="72" y="1"/>
                    <a:pt x="0" y="72"/>
                    <a:pt x="0" y="168"/>
                  </a:cubicBezTo>
                  <a:cubicBezTo>
                    <a:pt x="0" y="251"/>
                    <a:pt x="72" y="322"/>
                    <a:pt x="155" y="322"/>
                  </a:cubicBezTo>
                  <a:lnTo>
                    <a:pt x="334" y="322"/>
                  </a:lnTo>
                  <a:cubicBezTo>
                    <a:pt x="429" y="322"/>
                    <a:pt x="500" y="251"/>
                    <a:pt x="500" y="168"/>
                  </a:cubicBezTo>
                  <a:cubicBezTo>
                    <a:pt x="500" y="72"/>
                    <a:pt x="429"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4" name="Google Shape;12494;p67"/>
          <p:cNvGrpSpPr/>
          <p:nvPr/>
        </p:nvGrpSpPr>
        <p:grpSpPr>
          <a:xfrm>
            <a:off x="6926637" y="2962938"/>
            <a:ext cx="297184" cy="367296"/>
            <a:chOff x="6926637" y="2886738"/>
            <a:chExt cx="297184" cy="367296"/>
          </a:xfrm>
        </p:grpSpPr>
        <p:sp>
          <p:nvSpPr>
            <p:cNvPr id="12495" name="Google Shape;12495;p67"/>
            <p:cNvSpPr/>
            <p:nvPr/>
          </p:nvSpPr>
          <p:spPr>
            <a:xfrm>
              <a:off x="7006637" y="2961202"/>
              <a:ext cx="106720" cy="100064"/>
            </a:xfrm>
            <a:custGeom>
              <a:avLst/>
              <a:gdLst/>
              <a:ahLst/>
              <a:cxnLst/>
              <a:rect l="l" t="t" r="r" b="b"/>
              <a:pathLst>
                <a:path w="3335" h="3127" extrusionOk="0">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67"/>
            <p:cNvSpPr/>
            <p:nvPr/>
          </p:nvSpPr>
          <p:spPr>
            <a:xfrm>
              <a:off x="7037485" y="2986738"/>
              <a:ext cx="106720" cy="100800"/>
            </a:xfrm>
            <a:custGeom>
              <a:avLst/>
              <a:gdLst/>
              <a:ahLst/>
              <a:cxnLst/>
              <a:rect l="l" t="t" r="r" b="b"/>
              <a:pathLst>
                <a:path w="3335" h="3150" extrusionOk="0">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67"/>
            <p:cNvSpPr/>
            <p:nvPr/>
          </p:nvSpPr>
          <p:spPr>
            <a:xfrm>
              <a:off x="6926637" y="2886738"/>
              <a:ext cx="297184" cy="367296"/>
            </a:xfrm>
            <a:custGeom>
              <a:avLst/>
              <a:gdLst/>
              <a:ahLst/>
              <a:cxnLst/>
              <a:rect l="l" t="t" r="r" b="b"/>
              <a:pathLst>
                <a:path w="9287" h="11478" extrusionOk="0">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98" name="Google Shape;12498;p67"/>
          <p:cNvSpPr/>
          <p:nvPr/>
        </p:nvSpPr>
        <p:spPr>
          <a:xfrm>
            <a:off x="5255565" y="2962170"/>
            <a:ext cx="346368" cy="368064"/>
          </a:xfrm>
          <a:custGeom>
            <a:avLst/>
            <a:gdLst/>
            <a:ahLst/>
            <a:cxnLst/>
            <a:rect l="l" t="t" r="r" b="b"/>
            <a:pathLst>
              <a:path w="10824" h="11502" extrusionOk="0">
                <a:moveTo>
                  <a:pt x="5430" y="441"/>
                </a:moveTo>
                <a:cubicBezTo>
                  <a:pt x="5584" y="620"/>
                  <a:pt x="5846" y="977"/>
                  <a:pt x="6192" y="1453"/>
                </a:cubicBezTo>
                <a:cubicBezTo>
                  <a:pt x="5906" y="1727"/>
                  <a:pt x="5656" y="2013"/>
                  <a:pt x="5430" y="2275"/>
                </a:cubicBezTo>
                <a:cubicBezTo>
                  <a:pt x="5203" y="2013"/>
                  <a:pt x="4953" y="1727"/>
                  <a:pt x="4668" y="1453"/>
                </a:cubicBezTo>
                <a:cubicBezTo>
                  <a:pt x="5001" y="977"/>
                  <a:pt x="5287" y="643"/>
                  <a:pt x="5430" y="441"/>
                </a:cubicBezTo>
                <a:close/>
                <a:moveTo>
                  <a:pt x="6906" y="1274"/>
                </a:moveTo>
                <a:cubicBezTo>
                  <a:pt x="7204" y="1846"/>
                  <a:pt x="8061" y="3596"/>
                  <a:pt x="8061" y="4775"/>
                </a:cubicBezTo>
                <a:cubicBezTo>
                  <a:pt x="8061" y="5811"/>
                  <a:pt x="7454" y="6704"/>
                  <a:pt x="6596" y="7120"/>
                </a:cubicBezTo>
                <a:cubicBezTo>
                  <a:pt x="6632" y="7061"/>
                  <a:pt x="6680" y="7001"/>
                  <a:pt x="6715" y="6930"/>
                </a:cubicBezTo>
                <a:cubicBezTo>
                  <a:pt x="6954" y="6513"/>
                  <a:pt x="7037" y="5989"/>
                  <a:pt x="6977" y="5394"/>
                </a:cubicBezTo>
                <a:cubicBezTo>
                  <a:pt x="6906" y="4739"/>
                  <a:pt x="6656" y="4049"/>
                  <a:pt x="6215" y="3334"/>
                </a:cubicBezTo>
                <a:cubicBezTo>
                  <a:pt x="6192" y="3279"/>
                  <a:pt x="6138" y="3250"/>
                  <a:pt x="6076" y="3250"/>
                </a:cubicBezTo>
                <a:cubicBezTo>
                  <a:pt x="6044" y="3250"/>
                  <a:pt x="6010" y="3258"/>
                  <a:pt x="5977" y="3275"/>
                </a:cubicBezTo>
                <a:cubicBezTo>
                  <a:pt x="5906" y="3310"/>
                  <a:pt x="5882" y="3418"/>
                  <a:pt x="5918" y="3513"/>
                </a:cubicBezTo>
                <a:cubicBezTo>
                  <a:pt x="6680" y="4763"/>
                  <a:pt x="6858" y="5965"/>
                  <a:pt x="6418" y="6775"/>
                </a:cubicBezTo>
                <a:cubicBezTo>
                  <a:pt x="6180" y="7156"/>
                  <a:pt x="5822" y="7394"/>
                  <a:pt x="5430" y="7394"/>
                </a:cubicBezTo>
                <a:cubicBezTo>
                  <a:pt x="3989" y="7394"/>
                  <a:pt x="2810" y="6216"/>
                  <a:pt x="2810" y="4775"/>
                </a:cubicBezTo>
                <a:cubicBezTo>
                  <a:pt x="2810" y="3596"/>
                  <a:pt x="3679" y="1846"/>
                  <a:pt x="3977" y="1274"/>
                </a:cubicBezTo>
                <a:cubicBezTo>
                  <a:pt x="4584" y="1834"/>
                  <a:pt x="5096" y="2394"/>
                  <a:pt x="5525" y="2941"/>
                </a:cubicBezTo>
                <a:cubicBezTo>
                  <a:pt x="5549" y="2989"/>
                  <a:pt x="5608" y="3025"/>
                  <a:pt x="5656" y="3025"/>
                </a:cubicBezTo>
                <a:cubicBezTo>
                  <a:pt x="5680" y="3025"/>
                  <a:pt x="5727" y="3001"/>
                  <a:pt x="5763" y="2989"/>
                </a:cubicBezTo>
                <a:cubicBezTo>
                  <a:pt x="5834" y="2929"/>
                  <a:pt x="5846" y="2822"/>
                  <a:pt x="5787" y="2751"/>
                </a:cubicBezTo>
                <a:lnTo>
                  <a:pt x="5656" y="2572"/>
                </a:lnTo>
                <a:cubicBezTo>
                  <a:pt x="6013" y="2144"/>
                  <a:pt x="6430" y="1715"/>
                  <a:pt x="6906" y="1274"/>
                </a:cubicBezTo>
                <a:close/>
                <a:moveTo>
                  <a:pt x="5608" y="7716"/>
                </a:moveTo>
                <a:lnTo>
                  <a:pt x="5608" y="10061"/>
                </a:lnTo>
                <a:cubicBezTo>
                  <a:pt x="5501" y="9883"/>
                  <a:pt x="5382" y="9668"/>
                  <a:pt x="5227" y="9454"/>
                </a:cubicBezTo>
                <a:lnTo>
                  <a:pt x="5227" y="7716"/>
                </a:lnTo>
                <a:close/>
                <a:moveTo>
                  <a:pt x="10347" y="5906"/>
                </a:moveTo>
                <a:cubicBezTo>
                  <a:pt x="10228" y="6204"/>
                  <a:pt x="9990" y="6680"/>
                  <a:pt x="9597" y="7228"/>
                </a:cubicBezTo>
                <a:cubicBezTo>
                  <a:pt x="8989" y="8085"/>
                  <a:pt x="7870" y="9275"/>
                  <a:pt x="5953" y="10228"/>
                </a:cubicBezTo>
                <a:lnTo>
                  <a:pt x="5953" y="9549"/>
                </a:lnTo>
                <a:cubicBezTo>
                  <a:pt x="6680" y="8513"/>
                  <a:pt x="8037" y="7049"/>
                  <a:pt x="10347" y="5906"/>
                </a:cubicBezTo>
                <a:close/>
                <a:moveTo>
                  <a:pt x="488" y="5906"/>
                </a:moveTo>
                <a:lnTo>
                  <a:pt x="488" y="5906"/>
                </a:lnTo>
                <a:cubicBezTo>
                  <a:pt x="2512" y="6906"/>
                  <a:pt x="3775" y="8156"/>
                  <a:pt x="4489" y="9049"/>
                </a:cubicBezTo>
                <a:cubicBezTo>
                  <a:pt x="4941" y="9609"/>
                  <a:pt x="5251" y="10133"/>
                  <a:pt x="5441" y="10490"/>
                </a:cubicBezTo>
                <a:cubicBezTo>
                  <a:pt x="4548" y="10085"/>
                  <a:pt x="3751" y="9609"/>
                  <a:pt x="3036" y="9073"/>
                </a:cubicBezTo>
                <a:cubicBezTo>
                  <a:pt x="2393" y="8585"/>
                  <a:pt x="1834" y="8013"/>
                  <a:pt x="1369" y="7406"/>
                </a:cubicBezTo>
                <a:cubicBezTo>
                  <a:pt x="905" y="6799"/>
                  <a:pt x="631" y="6251"/>
                  <a:pt x="488" y="5906"/>
                </a:cubicBezTo>
                <a:close/>
                <a:moveTo>
                  <a:pt x="5418" y="0"/>
                </a:moveTo>
                <a:cubicBezTo>
                  <a:pt x="5358" y="0"/>
                  <a:pt x="5322" y="12"/>
                  <a:pt x="5275" y="60"/>
                </a:cubicBezTo>
                <a:cubicBezTo>
                  <a:pt x="5263" y="72"/>
                  <a:pt x="4918" y="477"/>
                  <a:pt x="4406" y="1215"/>
                </a:cubicBezTo>
                <a:cubicBezTo>
                  <a:pt x="4263" y="1096"/>
                  <a:pt x="4144" y="977"/>
                  <a:pt x="4001" y="858"/>
                </a:cubicBezTo>
                <a:cubicBezTo>
                  <a:pt x="3989" y="846"/>
                  <a:pt x="3989" y="846"/>
                  <a:pt x="3965" y="846"/>
                </a:cubicBezTo>
                <a:cubicBezTo>
                  <a:pt x="3943" y="831"/>
                  <a:pt x="3917" y="824"/>
                  <a:pt x="3891" y="824"/>
                </a:cubicBezTo>
                <a:cubicBezTo>
                  <a:pt x="3833" y="824"/>
                  <a:pt x="3775" y="856"/>
                  <a:pt x="3751" y="905"/>
                </a:cubicBezTo>
                <a:cubicBezTo>
                  <a:pt x="3727" y="941"/>
                  <a:pt x="3417" y="1501"/>
                  <a:pt x="3108" y="2263"/>
                </a:cubicBezTo>
                <a:cubicBezTo>
                  <a:pt x="2679" y="3287"/>
                  <a:pt x="2453" y="4132"/>
                  <a:pt x="2453" y="4763"/>
                </a:cubicBezTo>
                <a:cubicBezTo>
                  <a:pt x="2453" y="6204"/>
                  <a:pt x="3489" y="7418"/>
                  <a:pt x="4882" y="7668"/>
                </a:cubicBezTo>
                <a:lnTo>
                  <a:pt x="4882" y="8966"/>
                </a:lnTo>
                <a:cubicBezTo>
                  <a:pt x="4846" y="8930"/>
                  <a:pt x="4798" y="8883"/>
                  <a:pt x="4763" y="8823"/>
                </a:cubicBezTo>
                <a:cubicBezTo>
                  <a:pt x="3989" y="7859"/>
                  <a:pt x="2572" y="6477"/>
                  <a:pt x="250" y="5394"/>
                </a:cubicBezTo>
                <a:cubicBezTo>
                  <a:pt x="230" y="5386"/>
                  <a:pt x="209" y="5382"/>
                  <a:pt x="188" y="5382"/>
                </a:cubicBezTo>
                <a:cubicBezTo>
                  <a:pt x="146" y="5382"/>
                  <a:pt x="103" y="5398"/>
                  <a:pt x="72" y="5430"/>
                </a:cubicBezTo>
                <a:cubicBezTo>
                  <a:pt x="24" y="5477"/>
                  <a:pt x="0" y="5537"/>
                  <a:pt x="12" y="5608"/>
                </a:cubicBezTo>
                <a:cubicBezTo>
                  <a:pt x="24" y="5644"/>
                  <a:pt x="250" y="6489"/>
                  <a:pt x="1072" y="7573"/>
                </a:cubicBezTo>
                <a:cubicBezTo>
                  <a:pt x="1548" y="8216"/>
                  <a:pt x="2120" y="8799"/>
                  <a:pt x="2798" y="9311"/>
                </a:cubicBezTo>
                <a:cubicBezTo>
                  <a:pt x="3405" y="9787"/>
                  <a:pt x="4108" y="10228"/>
                  <a:pt x="4858" y="10585"/>
                </a:cubicBezTo>
                <a:lnTo>
                  <a:pt x="4858" y="11323"/>
                </a:lnTo>
                <a:cubicBezTo>
                  <a:pt x="4858" y="11419"/>
                  <a:pt x="4941" y="11490"/>
                  <a:pt x="5025" y="11490"/>
                </a:cubicBezTo>
                <a:cubicBezTo>
                  <a:pt x="5120" y="11490"/>
                  <a:pt x="5191" y="11419"/>
                  <a:pt x="5191" y="11323"/>
                </a:cubicBezTo>
                <a:lnTo>
                  <a:pt x="5191" y="10740"/>
                </a:lnTo>
                <a:cubicBezTo>
                  <a:pt x="5310" y="10799"/>
                  <a:pt x="5441" y="10847"/>
                  <a:pt x="5572" y="10907"/>
                </a:cubicBezTo>
                <a:lnTo>
                  <a:pt x="5572" y="11335"/>
                </a:lnTo>
                <a:cubicBezTo>
                  <a:pt x="5572" y="11430"/>
                  <a:pt x="5656" y="11502"/>
                  <a:pt x="5739" y="11502"/>
                </a:cubicBezTo>
                <a:cubicBezTo>
                  <a:pt x="5834" y="11502"/>
                  <a:pt x="5906" y="11430"/>
                  <a:pt x="5906" y="11335"/>
                </a:cubicBezTo>
                <a:lnTo>
                  <a:pt x="5906" y="10597"/>
                </a:lnTo>
                <a:cubicBezTo>
                  <a:pt x="7989" y="9597"/>
                  <a:pt x="9192" y="8323"/>
                  <a:pt x="9835" y="7406"/>
                </a:cubicBezTo>
                <a:cubicBezTo>
                  <a:pt x="10549" y="6418"/>
                  <a:pt x="10740" y="5656"/>
                  <a:pt x="10752" y="5620"/>
                </a:cubicBezTo>
                <a:cubicBezTo>
                  <a:pt x="10823" y="5549"/>
                  <a:pt x="10799" y="5489"/>
                  <a:pt x="10740" y="5442"/>
                </a:cubicBezTo>
                <a:cubicBezTo>
                  <a:pt x="10717" y="5419"/>
                  <a:pt x="10675" y="5411"/>
                  <a:pt x="10633" y="5411"/>
                </a:cubicBezTo>
                <a:cubicBezTo>
                  <a:pt x="10608" y="5411"/>
                  <a:pt x="10583" y="5413"/>
                  <a:pt x="10561" y="5418"/>
                </a:cubicBezTo>
                <a:cubicBezTo>
                  <a:pt x="8227" y="6489"/>
                  <a:pt x="6799" y="7882"/>
                  <a:pt x="5953" y="8966"/>
                </a:cubicBezTo>
                <a:lnTo>
                  <a:pt x="5953" y="7668"/>
                </a:lnTo>
                <a:cubicBezTo>
                  <a:pt x="7335" y="7406"/>
                  <a:pt x="8370" y="6204"/>
                  <a:pt x="8370" y="4763"/>
                </a:cubicBezTo>
                <a:cubicBezTo>
                  <a:pt x="8370" y="4120"/>
                  <a:pt x="8156" y="3287"/>
                  <a:pt x="7716" y="2263"/>
                </a:cubicBezTo>
                <a:cubicBezTo>
                  <a:pt x="7406" y="1501"/>
                  <a:pt x="7084" y="941"/>
                  <a:pt x="7084" y="905"/>
                </a:cubicBezTo>
                <a:cubicBezTo>
                  <a:pt x="7052" y="856"/>
                  <a:pt x="6991" y="824"/>
                  <a:pt x="6933" y="824"/>
                </a:cubicBezTo>
                <a:cubicBezTo>
                  <a:pt x="6907" y="824"/>
                  <a:pt x="6881" y="831"/>
                  <a:pt x="6858" y="846"/>
                </a:cubicBezTo>
                <a:cubicBezTo>
                  <a:pt x="6846" y="846"/>
                  <a:pt x="6846" y="858"/>
                  <a:pt x="6823" y="858"/>
                </a:cubicBezTo>
                <a:lnTo>
                  <a:pt x="6430" y="1215"/>
                </a:lnTo>
                <a:cubicBezTo>
                  <a:pt x="5906" y="477"/>
                  <a:pt x="5560" y="72"/>
                  <a:pt x="5549" y="60"/>
                </a:cubicBezTo>
                <a:cubicBezTo>
                  <a:pt x="5513" y="12"/>
                  <a:pt x="5477" y="0"/>
                  <a:pt x="5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67"/>
          <p:cNvSpPr/>
          <p:nvPr/>
        </p:nvSpPr>
        <p:spPr>
          <a:xfrm>
            <a:off x="5834285" y="2962874"/>
            <a:ext cx="289216" cy="368512"/>
          </a:xfrm>
          <a:custGeom>
            <a:avLst/>
            <a:gdLst/>
            <a:ahLst/>
            <a:cxnLst/>
            <a:rect l="l" t="t" r="r" b="b"/>
            <a:pathLst>
              <a:path w="9038" h="11516" extrusionOk="0">
                <a:moveTo>
                  <a:pt x="6103" y="573"/>
                </a:moveTo>
                <a:cubicBezTo>
                  <a:pt x="6692" y="573"/>
                  <a:pt x="7223" y="753"/>
                  <a:pt x="7645" y="1110"/>
                </a:cubicBezTo>
                <a:cubicBezTo>
                  <a:pt x="8252" y="1633"/>
                  <a:pt x="8585" y="2479"/>
                  <a:pt x="8597" y="3515"/>
                </a:cubicBezTo>
                <a:cubicBezTo>
                  <a:pt x="8192" y="2788"/>
                  <a:pt x="7585" y="2122"/>
                  <a:pt x="6847" y="1633"/>
                </a:cubicBezTo>
                <a:cubicBezTo>
                  <a:pt x="6144" y="1169"/>
                  <a:pt x="5382" y="919"/>
                  <a:pt x="4728" y="895"/>
                </a:cubicBezTo>
                <a:cubicBezTo>
                  <a:pt x="4894" y="812"/>
                  <a:pt x="5061" y="752"/>
                  <a:pt x="5240" y="693"/>
                </a:cubicBezTo>
                <a:cubicBezTo>
                  <a:pt x="5537" y="613"/>
                  <a:pt x="5826" y="573"/>
                  <a:pt x="6103" y="573"/>
                </a:cubicBezTo>
                <a:close/>
                <a:moveTo>
                  <a:pt x="1394" y="1205"/>
                </a:moveTo>
                <a:cubicBezTo>
                  <a:pt x="1465" y="2598"/>
                  <a:pt x="1680" y="5098"/>
                  <a:pt x="2263" y="7063"/>
                </a:cubicBezTo>
                <a:cubicBezTo>
                  <a:pt x="2144" y="7360"/>
                  <a:pt x="2084" y="7670"/>
                  <a:pt x="2037" y="7944"/>
                </a:cubicBezTo>
                <a:cubicBezTo>
                  <a:pt x="1739" y="7051"/>
                  <a:pt x="1465" y="6194"/>
                  <a:pt x="1263" y="5455"/>
                </a:cubicBezTo>
                <a:cubicBezTo>
                  <a:pt x="1049" y="3705"/>
                  <a:pt x="1168" y="2384"/>
                  <a:pt x="1322" y="1586"/>
                </a:cubicBezTo>
                <a:cubicBezTo>
                  <a:pt x="1346" y="1443"/>
                  <a:pt x="1370" y="1324"/>
                  <a:pt x="1394" y="1205"/>
                </a:cubicBezTo>
                <a:close/>
                <a:moveTo>
                  <a:pt x="1503" y="0"/>
                </a:moveTo>
                <a:cubicBezTo>
                  <a:pt x="1439" y="0"/>
                  <a:pt x="1377" y="45"/>
                  <a:pt x="1334" y="109"/>
                </a:cubicBezTo>
                <a:cubicBezTo>
                  <a:pt x="1322" y="121"/>
                  <a:pt x="1108" y="598"/>
                  <a:pt x="965" y="1526"/>
                </a:cubicBezTo>
                <a:cubicBezTo>
                  <a:pt x="870" y="2074"/>
                  <a:pt x="787" y="2848"/>
                  <a:pt x="799" y="3836"/>
                </a:cubicBezTo>
                <a:cubicBezTo>
                  <a:pt x="537" y="2788"/>
                  <a:pt x="418" y="2145"/>
                  <a:pt x="394" y="2133"/>
                </a:cubicBezTo>
                <a:cubicBezTo>
                  <a:pt x="382" y="2050"/>
                  <a:pt x="310" y="2003"/>
                  <a:pt x="215" y="2003"/>
                </a:cubicBezTo>
                <a:cubicBezTo>
                  <a:pt x="132" y="2003"/>
                  <a:pt x="72" y="2074"/>
                  <a:pt x="60" y="2169"/>
                </a:cubicBezTo>
                <a:cubicBezTo>
                  <a:pt x="60" y="2181"/>
                  <a:pt x="1" y="3324"/>
                  <a:pt x="144" y="5039"/>
                </a:cubicBezTo>
                <a:cubicBezTo>
                  <a:pt x="299" y="6610"/>
                  <a:pt x="668" y="8991"/>
                  <a:pt x="1608" y="11408"/>
                </a:cubicBezTo>
                <a:cubicBezTo>
                  <a:pt x="1632" y="11468"/>
                  <a:pt x="1692" y="11516"/>
                  <a:pt x="1763" y="11516"/>
                </a:cubicBezTo>
                <a:cubicBezTo>
                  <a:pt x="1787" y="11516"/>
                  <a:pt x="1811" y="11516"/>
                  <a:pt x="1823" y="11492"/>
                </a:cubicBezTo>
                <a:cubicBezTo>
                  <a:pt x="1918" y="11468"/>
                  <a:pt x="1965" y="11361"/>
                  <a:pt x="1918" y="11277"/>
                </a:cubicBezTo>
                <a:cubicBezTo>
                  <a:pt x="989" y="8908"/>
                  <a:pt x="620" y="6551"/>
                  <a:pt x="477" y="5003"/>
                </a:cubicBezTo>
                <a:cubicBezTo>
                  <a:pt x="429" y="4503"/>
                  <a:pt x="394" y="4050"/>
                  <a:pt x="382" y="3669"/>
                </a:cubicBezTo>
                <a:lnTo>
                  <a:pt x="382" y="3669"/>
                </a:lnTo>
                <a:cubicBezTo>
                  <a:pt x="691" y="4931"/>
                  <a:pt x="1227" y="6896"/>
                  <a:pt x="2037" y="9099"/>
                </a:cubicBezTo>
                <a:cubicBezTo>
                  <a:pt x="2056" y="9175"/>
                  <a:pt x="2128" y="9213"/>
                  <a:pt x="2193" y="9213"/>
                </a:cubicBezTo>
                <a:cubicBezTo>
                  <a:pt x="2209" y="9213"/>
                  <a:pt x="2225" y="9211"/>
                  <a:pt x="2239" y="9206"/>
                </a:cubicBezTo>
                <a:cubicBezTo>
                  <a:pt x="2334" y="9170"/>
                  <a:pt x="2382" y="9075"/>
                  <a:pt x="2346" y="8991"/>
                </a:cubicBezTo>
                <a:lnTo>
                  <a:pt x="2263" y="8730"/>
                </a:lnTo>
                <a:cubicBezTo>
                  <a:pt x="2263" y="8670"/>
                  <a:pt x="2287" y="8075"/>
                  <a:pt x="2454" y="7467"/>
                </a:cubicBezTo>
                <a:cubicBezTo>
                  <a:pt x="2596" y="6896"/>
                  <a:pt x="2894" y="6194"/>
                  <a:pt x="3466" y="6098"/>
                </a:cubicBezTo>
                <a:cubicBezTo>
                  <a:pt x="3510" y="6089"/>
                  <a:pt x="3557" y="6084"/>
                  <a:pt x="3607" y="6084"/>
                </a:cubicBezTo>
                <a:cubicBezTo>
                  <a:pt x="4169" y="6084"/>
                  <a:pt x="5061" y="6699"/>
                  <a:pt x="6144" y="7837"/>
                </a:cubicBezTo>
                <a:cubicBezTo>
                  <a:pt x="6430" y="8134"/>
                  <a:pt x="6680" y="8432"/>
                  <a:pt x="6918" y="8694"/>
                </a:cubicBezTo>
                <a:cubicBezTo>
                  <a:pt x="6692" y="8539"/>
                  <a:pt x="6454" y="8337"/>
                  <a:pt x="6216" y="8158"/>
                </a:cubicBezTo>
                <a:cubicBezTo>
                  <a:pt x="5656" y="7741"/>
                  <a:pt x="5180" y="7420"/>
                  <a:pt x="4787" y="7194"/>
                </a:cubicBezTo>
                <a:cubicBezTo>
                  <a:pt x="4227" y="6854"/>
                  <a:pt x="3961" y="6782"/>
                  <a:pt x="3806" y="6782"/>
                </a:cubicBezTo>
                <a:cubicBezTo>
                  <a:pt x="3776" y="6782"/>
                  <a:pt x="3750" y="6785"/>
                  <a:pt x="3728" y="6789"/>
                </a:cubicBezTo>
                <a:cubicBezTo>
                  <a:pt x="3489" y="6836"/>
                  <a:pt x="3239" y="7122"/>
                  <a:pt x="2954" y="8872"/>
                </a:cubicBezTo>
                <a:cubicBezTo>
                  <a:pt x="2882" y="9325"/>
                  <a:pt x="2823" y="9765"/>
                  <a:pt x="2775" y="10111"/>
                </a:cubicBezTo>
                <a:cubicBezTo>
                  <a:pt x="2715" y="9968"/>
                  <a:pt x="2680" y="9825"/>
                  <a:pt x="2620" y="9682"/>
                </a:cubicBezTo>
                <a:cubicBezTo>
                  <a:pt x="2592" y="9606"/>
                  <a:pt x="2517" y="9568"/>
                  <a:pt x="2446" y="9568"/>
                </a:cubicBezTo>
                <a:cubicBezTo>
                  <a:pt x="2428" y="9568"/>
                  <a:pt x="2411" y="9570"/>
                  <a:pt x="2394" y="9575"/>
                </a:cubicBezTo>
                <a:cubicBezTo>
                  <a:pt x="2299" y="9611"/>
                  <a:pt x="2263" y="9706"/>
                  <a:pt x="2287" y="9801"/>
                </a:cubicBezTo>
                <a:cubicBezTo>
                  <a:pt x="2501" y="10349"/>
                  <a:pt x="2715" y="10885"/>
                  <a:pt x="2930" y="11408"/>
                </a:cubicBezTo>
                <a:cubicBezTo>
                  <a:pt x="2954" y="11468"/>
                  <a:pt x="3013" y="11516"/>
                  <a:pt x="3073" y="11516"/>
                </a:cubicBezTo>
                <a:cubicBezTo>
                  <a:pt x="3096" y="11516"/>
                  <a:pt x="3120" y="11516"/>
                  <a:pt x="3132" y="11492"/>
                </a:cubicBezTo>
                <a:cubicBezTo>
                  <a:pt x="3227" y="11468"/>
                  <a:pt x="3251" y="11361"/>
                  <a:pt x="3227" y="11277"/>
                </a:cubicBezTo>
                <a:cubicBezTo>
                  <a:pt x="3156" y="11111"/>
                  <a:pt x="3096" y="10932"/>
                  <a:pt x="3013" y="10765"/>
                </a:cubicBezTo>
                <a:cubicBezTo>
                  <a:pt x="3037" y="10646"/>
                  <a:pt x="3108" y="9825"/>
                  <a:pt x="3239" y="8980"/>
                </a:cubicBezTo>
                <a:cubicBezTo>
                  <a:pt x="3513" y="7325"/>
                  <a:pt x="3728" y="7122"/>
                  <a:pt x="3763" y="7086"/>
                </a:cubicBezTo>
                <a:cubicBezTo>
                  <a:pt x="3811" y="7086"/>
                  <a:pt x="3989" y="7110"/>
                  <a:pt x="4585" y="7444"/>
                </a:cubicBezTo>
                <a:cubicBezTo>
                  <a:pt x="4954" y="7670"/>
                  <a:pt x="5430" y="8003"/>
                  <a:pt x="5978" y="8396"/>
                </a:cubicBezTo>
                <a:cubicBezTo>
                  <a:pt x="6930" y="9099"/>
                  <a:pt x="7811" y="9825"/>
                  <a:pt x="7823" y="9825"/>
                </a:cubicBezTo>
                <a:cubicBezTo>
                  <a:pt x="7851" y="9853"/>
                  <a:pt x="7890" y="9865"/>
                  <a:pt x="7929" y="9865"/>
                </a:cubicBezTo>
                <a:cubicBezTo>
                  <a:pt x="7973" y="9865"/>
                  <a:pt x="8018" y="9850"/>
                  <a:pt x="8049" y="9825"/>
                </a:cubicBezTo>
                <a:cubicBezTo>
                  <a:pt x="8109" y="9765"/>
                  <a:pt x="8121" y="9682"/>
                  <a:pt x="8061" y="9611"/>
                </a:cubicBezTo>
                <a:cubicBezTo>
                  <a:pt x="8049" y="9587"/>
                  <a:pt x="7287" y="8551"/>
                  <a:pt x="6371" y="7563"/>
                </a:cubicBezTo>
                <a:cubicBezTo>
                  <a:pt x="5203" y="6341"/>
                  <a:pt x="4276" y="5718"/>
                  <a:pt x="3591" y="5718"/>
                </a:cubicBezTo>
                <a:cubicBezTo>
                  <a:pt x="3514" y="5718"/>
                  <a:pt x="3441" y="5726"/>
                  <a:pt x="3370" y="5741"/>
                </a:cubicBezTo>
                <a:cubicBezTo>
                  <a:pt x="3013" y="5813"/>
                  <a:pt x="2751" y="6051"/>
                  <a:pt x="2537" y="6348"/>
                </a:cubicBezTo>
                <a:cubicBezTo>
                  <a:pt x="2537" y="6253"/>
                  <a:pt x="2537" y="6170"/>
                  <a:pt x="2561" y="6063"/>
                </a:cubicBezTo>
                <a:cubicBezTo>
                  <a:pt x="2680" y="5693"/>
                  <a:pt x="3108" y="4527"/>
                  <a:pt x="3835" y="3753"/>
                </a:cubicBezTo>
                <a:cubicBezTo>
                  <a:pt x="4035" y="3686"/>
                  <a:pt x="4236" y="3648"/>
                  <a:pt x="4428" y="3648"/>
                </a:cubicBezTo>
                <a:cubicBezTo>
                  <a:pt x="4510" y="3648"/>
                  <a:pt x="4590" y="3655"/>
                  <a:pt x="4668" y="3669"/>
                </a:cubicBezTo>
                <a:cubicBezTo>
                  <a:pt x="4676" y="3670"/>
                  <a:pt x="4684" y="3671"/>
                  <a:pt x="4692" y="3671"/>
                </a:cubicBezTo>
                <a:cubicBezTo>
                  <a:pt x="4777" y="3671"/>
                  <a:pt x="4848" y="3613"/>
                  <a:pt x="4859" y="3515"/>
                </a:cubicBezTo>
                <a:cubicBezTo>
                  <a:pt x="4871" y="3431"/>
                  <a:pt x="4823" y="3336"/>
                  <a:pt x="4716" y="3324"/>
                </a:cubicBezTo>
                <a:cubicBezTo>
                  <a:pt x="4632" y="3316"/>
                  <a:pt x="4547" y="3307"/>
                  <a:pt x="4463" y="3307"/>
                </a:cubicBezTo>
                <a:cubicBezTo>
                  <a:pt x="4428" y="3307"/>
                  <a:pt x="4393" y="3309"/>
                  <a:pt x="4359" y="3312"/>
                </a:cubicBezTo>
                <a:cubicBezTo>
                  <a:pt x="4597" y="3157"/>
                  <a:pt x="4847" y="3074"/>
                  <a:pt x="5109" y="3038"/>
                </a:cubicBezTo>
                <a:cubicBezTo>
                  <a:pt x="5184" y="3031"/>
                  <a:pt x="5258" y="3027"/>
                  <a:pt x="5330" y="3027"/>
                </a:cubicBezTo>
                <a:cubicBezTo>
                  <a:pt x="5831" y="3027"/>
                  <a:pt x="6264" y="3205"/>
                  <a:pt x="6597" y="3538"/>
                </a:cubicBezTo>
                <a:cubicBezTo>
                  <a:pt x="7335" y="4265"/>
                  <a:pt x="7538" y="5622"/>
                  <a:pt x="7585" y="6551"/>
                </a:cubicBezTo>
                <a:cubicBezTo>
                  <a:pt x="7514" y="6348"/>
                  <a:pt x="7407" y="6122"/>
                  <a:pt x="7299" y="5896"/>
                </a:cubicBezTo>
                <a:cubicBezTo>
                  <a:pt x="6752" y="4741"/>
                  <a:pt x="6121" y="3967"/>
                  <a:pt x="5430" y="3574"/>
                </a:cubicBezTo>
                <a:cubicBezTo>
                  <a:pt x="5404" y="3563"/>
                  <a:pt x="5377" y="3558"/>
                  <a:pt x="5351" y="3558"/>
                </a:cubicBezTo>
                <a:cubicBezTo>
                  <a:pt x="5292" y="3558"/>
                  <a:pt x="5237" y="3584"/>
                  <a:pt x="5204" y="3634"/>
                </a:cubicBezTo>
                <a:cubicBezTo>
                  <a:pt x="5156" y="3717"/>
                  <a:pt x="5192" y="3812"/>
                  <a:pt x="5263" y="3860"/>
                </a:cubicBezTo>
                <a:cubicBezTo>
                  <a:pt x="6776" y="4693"/>
                  <a:pt x="7585" y="7563"/>
                  <a:pt x="7597" y="7598"/>
                </a:cubicBezTo>
                <a:cubicBezTo>
                  <a:pt x="7609" y="7670"/>
                  <a:pt x="7692" y="7718"/>
                  <a:pt x="7764" y="7718"/>
                </a:cubicBezTo>
                <a:lnTo>
                  <a:pt x="7776" y="7718"/>
                </a:lnTo>
                <a:cubicBezTo>
                  <a:pt x="7847" y="7694"/>
                  <a:pt x="7930" y="7646"/>
                  <a:pt x="7930" y="7563"/>
                </a:cubicBezTo>
                <a:cubicBezTo>
                  <a:pt x="7930" y="7539"/>
                  <a:pt x="7990" y="6825"/>
                  <a:pt x="7883" y="5932"/>
                </a:cubicBezTo>
                <a:cubicBezTo>
                  <a:pt x="7752" y="4717"/>
                  <a:pt x="7395" y="3824"/>
                  <a:pt x="6835" y="3288"/>
                </a:cubicBezTo>
                <a:cubicBezTo>
                  <a:pt x="6432" y="2896"/>
                  <a:pt x="5926" y="2683"/>
                  <a:pt x="5315" y="2683"/>
                </a:cubicBezTo>
                <a:cubicBezTo>
                  <a:pt x="5240" y="2683"/>
                  <a:pt x="5163" y="2687"/>
                  <a:pt x="5085" y="2693"/>
                </a:cubicBezTo>
                <a:cubicBezTo>
                  <a:pt x="4620" y="2741"/>
                  <a:pt x="4192" y="2955"/>
                  <a:pt x="3787" y="3324"/>
                </a:cubicBezTo>
                <a:cubicBezTo>
                  <a:pt x="3477" y="3610"/>
                  <a:pt x="3180" y="3991"/>
                  <a:pt x="2894" y="4467"/>
                </a:cubicBezTo>
                <a:cubicBezTo>
                  <a:pt x="2811" y="4622"/>
                  <a:pt x="2727" y="4765"/>
                  <a:pt x="2656" y="4920"/>
                </a:cubicBezTo>
                <a:cubicBezTo>
                  <a:pt x="2692" y="4670"/>
                  <a:pt x="2727" y="4408"/>
                  <a:pt x="2787" y="4146"/>
                </a:cubicBezTo>
                <a:cubicBezTo>
                  <a:pt x="2977" y="3276"/>
                  <a:pt x="3239" y="2562"/>
                  <a:pt x="3585" y="2014"/>
                </a:cubicBezTo>
                <a:cubicBezTo>
                  <a:pt x="3739" y="1752"/>
                  <a:pt x="3918" y="1526"/>
                  <a:pt x="4132" y="1336"/>
                </a:cubicBezTo>
                <a:cubicBezTo>
                  <a:pt x="4291" y="1291"/>
                  <a:pt x="4463" y="1270"/>
                  <a:pt x="4645" y="1270"/>
                </a:cubicBezTo>
                <a:cubicBezTo>
                  <a:pt x="5245" y="1270"/>
                  <a:pt x="5949" y="1505"/>
                  <a:pt x="6597" y="1943"/>
                </a:cubicBezTo>
                <a:cubicBezTo>
                  <a:pt x="7526" y="2550"/>
                  <a:pt x="8204" y="3431"/>
                  <a:pt x="8490" y="4372"/>
                </a:cubicBezTo>
                <a:cubicBezTo>
                  <a:pt x="8520" y="4432"/>
                  <a:pt x="8568" y="4484"/>
                  <a:pt x="8632" y="4484"/>
                </a:cubicBezTo>
                <a:cubicBezTo>
                  <a:pt x="8644" y="4484"/>
                  <a:pt x="8656" y="4483"/>
                  <a:pt x="8669" y="4479"/>
                </a:cubicBezTo>
                <a:cubicBezTo>
                  <a:pt x="8740" y="4479"/>
                  <a:pt x="8823" y="4408"/>
                  <a:pt x="8823" y="4336"/>
                </a:cubicBezTo>
                <a:cubicBezTo>
                  <a:pt x="9038" y="2824"/>
                  <a:pt x="8669" y="1586"/>
                  <a:pt x="7835" y="871"/>
                </a:cubicBezTo>
                <a:cubicBezTo>
                  <a:pt x="7351" y="452"/>
                  <a:pt x="6757" y="240"/>
                  <a:pt x="6102" y="240"/>
                </a:cubicBezTo>
                <a:cubicBezTo>
                  <a:pt x="5791" y="240"/>
                  <a:pt x="5466" y="287"/>
                  <a:pt x="5132" y="383"/>
                </a:cubicBezTo>
                <a:cubicBezTo>
                  <a:pt x="4394" y="574"/>
                  <a:pt x="3799" y="1062"/>
                  <a:pt x="3347" y="1824"/>
                </a:cubicBezTo>
                <a:cubicBezTo>
                  <a:pt x="2989" y="2419"/>
                  <a:pt x="2704" y="3157"/>
                  <a:pt x="2513" y="4074"/>
                </a:cubicBezTo>
                <a:cubicBezTo>
                  <a:pt x="2382" y="4693"/>
                  <a:pt x="2323" y="5301"/>
                  <a:pt x="2275" y="5801"/>
                </a:cubicBezTo>
                <a:cubicBezTo>
                  <a:pt x="1727" y="3181"/>
                  <a:pt x="1668" y="205"/>
                  <a:pt x="1668" y="169"/>
                </a:cubicBezTo>
                <a:cubicBezTo>
                  <a:pt x="1668" y="98"/>
                  <a:pt x="1608" y="26"/>
                  <a:pt x="1525" y="2"/>
                </a:cubicBezTo>
                <a:cubicBezTo>
                  <a:pt x="1517" y="1"/>
                  <a:pt x="1510" y="0"/>
                  <a:pt x="15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00" name="Google Shape;12500;p67"/>
          <p:cNvGrpSpPr/>
          <p:nvPr/>
        </p:nvGrpSpPr>
        <p:grpSpPr>
          <a:xfrm>
            <a:off x="6340653" y="2962554"/>
            <a:ext cx="370368" cy="368064"/>
            <a:chOff x="6340653" y="2886354"/>
            <a:chExt cx="370368" cy="368064"/>
          </a:xfrm>
        </p:grpSpPr>
        <p:sp>
          <p:nvSpPr>
            <p:cNvPr id="12501" name="Google Shape;12501;p67"/>
            <p:cNvSpPr/>
            <p:nvPr/>
          </p:nvSpPr>
          <p:spPr>
            <a:xfrm>
              <a:off x="6521229" y="2938162"/>
              <a:ext cx="10720" cy="16416"/>
            </a:xfrm>
            <a:custGeom>
              <a:avLst/>
              <a:gdLst/>
              <a:ahLst/>
              <a:cxnLst/>
              <a:rect l="l" t="t" r="r" b="b"/>
              <a:pathLst>
                <a:path w="335" h="513" extrusionOk="0">
                  <a:moveTo>
                    <a:pt x="168" y="1"/>
                  </a:moveTo>
                  <a:cubicBezTo>
                    <a:pt x="84" y="1"/>
                    <a:pt x="1" y="84"/>
                    <a:pt x="1" y="167"/>
                  </a:cubicBezTo>
                  <a:lnTo>
                    <a:pt x="1" y="346"/>
                  </a:lnTo>
                  <a:cubicBezTo>
                    <a:pt x="1" y="441"/>
                    <a:pt x="84" y="513"/>
                    <a:pt x="168" y="513"/>
                  </a:cubicBezTo>
                  <a:cubicBezTo>
                    <a:pt x="263" y="513"/>
                    <a:pt x="334" y="441"/>
                    <a:pt x="334" y="346"/>
                  </a:cubicBezTo>
                  <a:lnTo>
                    <a:pt x="334" y="167"/>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67"/>
            <p:cNvSpPr/>
            <p:nvPr/>
          </p:nvSpPr>
          <p:spPr>
            <a:xfrm>
              <a:off x="6647725" y="3010258"/>
              <a:ext cx="17568" cy="16704"/>
            </a:xfrm>
            <a:custGeom>
              <a:avLst/>
              <a:gdLst/>
              <a:ahLst/>
              <a:cxnLst/>
              <a:rect l="l" t="t" r="r" b="b"/>
              <a:pathLst>
                <a:path w="549" h="522" extrusionOk="0">
                  <a:moveTo>
                    <a:pt x="349" y="1"/>
                  </a:moveTo>
                  <a:cubicBezTo>
                    <a:pt x="307" y="1"/>
                    <a:pt x="269" y="16"/>
                    <a:pt x="239" y="46"/>
                  </a:cubicBezTo>
                  <a:lnTo>
                    <a:pt x="60" y="236"/>
                  </a:lnTo>
                  <a:cubicBezTo>
                    <a:pt x="1" y="307"/>
                    <a:pt x="1" y="415"/>
                    <a:pt x="60" y="474"/>
                  </a:cubicBezTo>
                  <a:cubicBezTo>
                    <a:pt x="84" y="510"/>
                    <a:pt x="132" y="522"/>
                    <a:pt x="179" y="522"/>
                  </a:cubicBezTo>
                  <a:cubicBezTo>
                    <a:pt x="215" y="522"/>
                    <a:pt x="263" y="498"/>
                    <a:pt x="298" y="462"/>
                  </a:cubicBezTo>
                  <a:lnTo>
                    <a:pt x="477" y="260"/>
                  </a:lnTo>
                  <a:cubicBezTo>
                    <a:pt x="548" y="224"/>
                    <a:pt x="536" y="105"/>
                    <a:pt x="477" y="46"/>
                  </a:cubicBezTo>
                  <a:cubicBezTo>
                    <a:pt x="435" y="16"/>
                    <a:pt x="391" y="1"/>
                    <a:pt x="3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67"/>
            <p:cNvSpPr/>
            <p:nvPr/>
          </p:nvSpPr>
          <p:spPr>
            <a:xfrm>
              <a:off x="6635533" y="3166354"/>
              <a:ext cx="17952" cy="11872"/>
            </a:xfrm>
            <a:custGeom>
              <a:avLst/>
              <a:gdLst/>
              <a:ahLst/>
              <a:cxnLst/>
              <a:rect l="l" t="t" r="r" b="b"/>
              <a:pathLst>
                <a:path w="561" h="371" extrusionOk="0">
                  <a:moveTo>
                    <a:pt x="194" y="0"/>
                  </a:moveTo>
                  <a:cubicBezTo>
                    <a:pt x="108" y="0"/>
                    <a:pt x="36" y="67"/>
                    <a:pt x="25" y="144"/>
                  </a:cubicBezTo>
                  <a:cubicBezTo>
                    <a:pt x="1" y="240"/>
                    <a:pt x="84" y="335"/>
                    <a:pt x="167" y="347"/>
                  </a:cubicBezTo>
                  <a:lnTo>
                    <a:pt x="358" y="371"/>
                  </a:lnTo>
                  <a:lnTo>
                    <a:pt x="394" y="371"/>
                  </a:lnTo>
                  <a:cubicBezTo>
                    <a:pt x="477" y="371"/>
                    <a:pt x="536" y="311"/>
                    <a:pt x="560" y="228"/>
                  </a:cubicBezTo>
                  <a:cubicBezTo>
                    <a:pt x="560" y="121"/>
                    <a:pt x="501" y="37"/>
                    <a:pt x="406" y="37"/>
                  </a:cubicBezTo>
                  <a:lnTo>
                    <a:pt x="215" y="1"/>
                  </a:lnTo>
                  <a:cubicBezTo>
                    <a:pt x="208" y="1"/>
                    <a:pt x="201"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67"/>
            <p:cNvSpPr/>
            <p:nvPr/>
          </p:nvSpPr>
          <p:spPr>
            <a:xfrm>
              <a:off x="6387885" y="3009970"/>
              <a:ext cx="18336" cy="17376"/>
            </a:xfrm>
            <a:custGeom>
              <a:avLst/>
              <a:gdLst/>
              <a:ahLst/>
              <a:cxnLst/>
              <a:rect l="l" t="t" r="r" b="b"/>
              <a:pathLst>
                <a:path w="573" h="543" extrusionOk="0">
                  <a:moveTo>
                    <a:pt x="208" y="1"/>
                  </a:moveTo>
                  <a:cubicBezTo>
                    <a:pt x="164" y="1"/>
                    <a:pt x="120" y="19"/>
                    <a:pt x="84" y="55"/>
                  </a:cubicBezTo>
                  <a:cubicBezTo>
                    <a:pt x="1" y="114"/>
                    <a:pt x="1" y="221"/>
                    <a:pt x="84" y="293"/>
                  </a:cubicBezTo>
                  <a:lnTo>
                    <a:pt x="263" y="483"/>
                  </a:lnTo>
                  <a:cubicBezTo>
                    <a:pt x="286" y="519"/>
                    <a:pt x="334" y="543"/>
                    <a:pt x="382" y="543"/>
                  </a:cubicBezTo>
                  <a:cubicBezTo>
                    <a:pt x="417" y="543"/>
                    <a:pt x="465" y="531"/>
                    <a:pt x="501" y="495"/>
                  </a:cubicBezTo>
                  <a:cubicBezTo>
                    <a:pt x="560" y="424"/>
                    <a:pt x="572" y="316"/>
                    <a:pt x="501" y="245"/>
                  </a:cubicBezTo>
                  <a:lnTo>
                    <a:pt x="322" y="55"/>
                  </a:lnTo>
                  <a:cubicBezTo>
                    <a:pt x="292" y="19"/>
                    <a:pt x="251"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5" name="Google Shape;12505;p67"/>
            <p:cNvSpPr/>
            <p:nvPr/>
          </p:nvSpPr>
          <p:spPr>
            <a:xfrm>
              <a:off x="6398925" y="3166354"/>
              <a:ext cx="18336" cy="11872"/>
            </a:xfrm>
            <a:custGeom>
              <a:avLst/>
              <a:gdLst/>
              <a:ahLst/>
              <a:cxnLst/>
              <a:rect l="l" t="t" r="r" b="b"/>
              <a:pathLst>
                <a:path w="573" h="371" extrusionOk="0">
                  <a:moveTo>
                    <a:pt x="379" y="0"/>
                  </a:moveTo>
                  <a:cubicBezTo>
                    <a:pt x="372" y="0"/>
                    <a:pt x="365" y="1"/>
                    <a:pt x="358" y="1"/>
                  </a:cubicBezTo>
                  <a:lnTo>
                    <a:pt x="168" y="37"/>
                  </a:lnTo>
                  <a:cubicBezTo>
                    <a:pt x="72" y="49"/>
                    <a:pt x="1" y="132"/>
                    <a:pt x="13" y="228"/>
                  </a:cubicBezTo>
                  <a:cubicBezTo>
                    <a:pt x="37" y="311"/>
                    <a:pt x="108" y="371"/>
                    <a:pt x="180" y="371"/>
                  </a:cubicBezTo>
                  <a:lnTo>
                    <a:pt x="215" y="371"/>
                  </a:lnTo>
                  <a:lnTo>
                    <a:pt x="406" y="347"/>
                  </a:lnTo>
                  <a:cubicBezTo>
                    <a:pt x="513" y="311"/>
                    <a:pt x="572" y="240"/>
                    <a:pt x="549" y="144"/>
                  </a:cubicBezTo>
                  <a:cubicBezTo>
                    <a:pt x="538" y="67"/>
                    <a:pt x="465" y="0"/>
                    <a:pt x="3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67"/>
            <p:cNvSpPr/>
            <p:nvPr/>
          </p:nvSpPr>
          <p:spPr>
            <a:xfrm>
              <a:off x="6340653" y="2886354"/>
              <a:ext cx="370368" cy="368064"/>
            </a:xfrm>
            <a:custGeom>
              <a:avLst/>
              <a:gdLst/>
              <a:ahLst/>
              <a:cxnLst/>
              <a:rect l="l" t="t" r="r" b="b"/>
              <a:pathLst>
                <a:path w="11574" h="11502" extrusionOk="0">
                  <a:moveTo>
                    <a:pt x="5811" y="489"/>
                  </a:moveTo>
                  <a:lnTo>
                    <a:pt x="6751" y="2060"/>
                  </a:lnTo>
                  <a:cubicBezTo>
                    <a:pt x="6775" y="2096"/>
                    <a:pt x="6823" y="2132"/>
                    <a:pt x="6870" y="2132"/>
                  </a:cubicBezTo>
                  <a:lnTo>
                    <a:pt x="7644" y="2263"/>
                  </a:lnTo>
                  <a:lnTo>
                    <a:pt x="5989" y="4048"/>
                  </a:lnTo>
                  <a:lnTo>
                    <a:pt x="5989" y="2679"/>
                  </a:lnTo>
                  <a:cubicBezTo>
                    <a:pt x="5977" y="2596"/>
                    <a:pt x="5906" y="2513"/>
                    <a:pt x="5811" y="2513"/>
                  </a:cubicBezTo>
                  <a:cubicBezTo>
                    <a:pt x="5727" y="2513"/>
                    <a:pt x="5644" y="2596"/>
                    <a:pt x="5644" y="2679"/>
                  </a:cubicBezTo>
                  <a:lnTo>
                    <a:pt x="5644" y="4025"/>
                  </a:lnTo>
                  <a:lnTo>
                    <a:pt x="4144" y="2251"/>
                  </a:lnTo>
                  <a:lnTo>
                    <a:pt x="4775" y="2132"/>
                  </a:lnTo>
                  <a:cubicBezTo>
                    <a:pt x="4810" y="2120"/>
                    <a:pt x="4858" y="2084"/>
                    <a:pt x="4870" y="2060"/>
                  </a:cubicBezTo>
                  <a:lnTo>
                    <a:pt x="5811" y="489"/>
                  </a:lnTo>
                  <a:close/>
                  <a:moveTo>
                    <a:pt x="4096" y="2727"/>
                  </a:moveTo>
                  <a:lnTo>
                    <a:pt x="5644" y="4549"/>
                  </a:lnTo>
                  <a:lnTo>
                    <a:pt x="5644" y="6192"/>
                  </a:lnTo>
                  <a:lnTo>
                    <a:pt x="4429" y="4763"/>
                  </a:lnTo>
                  <a:lnTo>
                    <a:pt x="4096" y="2727"/>
                  </a:lnTo>
                  <a:close/>
                  <a:moveTo>
                    <a:pt x="7668" y="2727"/>
                  </a:moveTo>
                  <a:lnTo>
                    <a:pt x="7215" y="4751"/>
                  </a:lnTo>
                  <a:lnTo>
                    <a:pt x="5989" y="6192"/>
                  </a:lnTo>
                  <a:lnTo>
                    <a:pt x="5989" y="4560"/>
                  </a:lnTo>
                  <a:lnTo>
                    <a:pt x="7668" y="2727"/>
                  </a:lnTo>
                  <a:close/>
                  <a:moveTo>
                    <a:pt x="11025" y="2858"/>
                  </a:moveTo>
                  <a:lnTo>
                    <a:pt x="10335" y="4596"/>
                  </a:lnTo>
                  <a:cubicBezTo>
                    <a:pt x="10311" y="4656"/>
                    <a:pt x="10323" y="4727"/>
                    <a:pt x="10371" y="4775"/>
                  </a:cubicBezTo>
                  <a:lnTo>
                    <a:pt x="10906" y="5311"/>
                  </a:lnTo>
                  <a:lnTo>
                    <a:pt x="10228" y="5584"/>
                  </a:lnTo>
                  <a:cubicBezTo>
                    <a:pt x="10144" y="5608"/>
                    <a:pt x="10109" y="5703"/>
                    <a:pt x="10121" y="5787"/>
                  </a:cubicBezTo>
                  <a:lnTo>
                    <a:pt x="10263" y="6192"/>
                  </a:lnTo>
                  <a:lnTo>
                    <a:pt x="8537" y="7096"/>
                  </a:lnTo>
                  <a:cubicBezTo>
                    <a:pt x="8489" y="7132"/>
                    <a:pt x="8442" y="7180"/>
                    <a:pt x="8442" y="7239"/>
                  </a:cubicBezTo>
                  <a:cubicBezTo>
                    <a:pt x="8442" y="7299"/>
                    <a:pt x="8466" y="7335"/>
                    <a:pt x="8501" y="7382"/>
                  </a:cubicBezTo>
                  <a:lnTo>
                    <a:pt x="10502" y="9097"/>
                  </a:lnTo>
                  <a:lnTo>
                    <a:pt x="7811" y="10049"/>
                  </a:lnTo>
                  <a:lnTo>
                    <a:pt x="6299" y="8680"/>
                  </a:lnTo>
                  <a:lnTo>
                    <a:pt x="8644" y="8990"/>
                  </a:lnTo>
                  <a:lnTo>
                    <a:pt x="8668" y="8990"/>
                  </a:lnTo>
                  <a:cubicBezTo>
                    <a:pt x="8763" y="8990"/>
                    <a:pt x="8823" y="8930"/>
                    <a:pt x="8835" y="8847"/>
                  </a:cubicBezTo>
                  <a:cubicBezTo>
                    <a:pt x="8847" y="8751"/>
                    <a:pt x="8775" y="8656"/>
                    <a:pt x="8680" y="8644"/>
                  </a:cubicBezTo>
                  <a:lnTo>
                    <a:pt x="6120" y="8311"/>
                  </a:lnTo>
                  <a:lnTo>
                    <a:pt x="9323" y="4918"/>
                  </a:lnTo>
                  <a:cubicBezTo>
                    <a:pt x="9382" y="4834"/>
                    <a:pt x="9382" y="4739"/>
                    <a:pt x="9311" y="4680"/>
                  </a:cubicBezTo>
                  <a:cubicBezTo>
                    <a:pt x="9275" y="4650"/>
                    <a:pt x="9231" y="4635"/>
                    <a:pt x="9187" y="4635"/>
                  </a:cubicBezTo>
                  <a:cubicBezTo>
                    <a:pt x="9144" y="4635"/>
                    <a:pt x="9103" y="4650"/>
                    <a:pt x="9073" y="4680"/>
                  </a:cubicBezTo>
                  <a:lnTo>
                    <a:pt x="5941" y="8013"/>
                  </a:lnTo>
                  <a:lnTo>
                    <a:pt x="5941" y="6704"/>
                  </a:lnTo>
                  <a:lnTo>
                    <a:pt x="8823" y="3322"/>
                  </a:lnTo>
                  <a:lnTo>
                    <a:pt x="9061" y="3679"/>
                  </a:lnTo>
                  <a:cubicBezTo>
                    <a:pt x="9086" y="3729"/>
                    <a:pt x="9140" y="3750"/>
                    <a:pt x="9194" y="3750"/>
                  </a:cubicBezTo>
                  <a:cubicBezTo>
                    <a:pt x="9218" y="3750"/>
                    <a:pt x="9242" y="3746"/>
                    <a:pt x="9263" y="3739"/>
                  </a:cubicBezTo>
                  <a:lnTo>
                    <a:pt x="11025" y="2858"/>
                  </a:lnTo>
                  <a:close/>
                  <a:moveTo>
                    <a:pt x="524" y="2870"/>
                  </a:moveTo>
                  <a:lnTo>
                    <a:pt x="2286" y="3751"/>
                  </a:lnTo>
                  <a:cubicBezTo>
                    <a:pt x="2309" y="3766"/>
                    <a:pt x="2333" y="3773"/>
                    <a:pt x="2358" y="3773"/>
                  </a:cubicBezTo>
                  <a:cubicBezTo>
                    <a:pt x="2412" y="3773"/>
                    <a:pt x="2464" y="3740"/>
                    <a:pt x="2489" y="3691"/>
                  </a:cubicBezTo>
                  <a:lnTo>
                    <a:pt x="2727" y="3334"/>
                  </a:lnTo>
                  <a:lnTo>
                    <a:pt x="5608" y="6715"/>
                  </a:lnTo>
                  <a:lnTo>
                    <a:pt x="5608" y="7987"/>
                  </a:lnTo>
                  <a:lnTo>
                    <a:pt x="2524" y="4691"/>
                  </a:lnTo>
                  <a:cubicBezTo>
                    <a:pt x="2495" y="4656"/>
                    <a:pt x="2453" y="4638"/>
                    <a:pt x="2410" y="4638"/>
                  </a:cubicBezTo>
                  <a:cubicBezTo>
                    <a:pt x="2367" y="4638"/>
                    <a:pt x="2322" y="4656"/>
                    <a:pt x="2286" y="4691"/>
                  </a:cubicBezTo>
                  <a:cubicBezTo>
                    <a:pt x="2215" y="4751"/>
                    <a:pt x="2215" y="4858"/>
                    <a:pt x="2274" y="4930"/>
                  </a:cubicBezTo>
                  <a:lnTo>
                    <a:pt x="5465" y="8323"/>
                  </a:lnTo>
                  <a:lnTo>
                    <a:pt x="2905" y="8656"/>
                  </a:lnTo>
                  <a:cubicBezTo>
                    <a:pt x="2822" y="8680"/>
                    <a:pt x="2751" y="8763"/>
                    <a:pt x="2763" y="8859"/>
                  </a:cubicBezTo>
                  <a:cubicBezTo>
                    <a:pt x="2774" y="8942"/>
                    <a:pt x="2846" y="9001"/>
                    <a:pt x="2929" y="9001"/>
                  </a:cubicBezTo>
                  <a:lnTo>
                    <a:pt x="2953" y="9001"/>
                  </a:lnTo>
                  <a:lnTo>
                    <a:pt x="5287" y="8692"/>
                  </a:lnTo>
                  <a:lnTo>
                    <a:pt x="3786" y="10061"/>
                  </a:lnTo>
                  <a:lnTo>
                    <a:pt x="1096" y="9109"/>
                  </a:lnTo>
                  <a:lnTo>
                    <a:pt x="3084" y="7394"/>
                  </a:lnTo>
                  <a:cubicBezTo>
                    <a:pt x="3132" y="7370"/>
                    <a:pt x="3144" y="7311"/>
                    <a:pt x="3144" y="7251"/>
                  </a:cubicBezTo>
                  <a:cubicBezTo>
                    <a:pt x="3144" y="7192"/>
                    <a:pt x="3108" y="7144"/>
                    <a:pt x="3060" y="7108"/>
                  </a:cubicBezTo>
                  <a:lnTo>
                    <a:pt x="1334" y="6204"/>
                  </a:lnTo>
                  <a:lnTo>
                    <a:pt x="1465" y="5799"/>
                  </a:lnTo>
                  <a:cubicBezTo>
                    <a:pt x="1500" y="5715"/>
                    <a:pt x="1453" y="5620"/>
                    <a:pt x="1358" y="5596"/>
                  </a:cubicBezTo>
                  <a:lnTo>
                    <a:pt x="691" y="5322"/>
                  </a:lnTo>
                  <a:lnTo>
                    <a:pt x="1227" y="4787"/>
                  </a:lnTo>
                  <a:cubicBezTo>
                    <a:pt x="1274" y="4751"/>
                    <a:pt x="1286" y="4680"/>
                    <a:pt x="1262" y="4608"/>
                  </a:cubicBezTo>
                  <a:lnTo>
                    <a:pt x="524" y="2870"/>
                  </a:lnTo>
                  <a:close/>
                  <a:moveTo>
                    <a:pt x="5775" y="0"/>
                  </a:moveTo>
                  <a:cubicBezTo>
                    <a:pt x="5715" y="0"/>
                    <a:pt x="5656" y="24"/>
                    <a:pt x="5632" y="72"/>
                  </a:cubicBezTo>
                  <a:lnTo>
                    <a:pt x="4584" y="1810"/>
                  </a:lnTo>
                  <a:lnTo>
                    <a:pt x="3763" y="1977"/>
                  </a:lnTo>
                  <a:cubicBezTo>
                    <a:pt x="3667" y="2001"/>
                    <a:pt x="3608" y="2084"/>
                    <a:pt x="3620" y="2167"/>
                  </a:cubicBezTo>
                  <a:lnTo>
                    <a:pt x="3965" y="4251"/>
                  </a:lnTo>
                  <a:lnTo>
                    <a:pt x="2846" y="2929"/>
                  </a:lnTo>
                  <a:cubicBezTo>
                    <a:pt x="2822" y="2894"/>
                    <a:pt x="2763" y="2870"/>
                    <a:pt x="2715" y="2870"/>
                  </a:cubicBezTo>
                  <a:cubicBezTo>
                    <a:pt x="2655" y="2870"/>
                    <a:pt x="2608" y="2905"/>
                    <a:pt x="2584" y="2941"/>
                  </a:cubicBezTo>
                  <a:lnTo>
                    <a:pt x="2298" y="3358"/>
                  </a:lnTo>
                  <a:lnTo>
                    <a:pt x="274" y="2346"/>
                  </a:lnTo>
                  <a:cubicBezTo>
                    <a:pt x="254" y="2338"/>
                    <a:pt x="233" y="2334"/>
                    <a:pt x="211" y="2334"/>
                  </a:cubicBezTo>
                  <a:cubicBezTo>
                    <a:pt x="168" y="2334"/>
                    <a:pt x="123" y="2350"/>
                    <a:pt x="84" y="2382"/>
                  </a:cubicBezTo>
                  <a:cubicBezTo>
                    <a:pt x="36" y="2429"/>
                    <a:pt x="0" y="2501"/>
                    <a:pt x="36" y="2572"/>
                  </a:cubicBezTo>
                  <a:lnTo>
                    <a:pt x="893" y="4632"/>
                  </a:lnTo>
                  <a:lnTo>
                    <a:pt x="262" y="5263"/>
                  </a:lnTo>
                  <a:cubicBezTo>
                    <a:pt x="215" y="5311"/>
                    <a:pt x="203" y="5370"/>
                    <a:pt x="215" y="5418"/>
                  </a:cubicBezTo>
                  <a:cubicBezTo>
                    <a:pt x="226" y="5477"/>
                    <a:pt x="262" y="5525"/>
                    <a:pt x="322" y="5537"/>
                  </a:cubicBezTo>
                  <a:lnTo>
                    <a:pt x="1072" y="5834"/>
                  </a:lnTo>
                  <a:lnTo>
                    <a:pt x="941" y="6215"/>
                  </a:lnTo>
                  <a:cubicBezTo>
                    <a:pt x="917" y="6299"/>
                    <a:pt x="953" y="6382"/>
                    <a:pt x="1012" y="6430"/>
                  </a:cubicBezTo>
                  <a:lnTo>
                    <a:pt x="2655" y="7287"/>
                  </a:lnTo>
                  <a:lnTo>
                    <a:pt x="631" y="9037"/>
                  </a:lnTo>
                  <a:cubicBezTo>
                    <a:pt x="584" y="9073"/>
                    <a:pt x="572" y="9132"/>
                    <a:pt x="572" y="9192"/>
                  </a:cubicBezTo>
                  <a:cubicBezTo>
                    <a:pt x="584" y="9252"/>
                    <a:pt x="631" y="9299"/>
                    <a:pt x="679" y="9335"/>
                  </a:cubicBezTo>
                  <a:lnTo>
                    <a:pt x="3727" y="10418"/>
                  </a:lnTo>
                  <a:cubicBezTo>
                    <a:pt x="3747" y="10422"/>
                    <a:pt x="3767" y="10425"/>
                    <a:pt x="3786" y="10425"/>
                  </a:cubicBezTo>
                  <a:cubicBezTo>
                    <a:pt x="3825" y="10425"/>
                    <a:pt x="3862" y="10414"/>
                    <a:pt x="3894" y="10383"/>
                  </a:cubicBezTo>
                  <a:lnTo>
                    <a:pt x="5584" y="8835"/>
                  </a:lnTo>
                  <a:lnTo>
                    <a:pt x="5584" y="11335"/>
                  </a:lnTo>
                  <a:cubicBezTo>
                    <a:pt x="5584" y="11430"/>
                    <a:pt x="5656" y="11502"/>
                    <a:pt x="5751" y="11502"/>
                  </a:cubicBezTo>
                  <a:cubicBezTo>
                    <a:pt x="5834" y="11502"/>
                    <a:pt x="5918" y="11430"/>
                    <a:pt x="5918" y="11335"/>
                  </a:cubicBezTo>
                  <a:lnTo>
                    <a:pt x="5918" y="8835"/>
                  </a:lnTo>
                  <a:lnTo>
                    <a:pt x="7608" y="10383"/>
                  </a:lnTo>
                  <a:cubicBezTo>
                    <a:pt x="7644" y="10418"/>
                    <a:pt x="7680" y="10430"/>
                    <a:pt x="7727" y="10430"/>
                  </a:cubicBezTo>
                  <a:cubicBezTo>
                    <a:pt x="7739" y="10430"/>
                    <a:pt x="7775" y="10430"/>
                    <a:pt x="7787" y="10418"/>
                  </a:cubicBezTo>
                  <a:lnTo>
                    <a:pt x="10835" y="9335"/>
                  </a:lnTo>
                  <a:cubicBezTo>
                    <a:pt x="10894" y="9311"/>
                    <a:pt x="10942" y="9252"/>
                    <a:pt x="10942" y="9192"/>
                  </a:cubicBezTo>
                  <a:cubicBezTo>
                    <a:pt x="10954" y="9132"/>
                    <a:pt x="10930" y="9073"/>
                    <a:pt x="10883" y="9037"/>
                  </a:cubicBezTo>
                  <a:lnTo>
                    <a:pt x="8859" y="7287"/>
                  </a:lnTo>
                  <a:lnTo>
                    <a:pt x="10502" y="6430"/>
                  </a:lnTo>
                  <a:cubicBezTo>
                    <a:pt x="10573" y="6382"/>
                    <a:pt x="10597" y="6311"/>
                    <a:pt x="10573" y="6215"/>
                  </a:cubicBezTo>
                  <a:lnTo>
                    <a:pt x="10442" y="5834"/>
                  </a:lnTo>
                  <a:lnTo>
                    <a:pt x="11192" y="5537"/>
                  </a:lnTo>
                  <a:cubicBezTo>
                    <a:pt x="11252" y="5525"/>
                    <a:pt x="11287" y="5465"/>
                    <a:pt x="11299" y="5418"/>
                  </a:cubicBezTo>
                  <a:cubicBezTo>
                    <a:pt x="11311" y="5358"/>
                    <a:pt x="11299" y="5299"/>
                    <a:pt x="11252" y="5263"/>
                  </a:cubicBezTo>
                  <a:lnTo>
                    <a:pt x="10621" y="4632"/>
                  </a:lnTo>
                  <a:lnTo>
                    <a:pt x="11478" y="2572"/>
                  </a:lnTo>
                  <a:cubicBezTo>
                    <a:pt x="11573" y="2501"/>
                    <a:pt x="11561" y="2429"/>
                    <a:pt x="11502" y="2382"/>
                  </a:cubicBezTo>
                  <a:cubicBezTo>
                    <a:pt x="11470" y="2350"/>
                    <a:pt x="11417" y="2334"/>
                    <a:pt x="11368" y="2334"/>
                  </a:cubicBezTo>
                  <a:cubicBezTo>
                    <a:pt x="11343" y="2334"/>
                    <a:pt x="11319" y="2338"/>
                    <a:pt x="11299" y="2346"/>
                  </a:cubicBezTo>
                  <a:lnTo>
                    <a:pt x="9275" y="3358"/>
                  </a:lnTo>
                  <a:lnTo>
                    <a:pt x="9001" y="2941"/>
                  </a:lnTo>
                  <a:cubicBezTo>
                    <a:pt x="8966" y="2905"/>
                    <a:pt x="8918" y="2870"/>
                    <a:pt x="8859" y="2870"/>
                  </a:cubicBezTo>
                  <a:cubicBezTo>
                    <a:pt x="8799" y="2870"/>
                    <a:pt x="8763" y="2894"/>
                    <a:pt x="8728" y="2929"/>
                  </a:cubicBezTo>
                  <a:lnTo>
                    <a:pt x="7656" y="4179"/>
                  </a:lnTo>
                  <a:lnTo>
                    <a:pt x="7656" y="4179"/>
                  </a:lnTo>
                  <a:lnTo>
                    <a:pt x="8120" y="2167"/>
                  </a:lnTo>
                  <a:cubicBezTo>
                    <a:pt x="8132" y="2132"/>
                    <a:pt x="8120" y="2084"/>
                    <a:pt x="8085" y="2036"/>
                  </a:cubicBezTo>
                  <a:cubicBezTo>
                    <a:pt x="8061" y="2001"/>
                    <a:pt x="8025" y="1977"/>
                    <a:pt x="7966" y="1965"/>
                  </a:cubicBezTo>
                  <a:lnTo>
                    <a:pt x="6965" y="1798"/>
                  </a:lnTo>
                  <a:lnTo>
                    <a:pt x="5930" y="72"/>
                  </a:lnTo>
                  <a:cubicBezTo>
                    <a:pt x="5894" y="24"/>
                    <a:pt x="5846" y="0"/>
                    <a:pt x="5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7" name="Google Shape;12507;p67"/>
          <p:cNvGrpSpPr/>
          <p:nvPr/>
        </p:nvGrpSpPr>
        <p:grpSpPr>
          <a:xfrm>
            <a:off x="5246797" y="2057626"/>
            <a:ext cx="354752" cy="336512"/>
            <a:chOff x="5246797" y="1981426"/>
            <a:chExt cx="354752" cy="336512"/>
          </a:xfrm>
        </p:grpSpPr>
        <p:sp>
          <p:nvSpPr>
            <p:cNvPr id="12508" name="Google Shape;12508;p67"/>
            <p:cNvSpPr/>
            <p:nvPr/>
          </p:nvSpPr>
          <p:spPr>
            <a:xfrm>
              <a:off x="5246797" y="1981426"/>
              <a:ext cx="354752" cy="336512"/>
            </a:xfrm>
            <a:custGeom>
              <a:avLst/>
              <a:gdLst/>
              <a:ahLst/>
              <a:cxnLst/>
              <a:rect l="l" t="t" r="r" b="b"/>
              <a:pathLst>
                <a:path w="11086" h="10516" extrusionOk="0">
                  <a:moveTo>
                    <a:pt x="3239" y="312"/>
                  </a:moveTo>
                  <a:cubicBezTo>
                    <a:pt x="3352" y="312"/>
                    <a:pt x="3467" y="328"/>
                    <a:pt x="3584" y="359"/>
                  </a:cubicBezTo>
                  <a:cubicBezTo>
                    <a:pt x="4120" y="490"/>
                    <a:pt x="4322" y="955"/>
                    <a:pt x="4275" y="1324"/>
                  </a:cubicBezTo>
                  <a:cubicBezTo>
                    <a:pt x="4215" y="1776"/>
                    <a:pt x="3906" y="1979"/>
                    <a:pt x="3584" y="2038"/>
                  </a:cubicBezTo>
                  <a:lnTo>
                    <a:pt x="3679" y="1955"/>
                  </a:lnTo>
                  <a:cubicBezTo>
                    <a:pt x="3799" y="1824"/>
                    <a:pt x="3846" y="1633"/>
                    <a:pt x="3810" y="1443"/>
                  </a:cubicBezTo>
                  <a:cubicBezTo>
                    <a:pt x="3787" y="1193"/>
                    <a:pt x="3572" y="1014"/>
                    <a:pt x="3310" y="990"/>
                  </a:cubicBezTo>
                  <a:lnTo>
                    <a:pt x="3263" y="990"/>
                  </a:lnTo>
                  <a:cubicBezTo>
                    <a:pt x="3013" y="990"/>
                    <a:pt x="2798" y="1133"/>
                    <a:pt x="2679" y="1383"/>
                  </a:cubicBezTo>
                  <a:cubicBezTo>
                    <a:pt x="2620" y="1383"/>
                    <a:pt x="2560" y="1383"/>
                    <a:pt x="2477" y="1371"/>
                  </a:cubicBezTo>
                  <a:cubicBezTo>
                    <a:pt x="2275" y="1324"/>
                    <a:pt x="2120" y="1252"/>
                    <a:pt x="1977" y="1097"/>
                  </a:cubicBezTo>
                  <a:cubicBezTo>
                    <a:pt x="2060" y="1002"/>
                    <a:pt x="2179" y="836"/>
                    <a:pt x="2358" y="669"/>
                  </a:cubicBezTo>
                  <a:cubicBezTo>
                    <a:pt x="2629" y="433"/>
                    <a:pt x="2926" y="312"/>
                    <a:pt x="3239" y="312"/>
                  </a:cubicBezTo>
                  <a:close/>
                  <a:moveTo>
                    <a:pt x="4549" y="9837"/>
                  </a:moveTo>
                  <a:lnTo>
                    <a:pt x="4870" y="9944"/>
                  </a:lnTo>
                  <a:lnTo>
                    <a:pt x="4858" y="10182"/>
                  </a:lnTo>
                  <a:lnTo>
                    <a:pt x="4394" y="10182"/>
                  </a:lnTo>
                  <a:lnTo>
                    <a:pt x="4549" y="9837"/>
                  </a:lnTo>
                  <a:close/>
                  <a:moveTo>
                    <a:pt x="10025" y="9837"/>
                  </a:moveTo>
                  <a:lnTo>
                    <a:pt x="10383" y="9956"/>
                  </a:lnTo>
                  <a:lnTo>
                    <a:pt x="10347" y="10182"/>
                  </a:lnTo>
                  <a:lnTo>
                    <a:pt x="9871" y="10182"/>
                  </a:lnTo>
                  <a:lnTo>
                    <a:pt x="10025" y="9837"/>
                  </a:lnTo>
                  <a:close/>
                  <a:moveTo>
                    <a:pt x="3258" y="0"/>
                  </a:moveTo>
                  <a:cubicBezTo>
                    <a:pt x="2856" y="0"/>
                    <a:pt x="2470" y="146"/>
                    <a:pt x="2132" y="431"/>
                  </a:cubicBezTo>
                  <a:cubicBezTo>
                    <a:pt x="1846" y="669"/>
                    <a:pt x="1691" y="943"/>
                    <a:pt x="1643" y="1026"/>
                  </a:cubicBezTo>
                  <a:cubicBezTo>
                    <a:pt x="691" y="1836"/>
                    <a:pt x="60" y="2848"/>
                    <a:pt x="36" y="2895"/>
                  </a:cubicBezTo>
                  <a:cubicBezTo>
                    <a:pt x="0" y="2931"/>
                    <a:pt x="0" y="2979"/>
                    <a:pt x="24" y="3026"/>
                  </a:cubicBezTo>
                  <a:lnTo>
                    <a:pt x="119" y="3324"/>
                  </a:lnTo>
                  <a:cubicBezTo>
                    <a:pt x="203" y="3526"/>
                    <a:pt x="393" y="3669"/>
                    <a:pt x="596" y="3669"/>
                  </a:cubicBezTo>
                  <a:cubicBezTo>
                    <a:pt x="631" y="3669"/>
                    <a:pt x="679" y="3669"/>
                    <a:pt x="703" y="3645"/>
                  </a:cubicBezTo>
                  <a:cubicBezTo>
                    <a:pt x="953" y="3598"/>
                    <a:pt x="1191" y="3586"/>
                    <a:pt x="1417" y="3574"/>
                  </a:cubicBezTo>
                  <a:cubicBezTo>
                    <a:pt x="1703" y="3562"/>
                    <a:pt x="1989" y="3538"/>
                    <a:pt x="2239" y="3443"/>
                  </a:cubicBezTo>
                  <a:cubicBezTo>
                    <a:pt x="2322" y="3622"/>
                    <a:pt x="2405" y="3884"/>
                    <a:pt x="2489" y="4217"/>
                  </a:cubicBezTo>
                  <a:cubicBezTo>
                    <a:pt x="2727" y="5062"/>
                    <a:pt x="3037" y="6217"/>
                    <a:pt x="4072" y="6741"/>
                  </a:cubicBezTo>
                  <a:lnTo>
                    <a:pt x="4370" y="7979"/>
                  </a:lnTo>
                  <a:lnTo>
                    <a:pt x="4370" y="9456"/>
                  </a:lnTo>
                  <a:lnTo>
                    <a:pt x="4013" y="10289"/>
                  </a:lnTo>
                  <a:cubicBezTo>
                    <a:pt x="3989" y="10337"/>
                    <a:pt x="3989" y="10384"/>
                    <a:pt x="4025" y="10432"/>
                  </a:cubicBezTo>
                  <a:cubicBezTo>
                    <a:pt x="4049" y="10480"/>
                    <a:pt x="4096" y="10515"/>
                    <a:pt x="4156" y="10515"/>
                  </a:cubicBezTo>
                  <a:lnTo>
                    <a:pt x="5025" y="10515"/>
                  </a:lnTo>
                  <a:cubicBezTo>
                    <a:pt x="5108" y="10515"/>
                    <a:pt x="5168" y="10456"/>
                    <a:pt x="5180" y="10360"/>
                  </a:cubicBezTo>
                  <a:lnTo>
                    <a:pt x="5382" y="7134"/>
                  </a:lnTo>
                  <a:cubicBezTo>
                    <a:pt x="5465" y="7134"/>
                    <a:pt x="5561" y="7146"/>
                    <a:pt x="5644" y="7146"/>
                  </a:cubicBezTo>
                  <a:cubicBezTo>
                    <a:pt x="5739" y="7146"/>
                    <a:pt x="5811" y="7074"/>
                    <a:pt x="5811" y="7003"/>
                  </a:cubicBezTo>
                  <a:cubicBezTo>
                    <a:pt x="5811" y="6908"/>
                    <a:pt x="5751" y="6836"/>
                    <a:pt x="5656" y="6836"/>
                  </a:cubicBezTo>
                  <a:cubicBezTo>
                    <a:pt x="5573" y="6836"/>
                    <a:pt x="5477" y="6812"/>
                    <a:pt x="5406" y="6812"/>
                  </a:cubicBezTo>
                  <a:lnTo>
                    <a:pt x="5418" y="6551"/>
                  </a:lnTo>
                  <a:cubicBezTo>
                    <a:pt x="5418" y="6455"/>
                    <a:pt x="5358" y="6384"/>
                    <a:pt x="5275" y="6384"/>
                  </a:cubicBezTo>
                  <a:cubicBezTo>
                    <a:pt x="5180" y="6384"/>
                    <a:pt x="5108" y="6443"/>
                    <a:pt x="5108" y="6539"/>
                  </a:cubicBezTo>
                  <a:lnTo>
                    <a:pt x="4918" y="9646"/>
                  </a:lnTo>
                  <a:lnTo>
                    <a:pt x="4691" y="9575"/>
                  </a:lnTo>
                  <a:cubicBezTo>
                    <a:pt x="4703" y="9551"/>
                    <a:pt x="4703" y="9527"/>
                    <a:pt x="4703" y="9515"/>
                  </a:cubicBezTo>
                  <a:lnTo>
                    <a:pt x="4703" y="7991"/>
                  </a:lnTo>
                  <a:lnTo>
                    <a:pt x="4703" y="7944"/>
                  </a:lnTo>
                  <a:lnTo>
                    <a:pt x="4394" y="6622"/>
                  </a:lnTo>
                  <a:cubicBezTo>
                    <a:pt x="4382" y="6574"/>
                    <a:pt x="4346" y="6539"/>
                    <a:pt x="4310" y="6515"/>
                  </a:cubicBezTo>
                  <a:cubicBezTo>
                    <a:pt x="3370" y="6086"/>
                    <a:pt x="3072" y="5027"/>
                    <a:pt x="2846" y="4169"/>
                  </a:cubicBezTo>
                  <a:cubicBezTo>
                    <a:pt x="2763" y="3836"/>
                    <a:pt x="2667" y="3538"/>
                    <a:pt x="2560" y="3336"/>
                  </a:cubicBezTo>
                  <a:cubicBezTo>
                    <a:pt x="2667" y="3264"/>
                    <a:pt x="2775" y="3157"/>
                    <a:pt x="2858" y="3026"/>
                  </a:cubicBezTo>
                  <a:cubicBezTo>
                    <a:pt x="2906" y="2943"/>
                    <a:pt x="2894" y="2848"/>
                    <a:pt x="2822" y="2800"/>
                  </a:cubicBezTo>
                  <a:cubicBezTo>
                    <a:pt x="2790" y="2782"/>
                    <a:pt x="2756" y="2772"/>
                    <a:pt x="2724" y="2772"/>
                  </a:cubicBezTo>
                  <a:cubicBezTo>
                    <a:pt x="2673" y="2772"/>
                    <a:pt x="2625" y="2796"/>
                    <a:pt x="2596" y="2848"/>
                  </a:cubicBezTo>
                  <a:cubicBezTo>
                    <a:pt x="2322" y="3241"/>
                    <a:pt x="1953" y="3264"/>
                    <a:pt x="1429" y="3300"/>
                  </a:cubicBezTo>
                  <a:cubicBezTo>
                    <a:pt x="1215" y="3324"/>
                    <a:pt x="953" y="3336"/>
                    <a:pt x="679" y="3395"/>
                  </a:cubicBezTo>
                  <a:cubicBezTo>
                    <a:pt x="667" y="3397"/>
                    <a:pt x="656" y="3398"/>
                    <a:pt x="645" y="3398"/>
                  </a:cubicBezTo>
                  <a:cubicBezTo>
                    <a:pt x="564" y="3398"/>
                    <a:pt x="496" y="3360"/>
                    <a:pt x="465" y="3276"/>
                  </a:cubicBezTo>
                  <a:lnTo>
                    <a:pt x="393" y="3050"/>
                  </a:lnTo>
                  <a:cubicBezTo>
                    <a:pt x="536" y="2824"/>
                    <a:pt x="1060" y="2050"/>
                    <a:pt x="1810" y="1419"/>
                  </a:cubicBezTo>
                  <a:cubicBezTo>
                    <a:pt x="2138" y="1715"/>
                    <a:pt x="2493" y="1774"/>
                    <a:pt x="2701" y="1774"/>
                  </a:cubicBezTo>
                  <a:cubicBezTo>
                    <a:pt x="2803" y="1774"/>
                    <a:pt x="2870" y="1760"/>
                    <a:pt x="2882" y="1752"/>
                  </a:cubicBezTo>
                  <a:cubicBezTo>
                    <a:pt x="2941" y="1740"/>
                    <a:pt x="2977" y="1705"/>
                    <a:pt x="3001" y="1657"/>
                  </a:cubicBezTo>
                  <a:cubicBezTo>
                    <a:pt x="3084" y="1371"/>
                    <a:pt x="3275" y="1371"/>
                    <a:pt x="3322" y="1371"/>
                  </a:cubicBezTo>
                  <a:cubicBezTo>
                    <a:pt x="3418" y="1383"/>
                    <a:pt x="3513" y="1431"/>
                    <a:pt x="3537" y="1550"/>
                  </a:cubicBezTo>
                  <a:cubicBezTo>
                    <a:pt x="3548" y="1657"/>
                    <a:pt x="3537" y="1728"/>
                    <a:pt x="3477" y="1800"/>
                  </a:cubicBezTo>
                  <a:cubicBezTo>
                    <a:pt x="3334" y="1955"/>
                    <a:pt x="3037" y="2002"/>
                    <a:pt x="2941" y="2002"/>
                  </a:cubicBezTo>
                  <a:cubicBezTo>
                    <a:pt x="2858" y="2002"/>
                    <a:pt x="2798" y="2038"/>
                    <a:pt x="2786" y="2098"/>
                  </a:cubicBezTo>
                  <a:cubicBezTo>
                    <a:pt x="2775" y="2157"/>
                    <a:pt x="2786" y="2229"/>
                    <a:pt x="2846" y="2276"/>
                  </a:cubicBezTo>
                  <a:cubicBezTo>
                    <a:pt x="2858" y="2300"/>
                    <a:pt x="3060" y="2443"/>
                    <a:pt x="3358" y="2443"/>
                  </a:cubicBezTo>
                  <a:lnTo>
                    <a:pt x="3394" y="2443"/>
                  </a:lnTo>
                  <a:cubicBezTo>
                    <a:pt x="3489" y="2443"/>
                    <a:pt x="3560" y="2443"/>
                    <a:pt x="3632" y="2431"/>
                  </a:cubicBezTo>
                  <a:cubicBezTo>
                    <a:pt x="3727" y="2705"/>
                    <a:pt x="3810" y="2979"/>
                    <a:pt x="4025" y="3098"/>
                  </a:cubicBezTo>
                  <a:cubicBezTo>
                    <a:pt x="4522" y="3413"/>
                    <a:pt x="5457" y="3460"/>
                    <a:pt x="6454" y="3460"/>
                  </a:cubicBezTo>
                  <a:cubicBezTo>
                    <a:pt x="6698" y="3460"/>
                    <a:pt x="6946" y="3457"/>
                    <a:pt x="7192" y="3455"/>
                  </a:cubicBezTo>
                  <a:cubicBezTo>
                    <a:pt x="7402" y="3452"/>
                    <a:pt x="7611" y="3450"/>
                    <a:pt x="7813" y="3450"/>
                  </a:cubicBezTo>
                  <a:cubicBezTo>
                    <a:pt x="8512" y="3450"/>
                    <a:pt x="9135" y="3475"/>
                    <a:pt x="9514" y="3586"/>
                  </a:cubicBezTo>
                  <a:cubicBezTo>
                    <a:pt x="10406" y="3884"/>
                    <a:pt x="10585" y="4491"/>
                    <a:pt x="10585" y="4955"/>
                  </a:cubicBezTo>
                  <a:cubicBezTo>
                    <a:pt x="10585" y="5265"/>
                    <a:pt x="10514" y="5538"/>
                    <a:pt x="10442" y="5800"/>
                  </a:cubicBezTo>
                  <a:cubicBezTo>
                    <a:pt x="10347" y="6146"/>
                    <a:pt x="10240" y="6503"/>
                    <a:pt x="10323" y="6920"/>
                  </a:cubicBezTo>
                  <a:cubicBezTo>
                    <a:pt x="10395" y="7324"/>
                    <a:pt x="10657" y="7670"/>
                    <a:pt x="10764" y="7801"/>
                  </a:cubicBezTo>
                  <a:lnTo>
                    <a:pt x="10478" y="9670"/>
                  </a:lnTo>
                  <a:lnTo>
                    <a:pt x="10204" y="9587"/>
                  </a:lnTo>
                  <a:cubicBezTo>
                    <a:pt x="10204" y="9575"/>
                    <a:pt x="10216" y="9551"/>
                    <a:pt x="10216" y="9539"/>
                  </a:cubicBezTo>
                  <a:lnTo>
                    <a:pt x="10430" y="7872"/>
                  </a:lnTo>
                  <a:cubicBezTo>
                    <a:pt x="10454" y="7813"/>
                    <a:pt x="10418" y="7753"/>
                    <a:pt x="10359" y="7705"/>
                  </a:cubicBezTo>
                  <a:cubicBezTo>
                    <a:pt x="9216" y="6967"/>
                    <a:pt x="8811" y="6253"/>
                    <a:pt x="8692" y="5979"/>
                  </a:cubicBezTo>
                  <a:cubicBezTo>
                    <a:pt x="8674" y="5924"/>
                    <a:pt x="8607" y="5884"/>
                    <a:pt x="8544" y="5884"/>
                  </a:cubicBezTo>
                  <a:cubicBezTo>
                    <a:pt x="8525" y="5884"/>
                    <a:pt x="8506" y="5887"/>
                    <a:pt x="8490" y="5896"/>
                  </a:cubicBezTo>
                  <a:cubicBezTo>
                    <a:pt x="8406" y="5919"/>
                    <a:pt x="8371" y="6027"/>
                    <a:pt x="8394" y="6098"/>
                  </a:cubicBezTo>
                  <a:lnTo>
                    <a:pt x="8501" y="6312"/>
                  </a:lnTo>
                  <a:cubicBezTo>
                    <a:pt x="8168" y="6431"/>
                    <a:pt x="7239" y="6753"/>
                    <a:pt x="6346" y="6812"/>
                  </a:cubicBezTo>
                  <a:cubicBezTo>
                    <a:pt x="6251" y="6812"/>
                    <a:pt x="6180" y="6896"/>
                    <a:pt x="6192" y="6979"/>
                  </a:cubicBezTo>
                  <a:cubicBezTo>
                    <a:pt x="6192" y="7074"/>
                    <a:pt x="6263" y="7134"/>
                    <a:pt x="6358" y="7134"/>
                  </a:cubicBezTo>
                  <a:lnTo>
                    <a:pt x="6370" y="7134"/>
                  </a:lnTo>
                  <a:cubicBezTo>
                    <a:pt x="7382" y="7074"/>
                    <a:pt x="8430" y="6681"/>
                    <a:pt x="8692" y="6574"/>
                  </a:cubicBezTo>
                  <a:cubicBezTo>
                    <a:pt x="8942" y="6932"/>
                    <a:pt x="9383" y="7408"/>
                    <a:pt x="10109" y="7908"/>
                  </a:cubicBezTo>
                  <a:lnTo>
                    <a:pt x="9895" y="9432"/>
                  </a:lnTo>
                  <a:lnTo>
                    <a:pt x="9525" y="10289"/>
                  </a:lnTo>
                  <a:cubicBezTo>
                    <a:pt x="9514" y="10325"/>
                    <a:pt x="9514" y="10384"/>
                    <a:pt x="9537" y="10432"/>
                  </a:cubicBezTo>
                  <a:cubicBezTo>
                    <a:pt x="9573" y="10480"/>
                    <a:pt x="9621" y="10503"/>
                    <a:pt x="9680" y="10503"/>
                  </a:cubicBezTo>
                  <a:lnTo>
                    <a:pt x="10537" y="10503"/>
                  </a:lnTo>
                  <a:cubicBezTo>
                    <a:pt x="10609" y="10503"/>
                    <a:pt x="10692" y="10444"/>
                    <a:pt x="10704" y="10372"/>
                  </a:cubicBezTo>
                  <a:lnTo>
                    <a:pt x="11085" y="7741"/>
                  </a:lnTo>
                  <a:cubicBezTo>
                    <a:pt x="11049" y="7682"/>
                    <a:pt x="11026" y="7634"/>
                    <a:pt x="10990" y="7610"/>
                  </a:cubicBezTo>
                  <a:cubicBezTo>
                    <a:pt x="10990" y="7610"/>
                    <a:pt x="10645" y="7241"/>
                    <a:pt x="10573" y="6824"/>
                  </a:cubicBezTo>
                  <a:cubicBezTo>
                    <a:pt x="10514" y="6479"/>
                    <a:pt x="10585" y="6181"/>
                    <a:pt x="10680" y="5848"/>
                  </a:cubicBezTo>
                  <a:cubicBezTo>
                    <a:pt x="10752" y="5574"/>
                    <a:pt x="10835" y="5277"/>
                    <a:pt x="10835" y="4919"/>
                  </a:cubicBezTo>
                  <a:cubicBezTo>
                    <a:pt x="10835" y="4110"/>
                    <a:pt x="10383" y="3514"/>
                    <a:pt x="9537" y="3252"/>
                  </a:cubicBezTo>
                  <a:cubicBezTo>
                    <a:pt x="9075" y="3095"/>
                    <a:pt x="8298" y="3086"/>
                    <a:pt x="7459" y="3086"/>
                  </a:cubicBezTo>
                  <a:cubicBezTo>
                    <a:pt x="7347" y="3086"/>
                    <a:pt x="7234" y="3086"/>
                    <a:pt x="7120" y="3086"/>
                  </a:cubicBezTo>
                  <a:cubicBezTo>
                    <a:pt x="6906" y="3088"/>
                    <a:pt x="6687" y="3090"/>
                    <a:pt x="6469" y="3090"/>
                  </a:cubicBezTo>
                  <a:cubicBezTo>
                    <a:pt x="5513" y="3090"/>
                    <a:pt x="4578" y="3048"/>
                    <a:pt x="4132" y="2776"/>
                  </a:cubicBezTo>
                  <a:cubicBezTo>
                    <a:pt x="4025" y="2717"/>
                    <a:pt x="3953" y="2490"/>
                    <a:pt x="3894" y="2276"/>
                  </a:cubicBezTo>
                  <a:cubicBezTo>
                    <a:pt x="4310" y="2098"/>
                    <a:pt x="4549" y="1740"/>
                    <a:pt x="4584" y="1371"/>
                  </a:cubicBezTo>
                  <a:cubicBezTo>
                    <a:pt x="4620" y="1086"/>
                    <a:pt x="4561" y="800"/>
                    <a:pt x="4406" y="562"/>
                  </a:cubicBezTo>
                  <a:cubicBezTo>
                    <a:pt x="4251" y="312"/>
                    <a:pt x="3989" y="133"/>
                    <a:pt x="3668" y="50"/>
                  </a:cubicBezTo>
                  <a:cubicBezTo>
                    <a:pt x="3530" y="17"/>
                    <a:pt x="3393" y="0"/>
                    <a:pt x="3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67"/>
            <p:cNvSpPr/>
            <p:nvPr/>
          </p:nvSpPr>
          <p:spPr>
            <a:xfrm>
              <a:off x="5295565" y="2044338"/>
              <a:ext cx="10304" cy="10688"/>
            </a:xfrm>
            <a:custGeom>
              <a:avLst/>
              <a:gdLst/>
              <a:ahLst/>
              <a:cxnLst/>
              <a:rect l="l" t="t" r="r" b="b"/>
              <a:pathLst>
                <a:path w="322" h="334" extrusionOk="0">
                  <a:moveTo>
                    <a:pt x="167" y="1"/>
                  </a:moveTo>
                  <a:cubicBezTo>
                    <a:pt x="72" y="1"/>
                    <a:pt x="0" y="72"/>
                    <a:pt x="0" y="167"/>
                  </a:cubicBezTo>
                  <a:cubicBezTo>
                    <a:pt x="0" y="251"/>
                    <a:pt x="72" y="334"/>
                    <a:pt x="167" y="334"/>
                  </a:cubicBezTo>
                  <a:cubicBezTo>
                    <a:pt x="250" y="334"/>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0" name="Google Shape;12510;p67"/>
          <p:cNvGrpSpPr/>
          <p:nvPr/>
        </p:nvGrpSpPr>
        <p:grpSpPr>
          <a:xfrm>
            <a:off x="4148749" y="2178266"/>
            <a:ext cx="355136" cy="216256"/>
            <a:chOff x="4148749" y="2102066"/>
            <a:chExt cx="355136" cy="216256"/>
          </a:xfrm>
        </p:grpSpPr>
        <p:sp>
          <p:nvSpPr>
            <p:cNvPr id="12511" name="Google Shape;12511;p67"/>
            <p:cNvSpPr/>
            <p:nvPr/>
          </p:nvSpPr>
          <p:spPr>
            <a:xfrm>
              <a:off x="4148749" y="2102066"/>
              <a:ext cx="355136" cy="216256"/>
            </a:xfrm>
            <a:custGeom>
              <a:avLst/>
              <a:gdLst/>
              <a:ahLst/>
              <a:cxnLst/>
              <a:rect l="l" t="t" r="r" b="b"/>
              <a:pathLst>
                <a:path w="11098" h="6758" extrusionOk="0">
                  <a:moveTo>
                    <a:pt x="10395" y="340"/>
                  </a:moveTo>
                  <a:cubicBezTo>
                    <a:pt x="10442" y="340"/>
                    <a:pt x="10490" y="352"/>
                    <a:pt x="10514" y="387"/>
                  </a:cubicBezTo>
                  <a:cubicBezTo>
                    <a:pt x="10561" y="435"/>
                    <a:pt x="10561" y="495"/>
                    <a:pt x="10550" y="530"/>
                  </a:cubicBezTo>
                  <a:cubicBezTo>
                    <a:pt x="10538" y="578"/>
                    <a:pt x="10478" y="637"/>
                    <a:pt x="10383" y="709"/>
                  </a:cubicBezTo>
                  <a:cubicBezTo>
                    <a:pt x="10383" y="709"/>
                    <a:pt x="10383" y="697"/>
                    <a:pt x="10371" y="697"/>
                  </a:cubicBezTo>
                  <a:cubicBezTo>
                    <a:pt x="10300" y="602"/>
                    <a:pt x="10252" y="471"/>
                    <a:pt x="10264" y="399"/>
                  </a:cubicBezTo>
                  <a:cubicBezTo>
                    <a:pt x="10264" y="387"/>
                    <a:pt x="10276" y="352"/>
                    <a:pt x="10359" y="340"/>
                  </a:cubicBezTo>
                  <a:close/>
                  <a:moveTo>
                    <a:pt x="10435" y="0"/>
                  </a:moveTo>
                  <a:cubicBezTo>
                    <a:pt x="10390" y="0"/>
                    <a:pt x="10345" y="6"/>
                    <a:pt x="10300" y="18"/>
                  </a:cubicBezTo>
                  <a:cubicBezTo>
                    <a:pt x="10133" y="42"/>
                    <a:pt x="10026" y="149"/>
                    <a:pt x="9966" y="280"/>
                  </a:cubicBezTo>
                  <a:cubicBezTo>
                    <a:pt x="9895" y="495"/>
                    <a:pt x="10002" y="745"/>
                    <a:pt x="10121" y="887"/>
                  </a:cubicBezTo>
                  <a:cubicBezTo>
                    <a:pt x="10026" y="947"/>
                    <a:pt x="9930" y="1006"/>
                    <a:pt x="9823" y="1054"/>
                  </a:cubicBezTo>
                  <a:cubicBezTo>
                    <a:pt x="9478" y="804"/>
                    <a:pt x="9061" y="625"/>
                    <a:pt x="8573" y="506"/>
                  </a:cubicBezTo>
                  <a:cubicBezTo>
                    <a:pt x="8134" y="404"/>
                    <a:pt x="7632" y="355"/>
                    <a:pt x="7072" y="355"/>
                  </a:cubicBezTo>
                  <a:cubicBezTo>
                    <a:pt x="6721" y="355"/>
                    <a:pt x="6348" y="374"/>
                    <a:pt x="5954" y="411"/>
                  </a:cubicBezTo>
                  <a:cubicBezTo>
                    <a:pt x="4489" y="566"/>
                    <a:pt x="3144" y="971"/>
                    <a:pt x="2751" y="1090"/>
                  </a:cubicBezTo>
                  <a:cubicBezTo>
                    <a:pt x="2644" y="935"/>
                    <a:pt x="2549" y="816"/>
                    <a:pt x="2429" y="733"/>
                  </a:cubicBezTo>
                  <a:cubicBezTo>
                    <a:pt x="2263" y="590"/>
                    <a:pt x="2144" y="554"/>
                    <a:pt x="2132" y="554"/>
                  </a:cubicBezTo>
                  <a:cubicBezTo>
                    <a:pt x="2112" y="546"/>
                    <a:pt x="2092" y="542"/>
                    <a:pt x="2073" y="542"/>
                  </a:cubicBezTo>
                  <a:cubicBezTo>
                    <a:pt x="2011" y="542"/>
                    <a:pt x="1957" y="580"/>
                    <a:pt x="1929" y="625"/>
                  </a:cubicBezTo>
                  <a:cubicBezTo>
                    <a:pt x="1787" y="911"/>
                    <a:pt x="1727" y="1173"/>
                    <a:pt x="1715" y="1387"/>
                  </a:cubicBezTo>
                  <a:lnTo>
                    <a:pt x="1429" y="1483"/>
                  </a:lnTo>
                  <a:cubicBezTo>
                    <a:pt x="1382" y="1507"/>
                    <a:pt x="1334" y="1542"/>
                    <a:pt x="1322" y="1602"/>
                  </a:cubicBezTo>
                  <a:cubicBezTo>
                    <a:pt x="1203" y="2114"/>
                    <a:pt x="394" y="2519"/>
                    <a:pt x="120" y="2638"/>
                  </a:cubicBezTo>
                  <a:cubicBezTo>
                    <a:pt x="48" y="2661"/>
                    <a:pt x="1" y="2733"/>
                    <a:pt x="13" y="2828"/>
                  </a:cubicBezTo>
                  <a:lnTo>
                    <a:pt x="155" y="3412"/>
                  </a:lnTo>
                  <a:cubicBezTo>
                    <a:pt x="191" y="3543"/>
                    <a:pt x="310" y="3626"/>
                    <a:pt x="441" y="3662"/>
                  </a:cubicBezTo>
                  <a:cubicBezTo>
                    <a:pt x="477" y="3662"/>
                    <a:pt x="501" y="3662"/>
                    <a:pt x="536" y="3673"/>
                  </a:cubicBezTo>
                  <a:cubicBezTo>
                    <a:pt x="727" y="4102"/>
                    <a:pt x="1632" y="4281"/>
                    <a:pt x="2751" y="4507"/>
                  </a:cubicBezTo>
                  <a:cubicBezTo>
                    <a:pt x="2822" y="4519"/>
                    <a:pt x="2882" y="4543"/>
                    <a:pt x="2953" y="4555"/>
                  </a:cubicBezTo>
                  <a:lnTo>
                    <a:pt x="3346" y="5852"/>
                  </a:lnTo>
                  <a:lnTo>
                    <a:pt x="3132" y="6567"/>
                  </a:lnTo>
                  <a:cubicBezTo>
                    <a:pt x="3120" y="6602"/>
                    <a:pt x="3132" y="6662"/>
                    <a:pt x="3168" y="6698"/>
                  </a:cubicBezTo>
                  <a:cubicBezTo>
                    <a:pt x="3203" y="6745"/>
                    <a:pt x="3239" y="6757"/>
                    <a:pt x="3299" y="6757"/>
                  </a:cubicBezTo>
                  <a:lnTo>
                    <a:pt x="3989" y="6757"/>
                  </a:lnTo>
                  <a:cubicBezTo>
                    <a:pt x="4073" y="6757"/>
                    <a:pt x="4132" y="6698"/>
                    <a:pt x="4156" y="6602"/>
                  </a:cubicBezTo>
                  <a:lnTo>
                    <a:pt x="4299" y="5197"/>
                  </a:lnTo>
                  <a:cubicBezTo>
                    <a:pt x="4311" y="5078"/>
                    <a:pt x="4311" y="4959"/>
                    <a:pt x="4311" y="4816"/>
                  </a:cubicBezTo>
                  <a:cubicBezTo>
                    <a:pt x="5049" y="4983"/>
                    <a:pt x="5858" y="5078"/>
                    <a:pt x="6692" y="5078"/>
                  </a:cubicBezTo>
                  <a:cubicBezTo>
                    <a:pt x="7073" y="5078"/>
                    <a:pt x="7442" y="5055"/>
                    <a:pt x="7811" y="5019"/>
                  </a:cubicBezTo>
                  <a:cubicBezTo>
                    <a:pt x="7906" y="4995"/>
                    <a:pt x="7966" y="4924"/>
                    <a:pt x="7966" y="4840"/>
                  </a:cubicBezTo>
                  <a:cubicBezTo>
                    <a:pt x="7942" y="4745"/>
                    <a:pt x="7871" y="4686"/>
                    <a:pt x="7787" y="4686"/>
                  </a:cubicBezTo>
                  <a:cubicBezTo>
                    <a:pt x="7401" y="4725"/>
                    <a:pt x="7033" y="4741"/>
                    <a:pt x="6688" y="4741"/>
                  </a:cubicBezTo>
                  <a:cubicBezTo>
                    <a:pt x="5578" y="4741"/>
                    <a:pt x="4717" y="4574"/>
                    <a:pt x="4299" y="4483"/>
                  </a:cubicBezTo>
                  <a:cubicBezTo>
                    <a:pt x="4287" y="4340"/>
                    <a:pt x="4251" y="4209"/>
                    <a:pt x="4215" y="4090"/>
                  </a:cubicBezTo>
                  <a:lnTo>
                    <a:pt x="4120" y="3828"/>
                  </a:lnTo>
                  <a:cubicBezTo>
                    <a:pt x="4092" y="3754"/>
                    <a:pt x="4036" y="3709"/>
                    <a:pt x="3974" y="3709"/>
                  </a:cubicBezTo>
                  <a:cubicBezTo>
                    <a:pt x="3955" y="3709"/>
                    <a:pt x="3937" y="3713"/>
                    <a:pt x="3918" y="3721"/>
                  </a:cubicBezTo>
                  <a:cubicBezTo>
                    <a:pt x="3823" y="3745"/>
                    <a:pt x="3775" y="3840"/>
                    <a:pt x="3811" y="3924"/>
                  </a:cubicBezTo>
                  <a:lnTo>
                    <a:pt x="3894" y="4197"/>
                  </a:lnTo>
                  <a:cubicBezTo>
                    <a:pt x="3989" y="4507"/>
                    <a:pt x="4025" y="4840"/>
                    <a:pt x="3989" y="5162"/>
                  </a:cubicBezTo>
                  <a:lnTo>
                    <a:pt x="3858" y="6424"/>
                  </a:lnTo>
                  <a:lnTo>
                    <a:pt x="3525" y="6424"/>
                  </a:lnTo>
                  <a:lnTo>
                    <a:pt x="3692" y="5876"/>
                  </a:lnTo>
                  <a:cubicBezTo>
                    <a:pt x="3703" y="5852"/>
                    <a:pt x="3703" y="5817"/>
                    <a:pt x="3692" y="5793"/>
                  </a:cubicBezTo>
                  <a:lnTo>
                    <a:pt x="3275" y="4364"/>
                  </a:lnTo>
                  <a:cubicBezTo>
                    <a:pt x="3263" y="4305"/>
                    <a:pt x="3215" y="4257"/>
                    <a:pt x="3156" y="4245"/>
                  </a:cubicBezTo>
                  <a:cubicBezTo>
                    <a:pt x="3049" y="4221"/>
                    <a:pt x="2941" y="4197"/>
                    <a:pt x="2858" y="4185"/>
                  </a:cubicBezTo>
                  <a:cubicBezTo>
                    <a:pt x="2322" y="4078"/>
                    <a:pt x="1798" y="3971"/>
                    <a:pt x="1429" y="3852"/>
                  </a:cubicBezTo>
                  <a:cubicBezTo>
                    <a:pt x="1239" y="3793"/>
                    <a:pt x="1096" y="3733"/>
                    <a:pt x="1013" y="3673"/>
                  </a:cubicBezTo>
                  <a:cubicBezTo>
                    <a:pt x="1239" y="3662"/>
                    <a:pt x="1453" y="3590"/>
                    <a:pt x="1608" y="3423"/>
                  </a:cubicBezTo>
                  <a:cubicBezTo>
                    <a:pt x="1667" y="3364"/>
                    <a:pt x="1667" y="3257"/>
                    <a:pt x="1608" y="3197"/>
                  </a:cubicBezTo>
                  <a:cubicBezTo>
                    <a:pt x="1578" y="3167"/>
                    <a:pt x="1537" y="3153"/>
                    <a:pt x="1495" y="3153"/>
                  </a:cubicBezTo>
                  <a:cubicBezTo>
                    <a:pt x="1453" y="3153"/>
                    <a:pt x="1411" y="3167"/>
                    <a:pt x="1382" y="3197"/>
                  </a:cubicBezTo>
                  <a:cubicBezTo>
                    <a:pt x="1285" y="3294"/>
                    <a:pt x="1092" y="3351"/>
                    <a:pt x="835" y="3351"/>
                  </a:cubicBezTo>
                  <a:cubicBezTo>
                    <a:pt x="743" y="3351"/>
                    <a:pt x="643" y="3344"/>
                    <a:pt x="536" y="3328"/>
                  </a:cubicBezTo>
                  <a:lnTo>
                    <a:pt x="524" y="3316"/>
                  </a:lnTo>
                  <a:lnTo>
                    <a:pt x="405" y="2876"/>
                  </a:lnTo>
                  <a:cubicBezTo>
                    <a:pt x="524" y="2816"/>
                    <a:pt x="703" y="2721"/>
                    <a:pt x="894" y="2602"/>
                  </a:cubicBezTo>
                  <a:cubicBezTo>
                    <a:pt x="1298" y="2340"/>
                    <a:pt x="1548" y="2066"/>
                    <a:pt x="1656" y="1768"/>
                  </a:cubicBezTo>
                  <a:lnTo>
                    <a:pt x="1775" y="1721"/>
                  </a:lnTo>
                  <a:cubicBezTo>
                    <a:pt x="1798" y="1888"/>
                    <a:pt x="1846" y="1983"/>
                    <a:pt x="1858" y="1995"/>
                  </a:cubicBezTo>
                  <a:cubicBezTo>
                    <a:pt x="1894" y="2054"/>
                    <a:pt x="1953" y="2078"/>
                    <a:pt x="2013" y="2078"/>
                  </a:cubicBezTo>
                  <a:cubicBezTo>
                    <a:pt x="2037" y="2078"/>
                    <a:pt x="2072" y="2078"/>
                    <a:pt x="2084" y="2066"/>
                  </a:cubicBezTo>
                  <a:cubicBezTo>
                    <a:pt x="2156" y="2019"/>
                    <a:pt x="2191" y="1935"/>
                    <a:pt x="2144" y="1840"/>
                  </a:cubicBezTo>
                  <a:cubicBezTo>
                    <a:pt x="2132" y="1828"/>
                    <a:pt x="1965" y="1483"/>
                    <a:pt x="2179" y="935"/>
                  </a:cubicBezTo>
                  <a:cubicBezTo>
                    <a:pt x="2322" y="1030"/>
                    <a:pt x="2525" y="1221"/>
                    <a:pt x="2727" y="1602"/>
                  </a:cubicBezTo>
                  <a:cubicBezTo>
                    <a:pt x="2754" y="1663"/>
                    <a:pt x="2812" y="1699"/>
                    <a:pt x="2875" y="1699"/>
                  </a:cubicBezTo>
                  <a:cubicBezTo>
                    <a:pt x="2897" y="1699"/>
                    <a:pt x="2920" y="1694"/>
                    <a:pt x="2941" y="1685"/>
                  </a:cubicBezTo>
                  <a:cubicBezTo>
                    <a:pt x="3025" y="1638"/>
                    <a:pt x="3061" y="1542"/>
                    <a:pt x="3025" y="1459"/>
                  </a:cubicBezTo>
                  <a:cubicBezTo>
                    <a:pt x="3001" y="1423"/>
                    <a:pt x="2989" y="1411"/>
                    <a:pt x="2977" y="1387"/>
                  </a:cubicBezTo>
                  <a:cubicBezTo>
                    <a:pt x="3442" y="1245"/>
                    <a:pt x="4692" y="887"/>
                    <a:pt x="6025" y="756"/>
                  </a:cubicBezTo>
                  <a:cubicBezTo>
                    <a:pt x="6402" y="716"/>
                    <a:pt x="6758" y="696"/>
                    <a:pt x="7091" y="696"/>
                  </a:cubicBezTo>
                  <a:cubicBezTo>
                    <a:pt x="7633" y="696"/>
                    <a:pt x="8117" y="749"/>
                    <a:pt x="8537" y="852"/>
                  </a:cubicBezTo>
                  <a:cubicBezTo>
                    <a:pt x="9359" y="1042"/>
                    <a:pt x="9942" y="1423"/>
                    <a:pt x="10264" y="2007"/>
                  </a:cubicBezTo>
                  <a:cubicBezTo>
                    <a:pt x="10847" y="3054"/>
                    <a:pt x="10192" y="4007"/>
                    <a:pt x="9895" y="4281"/>
                  </a:cubicBezTo>
                  <a:cubicBezTo>
                    <a:pt x="9835" y="4340"/>
                    <a:pt x="9823" y="4447"/>
                    <a:pt x="9883" y="4507"/>
                  </a:cubicBezTo>
                  <a:cubicBezTo>
                    <a:pt x="9907" y="4543"/>
                    <a:pt x="9954" y="4555"/>
                    <a:pt x="10002" y="4555"/>
                  </a:cubicBezTo>
                  <a:cubicBezTo>
                    <a:pt x="10038" y="4555"/>
                    <a:pt x="10073" y="4543"/>
                    <a:pt x="10109" y="4507"/>
                  </a:cubicBezTo>
                  <a:lnTo>
                    <a:pt x="10121" y="4495"/>
                  </a:lnTo>
                  <a:lnTo>
                    <a:pt x="10180" y="4614"/>
                  </a:lnTo>
                  <a:cubicBezTo>
                    <a:pt x="10204" y="4686"/>
                    <a:pt x="10216" y="4781"/>
                    <a:pt x="10192" y="4864"/>
                  </a:cubicBezTo>
                  <a:lnTo>
                    <a:pt x="9752" y="6412"/>
                  </a:lnTo>
                  <a:lnTo>
                    <a:pt x="9454" y="6412"/>
                  </a:lnTo>
                  <a:lnTo>
                    <a:pt x="9728" y="5995"/>
                  </a:lnTo>
                  <a:cubicBezTo>
                    <a:pt x="9764" y="5971"/>
                    <a:pt x="9764" y="5924"/>
                    <a:pt x="9764" y="5876"/>
                  </a:cubicBezTo>
                  <a:lnTo>
                    <a:pt x="9633" y="4995"/>
                  </a:lnTo>
                  <a:cubicBezTo>
                    <a:pt x="9633" y="4971"/>
                    <a:pt x="9597" y="4924"/>
                    <a:pt x="9585" y="4912"/>
                  </a:cubicBezTo>
                  <a:lnTo>
                    <a:pt x="8883" y="4245"/>
                  </a:lnTo>
                  <a:cubicBezTo>
                    <a:pt x="8853" y="4215"/>
                    <a:pt x="8811" y="4200"/>
                    <a:pt x="8770" y="4200"/>
                  </a:cubicBezTo>
                  <a:cubicBezTo>
                    <a:pt x="8728" y="4200"/>
                    <a:pt x="8686" y="4215"/>
                    <a:pt x="8656" y="4245"/>
                  </a:cubicBezTo>
                  <a:cubicBezTo>
                    <a:pt x="8597" y="4305"/>
                    <a:pt x="8597" y="4400"/>
                    <a:pt x="8656" y="4459"/>
                  </a:cubicBezTo>
                  <a:lnTo>
                    <a:pt x="8716" y="4519"/>
                  </a:lnTo>
                  <a:cubicBezTo>
                    <a:pt x="8645" y="4543"/>
                    <a:pt x="8561" y="4555"/>
                    <a:pt x="8478" y="4566"/>
                  </a:cubicBezTo>
                  <a:cubicBezTo>
                    <a:pt x="8395" y="4578"/>
                    <a:pt x="8335" y="4674"/>
                    <a:pt x="8347" y="4757"/>
                  </a:cubicBezTo>
                  <a:cubicBezTo>
                    <a:pt x="8359" y="4840"/>
                    <a:pt x="8442" y="4900"/>
                    <a:pt x="8514" y="4900"/>
                  </a:cubicBezTo>
                  <a:lnTo>
                    <a:pt x="8537" y="4900"/>
                  </a:lnTo>
                  <a:cubicBezTo>
                    <a:pt x="8692" y="4864"/>
                    <a:pt x="8859" y="4840"/>
                    <a:pt x="9002" y="4793"/>
                  </a:cubicBezTo>
                  <a:lnTo>
                    <a:pt x="9335" y="5102"/>
                  </a:lnTo>
                  <a:lnTo>
                    <a:pt x="9454" y="5864"/>
                  </a:lnTo>
                  <a:lnTo>
                    <a:pt x="9037" y="6471"/>
                  </a:lnTo>
                  <a:cubicBezTo>
                    <a:pt x="9002" y="6519"/>
                    <a:pt x="8990" y="6590"/>
                    <a:pt x="9014" y="6638"/>
                  </a:cubicBezTo>
                  <a:cubicBezTo>
                    <a:pt x="9049" y="6698"/>
                    <a:pt x="9109" y="6721"/>
                    <a:pt x="9168" y="6721"/>
                  </a:cubicBezTo>
                  <a:lnTo>
                    <a:pt x="9895" y="6721"/>
                  </a:lnTo>
                  <a:cubicBezTo>
                    <a:pt x="9966" y="6721"/>
                    <a:pt x="10026" y="6686"/>
                    <a:pt x="10049" y="6602"/>
                  </a:cubicBezTo>
                  <a:lnTo>
                    <a:pt x="10538" y="4936"/>
                  </a:lnTo>
                  <a:cubicBezTo>
                    <a:pt x="10585" y="4781"/>
                    <a:pt x="10561" y="4614"/>
                    <a:pt x="10502" y="4459"/>
                  </a:cubicBezTo>
                  <a:lnTo>
                    <a:pt x="10383" y="4209"/>
                  </a:lnTo>
                  <a:cubicBezTo>
                    <a:pt x="10526" y="4019"/>
                    <a:pt x="10669" y="3769"/>
                    <a:pt x="10764" y="3483"/>
                  </a:cubicBezTo>
                  <a:cubicBezTo>
                    <a:pt x="10942" y="2911"/>
                    <a:pt x="10859" y="2340"/>
                    <a:pt x="10585" y="1816"/>
                  </a:cubicBezTo>
                  <a:cubicBezTo>
                    <a:pt x="10466" y="1626"/>
                    <a:pt x="10323" y="1423"/>
                    <a:pt x="10169" y="1280"/>
                  </a:cubicBezTo>
                  <a:cubicBezTo>
                    <a:pt x="10252" y="1233"/>
                    <a:pt x="10347" y="1173"/>
                    <a:pt x="10430" y="1114"/>
                  </a:cubicBezTo>
                  <a:cubicBezTo>
                    <a:pt x="10645" y="1304"/>
                    <a:pt x="10835" y="1459"/>
                    <a:pt x="10883" y="1483"/>
                  </a:cubicBezTo>
                  <a:cubicBezTo>
                    <a:pt x="10907" y="1507"/>
                    <a:pt x="10919" y="1507"/>
                    <a:pt x="10954" y="1507"/>
                  </a:cubicBezTo>
                  <a:cubicBezTo>
                    <a:pt x="11014" y="1507"/>
                    <a:pt x="11073" y="1471"/>
                    <a:pt x="11097" y="1411"/>
                  </a:cubicBezTo>
                  <a:cubicBezTo>
                    <a:pt x="11073" y="1364"/>
                    <a:pt x="11038" y="1268"/>
                    <a:pt x="10966" y="1221"/>
                  </a:cubicBezTo>
                  <a:cubicBezTo>
                    <a:pt x="10942" y="1209"/>
                    <a:pt x="10788" y="1090"/>
                    <a:pt x="10621" y="935"/>
                  </a:cubicBezTo>
                  <a:cubicBezTo>
                    <a:pt x="10764" y="828"/>
                    <a:pt x="10835" y="733"/>
                    <a:pt x="10859" y="625"/>
                  </a:cubicBezTo>
                  <a:cubicBezTo>
                    <a:pt x="10919" y="447"/>
                    <a:pt x="10895" y="280"/>
                    <a:pt x="10776" y="149"/>
                  </a:cubicBezTo>
                  <a:cubicBezTo>
                    <a:pt x="10687" y="52"/>
                    <a:pt x="10565" y="0"/>
                    <a:pt x="104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67"/>
            <p:cNvSpPr/>
            <p:nvPr/>
          </p:nvSpPr>
          <p:spPr>
            <a:xfrm>
              <a:off x="4195981" y="2177682"/>
              <a:ext cx="10336" cy="10720"/>
            </a:xfrm>
            <a:custGeom>
              <a:avLst/>
              <a:gdLst/>
              <a:ahLst/>
              <a:cxnLst/>
              <a:rect l="l" t="t" r="r" b="b"/>
              <a:pathLst>
                <a:path w="323" h="335" extrusionOk="0">
                  <a:moveTo>
                    <a:pt x="156" y="1"/>
                  </a:moveTo>
                  <a:cubicBezTo>
                    <a:pt x="72" y="1"/>
                    <a:pt x="1" y="72"/>
                    <a:pt x="1" y="167"/>
                  </a:cubicBezTo>
                  <a:cubicBezTo>
                    <a:pt x="1" y="251"/>
                    <a:pt x="72" y="334"/>
                    <a:pt x="156" y="334"/>
                  </a:cubicBezTo>
                  <a:cubicBezTo>
                    <a:pt x="251" y="334"/>
                    <a:pt x="322" y="251"/>
                    <a:pt x="322" y="167"/>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3" name="Google Shape;12513;p67"/>
          <p:cNvGrpSpPr/>
          <p:nvPr/>
        </p:nvGrpSpPr>
        <p:grpSpPr>
          <a:xfrm>
            <a:off x="5794669" y="2077626"/>
            <a:ext cx="354752" cy="315360"/>
            <a:chOff x="5794669" y="2001426"/>
            <a:chExt cx="354752" cy="315360"/>
          </a:xfrm>
        </p:grpSpPr>
        <p:sp>
          <p:nvSpPr>
            <p:cNvPr id="12514" name="Google Shape;12514;p67"/>
            <p:cNvSpPr/>
            <p:nvPr/>
          </p:nvSpPr>
          <p:spPr>
            <a:xfrm>
              <a:off x="5841165" y="2051186"/>
              <a:ext cx="10688" cy="10336"/>
            </a:xfrm>
            <a:custGeom>
              <a:avLst/>
              <a:gdLst/>
              <a:ahLst/>
              <a:cxnLst/>
              <a:rect l="l" t="t" r="r" b="b"/>
              <a:pathLst>
                <a:path w="334" h="323" extrusionOk="0">
                  <a:moveTo>
                    <a:pt x="167" y="1"/>
                  </a:moveTo>
                  <a:cubicBezTo>
                    <a:pt x="84" y="1"/>
                    <a:pt x="0" y="72"/>
                    <a:pt x="0" y="156"/>
                  </a:cubicBezTo>
                  <a:cubicBezTo>
                    <a:pt x="0" y="251"/>
                    <a:pt x="84" y="322"/>
                    <a:pt x="167" y="322"/>
                  </a:cubicBezTo>
                  <a:cubicBezTo>
                    <a:pt x="262" y="322"/>
                    <a:pt x="334" y="251"/>
                    <a:pt x="334" y="156"/>
                  </a:cubicBez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67"/>
            <p:cNvSpPr/>
            <p:nvPr/>
          </p:nvSpPr>
          <p:spPr>
            <a:xfrm>
              <a:off x="5794669" y="2001426"/>
              <a:ext cx="354752" cy="315360"/>
            </a:xfrm>
            <a:custGeom>
              <a:avLst/>
              <a:gdLst/>
              <a:ahLst/>
              <a:cxnLst/>
              <a:rect l="l" t="t" r="r" b="b"/>
              <a:pathLst>
                <a:path w="11086" h="9855" extrusionOk="0">
                  <a:moveTo>
                    <a:pt x="1179" y="568"/>
                  </a:moveTo>
                  <a:lnTo>
                    <a:pt x="1298" y="877"/>
                  </a:lnTo>
                  <a:lnTo>
                    <a:pt x="1215" y="925"/>
                  </a:lnTo>
                  <a:lnTo>
                    <a:pt x="1203" y="937"/>
                  </a:lnTo>
                  <a:lnTo>
                    <a:pt x="894" y="782"/>
                  </a:lnTo>
                  <a:cubicBezTo>
                    <a:pt x="965" y="722"/>
                    <a:pt x="1048" y="639"/>
                    <a:pt x="1179" y="568"/>
                  </a:cubicBezTo>
                  <a:close/>
                  <a:moveTo>
                    <a:pt x="10028" y="3376"/>
                  </a:moveTo>
                  <a:cubicBezTo>
                    <a:pt x="10073" y="3406"/>
                    <a:pt x="10123" y="3430"/>
                    <a:pt x="10145" y="3473"/>
                  </a:cubicBezTo>
                  <a:cubicBezTo>
                    <a:pt x="10502" y="3794"/>
                    <a:pt x="10621" y="4592"/>
                    <a:pt x="10490" y="5699"/>
                  </a:cubicBezTo>
                  <a:cubicBezTo>
                    <a:pt x="10430" y="6199"/>
                    <a:pt x="10490" y="6521"/>
                    <a:pt x="10561" y="6735"/>
                  </a:cubicBezTo>
                  <a:cubicBezTo>
                    <a:pt x="10502" y="6688"/>
                    <a:pt x="10430" y="6628"/>
                    <a:pt x="10371" y="6568"/>
                  </a:cubicBezTo>
                  <a:cubicBezTo>
                    <a:pt x="10240" y="6402"/>
                    <a:pt x="10192" y="6176"/>
                    <a:pt x="10228" y="5902"/>
                  </a:cubicBezTo>
                  <a:cubicBezTo>
                    <a:pt x="10359" y="5080"/>
                    <a:pt x="10478" y="3937"/>
                    <a:pt x="10049" y="3401"/>
                  </a:cubicBezTo>
                  <a:cubicBezTo>
                    <a:pt x="10038" y="3390"/>
                    <a:pt x="10032" y="3382"/>
                    <a:pt x="10028" y="3376"/>
                  </a:cubicBezTo>
                  <a:close/>
                  <a:moveTo>
                    <a:pt x="3942" y="9212"/>
                  </a:moveTo>
                  <a:lnTo>
                    <a:pt x="3918" y="9557"/>
                  </a:lnTo>
                  <a:lnTo>
                    <a:pt x="3692" y="9557"/>
                  </a:lnTo>
                  <a:lnTo>
                    <a:pt x="3942" y="9212"/>
                  </a:lnTo>
                  <a:close/>
                  <a:moveTo>
                    <a:pt x="2035" y="334"/>
                  </a:moveTo>
                  <a:cubicBezTo>
                    <a:pt x="2129" y="334"/>
                    <a:pt x="2230" y="339"/>
                    <a:pt x="2334" y="353"/>
                  </a:cubicBezTo>
                  <a:cubicBezTo>
                    <a:pt x="2918" y="461"/>
                    <a:pt x="3453" y="889"/>
                    <a:pt x="3894" y="1365"/>
                  </a:cubicBezTo>
                  <a:cubicBezTo>
                    <a:pt x="3644" y="1187"/>
                    <a:pt x="3370" y="1056"/>
                    <a:pt x="3120" y="937"/>
                  </a:cubicBezTo>
                  <a:cubicBezTo>
                    <a:pt x="3100" y="931"/>
                    <a:pt x="3080" y="928"/>
                    <a:pt x="3060" y="928"/>
                  </a:cubicBezTo>
                  <a:cubicBezTo>
                    <a:pt x="2996" y="928"/>
                    <a:pt x="2936" y="959"/>
                    <a:pt x="2918" y="1032"/>
                  </a:cubicBezTo>
                  <a:cubicBezTo>
                    <a:pt x="2882" y="1115"/>
                    <a:pt x="2918" y="1211"/>
                    <a:pt x="3001" y="1234"/>
                  </a:cubicBezTo>
                  <a:cubicBezTo>
                    <a:pt x="3763" y="1568"/>
                    <a:pt x="4406" y="2127"/>
                    <a:pt x="4823" y="2544"/>
                  </a:cubicBezTo>
                  <a:cubicBezTo>
                    <a:pt x="4882" y="2604"/>
                    <a:pt x="4918" y="2663"/>
                    <a:pt x="4966" y="2711"/>
                  </a:cubicBezTo>
                  <a:cubicBezTo>
                    <a:pt x="5164" y="2947"/>
                    <a:pt x="5332" y="3115"/>
                    <a:pt x="5777" y="3115"/>
                  </a:cubicBezTo>
                  <a:cubicBezTo>
                    <a:pt x="6028" y="3115"/>
                    <a:pt x="6366" y="3061"/>
                    <a:pt x="6847" y="2937"/>
                  </a:cubicBezTo>
                  <a:cubicBezTo>
                    <a:pt x="7304" y="2816"/>
                    <a:pt x="7698" y="2755"/>
                    <a:pt x="8035" y="2755"/>
                  </a:cubicBezTo>
                  <a:cubicBezTo>
                    <a:pt x="8497" y="2755"/>
                    <a:pt x="8852" y="2870"/>
                    <a:pt x="9121" y="3104"/>
                  </a:cubicBezTo>
                  <a:cubicBezTo>
                    <a:pt x="9454" y="3437"/>
                    <a:pt x="9514" y="4175"/>
                    <a:pt x="9216" y="4806"/>
                  </a:cubicBezTo>
                  <a:cubicBezTo>
                    <a:pt x="9037" y="5187"/>
                    <a:pt x="8954" y="5640"/>
                    <a:pt x="8990" y="6045"/>
                  </a:cubicBezTo>
                  <a:cubicBezTo>
                    <a:pt x="9037" y="6509"/>
                    <a:pt x="9228" y="6854"/>
                    <a:pt x="9538" y="7045"/>
                  </a:cubicBezTo>
                  <a:lnTo>
                    <a:pt x="9538" y="9557"/>
                  </a:lnTo>
                  <a:lnTo>
                    <a:pt x="9287" y="9557"/>
                  </a:lnTo>
                  <a:lnTo>
                    <a:pt x="9514" y="9164"/>
                  </a:lnTo>
                  <a:cubicBezTo>
                    <a:pt x="9526" y="9140"/>
                    <a:pt x="9538" y="9093"/>
                    <a:pt x="9526" y="9069"/>
                  </a:cubicBezTo>
                  <a:lnTo>
                    <a:pt x="9240" y="7366"/>
                  </a:lnTo>
                  <a:cubicBezTo>
                    <a:pt x="9240" y="7342"/>
                    <a:pt x="9204" y="7295"/>
                    <a:pt x="9180" y="7283"/>
                  </a:cubicBezTo>
                  <a:cubicBezTo>
                    <a:pt x="7918" y="6176"/>
                    <a:pt x="7418" y="4532"/>
                    <a:pt x="7406" y="4509"/>
                  </a:cubicBezTo>
                  <a:cubicBezTo>
                    <a:pt x="7387" y="4440"/>
                    <a:pt x="7318" y="4395"/>
                    <a:pt x="7255" y="4395"/>
                  </a:cubicBezTo>
                  <a:cubicBezTo>
                    <a:pt x="7241" y="4395"/>
                    <a:pt x="7228" y="4397"/>
                    <a:pt x="7216" y="4402"/>
                  </a:cubicBezTo>
                  <a:cubicBezTo>
                    <a:pt x="7121" y="4437"/>
                    <a:pt x="7085" y="4532"/>
                    <a:pt x="7109" y="4604"/>
                  </a:cubicBezTo>
                  <a:cubicBezTo>
                    <a:pt x="7109" y="4616"/>
                    <a:pt x="7156" y="4771"/>
                    <a:pt x="7240" y="4985"/>
                  </a:cubicBezTo>
                  <a:cubicBezTo>
                    <a:pt x="7144" y="5080"/>
                    <a:pt x="6859" y="5283"/>
                    <a:pt x="6466" y="5461"/>
                  </a:cubicBezTo>
                  <a:cubicBezTo>
                    <a:pt x="6070" y="5641"/>
                    <a:pt x="5688" y="5729"/>
                    <a:pt x="5316" y="5729"/>
                  </a:cubicBezTo>
                  <a:cubicBezTo>
                    <a:pt x="5072" y="5729"/>
                    <a:pt x="4832" y="5691"/>
                    <a:pt x="4596" y="5616"/>
                  </a:cubicBezTo>
                  <a:lnTo>
                    <a:pt x="4668" y="5128"/>
                  </a:lnTo>
                  <a:cubicBezTo>
                    <a:pt x="4680" y="5033"/>
                    <a:pt x="4620" y="4961"/>
                    <a:pt x="4537" y="4949"/>
                  </a:cubicBezTo>
                  <a:cubicBezTo>
                    <a:pt x="4523" y="4946"/>
                    <a:pt x="4509" y="4944"/>
                    <a:pt x="4496" y="4944"/>
                  </a:cubicBezTo>
                  <a:cubicBezTo>
                    <a:pt x="4422" y="4944"/>
                    <a:pt x="4368" y="4999"/>
                    <a:pt x="4358" y="5080"/>
                  </a:cubicBezTo>
                  <a:lnTo>
                    <a:pt x="4192" y="6187"/>
                  </a:lnTo>
                  <a:cubicBezTo>
                    <a:pt x="4120" y="6735"/>
                    <a:pt x="4061" y="7283"/>
                    <a:pt x="4025" y="7819"/>
                  </a:cubicBezTo>
                  <a:lnTo>
                    <a:pt x="3953" y="8962"/>
                  </a:lnTo>
                  <a:lnTo>
                    <a:pt x="3632" y="5056"/>
                  </a:lnTo>
                  <a:cubicBezTo>
                    <a:pt x="3632" y="5044"/>
                    <a:pt x="3632" y="5021"/>
                    <a:pt x="3620" y="4997"/>
                  </a:cubicBezTo>
                  <a:lnTo>
                    <a:pt x="2334" y="2401"/>
                  </a:lnTo>
                  <a:cubicBezTo>
                    <a:pt x="2370" y="2354"/>
                    <a:pt x="2382" y="2306"/>
                    <a:pt x="2394" y="2270"/>
                  </a:cubicBezTo>
                  <a:lnTo>
                    <a:pt x="2513" y="1889"/>
                  </a:lnTo>
                  <a:cubicBezTo>
                    <a:pt x="2549" y="1806"/>
                    <a:pt x="2501" y="1711"/>
                    <a:pt x="2406" y="1687"/>
                  </a:cubicBezTo>
                  <a:cubicBezTo>
                    <a:pt x="2387" y="1679"/>
                    <a:pt x="2368" y="1675"/>
                    <a:pt x="2349" y="1675"/>
                  </a:cubicBezTo>
                  <a:cubicBezTo>
                    <a:pt x="2283" y="1675"/>
                    <a:pt x="2222" y="1720"/>
                    <a:pt x="2203" y="1794"/>
                  </a:cubicBezTo>
                  <a:lnTo>
                    <a:pt x="2084" y="2163"/>
                  </a:lnTo>
                  <a:cubicBezTo>
                    <a:pt x="2072" y="2211"/>
                    <a:pt x="2025" y="2246"/>
                    <a:pt x="1977" y="2270"/>
                  </a:cubicBezTo>
                  <a:lnTo>
                    <a:pt x="739" y="2866"/>
                  </a:lnTo>
                  <a:cubicBezTo>
                    <a:pt x="716" y="2873"/>
                    <a:pt x="694" y="2877"/>
                    <a:pt x="671" y="2877"/>
                  </a:cubicBezTo>
                  <a:cubicBezTo>
                    <a:pt x="623" y="2877"/>
                    <a:pt x="577" y="2859"/>
                    <a:pt x="536" y="2818"/>
                  </a:cubicBezTo>
                  <a:lnTo>
                    <a:pt x="524" y="2794"/>
                  </a:lnTo>
                  <a:lnTo>
                    <a:pt x="370" y="2675"/>
                  </a:lnTo>
                  <a:lnTo>
                    <a:pt x="370" y="2663"/>
                  </a:lnTo>
                  <a:lnTo>
                    <a:pt x="1048" y="1830"/>
                  </a:lnTo>
                  <a:cubicBezTo>
                    <a:pt x="1096" y="1770"/>
                    <a:pt x="1144" y="1699"/>
                    <a:pt x="1167" y="1627"/>
                  </a:cubicBezTo>
                  <a:lnTo>
                    <a:pt x="1263" y="1389"/>
                  </a:lnTo>
                  <a:cubicBezTo>
                    <a:pt x="1286" y="1306"/>
                    <a:pt x="1334" y="1246"/>
                    <a:pt x="1406" y="1211"/>
                  </a:cubicBezTo>
                  <a:lnTo>
                    <a:pt x="1429" y="1187"/>
                  </a:lnTo>
                  <a:cubicBezTo>
                    <a:pt x="1453" y="1246"/>
                    <a:pt x="1513" y="1294"/>
                    <a:pt x="1572" y="1294"/>
                  </a:cubicBezTo>
                  <a:cubicBezTo>
                    <a:pt x="1584" y="1294"/>
                    <a:pt x="1608" y="1294"/>
                    <a:pt x="1632" y="1282"/>
                  </a:cubicBezTo>
                  <a:cubicBezTo>
                    <a:pt x="1727" y="1246"/>
                    <a:pt x="1763" y="1163"/>
                    <a:pt x="1727" y="1068"/>
                  </a:cubicBezTo>
                  <a:lnTo>
                    <a:pt x="1548" y="568"/>
                  </a:lnTo>
                  <a:lnTo>
                    <a:pt x="1548" y="568"/>
                  </a:lnTo>
                  <a:cubicBezTo>
                    <a:pt x="1918" y="699"/>
                    <a:pt x="2144" y="949"/>
                    <a:pt x="2144" y="973"/>
                  </a:cubicBezTo>
                  <a:cubicBezTo>
                    <a:pt x="2168" y="996"/>
                    <a:pt x="2215" y="1032"/>
                    <a:pt x="2263" y="1032"/>
                  </a:cubicBezTo>
                  <a:cubicBezTo>
                    <a:pt x="2263" y="1032"/>
                    <a:pt x="2299" y="1032"/>
                    <a:pt x="2382" y="1044"/>
                  </a:cubicBezTo>
                  <a:cubicBezTo>
                    <a:pt x="2389" y="1045"/>
                    <a:pt x="2396" y="1045"/>
                    <a:pt x="2404" y="1045"/>
                  </a:cubicBezTo>
                  <a:cubicBezTo>
                    <a:pt x="2481" y="1045"/>
                    <a:pt x="2561" y="989"/>
                    <a:pt x="2572" y="913"/>
                  </a:cubicBezTo>
                  <a:cubicBezTo>
                    <a:pt x="2584" y="818"/>
                    <a:pt x="2525" y="734"/>
                    <a:pt x="2441" y="711"/>
                  </a:cubicBezTo>
                  <a:cubicBezTo>
                    <a:pt x="2406" y="711"/>
                    <a:pt x="2382" y="699"/>
                    <a:pt x="2346" y="699"/>
                  </a:cubicBezTo>
                  <a:cubicBezTo>
                    <a:pt x="2275" y="627"/>
                    <a:pt x="2096" y="461"/>
                    <a:pt x="1846" y="341"/>
                  </a:cubicBezTo>
                  <a:cubicBezTo>
                    <a:pt x="1905" y="337"/>
                    <a:pt x="1969" y="334"/>
                    <a:pt x="2035" y="334"/>
                  </a:cubicBezTo>
                  <a:close/>
                  <a:moveTo>
                    <a:pt x="1997" y="1"/>
                  </a:moveTo>
                  <a:cubicBezTo>
                    <a:pt x="1066" y="1"/>
                    <a:pt x="522" y="680"/>
                    <a:pt x="501" y="722"/>
                  </a:cubicBezTo>
                  <a:cubicBezTo>
                    <a:pt x="477" y="758"/>
                    <a:pt x="453" y="806"/>
                    <a:pt x="477" y="853"/>
                  </a:cubicBezTo>
                  <a:cubicBezTo>
                    <a:pt x="489" y="901"/>
                    <a:pt x="513" y="937"/>
                    <a:pt x="548" y="961"/>
                  </a:cubicBezTo>
                  <a:lnTo>
                    <a:pt x="965" y="1199"/>
                  </a:lnTo>
                  <a:cubicBezTo>
                    <a:pt x="953" y="1223"/>
                    <a:pt x="929" y="1258"/>
                    <a:pt x="929" y="1282"/>
                  </a:cubicBezTo>
                  <a:lnTo>
                    <a:pt x="846" y="1520"/>
                  </a:lnTo>
                  <a:cubicBezTo>
                    <a:pt x="834" y="1568"/>
                    <a:pt x="810" y="1592"/>
                    <a:pt x="786" y="1627"/>
                  </a:cubicBezTo>
                  <a:lnTo>
                    <a:pt x="96" y="2461"/>
                  </a:lnTo>
                  <a:cubicBezTo>
                    <a:pt x="1" y="2592"/>
                    <a:pt x="1" y="2782"/>
                    <a:pt x="132" y="2901"/>
                  </a:cubicBezTo>
                  <a:lnTo>
                    <a:pt x="143" y="2925"/>
                  </a:lnTo>
                  <a:lnTo>
                    <a:pt x="298" y="3044"/>
                  </a:lnTo>
                  <a:cubicBezTo>
                    <a:pt x="382" y="3128"/>
                    <a:pt x="513" y="3175"/>
                    <a:pt x="655" y="3175"/>
                  </a:cubicBezTo>
                  <a:cubicBezTo>
                    <a:pt x="727" y="3175"/>
                    <a:pt x="786" y="3163"/>
                    <a:pt x="858" y="3128"/>
                  </a:cubicBezTo>
                  <a:lnTo>
                    <a:pt x="2048" y="2568"/>
                  </a:lnTo>
                  <a:lnTo>
                    <a:pt x="3287" y="5080"/>
                  </a:lnTo>
                  <a:lnTo>
                    <a:pt x="3632" y="9057"/>
                  </a:lnTo>
                  <a:lnTo>
                    <a:pt x="3227" y="9605"/>
                  </a:lnTo>
                  <a:cubicBezTo>
                    <a:pt x="3191" y="9652"/>
                    <a:pt x="3180" y="9724"/>
                    <a:pt x="3215" y="9771"/>
                  </a:cubicBezTo>
                  <a:cubicBezTo>
                    <a:pt x="3239" y="9831"/>
                    <a:pt x="3299" y="9855"/>
                    <a:pt x="3358" y="9855"/>
                  </a:cubicBezTo>
                  <a:lnTo>
                    <a:pt x="4049" y="9855"/>
                  </a:lnTo>
                  <a:cubicBezTo>
                    <a:pt x="4132" y="9855"/>
                    <a:pt x="4192" y="9795"/>
                    <a:pt x="4204" y="9712"/>
                  </a:cubicBezTo>
                  <a:lnTo>
                    <a:pt x="4323" y="7807"/>
                  </a:lnTo>
                  <a:cubicBezTo>
                    <a:pt x="4358" y="7271"/>
                    <a:pt x="4418" y="6735"/>
                    <a:pt x="4489" y="6199"/>
                  </a:cubicBezTo>
                  <a:lnTo>
                    <a:pt x="4537" y="5902"/>
                  </a:lnTo>
                  <a:cubicBezTo>
                    <a:pt x="4787" y="5973"/>
                    <a:pt x="5037" y="6021"/>
                    <a:pt x="5311" y="6021"/>
                  </a:cubicBezTo>
                  <a:cubicBezTo>
                    <a:pt x="5739" y="6021"/>
                    <a:pt x="6168" y="5914"/>
                    <a:pt x="6609" y="5723"/>
                  </a:cubicBezTo>
                  <a:cubicBezTo>
                    <a:pt x="6966" y="5556"/>
                    <a:pt x="7228" y="5378"/>
                    <a:pt x="7382" y="5259"/>
                  </a:cubicBezTo>
                  <a:cubicBezTo>
                    <a:pt x="7644" y="5866"/>
                    <a:pt x="8133" y="6747"/>
                    <a:pt x="8930" y="7450"/>
                  </a:cubicBezTo>
                  <a:lnTo>
                    <a:pt x="9192" y="9033"/>
                  </a:lnTo>
                  <a:lnTo>
                    <a:pt x="8847" y="9616"/>
                  </a:lnTo>
                  <a:cubicBezTo>
                    <a:pt x="8823" y="9664"/>
                    <a:pt x="8823" y="9724"/>
                    <a:pt x="8847" y="9783"/>
                  </a:cubicBezTo>
                  <a:cubicBezTo>
                    <a:pt x="8883" y="9831"/>
                    <a:pt x="8942" y="9855"/>
                    <a:pt x="8990" y="9855"/>
                  </a:cubicBezTo>
                  <a:lnTo>
                    <a:pt x="9668" y="9855"/>
                  </a:lnTo>
                  <a:cubicBezTo>
                    <a:pt x="9764" y="9855"/>
                    <a:pt x="9835" y="9783"/>
                    <a:pt x="9835" y="9688"/>
                  </a:cubicBezTo>
                  <a:lnTo>
                    <a:pt x="9835" y="6926"/>
                  </a:lnTo>
                  <a:cubicBezTo>
                    <a:pt x="9835" y="6866"/>
                    <a:pt x="9799" y="6807"/>
                    <a:pt x="9740" y="6771"/>
                  </a:cubicBezTo>
                  <a:cubicBezTo>
                    <a:pt x="9418" y="6616"/>
                    <a:pt x="9311" y="6259"/>
                    <a:pt x="9287" y="5973"/>
                  </a:cubicBezTo>
                  <a:cubicBezTo>
                    <a:pt x="9252" y="5628"/>
                    <a:pt x="9323" y="5211"/>
                    <a:pt x="9478" y="4913"/>
                  </a:cubicBezTo>
                  <a:cubicBezTo>
                    <a:pt x="9645" y="4556"/>
                    <a:pt x="9728" y="4151"/>
                    <a:pt x="9704" y="3782"/>
                  </a:cubicBezTo>
                  <a:cubicBezTo>
                    <a:pt x="9680" y="3663"/>
                    <a:pt x="9668" y="3544"/>
                    <a:pt x="9645" y="3437"/>
                  </a:cubicBezTo>
                  <a:lnTo>
                    <a:pt x="9645" y="3437"/>
                  </a:lnTo>
                  <a:cubicBezTo>
                    <a:pt x="9704" y="3473"/>
                    <a:pt x="9740" y="3497"/>
                    <a:pt x="9776" y="3556"/>
                  </a:cubicBezTo>
                  <a:cubicBezTo>
                    <a:pt x="10026" y="3890"/>
                    <a:pt x="10073" y="4652"/>
                    <a:pt x="9895" y="5806"/>
                  </a:cubicBezTo>
                  <a:cubicBezTo>
                    <a:pt x="9823" y="6271"/>
                    <a:pt x="9966" y="6568"/>
                    <a:pt x="10097" y="6735"/>
                  </a:cubicBezTo>
                  <a:cubicBezTo>
                    <a:pt x="10276" y="6949"/>
                    <a:pt x="10573" y="7069"/>
                    <a:pt x="10871" y="7069"/>
                  </a:cubicBezTo>
                  <a:cubicBezTo>
                    <a:pt x="10954" y="7069"/>
                    <a:pt x="11014" y="7033"/>
                    <a:pt x="11026" y="6973"/>
                  </a:cubicBezTo>
                  <a:cubicBezTo>
                    <a:pt x="11085" y="6938"/>
                    <a:pt x="11062" y="6878"/>
                    <a:pt x="11014" y="6830"/>
                  </a:cubicBezTo>
                  <a:cubicBezTo>
                    <a:pt x="11014" y="6830"/>
                    <a:pt x="10728" y="6568"/>
                    <a:pt x="10835" y="5735"/>
                  </a:cubicBezTo>
                  <a:cubicBezTo>
                    <a:pt x="10978" y="4473"/>
                    <a:pt x="10835" y="3616"/>
                    <a:pt x="10383" y="3223"/>
                  </a:cubicBezTo>
                  <a:cubicBezTo>
                    <a:pt x="10193" y="3051"/>
                    <a:pt x="9955" y="2955"/>
                    <a:pt x="9680" y="2955"/>
                  </a:cubicBezTo>
                  <a:cubicBezTo>
                    <a:pt x="9593" y="2955"/>
                    <a:pt x="9501" y="2965"/>
                    <a:pt x="9407" y="2985"/>
                  </a:cubicBezTo>
                  <a:cubicBezTo>
                    <a:pt x="9371" y="2937"/>
                    <a:pt x="9335" y="2889"/>
                    <a:pt x="9287" y="2866"/>
                  </a:cubicBezTo>
                  <a:cubicBezTo>
                    <a:pt x="8959" y="2580"/>
                    <a:pt x="8531" y="2435"/>
                    <a:pt x="7984" y="2435"/>
                  </a:cubicBezTo>
                  <a:cubicBezTo>
                    <a:pt x="7620" y="2435"/>
                    <a:pt x="7203" y="2499"/>
                    <a:pt x="6728" y="2627"/>
                  </a:cubicBezTo>
                  <a:cubicBezTo>
                    <a:pt x="6277" y="2738"/>
                    <a:pt x="5955" y="2798"/>
                    <a:pt x="5727" y="2798"/>
                  </a:cubicBezTo>
                  <a:cubicBezTo>
                    <a:pt x="5659" y="2798"/>
                    <a:pt x="5600" y="2793"/>
                    <a:pt x="5549" y="2782"/>
                  </a:cubicBezTo>
                  <a:cubicBezTo>
                    <a:pt x="5477" y="2770"/>
                    <a:pt x="5418" y="2747"/>
                    <a:pt x="5370" y="2711"/>
                  </a:cubicBezTo>
                  <a:cubicBezTo>
                    <a:pt x="5299" y="2651"/>
                    <a:pt x="5156" y="2461"/>
                    <a:pt x="5001" y="2246"/>
                  </a:cubicBezTo>
                  <a:cubicBezTo>
                    <a:pt x="4442" y="1508"/>
                    <a:pt x="3513" y="258"/>
                    <a:pt x="2346" y="32"/>
                  </a:cubicBezTo>
                  <a:cubicBezTo>
                    <a:pt x="2224" y="10"/>
                    <a:pt x="2108" y="1"/>
                    <a:pt x="19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6" name="Google Shape;12516;p67"/>
          <p:cNvGrpSpPr/>
          <p:nvPr/>
        </p:nvGrpSpPr>
        <p:grpSpPr>
          <a:xfrm>
            <a:off x="6345229" y="2106042"/>
            <a:ext cx="352832" cy="289216"/>
            <a:chOff x="6345229" y="2029842"/>
            <a:chExt cx="352832" cy="289216"/>
          </a:xfrm>
        </p:grpSpPr>
        <p:sp>
          <p:nvSpPr>
            <p:cNvPr id="12517" name="Google Shape;12517;p67"/>
            <p:cNvSpPr/>
            <p:nvPr/>
          </p:nvSpPr>
          <p:spPr>
            <a:xfrm>
              <a:off x="6392845" y="2048146"/>
              <a:ext cx="12992" cy="10720"/>
            </a:xfrm>
            <a:custGeom>
              <a:avLst/>
              <a:gdLst/>
              <a:ahLst/>
              <a:cxnLst/>
              <a:rect l="l" t="t" r="r" b="b"/>
              <a:pathLst>
                <a:path w="406" h="335" extrusionOk="0">
                  <a:moveTo>
                    <a:pt x="167" y="1"/>
                  </a:moveTo>
                  <a:cubicBezTo>
                    <a:pt x="72" y="1"/>
                    <a:pt x="0" y="72"/>
                    <a:pt x="0" y="167"/>
                  </a:cubicBezTo>
                  <a:cubicBezTo>
                    <a:pt x="0" y="251"/>
                    <a:pt x="72" y="334"/>
                    <a:pt x="167" y="334"/>
                  </a:cubicBezTo>
                  <a:lnTo>
                    <a:pt x="239" y="334"/>
                  </a:lnTo>
                  <a:cubicBezTo>
                    <a:pt x="322" y="334"/>
                    <a:pt x="405" y="251"/>
                    <a:pt x="405" y="167"/>
                  </a:cubicBezTo>
                  <a:cubicBezTo>
                    <a:pt x="405" y="72"/>
                    <a:pt x="32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8" name="Google Shape;12518;p67"/>
            <p:cNvSpPr/>
            <p:nvPr/>
          </p:nvSpPr>
          <p:spPr>
            <a:xfrm>
              <a:off x="6345229" y="2029842"/>
              <a:ext cx="352832" cy="289216"/>
            </a:xfrm>
            <a:custGeom>
              <a:avLst/>
              <a:gdLst/>
              <a:ahLst/>
              <a:cxnLst/>
              <a:rect l="l" t="t" r="r" b="b"/>
              <a:pathLst>
                <a:path w="11026" h="9038" extrusionOk="0">
                  <a:moveTo>
                    <a:pt x="5620" y="5168"/>
                  </a:moveTo>
                  <a:lnTo>
                    <a:pt x="6037" y="6752"/>
                  </a:lnTo>
                  <a:lnTo>
                    <a:pt x="6203" y="8669"/>
                  </a:lnTo>
                  <a:lnTo>
                    <a:pt x="5560" y="8669"/>
                  </a:lnTo>
                  <a:lnTo>
                    <a:pt x="5596" y="8597"/>
                  </a:lnTo>
                  <a:cubicBezTo>
                    <a:pt x="5620" y="8526"/>
                    <a:pt x="5679" y="8478"/>
                    <a:pt x="5775" y="8478"/>
                  </a:cubicBezTo>
                  <a:lnTo>
                    <a:pt x="5858" y="8478"/>
                  </a:lnTo>
                  <a:cubicBezTo>
                    <a:pt x="5906" y="8478"/>
                    <a:pt x="5953" y="8455"/>
                    <a:pt x="5977" y="8419"/>
                  </a:cubicBezTo>
                  <a:cubicBezTo>
                    <a:pt x="6013" y="8383"/>
                    <a:pt x="6025" y="8347"/>
                    <a:pt x="6025" y="8288"/>
                  </a:cubicBezTo>
                  <a:cubicBezTo>
                    <a:pt x="6013" y="8228"/>
                    <a:pt x="5810" y="6716"/>
                    <a:pt x="5239" y="5323"/>
                  </a:cubicBezTo>
                  <a:lnTo>
                    <a:pt x="5239" y="5192"/>
                  </a:lnTo>
                  <a:cubicBezTo>
                    <a:pt x="5370" y="5192"/>
                    <a:pt x="5489" y="5192"/>
                    <a:pt x="5620" y="5168"/>
                  </a:cubicBezTo>
                  <a:close/>
                  <a:moveTo>
                    <a:pt x="8513" y="4335"/>
                  </a:moveTo>
                  <a:lnTo>
                    <a:pt x="8573" y="4573"/>
                  </a:lnTo>
                  <a:cubicBezTo>
                    <a:pt x="8632" y="4811"/>
                    <a:pt x="8704" y="5038"/>
                    <a:pt x="8823" y="5240"/>
                  </a:cubicBezTo>
                  <a:lnTo>
                    <a:pt x="9120" y="5776"/>
                  </a:lnTo>
                  <a:lnTo>
                    <a:pt x="9168" y="6728"/>
                  </a:lnTo>
                  <a:lnTo>
                    <a:pt x="8335" y="8669"/>
                  </a:lnTo>
                  <a:lnTo>
                    <a:pt x="7799" y="8669"/>
                  </a:lnTo>
                  <a:lnTo>
                    <a:pt x="7823" y="8597"/>
                  </a:lnTo>
                  <a:cubicBezTo>
                    <a:pt x="7858" y="8526"/>
                    <a:pt x="7918" y="8478"/>
                    <a:pt x="8001" y="8478"/>
                  </a:cubicBezTo>
                  <a:lnTo>
                    <a:pt x="8096" y="8478"/>
                  </a:lnTo>
                  <a:cubicBezTo>
                    <a:pt x="8156" y="8478"/>
                    <a:pt x="8215" y="8431"/>
                    <a:pt x="8239" y="8383"/>
                  </a:cubicBezTo>
                  <a:cubicBezTo>
                    <a:pt x="8263" y="8336"/>
                    <a:pt x="8716" y="7312"/>
                    <a:pt x="8775" y="6431"/>
                  </a:cubicBezTo>
                  <a:cubicBezTo>
                    <a:pt x="8787" y="6157"/>
                    <a:pt x="8704" y="5716"/>
                    <a:pt x="8513" y="5157"/>
                  </a:cubicBezTo>
                  <a:cubicBezTo>
                    <a:pt x="8406" y="4859"/>
                    <a:pt x="8299" y="4621"/>
                    <a:pt x="8263" y="4490"/>
                  </a:cubicBezTo>
                  <a:cubicBezTo>
                    <a:pt x="8358" y="4430"/>
                    <a:pt x="8442" y="4383"/>
                    <a:pt x="8513" y="4335"/>
                  </a:cubicBezTo>
                  <a:close/>
                  <a:moveTo>
                    <a:pt x="2509" y="0"/>
                  </a:moveTo>
                  <a:cubicBezTo>
                    <a:pt x="2469" y="0"/>
                    <a:pt x="2426" y="4"/>
                    <a:pt x="2381" y="13"/>
                  </a:cubicBezTo>
                  <a:lnTo>
                    <a:pt x="1750" y="13"/>
                  </a:lnTo>
                  <a:cubicBezTo>
                    <a:pt x="1572" y="13"/>
                    <a:pt x="1393" y="85"/>
                    <a:pt x="1274" y="204"/>
                  </a:cubicBezTo>
                  <a:lnTo>
                    <a:pt x="1119" y="370"/>
                  </a:lnTo>
                  <a:lnTo>
                    <a:pt x="560" y="454"/>
                  </a:lnTo>
                  <a:cubicBezTo>
                    <a:pt x="238" y="513"/>
                    <a:pt x="0" y="799"/>
                    <a:pt x="0" y="1120"/>
                  </a:cubicBezTo>
                  <a:lnTo>
                    <a:pt x="0" y="1204"/>
                  </a:lnTo>
                  <a:cubicBezTo>
                    <a:pt x="0" y="1382"/>
                    <a:pt x="143" y="1525"/>
                    <a:pt x="322" y="1525"/>
                  </a:cubicBezTo>
                  <a:lnTo>
                    <a:pt x="1536" y="1525"/>
                  </a:lnTo>
                  <a:lnTo>
                    <a:pt x="1536" y="2871"/>
                  </a:lnTo>
                  <a:cubicBezTo>
                    <a:pt x="1536" y="3383"/>
                    <a:pt x="1798" y="3906"/>
                    <a:pt x="2262" y="4276"/>
                  </a:cubicBezTo>
                  <a:cubicBezTo>
                    <a:pt x="2739" y="4668"/>
                    <a:pt x="3405" y="4895"/>
                    <a:pt x="4120" y="4895"/>
                  </a:cubicBezTo>
                  <a:cubicBezTo>
                    <a:pt x="4132" y="4895"/>
                    <a:pt x="4132" y="4895"/>
                    <a:pt x="4132" y="4907"/>
                  </a:cubicBezTo>
                  <a:lnTo>
                    <a:pt x="4132" y="8169"/>
                  </a:lnTo>
                  <a:cubicBezTo>
                    <a:pt x="3941" y="8193"/>
                    <a:pt x="3774" y="8312"/>
                    <a:pt x="3715" y="8502"/>
                  </a:cubicBezTo>
                  <a:lnTo>
                    <a:pt x="3632" y="8788"/>
                  </a:lnTo>
                  <a:cubicBezTo>
                    <a:pt x="3620" y="8836"/>
                    <a:pt x="3620" y="8895"/>
                    <a:pt x="3643" y="8943"/>
                  </a:cubicBezTo>
                  <a:cubicBezTo>
                    <a:pt x="3679" y="8978"/>
                    <a:pt x="3715" y="9014"/>
                    <a:pt x="3774" y="9014"/>
                  </a:cubicBezTo>
                  <a:lnTo>
                    <a:pt x="4822" y="9014"/>
                  </a:lnTo>
                  <a:cubicBezTo>
                    <a:pt x="4906" y="9014"/>
                    <a:pt x="4965" y="8955"/>
                    <a:pt x="4989" y="8859"/>
                  </a:cubicBezTo>
                  <a:lnTo>
                    <a:pt x="5179" y="6145"/>
                  </a:lnTo>
                  <a:cubicBezTo>
                    <a:pt x="5465" y="7014"/>
                    <a:pt x="5608" y="7835"/>
                    <a:pt x="5668" y="8181"/>
                  </a:cubicBezTo>
                  <a:cubicBezTo>
                    <a:pt x="5489" y="8205"/>
                    <a:pt x="5346" y="8347"/>
                    <a:pt x="5287" y="8526"/>
                  </a:cubicBezTo>
                  <a:lnTo>
                    <a:pt x="5191" y="8800"/>
                  </a:lnTo>
                  <a:cubicBezTo>
                    <a:pt x="5179" y="8847"/>
                    <a:pt x="5179" y="8907"/>
                    <a:pt x="5203" y="8955"/>
                  </a:cubicBezTo>
                  <a:cubicBezTo>
                    <a:pt x="5239" y="9002"/>
                    <a:pt x="5287" y="9026"/>
                    <a:pt x="5346" y="9026"/>
                  </a:cubicBezTo>
                  <a:lnTo>
                    <a:pt x="6382" y="9026"/>
                  </a:lnTo>
                  <a:cubicBezTo>
                    <a:pt x="6430" y="9026"/>
                    <a:pt x="6477" y="9014"/>
                    <a:pt x="6501" y="8978"/>
                  </a:cubicBezTo>
                  <a:cubicBezTo>
                    <a:pt x="6537" y="8955"/>
                    <a:pt x="6549" y="8907"/>
                    <a:pt x="6549" y="8859"/>
                  </a:cubicBezTo>
                  <a:lnTo>
                    <a:pt x="6370" y="6764"/>
                  </a:lnTo>
                  <a:lnTo>
                    <a:pt x="6370" y="6728"/>
                  </a:lnTo>
                  <a:lnTo>
                    <a:pt x="5965" y="5204"/>
                  </a:lnTo>
                  <a:cubicBezTo>
                    <a:pt x="6394" y="5157"/>
                    <a:pt x="6799" y="5085"/>
                    <a:pt x="7192" y="4978"/>
                  </a:cubicBezTo>
                  <a:cubicBezTo>
                    <a:pt x="7275" y="4942"/>
                    <a:pt x="7322" y="4859"/>
                    <a:pt x="7287" y="4787"/>
                  </a:cubicBezTo>
                  <a:cubicBezTo>
                    <a:pt x="7268" y="4714"/>
                    <a:pt x="7207" y="4668"/>
                    <a:pt x="7147" y="4668"/>
                  </a:cubicBezTo>
                  <a:cubicBezTo>
                    <a:pt x="7130" y="4668"/>
                    <a:pt x="7112" y="4672"/>
                    <a:pt x="7096" y="4680"/>
                  </a:cubicBezTo>
                  <a:cubicBezTo>
                    <a:pt x="6549" y="4847"/>
                    <a:pt x="5918" y="4918"/>
                    <a:pt x="5287" y="4930"/>
                  </a:cubicBezTo>
                  <a:lnTo>
                    <a:pt x="5310" y="4490"/>
                  </a:lnTo>
                  <a:cubicBezTo>
                    <a:pt x="5310" y="4395"/>
                    <a:pt x="5251" y="4323"/>
                    <a:pt x="5167" y="4311"/>
                  </a:cubicBezTo>
                  <a:cubicBezTo>
                    <a:pt x="5072" y="4311"/>
                    <a:pt x="5001" y="4371"/>
                    <a:pt x="4989" y="4454"/>
                  </a:cubicBezTo>
                  <a:lnTo>
                    <a:pt x="4667" y="8728"/>
                  </a:lnTo>
                  <a:lnTo>
                    <a:pt x="4013" y="8728"/>
                  </a:lnTo>
                  <a:lnTo>
                    <a:pt x="4048" y="8657"/>
                  </a:lnTo>
                  <a:cubicBezTo>
                    <a:pt x="4072" y="8574"/>
                    <a:pt x="4132" y="8538"/>
                    <a:pt x="4227" y="8538"/>
                  </a:cubicBezTo>
                  <a:lnTo>
                    <a:pt x="4310" y="8538"/>
                  </a:lnTo>
                  <a:cubicBezTo>
                    <a:pt x="4405" y="8538"/>
                    <a:pt x="4477" y="8455"/>
                    <a:pt x="4477" y="8371"/>
                  </a:cubicBezTo>
                  <a:lnTo>
                    <a:pt x="4477" y="4990"/>
                  </a:lnTo>
                  <a:cubicBezTo>
                    <a:pt x="4477" y="4811"/>
                    <a:pt x="4334" y="4668"/>
                    <a:pt x="4132" y="4668"/>
                  </a:cubicBezTo>
                  <a:cubicBezTo>
                    <a:pt x="2727" y="4668"/>
                    <a:pt x="1869" y="3799"/>
                    <a:pt x="1869" y="2966"/>
                  </a:cubicBezTo>
                  <a:lnTo>
                    <a:pt x="1869" y="1478"/>
                  </a:lnTo>
                  <a:cubicBezTo>
                    <a:pt x="1869" y="1394"/>
                    <a:pt x="1798" y="1311"/>
                    <a:pt x="1715" y="1311"/>
                  </a:cubicBezTo>
                  <a:lnTo>
                    <a:pt x="345" y="1311"/>
                  </a:lnTo>
                  <a:cubicBezTo>
                    <a:pt x="345" y="1311"/>
                    <a:pt x="322" y="1311"/>
                    <a:pt x="322" y="1299"/>
                  </a:cubicBezTo>
                  <a:lnTo>
                    <a:pt x="322" y="1228"/>
                  </a:lnTo>
                  <a:cubicBezTo>
                    <a:pt x="322" y="1049"/>
                    <a:pt x="441" y="894"/>
                    <a:pt x="619" y="870"/>
                  </a:cubicBezTo>
                  <a:lnTo>
                    <a:pt x="1238" y="763"/>
                  </a:lnTo>
                  <a:cubicBezTo>
                    <a:pt x="1262" y="763"/>
                    <a:pt x="1298" y="751"/>
                    <a:pt x="1322" y="716"/>
                  </a:cubicBezTo>
                  <a:lnTo>
                    <a:pt x="1512" y="525"/>
                  </a:lnTo>
                  <a:cubicBezTo>
                    <a:pt x="1596" y="454"/>
                    <a:pt x="1679" y="418"/>
                    <a:pt x="1774" y="418"/>
                  </a:cubicBezTo>
                  <a:lnTo>
                    <a:pt x="1977" y="418"/>
                  </a:lnTo>
                  <a:cubicBezTo>
                    <a:pt x="1977" y="442"/>
                    <a:pt x="1988" y="454"/>
                    <a:pt x="1988" y="454"/>
                  </a:cubicBezTo>
                  <a:cubicBezTo>
                    <a:pt x="2021" y="503"/>
                    <a:pt x="2082" y="535"/>
                    <a:pt x="2140" y="535"/>
                  </a:cubicBezTo>
                  <a:cubicBezTo>
                    <a:pt x="2166" y="535"/>
                    <a:pt x="2192" y="528"/>
                    <a:pt x="2215" y="513"/>
                  </a:cubicBezTo>
                  <a:cubicBezTo>
                    <a:pt x="2346" y="441"/>
                    <a:pt x="2452" y="416"/>
                    <a:pt x="2535" y="416"/>
                  </a:cubicBezTo>
                  <a:cubicBezTo>
                    <a:pt x="2602" y="416"/>
                    <a:pt x="2654" y="432"/>
                    <a:pt x="2691" y="454"/>
                  </a:cubicBezTo>
                  <a:lnTo>
                    <a:pt x="2346" y="739"/>
                  </a:lnTo>
                  <a:cubicBezTo>
                    <a:pt x="2274" y="799"/>
                    <a:pt x="2274" y="894"/>
                    <a:pt x="2334" y="954"/>
                  </a:cubicBezTo>
                  <a:cubicBezTo>
                    <a:pt x="2369" y="989"/>
                    <a:pt x="2393" y="1001"/>
                    <a:pt x="2441" y="1013"/>
                  </a:cubicBezTo>
                  <a:lnTo>
                    <a:pt x="2441" y="2668"/>
                  </a:lnTo>
                  <a:cubicBezTo>
                    <a:pt x="2441" y="3144"/>
                    <a:pt x="2822" y="3514"/>
                    <a:pt x="3286" y="3514"/>
                  </a:cubicBezTo>
                  <a:lnTo>
                    <a:pt x="3382" y="3514"/>
                  </a:lnTo>
                  <a:cubicBezTo>
                    <a:pt x="3858" y="3514"/>
                    <a:pt x="4191" y="3144"/>
                    <a:pt x="4310" y="2978"/>
                  </a:cubicBezTo>
                  <a:cubicBezTo>
                    <a:pt x="4548" y="2668"/>
                    <a:pt x="4727" y="2204"/>
                    <a:pt x="4906" y="1763"/>
                  </a:cubicBezTo>
                  <a:cubicBezTo>
                    <a:pt x="5084" y="1287"/>
                    <a:pt x="5298" y="739"/>
                    <a:pt x="5525" y="680"/>
                  </a:cubicBezTo>
                  <a:cubicBezTo>
                    <a:pt x="5567" y="667"/>
                    <a:pt x="5603" y="660"/>
                    <a:pt x="5635" y="660"/>
                  </a:cubicBezTo>
                  <a:cubicBezTo>
                    <a:pt x="5745" y="660"/>
                    <a:pt x="5804" y="742"/>
                    <a:pt x="5906" y="918"/>
                  </a:cubicBezTo>
                  <a:cubicBezTo>
                    <a:pt x="6025" y="1108"/>
                    <a:pt x="6179" y="1370"/>
                    <a:pt x="6549" y="1370"/>
                  </a:cubicBezTo>
                  <a:cubicBezTo>
                    <a:pt x="6989" y="1370"/>
                    <a:pt x="7132" y="1120"/>
                    <a:pt x="7251" y="942"/>
                  </a:cubicBezTo>
                  <a:cubicBezTo>
                    <a:pt x="7334" y="775"/>
                    <a:pt x="7382" y="716"/>
                    <a:pt x="7549" y="716"/>
                  </a:cubicBezTo>
                  <a:cubicBezTo>
                    <a:pt x="7799" y="716"/>
                    <a:pt x="7930" y="870"/>
                    <a:pt x="8204" y="1168"/>
                  </a:cubicBezTo>
                  <a:cubicBezTo>
                    <a:pt x="8382" y="1370"/>
                    <a:pt x="8596" y="1609"/>
                    <a:pt x="8930" y="1870"/>
                  </a:cubicBezTo>
                  <a:cubicBezTo>
                    <a:pt x="9466" y="2251"/>
                    <a:pt x="10049" y="2763"/>
                    <a:pt x="10049" y="3692"/>
                  </a:cubicBezTo>
                  <a:lnTo>
                    <a:pt x="10049" y="5561"/>
                  </a:lnTo>
                  <a:cubicBezTo>
                    <a:pt x="10049" y="5716"/>
                    <a:pt x="10085" y="5883"/>
                    <a:pt x="10192" y="6038"/>
                  </a:cubicBezTo>
                  <a:lnTo>
                    <a:pt x="10382" y="6335"/>
                  </a:lnTo>
                  <a:lnTo>
                    <a:pt x="10228" y="8717"/>
                  </a:lnTo>
                  <a:lnTo>
                    <a:pt x="9573" y="8717"/>
                  </a:lnTo>
                  <a:lnTo>
                    <a:pt x="9597" y="8633"/>
                  </a:lnTo>
                  <a:cubicBezTo>
                    <a:pt x="9632" y="8562"/>
                    <a:pt x="9692" y="8514"/>
                    <a:pt x="9775" y="8514"/>
                  </a:cubicBezTo>
                  <a:lnTo>
                    <a:pt x="9870" y="8514"/>
                  </a:lnTo>
                  <a:cubicBezTo>
                    <a:pt x="9954" y="8514"/>
                    <a:pt x="10025" y="8443"/>
                    <a:pt x="10025" y="8359"/>
                  </a:cubicBezTo>
                  <a:lnTo>
                    <a:pt x="10025" y="6812"/>
                  </a:lnTo>
                  <a:cubicBezTo>
                    <a:pt x="10025" y="6776"/>
                    <a:pt x="10025" y="6752"/>
                    <a:pt x="10013" y="6728"/>
                  </a:cubicBezTo>
                  <a:lnTo>
                    <a:pt x="9132" y="5145"/>
                  </a:lnTo>
                  <a:cubicBezTo>
                    <a:pt x="9037" y="4966"/>
                    <a:pt x="8954" y="4752"/>
                    <a:pt x="8918" y="4549"/>
                  </a:cubicBezTo>
                  <a:lnTo>
                    <a:pt x="8704" y="3609"/>
                  </a:lnTo>
                  <a:cubicBezTo>
                    <a:pt x="8694" y="3533"/>
                    <a:pt x="8631" y="3479"/>
                    <a:pt x="8564" y="3479"/>
                  </a:cubicBezTo>
                  <a:cubicBezTo>
                    <a:pt x="8547" y="3479"/>
                    <a:pt x="8530" y="3483"/>
                    <a:pt x="8513" y="3490"/>
                  </a:cubicBezTo>
                  <a:cubicBezTo>
                    <a:pt x="8418" y="3502"/>
                    <a:pt x="8358" y="3597"/>
                    <a:pt x="8394" y="3680"/>
                  </a:cubicBezTo>
                  <a:lnTo>
                    <a:pt x="8465" y="4037"/>
                  </a:lnTo>
                  <a:cubicBezTo>
                    <a:pt x="8358" y="4109"/>
                    <a:pt x="8144" y="4276"/>
                    <a:pt x="7787" y="4430"/>
                  </a:cubicBezTo>
                  <a:cubicBezTo>
                    <a:pt x="7703" y="4454"/>
                    <a:pt x="7668" y="4561"/>
                    <a:pt x="7703" y="4633"/>
                  </a:cubicBezTo>
                  <a:cubicBezTo>
                    <a:pt x="7739" y="4692"/>
                    <a:pt x="7799" y="4728"/>
                    <a:pt x="7858" y="4728"/>
                  </a:cubicBezTo>
                  <a:cubicBezTo>
                    <a:pt x="7870" y="4728"/>
                    <a:pt x="7906" y="4728"/>
                    <a:pt x="7918" y="4704"/>
                  </a:cubicBezTo>
                  <a:lnTo>
                    <a:pt x="8001" y="4668"/>
                  </a:lnTo>
                  <a:cubicBezTo>
                    <a:pt x="8180" y="5097"/>
                    <a:pt x="8525" y="6002"/>
                    <a:pt x="8501" y="6454"/>
                  </a:cubicBezTo>
                  <a:cubicBezTo>
                    <a:pt x="8454" y="7121"/>
                    <a:pt x="8144" y="7919"/>
                    <a:pt x="8037" y="8193"/>
                  </a:cubicBezTo>
                  <a:cubicBezTo>
                    <a:pt x="7823" y="8193"/>
                    <a:pt x="7632" y="8336"/>
                    <a:pt x="7561" y="8538"/>
                  </a:cubicBezTo>
                  <a:lnTo>
                    <a:pt x="7465" y="8812"/>
                  </a:lnTo>
                  <a:cubicBezTo>
                    <a:pt x="7453" y="8859"/>
                    <a:pt x="7453" y="8919"/>
                    <a:pt x="7489" y="8967"/>
                  </a:cubicBezTo>
                  <a:cubicBezTo>
                    <a:pt x="7513" y="9014"/>
                    <a:pt x="7561" y="9038"/>
                    <a:pt x="7620" y="9038"/>
                  </a:cubicBezTo>
                  <a:lnTo>
                    <a:pt x="8477" y="9038"/>
                  </a:lnTo>
                  <a:cubicBezTo>
                    <a:pt x="8537" y="9038"/>
                    <a:pt x="8596" y="8990"/>
                    <a:pt x="8632" y="8931"/>
                  </a:cubicBezTo>
                  <a:lnTo>
                    <a:pt x="9489" y="6871"/>
                  </a:lnTo>
                  <a:cubicBezTo>
                    <a:pt x="9513" y="6847"/>
                    <a:pt x="9513" y="6823"/>
                    <a:pt x="9513" y="6788"/>
                  </a:cubicBezTo>
                  <a:lnTo>
                    <a:pt x="9489" y="6454"/>
                  </a:lnTo>
                  <a:lnTo>
                    <a:pt x="9704" y="6835"/>
                  </a:lnTo>
                  <a:lnTo>
                    <a:pt x="9704" y="8193"/>
                  </a:lnTo>
                  <a:cubicBezTo>
                    <a:pt x="9513" y="8216"/>
                    <a:pt x="9347" y="8336"/>
                    <a:pt x="9287" y="8538"/>
                  </a:cubicBezTo>
                  <a:lnTo>
                    <a:pt x="9192" y="8812"/>
                  </a:lnTo>
                  <a:cubicBezTo>
                    <a:pt x="9180" y="8859"/>
                    <a:pt x="9180" y="8919"/>
                    <a:pt x="9216" y="8967"/>
                  </a:cubicBezTo>
                  <a:cubicBezTo>
                    <a:pt x="9239" y="9014"/>
                    <a:pt x="9287" y="9038"/>
                    <a:pt x="9347" y="9038"/>
                  </a:cubicBezTo>
                  <a:lnTo>
                    <a:pt x="10382" y="9038"/>
                  </a:lnTo>
                  <a:cubicBezTo>
                    <a:pt x="10478" y="9038"/>
                    <a:pt x="10537" y="8978"/>
                    <a:pt x="10549" y="8895"/>
                  </a:cubicBezTo>
                  <a:lnTo>
                    <a:pt x="10728" y="6300"/>
                  </a:lnTo>
                  <a:cubicBezTo>
                    <a:pt x="10728" y="6276"/>
                    <a:pt x="10728" y="6228"/>
                    <a:pt x="10704" y="6192"/>
                  </a:cubicBezTo>
                  <a:lnTo>
                    <a:pt x="10478" y="5859"/>
                  </a:lnTo>
                  <a:cubicBezTo>
                    <a:pt x="10418" y="5764"/>
                    <a:pt x="10382" y="5657"/>
                    <a:pt x="10382" y="5561"/>
                  </a:cubicBezTo>
                  <a:lnTo>
                    <a:pt x="10382" y="3835"/>
                  </a:lnTo>
                  <a:cubicBezTo>
                    <a:pt x="10501" y="3930"/>
                    <a:pt x="10585" y="4085"/>
                    <a:pt x="10585" y="4252"/>
                  </a:cubicBezTo>
                  <a:lnTo>
                    <a:pt x="10585" y="5049"/>
                  </a:lnTo>
                  <a:cubicBezTo>
                    <a:pt x="10585" y="5228"/>
                    <a:pt x="10656" y="5407"/>
                    <a:pt x="10775" y="5526"/>
                  </a:cubicBezTo>
                  <a:lnTo>
                    <a:pt x="10787" y="5538"/>
                  </a:lnTo>
                  <a:cubicBezTo>
                    <a:pt x="10823" y="5573"/>
                    <a:pt x="10859" y="5585"/>
                    <a:pt x="10906" y="5585"/>
                  </a:cubicBezTo>
                  <a:cubicBezTo>
                    <a:pt x="10954" y="5585"/>
                    <a:pt x="11002" y="5573"/>
                    <a:pt x="11025" y="5538"/>
                  </a:cubicBezTo>
                  <a:cubicBezTo>
                    <a:pt x="11025" y="5430"/>
                    <a:pt x="11025" y="5335"/>
                    <a:pt x="10966" y="5264"/>
                  </a:cubicBezTo>
                  <a:lnTo>
                    <a:pt x="10954" y="5252"/>
                  </a:lnTo>
                  <a:cubicBezTo>
                    <a:pt x="10882" y="5168"/>
                    <a:pt x="10847" y="5085"/>
                    <a:pt x="10847" y="4990"/>
                  </a:cubicBezTo>
                  <a:lnTo>
                    <a:pt x="10847" y="4192"/>
                  </a:lnTo>
                  <a:cubicBezTo>
                    <a:pt x="10847" y="3906"/>
                    <a:pt x="10704" y="3644"/>
                    <a:pt x="10478" y="3478"/>
                  </a:cubicBezTo>
                  <a:lnTo>
                    <a:pt x="10323" y="3371"/>
                  </a:lnTo>
                  <a:cubicBezTo>
                    <a:pt x="10240" y="2490"/>
                    <a:pt x="9692" y="1978"/>
                    <a:pt x="9097" y="1537"/>
                  </a:cubicBezTo>
                  <a:cubicBezTo>
                    <a:pt x="8799" y="1323"/>
                    <a:pt x="8585" y="1097"/>
                    <a:pt x="8406" y="882"/>
                  </a:cubicBezTo>
                  <a:cubicBezTo>
                    <a:pt x="8144" y="585"/>
                    <a:pt x="7918" y="335"/>
                    <a:pt x="7513" y="335"/>
                  </a:cubicBezTo>
                  <a:cubicBezTo>
                    <a:pt x="7156" y="335"/>
                    <a:pt x="7037" y="561"/>
                    <a:pt x="6930" y="727"/>
                  </a:cubicBezTo>
                  <a:cubicBezTo>
                    <a:pt x="6846" y="882"/>
                    <a:pt x="6787" y="989"/>
                    <a:pt x="6537" y="989"/>
                  </a:cubicBezTo>
                  <a:cubicBezTo>
                    <a:pt x="6358" y="989"/>
                    <a:pt x="6275" y="870"/>
                    <a:pt x="6156" y="680"/>
                  </a:cubicBezTo>
                  <a:cubicBezTo>
                    <a:pt x="6047" y="492"/>
                    <a:pt x="5905" y="255"/>
                    <a:pt x="5608" y="255"/>
                  </a:cubicBezTo>
                  <a:cubicBezTo>
                    <a:pt x="5547" y="255"/>
                    <a:pt x="5480" y="265"/>
                    <a:pt x="5406" y="287"/>
                  </a:cubicBezTo>
                  <a:cubicBezTo>
                    <a:pt x="5025" y="394"/>
                    <a:pt x="4822" y="942"/>
                    <a:pt x="4584" y="1573"/>
                  </a:cubicBezTo>
                  <a:cubicBezTo>
                    <a:pt x="4417" y="1990"/>
                    <a:pt x="4251" y="2430"/>
                    <a:pt x="4048" y="2704"/>
                  </a:cubicBezTo>
                  <a:cubicBezTo>
                    <a:pt x="3977" y="2787"/>
                    <a:pt x="3703" y="3121"/>
                    <a:pt x="3358" y="3121"/>
                  </a:cubicBezTo>
                  <a:lnTo>
                    <a:pt x="3274" y="3121"/>
                  </a:lnTo>
                  <a:cubicBezTo>
                    <a:pt x="2977" y="3121"/>
                    <a:pt x="2739" y="2882"/>
                    <a:pt x="2739" y="2585"/>
                  </a:cubicBezTo>
                  <a:lnTo>
                    <a:pt x="2739" y="739"/>
                  </a:lnTo>
                  <a:lnTo>
                    <a:pt x="3024" y="501"/>
                  </a:lnTo>
                  <a:cubicBezTo>
                    <a:pt x="3084" y="454"/>
                    <a:pt x="3096" y="346"/>
                    <a:pt x="3048" y="287"/>
                  </a:cubicBezTo>
                  <a:cubicBezTo>
                    <a:pt x="3048" y="287"/>
                    <a:pt x="2857" y="0"/>
                    <a:pt x="2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9" name="Google Shape;12519;p67"/>
          <p:cNvGrpSpPr/>
          <p:nvPr/>
        </p:nvGrpSpPr>
        <p:grpSpPr>
          <a:xfrm>
            <a:off x="4697389" y="2112538"/>
            <a:ext cx="354752" cy="281984"/>
            <a:chOff x="4697389" y="2036338"/>
            <a:chExt cx="354752" cy="281984"/>
          </a:xfrm>
        </p:grpSpPr>
        <p:sp>
          <p:nvSpPr>
            <p:cNvPr id="12520" name="Google Shape;12520;p67"/>
            <p:cNvSpPr/>
            <p:nvPr/>
          </p:nvSpPr>
          <p:spPr>
            <a:xfrm>
              <a:off x="4697389" y="2036338"/>
              <a:ext cx="354752" cy="281984"/>
            </a:xfrm>
            <a:custGeom>
              <a:avLst/>
              <a:gdLst/>
              <a:ahLst/>
              <a:cxnLst/>
              <a:rect l="l" t="t" r="r" b="b"/>
              <a:pathLst>
                <a:path w="11086" h="8812" extrusionOk="0">
                  <a:moveTo>
                    <a:pt x="1322" y="822"/>
                  </a:moveTo>
                  <a:cubicBezTo>
                    <a:pt x="1596" y="1203"/>
                    <a:pt x="2025" y="1417"/>
                    <a:pt x="2394" y="1489"/>
                  </a:cubicBezTo>
                  <a:cubicBezTo>
                    <a:pt x="2334" y="1656"/>
                    <a:pt x="2215" y="1751"/>
                    <a:pt x="2156" y="1810"/>
                  </a:cubicBezTo>
                  <a:cubicBezTo>
                    <a:pt x="1834" y="1715"/>
                    <a:pt x="1596" y="1536"/>
                    <a:pt x="1453" y="1275"/>
                  </a:cubicBezTo>
                  <a:cubicBezTo>
                    <a:pt x="1370" y="1132"/>
                    <a:pt x="1322" y="965"/>
                    <a:pt x="1322" y="822"/>
                  </a:cubicBezTo>
                  <a:close/>
                  <a:moveTo>
                    <a:pt x="2703" y="1513"/>
                  </a:moveTo>
                  <a:cubicBezTo>
                    <a:pt x="3191" y="1513"/>
                    <a:pt x="3465" y="1584"/>
                    <a:pt x="3584" y="1644"/>
                  </a:cubicBezTo>
                  <a:cubicBezTo>
                    <a:pt x="3358" y="2001"/>
                    <a:pt x="2894" y="2025"/>
                    <a:pt x="2870" y="2025"/>
                  </a:cubicBezTo>
                  <a:cubicBezTo>
                    <a:pt x="2775" y="2025"/>
                    <a:pt x="2703" y="2096"/>
                    <a:pt x="2703" y="2179"/>
                  </a:cubicBezTo>
                  <a:cubicBezTo>
                    <a:pt x="2703" y="2275"/>
                    <a:pt x="2775" y="2346"/>
                    <a:pt x="2870" y="2346"/>
                  </a:cubicBezTo>
                  <a:cubicBezTo>
                    <a:pt x="2930" y="2346"/>
                    <a:pt x="3465" y="2334"/>
                    <a:pt x="3787" y="1929"/>
                  </a:cubicBezTo>
                  <a:cubicBezTo>
                    <a:pt x="4407" y="2054"/>
                    <a:pt x="4966" y="2098"/>
                    <a:pt x="5472" y="2098"/>
                  </a:cubicBezTo>
                  <a:cubicBezTo>
                    <a:pt x="6171" y="2098"/>
                    <a:pt x="6769" y="2015"/>
                    <a:pt x="7287" y="1953"/>
                  </a:cubicBezTo>
                  <a:cubicBezTo>
                    <a:pt x="7708" y="1896"/>
                    <a:pt x="8072" y="1843"/>
                    <a:pt x="8405" y="1843"/>
                  </a:cubicBezTo>
                  <a:cubicBezTo>
                    <a:pt x="8628" y="1843"/>
                    <a:pt x="8837" y="1867"/>
                    <a:pt x="9037" y="1929"/>
                  </a:cubicBezTo>
                  <a:cubicBezTo>
                    <a:pt x="9788" y="2179"/>
                    <a:pt x="10014" y="3108"/>
                    <a:pt x="10014" y="3334"/>
                  </a:cubicBezTo>
                  <a:cubicBezTo>
                    <a:pt x="10061" y="3739"/>
                    <a:pt x="9966" y="3953"/>
                    <a:pt x="9871" y="4192"/>
                  </a:cubicBezTo>
                  <a:cubicBezTo>
                    <a:pt x="9776" y="4406"/>
                    <a:pt x="9692" y="4608"/>
                    <a:pt x="9692" y="4930"/>
                  </a:cubicBezTo>
                  <a:cubicBezTo>
                    <a:pt x="9692" y="5561"/>
                    <a:pt x="9966" y="6251"/>
                    <a:pt x="10026" y="6418"/>
                  </a:cubicBezTo>
                  <a:lnTo>
                    <a:pt x="10026" y="7644"/>
                  </a:lnTo>
                  <a:cubicBezTo>
                    <a:pt x="10026" y="7740"/>
                    <a:pt x="10014" y="7847"/>
                    <a:pt x="9966" y="7930"/>
                  </a:cubicBezTo>
                  <a:lnTo>
                    <a:pt x="9728" y="8466"/>
                  </a:lnTo>
                  <a:lnTo>
                    <a:pt x="9037" y="8466"/>
                  </a:lnTo>
                  <a:lnTo>
                    <a:pt x="9073" y="8323"/>
                  </a:lnTo>
                  <a:cubicBezTo>
                    <a:pt x="9085" y="8263"/>
                    <a:pt x="9133" y="8216"/>
                    <a:pt x="9192" y="8204"/>
                  </a:cubicBezTo>
                  <a:lnTo>
                    <a:pt x="9609" y="8049"/>
                  </a:lnTo>
                  <a:cubicBezTo>
                    <a:pt x="9668" y="8025"/>
                    <a:pt x="9716" y="7954"/>
                    <a:pt x="9716" y="7906"/>
                  </a:cubicBezTo>
                  <a:lnTo>
                    <a:pt x="9716" y="6906"/>
                  </a:lnTo>
                  <a:cubicBezTo>
                    <a:pt x="9716" y="6870"/>
                    <a:pt x="9716" y="6859"/>
                    <a:pt x="9704" y="6835"/>
                  </a:cubicBezTo>
                  <a:lnTo>
                    <a:pt x="8585" y="4715"/>
                  </a:lnTo>
                  <a:cubicBezTo>
                    <a:pt x="8550" y="4663"/>
                    <a:pt x="8496" y="4630"/>
                    <a:pt x="8432" y="4630"/>
                  </a:cubicBezTo>
                  <a:cubicBezTo>
                    <a:pt x="8409" y="4630"/>
                    <a:pt x="8384" y="4634"/>
                    <a:pt x="8359" y="4644"/>
                  </a:cubicBezTo>
                  <a:cubicBezTo>
                    <a:pt x="8287" y="4692"/>
                    <a:pt x="8252" y="4775"/>
                    <a:pt x="8287" y="4870"/>
                  </a:cubicBezTo>
                  <a:lnTo>
                    <a:pt x="8621" y="5489"/>
                  </a:lnTo>
                  <a:cubicBezTo>
                    <a:pt x="7990" y="5787"/>
                    <a:pt x="7323" y="5978"/>
                    <a:pt x="6680" y="6037"/>
                  </a:cubicBezTo>
                  <a:cubicBezTo>
                    <a:pt x="6482" y="6061"/>
                    <a:pt x="6287" y="6073"/>
                    <a:pt x="6097" y="6073"/>
                  </a:cubicBezTo>
                  <a:cubicBezTo>
                    <a:pt x="5635" y="6073"/>
                    <a:pt x="5202" y="6002"/>
                    <a:pt x="4823" y="5858"/>
                  </a:cubicBezTo>
                  <a:lnTo>
                    <a:pt x="4894" y="5442"/>
                  </a:lnTo>
                  <a:cubicBezTo>
                    <a:pt x="4906" y="5358"/>
                    <a:pt x="4846" y="5263"/>
                    <a:pt x="4763" y="5251"/>
                  </a:cubicBezTo>
                  <a:cubicBezTo>
                    <a:pt x="4755" y="5250"/>
                    <a:pt x="4747" y="5250"/>
                    <a:pt x="4739" y="5250"/>
                  </a:cubicBezTo>
                  <a:cubicBezTo>
                    <a:pt x="4654" y="5250"/>
                    <a:pt x="4583" y="5306"/>
                    <a:pt x="4573" y="5382"/>
                  </a:cubicBezTo>
                  <a:lnTo>
                    <a:pt x="4120" y="7954"/>
                  </a:lnTo>
                  <a:cubicBezTo>
                    <a:pt x="4108" y="8002"/>
                    <a:pt x="4096" y="8061"/>
                    <a:pt x="4061" y="8109"/>
                  </a:cubicBezTo>
                  <a:lnTo>
                    <a:pt x="3823" y="8454"/>
                  </a:lnTo>
                  <a:lnTo>
                    <a:pt x="3096" y="8454"/>
                  </a:lnTo>
                  <a:lnTo>
                    <a:pt x="3144" y="8335"/>
                  </a:lnTo>
                  <a:cubicBezTo>
                    <a:pt x="3156" y="8275"/>
                    <a:pt x="3215" y="8228"/>
                    <a:pt x="3275" y="8216"/>
                  </a:cubicBezTo>
                  <a:lnTo>
                    <a:pt x="3775" y="8073"/>
                  </a:lnTo>
                  <a:cubicBezTo>
                    <a:pt x="3858" y="8061"/>
                    <a:pt x="3894" y="7990"/>
                    <a:pt x="3894" y="7918"/>
                  </a:cubicBezTo>
                  <a:lnTo>
                    <a:pt x="3882" y="5656"/>
                  </a:lnTo>
                  <a:cubicBezTo>
                    <a:pt x="3882" y="5597"/>
                    <a:pt x="3846" y="5549"/>
                    <a:pt x="3811" y="5525"/>
                  </a:cubicBezTo>
                  <a:cubicBezTo>
                    <a:pt x="3787" y="5525"/>
                    <a:pt x="2810" y="4930"/>
                    <a:pt x="2096" y="3953"/>
                  </a:cubicBezTo>
                  <a:cubicBezTo>
                    <a:pt x="2382" y="3870"/>
                    <a:pt x="2584" y="3739"/>
                    <a:pt x="2727" y="3584"/>
                  </a:cubicBezTo>
                  <a:cubicBezTo>
                    <a:pt x="2882" y="3382"/>
                    <a:pt x="2858" y="3191"/>
                    <a:pt x="2846" y="3180"/>
                  </a:cubicBezTo>
                  <a:cubicBezTo>
                    <a:pt x="2826" y="3109"/>
                    <a:pt x="2763" y="3055"/>
                    <a:pt x="2686" y="3055"/>
                  </a:cubicBezTo>
                  <a:cubicBezTo>
                    <a:pt x="2672" y="3055"/>
                    <a:pt x="2658" y="3057"/>
                    <a:pt x="2644" y="3060"/>
                  </a:cubicBezTo>
                  <a:cubicBezTo>
                    <a:pt x="2560" y="3084"/>
                    <a:pt x="2501" y="3168"/>
                    <a:pt x="2525" y="3263"/>
                  </a:cubicBezTo>
                  <a:cubicBezTo>
                    <a:pt x="2525" y="3263"/>
                    <a:pt x="2525" y="3311"/>
                    <a:pt x="2465" y="3394"/>
                  </a:cubicBezTo>
                  <a:cubicBezTo>
                    <a:pt x="2334" y="3561"/>
                    <a:pt x="1929" y="3822"/>
                    <a:pt x="608" y="3858"/>
                  </a:cubicBezTo>
                  <a:cubicBezTo>
                    <a:pt x="524" y="3858"/>
                    <a:pt x="441" y="3799"/>
                    <a:pt x="429" y="3715"/>
                  </a:cubicBezTo>
                  <a:lnTo>
                    <a:pt x="358" y="3418"/>
                  </a:lnTo>
                  <a:cubicBezTo>
                    <a:pt x="346" y="3358"/>
                    <a:pt x="358" y="3299"/>
                    <a:pt x="405" y="3239"/>
                  </a:cubicBezTo>
                  <a:lnTo>
                    <a:pt x="1632" y="1929"/>
                  </a:lnTo>
                  <a:cubicBezTo>
                    <a:pt x="1787" y="2025"/>
                    <a:pt x="1953" y="2096"/>
                    <a:pt x="2120" y="2144"/>
                  </a:cubicBezTo>
                  <a:cubicBezTo>
                    <a:pt x="2133" y="2147"/>
                    <a:pt x="2145" y="2148"/>
                    <a:pt x="2158" y="2148"/>
                  </a:cubicBezTo>
                  <a:cubicBezTo>
                    <a:pt x="2191" y="2148"/>
                    <a:pt x="2222" y="2137"/>
                    <a:pt x="2239" y="2120"/>
                  </a:cubicBezTo>
                  <a:cubicBezTo>
                    <a:pt x="2263" y="2108"/>
                    <a:pt x="2584" y="1929"/>
                    <a:pt x="2703" y="1513"/>
                  </a:cubicBezTo>
                  <a:close/>
                  <a:moveTo>
                    <a:pt x="1239" y="1"/>
                  </a:moveTo>
                  <a:cubicBezTo>
                    <a:pt x="1156" y="1"/>
                    <a:pt x="1084" y="48"/>
                    <a:pt x="1072" y="108"/>
                  </a:cubicBezTo>
                  <a:cubicBezTo>
                    <a:pt x="1060" y="132"/>
                    <a:pt x="834" y="822"/>
                    <a:pt x="1156" y="1417"/>
                  </a:cubicBezTo>
                  <a:cubicBezTo>
                    <a:pt x="1215" y="1536"/>
                    <a:pt x="1298" y="1620"/>
                    <a:pt x="1382" y="1715"/>
                  </a:cubicBezTo>
                  <a:lnTo>
                    <a:pt x="167" y="3001"/>
                  </a:lnTo>
                  <a:cubicBezTo>
                    <a:pt x="48" y="3144"/>
                    <a:pt x="1" y="3322"/>
                    <a:pt x="48" y="3477"/>
                  </a:cubicBezTo>
                  <a:lnTo>
                    <a:pt x="120" y="3775"/>
                  </a:lnTo>
                  <a:cubicBezTo>
                    <a:pt x="179" y="4001"/>
                    <a:pt x="370" y="4156"/>
                    <a:pt x="608" y="4156"/>
                  </a:cubicBezTo>
                  <a:lnTo>
                    <a:pt x="620" y="4156"/>
                  </a:lnTo>
                  <a:cubicBezTo>
                    <a:pt x="1072" y="4132"/>
                    <a:pt x="1453" y="4108"/>
                    <a:pt x="1787" y="4049"/>
                  </a:cubicBezTo>
                  <a:cubicBezTo>
                    <a:pt x="2441" y="4989"/>
                    <a:pt x="3322" y="5585"/>
                    <a:pt x="3584" y="5739"/>
                  </a:cubicBezTo>
                  <a:lnTo>
                    <a:pt x="3596" y="7799"/>
                  </a:lnTo>
                  <a:lnTo>
                    <a:pt x="3215" y="7882"/>
                  </a:lnTo>
                  <a:cubicBezTo>
                    <a:pt x="3049" y="7930"/>
                    <a:pt x="2918" y="8049"/>
                    <a:pt x="2858" y="8216"/>
                  </a:cubicBezTo>
                  <a:lnTo>
                    <a:pt x="2739" y="8561"/>
                  </a:lnTo>
                  <a:cubicBezTo>
                    <a:pt x="2727" y="8597"/>
                    <a:pt x="2727" y="8656"/>
                    <a:pt x="2751" y="8704"/>
                  </a:cubicBezTo>
                  <a:cubicBezTo>
                    <a:pt x="2787" y="8752"/>
                    <a:pt x="2822" y="8775"/>
                    <a:pt x="2882" y="8775"/>
                  </a:cubicBezTo>
                  <a:lnTo>
                    <a:pt x="3930" y="8775"/>
                  </a:lnTo>
                  <a:cubicBezTo>
                    <a:pt x="3989" y="8775"/>
                    <a:pt x="4037" y="8752"/>
                    <a:pt x="4061" y="8704"/>
                  </a:cubicBezTo>
                  <a:lnTo>
                    <a:pt x="4346" y="8287"/>
                  </a:lnTo>
                  <a:cubicBezTo>
                    <a:pt x="4406" y="8204"/>
                    <a:pt x="4430" y="8109"/>
                    <a:pt x="4454" y="8025"/>
                  </a:cubicBezTo>
                  <a:lnTo>
                    <a:pt x="4763" y="6180"/>
                  </a:lnTo>
                  <a:cubicBezTo>
                    <a:pt x="5192" y="6323"/>
                    <a:pt x="5656" y="6394"/>
                    <a:pt x="6144" y="6394"/>
                  </a:cubicBezTo>
                  <a:cubicBezTo>
                    <a:pt x="6990" y="6394"/>
                    <a:pt x="7906" y="6192"/>
                    <a:pt x="8764" y="5775"/>
                  </a:cubicBezTo>
                  <a:lnTo>
                    <a:pt x="9395" y="6954"/>
                  </a:lnTo>
                  <a:lnTo>
                    <a:pt x="9395" y="7799"/>
                  </a:lnTo>
                  <a:lnTo>
                    <a:pt x="9073" y="7918"/>
                  </a:lnTo>
                  <a:cubicBezTo>
                    <a:pt x="8930" y="7966"/>
                    <a:pt x="8811" y="8085"/>
                    <a:pt x="8764" y="8228"/>
                  </a:cubicBezTo>
                  <a:lnTo>
                    <a:pt x="8645" y="8585"/>
                  </a:lnTo>
                  <a:cubicBezTo>
                    <a:pt x="8633" y="8633"/>
                    <a:pt x="8633" y="8692"/>
                    <a:pt x="8656" y="8740"/>
                  </a:cubicBezTo>
                  <a:cubicBezTo>
                    <a:pt x="8692" y="8775"/>
                    <a:pt x="8740" y="8811"/>
                    <a:pt x="8799" y="8811"/>
                  </a:cubicBezTo>
                  <a:lnTo>
                    <a:pt x="9835" y="8811"/>
                  </a:lnTo>
                  <a:cubicBezTo>
                    <a:pt x="9895" y="8811"/>
                    <a:pt x="9954" y="8764"/>
                    <a:pt x="9990" y="8704"/>
                  </a:cubicBezTo>
                  <a:lnTo>
                    <a:pt x="10252" y="8061"/>
                  </a:lnTo>
                  <a:cubicBezTo>
                    <a:pt x="10311" y="7930"/>
                    <a:pt x="10347" y="7799"/>
                    <a:pt x="10347" y="7668"/>
                  </a:cubicBezTo>
                  <a:lnTo>
                    <a:pt x="10347" y="6394"/>
                  </a:lnTo>
                  <a:cubicBezTo>
                    <a:pt x="10347" y="6370"/>
                    <a:pt x="10347" y="6359"/>
                    <a:pt x="10323" y="6335"/>
                  </a:cubicBezTo>
                  <a:cubicBezTo>
                    <a:pt x="10323" y="6335"/>
                    <a:pt x="10002" y="5597"/>
                    <a:pt x="10002" y="4954"/>
                  </a:cubicBezTo>
                  <a:cubicBezTo>
                    <a:pt x="10002" y="4704"/>
                    <a:pt x="10073" y="4537"/>
                    <a:pt x="10145" y="4346"/>
                  </a:cubicBezTo>
                  <a:cubicBezTo>
                    <a:pt x="10252" y="4096"/>
                    <a:pt x="10371" y="3811"/>
                    <a:pt x="10347" y="3322"/>
                  </a:cubicBezTo>
                  <a:cubicBezTo>
                    <a:pt x="10323" y="3096"/>
                    <a:pt x="10240" y="2739"/>
                    <a:pt x="10026" y="2394"/>
                  </a:cubicBezTo>
                  <a:lnTo>
                    <a:pt x="10026" y="2394"/>
                  </a:lnTo>
                  <a:cubicBezTo>
                    <a:pt x="10109" y="2441"/>
                    <a:pt x="10192" y="2501"/>
                    <a:pt x="10264" y="2584"/>
                  </a:cubicBezTo>
                  <a:cubicBezTo>
                    <a:pt x="10645" y="2989"/>
                    <a:pt x="10716" y="3656"/>
                    <a:pt x="10466" y="4394"/>
                  </a:cubicBezTo>
                  <a:cubicBezTo>
                    <a:pt x="10133" y="5346"/>
                    <a:pt x="10716" y="6132"/>
                    <a:pt x="10740" y="6156"/>
                  </a:cubicBezTo>
                  <a:cubicBezTo>
                    <a:pt x="10776" y="6204"/>
                    <a:pt x="10823" y="6216"/>
                    <a:pt x="10883" y="6216"/>
                  </a:cubicBezTo>
                  <a:cubicBezTo>
                    <a:pt x="10907" y="6216"/>
                    <a:pt x="10954" y="6204"/>
                    <a:pt x="10978" y="6192"/>
                  </a:cubicBezTo>
                  <a:cubicBezTo>
                    <a:pt x="11062" y="6120"/>
                    <a:pt x="11073" y="6013"/>
                    <a:pt x="11026" y="5942"/>
                  </a:cubicBezTo>
                  <a:cubicBezTo>
                    <a:pt x="11026" y="5942"/>
                    <a:pt x="10526" y="5263"/>
                    <a:pt x="10788" y="4465"/>
                  </a:cubicBezTo>
                  <a:cubicBezTo>
                    <a:pt x="11085" y="3620"/>
                    <a:pt x="10978" y="2846"/>
                    <a:pt x="10538" y="2334"/>
                  </a:cubicBezTo>
                  <a:cubicBezTo>
                    <a:pt x="10322" y="2108"/>
                    <a:pt x="10058" y="1960"/>
                    <a:pt x="9825" y="1960"/>
                  </a:cubicBezTo>
                  <a:cubicBezTo>
                    <a:pt x="9800" y="1960"/>
                    <a:pt x="9776" y="1962"/>
                    <a:pt x="9752" y="1965"/>
                  </a:cubicBezTo>
                  <a:cubicBezTo>
                    <a:pt x="9585" y="1810"/>
                    <a:pt x="9395" y="1679"/>
                    <a:pt x="9157" y="1608"/>
                  </a:cubicBezTo>
                  <a:cubicBezTo>
                    <a:pt x="8917" y="1531"/>
                    <a:pt x="8666" y="1503"/>
                    <a:pt x="8402" y="1503"/>
                  </a:cubicBezTo>
                  <a:cubicBezTo>
                    <a:pt x="8051" y="1503"/>
                    <a:pt x="7677" y="1553"/>
                    <a:pt x="7275" y="1608"/>
                  </a:cubicBezTo>
                  <a:cubicBezTo>
                    <a:pt x="6773" y="1678"/>
                    <a:pt x="6202" y="1756"/>
                    <a:pt x="5537" y="1756"/>
                  </a:cubicBezTo>
                  <a:cubicBezTo>
                    <a:pt x="5067" y="1756"/>
                    <a:pt x="4550" y="1716"/>
                    <a:pt x="3977" y="1608"/>
                  </a:cubicBezTo>
                  <a:cubicBezTo>
                    <a:pt x="3989" y="1548"/>
                    <a:pt x="3977" y="1489"/>
                    <a:pt x="3930" y="1453"/>
                  </a:cubicBezTo>
                  <a:cubicBezTo>
                    <a:pt x="3882" y="1417"/>
                    <a:pt x="3620" y="1191"/>
                    <a:pt x="2703" y="1191"/>
                  </a:cubicBezTo>
                  <a:cubicBezTo>
                    <a:pt x="2251" y="1191"/>
                    <a:pt x="1501" y="905"/>
                    <a:pt x="1382" y="132"/>
                  </a:cubicBezTo>
                  <a:cubicBezTo>
                    <a:pt x="1370" y="60"/>
                    <a:pt x="1310"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67"/>
            <p:cNvSpPr/>
            <p:nvPr/>
          </p:nvSpPr>
          <p:spPr>
            <a:xfrm>
              <a:off x="4747693" y="2113682"/>
              <a:ext cx="10688" cy="10688"/>
            </a:xfrm>
            <a:custGeom>
              <a:avLst/>
              <a:gdLst/>
              <a:ahLst/>
              <a:cxnLst/>
              <a:rect l="l" t="t" r="r" b="b"/>
              <a:pathLst>
                <a:path w="334" h="334" extrusionOk="0">
                  <a:moveTo>
                    <a:pt x="167" y="1"/>
                  </a:moveTo>
                  <a:cubicBezTo>
                    <a:pt x="72" y="1"/>
                    <a:pt x="0" y="84"/>
                    <a:pt x="0" y="167"/>
                  </a:cubicBezTo>
                  <a:cubicBezTo>
                    <a:pt x="0" y="262"/>
                    <a:pt x="72" y="334"/>
                    <a:pt x="167" y="334"/>
                  </a:cubicBezTo>
                  <a:cubicBezTo>
                    <a:pt x="262" y="334"/>
                    <a:pt x="334" y="262"/>
                    <a:pt x="334" y="167"/>
                  </a:cubicBez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2" name="Google Shape;12522;p67"/>
          <p:cNvGrpSpPr/>
          <p:nvPr/>
        </p:nvGrpSpPr>
        <p:grpSpPr>
          <a:xfrm>
            <a:off x="1404013" y="2500954"/>
            <a:ext cx="353600" cy="354944"/>
            <a:chOff x="1404013" y="2424754"/>
            <a:chExt cx="353600" cy="354944"/>
          </a:xfrm>
        </p:grpSpPr>
        <p:sp>
          <p:nvSpPr>
            <p:cNvPr id="12523" name="Google Shape;12523;p67"/>
            <p:cNvSpPr/>
            <p:nvPr/>
          </p:nvSpPr>
          <p:spPr>
            <a:xfrm>
              <a:off x="1404013" y="2424754"/>
              <a:ext cx="353600" cy="354944"/>
            </a:xfrm>
            <a:custGeom>
              <a:avLst/>
              <a:gdLst/>
              <a:ahLst/>
              <a:cxnLst/>
              <a:rect l="l" t="t" r="r" b="b"/>
              <a:pathLst>
                <a:path w="11050" h="11092" extrusionOk="0">
                  <a:moveTo>
                    <a:pt x="5514" y="316"/>
                  </a:moveTo>
                  <a:cubicBezTo>
                    <a:pt x="6061" y="316"/>
                    <a:pt x="6597" y="412"/>
                    <a:pt x="7121" y="567"/>
                  </a:cubicBezTo>
                  <a:cubicBezTo>
                    <a:pt x="7038" y="602"/>
                    <a:pt x="6978" y="614"/>
                    <a:pt x="6907" y="650"/>
                  </a:cubicBezTo>
                  <a:cubicBezTo>
                    <a:pt x="6299" y="900"/>
                    <a:pt x="5835" y="1329"/>
                    <a:pt x="5514" y="1936"/>
                  </a:cubicBezTo>
                  <a:cubicBezTo>
                    <a:pt x="5180" y="1317"/>
                    <a:pt x="4716" y="900"/>
                    <a:pt x="4109" y="650"/>
                  </a:cubicBezTo>
                  <a:cubicBezTo>
                    <a:pt x="4037" y="614"/>
                    <a:pt x="3978" y="590"/>
                    <a:pt x="3906" y="567"/>
                  </a:cubicBezTo>
                  <a:cubicBezTo>
                    <a:pt x="4418" y="412"/>
                    <a:pt x="4954" y="316"/>
                    <a:pt x="5514" y="316"/>
                  </a:cubicBezTo>
                  <a:close/>
                  <a:moveTo>
                    <a:pt x="3263" y="2043"/>
                  </a:moveTo>
                  <a:cubicBezTo>
                    <a:pt x="4121" y="2043"/>
                    <a:pt x="4835" y="2745"/>
                    <a:pt x="4835" y="3626"/>
                  </a:cubicBezTo>
                  <a:cubicBezTo>
                    <a:pt x="4835" y="4484"/>
                    <a:pt x="4144" y="5198"/>
                    <a:pt x="3263" y="5198"/>
                  </a:cubicBezTo>
                  <a:cubicBezTo>
                    <a:pt x="2382" y="5198"/>
                    <a:pt x="1680" y="4496"/>
                    <a:pt x="1680" y="3626"/>
                  </a:cubicBezTo>
                  <a:cubicBezTo>
                    <a:pt x="1680" y="2757"/>
                    <a:pt x="2394" y="2043"/>
                    <a:pt x="3263" y="2043"/>
                  </a:cubicBezTo>
                  <a:close/>
                  <a:moveTo>
                    <a:pt x="692" y="424"/>
                  </a:moveTo>
                  <a:lnTo>
                    <a:pt x="692" y="424"/>
                  </a:lnTo>
                  <a:cubicBezTo>
                    <a:pt x="1120" y="567"/>
                    <a:pt x="1620" y="602"/>
                    <a:pt x="2144" y="626"/>
                  </a:cubicBezTo>
                  <a:cubicBezTo>
                    <a:pt x="3394" y="721"/>
                    <a:pt x="4704" y="793"/>
                    <a:pt x="5359" y="2388"/>
                  </a:cubicBezTo>
                  <a:cubicBezTo>
                    <a:pt x="5395" y="2448"/>
                    <a:pt x="5454" y="2495"/>
                    <a:pt x="5514" y="2495"/>
                  </a:cubicBezTo>
                  <a:cubicBezTo>
                    <a:pt x="5525" y="2495"/>
                    <a:pt x="5549" y="2495"/>
                    <a:pt x="5573" y="2472"/>
                  </a:cubicBezTo>
                  <a:cubicBezTo>
                    <a:pt x="5609" y="2460"/>
                    <a:pt x="5645" y="2436"/>
                    <a:pt x="5656" y="2388"/>
                  </a:cubicBezTo>
                  <a:cubicBezTo>
                    <a:pt x="6311" y="793"/>
                    <a:pt x="7609" y="697"/>
                    <a:pt x="8871" y="626"/>
                  </a:cubicBezTo>
                  <a:cubicBezTo>
                    <a:pt x="9395" y="602"/>
                    <a:pt x="9895" y="555"/>
                    <a:pt x="10336" y="424"/>
                  </a:cubicBezTo>
                  <a:lnTo>
                    <a:pt x="10336" y="424"/>
                  </a:lnTo>
                  <a:cubicBezTo>
                    <a:pt x="10288" y="567"/>
                    <a:pt x="10217" y="745"/>
                    <a:pt x="10050" y="948"/>
                  </a:cubicBezTo>
                  <a:cubicBezTo>
                    <a:pt x="9621" y="1459"/>
                    <a:pt x="8824" y="1733"/>
                    <a:pt x="7752" y="1733"/>
                  </a:cubicBezTo>
                  <a:cubicBezTo>
                    <a:pt x="6716" y="1733"/>
                    <a:pt x="5871" y="2579"/>
                    <a:pt x="5871" y="3626"/>
                  </a:cubicBezTo>
                  <a:cubicBezTo>
                    <a:pt x="5871" y="4662"/>
                    <a:pt x="6716" y="5508"/>
                    <a:pt x="7752" y="5508"/>
                  </a:cubicBezTo>
                  <a:cubicBezTo>
                    <a:pt x="8800" y="5508"/>
                    <a:pt x="9645" y="4662"/>
                    <a:pt x="9645" y="3626"/>
                  </a:cubicBezTo>
                  <a:cubicBezTo>
                    <a:pt x="9645" y="3341"/>
                    <a:pt x="9586" y="3055"/>
                    <a:pt x="9455" y="2781"/>
                  </a:cubicBezTo>
                  <a:cubicBezTo>
                    <a:pt x="9420" y="2730"/>
                    <a:pt x="9367" y="2690"/>
                    <a:pt x="9305" y="2690"/>
                  </a:cubicBezTo>
                  <a:cubicBezTo>
                    <a:pt x="9281" y="2690"/>
                    <a:pt x="9255" y="2696"/>
                    <a:pt x="9228" y="2710"/>
                  </a:cubicBezTo>
                  <a:cubicBezTo>
                    <a:pt x="9157" y="2757"/>
                    <a:pt x="9109" y="2841"/>
                    <a:pt x="9157" y="2936"/>
                  </a:cubicBezTo>
                  <a:cubicBezTo>
                    <a:pt x="9264" y="3138"/>
                    <a:pt x="9324" y="3376"/>
                    <a:pt x="9324" y="3626"/>
                  </a:cubicBezTo>
                  <a:cubicBezTo>
                    <a:pt x="9324" y="4484"/>
                    <a:pt x="8621" y="5198"/>
                    <a:pt x="7740" y="5198"/>
                  </a:cubicBezTo>
                  <a:cubicBezTo>
                    <a:pt x="6883" y="5198"/>
                    <a:pt x="6168" y="4496"/>
                    <a:pt x="6168" y="3626"/>
                  </a:cubicBezTo>
                  <a:cubicBezTo>
                    <a:pt x="6168" y="2757"/>
                    <a:pt x="6859" y="2043"/>
                    <a:pt x="7740" y="2043"/>
                  </a:cubicBezTo>
                  <a:cubicBezTo>
                    <a:pt x="8085" y="2043"/>
                    <a:pt x="8407" y="2150"/>
                    <a:pt x="8681" y="2352"/>
                  </a:cubicBezTo>
                  <a:cubicBezTo>
                    <a:pt x="8712" y="2378"/>
                    <a:pt x="8749" y="2391"/>
                    <a:pt x="8786" y="2391"/>
                  </a:cubicBezTo>
                  <a:cubicBezTo>
                    <a:pt x="8834" y="2391"/>
                    <a:pt x="8880" y="2369"/>
                    <a:pt x="8907" y="2329"/>
                  </a:cubicBezTo>
                  <a:cubicBezTo>
                    <a:pt x="8966" y="2257"/>
                    <a:pt x="8943" y="2150"/>
                    <a:pt x="8871" y="2102"/>
                  </a:cubicBezTo>
                  <a:cubicBezTo>
                    <a:pt x="8812" y="2055"/>
                    <a:pt x="8740" y="2019"/>
                    <a:pt x="8681" y="1971"/>
                  </a:cubicBezTo>
                  <a:cubicBezTo>
                    <a:pt x="8919" y="1924"/>
                    <a:pt x="9145" y="1864"/>
                    <a:pt x="9347" y="1793"/>
                  </a:cubicBezTo>
                  <a:cubicBezTo>
                    <a:pt x="9871" y="2257"/>
                    <a:pt x="10181" y="2924"/>
                    <a:pt x="10181" y="3626"/>
                  </a:cubicBezTo>
                  <a:cubicBezTo>
                    <a:pt x="10181" y="4960"/>
                    <a:pt x="9097" y="6067"/>
                    <a:pt x="7740" y="6067"/>
                  </a:cubicBezTo>
                  <a:cubicBezTo>
                    <a:pt x="7133" y="6067"/>
                    <a:pt x="6549" y="5841"/>
                    <a:pt x="6085" y="5424"/>
                  </a:cubicBezTo>
                  <a:lnTo>
                    <a:pt x="6145" y="5246"/>
                  </a:lnTo>
                  <a:cubicBezTo>
                    <a:pt x="6168" y="5186"/>
                    <a:pt x="6168" y="5115"/>
                    <a:pt x="6121" y="5067"/>
                  </a:cubicBezTo>
                  <a:lnTo>
                    <a:pt x="5847" y="4793"/>
                  </a:lnTo>
                  <a:cubicBezTo>
                    <a:pt x="5752" y="4698"/>
                    <a:pt x="5624" y="4650"/>
                    <a:pt x="5494" y="4650"/>
                  </a:cubicBezTo>
                  <a:cubicBezTo>
                    <a:pt x="5365" y="4650"/>
                    <a:pt x="5234" y="4698"/>
                    <a:pt x="5133" y="4793"/>
                  </a:cubicBezTo>
                  <a:lnTo>
                    <a:pt x="4871" y="5067"/>
                  </a:lnTo>
                  <a:cubicBezTo>
                    <a:pt x="4823" y="5115"/>
                    <a:pt x="4811" y="5186"/>
                    <a:pt x="4835" y="5246"/>
                  </a:cubicBezTo>
                  <a:lnTo>
                    <a:pt x="4894" y="5424"/>
                  </a:lnTo>
                  <a:cubicBezTo>
                    <a:pt x="4454" y="5841"/>
                    <a:pt x="3871" y="6067"/>
                    <a:pt x="3251" y="6067"/>
                  </a:cubicBezTo>
                  <a:cubicBezTo>
                    <a:pt x="1906" y="6067"/>
                    <a:pt x="811" y="4972"/>
                    <a:pt x="811" y="3626"/>
                  </a:cubicBezTo>
                  <a:cubicBezTo>
                    <a:pt x="823" y="2912"/>
                    <a:pt x="1120" y="2257"/>
                    <a:pt x="1656" y="1793"/>
                  </a:cubicBezTo>
                  <a:cubicBezTo>
                    <a:pt x="1858" y="1864"/>
                    <a:pt x="2085" y="1924"/>
                    <a:pt x="2323" y="1971"/>
                  </a:cubicBezTo>
                  <a:cubicBezTo>
                    <a:pt x="1751" y="2293"/>
                    <a:pt x="1370" y="2912"/>
                    <a:pt x="1370" y="3626"/>
                  </a:cubicBezTo>
                  <a:cubicBezTo>
                    <a:pt x="1370" y="4662"/>
                    <a:pt x="2216" y="5508"/>
                    <a:pt x="3263" y="5508"/>
                  </a:cubicBezTo>
                  <a:cubicBezTo>
                    <a:pt x="4299" y="5508"/>
                    <a:pt x="5156" y="4662"/>
                    <a:pt x="5156" y="3626"/>
                  </a:cubicBezTo>
                  <a:cubicBezTo>
                    <a:pt x="5156" y="2579"/>
                    <a:pt x="4299" y="1733"/>
                    <a:pt x="3263" y="1733"/>
                  </a:cubicBezTo>
                  <a:cubicBezTo>
                    <a:pt x="2192" y="1733"/>
                    <a:pt x="1406" y="1459"/>
                    <a:pt x="965" y="948"/>
                  </a:cubicBezTo>
                  <a:cubicBezTo>
                    <a:pt x="823" y="745"/>
                    <a:pt x="727" y="567"/>
                    <a:pt x="692" y="424"/>
                  </a:cubicBezTo>
                  <a:close/>
                  <a:moveTo>
                    <a:pt x="5537" y="4954"/>
                  </a:moveTo>
                  <a:cubicBezTo>
                    <a:pt x="5585" y="4954"/>
                    <a:pt x="5633" y="4972"/>
                    <a:pt x="5668" y="5008"/>
                  </a:cubicBezTo>
                  <a:lnTo>
                    <a:pt x="5847" y="5210"/>
                  </a:lnTo>
                  <a:lnTo>
                    <a:pt x="5525" y="6091"/>
                  </a:lnTo>
                  <a:lnTo>
                    <a:pt x="5192" y="5210"/>
                  </a:lnTo>
                  <a:lnTo>
                    <a:pt x="5406" y="5008"/>
                  </a:lnTo>
                  <a:cubicBezTo>
                    <a:pt x="5442" y="4972"/>
                    <a:pt x="5490" y="4954"/>
                    <a:pt x="5537" y="4954"/>
                  </a:cubicBezTo>
                  <a:close/>
                  <a:moveTo>
                    <a:pt x="10431" y="4317"/>
                  </a:moveTo>
                  <a:cubicBezTo>
                    <a:pt x="10550" y="4781"/>
                    <a:pt x="10669" y="5329"/>
                    <a:pt x="10717" y="5710"/>
                  </a:cubicBezTo>
                  <a:lnTo>
                    <a:pt x="10359" y="5710"/>
                  </a:lnTo>
                  <a:cubicBezTo>
                    <a:pt x="10276" y="5710"/>
                    <a:pt x="10193" y="5781"/>
                    <a:pt x="10193" y="5865"/>
                  </a:cubicBezTo>
                  <a:lnTo>
                    <a:pt x="10193" y="6258"/>
                  </a:lnTo>
                  <a:cubicBezTo>
                    <a:pt x="10024" y="6288"/>
                    <a:pt x="9681" y="6339"/>
                    <a:pt x="9255" y="6339"/>
                  </a:cubicBezTo>
                  <a:cubicBezTo>
                    <a:pt x="9020" y="6339"/>
                    <a:pt x="8760" y="6324"/>
                    <a:pt x="8490" y="6282"/>
                  </a:cubicBezTo>
                  <a:cubicBezTo>
                    <a:pt x="9431" y="6031"/>
                    <a:pt x="10181" y="5269"/>
                    <a:pt x="10431" y="4317"/>
                  </a:cubicBezTo>
                  <a:close/>
                  <a:moveTo>
                    <a:pt x="584" y="4317"/>
                  </a:moveTo>
                  <a:cubicBezTo>
                    <a:pt x="834" y="5269"/>
                    <a:pt x="1585" y="6031"/>
                    <a:pt x="2537" y="6282"/>
                  </a:cubicBezTo>
                  <a:cubicBezTo>
                    <a:pt x="2245" y="6326"/>
                    <a:pt x="1970" y="6342"/>
                    <a:pt x="1726" y="6342"/>
                  </a:cubicBezTo>
                  <a:cubicBezTo>
                    <a:pt x="1312" y="6342"/>
                    <a:pt x="987" y="6295"/>
                    <a:pt x="823" y="6258"/>
                  </a:cubicBezTo>
                  <a:lnTo>
                    <a:pt x="823" y="5865"/>
                  </a:lnTo>
                  <a:cubicBezTo>
                    <a:pt x="823" y="5781"/>
                    <a:pt x="751" y="5710"/>
                    <a:pt x="656" y="5710"/>
                  </a:cubicBezTo>
                  <a:lnTo>
                    <a:pt x="299" y="5710"/>
                  </a:lnTo>
                  <a:cubicBezTo>
                    <a:pt x="334" y="5329"/>
                    <a:pt x="465" y="4781"/>
                    <a:pt x="584" y="4317"/>
                  </a:cubicBezTo>
                  <a:close/>
                  <a:moveTo>
                    <a:pt x="8454" y="6615"/>
                  </a:moveTo>
                  <a:cubicBezTo>
                    <a:pt x="8752" y="6663"/>
                    <a:pt x="9026" y="6674"/>
                    <a:pt x="9276" y="6674"/>
                  </a:cubicBezTo>
                  <a:lnTo>
                    <a:pt x="9502" y="6674"/>
                  </a:lnTo>
                  <a:cubicBezTo>
                    <a:pt x="9383" y="7627"/>
                    <a:pt x="8931" y="8508"/>
                    <a:pt x="8228" y="9163"/>
                  </a:cubicBezTo>
                  <a:cubicBezTo>
                    <a:pt x="7907" y="9460"/>
                    <a:pt x="7550" y="9699"/>
                    <a:pt x="7157" y="9877"/>
                  </a:cubicBezTo>
                  <a:cubicBezTo>
                    <a:pt x="7323" y="9722"/>
                    <a:pt x="7478" y="9556"/>
                    <a:pt x="7609" y="9365"/>
                  </a:cubicBezTo>
                  <a:cubicBezTo>
                    <a:pt x="8145" y="8627"/>
                    <a:pt x="8443" y="7651"/>
                    <a:pt x="8454" y="6615"/>
                  </a:cubicBezTo>
                  <a:close/>
                  <a:moveTo>
                    <a:pt x="6002" y="5734"/>
                  </a:moveTo>
                  <a:cubicBezTo>
                    <a:pt x="6430" y="6103"/>
                    <a:pt x="6966" y="6317"/>
                    <a:pt x="7550" y="6377"/>
                  </a:cubicBezTo>
                  <a:cubicBezTo>
                    <a:pt x="7740" y="6448"/>
                    <a:pt x="7931" y="6508"/>
                    <a:pt x="8121" y="6555"/>
                  </a:cubicBezTo>
                  <a:lnTo>
                    <a:pt x="8121" y="6567"/>
                  </a:lnTo>
                  <a:cubicBezTo>
                    <a:pt x="8133" y="8579"/>
                    <a:pt x="6954" y="10211"/>
                    <a:pt x="5514" y="10211"/>
                  </a:cubicBezTo>
                  <a:cubicBezTo>
                    <a:pt x="4942" y="10211"/>
                    <a:pt x="4394" y="9961"/>
                    <a:pt x="3942" y="9484"/>
                  </a:cubicBezTo>
                  <a:cubicBezTo>
                    <a:pt x="3501" y="9008"/>
                    <a:pt x="3156" y="8329"/>
                    <a:pt x="3013" y="7579"/>
                  </a:cubicBezTo>
                  <a:cubicBezTo>
                    <a:pt x="2993" y="7509"/>
                    <a:pt x="2930" y="7455"/>
                    <a:pt x="2853" y="7455"/>
                  </a:cubicBezTo>
                  <a:cubicBezTo>
                    <a:pt x="2839" y="7455"/>
                    <a:pt x="2825" y="7457"/>
                    <a:pt x="2811" y="7460"/>
                  </a:cubicBezTo>
                  <a:cubicBezTo>
                    <a:pt x="2728" y="7472"/>
                    <a:pt x="2668" y="7567"/>
                    <a:pt x="2692" y="7651"/>
                  </a:cubicBezTo>
                  <a:cubicBezTo>
                    <a:pt x="2858" y="8472"/>
                    <a:pt x="3228" y="9199"/>
                    <a:pt x="3716" y="9722"/>
                  </a:cubicBezTo>
                  <a:lnTo>
                    <a:pt x="3882" y="9889"/>
                  </a:lnTo>
                  <a:cubicBezTo>
                    <a:pt x="3501" y="9710"/>
                    <a:pt x="3120" y="9472"/>
                    <a:pt x="2811" y="9175"/>
                  </a:cubicBezTo>
                  <a:cubicBezTo>
                    <a:pt x="2096" y="8520"/>
                    <a:pt x="1668" y="7639"/>
                    <a:pt x="1549" y="6686"/>
                  </a:cubicBezTo>
                  <a:lnTo>
                    <a:pt x="1775" y="6686"/>
                  </a:lnTo>
                  <a:cubicBezTo>
                    <a:pt x="2025" y="6686"/>
                    <a:pt x="2299" y="6674"/>
                    <a:pt x="2597" y="6627"/>
                  </a:cubicBezTo>
                  <a:cubicBezTo>
                    <a:pt x="2597" y="6734"/>
                    <a:pt x="2597" y="6841"/>
                    <a:pt x="2608" y="6936"/>
                  </a:cubicBezTo>
                  <a:cubicBezTo>
                    <a:pt x="2608" y="7032"/>
                    <a:pt x="2680" y="7091"/>
                    <a:pt x="2775" y="7091"/>
                  </a:cubicBezTo>
                  <a:lnTo>
                    <a:pt x="2787" y="7091"/>
                  </a:lnTo>
                  <a:cubicBezTo>
                    <a:pt x="2870" y="7091"/>
                    <a:pt x="2954" y="6996"/>
                    <a:pt x="2930" y="6913"/>
                  </a:cubicBezTo>
                  <a:cubicBezTo>
                    <a:pt x="2930" y="6805"/>
                    <a:pt x="2918" y="6686"/>
                    <a:pt x="2918" y="6567"/>
                  </a:cubicBezTo>
                  <a:lnTo>
                    <a:pt x="2918" y="6555"/>
                  </a:lnTo>
                  <a:cubicBezTo>
                    <a:pt x="3109" y="6508"/>
                    <a:pt x="3311" y="6448"/>
                    <a:pt x="3501" y="6377"/>
                  </a:cubicBezTo>
                  <a:cubicBezTo>
                    <a:pt x="4061" y="6329"/>
                    <a:pt x="4597" y="6103"/>
                    <a:pt x="5049" y="5734"/>
                  </a:cubicBezTo>
                  <a:lnTo>
                    <a:pt x="5371" y="6615"/>
                  </a:lnTo>
                  <a:cubicBezTo>
                    <a:pt x="5406" y="6674"/>
                    <a:pt x="5466" y="6722"/>
                    <a:pt x="5525" y="6722"/>
                  </a:cubicBezTo>
                  <a:cubicBezTo>
                    <a:pt x="5597" y="6722"/>
                    <a:pt x="5656" y="6674"/>
                    <a:pt x="5668" y="6615"/>
                  </a:cubicBezTo>
                  <a:lnTo>
                    <a:pt x="6002" y="5734"/>
                  </a:lnTo>
                  <a:close/>
                  <a:moveTo>
                    <a:pt x="505" y="1"/>
                  </a:moveTo>
                  <a:cubicBezTo>
                    <a:pt x="477" y="1"/>
                    <a:pt x="447" y="7"/>
                    <a:pt x="418" y="19"/>
                  </a:cubicBezTo>
                  <a:cubicBezTo>
                    <a:pt x="370" y="55"/>
                    <a:pt x="346" y="90"/>
                    <a:pt x="346" y="150"/>
                  </a:cubicBezTo>
                  <a:cubicBezTo>
                    <a:pt x="346" y="174"/>
                    <a:pt x="346" y="650"/>
                    <a:pt x="727" y="1126"/>
                  </a:cubicBezTo>
                  <a:cubicBezTo>
                    <a:pt x="894" y="1329"/>
                    <a:pt x="1108" y="1507"/>
                    <a:pt x="1358" y="1638"/>
                  </a:cubicBezTo>
                  <a:cubicBezTo>
                    <a:pt x="882" y="2102"/>
                    <a:pt x="584" y="2733"/>
                    <a:pt x="525" y="3400"/>
                  </a:cubicBezTo>
                  <a:cubicBezTo>
                    <a:pt x="501" y="3472"/>
                    <a:pt x="1" y="5162"/>
                    <a:pt x="1" y="5865"/>
                  </a:cubicBezTo>
                  <a:cubicBezTo>
                    <a:pt x="1" y="5960"/>
                    <a:pt x="72" y="6031"/>
                    <a:pt x="168" y="6031"/>
                  </a:cubicBezTo>
                  <a:lnTo>
                    <a:pt x="525" y="6031"/>
                  </a:lnTo>
                  <a:lnTo>
                    <a:pt x="525" y="6389"/>
                  </a:lnTo>
                  <a:cubicBezTo>
                    <a:pt x="525" y="6460"/>
                    <a:pt x="561" y="6520"/>
                    <a:pt x="644" y="6555"/>
                  </a:cubicBezTo>
                  <a:cubicBezTo>
                    <a:pt x="668" y="6555"/>
                    <a:pt x="882" y="6615"/>
                    <a:pt x="1239" y="6639"/>
                  </a:cubicBezTo>
                  <a:cubicBezTo>
                    <a:pt x="1334" y="7698"/>
                    <a:pt x="1811" y="8663"/>
                    <a:pt x="2608" y="9401"/>
                  </a:cubicBezTo>
                  <a:cubicBezTo>
                    <a:pt x="2918" y="9675"/>
                    <a:pt x="3263" y="9913"/>
                    <a:pt x="3632" y="10115"/>
                  </a:cubicBezTo>
                  <a:lnTo>
                    <a:pt x="2454" y="10211"/>
                  </a:lnTo>
                  <a:cubicBezTo>
                    <a:pt x="2251" y="10234"/>
                    <a:pt x="2085" y="10365"/>
                    <a:pt x="2013" y="10556"/>
                  </a:cubicBezTo>
                  <a:lnTo>
                    <a:pt x="1906" y="10853"/>
                  </a:lnTo>
                  <a:cubicBezTo>
                    <a:pt x="1882" y="10949"/>
                    <a:pt x="1918" y="11032"/>
                    <a:pt x="2013" y="11068"/>
                  </a:cubicBezTo>
                  <a:cubicBezTo>
                    <a:pt x="2025" y="11068"/>
                    <a:pt x="2037" y="11080"/>
                    <a:pt x="2049" y="11080"/>
                  </a:cubicBezTo>
                  <a:cubicBezTo>
                    <a:pt x="2132" y="11080"/>
                    <a:pt x="2192" y="11032"/>
                    <a:pt x="2204" y="10973"/>
                  </a:cubicBezTo>
                  <a:lnTo>
                    <a:pt x="2311" y="10675"/>
                  </a:lnTo>
                  <a:cubicBezTo>
                    <a:pt x="2335" y="10603"/>
                    <a:pt x="2394" y="10556"/>
                    <a:pt x="2477" y="10556"/>
                  </a:cubicBezTo>
                  <a:lnTo>
                    <a:pt x="2597" y="10544"/>
                  </a:lnTo>
                  <a:lnTo>
                    <a:pt x="2597" y="10925"/>
                  </a:lnTo>
                  <a:cubicBezTo>
                    <a:pt x="2597" y="11020"/>
                    <a:pt x="2668" y="11092"/>
                    <a:pt x="2751" y="11092"/>
                  </a:cubicBezTo>
                  <a:cubicBezTo>
                    <a:pt x="2847" y="11092"/>
                    <a:pt x="2918" y="11020"/>
                    <a:pt x="2918" y="10925"/>
                  </a:cubicBezTo>
                  <a:lnTo>
                    <a:pt x="2918" y="10508"/>
                  </a:lnTo>
                  <a:lnTo>
                    <a:pt x="3144" y="10496"/>
                  </a:lnTo>
                  <a:lnTo>
                    <a:pt x="3311" y="10973"/>
                  </a:lnTo>
                  <a:cubicBezTo>
                    <a:pt x="3335" y="11044"/>
                    <a:pt x="3394" y="11080"/>
                    <a:pt x="3454" y="11080"/>
                  </a:cubicBezTo>
                  <a:cubicBezTo>
                    <a:pt x="3466" y="11080"/>
                    <a:pt x="3490" y="11080"/>
                    <a:pt x="3501" y="11056"/>
                  </a:cubicBezTo>
                  <a:cubicBezTo>
                    <a:pt x="3585" y="11032"/>
                    <a:pt x="3632" y="10937"/>
                    <a:pt x="3609" y="10853"/>
                  </a:cubicBezTo>
                  <a:lnTo>
                    <a:pt x="3466" y="10449"/>
                  </a:lnTo>
                  <a:lnTo>
                    <a:pt x="4323" y="10377"/>
                  </a:lnTo>
                  <a:cubicBezTo>
                    <a:pt x="4704" y="10496"/>
                    <a:pt x="5121" y="10556"/>
                    <a:pt x="5525" y="10556"/>
                  </a:cubicBezTo>
                  <a:cubicBezTo>
                    <a:pt x="5942" y="10556"/>
                    <a:pt x="6347" y="10496"/>
                    <a:pt x="6728" y="10377"/>
                  </a:cubicBezTo>
                  <a:lnTo>
                    <a:pt x="7573" y="10449"/>
                  </a:lnTo>
                  <a:lnTo>
                    <a:pt x="7442" y="10853"/>
                  </a:lnTo>
                  <a:cubicBezTo>
                    <a:pt x="7419" y="10937"/>
                    <a:pt x="7454" y="11032"/>
                    <a:pt x="7550" y="11056"/>
                  </a:cubicBezTo>
                  <a:cubicBezTo>
                    <a:pt x="7561" y="11056"/>
                    <a:pt x="7573" y="11080"/>
                    <a:pt x="7597" y="11080"/>
                  </a:cubicBezTo>
                  <a:cubicBezTo>
                    <a:pt x="7669" y="11080"/>
                    <a:pt x="7728" y="11032"/>
                    <a:pt x="7740" y="10973"/>
                  </a:cubicBezTo>
                  <a:lnTo>
                    <a:pt x="7907" y="10496"/>
                  </a:lnTo>
                  <a:lnTo>
                    <a:pt x="8133" y="10508"/>
                  </a:lnTo>
                  <a:lnTo>
                    <a:pt x="8133" y="10925"/>
                  </a:lnTo>
                  <a:cubicBezTo>
                    <a:pt x="8133" y="11020"/>
                    <a:pt x="8204" y="11092"/>
                    <a:pt x="8288" y="11092"/>
                  </a:cubicBezTo>
                  <a:cubicBezTo>
                    <a:pt x="8383" y="11092"/>
                    <a:pt x="8454" y="11020"/>
                    <a:pt x="8454" y="10925"/>
                  </a:cubicBezTo>
                  <a:lnTo>
                    <a:pt x="8454" y="10544"/>
                  </a:lnTo>
                  <a:lnTo>
                    <a:pt x="8573" y="10556"/>
                  </a:lnTo>
                  <a:cubicBezTo>
                    <a:pt x="8645" y="10556"/>
                    <a:pt x="8704" y="10615"/>
                    <a:pt x="8740" y="10675"/>
                  </a:cubicBezTo>
                  <a:lnTo>
                    <a:pt x="8847" y="10973"/>
                  </a:lnTo>
                  <a:cubicBezTo>
                    <a:pt x="8871" y="11044"/>
                    <a:pt x="8931" y="11080"/>
                    <a:pt x="8990" y="11080"/>
                  </a:cubicBezTo>
                  <a:cubicBezTo>
                    <a:pt x="9002" y="11080"/>
                    <a:pt x="9026" y="11080"/>
                    <a:pt x="9038" y="11056"/>
                  </a:cubicBezTo>
                  <a:cubicBezTo>
                    <a:pt x="9121" y="11032"/>
                    <a:pt x="9169" y="10937"/>
                    <a:pt x="9145" y="10853"/>
                  </a:cubicBezTo>
                  <a:lnTo>
                    <a:pt x="9038" y="10556"/>
                  </a:lnTo>
                  <a:cubicBezTo>
                    <a:pt x="8978" y="10365"/>
                    <a:pt x="8800" y="10222"/>
                    <a:pt x="8585" y="10211"/>
                  </a:cubicBezTo>
                  <a:lnTo>
                    <a:pt x="7419" y="10103"/>
                  </a:lnTo>
                  <a:cubicBezTo>
                    <a:pt x="7788" y="9925"/>
                    <a:pt x="8133" y="9687"/>
                    <a:pt x="8443" y="9389"/>
                  </a:cubicBezTo>
                  <a:cubicBezTo>
                    <a:pt x="9216" y="8663"/>
                    <a:pt x="9705" y="7698"/>
                    <a:pt x="9812" y="6639"/>
                  </a:cubicBezTo>
                  <a:cubicBezTo>
                    <a:pt x="10157" y="6615"/>
                    <a:pt x="10371" y="6555"/>
                    <a:pt x="10407" y="6555"/>
                  </a:cubicBezTo>
                  <a:cubicBezTo>
                    <a:pt x="10478" y="6532"/>
                    <a:pt x="10526" y="6460"/>
                    <a:pt x="10526" y="6389"/>
                  </a:cubicBezTo>
                  <a:lnTo>
                    <a:pt x="10526" y="6031"/>
                  </a:lnTo>
                  <a:lnTo>
                    <a:pt x="10883" y="6031"/>
                  </a:lnTo>
                  <a:cubicBezTo>
                    <a:pt x="10967" y="6031"/>
                    <a:pt x="11050" y="5960"/>
                    <a:pt x="11050" y="5865"/>
                  </a:cubicBezTo>
                  <a:cubicBezTo>
                    <a:pt x="11050" y="5174"/>
                    <a:pt x="10538" y="3472"/>
                    <a:pt x="10526" y="3400"/>
                  </a:cubicBezTo>
                  <a:cubicBezTo>
                    <a:pt x="10467" y="2733"/>
                    <a:pt x="10181" y="2102"/>
                    <a:pt x="9693" y="1638"/>
                  </a:cubicBezTo>
                  <a:cubicBezTo>
                    <a:pt x="9943" y="1507"/>
                    <a:pt x="10157" y="1329"/>
                    <a:pt x="10312" y="1126"/>
                  </a:cubicBezTo>
                  <a:cubicBezTo>
                    <a:pt x="10693" y="650"/>
                    <a:pt x="10705" y="174"/>
                    <a:pt x="10705" y="150"/>
                  </a:cubicBezTo>
                  <a:cubicBezTo>
                    <a:pt x="10705" y="90"/>
                    <a:pt x="10669" y="55"/>
                    <a:pt x="10633" y="19"/>
                  </a:cubicBezTo>
                  <a:cubicBezTo>
                    <a:pt x="10609" y="7"/>
                    <a:pt x="10583" y="1"/>
                    <a:pt x="10554" y="1"/>
                  </a:cubicBezTo>
                  <a:cubicBezTo>
                    <a:pt x="10526" y="1"/>
                    <a:pt x="10496" y="7"/>
                    <a:pt x="10467" y="19"/>
                  </a:cubicBezTo>
                  <a:cubicBezTo>
                    <a:pt x="10038" y="233"/>
                    <a:pt x="9455" y="269"/>
                    <a:pt x="8859" y="316"/>
                  </a:cubicBezTo>
                  <a:cubicBezTo>
                    <a:pt x="8466" y="352"/>
                    <a:pt x="8062" y="376"/>
                    <a:pt x="7681" y="436"/>
                  </a:cubicBezTo>
                  <a:cubicBezTo>
                    <a:pt x="7002" y="150"/>
                    <a:pt x="6264" y="7"/>
                    <a:pt x="5525" y="7"/>
                  </a:cubicBezTo>
                  <a:cubicBezTo>
                    <a:pt x="4775" y="7"/>
                    <a:pt x="4049" y="150"/>
                    <a:pt x="3370" y="436"/>
                  </a:cubicBezTo>
                  <a:cubicBezTo>
                    <a:pt x="2978" y="364"/>
                    <a:pt x="2573" y="328"/>
                    <a:pt x="2192" y="316"/>
                  </a:cubicBezTo>
                  <a:cubicBezTo>
                    <a:pt x="1585" y="269"/>
                    <a:pt x="1001" y="245"/>
                    <a:pt x="584" y="19"/>
                  </a:cubicBezTo>
                  <a:cubicBezTo>
                    <a:pt x="561" y="7"/>
                    <a:pt x="534" y="1"/>
                    <a:pt x="5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67"/>
            <p:cNvSpPr/>
            <p:nvPr/>
          </p:nvSpPr>
          <p:spPr>
            <a:xfrm>
              <a:off x="1481357" y="2507634"/>
              <a:ext cx="54144" cy="65568"/>
            </a:xfrm>
            <a:custGeom>
              <a:avLst/>
              <a:gdLst/>
              <a:ahLst/>
              <a:cxnLst/>
              <a:rect l="l" t="t" r="r" b="b"/>
              <a:pathLst>
                <a:path w="1692" h="2049" extrusionOk="0">
                  <a:moveTo>
                    <a:pt x="846" y="322"/>
                  </a:moveTo>
                  <a:cubicBezTo>
                    <a:pt x="1144" y="322"/>
                    <a:pt x="1382" y="560"/>
                    <a:pt x="1382" y="858"/>
                  </a:cubicBezTo>
                  <a:lnTo>
                    <a:pt x="1382" y="1191"/>
                  </a:lnTo>
                  <a:cubicBezTo>
                    <a:pt x="1382" y="1489"/>
                    <a:pt x="1144" y="1727"/>
                    <a:pt x="846" y="1727"/>
                  </a:cubicBezTo>
                  <a:cubicBezTo>
                    <a:pt x="549" y="1727"/>
                    <a:pt x="311" y="1489"/>
                    <a:pt x="311" y="1191"/>
                  </a:cubicBezTo>
                  <a:lnTo>
                    <a:pt x="311" y="858"/>
                  </a:lnTo>
                  <a:cubicBezTo>
                    <a:pt x="311" y="560"/>
                    <a:pt x="549" y="322"/>
                    <a:pt x="846" y="322"/>
                  </a:cubicBezTo>
                  <a:close/>
                  <a:moveTo>
                    <a:pt x="846" y="1"/>
                  </a:moveTo>
                  <a:cubicBezTo>
                    <a:pt x="370" y="1"/>
                    <a:pt x="1" y="393"/>
                    <a:pt x="1" y="858"/>
                  </a:cubicBezTo>
                  <a:lnTo>
                    <a:pt x="1" y="1191"/>
                  </a:lnTo>
                  <a:cubicBezTo>
                    <a:pt x="1" y="1667"/>
                    <a:pt x="382" y="2048"/>
                    <a:pt x="846" y="2048"/>
                  </a:cubicBezTo>
                  <a:cubicBezTo>
                    <a:pt x="1323" y="2048"/>
                    <a:pt x="1692" y="1656"/>
                    <a:pt x="1692" y="1191"/>
                  </a:cubicBezTo>
                  <a:lnTo>
                    <a:pt x="1692" y="858"/>
                  </a:lnTo>
                  <a:cubicBezTo>
                    <a:pt x="1692" y="382"/>
                    <a:pt x="1323"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67"/>
            <p:cNvSpPr/>
            <p:nvPr/>
          </p:nvSpPr>
          <p:spPr>
            <a:xfrm>
              <a:off x="1625389" y="2507634"/>
              <a:ext cx="54528" cy="65568"/>
            </a:xfrm>
            <a:custGeom>
              <a:avLst/>
              <a:gdLst/>
              <a:ahLst/>
              <a:cxnLst/>
              <a:rect l="l" t="t" r="r" b="b"/>
              <a:pathLst>
                <a:path w="1704" h="2049" extrusionOk="0">
                  <a:moveTo>
                    <a:pt x="834" y="322"/>
                  </a:moveTo>
                  <a:cubicBezTo>
                    <a:pt x="1132" y="322"/>
                    <a:pt x="1370" y="560"/>
                    <a:pt x="1370" y="858"/>
                  </a:cubicBezTo>
                  <a:lnTo>
                    <a:pt x="1370" y="1191"/>
                  </a:lnTo>
                  <a:cubicBezTo>
                    <a:pt x="1370" y="1489"/>
                    <a:pt x="1132" y="1727"/>
                    <a:pt x="834" y="1727"/>
                  </a:cubicBezTo>
                  <a:cubicBezTo>
                    <a:pt x="536" y="1727"/>
                    <a:pt x="298" y="1489"/>
                    <a:pt x="298" y="1191"/>
                  </a:cubicBezTo>
                  <a:lnTo>
                    <a:pt x="298" y="858"/>
                  </a:lnTo>
                  <a:cubicBezTo>
                    <a:pt x="298" y="560"/>
                    <a:pt x="536" y="322"/>
                    <a:pt x="834" y="322"/>
                  </a:cubicBezTo>
                  <a:close/>
                  <a:moveTo>
                    <a:pt x="858" y="1"/>
                  </a:moveTo>
                  <a:cubicBezTo>
                    <a:pt x="382" y="1"/>
                    <a:pt x="1" y="393"/>
                    <a:pt x="1" y="858"/>
                  </a:cubicBezTo>
                  <a:lnTo>
                    <a:pt x="1" y="1191"/>
                  </a:lnTo>
                  <a:cubicBezTo>
                    <a:pt x="1" y="1667"/>
                    <a:pt x="393" y="2048"/>
                    <a:pt x="858" y="2048"/>
                  </a:cubicBezTo>
                  <a:cubicBezTo>
                    <a:pt x="1334" y="2048"/>
                    <a:pt x="1703" y="1656"/>
                    <a:pt x="1703" y="1191"/>
                  </a:cubicBezTo>
                  <a:lnTo>
                    <a:pt x="1703" y="858"/>
                  </a:lnTo>
                  <a:cubicBezTo>
                    <a:pt x="1703" y="382"/>
                    <a:pt x="1310"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67"/>
            <p:cNvSpPr/>
            <p:nvPr/>
          </p:nvSpPr>
          <p:spPr>
            <a:xfrm>
              <a:off x="1503085" y="2529746"/>
              <a:ext cx="10688" cy="21344"/>
            </a:xfrm>
            <a:custGeom>
              <a:avLst/>
              <a:gdLst/>
              <a:ahLst/>
              <a:cxnLst/>
              <a:rect l="l" t="t" r="r" b="b"/>
              <a:pathLst>
                <a:path w="334" h="667" extrusionOk="0">
                  <a:moveTo>
                    <a:pt x="167" y="0"/>
                  </a:moveTo>
                  <a:cubicBezTo>
                    <a:pt x="72" y="0"/>
                    <a:pt x="1" y="72"/>
                    <a:pt x="1" y="167"/>
                  </a:cubicBezTo>
                  <a:lnTo>
                    <a:pt x="1" y="500"/>
                  </a:lnTo>
                  <a:cubicBezTo>
                    <a:pt x="1" y="595"/>
                    <a:pt x="72" y="667"/>
                    <a:pt x="167" y="667"/>
                  </a:cubicBezTo>
                  <a:cubicBezTo>
                    <a:pt x="251" y="667"/>
                    <a:pt x="334" y="595"/>
                    <a:pt x="334" y="500"/>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67"/>
            <p:cNvSpPr/>
            <p:nvPr/>
          </p:nvSpPr>
          <p:spPr>
            <a:xfrm>
              <a:off x="1647501" y="2529746"/>
              <a:ext cx="10304" cy="21344"/>
            </a:xfrm>
            <a:custGeom>
              <a:avLst/>
              <a:gdLst/>
              <a:ahLst/>
              <a:cxnLst/>
              <a:rect l="l" t="t" r="r" b="b"/>
              <a:pathLst>
                <a:path w="322" h="667" extrusionOk="0">
                  <a:moveTo>
                    <a:pt x="167" y="0"/>
                  </a:moveTo>
                  <a:cubicBezTo>
                    <a:pt x="72" y="0"/>
                    <a:pt x="0" y="72"/>
                    <a:pt x="0" y="167"/>
                  </a:cubicBezTo>
                  <a:lnTo>
                    <a:pt x="0" y="500"/>
                  </a:lnTo>
                  <a:cubicBezTo>
                    <a:pt x="0" y="595"/>
                    <a:pt x="72" y="667"/>
                    <a:pt x="167" y="667"/>
                  </a:cubicBezTo>
                  <a:cubicBezTo>
                    <a:pt x="250" y="667"/>
                    <a:pt x="322" y="595"/>
                    <a:pt x="322" y="500"/>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8" name="Google Shape;12528;p67"/>
          <p:cNvGrpSpPr/>
          <p:nvPr/>
        </p:nvGrpSpPr>
        <p:grpSpPr>
          <a:xfrm>
            <a:off x="854253" y="2504474"/>
            <a:ext cx="355104" cy="351040"/>
            <a:chOff x="854253" y="2428274"/>
            <a:chExt cx="355104" cy="351040"/>
          </a:xfrm>
        </p:grpSpPr>
        <p:sp>
          <p:nvSpPr>
            <p:cNvPr id="12529" name="Google Shape;12529;p67"/>
            <p:cNvSpPr/>
            <p:nvPr/>
          </p:nvSpPr>
          <p:spPr>
            <a:xfrm>
              <a:off x="854253" y="2428274"/>
              <a:ext cx="355104" cy="351040"/>
            </a:xfrm>
            <a:custGeom>
              <a:avLst/>
              <a:gdLst/>
              <a:ahLst/>
              <a:cxnLst/>
              <a:rect l="l" t="t" r="r" b="b"/>
              <a:pathLst>
                <a:path w="11097" h="10970" extrusionOk="0">
                  <a:moveTo>
                    <a:pt x="2584" y="7660"/>
                  </a:moveTo>
                  <a:cubicBezTo>
                    <a:pt x="2870" y="7660"/>
                    <a:pt x="3132" y="7803"/>
                    <a:pt x="3286" y="8017"/>
                  </a:cubicBezTo>
                  <a:cubicBezTo>
                    <a:pt x="3179" y="8934"/>
                    <a:pt x="2417" y="9124"/>
                    <a:pt x="2370" y="9124"/>
                  </a:cubicBezTo>
                  <a:cubicBezTo>
                    <a:pt x="2286" y="9136"/>
                    <a:pt x="2239" y="9219"/>
                    <a:pt x="2251" y="9315"/>
                  </a:cubicBezTo>
                  <a:cubicBezTo>
                    <a:pt x="2262" y="9386"/>
                    <a:pt x="2346" y="9434"/>
                    <a:pt x="2417" y="9434"/>
                  </a:cubicBezTo>
                  <a:lnTo>
                    <a:pt x="2465" y="9434"/>
                  </a:lnTo>
                  <a:cubicBezTo>
                    <a:pt x="2477" y="9434"/>
                    <a:pt x="2727" y="9374"/>
                    <a:pt x="3001" y="9172"/>
                  </a:cubicBezTo>
                  <a:cubicBezTo>
                    <a:pt x="3144" y="9053"/>
                    <a:pt x="3346" y="8874"/>
                    <a:pt x="3453" y="8600"/>
                  </a:cubicBezTo>
                  <a:lnTo>
                    <a:pt x="3453" y="8600"/>
                  </a:lnTo>
                  <a:cubicBezTo>
                    <a:pt x="3394" y="9350"/>
                    <a:pt x="2774" y="9946"/>
                    <a:pt x="2001" y="9946"/>
                  </a:cubicBezTo>
                  <a:cubicBezTo>
                    <a:pt x="1548" y="9946"/>
                    <a:pt x="1179" y="9565"/>
                    <a:pt x="1179" y="9124"/>
                  </a:cubicBezTo>
                  <a:cubicBezTo>
                    <a:pt x="1179" y="8898"/>
                    <a:pt x="1274" y="8708"/>
                    <a:pt x="1417" y="8541"/>
                  </a:cubicBezTo>
                  <a:lnTo>
                    <a:pt x="2298" y="7660"/>
                  </a:lnTo>
                  <a:close/>
                  <a:moveTo>
                    <a:pt x="6251" y="0"/>
                  </a:moveTo>
                  <a:cubicBezTo>
                    <a:pt x="6168" y="0"/>
                    <a:pt x="6086" y="24"/>
                    <a:pt x="6013" y="76"/>
                  </a:cubicBezTo>
                  <a:cubicBezTo>
                    <a:pt x="5203" y="516"/>
                    <a:pt x="4644" y="1230"/>
                    <a:pt x="4453" y="1504"/>
                  </a:cubicBezTo>
                  <a:lnTo>
                    <a:pt x="4370" y="1457"/>
                  </a:lnTo>
                  <a:cubicBezTo>
                    <a:pt x="4300" y="1423"/>
                    <a:pt x="4225" y="1407"/>
                    <a:pt x="4152" y="1407"/>
                  </a:cubicBezTo>
                  <a:cubicBezTo>
                    <a:pt x="3988" y="1407"/>
                    <a:pt x="3829" y="1487"/>
                    <a:pt x="3739" y="1635"/>
                  </a:cubicBezTo>
                  <a:cubicBezTo>
                    <a:pt x="3132" y="2552"/>
                    <a:pt x="3084" y="3981"/>
                    <a:pt x="3084" y="4207"/>
                  </a:cubicBezTo>
                  <a:cubicBezTo>
                    <a:pt x="3013" y="4397"/>
                    <a:pt x="2941" y="4600"/>
                    <a:pt x="2893" y="4802"/>
                  </a:cubicBezTo>
                  <a:cubicBezTo>
                    <a:pt x="2465" y="4862"/>
                    <a:pt x="1929" y="4993"/>
                    <a:pt x="1417" y="5267"/>
                  </a:cubicBezTo>
                  <a:cubicBezTo>
                    <a:pt x="1000" y="5493"/>
                    <a:pt x="679" y="5755"/>
                    <a:pt x="441" y="6088"/>
                  </a:cubicBezTo>
                  <a:cubicBezTo>
                    <a:pt x="155" y="6481"/>
                    <a:pt x="0" y="6957"/>
                    <a:pt x="0" y="7493"/>
                  </a:cubicBezTo>
                  <a:cubicBezTo>
                    <a:pt x="0" y="7588"/>
                    <a:pt x="84" y="7660"/>
                    <a:pt x="167" y="7660"/>
                  </a:cubicBezTo>
                  <a:lnTo>
                    <a:pt x="1846" y="7660"/>
                  </a:lnTo>
                  <a:lnTo>
                    <a:pt x="1191" y="8315"/>
                  </a:lnTo>
                  <a:cubicBezTo>
                    <a:pt x="977" y="8541"/>
                    <a:pt x="869" y="8827"/>
                    <a:pt x="869" y="9124"/>
                  </a:cubicBezTo>
                  <a:cubicBezTo>
                    <a:pt x="869" y="9743"/>
                    <a:pt x="1369" y="10267"/>
                    <a:pt x="2012" y="10267"/>
                  </a:cubicBezTo>
                  <a:cubicBezTo>
                    <a:pt x="2608" y="10267"/>
                    <a:pt x="3144" y="9970"/>
                    <a:pt x="3477" y="9505"/>
                  </a:cubicBezTo>
                  <a:lnTo>
                    <a:pt x="3477" y="10803"/>
                  </a:lnTo>
                  <a:cubicBezTo>
                    <a:pt x="3477" y="10886"/>
                    <a:pt x="3548" y="10970"/>
                    <a:pt x="3632" y="10970"/>
                  </a:cubicBezTo>
                  <a:cubicBezTo>
                    <a:pt x="3727" y="10970"/>
                    <a:pt x="3798" y="10886"/>
                    <a:pt x="3798" y="10803"/>
                  </a:cubicBezTo>
                  <a:lnTo>
                    <a:pt x="3798" y="8553"/>
                  </a:lnTo>
                  <a:lnTo>
                    <a:pt x="3798" y="8469"/>
                  </a:lnTo>
                  <a:cubicBezTo>
                    <a:pt x="3751" y="7838"/>
                    <a:pt x="3239" y="7362"/>
                    <a:pt x="2608" y="7362"/>
                  </a:cubicBezTo>
                  <a:lnTo>
                    <a:pt x="774" y="7362"/>
                  </a:lnTo>
                  <a:cubicBezTo>
                    <a:pt x="1239" y="7184"/>
                    <a:pt x="2084" y="6993"/>
                    <a:pt x="3655" y="6993"/>
                  </a:cubicBezTo>
                  <a:cubicBezTo>
                    <a:pt x="3739" y="6993"/>
                    <a:pt x="3810" y="6922"/>
                    <a:pt x="3810" y="6826"/>
                  </a:cubicBezTo>
                  <a:cubicBezTo>
                    <a:pt x="3810" y="6743"/>
                    <a:pt x="3739" y="6660"/>
                    <a:pt x="3655" y="6660"/>
                  </a:cubicBezTo>
                  <a:cubicBezTo>
                    <a:pt x="1703" y="6660"/>
                    <a:pt x="774" y="6957"/>
                    <a:pt x="357" y="7184"/>
                  </a:cubicBezTo>
                  <a:cubicBezTo>
                    <a:pt x="453" y="6481"/>
                    <a:pt x="869" y="5933"/>
                    <a:pt x="1572" y="5564"/>
                  </a:cubicBezTo>
                  <a:cubicBezTo>
                    <a:pt x="2239" y="5207"/>
                    <a:pt x="3013" y="5112"/>
                    <a:pt x="3417" y="5088"/>
                  </a:cubicBezTo>
                  <a:cubicBezTo>
                    <a:pt x="3489" y="5088"/>
                    <a:pt x="3560" y="5112"/>
                    <a:pt x="3596" y="5195"/>
                  </a:cubicBezTo>
                  <a:cubicBezTo>
                    <a:pt x="3691" y="5410"/>
                    <a:pt x="3894" y="5826"/>
                    <a:pt x="4013" y="6172"/>
                  </a:cubicBezTo>
                  <a:cubicBezTo>
                    <a:pt x="4032" y="6248"/>
                    <a:pt x="4096" y="6286"/>
                    <a:pt x="4164" y="6286"/>
                  </a:cubicBezTo>
                  <a:cubicBezTo>
                    <a:pt x="4181" y="6286"/>
                    <a:pt x="4198" y="6283"/>
                    <a:pt x="4215" y="6279"/>
                  </a:cubicBezTo>
                  <a:cubicBezTo>
                    <a:pt x="4310" y="6243"/>
                    <a:pt x="4346" y="6160"/>
                    <a:pt x="4322" y="6064"/>
                  </a:cubicBezTo>
                  <a:cubicBezTo>
                    <a:pt x="4203" y="5731"/>
                    <a:pt x="4025" y="5326"/>
                    <a:pt x="3894" y="5040"/>
                  </a:cubicBezTo>
                  <a:cubicBezTo>
                    <a:pt x="3803" y="4860"/>
                    <a:pt x="3627" y="4754"/>
                    <a:pt x="3426" y="4754"/>
                  </a:cubicBezTo>
                  <a:cubicBezTo>
                    <a:pt x="3415" y="4754"/>
                    <a:pt x="3404" y="4754"/>
                    <a:pt x="3394" y="4755"/>
                  </a:cubicBezTo>
                  <a:cubicBezTo>
                    <a:pt x="3358" y="4755"/>
                    <a:pt x="3310" y="4755"/>
                    <a:pt x="3251" y="4778"/>
                  </a:cubicBezTo>
                  <a:cubicBezTo>
                    <a:pt x="3453" y="4005"/>
                    <a:pt x="3906" y="3314"/>
                    <a:pt x="4525" y="2814"/>
                  </a:cubicBezTo>
                  <a:cubicBezTo>
                    <a:pt x="5215" y="2254"/>
                    <a:pt x="6061" y="1957"/>
                    <a:pt x="6942" y="1957"/>
                  </a:cubicBezTo>
                  <a:cubicBezTo>
                    <a:pt x="7585" y="1957"/>
                    <a:pt x="8204" y="2123"/>
                    <a:pt x="8775" y="2421"/>
                  </a:cubicBezTo>
                  <a:cubicBezTo>
                    <a:pt x="8800" y="2437"/>
                    <a:pt x="8828" y="2445"/>
                    <a:pt x="8857" y="2445"/>
                  </a:cubicBezTo>
                  <a:cubicBezTo>
                    <a:pt x="8912" y="2445"/>
                    <a:pt x="8966" y="2416"/>
                    <a:pt x="8989" y="2362"/>
                  </a:cubicBezTo>
                  <a:cubicBezTo>
                    <a:pt x="9037" y="2290"/>
                    <a:pt x="9013" y="2183"/>
                    <a:pt x="8930" y="2147"/>
                  </a:cubicBezTo>
                  <a:cubicBezTo>
                    <a:pt x="8323" y="1814"/>
                    <a:pt x="7644" y="1635"/>
                    <a:pt x="6954" y="1635"/>
                  </a:cubicBezTo>
                  <a:cubicBezTo>
                    <a:pt x="6001" y="1635"/>
                    <a:pt x="5084" y="1969"/>
                    <a:pt x="4334" y="2564"/>
                  </a:cubicBezTo>
                  <a:cubicBezTo>
                    <a:pt x="4013" y="2826"/>
                    <a:pt x="3727" y="3135"/>
                    <a:pt x="3501" y="3481"/>
                  </a:cubicBezTo>
                  <a:cubicBezTo>
                    <a:pt x="3572" y="2981"/>
                    <a:pt x="3727" y="2302"/>
                    <a:pt x="4036" y="1814"/>
                  </a:cubicBezTo>
                  <a:cubicBezTo>
                    <a:pt x="4070" y="1764"/>
                    <a:pt x="4132" y="1743"/>
                    <a:pt x="4191" y="1743"/>
                  </a:cubicBezTo>
                  <a:cubicBezTo>
                    <a:pt x="4216" y="1743"/>
                    <a:pt x="4241" y="1747"/>
                    <a:pt x="4263" y="1754"/>
                  </a:cubicBezTo>
                  <a:lnTo>
                    <a:pt x="4465" y="1850"/>
                  </a:lnTo>
                  <a:cubicBezTo>
                    <a:pt x="4487" y="1856"/>
                    <a:pt x="4508" y="1859"/>
                    <a:pt x="4529" y="1859"/>
                  </a:cubicBezTo>
                  <a:cubicBezTo>
                    <a:pt x="4589" y="1859"/>
                    <a:pt x="4644" y="1834"/>
                    <a:pt x="4679" y="1790"/>
                  </a:cubicBezTo>
                  <a:cubicBezTo>
                    <a:pt x="4679" y="1766"/>
                    <a:pt x="5275" y="861"/>
                    <a:pt x="6215" y="337"/>
                  </a:cubicBezTo>
                  <a:cubicBezTo>
                    <a:pt x="6236" y="324"/>
                    <a:pt x="6261" y="318"/>
                    <a:pt x="6288" y="318"/>
                  </a:cubicBezTo>
                  <a:cubicBezTo>
                    <a:pt x="6307" y="318"/>
                    <a:pt x="6327" y="321"/>
                    <a:pt x="6346" y="326"/>
                  </a:cubicBezTo>
                  <a:cubicBezTo>
                    <a:pt x="6394" y="337"/>
                    <a:pt x="6430" y="373"/>
                    <a:pt x="6465" y="421"/>
                  </a:cubicBezTo>
                  <a:lnTo>
                    <a:pt x="6656" y="802"/>
                  </a:lnTo>
                  <a:cubicBezTo>
                    <a:pt x="6668" y="849"/>
                    <a:pt x="6715" y="873"/>
                    <a:pt x="6751" y="897"/>
                  </a:cubicBezTo>
                  <a:cubicBezTo>
                    <a:pt x="6769" y="901"/>
                    <a:pt x="6784" y="904"/>
                    <a:pt x="6799" y="904"/>
                  </a:cubicBezTo>
                  <a:cubicBezTo>
                    <a:pt x="6825" y="904"/>
                    <a:pt x="6848" y="896"/>
                    <a:pt x="6870" y="873"/>
                  </a:cubicBezTo>
                  <a:cubicBezTo>
                    <a:pt x="6870" y="873"/>
                    <a:pt x="7585" y="504"/>
                    <a:pt x="8513" y="397"/>
                  </a:cubicBezTo>
                  <a:cubicBezTo>
                    <a:pt x="8585" y="397"/>
                    <a:pt x="8644" y="421"/>
                    <a:pt x="8668" y="457"/>
                  </a:cubicBezTo>
                  <a:cubicBezTo>
                    <a:pt x="8716" y="504"/>
                    <a:pt x="8728" y="564"/>
                    <a:pt x="8716" y="623"/>
                  </a:cubicBezTo>
                  <a:lnTo>
                    <a:pt x="8620" y="1052"/>
                  </a:lnTo>
                  <a:cubicBezTo>
                    <a:pt x="8608" y="1099"/>
                    <a:pt x="8620" y="1147"/>
                    <a:pt x="8656" y="1171"/>
                  </a:cubicBezTo>
                  <a:cubicBezTo>
                    <a:pt x="8680" y="1207"/>
                    <a:pt x="8716" y="1230"/>
                    <a:pt x="8751" y="1254"/>
                  </a:cubicBezTo>
                  <a:cubicBezTo>
                    <a:pt x="8775" y="1254"/>
                    <a:pt x="9740" y="1397"/>
                    <a:pt x="10466" y="1933"/>
                  </a:cubicBezTo>
                  <a:cubicBezTo>
                    <a:pt x="10513" y="1969"/>
                    <a:pt x="10537" y="2028"/>
                    <a:pt x="10537" y="2088"/>
                  </a:cubicBezTo>
                  <a:cubicBezTo>
                    <a:pt x="10537" y="2147"/>
                    <a:pt x="10513" y="2207"/>
                    <a:pt x="10466" y="2231"/>
                  </a:cubicBezTo>
                  <a:lnTo>
                    <a:pt x="9751" y="2719"/>
                  </a:lnTo>
                  <a:cubicBezTo>
                    <a:pt x="9680" y="2647"/>
                    <a:pt x="9585" y="2588"/>
                    <a:pt x="9513" y="2516"/>
                  </a:cubicBezTo>
                  <a:cubicBezTo>
                    <a:pt x="9482" y="2491"/>
                    <a:pt x="9445" y="2478"/>
                    <a:pt x="9408" y="2478"/>
                  </a:cubicBezTo>
                  <a:cubicBezTo>
                    <a:pt x="9360" y="2478"/>
                    <a:pt x="9314" y="2500"/>
                    <a:pt x="9287" y="2540"/>
                  </a:cubicBezTo>
                  <a:cubicBezTo>
                    <a:pt x="9228" y="2623"/>
                    <a:pt x="9251" y="2719"/>
                    <a:pt x="9323" y="2766"/>
                  </a:cubicBezTo>
                  <a:cubicBezTo>
                    <a:pt x="10240" y="3493"/>
                    <a:pt x="10764" y="4588"/>
                    <a:pt x="10764" y="5755"/>
                  </a:cubicBezTo>
                  <a:lnTo>
                    <a:pt x="10764" y="10791"/>
                  </a:lnTo>
                  <a:cubicBezTo>
                    <a:pt x="10764" y="10874"/>
                    <a:pt x="10835" y="10958"/>
                    <a:pt x="10930" y="10958"/>
                  </a:cubicBezTo>
                  <a:cubicBezTo>
                    <a:pt x="11014" y="10958"/>
                    <a:pt x="11097" y="10874"/>
                    <a:pt x="11097" y="10791"/>
                  </a:cubicBezTo>
                  <a:lnTo>
                    <a:pt x="11097" y="5755"/>
                  </a:lnTo>
                  <a:cubicBezTo>
                    <a:pt x="11061" y="4707"/>
                    <a:pt x="10668" y="3719"/>
                    <a:pt x="9966" y="2957"/>
                  </a:cubicBezTo>
                  <a:lnTo>
                    <a:pt x="10621" y="2504"/>
                  </a:lnTo>
                  <a:cubicBezTo>
                    <a:pt x="10752" y="2409"/>
                    <a:pt x="10847" y="2242"/>
                    <a:pt x="10847" y="2076"/>
                  </a:cubicBezTo>
                  <a:cubicBezTo>
                    <a:pt x="10847" y="1921"/>
                    <a:pt x="10764" y="1766"/>
                    <a:pt x="10633" y="1659"/>
                  </a:cubicBezTo>
                  <a:cubicBezTo>
                    <a:pt x="10013" y="1219"/>
                    <a:pt x="9275" y="1028"/>
                    <a:pt x="8954" y="945"/>
                  </a:cubicBezTo>
                  <a:lnTo>
                    <a:pt x="9013" y="683"/>
                  </a:lnTo>
                  <a:cubicBezTo>
                    <a:pt x="9037" y="516"/>
                    <a:pt x="9001" y="349"/>
                    <a:pt x="8894" y="230"/>
                  </a:cubicBezTo>
                  <a:cubicBezTo>
                    <a:pt x="8803" y="129"/>
                    <a:pt x="8668" y="70"/>
                    <a:pt x="8526" y="70"/>
                  </a:cubicBezTo>
                  <a:cubicBezTo>
                    <a:pt x="8502" y="70"/>
                    <a:pt x="8478" y="72"/>
                    <a:pt x="8454" y="76"/>
                  </a:cubicBezTo>
                  <a:cubicBezTo>
                    <a:pt x="7704" y="147"/>
                    <a:pt x="7108" y="385"/>
                    <a:pt x="6834" y="516"/>
                  </a:cubicBezTo>
                  <a:lnTo>
                    <a:pt x="6715" y="278"/>
                  </a:lnTo>
                  <a:cubicBezTo>
                    <a:pt x="6656" y="159"/>
                    <a:pt x="6537" y="52"/>
                    <a:pt x="6406" y="28"/>
                  </a:cubicBezTo>
                  <a:cubicBezTo>
                    <a:pt x="6355" y="10"/>
                    <a:pt x="6303" y="0"/>
                    <a:pt x="6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67"/>
            <p:cNvSpPr/>
            <p:nvPr/>
          </p:nvSpPr>
          <p:spPr>
            <a:xfrm>
              <a:off x="1003597" y="2557554"/>
              <a:ext cx="49568" cy="60608"/>
            </a:xfrm>
            <a:custGeom>
              <a:avLst/>
              <a:gdLst/>
              <a:ahLst/>
              <a:cxnLst/>
              <a:rect l="l" t="t" r="r" b="b"/>
              <a:pathLst>
                <a:path w="1549" h="1894" extrusionOk="0">
                  <a:moveTo>
                    <a:pt x="774" y="0"/>
                  </a:moveTo>
                  <a:cubicBezTo>
                    <a:pt x="358" y="0"/>
                    <a:pt x="1" y="346"/>
                    <a:pt x="1" y="774"/>
                  </a:cubicBezTo>
                  <a:lnTo>
                    <a:pt x="1" y="1119"/>
                  </a:lnTo>
                  <a:cubicBezTo>
                    <a:pt x="1" y="1536"/>
                    <a:pt x="346" y="1893"/>
                    <a:pt x="774" y="1893"/>
                  </a:cubicBezTo>
                  <a:cubicBezTo>
                    <a:pt x="1203" y="1893"/>
                    <a:pt x="1548" y="1548"/>
                    <a:pt x="1548" y="1119"/>
                  </a:cubicBezTo>
                  <a:lnTo>
                    <a:pt x="1548" y="774"/>
                  </a:lnTo>
                  <a:cubicBezTo>
                    <a:pt x="1548" y="643"/>
                    <a:pt x="1513" y="548"/>
                    <a:pt x="1477" y="441"/>
                  </a:cubicBezTo>
                  <a:cubicBezTo>
                    <a:pt x="1443" y="389"/>
                    <a:pt x="1383" y="350"/>
                    <a:pt x="1322" y="350"/>
                  </a:cubicBezTo>
                  <a:cubicBezTo>
                    <a:pt x="1298" y="350"/>
                    <a:pt x="1274" y="356"/>
                    <a:pt x="1251" y="369"/>
                  </a:cubicBezTo>
                  <a:cubicBezTo>
                    <a:pt x="1179" y="405"/>
                    <a:pt x="1132" y="500"/>
                    <a:pt x="1179" y="584"/>
                  </a:cubicBezTo>
                  <a:cubicBezTo>
                    <a:pt x="1203" y="643"/>
                    <a:pt x="1215" y="703"/>
                    <a:pt x="1215" y="786"/>
                  </a:cubicBezTo>
                  <a:lnTo>
                    <a:pt x="1215" y="1119"/>
                  </a:lnTo>
                  <a:cubicBezTo>
                    <a:pt x="1215" y="1358"/>
                    <a:pt x="1024" y="1572"/>
                    <a:pt x="774" y="1572"/>
                  </a:cubicBezTo>
                  <a:cubicBezTo>
                    <a:pt x="536" y="1572"/>
                    <a:pt x="322" y="1381"/>
                    <a:pt x="322" y="1119"/>
                  </a:cubicBezTo>
                  <a:lnTo>
                    <a:pt x="322" y="786"/>
                  </a:lnTo>
                  <a:cubicBezTo>
                    <a:pt x="322" y="548"/>
                    <a:pt x="524" y="334"/>
                    <a:pt x="774" y="334"/>
                  </a:cubicBezTo>
                  <a:cubicBezTo>
                    <a:pt x="858" y="334"/>
                    <a:pt x="941" y="262"/>
                    <a:pt x="941" y="167"/>
                  </a:cubicBezTo>
                  <a:cubicBezTo>
                    <a:pt x="941" y="84"/>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1" name="Google Shape;12531;p67"/>
          <p:cNvGrpSpPr/>
          <p:nvPr/>
        </p:nvGrpSpPr>
        <p:grpSpPr>
          <a:xfrm>
            <a:off x="6896909" y="2517146"/>
            <a:ext cx="354752" cy="275904"/>
            <a:chOff x="6896909" y="2440946"/>
            <a:chExt cx="354752" cy="275904"/>
          </a:xfrm>
        </p:grpSpPr>
        <p:sp>
          <p:nvSpPr>
            <p:cNvPr id="12532" name="Google Shape;12532;p67"/>
            <p:cNvSpPr/>
            <p:nvPr/>
          </p:nvSpPr>
          <p:spPr>
            <a:xfrm>
              <a:off x="7052365" y="2573938"/>
              <a:ext cx="32416" cy="32416"/>
            </a:xfrm>
            <a:custGeom>
              <a:avLst/>
              <a:gdLst/>
              <a:ahLst/>
              <a:cxnLst/>
              <a:rect l="l" t="t" r="r" b="b"/>
              <a:pathLst>
                <a:path w="1013" h="1013" extrusionOk="0">
                  <a:moveTo>
                    <a:pt x="512" y="346"/>
                  </a:moveTo>
                  <a:cubicBezTo>
                    <a:pt x="607" y="346"/>
                    <a:pt x="691" y="429"/>
                    <a:pt x="691" y="524"/>
                  </a:cubicBezTo>
                  <a:cubicBezTo>
                    <a:pt x="691" y="607"/>
                    <a:pt x="607" y="703"/>
                    <a:pt x="512" y="703"/>
                  </a:cubicBezTo>
                  <a:cubicBezTo>
                    <a:pt x="405" y="703"/>
                    <a:pt x="334" y="607"/>
                    <a:pt x="334" y="524"/>
                  </a:cubicBezTo>
                  <a:cubicBezTo>
                    <a:pt x="334" y="429"/>
                    <a:pt x="417" y="346"/>
                    <a:pt x="512" y="346"/>
                  </a:cubicBezTo>
                  <a:close/>
                  <a:moveTo>
                    <a:pt x="512" y="0"/>
                  </a:moveTo>
                  <a:cubicBezTo>
                    <a:pt x="226" y="0"/>
                    <a:pt x="0" y="226"/>
                    <a:pt x="0" y="500"/>
                  </a:cubicBezTo>
                  <a:cubicBezTo>
                    <a:pt x="0" y="786"/>
                    <a:pt x="226" y="1012"/>
                    <a:pt x="512" y="1012"/>
                  </a:cubicBezTo>
                  <a:cubicBezTo>
                    <a:pt x="786" y="1012"/>
                    <a:pt x="1012" y="786"/>
                    <a:pt x="1012" y="500"/>
                  </a:cubicBezTo>
                  <a:cubicBezTo>
                    <a:pt x="1012" y="226"/>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67"/>
            <p:cNvSpPr/>
            <p:nvPr/>
          </p:nvSpPr>
          <p:spPr>
            <a:xfrm>
              <a:off x="6896909" y="2440946"/>
              <a:ext cx="354752" cy="275904"/>
            </a:xfrm>
            <a:custGeom>
              <a:avLst/>
              <a:gdLst/>
              <a:ahLst/>
              <a:cxnLst/>
              <a:rect l="l" t="t" r="r" b="b"/>
              <a:pathLst>
                <a:path w="11086" h="8622" extrusionOk="0">
                  <a:moveTo>
                    <a:pt x="3882" y="4847"/>
                  </a:moveTo>
                  <a:cubicBezTo>
                    <a:pt x="3894" y="5049"/>
                    <a:pt x="3953" y="5454"/>
                    <a:pt x="4132" y="5883"/>
                  </a:cubicBezTo>
                  <a:cubicBezTo>
                    <a:pt x="4370" y="6466"/>
                    <a:pt x="4870" y="7192"/>
                    <a:pt x="5930" y="7502"/>
                  </a:cubicBezTo>
                  <a:cubicBezTo>
                    <a:pt x="5942" y="7538"/>
                    <a:pt x="5965" y="7550"/>
                    <a:pt x="5977" y="7585"/>
                  </a:cubicBezTo>
                  <a:cubicBezTo>
                    <a:pt x="4668" y="7585"/>
                    <a:pt x="3441" y="6823"/>
                    <a:pt x="2846" y="5645"/>
                  </a:cubicBezTo>
                  <a:cubicBezTo>
                    <a:pt x="2820" y="5592"/>
                    <a:pt x="2762" y="5559"/>
                    <a:pt x="2700" y="5559"/>
                  </a:cubicBezTo>
                  <a:cubicBezTo>
                    <a:pt x="2677" y="5559"/>
                    <a:pt x="2654" y="5564"/>
                    <a:pt x="2632" y="5573"/>
                  </a:cubicBezTo>
                  <a:cubicBezTo>
                    <a:pt x="2489" y="5597"/>
                    <a:pt x="2465" y="5704"/>
                    <a:pt x="2513" y="5776"/>
                  </a:cubicBezTo>
                  <a:cubicBezTo>
                    <a:pt x="2834" y="6418"/>
                    <a:pt x="3322" y="6942"/>
                    <a:pt x="3941" y="7323"/>
                  </a:cubicBezTo>
                  <a:cubicBezTo>
                    <a:pt x="4275" y="7538"/>
                    <a:pt x="4644" y="7681"/>
                    <a:pt x="5037" y="7788"/>
                  </a:cubicBezTo>
                  <a:cubicBezTo>
                    <a:pt x="4967" y="7792"/>
                    <a:pt x="4898" y="7794"/>
                    <a:pt x="4829" y="7794"/>
                  </a:cubicBezTo>
                  <a:cubicBezTo>
                    <a:pt x="4067" y="7794"/>
                    <a:pt x="3326" y="7554"/>
                    <a:pt x="2715" y="7073"/>
                  </a:cubicBezTo>
                  <a:cubicBezTo>
                    <a:pt x="1989" y="6526"/>
                    <a:pt x="1512" y="5740"/>
                    <a:pt x="1358" y="4847"/>
                  </a:cubicBezTo>
                  <a:lnTo>
                    <a:pt x="2191" y="4847"/>
                  </a:lnTo>
                  <a:cubicBezTo>
                    <a:pt x="2215" y="4918"/>
                    <a:pt x="2227" y="4990"/>
                    <a:pt x="2251" y="5061"/>
                  </a:cubicBezTo>
                  <a:cubicBezTo>
                    <a:pt x="2274" y="5144"/>
                    <a:pt x="2346" y="5180"/>
                    <a:pt x="2417" y="5180"/>
                  </a:cubicBezTo>
                  <a:lnTo>
                    <a:pt x="2465" y="5180"/>
                  </a:lnTo>
                  <a:cubicBezTo>
                    <a:pt x="2548" y="5156"/>
                    <a:pt x="2596" y="5061"/>
                    <a:pt x="2584" y="4990"/>
                  </a:cubicBezTo>
                  <a:cubicBezTo>
                    <a:pt x="2572" y="4942"/>
                    <a:pt x="2548" y="4906"/>
                    <a:pt x="2548" y="4847"/>
                  </a:cubicBezTo>
                  <a:close/>
                  <a:moveTo>
                    <a:pt x="1001" y="4823"/>
                  </a:moveTo>
                  <a:cubicBezTo>
                    <a:pt x="1155" y="5823"/>
                    <a:pt x="1679" y="6704"/>
                    <a:pt x="2489" y="7323"/>
                  </a:cubicBezTo>
                  <a:cubicBezTo>
                    <a:pt x="2953" y="7681"/>
                    <a:pt x="3477" y="7919"/>
                    <a:pt x="4025" y="8026"/>
                  </a:cubicBezTo>
                  <a:cubicBezTo>
                    <a:pt x="3959" y="8030"/>
                    <a:pt x="3893" y="8032"/>
                    <a:pt x="3827" y="8032"/>
                  </a:cubicBezTo>
                  <a:cubicBezTo>
                    <a:pt x="3076" y="8032"/>
                    <a:pt x="2350" y="7782"/>
                    <a:pt x="1715" y="7311"/>
                  </a:cubicBezTo>
                  <a:cubicBezTo>
                    <a:pt x="929" y="6704"/>
                    <a:pt x="441" y="5811"/>
                    <a:pt x="334" y="4823"/>
                  </a:cubicBezTo>
                  <a:close/>
                  <a:moveTo>
                    <a:pt x="6858" y="370"/>
                  </a:moveTo>
                  <a:lnTo>
                    <a:pt x="6858" y="370"/>
                  </a:lnTo>
                  <a:cubicBezTo>
                    <a:pt x="7585" y="572"/>
                    <a:pt x="7823" y="1227"/>
                    <a:pt x="7835" y="1251"/>
                  </a:cubicBezTo>
                  <a:cubicBezTo>
                    <a:pt x="7847" y="1311"/>
                    <a:pt x="7930" y="1358"/>
                    <a:pt x="7989" y="1358"/>
                  </a:cubicBezTo>
                  <a:lnTo>
                    <a:pt x="8168" y="1358"/>
                  </a:lnTo>
                  <a:cubicBezTo>
                    <a:pt x="9609" y="1358"/>
                    <a:pt x="10764" y="2537"/>
                    <a:pt x="10764" y="3966"/>
                  </a:cubicBezTo>
                  <a:cubicBezTo>
                    <a:pt x="10752" y="5335"/>
                    <a:pt x="9835" y="6526"/>
                    <a:pt x="8537" y="6883"/>
                  </a:cubicBezTo>
                  <a:lnTo>
                    <a:pt x="7525" y="7169"/>
                  </a:lnTo>
                  <a:lnTo>
                    <a:pt x="7454" y="6716"/>
                  </a:lnTo>
                  <a:cubicBezTo>
                    <a:pt x="7432" y="6630"/>
                    <a:pt x="7363" y="6583"/>
                    <a:pt x="7280" y="6583"/>
                  </a:cubicBezTo>
                  <a:cubicBezTo>
                    <a:pt x="7270" y="6583"/>
                    <a:pt x="7261" y="6584"/>
                    <a:pt x="7251" y="6585"/>
                  </a:cubicBezTo>
                  <a:cubicBezTo>
                    <a:pt x="7168" y="6597"/>
                    <a:pt x="7108" y="6692"/>
                    <a:pt x="7120" y="6776"/>
                  </a:cubicBezTo>
                  <a:lnTo>
                    <a:pt x="7358" y="8073"/>
                  </a:lnTo>
                  <a:cubicBezTo>
                    <a:pt x="7370" y="8145"/>
                    <a:pt x="7347" y="8204"/>
                    <a:pt x="7287" y="8252"/>
                  </a:cubicBezTo>
                  <a:cubicBezTo>
                    <a:pt x="7255" y="8278"/>
                    <a:pt x="7216" y="8289"/>
                    <a:pt x="7180" y="8289"/>
                  </a:cubicBezTo>
                  <a:cubicBezTo>
                    <a:pt x="7148" y="8289"/>
                    <a:pt x="7119" y="8280"/>
                    <a:pt x="7097" y="8264"/>
                  </a:cubicBezTo>
                  <a:cubicBezTo>
                    <a:pt x="6287" y="7823"/>
                    <a:pt x="6049" y="7061"/>
                    <a:pt x="6049" y="7049"/>
                  </a:cubicBezTo>
                  <a:cubicBezTo>
                    <a:pt x="6030" y="6976"/>
                    <a:pt x="5969" y="6930"/>
                    <a:pt x="5909" y="6930"/>
                  </a:cubicBezTo>
                  <a:cubicBezTo>
                    <a:pt x="5892" y="6930"/>
                    <a:pt x="5874" y="6934"/>
                    <a:pt x="5858" y="6942"/>
                  </a:cubicBezTo>
                  <a:cubicBezTo>
                    <a:pt x="5787" y="6954"/>
                    <a:pt x="5739" y="7026"/>
                    <a:pt x="5739" y="7109"/>
                  </a:cubicBezTo>
                  <a:cubicBezTo>
                    <a:pt x="5108" y="6847"/>
                    <a:pt x="4668" y="6407"/>
                    <a:pt x="4394" y="5764"/>
                  </a:cubicBezTo>
                  <a:cubicBezTo>
                    <a:pt x="4239" y="5395"/>
                    <a:pt x="4191" y="5037"/>
                    <a:pt x="4156" y="4847"/>
                  </a:cubicBezTo>
                  <a:lnTo>
                    <a:pt x="4334" y="4847"/>
                  </a:lnTo>
                  <a:cubicBezTo>
                    <a:pt x="4430" y="4847"/>
                    <a:pt x="4501" y="4763"/>
                    <a:pt x="4501" y="4680"/>
                  </a:cubicBezTo>
                  <a:cubicBezTo>
                    <a:pt x="4501" y="4585"/>
                    <a:pt x="4430" y="4513"/>
                    <a:pt x="4334" y="4513"/>
                  </a:cubicBezTo>
                  <a:lnTo>
                    <a:pt x="334" y="4513"/>
                  </a:lnTo>
                  <a:lnTo>
                    <a:pt x="334" y="4502"/>
                  </a:lnTo>
                  <a:cubicBezTo>
                    <a:pt x="334" y="4204"/>
                    <a:pt x="572" y="3966"/>
                    <a:pt x="870" y="3966"/>
                  </a:cubicBezTo>
                  <a:lnTo>
                    <a:pt x="8418" y="3966"/>
                  </a:lnTo>
                  <a:cubicBezTo>
                    <a:pt x="9025" y="3966"/>
                    <a:pt x="9537" y="3454"/>
                    <a:pt x="9537" y="2847"/>
                  </a:cubicBezTo>
                  <a:cubicBezTo>
                    <a:pt x="9537" y="2239"/>
                    <a:pt x="9025" y="1727"/>
                    <a:pt x="8418" y="1727"/>
                  </a:cubicBezTo>
                  <a:lnTo>
                    <a:pt x="7989" y="1727"/>
                  </a:lnTo>
                  <a:cubicBezTo>
                    <a:pt x="7906" y="1727"/>
                    <a:pt x="7847" y="1775"/>
                    <a:pt x="7835" y="1835"/>
                  </a:cubicBezTo>
                  <a:cubicBezTo>
                    <a:pt x="7835" y="1846"/>
                    <a:pt x="7597" y="2525"/>
                    <a:pt x="6858" y="2716"/>
                  </a:cubicBezTo>
                  <a:cubicBezTo>
                    <a:pt x="6894" y="2573"/>
                    <a:pt x="6930" y="2394"/>
                    <a:pt x="6930" y="2156"/>
                  </a:cubicBezTo>
                  <a:cubicBezTo>
                    <a:pt x="6930" y="1823"/>
                    <a:pt x="7168" y="1704"/>
                    <a:pt x="7180" y="1704"/>
                  </a:cubicBezTo>
                  <a:cubicBezTo>
                    <a:pt x="7239" y="1668"/>
                    <a:pt x="7287" y="1608"/>
                    <a:pt x="7287" y="1549"/>
                  </a:cubicBezTo>
                  <a:cubicBezTo>
                    <a:pt x="7287" y="1489"/>
                    <a:pt x="7251" y="1430"/>
                    <a:pt x="7192" y="1406"/>
                  </a:cubicBezTo>
                  <a:cubicBezTo>
                    <a:pt x="7180" y="1406"/>
                    <a:pt x="6942" y="1287"/>
                    <a:pt x="6942" y="930"/>
                  </a:cubicBezTo>
                  <a:cubicBezTo>
                    <a:pt x="6942" y="692"/>
                    <a:pt x="6918" y="513"/>
                    <a:pt x="6858" y="370"/>
                  </a:cubicBezTo>
                  <a:close/>
                  <a:moveTo>
                    <a:pt x="6406" y="1"/>
                  </a:moveTo>
                  <a:cubicBezTo>
                    <a:pt x="6323" y="1"/>
                    <a:pt x="6239" y="72"/>
                    <a:pt x="6239" y="168"/>
                  </a:cubicBezTo>
                  <a:cubicBezTo>
                    <a:pt x="6239" y="263"/>
                    <a:pt x="6323" y="334"/>
                    <a:pt x="6394" y="334"/>
                  </a:cubicBezTo>
                  <a:cubicBezTo>
                    <a:pt x="6454" y="346"/>
                    <a:pt x="6585" y="465"/>
                    <a:pt x="6585" y="942"/>
                  </a:cubicBezTo>
                  <a:cubicBezTo>
                    <a:pt x="6585" y="1239"/>
                    <a:pt x="6704" y="1430"/>
                    <a:pt x="6823" y="1549"/>
                  </a:cubicBezTo>
                  <a:cubicBezTo>
                    <a:pt x="6704" y="1668"/>
                    <a:pt x="6585" y="1870"/>
                    <a:pt x="6585" y="2168"/>
                  </a:cubicBezTo>
                  <a:cubicBezTo>
                    <a:pt x="6585" y="2644"/>
                    <a:pt x="6454" y="2763"/>
                    <a:pt x="6394" y="2775"/>
                  </a:cubicBezTo>
                  <a:cubicBezTo>
                    <a:pt x="6299" y="2775"/>
                    <a:pt x="6239" y="2847"/>
                    <a:pt x="6239" y="2942"/>
                  </a:cubicBezTo>
                  <a:cubicBezTo>
                    <a:pt x="6239" y="3025"/>
                    <a:pt x="6323" y="3097"/>
                    <a:pt x="6406" y="3097"/>
                  </a:cubicBezTo>
                  <a:cubicBezTo>
                    <a:pt x="7097" y="3097"/>
                    <a:pt x="7525" y="2787"/>
                    <a:pt x="7763" y="2537"/>
                  </a:cubicBezTo>
                  <a:cubicBezTo>
                    <a:pt x="7918" y="2358"/>
                    <a:pt x="8025" y="2180"/>
                    <a:pt x="8073" y="2073"/>
                  </a:cubicBezTo>
                  <a:lnTo>
                    <a:pt x="8406" y="2073"/>
                  </a:lnTo>
                  <a:cubicBezTo>
                    <a:pt x="8835" y="2073"/>
                    <a:pt x="9192" y="2430"/>
                    <a:pt x="9192" y="2858"/>
                  </a:cubicBezTo>
                  <a:cubicBezTo>
                    <a:pt x="9192" y="3299"/>
                    <a:pt x="8835" y="3656"/>
                    <a:pt x="8406" y="3656"/>
                  </a:cubicBezTo>
                  <a:lnTo>
                    <a:pt x="858" y="3656"/>
                  </a:lnTo>
                  <a:cubicBezTo>
                    <a:pt x="381" y="3656"/>
                    <a:pt x="0" y="4037"/>
                    <a:pt x="0" y="4502"/>
                  </a:cubicBezTo>
                  <a:cubicBezTo>
                    <a:pt x="0" y="5716"/>
                    <a:pt x="560" y="6835"/>
                    <a:pt x="1524" y="7561"/>
                  </a:cubicBezTo>
                  <a:cubicBezTo>
                    <a:pt x="2203" y="8085"/>
                    <a:pt x="3025" y="8359"/>
                    <a:pt x="3858" y="8359"/>
                  </a:cubicBezTo>
                  <a:cubicBezTo>
                    <a:pt x="4203" y="8359"/>
                    <a:pt x="4549" y="8312"/>
                    <a:pt x="4894" y="8216"/>
                  </a:cubicBezTo>
                  <a:lnTo>
                    <a:pt x="6120" y="7883"/>
                  </a:lnTo>
                  <a:cubicBezTo>
                    <a:pt x="6299" y="8121"/>
                    <a:pt x="6573" y="8359"/>
                    <a:pt x="6918" y="8562"/>
                  </a:cubicBezTo>
                  <a:cubicBezTo>
                    <a:pt x="6989" y="8609"/>
                    <a:pt x="7073" y="8621"/>
                    <a:pt x="7144" y="8621"/>
                  </a:cubicBezTo>
                  <a:cubicBezTo>
                    <a:pt x="7251" y="8621"/>
                    <a:pt x="7358" y="8597"/>
                    <a:pt x="7442" y="8538"/>
                  </a:cubicBezTo>
                  <a:cubicBezTo>
                    <a:pt x="7608" y="8419"/>
                    <a:pt x="7680" y="8216"/>
                    <a:pt x="7656" y="8026"/>
                  </a:cubicBezTo>
                  <a:lnTo>
                    <a:pt x="7549" y="7490"/>
                  </a:lnTo>
                  <a:lnTo>
                    <a:pt x="8597" y="7204"/>
                  </a:lnTo>
                  <a:cubicBezTo>
                    <a:pt x="10037" y="6811"/>
                    <a:pt x="11049" y="5478"/>
                    <a:pt x="11049" y="3978"/>
                  </a:cubicBezTo>
                  <a:cubicBezTo>
                    <a:pt x="11085" y="2358"/>
                    <a:pt x="9752" y="1037"/>
                    <a:pt x="8132" y="1037"/>
                  </a:cubicBezTo>
                  <a:lnTo>
                    <a:pt x="8073" y="1037"/>
                  </a:lnTo>
                  <a:cubicBezTo>
                    <a:pt x="8025" y="930"/>
                    <a:pt x="7918" y="751"/>
                    <a:pt x="7763" y="572"/>
                  </a:cubicBezTo>
                  <a:cubicBezTo>
                    <a:pt x="7525" y="299"/>
                    <a:pt x="7097" y="1"/>
                    <a:pt x="6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34" name="Google Shape;12534;p67"/>
          <p:cNvSpPr/>
          <p:nvPr/>
        </p:nvSpPr>
        <p:spPr>
          <a:xfrm>
            <a:off x="6347501" y="2524954"/>
            <a:ext cx="354752" cy="330176"/>
          </a:xfrm>
          <a:custGeom>
            <a:avLst/>
            <a:gdLst/>
            <a:ahLst/>
            <a:cxnLst/>
            <a:rect l="l" t="t" r="r" b="b"/>
            <a:pathLst>
              <a:path w="11086" h="10318" extrusionOk="0">
                <a:moveTo>
                  <a:pt x="3811" y="745"/>
                </a:moveTo>
                <a:cubicBezTo>
                  <a:pt x="3906" y="745"/>
                  <a:pt x="3989" y="829"/>
                  <a:pt x="3989" y="924"/>
                </a:cubicBezTo>
                <a:cubicBezTo>
                  <a:pt x="3989" y="1031"/>
                  <a:pt x="3906" y="1102"/>
                  <a:pt x="3811" y="1102"/>
                </a:cubicBezTo>
                <a:cubicBezTo>
                  <a:pt x="3727" y="1102"/>
                  <a:pt x="3632" y="1031"/>
                  <a:pt x="3632" y="924"/>
                </a:cubicBezTo>
                <a:cubicBezTo>
                  <a:pt x="3632" y="817"/>
                  <a:pt x="3727" y="745"/>
                  <a:pt x="3811" y="745"/>
                </a:cubicBezTo>
                <a:close/>
                <a:moveTo>
                  <a:pt x="8742" y="532"/>
                </a:moveTo>
                <a:cubicBezTo>
                  <a:pt x="9296" y="532"/>
                  <a:pt x="9880" y="576"/>
                  <a:pt x="10347" y="709"/>
                </a:cubicBezTo>
                <a:cubicBezTo>
                  <a:pt x="10073" y="924"/>
                  <a:pt x="9657" y="1269"/>
                  <a:pt x="9335" y="1686"/>
                </a:cubicBezTo>
                <a:cubicBezTo>
                  <a:pt x="8847" y="1245"/>
                  <a:pt x="8252" y="876"/>
                  <a:pt x="7561" y="590"/>
                </a:cubicBezTo>
                <a:cubicBezTo>
                  <a:pt x="7890" y="559"/>
                  <a:pt x="8307" y="532"/>
                  <a:pt x="8742" y="532"/>
                </a:cubicBezTo>
                <a:close/>
                <a:moveTo>
                  <a:pt x="4519" y="339"/>
                </a:moveTo>
                <a:cubicBezTo>
                  <a:pt x="5432" y="339"/>
                  <a:pt x="6383" y="508"/>
                  <a:pt x="7240" y="829"/>
                </a:cubicBezTo>
                <a:cubicBezTo>
                  <a:pt x="8252" y="1221"/>
                  <a:pt x="9085" y="1781"/>
                  <a:pt x="9692" y="2507"/>
                </a:cubicBezTo>
                <a:cubicBezTo>
                  <a:pt x="9323" y="2305"/>
                  <a:pt x="8859" y="2114"/>
                  <a:pt x="8335" y="1995"/>
                </a:cubicBezTo>
                <a:cubicBezTo>
                  <a:pt x="8013" y="1722"/>
                  <a:pt x="7668" y="1495"/>
                  <a:pt x="7323" y="1317"/>
                </a:cubicBezTo>
                <a:cubicBezTo>
                  <a:pt x="6740" y="1043"/>
                  <a:pt x="6073" y="817"/>
                  <a:pt x="5311" y="686"/>
                </a:cubicBezTo>
                <a:cubicBezTo>
                  <a:pt x="5298" y="682"/>
                  <a:pt x="5286" y="680"/>
                  <a:pt x="5273" y="680"/>
                </a:cubicBezTo>
                <a:cubicBezTo>
                  <a:pt x="5201" y="680"/>
                  <a:pt x="5130" y="736"/>
                  <a:pt x="5120" y="817"/>
                </a:cubicBezTo>
                <a:cubicBezTo>
                  <a:pt x="5108" y="900"/>
                  <a:pt x="5168" y="995"/>
                  <a:pt x="5251" y="1007"/>
                </a:cubicBezTo>
                <a:cubicBezTo>
                  <a:pt x="5537" y="1055"/>
                  <a:pt x="5787" y="1114"/>
                  <a:pt x="6049" y="1186"/>
                </a:cubicBezTo>
                <a:cubicBezTo>
                  <a:pt x="5966" y="1531"/>
                  <a:pt x="5656" y="1757"/>
                  <a:pt x="5656" y="1757"/>
                </a:cubicBezTo>
                <a:cubicBezTo>
                  <a:pt x="5585" y="1793"/>
                  <a:pt x="5573" y="1900"/>
                  <a:pt x="5608" y="1972"/>
                </a:cubicBezTo>
                <a:cubicBezTo>
                  <a:pt x="5644" y="2019"/>
                  <a:pt x="5704" y="2055"/>
                  <a:pt x="5751" y="2055"/>
                </a:cubicBezTo>
                <a:cubicBezTo>
                  <a:pt x="5775" y="2055"/>
                  <a:pt x="5811" y="2031"/>
                  <a:pt x="5835" y="2019"/>
                </a:cubicBezTo>
                <a:cubicBezTo>
                  <a:pt x="5847" y="2007"/>
                  <a:pt x="6239" y="1733"/>
                  <a:pt x="6359" y="1281"/>
                </a:cubicBezTo>
                <a:cubicBezTo>
                  <a:pt x="6466" y="1305"/>
                  <a:pt x="6561" y="1352"/>
                  <a:pt x="6656" y="1376"/>
                </a:cubicBezTo>
                <a:cubicBezTo>
                  <a:pt x="6644" y="1662"/>
                  <a:pt x="6406" y="1876"/>
                  <a:pt x="6406" y="1888"/>
                </a:cubicBezTo>
                <a:cubicBezTo>
                  <a:pt x="6347" y="1948"/>
                  <a:pt x="6323" y="2055"/>
                  <a:pt x="6382" y="2114"/>
                </a:cubicBezTo>
                <a:cubicBezTo>
                  <a:pt x="6418" y="2138"/>
                  <a:pt x="6466" y="2174"/>
                  <a:pt x="6501" y="2174"/>
                </a:cubicBezTo>
                <a:cubicBezTo>
                  <a:pt x="6549" y="2174"/>
                  <a:pt x="6585" y="2150"/>
                  <a:pt x="6609" y="2126"/>
                </a:cubicBezTo>
                <a:cubicBezTo>
                  <a:pt x="6620" y="2114"/>
                  <a:pt x="6894" y="1876"/>
                  <a:pt x="6954" y="1519"/>
                </a:cubicBezTo>
                <a:cubicBezTo>
                  <a:pt x="7025" y="1543"/>
                  <a:pt x="7085" y="1579"/>
                  <a:pt x="7156" y="1602"/>
                </a:cubicBezTo>
                <a:cubicBezTo>
                  <a:pt x="7192" y="1614"/>
                  <a:pt x="7216" y="1638"/>
                  <a:pt x="7263" y="1650"/>
                </a:cubicBezTo>
                <a:cubicBezTo>
                  <a:pt x="7240" y="1829"/>
                  <a:pt x="7085" y="1972"/>
                  <a:pt x="7085" y="1972"/>
                </a:cubicBezTo>
                <a:cubicBezTo>
                  <a:pt x="7025" y="2031"/>
                  <a:pt x="7013" y="2138"/>
                  <a:pt x="7073" y="2198"/>
                </a:cubicBezTo>
                <a:cubicBezTo>
                  <a:pt x="7097" y="2233"/>
                  <a:pt x="7144" y="2257"/>
                  <a:pt x="7192" y="2257"/>
                </a:cubicBezTo>
                <a:cubicBezTo>
                  <a:pt x="7240" y="2257"/>
                  <a:pt x="7263" y="2245"/>
                  <a:pt x="7299" y="2210"/>
                </a:cubicBezTo>
                <a:cubicBezTo>
                  <a:pt x="7311" y="2198"/>
                  <a:pt x="7478" y="2055"/>
                  <a:pt x="7549" y="1817"/>
                </a:cubicBezTo>
                <a:cubicBezTo>
                  <a:pt x="7740" y="1936"/>
                  <a:pt x="7930" y="2079"/>
                  <a:pt x="8133" y="2245"/>
                </a:cubicBezTo>
                <a:cubicBezTo>
                  <a:pt x="8144" y="2257"/>
                  <a:pt x="8168" y="2269"/>
                  <a:pt x="8204" y="2269"/>
                </a:cubicBezTo>
                <a:cubicBezTo>
                  <a:pt x="9395" y="2543"/>
                  <a:pt x="10216" y="3198"/>
                  <a:pt x="10573" y="3555"/>
                </a:cubicBezTo>
                <a:lnTo>
                  <a:pt x="9621" y="3615"/>
                </a:lnTo>
                <a:cubicBezTo>
                  <a:pt x="9561" y="3615"/>
                  <a:pt x="9514" y="3638"/>
                  <a:pt x="9478" y="3698"/>
                </a:cubicBezTo>
                <a:cubicBezTo>
                  <a:pt x="9454" y="3746"/>
                  <a:pt x="9454" y="3805"/>
                  <a:pt x="9478" y="3865"/>
                </a:cubicBezTo>
                <a:cubicBezTo>
                  <a:pt x="9537" y="3960"/>
                  <a:pt x="9585" y="4055"/>
                  <a:pt x="9645" y="4150"/>
                </a:cubicBezTo>
                <a:cubicBezTo>
                  <a:pt x="9680" y="4210"/>
                  <a:pt x="9740" y="4234"/>
                  <a:pt x="9799" y="4234"/>
                </a:cubicBezTo>
                <a:cubicBezTo>
                  <a:pt x="9823" y="4234"/>
                  <a:pt x="9835" y="4234"/>
                  <a:pt x="9871" y="4222"/>
                </a:cubicBezTo>
                <a:cubicBezTo>
                  <a:pt x="9942" y="4174"/>
                  <a:pt x="9978" y="4091"/>
                  <a:pt x="9942" y="3996"/>
                </a:cubicBezTo>
                <a:cubicBezTo>
                  <a:pt x="9930" y="3972"/>
                  <a:pt x="9918" y="3960"/>
                  <a:pt x="9895" y="3924"/>
                </a:cubicBezTo>
                <a:lnTo>
                  <a:pt x="10466" y="3900"/>
                </a:lnTo>
                <a:cubicBezTo>
                  <a:pt x="10657" y="4436"/>
                  <a:pt x="10752" y="4996"/>
                  <a:pt x="10752" y="5603"/>
                </a:cubicBezTo>
                <a:cubicBezTo>
                  <a:pt x="10752" y="6329"/>
                  <a:pt x="10597" y="6960"/>
                  <a:pt x="10299" y="7484"/>
                </a:cubicBezTo>
                <a:cubicBezTo>
                  <a:pt x="10359" y="7317"/>
                  <a:pt x="10419" y="7163"/>
                  <a:pt x="10454" y="6996"/>
                </a:cubicBezTo>
                <a:cubicBezTo>
                  <a:pt x="10597" y="6282"/>
                  <a:pt x="10526" y="5472"/>
                  <a:pt x="10228" y="4674"/>
                </a:cubicBezTo>
                <a:cubicBezTo>
                  <a:pt x="10201" y="4603"/>
                  <a:pt x="10148" y="4565"/>
                  <a:pt x="10084" y="4565"/>
                </a:cubicBezTo>
                <a:cubicBezTo>
                  <a:pt x="10062" y="4565"/>
                  <a:pt x="10038" y="4570"/>
                  <a:pt x="10014" y="4579"/>
                </a:cubicBezTo>
                <a:cubicBezTo>
                  <a:pt x="9930" y="4615"/>
                  <a:pt x="9883" y="4698"/>
                  <a:pt x="9930" y="4793"/>
                </a:cubicBezTo>
                <a:cubicBezTo>
                  <a:pt x="10216" y="5532"/>
                  <a:pt x="10276" y="6282"/>
                  <a:pt x="10133" y="6936"/>
                </a:cubicBezTo>
                <a:cubicBezTo>
                  <a:pt x="9978" y="7663"/>
                  <a:pt x="9573" y="8270"/>
                  <a:pt x="8906" y="8746"/>
                </a:cubicBezTo>
                <a:cubicBezTo>
                  <a:pt x="8454" y="8972"/>
                  <a:pt x="7966" y="9103"/>
                  <a:pt x="7502" y="9199"/>
                </a:cubicBezTo>
                <a:cubicBezTo>
                  <a:pt x="7621" y="9139"/>
                  <a:pt x="7740" y="9056"/>
                  <a:pt x="7859" y="8996"/>
                </a:cubicBezTo>
                <a:cubicBezTo>
                  <a:pt x="8990" y="8318"/>
                  <a:pt x="9478" y="7353"/>
                  <a:pt x="9287" y="6234"/>
                </a:cubicBezTo>
                <a:cubicBezTo>
                  <a:pt x="9276" y="6055"/>
                  <a:pt x="9228" y="5877"/>
                  <a:pt x="9156" y="5698"/>
                </a:cubicBezTo>
                <a:cubicBezTo>
                  <a:pt x="8930" y="5091"/>
                  <a:pt x="8454" y="4555"/>
                  <a:pt x="7799" y="4138"/>
                </a:cubicBezTo>
                <a:cubicBezTo>
                  <a:pt x="7097" y="3686"/>
                  <a:pt x="6192" y="3400"/>
                  <a:pt x="5192" y="3305"/>
                </a:cubicBezTo>
                <a:cubicBezTo>
                  <a:pt x="3977" y="3186"/>
                  <a:pt x="2572" y="2984"/>
                  <a:pt x="2179" y="2543"/>
                </a:cubicBezTo>
                <a:cubicBezTo>
                  <a:pt x="2509" y="2503"/>
                  <a:pt x="2897" y="2463"/>
                  <a:pt x="3382" y="2463"/>
                </a:cubicBezTo>
                <a:cubicBezTo>
                  <a:pt x="3616" y="2463"/>
                  <a:pt x="3873" y="2472"/>
                  <a:pt x="4156" y="2495"/>
                </a:cubicBezTo>
                <a:cubicBezTo>
                  <a:pt x="4162" y="2496"/>
                  <a:pt x="4168" y="2497"/>
                  <a:pt x="4174" y="2497"/>
                </a:cubicBezTo>
                <a:cubicBezTo>
                  <a:pt x="4251" y="2497"/>
                  <a:pt x="4323" y="2430"/>
                  <a:pt x="4334" y="2353"/>
                </a:cubicBezTo>
                <a:cubicBezTo>
                  <a:pt x="4346" y="2257"/>
                  <a:pt x="4275" y="2186"/>
                  <a:pt x="4180" y="2174"/>
                </a:cubicBezTo>
                <a:cubicBezTo>
                  <a:pt x="3861" y="2140"/>
                  <a:pt x="3573" y="2128"/>
                  <a:pt x="3313" y="2128"/>
                </a:cubicBezTo>
                <a:cubicBezTo>
                  <a:pt x="2834" y="2128"/>
                  <a:pt x="2448" y="2171"/>
                  <a:pt x="2132" y="2210"/>
                </a:cubicBezTo>
                <a:cubicBezTo>
                  <a:pt x="1890" y="2235"/>
                  <a:pt x="1689" y="2261"/>
                  <a:pt x="1516" y="2261"/>
                </a:cubicBezTo>
                <a:cubicBezTo>
                  <a:pt x="1365" y="2261"/>
                  <a:pt x="1236" y="2241"/>
                  <a:pt x="1120" y="2186"/>
                </a:cubicBezTo>
                <a:cubicBezTo>
                  <a:pt x="632" y="1960"/>
                  <a:pt x="346" y="1650"/>
                  <a:pt x="346" y="1471"/>
                </a:cubicBezTo>
                <a:cubicBezTo>
                  <a:pt x="346" y="1436"/>
                  <a:pt x="370" y="1400"/>
                  <a:pt x="417" y="1341"/>
                </a:cubicBezTo>
                <a:cubicBezTo>
                  <a:pt x="644" y="1138"/>
                  <a:pt x="1763" y="829"/>
                  <a:pt x="3334" y="829"/>
                </a:cubicBezTo>
                <a:cubicBezTo>
                  <a:pt x="3322" y="864"/>
                  <a:pt x="3322" y="900"/>
                  <a:pt x="3322" y="936"/>
                </a:cubicBezTo>
                <a:cubicBezTo>
                  <a:pt x="3322" y="1221"/>
                  <a:pt x="3549" y="1436"/>
                  <a:pt x="3822" y="1436"/>
                </a:cubicBezTo>
                <a:cubicBezTo>
                  <a:pt x="4108" y="1436"/>
                  <a:pt x="4334" y="1221"/>
                  <a:pt x="4334" y="936"/>
                </a:cubicBezTo>
                <a:lnTo>
                  <a:pt x="4334" y="876"/>
                </a:lnTo>
                <a:cubicBezTo>
                  <a:pt x="4418" y="876"/>
                  <a:pt x="4501" y="888"/>
                  <a:pt x="4584" y="900"/>
                </a:cubicBezTo>
                <a:lnTo>
                  <a:pt x="4596" y="900"/>
                </a:lnTo>
                <a:cubicBezTo>
                  <a:pt x="4680" y="900"/>
                  <a:pt x="4751" y="840"/>
                  <a:pt x="4763" y="757"/>
                </a:cubicBezTo>
                <a:cubicBezTo>
                  <a:pt x="4775" y="662"/>
                  <a:pt x="4704" y="590"/>
                  <a:pt x="4620" y="579"/>
                </a:cubicBezTo>
                <a:cubicBezTo>
                  <a:pt x="4454" y="567"/>
                  <a:pt x="4299" y="543"/>
                  <a:pt x="4144" y="531"/>
                </a:cubicBezTo>
                <a:cubicBezTo>
                  <a:pt x="4049" y="471"/>
                  <a:pt x="3942" y="424"/>
                  <a:pt x="3822" y="424"/>
                </a:cubicBezTo>
                <a:cubicBezTo>
                  <a:pt x="3727" y="424"/>
                  <a:pt x="3632" y="459"/>
                  <a:pt x="3561" y="507"/>
                </a:cubicBezTo>
                <a:cubicBezTo>
                  <a:pt x="3322" y="507"/>
                  <a:pt x="3084" y="507"/>
                  <a:pt x="2858" y="519"/>
                </a:cubicBezTo>
                <a:cubicBezTo>
                  <a:pt x="3072" y="471"/>
                  <a:pt x="3287" y="448"/>
                  <a:pt x="3513" y="412"/>
                </a:cubicBezTo>
                <a:cubicBezTo>
                  <a:pt x="3838" y="363"/>
                  <a:pt x="4176" y="339"/>
                  <a:pt x="4519" y="339"/>
                </a:cubicBezTo>
                <a:close/>
                <a:moveTo>
                  <a:pt x="8228" y="8306"/>
                </a:moveTo>
                <a:lnTo>
                  <a:pt x="8228" y="8306"/>
                </a:lnTo>
                <a:cubicBezTo>
                  <a:pt x="8085" y="8437"/>
                  <a:pt x="7906" y="8568"/>
                  <a:pt x="7692" y="8687"/>
                </a:cubicBezTo>
                <a:cubicBezTo>
                  <a:pt x="6906" y="9187"/>
                  <a:pt x="6049" y="9365"/>
                  <a:pt x="6025" y="9365"/>
                </a:cubicBezTo>
                <a:cubicBezTo>
                  <a:pt x="6013" y="9365"/>
                  <a:pt x="6001" y="9365"/>
                  <a:pt x="5989" y="9377"/>
                </a:cubicBezTo>
                <a:cubicBezTo>
                  <a:pt x="4977" y="9865"/>
                  <a:pt x="3727" y="9973"/>
                  <a:pt x="2953" y="9984"/>
                </a:cubicBezTo>
                <a:lnTo>
                  <a:pt x="4215" y="9401"/>
                </a:lnTo>
                <a:cubicBezTo>
                  <a:pt x="4275" y="9377"/>
                  <a:pt x="4299" y="9318"/>
                  <a:pt x="4299" y="9258"/>
                </a:cubicBezTo>
                <a:cubicBezTo>
                  <a:pt x="4299" y="9199"/>
                  <a:pt x="4251" y="9139"/>
                  <a:pt x="4215" y="9103"/>
                </a:cubicBezTo>
                <a:lnTo>
                  <a:pt x="2930" y="8532"/>
                </a:lnTo>
                <a:lnTo>
                  <a:pt x="2953" y="8532"/>
                </a:lnTo>
                <a:cubicBezTo>
                  <a:pt x="3692" y="8532"/>
                  <a:pt x="4894" y="8603"/>
                  <a:pt x="5966" y="9020"/>
                </a:cubicBezTo>
                <a:cubicBezTo>
                  <a:pt x="6001" y="9032"/>
                  <a:pt x="6025" y="9032"/>
                  <a:pt x="6061" y="9032"/>
                </a:cubicBezTo>
                <a:cubicBezTo>
                  <a:pt x="7144" y="8853"/>
                  <a:pt x="7811" y="8568"/>
                  <a:pt x="8228" y="8306"/>
                </a:cubicBezTo>
                <a:close/>
                <a:moveTo>
                  <a:pt x="4495" y="1"/>
                </a:moveTo>
                <a:cubicBezTo>
                  <a:pt x="4135" y="1"/>
                  <a:pt x="3780" y="26"/>
                  <a:pt x="3441" y="78"/>
                </a:cubicBezTo>
                <a:cubicBezTo>
                  <a:pt x="2549" y="209"/>
                  <a:pt x="1739" y="388"/>
                  <a:pt x="1167" y="579"/>
                </a:cubicBezTo>
                <a:cubicBezTo>
                  <a:pt x="370" y="852"/>
                  <a:pt x="1" y="1114"/>
                  <a:pt x="1" y="1448"/>
                </a:cubicBezTo>
                <a:cubicBezTo>
                  <a:pt x="1" y="1781"/>
                  <a:pt x="393" y="2186"/>
                  <a:pt x="965" y="2460"/>
                </a:cubicBezTo>
                <a:cubicBezTo>
                  <a:pt x="1151" y="2527"/>
                  <a:pt x="1330" y="2559"/>
                  <a:pt x="1533" y="2559"/>
                </a:cubicBezTo>
                <a:cubicBezTo>
                  <a:pt x="1617" y="2559"/>
                  <a:pt x="1705" y="2553"/>
                  <a:pt x="1798" y="2543"/>
                </a:cubicBezTo>
                <a:cubicBezTo>
                  <a:pt x="1953" y="2829"/>
                  <a:pt x="2275" y="3031"/>
                  <a:pt x="2846" y="3210"/>
                </a:cubicBezTo>
                <a:cubicBezTo>
                  <a:pt x="3382" y="3376"/>
                  <a:pt x="4108" y="3496"/>
                  <a:pt x="5168" y="3603"/>
                </a:cubicBezTo>
                <a:cubicBezTo>
                  <a:pt x="6120" y="3686"/>
                  <a:pt x="6966" y="3972"/>
                  <a:pt x="7632" y="4389"/>
                </a:cubicBezTo>
                <a:cubicBezTo>
                  <a:pt x="8252" y="4781"/>
                  <a:pt x="8668" y="5258"/>
                  <a:pt x="8871" y="5793"/>
                </a:cubicBezTo>
                <a:cubicBezTo>
                  <a:pt x="9121" y="6484"/>
                  <a:pt x="8978" y="7186"/>
                  <a:pt x="8430" y="7770"/>
                </a:cubicBezTo>
                <a:cubicBezTo>
                  <a:pt x="7894" y="8329"/>
                  <a:pt x="6728" y="8603"/>
                  <a:pt x="6061" y="8722"/>
                </a:cubicBezTo>
                <a:cubicBezTo>
                  <a:pt x="4959" y="8297"/>
                  <a:pt x="3741" y="8216"/>
                  <a:pt x="2985" y="8216"/>
                </a:cubicBezTo>
                <a:cubicBezTo>
                  <a:pt x="2557" y="8216"/>
                  <a:pt x="2277" y="8242"/>
                  <a:pt x="2251" y="8246"/>
                </a:cubicBezTo>
                <a:cubicBezTo>
                  <a:pt x="2179" y="8246"/>
                  <a:pt x="2120" y="8306"/>
                  <a:pt x="2096" y="8377"/>
                </a:cubicBezTo>
                <a:cubicBezTo>
                  <a:pt x="2084" y="8449"/>
                  <a:pt x="2132" y="8532"/>
                  <a:pt x="2191" y="8556"/>
                </a:cubicBezTo>
                <a:lnTo>
                  <a:pt x="3763" y="9270"/>
                </a:lnTo>
                <a:lnTo>
                  <a:pt x="2191" y="9984"/>
                </a:lnTo>
                <a:cubicBezTo>
                  <a:pt x="2120" y="10020"/>
                  <a:pt x="2084" y="10092"/>
                  <a:pt x="2096" y="10163"/>
                </a:cubicBezTo>
                <a:cubicBezTo>
                  <a:pt x="2120" y="10234"/>
                  <a:pt x="2179" y="10294"/>
                  <a:pt x="2251" y="10294"/>
                </a:cubicBezTo>
                <a:cubicBezTo>
                  <a:pt x="2275" y="10294"/>
                  <a:pt x="2513" y="10318"/>
                  <a:pt x="2870" y="10318"/>
                </a:cubicBezTo>
                <a:cubicBezTo>
                  <a:pt x="3644" y="10318"/>
                  <a:pt x="5001" y="10223"/>
                  <a:pt x="6120" y="9687"/>
                </a:cubicBezTo>
                <a:cubicBezTo>
                  <a:pt x="6847" y="9627"/>
                  <a:pt x="8073" y="9544"/>
                  <a:pt x="9109" y="9008"/>
                </a:cubicBezTo>
                <a:cubicBezTo>
                  <a:pt x="10419" y="8329"/>
                  <a:pt x="11085" y="7186"/>
                  <a:pt x="11085" y="5615"/>
                </a:cubicBezTo>
                <a:cubicBezTo>
                  <a:pt x="11085" y="4996"/>
                  <a:pt x="11002" y="4424"/>
                  <a:pt x="10823" y="3865"/>
                </a:cubicBezTo>
                <a:lnTo>
                  <a:pt x="10931" y="3853"/>
                </a:lnTo>
                <a:cubicBezTo>
                  <a:pt x="10990" y="3853"/>
                  <a:pt x="11050" y="3805"/>
                  <a:pt x="11061" y="3769"/>
                </a:cubicBezTo>
                <a:cubicBezTo>
                  <a:pt x="11085" y="3710"/>
                  <a:pt x="11073" y="3650"/>
                  <a:pt x="11050" y="3603"/>
                </a:cubicBezTo>
                <a:cubicBezTo>
                  <a:pt x="11026" y="3567"/>
                  <a:pt x="10811" y="3305"/>
                  <a:pt x="10407" y="2972"/>
                </a:cubicBezTo>
                <a:cubicBezTo>
                  <a:pt x="10180" y="2591"/>
                  <a:pt x="9895" y="2233"/>
                  <a:pt x="9573" y="1900"/>
                </a:cubicBezTo>
                <a:cubicBezTo>
                  <a:pt x="10038" y="1293"/>
                  <a:pt x="10764" y="805"/>
                  <a:pt x="10776" y="805"/>
                </a:cubicBezTo>
                <a:cubicBezTo>
                  <a:pt x="10823" y="769"/>
                  <a:pt x="10847" y="709"/>
                  <a:pt x="10847" y="650"/>
                </a:cubicBezTo>
                <a:cubicBezTo>
                  <a:pt x="10847" y="590"/>
                  <a:pt x="10811" y="555"/>
                  <a:pt x="10752" y="519"/>
                </a:cubicBezTo>
                <a:cubicBezTo>
                  <a:pt x="10279" y="318"/>
                  <a:pt x="9629" y="210"/>
                  <a:pt x="8778" y="210"/>
                </a:cubicBezTo>
                <a:cubicBezTo>
                  <a:pt x="8622" y="210"/>
                  <a:pt x="8458" y="214"/>
                  <a:pt x="8287" y="221"/>
                </a:cubicBezTo>
                <a:cubicBezTo>
                  <a:pt x="7597" y="257"/>
                  <a:pt x="7025" y="328"/>
                  <a:pt x="6882" y="352"/>
                </a:cubicBezTo>
                <a:cubicBezTo>
                  <a:pt x="6113" y="123"/>
                  <a:pt x="5288" y="1"/>
                  <a:pt x="44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35" name="Google Shape;12535;p67"/>
          <p:cNvGrpSpPr/>
          <p:nvPr/>
        </p:nvGrpSpPr>
        <p:grpSpPr>
          <a:xfrm>
            <a:off x="5265069" y="2500954"/>
            <a:ext cx="321984" cy="354560"/>
            <a:chOff x="5265069" y="2424754"/>
            <a:chExt cx="321984" cy="354560"/>
          </a:xfrm>
        </p:grpSpPr>
        <p:sp>
          <p:nvSpPr>
            <p:cNvPr id="12536" name="Google Shape;12536;p67"/>
            <p:cNvSpPr/>
            <p:nvPr/>
          </p:nvSpPr>
          <p:spPr>
            <a:xfrm>
              <a:off x="5265069" y="2424754"/>
              <a:ext cx="321984" cy="354560"/>
            </a:xfrm>
            <a:custGeom>
              <a:avLst/>
              <a:gdLst/>
              <a:ahLst/>
              <a:cxnLst/>
              <a:rect l="l" t="t" r="r" b="b"/>
              <a:pathLst>
                <a:path w="10062" h="11080" extrusionOk="0">
                  <a:moveTo>
                    <a:pt x="8199" y="510"/>
                  </a:moveTo>
                  <a:cubicBezTo>
                    <a:pt x="8465" y="510"/>
                    <a:pt x="8769" y="527"/>
                    <a:pt x="9109" y="567"/>
                  </a:cubicBezTo>
                  <a:cubicBezTo>
                    <a:pt x="9169" y="590"/>
                    <a:pt x="9228" y="614"/>
                    <a:pt x="9252" y="674"/>
                  </a:cubicBezTo>
                  <a:cubicBezTo>
                    <a:pt x="9288" y="733"/>
                    <a:pt x="9288" y="793"/>
                    <a:pt x="9240" y="852"/>
                  </a:cubicBezTo>
                  <a:lnTo>
                    <a:pt x="8752" y="1686"/>
                  </a:lnTo>
                  <a:lnTo>
                    <a:pt x="8526" y="1459"/>
                  </a:lnTo>
                  <a:cubicBezTo>
                    <a:pt x="8169" y="1102"/>
                    <a:pt x="7752" y="805"/>
                    <a:pt x="7323" y="590"/>
                  </a:cubicBezTo>
                  <a:cubicBezTo>
                    <a:pt x="7537" y="542"/>
                    <a:pt x="7832" y="510"/>
                    <a:pt x="8199" y="510"/>
                  </a:cubicBezTo>
                  <a:close/>
                  <a:moveTo>
                    <a:pt x="3692" y="3460"/>
                  </a:moveTo>
                  <a:cubicBezTo>
                    <a:pt x="3728" y="3472"/>
                    <a:pt x="3775" y="3484"/>
                    <a:pt x="3811" y="3531"/>
                  </a:cubicBezTo>
                  <a:cubicBezTo>
                    <a:pt x="3906" y="3698"/>
                    <a:pt x="4025" y="3841"/>
                    <a:pt x="4168" y="3996"/>
                  </a:cubicBezTo>
                  <a:cubicBezTo>
                    <a:pt x="3870" y="4079"/>
                    <a:pt x="3585" y="4234"/>
                    <a:pt x="3204" y="4436"/>
                  </a:cubicBezTo>
                  <a:cubicBezTo>
                    <a:pt x="2803" y="4659"/>
                    <a:pt x="2283" y="4835"/>
                    <a:pt x="1777" y="4835"/>
                  </a:cubicBezTo>
                  <a:cubicBezTo>
                    <a:pt x="1606" y="4835"/>
                    <a:pt x="1437" y="4814"/>
                    <a:pt x="1275" y="4769"/>
                  </a:cubicBezTo>
                  <a:cubicBezTo>
                    <a:pt x="2335" y="4377"/>
                    <a:pt x="3120" y="3829"/>
                    <a:pt x="3537" y="3507"/>
                  </a:cubicBezTo>
                  <a:cubicBezTo>
                    <a:pt x="3585" y="3472"/>
                    <a:pt x="3632" y="3460"/>
                    <a:pt x="3692" y="3460"/>
                  </a:cubicBezTo>
                  <a:close/>
                  <a:moveTo>
                    <a:pt x="5123" y="300"/>
                  </a:moveTo>
                  <a:cubicBezTo>
                    <a:pt x="5187" y="300"/>
                    <a:pt x="5250" y="301"/>
                    <a:pt x="5311" y="305"/>
                  </a:cubicBezTo>
                  <a:cubicBezTo>
                    <a:pt x="6442" y="364"/>
                    <a:pt x="7514" y="852"/>
                    <a:pt x="8335" y="1650"/>
                  </a:cubicBezTo>
                  <a:cubicBezTo>
                    <a:pt x="9157" y="2460"/>
                    <a:pt x="9645" y="3531"/>
                    <a:pt x="9716" y="4662"/>
                  </a:cubicBezTo>
                  <a:cubicBezTo>
                    <a:pt x="9728" y="5365"/>
                    <a:pt x="9645" y="6020"/>
                    <a:pt x="9419" y="6639"/>
                  </a:cubicBezTo>
                  <a:cubicBezTo>
                    <a:pt x="9193" y="7234"/>
                    <a:pt x="8871" y="7770"/>
                    <a:pt x="8442" y="8246"/>
                  </a:cubicBezTo>
                  <a:cubicBezTo>
                    <a:pt x="8002" y="8710"/>
                    <a:pt x="7478" y="9079"/>
                    <a:pt x="6907" y="9353"/>
                  </a:cubicBezTo>
                  <a:cubicBezTo>
                    <a:pt x="6299" y="9615"/>
                    <a:pt x="5656" y="9758"/>
                    <a:pt x="5002" y="9758"/>
                  </a:cubicBezTo>
                  <a:cubicBezTo>
                    <a:pt x="4763" y="9758"/>
                    <a:pt x="4275" y="9734"/>
                    <a:pt x="3835" y="9710"/>
                  </a:cubicBezTo>
                  <a:cubicBezTo>
                    <a:pt x="3811" y="9710"/>
                    <a:pt x="3775" y="9710"/>
                    <a:pt x="3751" y="9722"/>
                  </a:cubicBezTo>
                  <a:lnTo>
                    <a:pt x="2287" y="10520"/>
                  </a:lnTo>
                  <a:cubicBezTo>
                    <a:pt x="2406" y="10306"/>
                    <a:pt x="2608" y="10032"/>
                    <a:pt x="2858" y="9770"/>
                  </a:cubicBezTo>
                  <a:cubicBezTo>
                    <a:pt x="2918" y="9710"/>
                    <a:pt x="2966" y="9603"/>
                    <a:pt x="2966" y="9508"/>
                  </a:cubicBezTo>
                  <a:cubicBezTo>
                    <a:pt x="2966" y="9425"/>
                    <a:pt x="2918" y="9329"/>
                    <a:pt x="2847" y="9270"/>
                  </a:cubicBezTo>
                  <a:cubicBezTo>
                    <a:pt x="2573" y="9056"/>
                    <a:pt x="2382" y="8734"/>
                    <a:pt x="2263" y="8484"/>
                  </a:cubicBezTo>
                  <a:lnTo>
                    <a:pt x="2263" y="8484"/>
                  </a:lnTo>
                  <a:lnTo>
                    <a:pt x="3585" y="9210"/>
                  </a:lnTo>
                  <a:cubicBezTo>
                    <a:pt x="3597" y="9234"/>
                    <a:pt x="3620" y="9234"/>
                    <a:pt x="3644" y="9234"/>
                  </a:cubicBezTo>
                  <a:cubicBezTo>
                    <a:pt x="4037" y="9294"/>
                    <a:pt x="4406" y="9306"/>
                    <a:pt x="4752" y="9306"/>
                  </a:cubicBezTo>
                  <a:cubicBezTo>
                    <a:pt x="5490" y="9306"/>
                    <a:pt x="6145" y="9187"/>
                    <a:pt x="6692" y="8937"/>
                  </a:cubicBezTo>
                  <a:cubicBezTo>
                    <a:pt x="7407" y="8603"/>
                    <a:pt x="7930" y="8067"/>
                    <a:pt x="8228" y="7389"/>
                  </a:cubicBezTo>
                  <a:cubicBezTo>
                    <a:pt x="8538" y="6651"/>
                    <a:pt x="8585" y="5781"/>
                    <a:pt x="8359" y="4900"/>
                  </a:cubicBezTo>
                  <a:cubicBezTo>
                    <a:pt x="8145" y="4067"/>
                    <a:pt x="7680" y="3317"/>
                    <a:pt x="7085" y="2841"/>
                  </a:cubicBezTo>
                  <a:cubicBezTo>
                    <a:pt x="7057" y="2817"/>
                    <a:pt x="7024" y="2807"/>
                    <a:pt x="6991" y="2807"/>
                  </a:cubicBezTo>
                  <a:cubicBezTo>
                    <a:pt x="6939" y="2807"/>
                    <a:pt x="6888" y="2833"/>
                    <a:pt x="6859" y="2876"/>
                  </a:cubicBezTo>
                  <a:cubicBezTo>
                    <a:pt x="6799" y="2948"/>
                    <a:pt x="6811" y="3055"/>
                    <a:pt x="6895" y="3103"/>
                  </a:cubicBezTo>
                  <a:cubicBezTo>
                    <a:pt x="7430" y="3519"/>
                    <a:pt x="7847" y="4210"/>
                    <a:pt x="8050" y="4972"/>
                  </a:cubicBezTo>
                  <a:cubicBezTo>
                    <a:pt x="8264" y="5781"/>
                    <a:pt x="8228" y="6579"/>
                    <a:pt x="7930" y="7246"/>
                  </a:cubicBezTo>
                  <a:cubicBezTo>
                    <a:pt x="7633" y="7948"/>
                    <a:pt x="7085" y="8460"/>
                    <a:pt x="6323" y="8722"/>
                  </a:cubicBezTo>
                  <a:cubicBezTo>
                    <a:pt x="6502" y="8591"/>
                    <a:pt x="6668" y="8425"/>
                    <a:pt x="6811" y="8234"/>
                  </a:cubicBezTo>
                  <a:cubicBezTo>
                    <a:pt x="7323" y="7579"/>
                    <a:pt x="7502" y="6734"/>
                    <a:pt x="7311" y="5912"/>
                  </a:cubicBezTo>
                  <a:cubicBezTo>
                    <a:pt x="7252" y="5698"/>
                    <a:pt x="7168" y="5496"/>
                    <a:pt x="7073" y="5305"/>
                  </a:cubicBezTo>
                  <a:lnTo>
                    <a:pt x="7073" y="5305"/>
                  </a:lnTo>
                  <a:cubicBezTo>
                    <a:pt x="7264" y="5329"/>
                    <a:pt x="7383" y="5329"/>
                    <a:pt x="7395" y="5329"/>
                  </a:cubicBezTo>
                  <a:cubicBezTo>
                    <a:pt x="7466" y="5329"/>
                    <a:pt x="7549" y="5269"/>
                    <a:pt x="7561" y="5198"/>
                  </a:cubicBezTo>
                  <a:cubicBezTo>
                    <a:pt x="7704" y="4436"/>
                    <a:pt x="7264" y="4031"/>
                    <a:pt x="6835" y="3650"/>
                  </a:cubicBezTo>
                  <a:cubicBezTo>
                    <a:pt x="6514" y="3364"/>
                    <a:pt x="6216" y="3103"/>
                    <a:pt x="6097" y="2686"/>
                  </a:cubicBezTo>
                  <a:lnTo>
                    <a:pt x="6097" y="2686"/>
                  </a:lnTo>
                  <a:cubicBezTo>
                    <a:pt x="6180" y="2698"/>
                    <a:pt x="6240" y="2722"/>
                    <a:pt x="6299" y="2757"/>
                  </a:cubicBezTo>
                  <a:cubicBezTo>
                    <a:pt x="6319" y="2763"/>
                    <a:pt x="6339" y="2766"/>
                    <a:pt x="6359" y="2766"/>
                  </a:cubicBezTo>
                  <a:cubicBezTo>
                    <a:pt x="6424" y="2766"/>
                    <a:pt x="6484" y="2735"/>
                    <a:pt x="6502" y="2662"/>
                  </a:cubicBezTo>
                  <a:cubicBezTo>
                    <a:pt x="6537" y="2579"/>
                    <a:pt x="6502" y="2483"/>
                    <a:pt x="6418" y="2460"/>
                  </a:cubicBezTo>
                  <a:cubicBezTo>
                    <a:pt x="6252" y="2400"/>
                    <a:pt x="6085" y="2352"/>
                    <a:pt x="5918" y="2329"/>
                  </a:cubicBezTo>
                  <a:cubicBezTo>
                    <a:pt x="5910" y="2323"/>
                    <a:pt x="5900" y="2321"/>
                    <a:pt x="5890" y="2321"/>
                  </a:cubicBezTo>
                  <a:cubicBezTo>
                    <a:pt x="5856" y="2321"/>
                    <a:pt x="5815" y="2346"/>
                    <a:pt x="5787" y="2364"/>
                  </a:cubicBezTo>
                  <a:cubicBezTo>
                    <a:pt x="5764" y="2400"/>
                    <a:pt x="5728" y="2460"/>
                    <a:pt x="5740" y="2507"/>
                  </a:cubicBezTo>
                  <a:cubicBezTo>
                    <a:pt x="5823" y="3174"/>
                    <a:pt x="6240" y="3555"/>
                    <a:pt x="6621" y="3900"/>
                  </a:cubicBezTo>
                  <a:cubicBezTo>
                    <a:pt x="6990" y="4246"/>
                    <a:pt x="7311" y="4507"/>
                    <a:pt x="7264" y="5008"/>
                  </a:cubicBezTo>
                  <a:cubicBezTo>
                    <a:pt x="6752" y="4960"/>
                    <a:pt x="4990" y="4710"/>
                    <a:pt x="4109" y="3353"/>
                  </a:cubicBezTo>
                  <a:cubicBezTo>
                    <a:pt x="4037" y="3234"/>
                    <a:pt x="3918" y="3162"/>
                    <a:pt x="3763" y="3126"/>
                  </a:cubicBezTo>
                  <a:cubicBezTo>
                    <a:pt x="3735" y="3122"/>
                    <a:pt x="3706" y="3119"/>
                    <a:pt x="3678" y="3119"/>
                  </a:cubicBezTo>
                  <a:cubicBezTo>
                    <a:pt x="3564" y="3119"/>
                    <a:pt x="3454" y="3157"/>
                    <a:pt x="3358" y="3234"/>
                  </a:cubicBezTo>
                  <a:cubicBezTo>
                    <a:pt x="2906" y="3603"/>
                    <a:pt x="1918" y="4293"/>
                    <a:pt x="620" y="4627"/>
                  </a:cubicBezTo>
                  <a:cubicBezTo>
                    <a:pt x="603" y="4633"/>
                    <a:pt x="587" y="4636"/>
                    <a:pt x="571" y="4636"/>
                  </a:cubicBezTo>
                  <a:cubicBezTo>
                    <a:pt x="529" y="4636"/>
                    <a:pt x="491" y="4617"/>
                    <a:pt x="465" y="4591"/>
                  </a:cubicBezTo>
                  <a:cubicBezTo>
                    <a:pt x="418" y="4555"/>
                    <a:pt x="382" y="4496"/>
                    <a:pt x="406" y="4436"/>
                  </a:cubicBezTo>
                  <a:cubicBezTo>
                    <a:pt x="418" y="4174"/>
                    <a:pt x="596" y="3734"/>
                    <a:pt x="1358" y="3174"/>
                  </a:cubicBezTo>
                  <a:cubicBezTo>
                    <a:pt x="1513" y="3055"/>
                    <a:pt x="1620" y="2864"/>
                    <a:pt x="1620" y="2662"/>
                  </a:cubicBezTo>
                  <a:cubicBezTo>
                    <a:pt x="1632" y="2352"/>
                    <a:pt x="1787" y="1745"/>
                    <a:pt x="2692" y="1019"/>
                  </a:cubicBezTo>
                  <a:cubicBezTo>
                    <a:pt x="3224" y="597"/>
                    <a:pt x="4253" y="300"/>
                    <a:pt x="5123" y="300"/>
                  </a:cubicBezTo>
                  <a:close/>
                  <a:moveTo>
                    <a:pt x="5036" y="0"/>
                  </a:moveTo>
                  <a:cubicBezTo>
                    <a:pt x="4094" y="0"/>
                    <a:pt x="3002" y="329"/>
                    <a:pt x="2430" y="781"/>
                  </a:cubicBezTo>
                  <a:cubicBezTo>
                    <a:pt x="1430" y="1579"/>
                    <a:pt x="1251" y="2317"/>
                    <a:pt x="1239" y="2674"/>
                  </a:cubicBezTo>
                  <a:cubicBezTo>
                    <a:pt x="1239" y="2769"/>
                    <a:pt x="1180" y="2864"/>
                    <a:pt x="1084" y="2936"/>
                  </a:cubicBezTo>
                  <a:cubicBezTo>
                    <a:pt x="418" y="3448"/>
                    <a:pt x="49" y="3948"/>
                    <a:pt x="13" y="4436"/>
                  </a:cubicBezTo>
                  <a:cubicBezTo>
                    <a:pt x="1" y="4603"/>
                    <a:pt x="72" y="4758"/>
                    <a:pt x="191" y="4853"/>
                  </a:cubicBezTo>
                  <a:cubicBezTo>
                    <a:pt x="288" y="4932"/>
                    <a:pt x="404" y="4978"/>
                    <a:pt x="525" y="4978"/>
                  </a:cubicBezTo>
                  <a:cubicBezTo>
                    <a:pt x="568" y="4978"/>
                    <a:pt x="612" y="4972"/>
                    <a:pt x="656" y="4960"/>
                  </a:cubicBezTo>
                  <a:cubicBezTo>
                    <a:pt x="703" y="4948"/>
                    <a:pt x="727" y="4948"/>
                    <a:pt x="775" y="4936"/>
                  </a:cubicBezTo>
                  <a:cubicBezTo>
                    <a:pt x="1084" y="5091"/>
                    <a:pt x="1430" y="5174"/>
                    <a:pt x="1775" y="5174"/>
                  </a:cubicBezTo>
                  <a:cubicBezTo>
                    <a:pt x="2335" y="5174"/>
                    <a:pt x="2906" y="4972"/>
                    <a:pt x="3335" y="4734"/>
                  </a:cubicBezTo>
                  <a:cubicBezTo>
                    <a:pt x="3775" y="4484"/>
                    <a:pt x="4073" y="4341"/>
                    <a:pt x="4418" y="4281"/>
                  </a:cubicBezTo>
                  <a:cubicBezTo>
                    <a:pt x="4835" y="4638"/>
                    <a:pt x="5371" y="4912"/>
                    <a:pt x="5978" y="5115"/>
                  </a:cubicBezTo>
                  <a:cubicBezTo>
                    <a:pt x="6204" y="5186"/>
                    <a:pt x="6395" y="5234"/>
                    <a:pt x="6585" y="5258"/>
                  </a:cubicBezTo>
                  <a:cubicBezTo>
                    <a:pt x="6752" y="5484"/>
                    <a:pt x="6859" y="5734"/>
                    <a:pt x="6930" y="6008"/>
                  </a:cubicBezTo>
                  <a:cubicBezTo>
                    <a:pt x="7109" y="6734"/>
                    <a:pt x="6966" y="7472"/>
                    <a:pt x="6502" y="8056"/>
                  </a:cubicBezTo>
                  <a:cubicBezTo>
                    <a:pt x="6049" y="8639"/>
                    <a:pt x="5371" y="8960"/>
                    <a:pt x="4644" y="8960"/>
                  </a:cubicBezTo>
                  <a:cubicBezTo>
                    <a:pt x="4323" y="8960"/>
                    <a:pt x="3954" y="8949"/>
                    <a:pt x="3644" y="8925"/>
                  </a:cubicBezTo>
                  <a:lnTo>
                    <a:pt x="1965" y="7996"/>
                  </a:lnTo>
                  <a:cubicBezTo>
                    <a:pt x="1939" y="7985"/>
                    <a:pt x="1907" y="7979"/>
                    <a:pt x="1877" y="7979"/>
                  </a:cubicBezTo>
                  <a:cubicBezTo>
                    <a:pt x="1841" y="7979"/>
                    <a:pt x="1807" y="7988"/>
                    <a:pt x="1787" y="8008"/>
                  </a:cubicBezTo>
                  <a:cubicBezTo>
                    <a:pt x="1739" y="8056"/>
                    <a:pt x="1704" y="8115"/>
                    <a:pt x="1727" y="8175"/>
                  </a:cubicBezTo>
                  <a:cubicBezTo>
                    <a:pt x="1739" y="8210"/>
                    <a:pt x="1965" y="9044"/>
                    <a:pt x="2573" y="9532"/>
                  </a:cubicBezTo>
                  <a:lnTo>
                    <a:pt x="2573" y="9544"/>
                  </a:lnTo>
                  <a:cubicBezTo>
                    <a:pt x="1965" y="10139"/>
                    <a:pt x="1739" y="10830"/>
                    <a:pt x="1727" y="10853"/>
                  </a:cubicBezTo>
                  <a:cubicBezTo>
                    <a:pt x="1704" y="10913"/>
                    <a:pt x="1727" y="10984"/>
                    <a:pt x="1763" y="11032"/>
                  </a:cubicBezTo>
                  <a:cubicBezTo>
                    <a:pt x="1799" y="11068"/>
                    <a:pt x="1823" y="11080"/>
                    <a:pt x="1870" y="11080"/>
                  </a:cubicBezTo>
                  <a:cubicBezTo>
                    <a:pt x="1906" y="11080"/>
                    <a:pt x="1930" y="11080"/>
                    <a:pt x="1942" y="11068"/>
                  </a:cubicBezTo>
                  <a:lnTo>
                    <a:pt x="3787" y="10032"/>
                  </a:lnTo>
                  <a:cubicBezTo>
                    <a:pt x="4204" y="10068"/>
                    <a:pt x="4704" y="10080"/>
                    <a:pt x="4918" y="10080"/>
                  </a:cubicBezTo>
                  <a:cubicBezTo>
                    <a:pt x="5633" y="10080"/>
                    <a:pt x="6323" y="9937"/>
                    <a:pt x="6966" y="9651"/>
                  </a:cubicBezTo>
                  <a:cubicBezTo>
                    <a:pt x="7585" y="9365"/>
                    <a:pt x="8133" y="8984"/>
                    <a:pt x="8597" y="8472"/>
                  </a:cubicBezTo>
                  <a:cubicBezTo>
                    <a:pt x="9062" y="7972"/>
                    <a:pt x="9419" y="7401"/>
                    <a:pt x="9657" y="6758"/>
                  </a:cubicBezTo>
                  <a:cubicBezTo>
                    <a:pt x="9966" y="6079"/>
                    <a:pt x="10062" y="5377"/>
                    <a:pt x="10014" y="4662"/>
                  </a:cubicBezTo>
                  <a:cubicBezTo>
                    <a:pt x="9943" y="3662"/>
                    <a:pt x="9585" y="2733"/>
                    <a:pt x="8954" y="1936"/>
                  </a:cubicBezTo>
                  <a:lnTo>
                    <a:pt x="9514" y="1019"/>
                  </a:lnTo>
                  <a:cubicBezTo>
                    <a:pt x="9597" y="864"/>
                    <a:pt x="9597" y="686"/>
                    <a:pt x="9526" y="543"/>
                  </a:cubicBezTo>
                  <a:cubicBezTo>
                    <a:pt x="9454" y="388"/>
                    <a:pt x="9300" y="269"/>
                    <a:pt x="9133" y="257"/>
                  </a:cubicBezTo>
                  <a:cubicBezTo>
                    <a:pt x="8763" y="208"/>
                    <a:pt x="8430" y="189"/>
                    <a:pt x="8139" y="189"/>
                  </a:cubicBezTo>
                  <a:cubicBezTo>
                    <a:pt x="7372" y="189"/>
                    <a:pt x="6898" y="318"/>
                    <a:pt x="6811" y="352"/>
                  </a:cubicBezTo>
                  <a:cubicBezTo>
                    <a:pt x="6323" y="150"/>
                    <a:pt x="5799" y="31"/>
                    <a:pt x="5263" y="7"/>
                  </a:cubicBezTo>
                  <a:cubicBezTo>
                    <a:pt x="5189" y="2"/>
                    <a:pt x="5113" y="0"/>
                    <a:pt x="5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67"/>
            <p:cNvSpPr/>
            <p:nvPr/>
          </p:nvSpPr>
          <p:spPr>
            <a:xfrm>
              <a:off x="5360717" y="2479826"/>
              <a:ext cx="32416" cy="38144"/>
            </a:xfrm>
            <a:custGeom>
              <a:avLst/>
              <a:gdLst/>
              <a:ahLst/>
              <a:cxnLst/>
              <a:rect l="l" t="t" r="r" b="b"/>
              <a:pathLst>
                <a:path w="1013" h="1192" extrusionOk="0">
                  <a:moveTo>
                    <a:pt x="512" y="322"/>
                  </a:moveTo>
                  <a:cubicBezTo>
                    <a:pt x="596" y="322"/>
                    <a:pt x="691" y="417"/>
                    <a:pt x="691" y="500"/>
                  </a:cubicBezTo>
                  <a:lnTo>
                    <a:pt x="691" y="679"/>
                  </a:lnTo>
                  <a:cubicBezTo>
                    <a:pt x="691" y="786"/>
                    <a:pt x="596" y="858"/>
                    <a:pt x="512" y="858"/>
                  </a:cubicBezTo>
                  <a:cubicBezTo>
                    <a:pt x="417" y="858"/>
                    <a:pt x="322" y="762"/>
                    <a:pt x="322" y="679"/>
                  </a:cubicBezTo>
                  <a:lnTo>
                    <a:pt x="322" y="500"/>
                  </a:lnTo>
                  <a:cubicBezTo>
                    <a:pt x="322" y="393"/>
                    <a:pt x="417" y="322"/>
                    <a:pt x="512" y="322"/>
                  </a:cubicBezTo>
                  <a:close/>
                  <a:moveTo>
                    <a:pt x="512" y="0"/>
                  </a:moveTo>
                  <a:cubicBezTo>
                    <a:pt x="227" y="0"/>
                    <a:pt x="0" y="215"/>
                    <a:pt x="0" y="500"/>
                  </a:cubicBezTo>
                  <a:lnTo>
                    <a:pt x="0" y="679"/>
                  </a:lnTo>
                  <a:cubicBezTo>
                    <a:pt x="0" y="965"/>
                    <a:pt x="227" y="1191"/>
                    <a:pt x="512" y="1191"/>
                  </a:cubicBezTo>
                  <a:cubicBezTo>
                    <a:pt x="786" y="1191"/>
                    <a:pt x="1012" y="965"/>
                    <a:pt x="1012" y="679"/>
                  </a:cubicBezTo>
                  <a:lnTo>
                    <a:pt x="1012" y="500"/>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8" name="Google Shape;12538;p67"/>
          <p:cNvGrpSpPr/>
          <p:nvPr/>
        </p:nvGrpSpPr>
        <p:grpSpPr>
          <a:xfrm>
            <a:off x="4150669" y="2542970"/>
            <a:ext cx="355104" cy="259584"/>
            <a:chOff x="4150669" y="2466770"/>
            <a:chExt cx="355104" cy="259584"/>
          </a:xfrm>
        </p:grpSpPr>
        <p:sp>
          <p:nvSpPr>
            <p:cNvPr id="12539" name="Google Shape;12539;p67"/>
            <p:cNvSpPr/>
            <p:nvPr/>
          </p:nvSpPr>
          <p:spPr>
            <a:xfrm>
              <a:off x="4150669" y="2466770"/>
              <a:ext cx="355104" cy="259584"/>
            </a:xfrm>
            <a:custGeom>
              <a:avLst/>
              <a:gdLst/>
              <a:ahLst/>
              <a:cxnLst/>
              <a:rect l="l" t="t" r="r" b="b"/>
              <a:pathLst>
                <a:path w="11097" h="8112" extrusionOk="0">
                  <a:moveTo>
                    <a:pt x="4060" y="349"/>
                  </a:moveTo>
                  <a:cubicBezTo>
                    <a:pt x="5489" y="718"/>
                    <a:pt x="6632" y="1504"/>
                    <a:pt x="7382" y="2266"/>
                  </a:cubicBezTo>
                  <a:cubicBezTo>
                    <a:pt x="6965" y="2051"/>
                    <a:pt x="6560" y="1897"/>
                    <a:pt x="6263" y="1766"/>
                  </a:cubicBezTo>
                  <a:cubicBezTo>
                    <a:pt x="5322" y="1420"/>
                    <a:pt x="4298" y="1170"/>
                    <a:pt x="3560" y="1123"/>
                  </a:cubicBezTo>
                  <a:lnTo>
                    <a:pt x="4060" y="349"/>
                  </a:lnTo>
                  <a:close/>
                  <a:moveTo>
                    <a:pt x="3322" y="1397"/>
                  </a:moveTo>
                  <a:cubicBezTo>
                    <a:pt x="4036" y="1409"/>
                    <a:pt x="5144" y="1647"/>
                    <a:pt x="6144" y="2040"/>
                  </a:cubicBezTo>
                  <a:cubicBezTo>
                    <a:pt x="7370" y="2504"/>
                    <a:pt x="8275" y="3052"/>
                    <a:pt x="8704" y="3635"/>
                  </a:cubicBezTo>
                  <a:cubicBezTo>
                    <a:pt x="8737" y="3676"/>
                    <a:pt x="8783" y="3697"/>
                    <a:pt x="8829" y="3697"/>
                  </a:cubicBezTo>
                  <a:cubicBezTo>
                    <a:pt x="8864" y="3697"/>
                    <a:pt x="8899" y="3685"/>
                    <a:pt x="8930" y="3659"/>
                  </a:cubicBezTo>
                  <a:cubicBezTo>
                    <a:pt x="9001" y="3599"/>
                    <a:pt x="9013" y="3516"/>
                    <a:pt x="8954" y="3433"/>
                  </a:cubicBezTo>
                  <a:cubicBezTo>
                    <a:pt x="8930" y="3397"/>
                    <a:pt x="8882" y="3349"/>
                    <a:pt x="8858" y="3314"/>
                  </a:cubicBezTo>
                  <a:cubicBezTo>
                    <a:pt x="9668" y="3004"/>
                    <a:pt x="10240" y="2480"/>
                    <a:pt x="10597" y="2087"/>
                  </a:cubicBezTo>
                  <a:lnTo>
                    <a:pt x="10597" y="2087"/>
                  </a:lnTo>
                  <a:lnTo>
                    <a:pt x="10251" y="3956"/>
                  </a:lnTo>
                  <a:cubicBezTo>
                    <a:pt x="10204" y="4230"/>
                    <a:pt x="10204" y="4504"/>
                    <a:pt x="10251" y="4778"/>
                  </a:cubicBezTo>
                  <a:lnTo>
                    <a:pt x="10597" y="6647"/>
                  </a:lnTo>
                  <a:cubicBezTo>
                    <a:pt x="10251" y="6266"/>
                    <a:pt x="9692" y="5742"/>
                    <a:pt x="8870" y="5433"/>
                  </a:cubicBezTo>
                  <a:cubicBezTo>
                    <a:pt x="9132" y="5123"/>
                    <a:pt x="9335" y="4766"/>
                    <a:pt x="9335" y="4373"/>
                  </a:cubicBezTo>
                  <a:cubicBezTo>
                    <a:pt x="9335" y="4302"/>
                    <a:pt x="9311" y="4207"/>
                    <a:pt x="9299" y="4135"/>
                  </a:cubicBezTo>
                  <a:cubicBezTo>
                    <a:pt x="9288" y="4059"/>
                    <a:pt x="9207" y="4003"/>
                    <a:pt x="9130" y="4003"/>
                  </a:cubicBezTo>
                  <a:cubicBezTo>
                    <a:pt x="9123" y="4003"/>
                    <a:pt x="9116" y="4003"/>
                    <a:pt x="9108" y="4004"/>
                  </a:cubicBezTo>
                  <a:cubicBezTo>
                    <a:pt x="9013" y="4016"/>
                    <a:pt x="8954" y="4111"/>
                    <a:pt x="8977" y="4195"/>
                  </a:cubicBezTo>
                  <a:cubicBezTo>
                    <a:pt x="8989" y="4254"/>
                    <a:pt x="8989" y="4314"/>
                    <a:pt x="8989" y="4373"/>
                  </a:cubicBezTo>
                  <a:cubicBezTo>
                    <a:pt x="8989" y="4730"/>
                    <a:pt x="8775" y="5099"/>
                    <a:pt x="8358" y="5469"/>
                  </a:cubicBezTo>
                  <a:cubicBezTo>
                    <a:pt x="7989" y="5802"/>
                    <a:pt x="7442" y="6135"/>
                    <a:pt x="6787" y="6433"/>
                  </a:cubicBezTo>
                  <a:cubicBezTo>
                    <a:pt x="5620" y="6957"/>
                    <a:pt x="4215" y="7302"/>
                    <a:pt x="3322" y="7326"/>
                  </a:cubicBezTo>
                  <a:cubicBezTo>
                    <a:pt x="4155" y="6576"/>
                    <a:pt x="4644" y="5492"/>
                    <a:pt x="4644" y="4361"/>
                  </a:cubicBezTo>
                  <a:cubicBezTo>
                    <a:pt x="4644" y="4004"/>
                    <a:pt x="4596" y="3647"/>
                    <a:pt x="4513" y="3302"/>
                  </a:cubicBezTo>
                  <a:cubicBezTo>
                    <a:pt x="4481" y="3227"/>
                    <a:pt x="4410" y="3181"/>
                    <a:pt x="4336" y="3181"/>
                  </a:cubicBezTo>
                  <a:cubicBezTo>
                    <a:pt x="4327" y="3181"/>
                    <a:pt x="4319" y="3181"/>
                    <a:pt x="4310" y="3183"/>
                  </a:cubicBezTo>
                  <a:cubicBezTo>
                    <a:pt x="4227" y="3218"/>
                    <a:pt x="4179" y="3302"/>
                    <a:pt x="4191" y="3385"/>
                  </a:cubicBezTo>
                  <a:cubicBezTo>
                    <a:pt x="4286" y="3695"/>
                    <a:pt x="4334" y="4016"/>
                    <a:pt x="4334" y="4349"/>
                  </a:cubicBezTo>
                  <a:cubicBezTo>
                    <a:pt x="4334" y="5504"/>
                    <a:pt x="3774" y="6600"/>
                    <a:pt x="2858" y="7278"/>
                  </a:cubicBezTo>
                  <a:cubicBezTo>
                    <a:pt x="2096" y="7183"/>
                    <a:pt x="1512" y="6862"/>
                    <a:pt x="1096" y="6290"/>
                  </a:cubicBezTo>
                  <a:cubicBezTo>
                    <a:pt x="857" y="5957"/>
                    <a:pt x="738" y="5623"/>
                    <a:pt x="679" y="5433"/>
                  </a:cubicBezTo>
                  <a:cubicBezTo>
                    <a:pt x="1072" y="5338"/>
                    <a:pt x="1500" y="5099"/>
                    <a:pt x="1727" y="4718"/>
                  </a:cubicBezTo>
                  <a:cubicBezTo>
                    <a:pt x="1750" y="4718"/>
                    <a:pt x="1786" y="4707"/>
                    <a:pt x="1810" y="4707"/>
                  </a:cubicBezTo>
                  <a:cubicBezTo>
                    <a:pt x="1905" y="4683"/>
                    <a:pt x="1965" y="4599"/>
                    <a:pt x="1953" y="4504"/>
                  </a:cubicBezTo>
                  <a:cubicBezTo>
                    <a:pt x="1931" y="4428"/>
                    <a:pt x="1859" y="4372"/>
                    <a:pt x="1775" y="4372"/>
                  </a:cubicBezTo>
                  <a:cubicBezTo>
                    <a:pt x="1767" y="4372"/>
                    <a:pt x="1759" y="4372"/>
                    <a:pt x="1750" y="4373"/>
                  </a:cubicBezTo>
                  <a:cubicBezTo>
                    <a:pt x="1571" y="4402"/>
                    <a:pt x="1406" y="4413"/>
                    <a:pt x="1255" y="4413"/>
                  </a:cubicBezTo>
                  <a:cubicBezTo>
                    <a:pt x="775" y="4413"/>
                    <a:pt x="446" y="4297"/>
                    <a:pt x="310" y="4242"/>
                  </a:cubicBezTo>
                  <a:cubicBezTo>
                    <a:pt x="357" y="2802"/>
                    <a:pt x="1441" y="1611"/>
                    <a:pt x="2846" y="1409"/>
                  </a:cubicBezTo>
                  <a:cubicBezTo>
                    <a:pt x="3036" y="1551"/>
                    <a:pt x="3203" y="1706"/>
                    <a:pt x="3358" y="1885"/>
                  </a:cubicBezTo>
                  <a:cubicBezTo>
                    <a:pt x="3393" y="1921"/>
                    <a:pt x="3441" y="1944"/>
                    <a:pt x="3477" y="1944"/>
                  </a:cubicBezTo>
                  <a:cubicBezTo>
                    <a:pt x="3524" y="1944"/>
                    <a:pt x="3560" y="1932"/>
                    <a:pt x="3584" y="1909"/>
                  </a:cubicBezTo>
                  <a:cubicBezTo>
                    <a:pt x="3643" y="1849"/>
                    <a:pt x="3655" y="1742"/>
                    <a:pt x="3596" y="1682"/>
                  </a:cubicBezTo>
                  <a:cubicBezTo>
                    <a:pt x="3512" y="1575"/>
                    <a:pt x="3417" y="1492"/>
                    <a:pt x="3322" y="1397"/>
                  </a:cubicBezTo>
                  <a:close/>
                  <a:moveTo>
                    <a:pt x="6489" y="6933"/>
                  </a:moveTo>
                  <a:cubicBezTo>
                    <a:pt x="6489" y="7278"/>
                    <a:pt x="6608" y="7576"/>
                    <a:pt x="6691" y="7766"/>
                  </a:cubicBezTo>
                  <a:cubicBezTo>
                    <a:pt x="6546" y="7784"/>
                    <a:pt x="6400" y="7792"/>
                    <a:pt x="6256" y="7792"/>
                  </a:cubicBezTo>
                  <a:cubicBezTo>
                    <a:pt x="5624" y="7792"/>
                    <a:pt x="5025" y="7640"/>
                    <a:pt x="4608" y="7505"/>
                  </a:cubicBezTo>
                  <a:cubicBezTo>
                    <a:pt x="5227" y="7374"/>
                    <a:pt x="5882" y="7171"/>
                    <a:pt x="6489" y="6933"/>
                  </a:cubicBezTo>
                  <a:close/>
                  <a:moveTo>
                    <a:pt x="4030" y="1"/>
                  </a:moveTo>
                  <a:cubicBezTo>
                    <a:pt x="3977" y="1"/>
                    <a:pt x="3921" y="25"/>
                    <a:pt x="3882" y="75"/>
                  </a:cubicBezTo>
                  <a:lnTo>
                    <a:pt x="3203" y="1123"/>
                  </a:lnTo>
                  <a:cubicBezTo>
                    <a:pt x="1429" y="1159"/>
                    <a:pt x="0" y="2623"/>
                    <a:pt x="0" y="4397"/>
                  </a:cubicBezTo>
                  <a:cubicBezTo>
                    <a:pt x="0" y="4457"/>
                    <a:pt x="24" y="4492"/>
                    <a:pt x="72" y="4528"/>
                  </a:cubicBezTo>
                  <a:cubicBezTo>
                    <a:pt x="83" y="4540"/>
                    <a:pt x="524" y="4790"/>
                    <a:pt x="1250" y="4790"/>
                  </a:cubicBezTo>
                  <a:lnTo>
                    <a:pt x="1274" y="4790"/>
                  </a:lnTo>
                  <a:cubicBezTo>
                    <a:pt x="1060" y="5016"/>
                    <a:pt x="726" y="5147"/>
                    <a:pt x="464" y="5183"/>
                  </a:cubicBezTo>
                  <a:cubicBezTo>
                    <a:pt x="417" y="5183"/>
                    <a:pt x="369" y="5207"/>
                    <a:pt x="357" y="5242"/>
                  </a:cubicBezTo>
                  <a:cubicBezTo>
                    <a:pt x="322" y="5266"/>
                    <a:pt x="310" y="5314"/>
                    <a:pt x="322" y="5361"/>
                  </a:cubicBezTo>
                  <a:cubicBezTo>
                    <a:pt x="322" y="5385"/>
                    <a:pt x="417" y="5945"/>
                    <a:pt x="834" y="6516"/>
                  </a:cubicBezTo>
                  <a:cubicBezTo>
                    <a:pt x="1203" y="7040"/>
                    <a:pt x="1953" y="7671"/>
                    <a:pt x="3286" y="7671"/>
                  </a:cubicBezTo>
                  <a:cubicBezTo>
                    <a:pt x="3512" y="7671"/>
                    <a:pt x="3751" y="7647"/>
                    <a:pt x="4013" y="7612"/>
                  </a:cubicBezTo>
                  <a:cubicBezTo>
                    <a:pt x="4203" y="7695"/>
                    <a:pt x="5179" y="8112"/>
                    <a:pt x="6251" y="8112"/>
                  </a:cubicBezTo>
                  <a:cubicBezTo>
                    <a:pt x="6489" y="8112"/>
                    <a:pt x="6739" y="8100"/>
                    <a:pt x="6977" y="8040"/>
                  </a:cubicBezTo>
                  <a:cubicBezTo>
                    <a:pt x="7025" y="8028"/>
                    <a:pt x="7072" y="7993"/>
                    <a:pt x="7096" y="7945"/>
                  </a:cubicBezTo>
                  <a:cubicBezTo>
                    <a:pt x="7108" y="7909"/>
                    <a:pt x="7108" y="7850"/>
                    <a:pt x="7084" y="7802"/>
                  </a:cubicBezTo>
                  <a:cubicBezTo>
                    <a:pt x="7084" y="7802"/>
                    <a:pt x="6787" y="7314"/>
                    <a:pt x="6822" y="6790"/>
                  </a:cubicBezTo>
                  <a:cubicBezTo>
                    <a:pt x="6870" y="6778"/>
                    <a:pt x="6906" y="6754"/>
                    <a:pt x="6941" y="6743"/>
                  </a:cubicBezTo>
                  <a:cubicBezTo>
                    <a:pt x="7442" y="6516"/>
                    <a:pt x="8120" y="6159"/>
                    <a:pt x="8632" y="5707"/>
                  </a:cubicBezTo>
                  <a:cubicBezTo>
                    <a:pt x="10073" y="6183"/>
                    <a:pt x="10751" y="7433"/>
                    <a:pt x="10775" y="7445"/>
                  </a:cubicBezTo>
                  <a:cubicBezTo>
                    <a:pt x="10799" y="7505"/>
                    <a:pt x="10859" y="7528"/>
                    <a:pt x="10918" y="7528"/>
                  </a:cubicBezTo>
                  <a:cubicBezTo>
                    <a:pt x="10930" y="7528"/>
                    <a:pt x="10954" y="7528"/>
                    <a:pt x="10978" y="7516"/>
                  </a:cubicBezTo>
                  <a:cubicBezTo>
                    <a:pt x="11049" y="7493"/>
                    <a:pt x="11097" y="7409"/>
                    <a:pt x="11085" y="7338"/>
                  </a:cubicBezTo>
                  <a:lnTo>
                    <a:pt x="10597" y="4754"/>
                  </a:lnTo>
                  <a:cubicBezTo>
                    <a:pt x="10561" y="4516"/>
                    <a:pt x="10561" y="4278"/>
                    <a:pt x="10597" y="4040"/>
                  </a:cubicBezTo>
                  <a:lnTo>
                    <a:pt x="11061" y="1444"/>
                  </a:lnTo>
                  <a:cubicBezTo>
                    <a:pt x="11073" y="1373"/>
                    <a:pt x="11025" y="1301"/>
                    <a:pt x="10954" y="1266"/>
                  </a:cubicBezTo>
                  <a:cubicBezTo>
                    <a:pt x="10936" y="1260"/>
                    <a:pt x="10917" y="1257"/>
                    <a:pt x="10897" y="1257"/>
                  </a:cubicBezTo>
                  <a:cubicBezTo>
                    <a:pt x="10839" y="1257"/>
                    <a:pt x="10781" y="1284"/>
                    <a:pt x="10763" y="1337"/>
                  </a:cubicBezTo>
                  <a:cubicBezTo>
                    <a:pt x="10763" y="1361"/>
                    <a:pt x="10073" y="2611"/>
                    <a:pt x="8632" y="3087"/>
                  </a:cubicBezTo>
                  <a:cubicBezTo>
                    <a:pt x="8525" y="2980"/>
                    <a:pt x="8406" y="2885"/>
                    <a:pt x="8287" y="2802"/>
                  </a:cubicBezTo>
                  <a:cubicBezTo>
                    <a:pt x="8120" y="2563"/>
                    <a:pt x="7644" y="1956"/>
                    <a:pt x="6834" y="1325"/>
                  </a:cubicBezTo>
                  <a:cubicBezTo>
                    <a:pt x="6001" y="682"/>
                    <a:pt x="5060" y="242"/>
                    <a:pt x="4060" y="4"/>
                  </a:cubicBezTo>
                  <a:cubicBezTo>
                    <a:pt x="4050" y="2"/>
                    <a:pt x="4040" y="1"/>
                    <a:pt x="40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67"/>
            <p:cNvSpPr/>
            <p:nvPr/>
          </p:nvSpPr>
          <p:spPr>
            <a:xfrm>
              <a:off x="4270285" y="2538098"/>
              <a:ext cx="17184" cy="19872"/>
            </a:xfrm>
            <a:custGeom>
              <a:avLst/>
              <a:gdLst/>
              <a:ahLst/>
              <a:cxnLst/>
              <a:rect l="l" t="t" r="r" b="b"/>
              <a:pathLst>
                <a:path w="537" h="621" extrusionOk="0">
                  <a:moveTo>
                    <a:pt x="184" y="1"/>
                  </a:moveTo>
                  <a:cubicBezTo>
                    <a:pt x="155" y="1"/>
                    <a:pt x="125" y="9"/>
                    <a:pt x="96" y="25"/>
                  </a:cubicBezTo>
                  <a:cubicBezTo>
                    <a:pt x="25" y="61"/>
                    <a:pt x="1" y="168"/>
                    <a:pt x="36" y="239"/>
                  </a:cubicBezTo>
                  <a:cubicBezTo>
                    <a:pt x="96" y="334"/>
                    <a:pt x="144" y="418"/>
                    <a:pt x="191" y="525"/>
                  </a:cubicBezTo>
                  <a:cubicBezTo>
                    <a:pt x="215" y="584"/>
                    <a:pt x="275" y="620"/>
                    <a:pt x="334" y="620"/>
                  </a:cubicBezTo>
                  <a:cubicBezTo>
                    <a:pt x="370" y="620"/>
                    <a:pt x="382" y="620"/>
                    <a:pt x="417" y="596"/>
                  </a:cubicBezTo>
                  <a:cubicBezTo>
                    <a:pt x="489" y="561"/>
                    <a:pt x="536" y="454"/>
                    <a:pt x="489" y="382"/>
                  </a:cubicBezTo>
                  <a:cubicBezTo>
                    <a:pt x="441" y="275"/>
                    <a:pt x="382" y="168"/>
                    <a:pt x="322" y="84"/>
                  </a:cubicBezTo>
                  <a:cubicBezTo>
                    <a:pt x="291" y="30"/>
                    <a:pt x="239"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67"/>
            <p:cNvSpPr/>
            <p:nvPr/>
          </p:nvSpPr>
          <p:spPr>
            <a:xfrm>
              <a:off x="4183437" y="2557170"/>
              <a:ext cx="32416" cy="38144"/>
            </a:xfrm>
            <a:custGeom>
              <a:avLst/>
              <a:gdLst/>
              <a:ahLst/>
              <a:cxnLst/>
              <a:rect l="l" t="t" r="r" b="b"/>
              <a:pathLst>
                <a:path w="1013" h="1192" extrusionOk="0">
                  <a:moveTo>
                    <a:pt x="500" y="334"/>
                  </a:moveTo>
                  <a:cubicBezTo>
                    <a:pt x="607" y="334"/>
                    <a:pt x="691" y="417"/>
                    <a:pt x="691" y="512"/>
                  </a:cubicBezTo>
                  <a:lnTo>
                    <a:pt x="691" y="691"/>
                  </a:lnTo>
                  <a:cubicBezTo>
                    <a:pt x="691" y="798"/>
                    <a:pt x="595" y="870"/>
                    <a:pt x="500" y="870"/>
                  </a:cubicBezTo>
                  <a:cubicBezTo>
                    <a:pt x="405" y="870"/>
                    <a:pt x="322" y="774"/>
                    <a:pt x="322" y="691"/>
                  </a:cubicBezTo>
                  <a:lnTo>
                    <a:pt x="322" y="512"/>
                  </a:lnTo>
                  <a:cubicBezTo>
                    <a:pt x="322" y="405"/>
                    <a:pt x="417" y="334"/>
                    <a:pt x="500" y="334"/>
                  </a:cubicBezTo>
                  <a:close/>
                  <a:moveTo>
                    <a:pt x="512" y="0"/>
                  </a:moveTo>
                  <a:cubicBezTo>
                    <a:pt x="226" y="0"/>
                    <a:pt x="0" y="227"/>
                    <a:pt x="0" y="512"/>
                  </a:cubicBezTo>
                  <a:lnTo>
                    <a:pt x="0" y="691"/>
                  </a:lnTo>
                  <a:cubicBezTo>
                    <a:pt x="0" y="965"/>
                    <a:pt x="226" y="1191"/>
                    <a:pt x="512" y="1191"/>
                  </a:cubicBezTo>
                  <a:cubicBezTo>
                    <a:pt x="786" y="1191"/>
                    <a:pt x="1012" y="965"/>
                    <a:pt x="1012" y="691"/>
                  </a:cubicBezTo>
                  <a:lnTo>
                    <a:pt x="1012" y="512"/>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67"/>
            <p:cNvSpPr/>
            <p:nvPr/>
          </p:nvSpPr>
          <p:spPr>
            <a:xfrm>
              <a:off x="4309901" y="2589490"/>
              <a:ext cx="82720" cy="60672"/>
            </a:xfrm>
            <a:custGeom>
              <a:avLst/>
              <a:gdLst/>
              <a:ahLst/>
              <a:cxnLst/>
              <a:rect l="l" t="t" r="r" b="b"/>
              <a:pathLst>
                <a:path w="2585" h="1896" extrusionOk="0">
                  <a:moveTo>
                    <a:pt x="1005" y="1"/>
                  </a:moveTo>
                  <a:cubicBezTo>
                    <a:pt x="911" y="1"/>
                    <a:pt x="851" y="2"/>
                    <a:pt x="846" y="2"/>
                  </a:cubicBezTo>
                  <a:cubicBezTo>
                    <a:pt x="751" y="2"/>
                    <a:pt x="680" y="86"/>
                    <a:pt x="680" y="169"/>
                  </a:cubicBezTo>
                  <a:cubicBezTo>
                    <a:pt x="680" y="264"/>
                    <a:pt x="751" y="336"/>
                    <a:pt x="846" y="336"/>
                  </a:cubicBezTo>
                  <a:cubicBezTo>
                    <a:pt x="899" y="335"/>
                    <a:pt x="953" y="334"/>
                    <a:pt x="1006" y="334"/>
                  </a:cubicBezTo>
                  <a:cubicBezTo>
                    <a:pt x="1570" y="334"/>
                    <a:pt x="2108" y="391"/>
                    <a:pt x="2227" y="467"/>
                  </a:cubicBezTo>
                  <a:cubicBezTo>
                    <a:pt x="2204" y="514"/>
                    <a:pt x="2180" y="633"/>
                    <a:pt x="2120" y="764"/>
                  </a:cubicBezTo>
                  <a:lnTo>
                    <a:pt x="1465" y="657"/>
                  </a:lnTo>
                  <a:cubicBezTo>
                    <a:pt x="1457" y="656"/>
                    <a:pt x="1449" y="656"/>
                    <a:pt x="1441" y="656"/>
                  </a:cubicBezTo>
                  <a:cubicBezTo>
                    <a:pt x="1357" y="656"/>
                    <a:pt x="1287" y="713"/>
                    <a:pt x="1287" y="800"/>
                  </a:cubicBezTo>
                  <a:cubicBezTo>
                    <a:pt x="1275" y="883"/>
                    <a:pt x="1334" y="979"/>
                    <a:pt x="1418" y="979"/>
                  </a:cubicBezTo>
                  <a:lnTo>
                    <a:pt x="1954" y="1062"/>
                  </a:lnTo>
                  <a:cubicBezTo>
                    <a:pt x="1763" y="1372"/>
                    <a:pt x="1584" y="1550"/>
                    <a:pt x="1489" y="1574"/>
                  </a:cubicBezTo>
                  <a:cubicBezTo>
                    <a:pt x="1476" y="1578"/>
                    <a:pt x="1462" y="1580"/>
                    <a:pt x="1445" y="1580"/>
                  </a:cubicBezTo>
                  <a:cubicBezTo>
                    <a:pt x="1220" y="1580"/>
                    <a:pt x="687" y="1209"/>
                    <a:pt x="299" y="776"/>
                  </a:cubicBezTo>
                  <a:cubicBezTo>
                    <a:pt x="267" y="739"/>
                    <a:pt x="227" y="721"/>
                    <a:pt x="186" y="721"/>
                  </a:cubicBezTo>
                  <a:cubicBezTo>
                    <a:pt x="149" y="721"/>
                    <a:pt x="113" y="736"/>
                    <a:pt x="84" y="764"/>
                  </a:cubicBezTo>
                  <a:cubicBezTo>
                    <a:pt x="25" y="824"/>
                    <a:pt x="1" y="931"/>
                    <a:pt x="60" y="991"/>
                  </a:cubicBezTo>
                  <a:cubicBezTo>
                    <a:pt x="275" y="1205"/>
                    <a:pt x="537" y="1455"/>
                    <a:pt x="775" y="1634"/>
                  </a:cubicBezTo>
                  <a:cubicBezTo>
                    <a:pt x="1049" y="1800"/>
                    <a:pt x="1275" y="1896"/>
                    <a:pt x="1454" y="1896"/>
                  </a:cubicBezTo>
                  <a:cubicBezTo>
                    <a:pt x="1489" y="1896"/>
                    <a:pt x="1549" y="1896"/>
                    <a:pt x="1596" y="1884"/>
                  </a:cubicBezTo>
                  <a:cubicBezTo>
                    <a:pt x="1751" y="1836"/>
                    <a:pt x="1930" y="1669"/>
                    <a:pt x="2108" y="1407"/>
                  </a:cubicBezTo>
                  <a:cubicBezTo>
                    <a:pt x="2251" y="1193"/>
                    <a:pt x="2382" y="943"/>
                    <a:pt x="2477" y="741"/>
                  </a:cubicBezTo>
                  <a:cubicBezTo>
                    <a:pt x="2573" y="526"/>
                    <a:pt x="2585" y="395"/>
                    <a:pt x="2537" y="300"/>
                  </a:cubicBezTo>
                  <a:cubicBezTo>
                    <a:pt x="2454" y="145"/>
                    <a:pt x="2180" y="50"/>
                    <a:pt x="1584" y="26"/>
                  </a:cubicBezTo>
                  <a:cubicBezTo>
                    <a:pt x="1363" y="5"/>
                    <a:pt x="1146" y="1"/>
                    <a:pt x="10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3" name="Google Shape;12543;p67"/>
          <p:cNvGrpSpPr/>
          <p:nvPr/>
        </p:nvGrpSpPr>
        <p:grpSpPr>
          <a:xfrm>
            <a:off x="4699693" y="2501146"/>
            <a:ext cx="354336" cy="353984"/>
            <a:chOff x="4699693" y="2424946"/>
            <a:chExt cx="354336" cy="353984"/>
          </a:xfrm>
        </p:grpSpPr>
        <p:sp>
          <p:nvSpPr>
            <p:cNvPr id="12544" name="Google Shape;12544;p67"/>
            <p:cNvSpPr/>
            <p:nvPr/>
          </p:nvSpPr>
          <p:spPr>
            <a:xfrm>
              <a:off x="4699693" y="2424946"/>
              <a:ext cx="354336" cy="353984"/>
            </a:xfrm>
            <a:custGeom>
              <a:avLst/>
              <a:gdLst/>
              <a:ahLst/>
              <a:cxnLst/>
              <a:rect l="l" t="t" r="r" b="b"/>
              <a:pathLst>
                <a:path w="11073" h="11062" extrusionOk="0">
                  <a:moveTo>
                    <a:pt x="8144" y="358"/>
                  </a:moveTo>
                  <a:lnTo>
                    <a:pt x="8144" y="358"/>
                  </a:lnTo>
                  <a:cubicBezTo>
                    <a:pt x="7751" y="715"/>
                    <a:pt x="7191" y="1311"/>
                    <a:pt x="6977" y="1965"/>
                  </a:cubicBezTo>
                  <a:cubicBezTo>
                    <a:pt x="6429" y="1680"/>
                    <a:pt x="5822" y="1537"/>
                    <a:pt x="5179" y="1537"/>
                  </a:cubicBezTo>
                  <a:cubicBezTo>
                    <a:pt x="4917" y="1537"/>
                    <a:pt x="4643" y="1549"/>
                    <a:pt x="4393" y="1573"/>
                  </a:cubicBezTo>
                  <a:cubicBezTo>
                    <a:pt x="5286" y="1084"/>
                    <a:pt x="6239" y="775"/>
                    <a:pt x="6941" y="596"/>
                  </a:cubicBezTo>
                  <a:cubicBezTo>
                    <a:pt x="7418" y="477"/>
                    <a:pt x="7834" y="406"/>
                    <a:pt x="8144" y="358"/>
                  </a:cubicBezTo>
                  <a:close/>
                  <a:moveTo>
                    <a:pt x="8263" y="3585"/>
                  </a:moveTo>
                  <a:cubicBezTo>
                    <a:pt x="8442" y="3870"/>
                    <a:pt x="8573" y="4168"/>
                    <a:pt x="8680" y="4478"/>
                  </a:cubicBezTo>
                  <a:cubicBezTo>
                    <a:pt x="8727" y="4609"/>
                    <a:pt x="8811" y="4728"/>
                    <a:pt x="8942" y="4787"/>
                  </a:cubicBezTo>
                  <a:cubicBezTo>
                    <a:pt x="9013" y="4817"/>
                    <a:pt x="9085" y="4832"/>
                    <a:pt x="9154" y="4832"/>
                  </a:cubicBezTo>
                  <a:cubicBezTo>
                    <a:pt x="9224" y="4832"/>
                    <a:pt x="9293" y="4817"/>
                    <a:pt x="9358" y="4787"/>
                  </a:cubicBezTo>
                  <a:lnTo>
                    <a:pt x="10632" y="4251"/>
                  </a:lnTo>
                  <a:lnTo>
                    <a:pt x="10632" y="4251"/>
                  </a:lnTo>
                  <a:lnTo>
                    <a:pt x="10311" y="5192"/>
                  </a:lnTo>
                  <a:cubicBezTo>
                    <a:pt x="10239" y="5406"/>
                    <a:pt x="10239" y="5644"/>
                    <a:pt x="10311" y="5847"/>
                  </a:cubicBezTo>
                  <a:lnTo>
                    <a:pt x="10632" y="6787"/>
                  </a:lnTo>
                  <a:lnTo>
                    <a:pt x="9358" y="6252"/>
                  </a:lnTo>
                  <a:cubicBezTo>
                    <a:pt x="9293" y="6222"/>
                    <a:pt x="9221" y="6207"/>
                    <a:pt x="9150" y="6207"/>
                  </a:cubicBezTo>
                  <a:cubicBezTo>
                    <a:pt x="9079" y="6207"/>
                    <a:pt x="9007" y="6222"/>
                    <a:pt x="8942" y="6252"/>
                  </a:cubicBezTo>
                  <a:cubicBezTo>
                    <a:pt x="8811" y="6311"/>
                    <a:pt x="8727" y="6430"/>
                    <a:pt x="8680" y="6561"/>
                  </a:cubicBezTo>
                  <a:cubicBezTo>
                    <a:pt x="8584" y="6871"/>
                    <a:pt x="8442" y="7192"/>
                    <a:pt x="8263" y="7454"/>
                  </a:cubicBezTo>
                  <a:cubicBezTo>
                    <a:pt x="8144" y="6871"/>
                    <a:pt x="8084" y="6204"/>
                    <a:pt x="8084" y="5525"/>
                  </a:cubicBezTo>
                  <a:cubicBezTo>
                    <a:pt x="8084" y="4835"/>
                    <a:pt x="8144" y="4168"/>
                    <a:pt x="8263" y="3585"/>
                  </a:cubicBezTo>
                  <a:close/>
                  <a:moveTo>
                    <a:pt x="3084" y="2382"/>
                  </a:moveTo>
                  <a:cubicBezTo>
                    <a:pt x="2774" y="3323"/>
                    <a:pt x="2608" y="4406"/>
                    <a:pt x="2608" y="5549"/>
                  </a:cubicBezTo>
                  <a:cubicBezTo>
                    <a:pt x="2608" y="6680"/>
                    <a:pt x="2774" y="7764"/>
                    <a:pt x="3084" y="8716"/>
                  </a:cubicBezTo>
                  <a:cubicBezTo>
                    <a:pt x="2917" y="8597"/>
                    <a:pt x="2774" y="8502"/>
                    <a:pt x="2631" y="8395"/>
                  </a:cubicBezTo>
                  <a:cubicBezTo>
                    <a:pt x="2024" y="7919"/>
                    <a:pt x="1607" y="7276"/>
                    <a:pt x="1191" y="6657"/>
                  </a:cubicBezTo>
                  <a:cubicBezTo>
                    <a:pt x="941" y="6264"/>
                    <a:pt x="691" y="5883"/>
                    <a:pt x="393" y="5537"/>
                  </a:cubicBezTo>
                  <a:cubicBezTo>
                    <a:pt x="691" y="5180"/>
                    <a:pt x="953" y="4787"/>
                    <a:pt x="1191" y="4418"/>
                  </a:cubicBezTo>
                  <a:cubicBezTo>
                    <a:pt x="1607" y="3799"/>
                    <a:pt x="2036" y="3156"/>
                    <a:pt x="2631" y="2680"/>
                  </a:cubicBezTo>
                  <a:cubicBezTo>
                    <a:pt x="2786" y="2573"/>
                    <a:pt x="2929" y="2466"/>
                    <a:pt x="3084" y="2382"/>
                  </a:cubicBezTo>
                  <a:close/>
                  <a:moveTo>
                    <a:pt x="6370" y="2073"/>
                  </a:moveTo>
                  <a:cubicBezTo>
                    <a:pt x="6668" y="2168"/>
                    <a:pt x="6965" y="2323"/>
                    <a:pt x="7239" y="2501"/>
                  </a:cubicBezTo>
                  <a:cubicBezTo>
                    <a:pt x="7180" y="2680"/>
                    <a:pt x="7132" y="2858"/>
                    <a:pt x="7084" y="3049"/>
                  </a:cubicBezTo>
                  <a:cubicBezTo>
                    <a:pt x="7072" y="3144"/>
                    <a:pt x="7120" y="3228"/>
                    <a:pt x="7203" y="3239"/>
                  </a:cubicBezTo>
                  <a:lnTo>
                    <a:pt x="7251" y="3239"/>
                  </a:lnTo>
                  <a:cubicBezTo>
                    <a:pt x="7322" y="3239"/>
                    <a:pt x="7382" y="3204"/>
                    <a:pt x="7406" y="3120"/>
                  </a:cubicBezTo>
                  <a:cubicBezTo>
                    <a:pt x="7441" y="2977"/>
                    <a:pt x="7489" y="2847"/>
                    <a:pt x="7525" y="2704"/>
                  </a:cubicBezTo>
                  <a:cubicBezTo>
                    <a:pt x="7727" y="2858"/>
                    <a:pt x="7882" y="3037"/>
                    <a:pt x="8037" y="3228"/>
                  </a:cubicBezTo>
                  <a:cubicBezTo>
                    <a:pt x="7870" y="3894"/>
                    <a:pt x="7787" y="4704"/>
                    <a:pt x="7787" y="5525"/>
                  </a:cubicBezTo>
                  <a:cubicBezTo>
                    <a:pt x="7787" y="6335"/>
                    <a:pt x="7870" y="7145"/>
                    <a:pt x="8037" y="7811"/>
                  </a:cubicBezTo>
                  <a:cubicBezTo>
                    <a:pt x="7870" y="7990"/>
                    <a:pt x="7691" y="8169"/>
                    <a:pt x="7501" y="8335"/>
                  </a:cubicBezTo>
                  <a:cubicBezTo>
                    <a:pt x="7263" y="7526"/>
                    <a:pt x="7120" y="6549"/>
                    <a:pt x="7120" y="5525"/>
                  </a:cubicBezTo>
                  <a:cubicBezTo>
                    <a:pt x="7120" y="4930"/>
                    <a:pt x="7156" y="4359"/>
                    <a:pt x="7251" y="3811"/>
                  </a:cubicBezTo>
                  <a:cubicBezTo>
                    <a:pt x="7263" y="3716"/>
                    <a:pt x="7203" y="3632"/>
                    <a:pt x="7120" y="3632"/>
                  </a:cubicBezTo>
                  <a:cubicBezTo>
                    <a:pt x="7112" y="3631"/>
                    <a:pt x="7104" y="3631"/>
                    <a:pt x="7096" y="3631"/>
                  </a:cubicBezTo>
                  <a:cubicBezTo>
                    <a:pt x="7011" y="3631"/>
                    <a:pt x="6941" y="3687"/>
                    <a:pt x="6941" y="3763"/>
                  </a:cubicBezTo>
                  <a:cubicBezTo>
                    <a:pt x="6846" y="4335"/>
                    <a:pt x="6799" y="4906"/>
                    <a:pt x="6799" y="5525"/>
                  </a:cubicBezTo>
                  <a:cubicBezTo>
                    <a:pt x="6799" y="6621"/>
                    <a:pt x="6953" y="7680"/>
                    <a:pt x="7239" y="8538"/>
                  </a:cubicBezTo>
                  <a:cubicBezTo>
                    <a:pt x="6965" y="8716"/>
                    <a:pt x="6668" y="8871"/>
                    <a:pt x="6370" y="8978"/>
                  </a:cubicBezTo>
                  <a:cubicBezTo>
                    <a:pt x="6167" y="8002"/>
                    <a:pt x="6060" y="6787"/>
                    <a:pt x="6060" y="5525"/>
                  </a:cubicBezTo>
                  <a:cubicBezTo>
                    <a:pt x="6060" y="4251"/>
                    <a:pt x="6179" y="3037"/>
                    <a:pt x="6370" y="2073"/>
                  </a:cubicBezTo>
                  <a:close/>
                  <a:moveTo>
                    <a:pt x="5429" y="1870"/>
                  </a:moveTo>
                  <a:cubicBezTo>
                    <a:pt x="5644" y="1894"/>
                    <a:pt x="5846" y="1930"/>
                    <a:pt x="6060" y="1977"/>
                  </a:cubicBezTo>
                  <a:cubicBezTo>
                    <a:pt x="5846" y="2977"/>
                    <a:pt x="5727" y="4228"/>
                    <a:pt x="5727" y="5525"/>
                  </a:cubicBezTo>
                  <a:cubicBezTo>
                    <a:pt x="5727" y="6811"/>
                    <a:pt x="5846" y="8061"/>
                    <a:pt x="6060" y="9062"/>
                  </a:cubicBezTo>
                  <a:cubicBezTo>
                    <a:pt x="5846" y="9109"/>
                    <a:pt x="5644" y="9157"/>
                    <a:pt x="5429" y="9169"/>
                  </a:cubicBezTo>
                  <a:cubicBezTo>
                    <a:pt x="5179" y="8157"/>
                    <a:pt x="5048" y="6859"/>
                    <a:pt x="5048" y="5525"/>
                  </a:cubicBezTo>
                  <a:cubicBezTo>
                    <a:pt x="5048" y="4180"/>
                    <a:pt x="5179" y="2906"/>
                    <a:pt x="5429" y="1870"/>
                  </a:cubicBezTo>
                  <a:close/>
                  <a:moveTo>
                    <a:pt x="5108" y="1894"/>
                  </a:moveTo>
                  <a:cubicBezTo>
                    <a:pt x="4870" y="2918"/>
                    <a:pt x="4739" y="4216"/>
                    <a:pt x="4739" y="5537"/>
                  </a:cubicBezTo>
                  <a:cubicBezTo>
                    <a:pt x="4739" y="6859"/>
                    <a:pt x="4870" y="8157"/>
                    <a:pt x="5108" y="9181"/>
                  </a:cubicBezTo>
                  <a:cubicBezTo>
                    <a:pt x="4834" y="9181"/>
                    <a:pt x="4572" y="9157"/>
                    <a:pt x="4334" y="9121"/>
                  </a:cubicBezTo>
                  <a:cubicBezTo>
                    <a:pt x="4096" y="8109"/>
                    <a:pt x="3965" y="6847"/>
                    <a:pt x="3965" y="5537"/>
                  </a:cubicBezTo>
                  <a:cubicBezTo>
                    <a:pt x="3965" y="4692"/>
                    <a:pt x="4001" y="3882"/>
                    <a:pt x="4108" y="3120"/>
                  </a:cubicBezTo>
                  <a:cubicBezTo>
                    <a:pt x="4120" y="3025"/>
                    <a:pt x="4060" y="2942"/>
                    <a:pt x="3977" y="2930"/>
                  </a:cubicBezTo>
                  <a:cubicBezTo>
                    <a:pt x="3969" y="2929"/>
                    <a:pt x="3961" y="2928"/>
                    <a:pt x="3953" y="2928"/>
                  </a:cubicBezTo>
                  <a:cubicBezTo>
                    <a:pt x="3870" y="2928"/>
                    <a:pt x="3809" y="2985"/>
                    <a:pt x="3798" y="3061"/>
                  </a:cubicBezTo>
                  <a:cubicBezTo>
                    <a:pt x="3691" y="3835"/>
                    <a:pt x="3631" y="4656"/>
                    <a:pt x="3631" y="5525"/>
                  </a:cubicBezTo>
                  <a:cubicBezTo>
                    <a:pt x="3631" y="6799"/>
                    <a:pt x="3751" y="8038"/>
                    <a:pt x="3977" y="9038"/>
                  </a:cubicBezTo>
                  <a:cubicBezTo>
                    <a:pt x="3810" y="8990"/>
                    <a:pt x="3643" y="8943"/>
                    <a:pt x="3477" y="8883"/>
                  </a:cubicBezTo>
                  <a:cubicBezTo>
                    <a:pt x="3108" y="7907"/>
                    <a:pt x="2905" y="6740"/>
                    <a:pt x="2905" y="5525"/>
                  </a:cubicBezTo>
                  <a:cubicBezTo>
                    <a:pt x="2905" y="4299"/>
                    <a:pt x="3096" y="3144"/>
                    <a:pt x="3477" y="2156"/>
                  </a:cubicBezTo>
                  <a:cubicBezTo>
                    <a:pt x="3631" y="2096"/>
                    <a:pt x="3798" y="2037"/>
                    <a:pt x="3977" y="2013"/>
                  </a:cubicBezTo>
                  <a:lnTo>
                    <a:pt x="3977" y="2013"/>
                  </a:lnTo>
                  <a:cubicBezTo>
                    <a:pt x="3941" y="2132"/>
                    <a:pt x="3929" y="2251"/>
                    <a:pt x="3893" y="2382"/>
                  </a:cubicBezTo>
                  <a:cubicBezTo>
                    <a:pt x="3881" y="2466"/>
                    <a:pt x="3941" y="2561"/>
                    <a:pt x="4036" y="2573"/>
                  </a:cubicBezTo>
                  <a:lnTo>
                    <a:pt x="4060" y="2573"/>
                  </a:lnTo>
                  <a:cubicBezTo>
                    <a:pt x="4132" y="2573"/>
                    <a:pt x="4215" y="2513"/>
                    <a:pt x="4227" y="2442"/>
                  </a:cubicBezTo>
                  <a:cubicBezTo>
                    <a:pt x="4262" y="2263"/>
                    <a:pt x="4298" y="2096"/>
                    <a:pt x="4334" y="1954"/>
                  </a:cubicBezTo>
                  <a:cubicBezTo>
                    <a:pt x="4572" y="1906"/>
                    <a:pt x="4834" y="1894"/>
                    <a:pt x="5108" y="1894"/>
                  </a:cubicBezTo>
                  <a:close/>
                  <a:moveTo>
                    <a:pt x="6953" y="9050"/>
                  </a:moveTo>
                  <a:cubicBezTo>
                    <a:pt x="7180" y="9716"/>
                    <a:pt x="7739" y="10312"/>
                    <a:pt x="8132" y="10669"/>
                  </a:cubicBezTo>
                  <a:cubicBezTo>
                    <a:pt x="7811" y="10621"/>
                    <a:pt x="7394" y="10550"/>
                    <a:pt x="6918" y="10431"/>
                  </a:cubicBezTo>
                  <a:cubicBezTo>
                    <a:pt x="6227" y="10252"/>
                    <a:pt x="5286" y="9955"/>
                    <a:pt x="4358" y="9431"/>
                  </a:cubicBezTo>
                  <a:lnTo>
                    <a:pt x="4358" y="9431"/>
                  </a:lnTo>
                  <a:cubicBezTo>
                    <a:pt x="4620" y="9466"/>
                    <a:pt x="4870" y="9478"/>
                    <a:pt x="5155" y="9478"/>
                  </a:cubicBezTo>
                  <a:cubicBezTo>
                    <a:pt x="5786" y="9478"/>
                    <a:pt x="6406" y="9323"/>
                    <a:pt x="6953" y="9050"/>
                  </a:cubicBezTo>
                  <a:close/>
                  <a:moveTo>
                    <a:pt x="8668" y="1"/>
                  </a:moveTo>
                  <a:cubicBezTo>
                    <a:pt x="8632" y="1"/>
                    <a:pt x="7906" y="49"/>
                    <a:pt x="6882" y="299"/>
                  </a:cubicBezTo>
                  <a:cubicBezTo>
                    <a:pt x="5941" y="537"/>
                    <a:pt x="4584" y="1001"/>
                    <a:pt x="3405" y="1858"/>
                  </a:cubicBezTo>
                  <a:cubicBezTo>
                    <a:pt x="3072" y="1989"/>
                    <a:pt x="2738" y="2168"/>
                    <a:pt x="2453" y="2406"/>
                  </a:cubicBezTo>
                  <a:cubicBezTo>
                    <a:pt x="1822" y="2918"/>
                    <a:pt x="1369" y="3585"/>
                    <a:pt x="941" y="4228"/>
                  </a:cubicBezTo>
                  <a:cubicBezTo>
                    <a:pt x="655" y="4656"/>
                    <a:pt x="393" y="5061"/>
                    <a:pt x="60" y="5418"/>
                  </a:cubicBezTo>
                  <a:cubicBezTo>
                    <a:pt x="0" y="5478"/>
                    <a:pt x="0" y="5561"/>
                    <a:pt x="60" y="5644"/>
                  </a:cubicBezTo>
                  <a:cubicBezTo>
                    <a:pt x="393" y="6002"/>
                    <a:pt x="655" y="6395"/>
                    <a:pt x="941" y="6835"/>
                  </a:cubicBezTo>
                  <a:cubicBezTo>
                    <a:pt x="1369" y="7466"/>
                    <a:pt x="1822" y="8145"/>
                    <a:pt x="2453" y="8645"/>
                  </a:cubicBezTo>
                  <a:cubicBezTo>
                    <a:pt x="2750" y="8871"/>
                    <a:pt x="3072" y="9062"/>
                    <a:pt x="3405" y="9193"/>
                  </a:cubicBezTo>
                  <a:cubicBezTo>
                    <a:pt x="4584" y="10062"/>
                    <a:pt x="5941" y="10538"/>
                    <a:pt x="6882" y="10764"/>
                  </a:cubicBezTo>
                  <a:cubicBezTo>
                    <a:pt x="7894" y="11014"/>
                    <a:pt x="8632" y="11062"/>
                    <a:pt x="8668" y="11062"/>
                  </a:cubicBezTo>
                  <a:lnTo>
                    <a:pt x="8680" y="11062"/>
                  </a:lnTo>
                  <a:cubicBezTo>
                    <a:pt x="8751" y="11062"/>
                    <a:pt x="8811" y="11014"/>
                    <a:pt x="8823" y="10955"/>
                  </a:cubicBezTo>
                  <a:cubicBezTo>
                    <a:pt x="8858" y="10871"/>
                    <a:pt x="8823" y="10800"/>
                    <a:pt x="8763" y="10776"/>
                  </a:cubicBezTo>
                  <a:cubicBezTo>
                    <a:pt x="8751" y="10752"/>
                    <a:pt x="7549" y="9883"/>
                    <a:pt x="7275" y="8907"/>
                  </a:cubicBezTo>
                  <a:cubicBezTo>
                    <a:pt x="7382" y="8847"/>
                    <a:pt x="7489" y="8776"/>
                    <a:pt x="7596" y="8692"/>
                  </a:cubicBezTo>
                  <a:cubicBezTo>
                    <a:pt x="8263" y="8181"/>
                    <a:pt x="8763" y="7454"/>
                    <a:pt x="9001" y="6645"/>
                  </a:cubicBezTo>
                  <a:cubicBezTo>
                    <a:pt x="9025" y="6609"/>
                    <a:pt x="9049" y="6561"/>
                    <a:pt x="9096" y="6549"/>
                  </a:cubicBezTo>
                  <a:cubicBezTo>
                    <a:pt x="9120" y="6531"/>
                    <a:pt x="9147" y="6523"/>
                    <a:pt x="9172" y="6523"/>
                  </a:cubicBezTo>
                  <a:cubicBezTo>
                    <a:pt x="9198" y="6523"/>
                    <a:pt x="9221" y="6531"/>
                    <a:pt x="9239" y="6549"/>
                  </a:cubicBezTo>
                  <a:lnTo>
                    <a:pt x="10835" y="7228"/>
                  </a:lnTo>
                  <a:cubicBezTo>
                    <a:pt x="10855" y="7240"/>
                    <a:pt x="10878" y="7246"/>
                    <a:pt x="10900" y="7246"/>
                  </a:cubicBezTo>
                  <a:cubicBezTo>
                    <a:pt x="10941" y="7246"/>
                    <a:pt x="10982" y="7227"/>
                    <a:pt x="11013" y="7204"/>
                  </a:cubicBezTo>
                  <a:cubicBezTo>
                    <a:pt x="11061" y="7157"/>
                    <a:pt x="11073" y="7097"/>
                    <a:pt x="11061" y="7038"/>
                  </a:cubicBezTo>
                  <a:lnTo>
                    <a:pt x="10632" y="5740"/>
                  </a:lnTo>
                  <a:cubicBezTo>
                    <a:pt x="10585" y="5597"/>
                    <a:pt x="10585" y="5442"/>
                    <a:pt x="10632" y="5299"/>
                  </a:cubicBezTo>
                  <a:lnTo>
                    <a:pt x="11061" y="4013"/>
                  </a:lnTo>
                  <a:cubicBezTo>
                    <a:pt x="11073" y="3954"/>
                    <a:pt x="11061" y="3882"/>
                    <a:pt x="11013" y="3847"/>
                  </a:cubicBezTo>
                  <a:cubicBezTo>
                    <a:pt x="10983" y="3824"/>
                    <a:pt x="10942" y="3810"/>
                    <a:pt x="10901" y="3810"/>
                  </a:cubicBezTo>
                  <a:cubicBezTo>
                    <a:pt x="10878" y="3810"/>
                    <a:pt x="10856" y="3814"/>
                    <a:pt x="10835" y="3823"/>
                  </a:cubicBezTo>
                  <a:lnTo>
                    <a:pt x="9239" y="4513"/>
                  </a:lnTo>
                  <a:cubicBezTo>
                    <a:pt x="9221" y="4519"/>
                    <a:pt x="9198" y="4522"/>
                    <a:pt x="9172" y="4522"/>
                  </a:cubicBezTo>
                  <a:cubicBezTo>
                    <a:pt x="9147" y="4522"/>
                    <a:pt x="9120" y="4519"/>
                    <a:pt x="9096" y="4513"/>
                  </a:cubicBezTo>
                  <a:cubicBezTo>
                    <a:pt x="9049" y="4490"/>
                    <a:pt x="9025" y="4454"/>
                    <a:pt x="9001" y="4406"/>
                  </a:cubicBezTo>
                  <a:cubicBezTo>
                    <a:pt x="8763" y="3597"/>
                    <a:pt x="8263" y="2870"/>
                    <a:pt x="7596" y="2370"/>
                  </a:cubicBezTo>
                  <a:lnTo>
                    <a:pt x="7275" y="2144"/>
                  </a:lnTo>
                  <a:cubicBezTo>
                    <a:pt x="7561" y="1192"/>
                    <a:pt x="8751" y="299"/>
                    <a:pt x="8763" y="287"/>
                  </a:cubicBezTo>
                  <a:cubicBezTo>
                    <a:pt x="8823" y="239"/>
                    <a:pt x="8846" y="168"/>
                    <a:pt x="8823" y="108"/>
                  </a:cubicBezTo>
                  <a:cubicBezTo>
                    <a:pt x="8799" y="25"/>
                    <a:pt x="8739" y="1"/>
                    <a:pt x="8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67"/>
            <p:cNvSpPr/>
            <p:nvPr/>
          </p:nvSpPr>
          <p:spPr>
            <a:xfrm>
              <a:off x="4738157" y="2573938"/>
              <a:ext cx="38144" cy="38112"/>
            </a:xfrm>
            <a:custGeom>
              <a:avLst/>
              <a:gdLst/>
              <a:ahLst/>
              <a:cxnLst/>
              <a:rect l="l" t="t" r="r" b="b"/>
              <a:pathLst>
                <a:path w="1192" h="1191" extrusionOk="0">
                  <a:moveTo>
                    <a:pt x="596" y="346"/>
                  </a:moveTo>
                  <a:cubicBezTo>
                    <a:pt x="751" y="346"/>
                    <a:pt x="870" y="465"/>
                    <a:pt x="870" y="607"/>
                  </a:cubicBezTo>
                  <a:cubicBezTo>
                    <a:pt x="870" y="762"/>
                    <a:pt x="751" y="881"/>
                    <a:pt x="596" y="881"/>
                  </a:cubicBezTo>
                  <a:cubicBezTo>
                    <a:pt x="453" y="881"/>
                    <a:pt x="334" y="762"/>
                    <a:pt x="334" y="607"/>
                  </a:cubicBezTo>
                  <a:cubicBezTo>
                    <a:pt x="334" y="465"/>
                    <a:pt x="453" y="346"/>
                    <a:pt x="596" y="346"/>
                  </a:cubicBezTo>
                  <a:close/>
                  <a:moveTo>
                    <a:pt x="596" y="0"/>
                  </a:moveTo>
                  <a:cubicBezTo>
                    <a:pt x="274" y="0"/>
                    <a:pt x="1" y="274"/>
                    <a:pt x="1" y="596"/>
                  </a:cubicBezTo>
                  <a:cubicBezTo>
                    <a:pt x="1" y="929"/>
                    <a:pt x="274" y="1191"/>
                    <a:pt x="596" y="1191"/>
                  </a:cubicBezTo>
                  <a:cubicBezTo>
                    <a:pt x="929" y="1191"/>
                    <a:pt x="1191" y="929"/>
                    <a:pt x="1191" y="596"/>
                  </a:cubicBezTo>
                  <a:cubicBezTo>
                    <a:pt x="1191" y="274"/>
                    <a:pt x="92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46" name="Google Shape;12546;p67"/>
          <p:cNvSpPr/>
          <p:nvPr/>
        </p:nvSpPr>
        <p:spPr>
          <a:xfrm>
            <a:off x="5809901" y="2500794"/>
            <a:ext cx="331520" cy="354720"/>
          </a:xfrm>
          <a:custGeom>
            <a:avLst/>
            <a:gdLst/>
            <a:ahLst/>
            <a:cxnLst/>
            <a:rect l="l" t="t" r="r" b="b"/>
            <a:pathLst>
              <a:path w="10360" h="11085" extrusionOk="0">
                <a:moveTo>
                  <a:pt x="6395" y="5179"/>
                </a:moveTo>
                <a:cubicBezTo>
                  <a:pt x="6490" y="5179"/>
                  <a:pt x="6573" y="5251"/>
                  <a:pt x="6573" y="5358"/>
                </a:cubicBezTo>
                <a:cubicBezTo>
                  <a:pt x="6573" y="5453"/>
                  <a:pt x="6490" y="5536"/>
                  <a:pt x="6395" y="5536"/>
                </a:cubicBezTo>
                <a:lnTo>
                  <a:pt x="6216" y="5536"/>
                </a:lnTo>
                <a:cubicBezTo>
                  <a:pt x="6121" y="5536"/>
                  <a:pt x="6037" y="5441"/>
                  <a:pt x="6037" y="5358"/>
                </a:cubicBezTo>
                <a:cubicBezTo>
                  <a:pt x="6037" y="5263"/>
                  <a:pt x="6133" y="5179"/>
                  <a:pt x="6216" y="5179"/>
                </a:cubicBezTo>
                <a:close/>
                <a:moveTo>
                  <a:pt x="4132" y="5191"/>
                </a:moveTo>
                <a:cubicBezTo>
                  <a:pt x="4239" y="5191"/>
                  <a:pt x="4311" y="5274"/>
                  <a:pt x="4311" y="5370"/>
                </a:cubicBezTo>
                <a:cubicBezTo>
                  <a:pt x="4311" y="5477"/>
                  <a:pt x="4228" y="5548"/>
                  <a:pt x="4132" y="5548"/>
                </a:cubicBezTo>
                <a:lnTo>
                  <a:pt x="3954" y="5548"/>
                </a:lnTo>
                <a:cubicBezTo>
                  <a:pt x="3847" y="5548"/>
                  <a:pt x="3775" y="5453"/>
                  <a:pt x="3775" y="5370"/>
                </a:cubicBezTo>
                <a:cubicBezTo>
                  <a:pt x="3775" y="5274"/>
                  <a:pt x="3870" y="5191"/>
                  <a:pt x="3954" y="5191"/>
                </a:cubicBezTo>
                <a:close/>
                <a:moveTo>
                  <a:pt x="9776" y="4727"/>
                </a:moveTo>
                <a:lnTo>
                  <a:pt x="9776" y="4727"/>
                </a:lnTo>
                <a:cubicBezTo>
                  <a:pt x="9943" y="4917"/>
                  <a:pt x="10038" y="5179"/>
                  <a:pt x="10038" y="5453"/>
                </a:cubicBezTo>
                <a:cubicBezTo>
                  <a:pt x="10038" y="6084"/>
                  <a:pt x="9538" y="6584"/>
                  <a:pt x="8907" y="6584"/>
                </a:cubicBezTo>
                <a:lnTo>
                  <a:pt x="6633" y="6584"/>
                </a:lnTo>
                <a:cubicBezTo>
                  <a:pt x="6525" y="6441"/>
                  <a:pt x="6454" y="6263"/>
                  <a:pt x="6418" y="6072"/>
                </a:cubicBezTo>
                <a:lnTo>
                  <a:pt x="6418" y="6072"/>
                </a:lnTo>
                <a:lnTo>
                  <a:pt x="8716" y="6167"/>
                </a:lnTo>
                <a:cubicBezTo>
                  <a:pt x="8744" y="6170"/>
                  <a:pt x="8771" y="6171"/>
                  <a:pt x="8798" y="6171"/>
                </a:cubicBezTo>
                <a:cubicBezTo>
                  <a:pt x="9066" y="6171"/>
                  <a:pt x="9318" y="6064"/>
                  <a:pt x="9502" y="5870"/>
                </a:cubicBezTo>
                <a:cubicBezTo>
                  <a:pt x="9716" y="5667"/>
                  <a:pt x="9835" y="5394"/>
                  <a:pt x="9835" y="5096"/>
                </a:cubicBezTo>
                <a:cubicBezTo>
                  <a:pt x="9835" y="4965"/>
                  <a:pt x="9800" y="4846"/>
                  <a:pt x="9776" y="4727"/>
                </a:cubicBezTo>
                <a:close/>
                <a:moveTo>
                  <a:pt x="3966" y="6763"/>
                </a:moveTo>
                <a:lnTo>
                  <a:pt x="3966" y="7441"/>
                </a:lnTo>
                <a:lnTo>
                  <a:pt x="3978" y="7441"/>
                </a:lnTo>
                <a:cubicBezTo>
                  <a:pt x="3585" y="7775"/>
                  <a:pt x="3096" y="7977"/>
                  <a:pt x="2573" y="7977"/>
                </a:cubicBezTo>
                <a:lnTo>
                  <a:pt x="2049" y="7977"/>
                </a:lnTo>
                <a:cubicBezTo>
                  <a:pt x="1846" y="7977"/>
                  <a:pt x="1632" y="8037"/>
                  <a:pt x="1465" y="8156"/>
                </a:cubicBezTo>
                <a:cubicBezTo>
                  <a:pt x="1656" y="7822"/>
                  <a:pt x="1989" y="7596"/>
                  <a:pt x="2394" y="7596"/>
                </a:cubicBezTo>
                <a:cubicBezTo>
                  <a:pt x="3049" y="7596"/>
                  <a:pt x="3632" y="7275"/>
                  <a:pt x="3966" y="6763"/>
                </a:cubicBezTo>
                <a:close/>
                <a:moveTo>
                  <a:pt x="5132" y="357"/>
                </a:moveTo>
                <a:cubicBezTo>
                  <a:pt x="5621" y="357"/>
                  <a:pt x="6085" y="560"/>
                  <a:pt x="6406" y="917"/>
                </a:cubicBezTo>
                <a:cubicBezTo>
                  <a:pt x="6740" y="1274"/>
                  <a:pt x="6906" y="1762"/>
                  <a:pt x="6847" y="2238"/>
                </a:cubicBezTo>
                <a:lnTo>
                  <a:pt x="6573" y="4941"/>
                </a:lnTo>
                <a:cubicBezTo>
                  <a:pt x="6502" y="4905"/>
                  <a:pt x="6430" y="4882"/>
                  <a:pt x="6347" y="4882"/>
                </a:cubicBezTo>
                <a:lnTo>
                  <a:pt x="6168" y="4882"/>
                </a:lnTo>
                <a:cubicBezTo>
                  <a:pt x="5894" y="4882"/>
                  <a:pt x="5668" y="5096"/>
                  <a:pt x="5668" y="5382"/>
                </a:cubicBezTo>
                <a:cubicBezTo>
                  <a:pt x="5668" y="5608"/>
                  <a:pt x="5811" y="5798"/>
                  <a:pt x="6025" y="5870"/>
                </a:cubicBezTo>
                <a:cubicBezTo>
                  <a:pt x="6133" y="6822"/>
                  <a:pt x="6954" y="7596"/>
                  <a:pt x="7942" y="7596"/>
                </a:cubicBezTo>
                <a:cubicBezTo>
                  <a:pt x="8347" y="7596"/>
                  <a:pt x="8692" y="7822"/>
                  <a:pt x="8871" y="8156"/>
                </a:cubicBezTo>
                <a:cubicBezTo>
                  <a:pt x="8704" y="8049"/>
                  <a:pt x="8514" y="7977"/>
                  <a:pt x="8288" y="7977"/>
                </a:cubicBezTo>
                <a:lnTo>
                  <a:pt x="7764" y="7977"/>
                </a:lnTo>
                <a:cubicBezTo>
                  <a:pt x="7240" y="7977"/>
                  <a:pt x="6752" y="7775"/>
                  <a:pt x="6371" y="7441"/>
                </a:cubicBezTo>
                <a:lnTo>
                  <a:pt x="6371" y="7275"/>
                </a:lnTo>
                <a:cubicBezTo>
                  <a:pt x="6371" y="7179"/>
                  <a:pt x="6287" y="7108"/>
                  <a:pt x="6204" y="7108"/>
                </a:cubicBezTo>
                <a:cubicBezTo>
                  <a:pt x="6121" y="7108"/>
                  <a:pt x="6037" y="7179"/>
                  <a:pt x="6037" y="7275"/>
                </a:cubicBezTo>
                <a:lnTo>
                  <a:pt x="6037" y="9704"/>
                </a:lnTo>
                <a:cubicBezTo>
                  <a:pt x="6037" y="10180"/>
                  <a:pt x="6395" y="10573"/>
                  <a:pt x="6871" y="10632"/>
                </a:cubicBezTo>
                <a:cubicBezTo>
                  <a:pt x="6906" y="10644"/>
                  <a:pt x="6945" y="10650"/>
                  <a:pt x="6984" y="10650"/>
                </a:cubicBezTo>
                <a:cubicBezTo>
                  <a:pt x="7023" y="10650"/>
                  <a:pt x="7061" y="10644"/>
                  <a:pt x="7097" y="10632"/>
                </a:cubicBezTo>
                <a:lnTo>
                  <a:pt x="7097" y="10632"/>
                </a:lnTo>
                <a:cubicBezTo>
                  <a:pt x="6966" y="10716"/>
                  <a:pt x="6799" y="10751"/>
                  <a:pt x="6621" y="10751"/>
                </a:cubicBezTo>
                <a:cubicBezTo>
                  <a:pt x="6085" y="10751"/>
                  <a:pt x="5656" y="10323"/>
                  <a:pt x="5656" y="9787"/>
                </a:cubicBezTo>
                <a:lnTo>
                  <a:pt x="5656" y="7608"/>
                </a:lnTo>
                <a:cubicBezTo>
                  <a:pt x="5656" y="7334"/>
                  <a:pt x="5430" y="7108"/>
                  <a:pt x="5144" y="7108"/>
                </a:cubicBezTo>
                <a:cubicBezTo>
                  <a:pt x="4859" y="7108"/>
                  <a:pt x="4644" y="7334"/>
                  <a:pt x="4644" y="7608"/>
                </a:cubicBezTo>
                <a:lnTo>
                  <a:pt x="4644" y="9787"/>
                </a:lnTo>
                <a:cubicBezTo>
                  <a:pt x="4644" y="10323"/>
                  <a:pt x="4204" y="10751"/>
                  <a:pt x="3668" y="10751"/>
                </a:cubicBezTo>
                <a:cubicBezTo>
                  <a:pt x="3513" y="10751"/>
                  <a:pt x="3347" y="10716"/>
                  <a:pt x="3192" y="10632"/>
                </a:cubicBezTo>
                <a:lnTo>
                  <a:pt x="3192" y="10632"/>
                </a:lnTo>
                <a:cubicBezTo>
                  <a:pt x="3233" y="10644"/>
                  <a:pt x="3272" y="10650"/>
                  <a:pt x="3309" y="10650"/>
                </a:cubicBezTo>
                <a:cubicBezTo>
                  <a:pt x="3347" y="10650"/>
                  <a:pt x="3382" y="10644"/>
                  <a:pt x="3418" y="10632"/>
                </a:cubicBezTo>
                <a:cubicBezTo>
                  <a:pt x="3894" y="10573"/>
                  <a:pt x="4251" y="10180"/>
                  <a:pt x="4251" y="9704"/>
                </a:cubicBezTo>
                <a:lnTo>
                  <a:pt x="4251" y="5858"/>
                </a:lnTo>
                <a:cubicBezTo>
                  <a:pt x="4466" y="5786"/>
                  <a:pt x="4597" y="5608"/>
                  <a:pt x="4597" y="5382"/>
                </a:cubicBezTo>
                <a:cubicBezTo>
                  <a:pt x="4597" y="5096"/>
                  <a:pt x="4370" y="4882"/>
                  <a:pt x="4085" y="4882"/>
                </a:cubicBezTo>
                <a:lnTo>
                  <a:pt x="3906" y="4882"/>
                </a:lnTo>
                <a:cubicBezTo>
                  <a:pt x="3823" y="4882"/>
                  <a:pt x="3751" y="4893"/>
                  <a:pt x="3692" y="4941"/>
                </a:cubicBezTo>
                <a:lnTo>
                  <a:pt x="3418" y="2238"/>
                </a:lnTo>
                <a:cubicBezTo>
                  <a:pt x="3370" y="1762"/>
                  <a:pt x="3525" y="1274"/>
                  <a:pt x="3847" y="917"/>
                </a:cubicBezTo>
                <a:cubicBezTo>
                  <a:pt x="4180" y="560"/>
                  <a:pt x="4644" y="357"/>
                  <a:pt x="5132" y="357"/>
                </a:cubicBezTo>
                <a:close/>
                <a:moveTo>
                  <a:pt x="5180" y="0"/>
                </a:moveTo>
                <a:cubicBezTo>
                  <a:pt x="4597" y="0"/>
                  <a:pt x="4049" y="238"/>
                  <a:pt x="3656" y="667"/>
                </a:cubicBezTo>
                <a:cubicBezTo>
                  <a:pt x="3275" y="1095"/>
                  <a:pt x="3073" y="1667"/>
                  <a:pt x="3132" y="2238"/>
                </a:cubicBezTo>
                <a:lnTo>
                  <a:pt x="3454" y="5370"/>
                </a:lnTo>
                <a:cubicBezTo>
                  <a:pt x="3454" y="5513"/>
                  <a:pt x="3525" y="5667"/>
                  <a:pt x="3644" y="5751"/>
                </a:cubicBezTo>
                <a:lnTo>
                  <a:pt x="1620" y="5846"/>
                </a:lnTo>
                <a:cubicBezTo>
                  <a:pt x="1605" y="5847"/>
                  <a:pt x="1590" y="5847"/>
                  <a:pt x="1575" y="5847"/>
                </a:cubicBezTo>
                <a:cubicBezTo>
                  <a:pt x="1379" y="5847"/>
                  <a:pt x="1205" y="5775"/>
                  <a:pt x="1072" y="5632"/>
                </a:cubicBezTo>
                <a:cubicBezTo>
                  <a:pt x="918" y="5489"/>
                  <a:pt x="834" y="5298"/>
                  <a:pt x="834" y="5096"/>
                </a:cubicBezTo>
                <a:cubicBezTo>
                  <a:pt x="834" y="4667"/>
                  <a:pt x="1191" y="4310"/>
                  <a:pt x="1620" y="4310"/>
                </a:cubicBezTo>
                <a:lnTo>
                  <a:pt x="1703" y="4310"/>
                </a:lnTo>
                <a:cubicBezTo>
                  <a:pt x="2084" y="4310"/>
                  <a:pt x="2394" y="4001"/>
                  <a:pt x="2394" y="3631"/>
                </a:cubicBezTo>
                <a:cubicBezTo>
                  <a:pt x="2394" y="3536"/>
                  <a:pt x="2323" y="3465"/>
                  <a:pt x="2227" y="3465"/>
                </a:cubicBezTo>
                <a:cubicBezTo>
                  <a:pt x="2144" y="3465"/>
                  <a:pt x="2061" y="3536"/>
                  <a:pt x="2061" y="3631"/>
                </a:cubicBezTo>
                <a:cubicBezTo>
                  <a:pt x="2061" y="3822"/>
                  <a:pt x="1906" y="3989"/>
                  <a:pt x="1703" y="3989"/>
                </a:cubicBezTo>
                <a:lnTo>
                  <a:pt x="1453" y="3989"/>
                </a:lnTo>
                <a:cubicBezTo>
                  <a:pt x="656" y="3989"/>
                  <a:pt x="1" y="4643"/>
                  <a:pt x="1" y="5441"/>
                </a:cubicBezTo>
                <a:cubicBezTo>
                  <a:pt x="1" y="6251"/>
                  <a:pt x="656" y="6906"/>
                  <a:pt x="1453" y="6906"/>
                </a:cubicBezTo>
                <a:lnTo>
                  <a:pt x="2585" y="6906"/>
                </a:lnTo>
                <a:cubicBezTo>
                  <a:pt x="2680" y="6906"/>
                  <a:pt x="2751" y="6822"/>
                  <a:pt x="2751" y="6739"/>
                </a:cubicBezTo>
                <a:cubicBezTo>
                  <a:pt x="2751" y="6644"/>
                  <a:pt x="2680" y="6572"/>
                  <a:pt x="2585" y="6572"/>
                </a:cubicBezTo>
                <a:lnTo>
                  <a:pt x="1453" y="6572"/>
                </a:lnTo>
                <a:cubicBezTo>
                  <a:pt x="834" y="6572"/>
                  <a:pt x="322" y="6072"/>
                  <a:pt x="322" y="5441"/>
                </a:cubicBezTo>
                <a:cubicBezTo>
                  <a:pt x="322" y="5155"/>
                  <a:pt x="429" y="4917"/>
                  <a:pt x="596" y="4715"/>
                </a:cubicBezTo>
                <a:lnTo>
                  <a:pt x="596" y="4715"/>
                </a:lnTo>
                <a:cubicBezTo>
                  <a:pt x="549" y="4834"/>
                  <a:pt x="537" y="4965"/>
                  <a:pt x="537" y="5084"/>
                </a:cubicBezTo>
                <a:cubicBezTo>
                  <a:pt x="537" y="5382"/>
                  <a:pt x="656" y="5655"/>
                  <a:pt x="858" y="5858"/>
                </a:cubicBezTo>
                <a:cubicBezTo>
                  <a:pt x="1062" y="6050"/>
                  <a:pt x="1319" y="6156"/>
                  <a:pt x="1599" y="6156"/>
                </a:cubicBezTo>
                <a:cubicBezTo>
                  <a:pt x="1614" y="6156"/>
                  <a:pt x="1629" y="6156"/>
                  <a:pt x="1644" y="6156"/>
                </a:cubicBezTo>
                <a:lnTo>
                  <a:pt x="3954" y="6048"/>
                </a:lnTo>
                <a:lnTo>
                  <a:pt x="3954" y="6048"/>
                </a:lnTo>
                <a:cubicBezTo>
                  <a:pt x="3906" y="6251"/>
                  <a:pt x="3835" y="6406"/>
                  <a:pt x="3728" y="6572"/>
                </a:cubicBezTo>
                <a:lnTo>
                  <a:pt x="3299" y="6572"/>
                </a:lnTo>
                <a:cubicBezTo>
                  <a:pt x="3216" y="6572"/>
                  <a:pt x="3132" y="6644"/>
                  <a:pt x="3132" y="6739"/>
                </a:cubicBezTo>
                <a:cubicBezTo>
                  <a:pt x="3132" y="6822"/>
                  <a:pt x="3216" y="6906"/>
                  <a:pt x="3299" y="6906"/>
                </a:cubicBezTo>
                <a:lnTo>
                  <a:pt x="3454" y="6906"/>
                </a:lnTo>
                <a:cubicBezTo>
                  <a:pt x="3180" y="7120"/>
                  <a:pt x="2823" y="7275"/>
                  <a:pt x="2442" y="7275"/>
                </a:cubicBezTo>
                <a:cubicBezTo>
                  <a:pt x="1680" y="7275"/>
                  <a:pt x="1072" y="7882"/>
                  <a:pt x="1072" y="8644"/>
                </a:cubicBezTo>
                <a:lnTo>
                  <a:pt x="1072" y="8989"/>
                </a:lnTo>
                <a:cubicBezTo>
                  <a:pt x="1072" y="9180"/>
                  <a:pt x="906" y="9346"/>
                  <a:pt x="715" y="9346"/>
                </a:cubicBezTo>
                <a:cubicBezTo>
                  <a:pt x="620" y="9346"/>
                  <a:pt x="549" y="9418"/>
                  <a:pt x="549" y="9501"/>
                </a:cubicBezTo>
                <a:cubicBezTo>
                  <a:pt x="549" y="9596"/>
                  <a:pt x="620" y="9668"/>
                  <a:pt x="715" y="9668"/>
                </a:cubicBezTo>
                <a:cubicBezTo>
                  <a:pt x="1084" y="9668"/>
                  <a:pt x="1394" y="9358"/>
                  <a:pt x="1394" y="8989"/>
                </a:cubicBezTo>
                <a:cubicBezTo>
                  <a:pt x="1394" y="8596"/>
                  <a:pt x="1703" y="8287"/>
                  <a:pt x="2096" y="8287"/>
                </a:cubicBezTo>
                <a:lnTo>
                  <a:pt x="2620" y="8287"/>
                </a:lnTo>
                <a:cubicBezTo>
                  <a:pt x="3120" y="8287"/>
                  <a:pt x="3608" y="8132"/>
                  <a:pt x="4013" y="7834"/>
                </a:cubicBezTo>
                <a:lnTo>
                  <a:pt x="4013" y="9680"/>
                </a:lnTo>
                <a:cubicBezTo>
                  <a:pt x="4013" y="10001"/>
                  <a:pt x="3775" y="10263"/>
                  <a:pt x="3466" y="10299"/>
                </a:cubicBezTo>
                <a:cubicBezTo>
                  <a:pt x="3448" y="10300"/>
                  <a:pt x="3430" y="10301"/>
                  <a:pt x="3413" y="10301"/>
                </a:cubicBezTo>
                <a:cubicBezTo>
                  <a:pt x="3254" y="10301"/>
                  <a:pt x="3107" y="10251"/>
                  <a:pt x="2989" y="10144"/>
                </a:cubicBezTo>
                <a:cubicBezTo>
                  <a:pt x="2858" y="10025"/>
                  <a:pt x="2775" y="9858"/>
                  <a:pt x="2775" y="9680"/>
                </a:cubicBezTo>
                <a:lnTo>
                  <a:pt x="2775" y="9525"/>
                </a:lnTo>
                <a:cubicBezTo>
                  <a:pt x="2775" y="9049"/>
                  <a:pt x="2394" y="8668"/>
                  <a:pt x="1930" y="8668"/>
                </a:cubicBezTo>
                <a:cubicBezTo>
                  <a:pt x="1846" y="8668"/>
                  <a:pt x="1763" y="8751"/>
                  <a:pt x="1763" y="8834"/>
                </a:cubicBezTo>
                <a:cubicBezTo>
                  <a:pt x="1763" y="8930"/>
                  <a:pt x="1846" y="9001"/>
                  <a:pt x="1930" y="9001"/>
                </a:cubicBezTo>
                <a:cubicBezTo>
                  <a:pt x="2227" y="9001"/>
                  <a:pt x="2465" y="9239"/>
                  <a:pt x="2465" y="9537"/>
                </a:cubicBezTo>
                <a:lnTo>
                  <a:pt x="2465" y="9787"/>
                </a:lnTo>
                <a:cubicBezTo>
                  <a:pt x="2465" y="10501"/>
                  <a:pt x="3049" y="11085"/>
                  <a:pt x="3763" y="11085"/>
                </a:cubicBezTo>
                <a:cubicBezTo>
                  <a:pt x="4478" y="11085"/>
                  <a:pt x="5061" y="10501"/>
                  <a:pt x="5061" y="9787"/>
                </a:cubicBezTo>
                <a:lnTo>
                  <a:pt x="5061" y="7620"/>
                </a:lnTo>
                <a:cubicBezTo>
                  <a:pt x="5061" y="7513"/>
                  <a:pt x="5144" y="7441"/>
                  <a:pt x="5240" y="7441"/>
                </a:cubicBezTo>
                <a:cubicBezTo>
                  <a:pt x="5323" y="7441"/>
                  <a:pt x="5418" y="7525"/>
                  <a:pt x="5418" y="7620"/>
                </a:cubicBezTo>
                <a:lnTo>
                  <a:pt x="5418" y="9787"/>
                </a:lnTo>
                <a:cubicBezTo>
                  <a:pt x="5418" y="10501"/>
                  <a:pt x="5990" y="11085"/>
                  <a:pt x="6704" y="11085"/>
                </a:cubicBezTo>
                <a:cubicBezTo>
                  <a:pt x="7418" y="11085"/>
                  <a:pt x="8002" y="10501"/>
                  <a:pt x="8002" y="9787"/>
                </a:cubicBezTo>
                <a:lnTo>
                  <a:pt x="8002" y="9525"/>
                </a:lnTo>
                <a:cubicBezTo>
                  <a:pt x="8002" y="9227"/>
                  <a:pt x="8240" y="8989"/>
                  <a:pt x="8538" y="8989"/>
                </a:cubicBezTo>
                <a:cubicBezTo>
                  <a:pt x="8633" y="8989"/>
                  <a:pt x="8704" y="8906"/>
                  <a:pt x="8704" y="8823"/>
                </a:cubicBezTo>
                <a:cubicBezTo>
                  <a:pt x="8704" y="8727"/>
                  <a:pt x="8633" y="8656"/>
                  <a:pt x="8538" y="8656"/>
                </a:cubicBezTo>
                <a:cubicBezTo>
                  <a:pt x="8061" y="8656"/>
                  <a:pt x="7692" y="9037"/>
                  <a:pt x="7692" y="9501"/>
                </a:cubicBezTo>
                <a:lnTo>
                  <a:pt x="7692" y="9668"/>
                </a:lnTo>
                <a:cubicBezTo>
                  <a:pt x="7692" y="9846"/>
                  <a:pt x="7621" y="10013"/>
                  <a:pt x="7478" y="10132"/>
                </a:cubicBezTo>
                <a:cubicBezTo>
                  <a:pt x="7372" y="10228"/>
                  <a:pt x="7236" y="10285"/>
                  <a:pt x="7100" y="10285"/>
                </a:cubicBezTo>
                <a:cubicBezTo>
                  <a:pt x="7067" y="10285"/>
                  <a:pt x="7034" y="10282"/>
                  <a:pt x="7002" y="10275"/>
                </a:cubicBezTo>
                <a:cubicBezTo>
                  <a:pt x="6692" y="10251"/>
                  <a:pt x="6454" y="9977"/>
                  <a:pt x="6454" y="9668"/>
                </a:cubicBezTo>
                <a:lnTo>
                  <a:pt x="6454" y="7822"/>
                </a:lnTo>
                <a:cubicBezTo>
                  <a:pt x="6859" y="8108"/>
                  <a:pt x="7347" y="8275"/>
                  <a:pt x="7859" y="8275"/>
                </a:cubicBezTo>
                <a:lnTo>
                  <a:pt x="8371" y="8275"/>
                </a:lnTo>
                <a:cubicBezTo>
                  <a:pt x="8764" y="8275"/>
                  <a:pt x="9073" y="8584"/>
                  <a:pt x="9073" y="8965"/>
                </a:cubicBezTo>
                <a:cubicBezTo>
                  <a:pt x="9073" y="9334"/>
                  <a:pt x="9383" y="9656"/>
                  <a:pt x="9764" y="9656"/>
                </a:cubicBezTo>
                <a:cubicBezTo>
                  <a:pt x="9847" y="9656"/>
                  <a:pt x="9919" y="9585"/>
                  <a:pt x="9919" y="9489"/>
                </a:cubicBezTo>
                <a:cubicBezTo>
                  <a:pt x="9919" y="9394"/>
                  <a:pt x="9847" y="9323"/>
                  <a:pt x="9764" y="9323"/>
                </a:cubicBezTo>
                <a:cubicBezTo>
                  <a:pt x="9562" y="9323"/>
                  <a:pt x="9407" y="9156"/>
                  <a:pt x="9407" y="8965"/>
                </a:cubicBezTo>
                <a:lnTo>
                  <a:pt x="9407" y="8620"/>
                </a:lnTo>
                <a:cubicBezTo>
                  <a:pt x="9407" y="7870"/>
                  <a:pt x="8788" y="7251"/>
                  <a:pt x="8038" y="7251"/>
                </a:cubicBezTo>
                <a:cubicBezTo>
                  <a:pt x="7645" y="7251"/>
                  <a:pt x="7287" y="7120"/>
                  <a:pt x="7026" y="6882"/>
                </a:cubicBezTo>
                <a:lnTo>
                  <a:pt x="8990" y="6882"/>
                </a:lnTo>
                <a:cubicBezTo>
                  <a:pt x="9003" y="6882"/>
                  <a:pt x="9015" y="6882"/>
                  <a:pt x="9028" y="6882"/>
                </a:cubicBezTo>
                <a:cubicBezTo>
                  <a:pt x="9727" y="6882"/>
                  <a:pt x="10359" y="6236"/>
                  <a:pt x="10359" y="5441"/>
                </a:cubicBezTo>
                <a:cubicBezTo>
                  <a:pt x="10359" y="4643"/>
                  <a:pt x="9704" y="3989"/>
                  <a:pt x="8895" y="3989"/>
                </a:cubicBezTo>
                <a:lnTo>
                  <a:pt x="8645" y="3989"/>
                </a:lnTo>
                <a:cubicBezTo>
                  <a:pt x="8454" y="3989"/>
                  <a:pt x="8288" y="3822"/>
                  <a:pt x="8288" y="3631"/>
                </a:cubicBezTo>
                <a:cubicBezTo>
                  <a:pt x="8288" y="3536"/>
                  <a:pt x="8216" y="3465"/>
                  <a:pt x="8121" y="3465"/>
                </a:cubicBezTo>
                <a:cubicBezTo>
                  <a:pt x="8038" y="3465"/>
                  <a:pt x="7966" y="3536"/>
                  <a:pt x="7966" y="3631"/>
                </a:cubicBezTo>
                <a:cubicBezTo>
                  <a:pt x="7966" y="4001"/>
                  <a:pt x="8276" y="4310"/>
                  <a:pt x="8645" y="4310"/>
                </a:cubicBezTo>
                <a:lnTo>
                  <a:pt x="8728" y="4310"/>
                </a:lnTo>
                <a:cubicBezTo>
                  <a:pt x="9169" y="4310"/>
                  <a:pt x="9526" y="4667"/>
                  <a:pt x="9526" y="5096"/>
                </a:cubicBezTo>
                <a:cubicBezTo>
                  <a:pt x="9526" y="5310"/>
                  <a:pt x="9431" y="5501"/>
                  <a:pt x="9288" y="5632"/>
                </a:cubicBezTo>
                <a:cubicBezTo>
                  <a:pt x="9144" y="5775"/>
                  <a:pt x="8969" y="5847"/>
                  <a:pt x="8774" y="5847"/>
                </a:cubicBezTo>
                <a:cubicBezTo>
                  <a:pt x="8759" y="5847"/>
                  <a:pt x="8743" y="5847"/>
                  <a:pt x="8728" y="5846"/>
                </a:cubicBezTo>
                <a:lnTo>
                  <a:pt x="6716" y="5751"/>
                </a:lnTo>
                <a:cubicBezTo>
                  <a:pt x="6823" y="5667"/>
                  <a:pt x="6895" y="5536"/>
                  <a:pt x="6906" y="5370"/>
                </a:cubicBezTo>
                <a:lnTo>
                  <a:pt x="7216" y="2238"/>
                </a:lnTo>
                <a:cubicBezTo>
                  <a:pt x="7276" y="1667"/>
                  <a:pt x="7085" y="1095"/>
                  <a:pt x="6692" y="667"/>
                </a:cubicBezTo>
                <a:cubicBezTo>
                  <a:pt x="6311" y="238"/>
                  <a:pt x="5752"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67"/>
          <p:cNvSpPr/>
          <p:nvPr/>
        </p:nvSpPr>
        <p:spPr>
          <a:xfrm>
            <a:off x="3051853" y="2539738"/>
            <a:ext cx="355520" cy="315776"/>
          </a:xfrm>
          <a:custGeom>
            <a:avLst/>
            <a:gdLst/>
            <a:ahLst/>
            <a:cxnLst/>
            <a:rect l="l" t="t" r="r" b="b"/>
            <a:pathLst>
              <a:path w="11110" h="9868" extrusionOk="0">
                <a:moveTo>
                  <a:pt x="3096" y="1307"/>
                </a:moveTo>
                <a:cubicBezTo>
                  <a:pt x="3144" y="1367"/>
                  <a:pt x="3191" y="1426"/>
                  <a:pt x="3263" y="1474"/>
                </a:cubicBezTo>
                <a:cubicBezTo>
                  <a:pt x="3334" y="1521"/>
                  <a:pt x="3430" y="1533"/>
                  <a:pt x="3525" y="1533"/>
                </a:cubicBezTo>
                <a:cubicBezTo>
                  <a:pt x="3668" y="1533"/>
                  <a:pt x="3811" y="1498"/>
                  <a:pt x="3989" y="1426"/>
                </a:cubicBezTo>
                <a:lnTo>
                  <a:pt x="3989" y="1426"/>
                </a:lnTo>
                <a:cubicBezTo>
                  <a:pt x="3739" y="2319"/>
                  <a:pt x="2834" y="2914"/>
                  <a:pt x="2441" y="3129"/>
                </a:cubicBezTo>
                <a:cubicBezTo>
                  <a:pt x="2453" y="2950"/>
                  <a:pt x="2477" y="2748"/>
                  <a:pt x="2501" y="2557"/>
                </a:cubicBezTo>
                <a:cubicBezTo>
                  <a:pt x="2596" y="2117"/>
                  <a:pt x="2810" y="1676"/>
                  <a:pt x="3096" y="1307"/>
                </a:cubicBezTo>
                <a:close/>
                <a:moveTo>
                  <a:pt x="7930" y="1307"/>
                </a:moveTo>
                <a:cubicBezTo>
                  <a:pt x="8228" y="1676"/>
                  <a:pt x="8442" y="2129"/>
                  <a:pt x="8525" y="2557"/>
                </a:cubicBezTo>
                <a:cubicBezTo>
                  <a:pt x="8573" y="2748"/>
                  <a:pt x="8585" y="2926"/>
                  <a:pt x="8585" y="3129"/>
                </a:cubicBezTo>
                <a:cubicBezTo>
                  <a:pt x="8204" y="2914"/>
                  <a:pt x="7275" y="2319"/>
                  <a:pt x="7037" y="1426"/>
                </a:cubicBezTo>
                <a:lnTo>
                  <a:pt x="7037" y="1426"/>
                </a:lnTo>
                <a:cubicBezTo>
                  <a:pt x="7216" y="1498"/>
                  <a:pt x="7370" y="1533"/>
                  <a:pt x="7501" y="1533"/>
                </a:cubicBezTo>
                <a:cubicBezTo>
                  <a:pt x="7609" y="1533"/>
                  <a:pt x="7692" y="1521"/>
                  <a:pt x="7775" y="1474"/>
                </a:cubicBezTo>
                <a:cubicBezTo>
                  <a:pt x="7847" y="1426"/>
                  <a:pt x="7906" y="1367"/>
                  <a:pt x="7930" y="1307"/>
                </a:cubicBezTo>
                <a:close/>
                <a:moveTo>
                  <a:pt x="6728" y="2914"/>
                </a:moveTo>
                <a:cubicBezTo>
                  <a:pt x="6835" y="2914"/>
                  <a:pt x="6906" y="3010"/>
                  <a:pt x="6906" y="3093"/>
                </a:cubicBezTo>
                <a:cubicBezTo>
                  <a:pt x="6906" y="3200"/>
                  <a:pt x="6823" y="3272"/>
                  <a:pt x="6728" y="3272"/>
                </a:cubicBezTo>
                <a:cubicBezTo>
                  <a:pt x="6620" y="3272"/>
                  <a:pt x="6549" y="3188"/>
                  <a:pt x="6549" y="3093"/>
                </a:cubicBezTo>
                <a:cubicBezTo>
                  <a:pt x="6549" y="3010"/>
                  <a:pt x="6644" y="2914"/>
                  <a:pt x="6728" y="2914"/>
                </a:cubicBezTo>
                <a:close/>
                <a:moveTo>
                  <a:pt x="4299" y="2914"/>
                </a:moveTo>
                <a:cubicBezTo>
                  <a:pt x="4406" y="2914"/>
                  <a:pt x="4477" y="3010"/>
                  <a:pt x="4477" y="3093"/>
                </a:cubicBezTo>
                <a:cubicBezTo>
                  <a:pt x="4477" y="3200"/>
                  <a:pt x="4394" y="3272"/>
                  <a:pt x="4299" y="3272"/>
                </a:cubicBezTo>
                <a:cubicBezTo>
                  <a:pt x="4293" y="3272"/>
                  <a:pt x="4288" y="3273"/>
                  <a:pt x="4283" y="3273"/>
                </a:cubicBezTo>
                <a:cubicBezTo>
                  <a:pt x="4204" y="3273"/>
                  <a:pt x="4120" y="3193"/>
                  <a:pt x="4120" y="3093"/>
                </a:cubicBezTo>
                <a:cubicBezTo>
                  <a:pt x="4120" y="2986"/>
                  <a:pt x="4215" y="2914"/>
                  <a:pt x="4299" y="2914"/>
                </a:cubicBezTo>
                <a:close/>
                <a:moveTo>
                  <a:pt x="6732" y="1"/>
                </a:moveTo>
                <a:cubicBezTo>
                  <a:pt x="6670" y="1"/>
                  <a:pt x="6603" y="32"/>
                  <a:pt x="6585" y="105"/>
                </a:cubicBezTo>
                <a:cubicBezTo>
                  <a:pt x="6549" y="176"/>
                  <a:pt x="6585" y="283"/>
                  <a:pt x="6668" y="307"/>
                </a:cubicBezTo>
                <a:cubicBezTo>
                  <a:pt x="7037" y="474"/>
                  <a:pt x="7394" y="724"/>
                  <a:pt x="7680" y="1021"/>
                </a:cubicBezTo>
                <a:cubicBezTo>
                  <a:pt x="7680" y="1057"/>
                  <a:pt x="7668" y="1152"/>
                  <a:pt x="7609" y="1188"/>
                </a:cubicBezTo>
                <a:cubicBezTo>
                  <a:pt x="7593" y="1194"/>
                  <a:pt x="7560" y="1205"/>
                  <a:pt x="7505" y="1205"/>
                </a:cubicBezTo>
                <a:cubicBezTo>
                  <a:pt x="7353" y="1205"/>
                  <a:pt x="7027" y="1126"/>
                  <a:pt x="6382" y="664"/>
                </a:cubicBezTo>
                <a:cubicBezTo>
                  <a:pt x="6356" y="643"/>
                  <a:pt x="6326" y="634"/>
                  <a:pt x="6295" y="634"/>
                </a:cubicBezTo>
                <a:cubicBezTo>
                  <a:pt x="6241" y="634"/>
                  <a:pt x="6186" y="662"/>
                  <a:pt x="6156" y="700"/>
                </a:cubicBezTo>
                <a:cubicBezTo>
                  <a:pt x="6097" y="771"/>
                  <a:pt x="6132" y="879"/>
                  <a:pt x="6192" y="914"/>
                </a:cubicBezTo>
                <a:cubicBezTo>
                  <a:pt x="6358" y="1033"/>
                  <a:pt x="6525" y="1140"/>
                  <a:pt x="6668" y="1236"/>
                </a:cubicBezTo>
                <a:cubicBezTo>
                  <a:pt x="6739" y="1831"/>
                  <a:pt x="7120" y="2403"/>
                  <a:pt x="7716" y="2914"/>
                </a:cubicBezTo>
                <a:cubicBezTo>
                  <a:pt x="8073" y="3212"/>
                  <a:pt x="8406" y="3391"/>
                  <a:pt x="8561" y="3462"/>
                </a:cubicBezTo>
                <a:cubicBezTo>
                  <a:pt x="8490" y="3938"/>
                  <a:pt x="8263" y="4391"/>
                  <a:pt x="7906" y="4808"/>
                </a:cubicBezTo>
                <a:cubicBezTo>
                  <a:pt x="7894" y="4772"/>
                  <a:pt x="7871" y="4760"/>
                  <a:pt x="7859" y="4724"/>
                </a:cubicBezTo>
                <a:cubicBezTo>
                  <a:pt x="7830" y="4681"/>
                  <a:pt x="7783" y="4655"/>
                  <a:pt x="7732" y="4655"/>
                </a:cubicBezTo>
                <a:cubicBezTo>
                  <a:pt x="7699" y="4655"/>
                  <a:pt x="7665" y="4665"/>
                  <a:pt x="7632" y="4689"/>
                </a:cubicBezTo>
                <a:cubicBezTo>
                  <a:pt x="7561" y="4724"/>
                  <a:pt x="7537" y="4831"/>
                  <a:pt x="7597" y="4903"/>
                </a:cubicBezTo>
                <a:cubicBezTo>
                  <a:pt x="7728" y="5129"/>
                  <a:pt x="7799" y="5355"/>
                  <a:pt x="7799" y="5605"/>
                </a:cubicBezTo>
                <a:cubicBezTo>
                  <a:pt x="7799" y="5832"/>
                  <a:pt x="7680" y="6272"/>
                  <a:pt x="6918" y="6748"/>
                </a:cubicBezTo>
                <a:cubicBezTo>
                  <a:pt x="6406" y="7082"/>
                  <a:pt x="5823" y="7260"/>
                  <a:pt x="5537" y="7260"/>
                </a:cubicBezTo>
                <a:cubicBezTo>
                  <a:pt x="5239" y="7260"/>
                  <a:pt x="4680" y="7082"/>
                  <a:pt x="4156" y="6748"/>
                </a:cubicBezTo>
                <a:cubicBezTo>
                  <a:pt x="3394" y="6260"/>
                  <a:pt x="3275" y="5832"/>
                  <a:pt x="3275" y="5605"/>
                </a:cubicBezTo>
                <a:cubicBezTo>
                  <a:pt x="3275" y="4700"/>
                  <a:pt x="4287" y="3950"/>
                  <a:pt x="5537" y="3950"/>
                </a:cubicBezTo>
                <a:cubicBezTo>
                  <a:pt x="6144" y="3950"/>
                  <a:pt x="6716" y="4129"/>
                  <a:pt x="7144" y="4450"/>
                </a:cubicBezTo>
                <a:cubicBezTo>
                  <a:pt x="7172" y="4474"/>
                  <a:pt x="7205" y="4484"/>
                  <a:pt x="7238" y="4484"/>
                </a:cubicBezTo>
                <a:cubicBezTo>
                  <a:pt x="7290" y="4484"/>
                  <a:pt x="7341" y="4458"/>
                  <a:pt x="7370" y="4415"/>
                </a:cubicBezTo>
                <a:cubicBezTo>
                  <a:pt x="7430" y="4343"/>
                  <a:pt x="7418" y="4236"/>
                  <a:pt x="7335" y="4188"/>
                </a:cubicBezTo>
                <a:cubicBezTo>
                  <a:pt x="7156" y="4057"/>
                  <a:pt x="6966" y="3950"/>
                  <a:pt x="6775" y="3879"/>
                </a:cubicBezTo>
                <a:lnTo>
                  <a:pt x="6823" y="3629"/>
                </a:lnTo>
                <a:cubicBezTo>
                  <a:pt x="7073" y="3593"/>
                  <a:pt x="7263" y="3391"/>
                  <a:pt x="7263" y="3117"/>
                </a:cubicBezTo>
                <a:cubicBezTo>
                  <a:pt x="7263" y="2843"/>
                  <a:pt x="7037" y="2617"/>
                  <a:pt x="6763" y="2617"/>
                </a:cubicBezTo>
                <a:cubicBezTo>
                  <a:pt x="6478" y="2617"/>
                  <a:pt x="6251" y="2843"/>
                  <a:pt x="6251" y="3117"/>
                </a:cubicBezTo>
                <a:cubicBezTo>
                  <a:pt x="6251" y="3319"/>
                  <a:pt x="6358" y="3474"/>
                  <a:pt x="6501" y="3569"/>
                </a:cubicBezTo>
                <a:lnTo>
                  <a:pt x="6466" y="3796"/>
                </a:lnTo>
                <a:cubicBezTo>
                  <a:pt x="6180" y="3700"/>
                  <a:pt x="5870" y="3653"/>
                  <a:pt x="5549" y="3653"/>
                </a:cubicBezTo>
                <a:cubicBezTo>
                  <a:pt x="5239" y="3653"/>
                  <a:pt x="4930" y="3700"/>
                  <a:pt x="4644" y="3796"/>
                </a:cubicBezTo>
                <a:lnTo>
                  <a:pt x="4596" y="3569"/>
                </a:lnTo>
                <a:cubicBezTo>
                  <a:pt x="4751" y="3474"/>
                  <a:pt x="4858" y="3319"/>
                  <a:pt x="4858" y="3117"/>
                </a:cubicBezTo>
                <a:cubicBezTo>
                  <a:pt x="4858" y="2843"/>
                  <a:pt x="4632" y="2617"/>
                  <a:pt x="4346" y="2617"/>
                </a:cubicBezTo>
                <a:cubicBezTo>
                  <a:pt x="4061" y="2617"/>
                  <a:pt x="3846" y="2843"/>
                  <a:pt x="3846" y="3117"/>
                </a:cubicBezTo>
                <a:cubicBezTo>
                  <a:pt x="3846" y="3379"/>
                  <a:pt x="4037" y="3593"/>
                  <a:pt x="4287" y="3629"/>
                </a:cubicBezTo>
                <a:lnTo>
                  <a:pt x="4334" y="3879"/>
                </a:lnTo>
                <a:cubicBezTo>
                  <a:pt x="4120" y="3974"/>
                  <a:pt x="3918" y="4069"/>
                  <a:pt x="3739" y="4212"/>
                </a:cubicBezTo>
                <a:cubicBezTo>
                  <a:pt x="3501" y="4391"/>
                  <a:pt x="3310" y="4593"/>
                  <a:pt x="3168" y="4831"/>
                </a:cubicBezTo>
                <a:cubicBezTo>
                  <a:pt x="2810" y="4415"/>
                  <a:pt x="2596" y="3950"/>
                  <a:pt x="2513" y="3498"/>
                </a:cubicBezTo>
                <a:cubicBezTo>
                  <a:pt x="2668" y="3415"/>
                  <a:pt x="3013" y="3236"/>
                  <a:pt x="3370" y="2938"/>
                </a:cubicBezTo>
                <a:cubicBezTo>
                  <a:pt x="3977" y="2438"/>
                  <a:pt x="4334" y="1855"/>
                  <a:pt x="4406" y="1260"/>
                </a:cubicBezTo>
                <a:cubicBezTo>
                  <a:pt x="4561" y="1176"/>
                  <a:pt x="4703" y="1069"/>
                  <a:pt x="4882" y="950"/>
                </a:cubicBezTo>
                <a:cubicBezTo>
                  <a:pt x="4954" y="890"/>
                  <a:pt x="4977" y="795"/>
                  <a:pt x="4918" y="724"/>
                </a:cubicBezTo>
                <a:cubicBezTo>
                  <a:pt x="4884" y="683"/>
                  <a:pt x="4839" y="662"/>
                  <a:pt x="4793" y="662"/>
                </a:cubicBezTo>
                <a:cubicBezTo>
                  <a:pt x="4758" y="662"/>
                  <a:pt x="4722" y="674"/>
                  <a:pt x="4692" y="700"/>
                </a:cubicBezTo>
                <a:cubicBezTo>
                  <a:pt x="4058" y="1145"/>
                  <a:pt x="3732" y="1240"/>
                  <a:pt x="3577" y="1240"/>
                </a:cubicBezTo>
                <a:cubicBezTo>
                  <a:pt x="3516" y="1240"/>
                  <a:pt x="3482" y="1225"/>
                  <a:pt x="3465" y="1212"/>
                </a:cubicBezTo>
                <a:cubicBezTo>
                  <a:pt x="3394" y="1176"/>
                  <a:pt x="3394" y="1081"/>
                  <a:pt x="3394" y="1057"/>
                </a:cubicBezTo>
                <a:cubicBezTo>
                  <a:pt x="3691" y="759"/>
                  <a:pt x="4037" y="498"/>
                  <a:pt x="4406" y="343"/>
                </a:cubicBezTo>
                <a:cubicBezTo>
                  <a:pt x="4477" y="307"/>
                  <a:pt x="4525" y="200"/>
                  <a:pt x="4501" y="128"/>
                </a:cubicBezTo>
                <a:cubicBezTo>
                  <a:pt x="4474" y="74"/>
                  <a:pt x="4404" y="33"/>
                  <a:pt x="4341" y="33"/>
                </a:cubicBezTo>
                <a:cubicBezTo>
                  <a:pt x="4322" y="33"/>
                  <a:pt x="4303" y="37"/>
                  <a:pt x="4287" y="45"/>
                </a:cubicBezTo>
                <a:cubicBezTo>
                  <a:pt x="3811" y="247"/>
                  <a:pt x="3370" y="593"/>
                  <a:pt x="2989" y="1021"/>
                </a:cubicBezTo>
                <a:cubicBezTo>
                  <a:pt x="2608" y="1486"/>
                  <a:pt x="2334" y="2010"/>
                  <a:pt x="2239" y="2522"/>
                </a:cubicBezTo>
                <a:cubicBezTo>
                  <a:pt x="2096" y="3176"/>
                  <a:pt x="2120" y="4165"/>
                  <a:pt x="3025" y="5141"/>
                </a:cubicBezTo>
                <a:lnTo>
                  <a:pt x="3049" y="5177"/>
                </a:lnTo>
                <a:cubicBezTo>
                  <a:pt x="3037" y="5248"/>
                  <a:pt x="3013" y="5320"/>
                  <a:pt x="3013" y="5403"/>
                </a:cubicBezTo>
                <a:lnTo>
                  <a:pt x="1715" y="5403"/>
                </a:lnTo>
                <a:cubicBezTo>
                  <a:pt x="1596" y="5403"/>
                  <a:pt x="1477" y="5439"/>
                  <a:pt x="1370" y="5522"/>
                </a:cubicBezTo>
                <a:lnTo>
                  <a:pt x="72" y="6653"/>
                </a:lnTo>
                <a:cubicBezTo>
                  <a:pt x="1" y="6713"/>
                  <a:pt x="1" y="6808"/>
                  <a:pt x="60" y="6867"/>
                </a:cubicBezTo>
                <a:cubicBezTo>
                  <a:pt x="96" y="6903"/>
                  <a:pt x="131" y="6927"/>
                  <a:pt x="179" y="6927"/>
                </a:cubicBezTo>
                <a:cubicBezTo>
                  <a:pt x="227" y="6927"/>
                  <a:pt x="251" y="6915"/>
                  <a:pt x="286" y="6891"/>
                </a:cubicBezTo>
                <a:lnTo>
                  <a:pt x="1584" y="5760"/>
                </a:lnTo>
                <a:cubicBezTo>
                  <a:pt x="1608" y="5724"/>
                  <a:pt x="1655" y="5712"/>
                  <a:pt x="1703" y="5712"/>
                </a:cubicBezTo>
                <a:lnTo>
                  <a:pt x="2965" y="5712"/>
                </a:lnTo>
                <a:cubicBezTo>
                  <a:pt x="2965" y="5796"/>
                  <a:pt x="2989" y="5891"/>
                  <a:pt x="3013" y="5962"/>
                </a:cubicBezTo>
                <a:lnTo>
                  <a:pt x="1858" y="6332"/>
                </a:lnTo>
                <a:cubicBezTo>
                  <a:pt x="1763" y="6367"/>
                  <a:pt x="1679" y="6427"/>
                  <a:pt x="1608" y="6510"/>
                </a:cubicBezTo>
                <a:lnTo>
                  <a:pt x="632" y="7808"/>
                </a:lnTo>
                <a:cubicBezTo>
                  <a:pt x="572" y="7879"/>
                  <a:pt x="584" y="7987"/>
                  <a:pt x="655" y="8034"/>
                </a:cubicBezTo>
                <a:cubicBezTo>
                  <a:pt x="691" y="8046"/>
                  <a:pt x="715" y="8058"/>
                  <a:pt x="763" y="8058"/>
                </a:cubicBezTo>
                <a:cubicBezTo>
                  <a:pt x="810" y="8058"/>
                  <a:pt x="870" y="8046"/>
                  <a:pt x="893" y="7998"/>
                </a:cubicBezTo>
                <a:lnTo>
                  <a:pt x="1882" y="6713"/>
                </a:lnTo>
                <a:cubicBezTo>
                  <a:pt x="1906" y="6677"/>
                  <a:pt x="1941" y="6653"/>
                  <a:pt x="1965" y="6653"/>
                </a:cubicBezTo>
                <a:lnTo>
                  <a:pt x="3156" y="6260"/>
                </a:lnTo>
                <a:cubicBezTo>
                  <a:pt x="3203" y="6332"/>
                  <a:pt x="3251" y="6415"/>
                  <a:pt x="3310" y="6474"/>
                </a:cubicBezTo>
                <a:lnTo>
                  <a:pt x="2156" y="7308"/>
                </a:lnTo>
                <a:cubicBezTo>
                  <a:pt x="2096" y="7344"/>
                  <a:pt x="2036" y="7403"/>
                  <a:pt x="2013" y="7486"/>
                </a:cubicBezTo>
                <a:lnTo>
                  <a:pt x="1358" y="8749"/>
                </a:lnTo>
                <a:cubicBezTo>
                  <a:pt x="1310" y="8820"/>
                  <a:pt x="1346" y="8927"/>
                  <a:pt x="1429" y="8975"/>
                </a:cubicBezTo>
                <a:cubicBezTo>
                  <a:pt x="1465" y="8987"/>
                  <a:pt x="1477" y="8987"/>
                  <a:pt x="1501" y="8987"/>
                </a:cubicBezTo>
                <a:cubicBezTo>
                  <a:pt x="1560" y="8987"/>
                  <a:pt x="1620" y="8951"/>
                  <a:pt x="1655" y="8891"/>
                </a:cubicBezTo>
                <a:lnTo>
                  <a:pt x="2310" y="7629"/>
                </a:lnTo>
                <a:cubicBezTo>
                  <a:pt x="2322" y="7606"/>
                  <a:pt x="2334" y="7582"/>
                  <a:pt x="2370" y="7570"/>
                </a:cubicBezTo>
                <a:lnTo>
                  <a:pt x="3560" y="6724"/>
                </a:lnTo>
                <a:cubicBezTo>
                  <a:pt x="3632" y="6796"/>
                  <a:pt x="3727" y="6855"/>
                  <a:pt x="3799" y="6915"/>
                </a:cubicBezTo>
                <a:lnTo>
                  <a:pt x="2846" y="7784"/>
                </a:lnTo>
                <a:cubicBezTo>
                  <a:pt x="2775" y="7856"/>
                  <a:pt x="2715" y="7939"/>
                  <a:pt x="2691" y="8046"/>
                </a:cubicBezTo>
                <a:lnTo>
                  <a:pt x="2322" y="9665"/>
                </a:lnTo>
                <a:cubicBezTo>
                  <a:pt x="2310" y="9761"/>
                  <a:pt x="2358" y="9856"/>
                  <a:pt x="2441" y="9868"/>
                </a:cubicBezTo>
                <a:lnTo>
                  <a:pt x="2477" y="9868"/>
                </a:lnTo>
                <a:cubicBezTo>
                  <a:pt x="2548" y="9868"/>
                  <a:pt x="2608" y="9820"/>
                  <a:pt x="2632" y="9725"/>
                </a:cubicBezTo>
                <a:lnTo>
                  <a:pt x="3013" y="8106"/>
                </a:lnTo>
                <a:cubicBezTo>
                  <a:pt x="3025" y="8082"/>
                  <a:pt x="3037" y="8034"/>
                  <a:pt x="3072" y="8022"/>
                </a:cubicBezTo>
                <a:lnTo>
                  <a:pt x="4084" y="7094"/>
                </a:lnTo>
                <a:cubicBezTo>
                  <a:pt x="4620" y="7427"/>
                  <a:pt x="5227" y="7617"/>
                  <a:pt x="5585" y="7617"/>
                </a:cubicBezTo>
                <a:cubicBezTo>
                  <a:pt x="5942" y="7617"/>
                  <a:pt x="6549" y="7427"/>
                  <a:pt x="7085" y="7094"/>
                </a:cubicBezTo>
                <a:lnTo>
                  <a:pt x="8097" y="8022"/>
                </a:lnTo>
                <a:cubicBezTo>
                  <a:pt x="8132" y="8046"/>
                  <a:pt x="8144" y="8082"/>
                  <a:pt x="8156" y="8106"/>
                </a:cubicBezTo>
                <a:lnTo>
                  <a:pt x="8525" y="9725"/>
                </a:lnTo>
                <a:cubicBezTo>
                  <a:pt x="8549" y="9808"/>
                  <a:pt x="8621" y="9868"/>
                  <a:pt x="8692" y="9868"/>
                </a:cubicBezTo>
                <a:lnTo>
                  <a:pt x="8728" y="9868"/>
                </a:lnTo>
                <a:cubicBezTo>
                  <a:pt x="8811" y="9844"/>
                  <a:pt x="8871" y="9761"/>
                  <a:pt x="8847" y="9665"/>
                </a:cubicBezTo>
                <a:lnTo>
                  <a:pt x="8466" y="8046"/>
                </a:lnTo>
                <a:cubicBezTo>
                  <a:pt x="8442" y="7951"/>
                  <a:pt x="8394" y="7856"/>
                  <a:pt x="8323" y="7784"/>
                </a:cubicBezTo>
                <a:lnTo>
                  <a:pt x="7370" y="6915"/>
                </a:lnTo>
                <a:cubicBezTo>
                  <a:pt x="7454" y="6855"/>
                  <a:pt x="7537" y="6784"/>
                  <a:pt x="7609" y="6724"/>
                </a:cubicBezTo>
                <a:lnTo>
                  <a:pt x="8799" y="7570"/>
                </a:lnTo>
                <a:cubicBezTo>
                  <a:pt x="8823" y="7582"/>
                  <a:pt x="8847" y="7617"/>
                  <a:pt x="8859" y="7629"/>
                </a:cubicBezTo>
                <a:lnTo>
                  <a:pt x="9514" y="8891"/>
                </a:lnTo>
                <a:cubicBezTo>
                  <a:pt x="9537" y="8951"/>
                  <a:pt x="9597" y="8987"/>
                  <a:pt x="9656" y="8987"/>
                </a:cubicBezTo>
                <a:cubicBezTo>
                  <a:pt x="9692" y="8987"/>
                  <a:pt x="9704" y="8987"/>
                  <a:pt x="9740" y="8975"/>
                </a:cubicBezTo>
                <a:cubicBezTo>
                  <a:pt x="9811" y="8927"/>
                  <a:pt x="9835" y="8832"/>
                  <a:pt x="9811" y="8749"/>
                </a:cubicBezTo>
                <a:lnTo>
                  <a:pt x="9156" y="7486"/>
                </a:lnTo>
                <a:cubicBezTo>
                  <a:pt x="9121" y="7403"/>
                  <a:pt x="9061" y="7344"/>
                  <a:pt x="9002" y="7308"/>
                </a:cubicBezTo>
                <a:lnTo>
                  <a:pt x="7859" y="6474"/>
                </a:lnTo>
                <a:cubicBezTo>
                  <a:pt x="7918" y="6391"/>
                  <a:pt x="7966" y="6332"/>
                  <a:pt x="8013" y="6260"/>
                </a:cubicBezTo>
                <a:lnTo>
                  <a:pt x="9204" y="6653"/>
                </a:lnTo>
                <a:cubicBezTo>
                  <a:pt x="9228" y="6665"/>
                  <a:pt x="9275" y="6677"/>
                  <a:pt x="9287" y="6713"/>
                </a:cubicBezTo>
                <a:lnTo>
                  <a:pt x="10276" y="7998"/>
                </a:lnTo>
                <a:cubicBezTo>
                  <a:pt x="10299" y="8046"/>
                  <a:pt x="10347" y="8058"/>
                  <a:pt x="10407" y="8058"/>
                </a:cubicBezTo>
                <a:cubicBezTo>
                  <a:pt x="10430" y="8058"/>
                  <a:pt x="10478" y="8046"/>
                  <a:pt x="10514" y="8034"/>
                </a:cubicBezTo>
                <a:cubicBezTo>
                  <a:pt x="10585" y="7975"/>
                  <a:pt x="10597" y="7879"/>
                  <a:pt x="10538" y="7808"/>
                </a:cubicBezTo>
                <a:lnTo>
                  <a:pt x="9561" y="6510"/>
                </a:lnTo>
                <a:cubicBezTo>
                  <a:pt x="9502" y="6427"/>
                  <a:pt x="9406" y="6367"/>
                  <a:pt x="9299" y="6332"/>
                </a:cubicBezTo>
                <a:lnTo>
                  <a:pt x="8156" y="5962"/>
                </a:lnTo>
                <a:cubicBezTo>
                  <a:pt x="8192" y="5879"/>
                  <a:pt x="8204" y="5784"/>
                  <a:pt x="8204" y="5712"/>
                </a:cubicBezTo>
                <a:lnTo>
                  <a:pt x="9466" y="5712"/>
                </a:lnTo>
                <a:cubicBezTo>
                  <a:pt x="9514" y="5712"/>
                  <a:pt x="9561" y="5724"/>
                  <a:pt x="9585" y="5760"/>
                </a:cubicBezTo>
                <a:lnTo>
                  <a:pt x="10883" y="6891"/>
                </a:lnTo>
                <a:cubicBezTo>
                  <a:pt x="10907" y="6915"/>
                  <a:pt x="10954" y="6927"/>
                  <a:pt x="10990" y="6927"/>
                </a:cubicBezTo>
                <a:cubicBezTo>
                  <a:pt x="11026" y="6927"/>
                  <a:pt x="11073" y="6915"/>
                  <a:pt x="11109" y="6879"/>
                </a:cubicBezTo>
                <a:cubicBezTo>
                  <a:pt x="11073" y="6784"/>
                  <a:pt x="11073" y="6677"/>
                  <a:pt x="11002" y="6617"/>
                </a:cubicBezTo>
                <a:lnTo>
                  <a:pt x="9704" y="5486"/>
                </a:lnTo>
                <a:cubicBezTo>
                  <a:pt x="9621" y="5415"/>
                  <a:pt x="9502" y="5367"/>
                  <a:pt x="9359" y="5367"/>
                </a:cubicBezTo>
                <a:lnTo>
                  <a:pt x="8073" y="5367"/>
                </a:lnTo>
                <a:lnTo>
                  <a:pt x="8025" y="5141"/>
                </a:lnTo>
                <a:lnTo>
                  <a:pt x="8049" y="5117"/>
                </a:lnTo>
                <a:cubicBezTo>
                  <a:pt x="8942" y="4129"/>
                  <a:pt x="8978" y="3153"/>
                  <a:pt x="8847" y="2498"/>
                </a:cubicBezTo>
                <a:cubicBezTo>
                  <a:pt x="8728" y="1962"/>
                  <a:pt x="8466" y="1438"/>
                  <a:pt x="8085" y="998"/>
                </a:cubicBezTo>
                <a:cubicBezTo>
                  <a:pt x="7728" y="581"/>
                  <a:pt x="7263" y="224"/>
                  <a:pt x="6787" y="9"/>
                </a:cubicBezTo>
                <a:cubicBezTo>
                  <a:pt x="6770" y="4"/>
                  <a:pt x="6751" y="1"/>
                  <a:pt x="67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48" name="Google Shape;12548;p67"/>
          <p:cNvGrpSpPr/>
          <p:nvPr/>
        </p:nvGrpSpPr>
        <p:grpSpPr>
          <a:xfrm>
            <a:off x="1953037" y="2628442"/>
            <a:ext cx="355136" cy="227072"/>
            <a:chOff x="1953037" y="2552242"/>
            <a:chExt cx="355136" cy="227072"/>
          </a:xfrm>
        </p:grpSpPr>
        <p:sp>
          <p:nvSpPr>
            <p:cNvPr id="12549" name="Google Shape;12549;p67"/>
            <p:cNvSpPr/>
            <p:nvPr/>
          </p:nvSpPr>
          <p:spPr>
            <a:xfrm>
              <a:off x="1953037" y="2552242"/>
              <a:ext cx="355136" cy="227072"/>
            </a:xfrm>
            <a:custGeom>
              <a:avLst/>
              <a:gdLst/>
              <a:ahLst/>
              <a:cxnLst/>
              <a:rect l="l" t="t" r="r" b="b"/>
              <a:pathLst>
                <a:path w="11098" h="7096" extrusionOk="0">
                  <a:moveTo>
                    <a:pt x="6198" y="1414"/>
                  </a:moveTo>
                  <a:cubicBezTo>
                    <a:pt x="6408" y="1414"/>
                    <a:pt x="6616" y="1431"/>
                    <a:pt x="6823" y="1464"/>
                  </a:cubicBezTo>
                  <a:cubicBezTo>
                    <a:pt x="6895" y="1488"/>
                    <a:pt x="6990" y="1500"/>
                    <a:pt x="7073" y="1512"/>
                  </a:cubicBezTo>
                  <a:lnTo>
                    <a:pt x="6907" y="2464"/>
                  </a:lnTo>
                  <a:lnTo>
                    <a:pt x="5573" y="2929"/>
                  </a:lnTo>
                  <a:lnTo>
                    <a:pt x="4978" y="1607"/>
                  </a:lnTo>
                  <a:cubicBezTo>
                    <a:pt x="5397" y="1475"/>
                    <a:pt x="5802" y="1414"/>
                    <a:pt x="6198" y="1414"/>
                  </a:cubicBezTo>
                  <a:close/>
                  <a:moveTo>
                    <a:pt x="7407" y="1607"/>
                  </a:moveTo>
                  <a:cubicBezTo>
                    <a:pt x="7883" y="1750"/>
                    <a:pt x="8478" y="2036"/>
                    <a:pt x="9097" y="2524"/>
                  </a:cubicBezTo>
                  <a:lnTo>
                    <a:pt x="9038" y="2571"/>
                  </a:lnTo>
                  <a:cubicBezTo>
                    <a:pt x="8966" y="2619"/>
                    <a:pt x="8954" y="2714"/>
                    <a:pt x="8990" y="2798"/>
                  </a:cubicBezTo>
                  <a:cubicBezTo>
                    <a:pt x="9026" y="2833"/>
                    <a:pt x="9085" y="2869"/>
                    <a:pt x="9133" y="2869"/>
                  </a:cubicBezTo>
                  <a:cubicBezTo>
                    <a:pt x="9157" y="2869"/>
                    <a:pt x="9193" y="2857"/>
                    <a:pt x="9216" y="2833"/>
                  </a:cubicBezTo>
                  <a:lnTo>
                    <a:pt x="9335" y="2750"/>
                  </a:lnTo>
                  <a:cubicBezTo>
                    <a:pt x="9740" y="3119"/>
                    <a:pt x="10157" y="3583"/>
                    <a:pt x="10574" y="4179"/>
                  </a:cubicBezTo>
                  <a:cubicBezTo>
                    <a:pt x="9883" y="4357"/>
                    <a:pt x="9228" y="4488"/>
                    <a:pt x="8633" y="4584"/>
                  </a:cubicBezTo>
                  <a:lnTo>
                    <a:pt x="8395" y="3417"/>
                  </a:lnTo>
                  <a:lnTo>
                    <a:pt x="8692" y="3214"/>
                  </a:lnTo>
                  <a:cubicBezTo>
                    <a:pt x="8776" y="3167"/>
                    <a:pt x="8788" y="3060"/>
                    <a:pt x="8740" y="2988"/>
                  </a:cubicBezTo>
                  <a:cubicBezTo>
                    <a:pt x="8709" y="2942"/>
                    <a:pt x="8659" y="2916"/>
                    <a:pt x="8604" y="2916"/>
                  </a:cubicBezTo>
                  <a:cubicBezTo>
                    <a:pt x="8574" y="2916"/>
                    <a:pt x="8543" y="2924"/>
                    <a:pt x="8514" y="2940"/>
                  </a:cubicBezTo>
                  <a:lnTo>
                    <a:pt x="8216" y="3155"/>
                  </a:lnTo>
                  <a:lnTo>
                    <a:pt x="7252" y="2512"/>
                  </a:lnTo>
                  <a:lnTo>
                    <a:pt x="7407" y="1607"/>
                  </a:lnTo>
                  <a:close/>
                  <a:moveTo>
                    <a:pt x="7049" y="2750"/>
                  </a:moveTo>
                  <a:lnTo>
                    <a:pt x="8073" y="3429"/>
                  </a:lnTo>
                  <a:lnTo>
                    <a:pt x="8311" y="4607"/>
                  </a:lnTo>
                  <a:cubicBezTo>
                    <a:pt x="7883" y="4661"/>
                    <a:pt x="7474" y="4688"/>
                    <a:pt x="7096" y="4688"/>
                  </a:cubicBezTo>
                  <a:cubicBezTo>
                    <a:pt x="6970" y="4688"/>
                    <a:pt x="6847" y="4685"/>
                    <a:pt x="6728" y="4679"/>
                  </a:cubicBezTo>
                  <a:cubicBezTo>
                    <a:pt x="6073" y="4655"/>
                    <a:pt x="5490" y="4548"/>
                    <a:pt x="5025" y="4345"/>
                  </a:cubicBezTo>
                  <a:lnTo>
                    <a:pt x="5621" y="3250"/>
                  </a:lnTo>
                  <a:lnTo>
                    <a:pt x="7049" y="2750"/>
                  </a:lnTo>
                  <a:close/>
                  <a:moveTo>
                    <a:pt x="1561" y="300"/>
                  </a:moveTo>
                  <a:cubicBezTo>
                    <a:pt x="1774" y="300"/>
                    <a:pt x="1974" y="373"/>
                    <a:pt x="2132" y="512"/>
                  </a:cubicBezTo>
                  <a:cubicBezTo>
                    <a:pt x="2323" y="678"/>
                    <a:pt x="2430" y="916"/>
                    <a:pt x="2430" y="1178"/>
                  </a:cubicBezTo>
                  <a:lnTo>
                    <a:pt x="2430" y="2762"/>
                  </a:lnTo>
                  <a:cubicBezTo>
                    <a:pt x="2430" y="2786"/>
                    <a:pt x="2465" y="3381"/>
                    <a:pt x="2906" y="4036"/>
                  </a:cubicBezTo>
                  <a:lnTo>
                    <a:pt x="2858" y="4060"/>
                  </a:lnTo>
                  <a:cubicBezTo>
                    <a:pt x="2608" y="4143"/>
                    <a:pt x="2430" y="4369"/>
                    <a:pt x="2394" y="4631"/>
                  </a:cubicBezTo>
                  <a:lnTo>
                    <a:pt x="2358" y="5084"/>
                  </a:lnTo>
                  <a:cubicBezTo>
                    <a:pt x="1358" y="4024"/>
                    <a:pt x="1192" y="2583"/>
                    <a:pt x="1192" y="2512"/>
                  </a:cubicBezTo>
                  <a:cubicBezTo>
                    <a:pt x="1180" y="2381"/>
                    <a:pt x="1072" y="2262"/>
                    <a:pt x="941" y="2214"/>
                  </a:cubicBezTo>
                  <a:lnTo>
                    <a:pt x="632" y="2143"/>
                  </a:lnTo>
                  <a:cubicBezTo>
                    <a:pt x="537" y="2119"/>
                    <a:pt x="501" y="2047"/>
                    <a:pt x="501" y="1964"/>
                  </a:cubicBezTo>
                  <a:lnTo>
                    <a:pt x="501" y="1869"/>
                  </a:lnTo>
                  <a:cubicBezTo>
                    <a:pt x="822" y="1857"/>
                    <a:pt x="1227" y="1809"/>
                    <a:pt x="1453" y="1690"/>
                  </a:cubicBezTo>
                  <a:cubicBezTo>
                    <a:pt x="1525" y="1643"/>
                    <a:pt x="1573" y="1559"/>
                    <a:pt x="1525" y="1464"/>
                  </a:cubicBezTo>
                  <a:cubicBezTo>
                    <a:pt x="1491" y="1413"/>
                    <a:pt x="1438" y="1373"/>
                    <a:pt x="1375" y="1373"/>
                  </a:cubicBezTo>
                  <a:cubicBezTo>
                    <a:pt x="1351" y="1373"/>
                    <a:pt x="1325" y="1379"/>
                    <a:pt x="1299" y="1393"/>
                  </a:cubicBezTo>
                  <a:cubicBezTo>
                    <a:pt x="1132" y="1464"/>
                    <a:pt x="799" y="1524"/>
                    <a:pt x="334" y="1547"/>
                  </a:cubicBezTo>
                  <a:lnTo>
                    <a:pt x="334" y="1524"/>
                  </a:lnTo>
                  <a:lnTo>
                    <a:pt x="334" y="916"/>
                  </a:lnTo>
                  <a:cubicBezTo>
                    <a:pt x="334" y="643"/>
                    <a:pt x="525" y="428"/>
                    <a:pt x="799" y="393"/>
                  </a:cubicBezTo>
                  <a:lnTo>
                    <a:pt x="1430" y="309"/>
                  </a:lnTo>
                  <a:cubicBezTo>
                    <a:pt x="1474" y="303"/>
                    <a:pt x="1517" y="300"/>
                    <a:pt x="1561" y="300"/>
                  </a:cubicBezTo>
                  <a:close/>
                  <a:moveTo>
                    <a:pt x="4692" y="1726"/>
                  </a:moveTo>
                  <a:lnTo>
                    <a:pt x="5335" y="3155"/>
                  </a:lnTo>
                  <a:lnTo>
                    <a:pt x="4740" y="4238"/>
                  </a:lnTo>
                  <a:cubicBezTo>
                    <a:pt x="4680" y="4203"/>
                    <a:pt x="4609" y="4167"/>
                    <a:pt x="4549" y="4131"/>
                  </a:cubicBezTo>
                  <a:cubicBezTo>
                    <a:pt x="4520" y="4115"/>
                    <a:pt x="4490" y="4107"/>
                    <a:pt x="4461" y="4107"/>
                  </a:cubicBezTo>
                  <a:cubicBezTo>
                    <a:pt x="4406" y="4107"/>
                    <a:pt x="4354" y="4136"/>
                    <a:pt x="4323" y="4191"/>
                  </a:cubicBezTo>
                  <a:cubicBezTo>
                    <a:pt x="4275" y="4262"/>
                    <a:pt x="4287" y="4369"/>
                    <a:pt x="4382" y="4417"/>
                  </a:cubicBezTo>
                  <a:cubicBezTo>
                    <a:pt x="5061" y="4845"/>
                    <a:pt x="5978" y="5060"/>
                    <a:pt x="7109" y="5060"/>
                  </a:cubicBezTo>
                  <a:cubicBezTo>
                    <a:pt x="8145" y="5060"/>
                    <a:pt x="9371" y="4881"/>
                    <a:pt x="10764" y="4500"/>
                  </a:cubicBezTo>
                  <a:lnTo>
                    <a:pt x="10764" y="4500"/>
                  </a:lnTo>
                  <a:cubicBezTo>
                    <a:pt x="10740" y="4536"/>
                    <a:pt x="10740" y="4595"/>
                    <a:pt x="10705" y="4655"/>
                  </a:cubicBezTo>
                  <a:cubicBezTo>
                    <a:pt x="10657" y="4774"/>
                    <a:pt x="10574" y="4845"/>
                    <a:pt x="10455" y="4881"/>
                  </a:cubicBezTo>
                  <a:cubicBezTo>
                    <a:pt x="9128" y="5204"/>
                    <a:pt x="7958" y="5362"/>
                    <a:pt x="6945" y="5362"/>
                  </a:cubicBezTo>
                  <a:cubicBezTo>
                    <a:pt x="6649" y="5362"/>
                    <a:pt x="6366" y="5349"/>
                    <a:pt x="6097" y="5322"/>
                  </a:cubicBezTo>
                  <a:cubicBezTo>
                    <a:pt x="5156" y="5238"/>
                    <a:pt x="4382" y="4965"/>
                    <a:pt x="3811" y="4536"/>
                  </a:cubicBezTo>
                  <a:cubicBezTo>
                    <a:pt x="2966" y="3905"/>
                    <a:pt x="2787" y="3095"/>
                    <a:pt x="2763" y="2833"/>
                  </a:cubicBezTo>
                  <a:cubicBezTo>
                    <a:pt x="2882" y="2750"/>
                    <a:pt x="2977" y="2655"/>
                    <a:pt x="3097" y="2583"/>
                  </a:cubicBezTo>
                  <a:cubicBezTo>
                    <a:pt x="3180" y="2952"/>
                    <a:pt x="3358" y="3476"/>
                    <a:pt x="3811" y="3952"/>
                  </a:cubicBezTo>
                  <a:cubicBezTo>
                    <a:pt x="3847" y="3988"/>
                    <a:pt x="3894" y="4000"/>
                    <a:pt x="3930" y="4000"/>
                  </a:cubicBezTo>
                  <a:cubicBezTo>
                    <a:pt x="3978" y="4000"/>
                    <a:pt x="4025" y="3988"/>
                    <a:pt x="4049" y="3952"/>
                  </a:cubicBezTo>
                  <a:cubicBezTo>
                    <a:pt x="4109" y="3893"/>
                    <a:pt x="4109" y="3786"/>
                    <a:pt x="4049" y="3726"/>
                  </a:cubicBezTo>
                  <a:cubicBezTo>
                    <a:pt x="3573" y="3250"/>
                    <a:pt x="3442" y="2714"/>
                    <a:pt x="3394" y="2393"/>
                  </a:cubicBezTo>
                  <a:cubicBezTo>
                    <a:pt x="3835" y="2107"/>
                    <a:pt x="4263" y="1881"/>
                    <a:pt x="4692" y="1726"/>
                  </a:cubicBezTo>
                  <a:close/>
                  <a:moveTo>
                    <a:pt x="9609" y="5417"/>
                  </a:moveTo>
                  <a:cubicBezTo>
                    <a:pt x="9490" y="5548"/>
                    <a:pt x="9371" y="5667"/>
                    <a:pt x="9252" y="5738"/>
                  </a:cubicBezTo>
                  <a:cubicBezTo>
                    <a:pt x="9216" y="5750"/>
                    <a:pt x="9157" y="5798"/>
                    <a:pt x="8978" y="5857"/>
                  </a:cubicBezTo>
                  <a:lnTo>
                    <a:pt x="8978" y="5512"/>
                  </a:lnTo>
                  <a:cubicBezTo>
                    <a:pt x="9193" y="5488"/>
                    <a:pt x="9383" y="5441"/>
                    <a:pt x="9609" y="5417"/>
                  </a:cubicBezTo>
                  <a:close/>
                  <a:moveTo>
                    <a:pt x="4668" y="5334"/>
                  </a:moveTo>
                  <a:cubicBezTo>
                    <a:pt x="5085" y="5488"/>
                    <a:pt x="5537" y="5596"/>
                    <a:pt x="6049" y="5631"/>
                  </a:cubicBezTo>
                  <a:cubicBezTo>
                    <a:pt x="6335" y="5667"/>
                    <a:pt x="6633" y="5679"/>
                    <a:pt x="6942" y="5679"/>
                  </a:cubicBezTo>
                  <a:cubicBezTo>
                    <a:pt x="7204" y="5679"/>
                    <a:pt x="7502" y="5667"/>
                    <a:pt x="7788" y="5655"/>
                  </a:cubicBezTo>
                  <a:lnTo>
                    <a:pt x="7788" y="5893"/>
                  </a:lnTo>
                  <a:cubicBezTo>
                    <a:pt x="7561" y="5893"/>
                    <a:pt x="7359" y="6012"/>
                    <a:pt x="7240" y="6203"/>
                  </a:cubicBezTo>
                  <a:cubicBezTo>
                    <a:pt x="6758" y="6257"/>
                    <a:pt x="6324" y="6280"/>
                    <a:pt x="5934" y="6280"/>
                  </a:cubicBezTo>
                  <a:cubicBezTo>
                    <a:pt x="4698" y="6280"/>
                    <a:pt x="3912" y="6050"/>
                    <a:pt x="3478" y="5869"/>
                  </a:cubicBezTo>
                  <a:lnTo>
                    <a:pt x="3501" y="5738"/>
                  </a:lnTo>
                  <a:cubicBezTo>
                    <a:pt x="3739" y="5738"/>
                    <a:pt x="4299" y="5691"/>
                    <a:pt x="4668" y="5334"/>
                  </a:cubicBezTo>
                  <a:close/>
                  <a:moveTo>
                    <a:pt x="3097" y="4322"/>
                  </a:moveTo>
                  <a:cubicBezTo>
                    <a:pt x="3239" y="4488"/>
                    <a:pt x="3394" y="4655"/>
                    <a:pt x="3608" y="4798"/>
                  </a:cubicBezTo>
                  <a:cubicBezTo>
                    <a:pt x="3811" y="4965"/>
                    <a:pt x="4049" y="5095"/>
                    <a:pt x="4323" y="5215"/>
                  </a:cubicBezTo>
                  <a:cubicBezTo>
                    <a:pt x="4073" y="5381"/>
                    <a:pt x="3751" y="5417"/>
                    <a:pt x="3573" y="5429"/>
                  </a:cubicBezTo>
                  <a:lnTo>
                    <a:pt x="3573" y="5393"/>
                  </a:lnTo>
                  <a:cubicBezTo>
                    <a:pt x="3597" y="5310"/>
                    <a:pt x="3537" y="5215"/>
                    <a:pt x="3442" y="5203"/>
                  </a:cubicBezTo>
                  <a:cubicBezTo>
                    <a:pt x="3429" y="5199"/>
                    <a:pt x="3416" y="5197"/>
                    <a:pt x="3404" y="5197"/>
                  </a:cubicBezTo>
                  <a:cubicBezTo>
                    <a:pt x="3332" y="5197"/>
                    <a:pt x="3261" y="5251"/>
                    <a:pt x="3251" y="5322"/>
                  </a:cubicBezTo>
                  <a:lnTo>
                    <a:pt x="3025" y="6465"/>
                  </a:lnTo>
                  <a:cubicBezTo>
                    <a:pt x="3001" y="6631"/>
                    <a:pt x="2846" y="6750"/>
                    <a:pt x="2668" y="6750"/>
                  </a:cubicBezTo>
                  <a:lnTo>
                    <a:pt x="1775" y="6750"/>
                  </a:lnTo>
                  <a:lnTo>
                    <a:pt x="1906" y="6441"/>
                  </a:lnTo>
                  <a:cubicBezTo>
                    <a:pt x="1965" y="6310"/>
                    <a:pt x="2084" y="6215"/>
                    <a:pt x="2239" y="6215"/>
                  </a:cubicBezTo>
                  <a:lnTo>
                    <a:pt x="2418" y="6215"/>
                  </a:lnTo>
                  <a:cubicBezTo>
                    <a:pt x="2501" y="6215"/>
                    <a:pt x="2561" y="6155"/>
                    <a:pt x="2585" y="6072"/>
                  </a:cubicBezTo>
                  <a:lnTo>
                    <a:pt x="2716" y="4667"/>
                  </a:lnTo>
                  <a:cubicBezTo>
                    <a:pt x="2727" y="4536"/>
                    <a:pt x="2811" y="4417"/>
                    <a:pt x="2954" y="4369"/>
                  </a:cubicBezTo>
                  <a:lnTo>
                    <a:pt x="3097" y="4322"/>
                  </a:lnTo>
                  <a:close/>
                  <a:moveTo>
                    <a:pt x="8657" y="5560"/>
                  </a:moveTo>
                  <a:lnTo>
                    <a:pt x="8657" y="6572"/>
                  </a:lnTo>
                  <a:cubicBezTo>
                    <a:pt x="8657" y="6679"/>
                    <a:pt x="8561" y="6750"/>
                    <a:pt x="8478" y="6750"/>
                  </a:cubicBezTo>
                  <a:lnTo>
                    <a:pt x="7347" y="6750"/>
                  </a:lnTo>
                  <a:lnTo>
                    <a:pt x="7490" y="6429"/>
                  </a:lnTo>
                  <a:cubicBezTo>
                    <a:pt x="7549" y="6286"/>
                    <a:pt x="7669" y="6215"/>
                    <a:pt x="7823" y="6215"/>
                  </a:cubicBezTo>
                  <a:lnTo>
                    <a:pt x="7954" y="6215"/>
                  </a:lnTo>
                  <a:cubicBezTo>
                    <a:pt x="8038" y="6215"/>
                    <a:pt x="8121" y="6143"/>
                    <a:pt x="8121" y="6048"/>
                  </a:cubicBezTo>
                  <a:lnTo>
                    <a:pt x="8121" y="5619"/>
                  </a:lnTo>
                  <a:cubicBezTo>
                    <a:pt x="8300" y="5607"/>
                    <a:pt x="8466" y="5572"/>
                    <a:pt x="8657" y="5560"/>
                  </a:cubicBezTo>
                  <a:close/>
                  <a:moveTo>
                    <a:pt x="1533" y="0"/>
                  </a:moveTo>
                  <a:cubicBezTo>
                    <a:pt x="1479" y="0"/>
                    <a:pt x="1425" y="4"/>
                    <a:pt x="1370" y="12"/>
                  </a:cubicBezTo>
                  <a:lnTo>
                    <a:pt x="727" y="95"/>
                  </a:lnTo>
                  <a:cubicBezTo>
                    <a:pt x="310" y="154"/>
                    <a:pt x="1" y="512"/>
                    <a:pt x="1" y="952"/>
                  </a:cubicBezTo>
                  <a:lnTo>
                    <a:pt x="1" y="1559"/>
                  </a:lnTo>
                  <a:cubicBezTo>
                    <a:pt x="1" y="1643"/>
                    <a:pt x="49" y="1738"/>
                    <a:pt x="108" y="1797"/>
                  </a:cubicBezTo>
                  <a:cubicBezTo>
                    <a:pt x="132" y="1809"/>
                    <a:pt x="156" y="1845"/>
                    <a:pt x="179" y="1857"/>
                  </a:cubicBezTo>
                  <a:lnTo>
                    <a:pt x="179" y="1976"/>
                  </a:lnTo>
                  <a:cubicBezTo>
                    <a:pt x="179" y="2214"/>
                    <a:pt x="334" y="2417"/>
                    <a:pt x="572" y="2476"/>
                  </a:cubicBezTo>
                  <a:lnTo>
                    <a:pt x="882" y="2559"/>
                  </a:lnTo>
                  <a:cubicBezTo>
                    <a:pt x="882" y="2559"/>
                    <a:pt x="894" y="2559"/>
                    <a:pt x="894" y="2571"/>
                  </a:cubicBezTo>
                  <a:cubicBezTo>
                    <a:pt x="930" y="2869"/>
                    <a:pt x="1037" y="3357"/>
                    <a:pt x="1239" y="3869"/>
                  </a:cubicBezTo>
                  <a:cubicBezTo>
                    <a:pt x="1513" y="4536"/>
                    <a:pt x="1870" y="5084"/>
                    <a:pt x="2323" y="5512"/>
                  </a:cubicBezTo>
                  <a:lnTo>
                    <a:pt x="2287" y="5905"/>
                  </a:lnTo>
                  <a:lnTo>
                    <a:pt x="2251" y="5905"/>
                  </a:lnTo>
                  <a:cubicBezTo>
                    <a:pt x="1965" y="5905"/>
                    <a:pt x="1715" y="6072"/>
                    <a:pt x="1608" y="6334"/>
                  </a:cubicBezTo>
                  <a:lnTo>
                    <a:pt x="1394" y="6869"/>
                  </a:lnTo>
                  <a:cubicBezTo>
                    <a:pt x="1370" y="6917"/>
                    <a:pt x="1370" y="6977"/>
                    <a:pt x="1406" y="7024"/>
                  </a:cubicBezTo>
                  <a:cubicBezTo>
                    <a:pt x="1430" y="7060"/>
                    <a:pt x="1477" y="7096"/>
                    <a:pt x="1537" y="7096"/>
                  </a:cubicBezTo>
                  <a:lnTo>
                    <a:pt x="2680" y="7096"/>
                  </a:lnTo>
                  <a:cubicBezTo>
                    <a:pt x="3013" y="7096"/>
                    <a:pt x="3299" y="6869"/>
                    <a:pt x="3358" y="6548"/>
                  </a:cubicBezTo>
                  <a:lnTo>
                    <a:pt x="3418" y="6215"/>
                  </a:lnTo>
                  <a:cubicBezTo>
                    <a:pt x="3894" y="6405"/>
                    <a:pt x="4704" y="6619"/>
                    <a:pt x="5942" y="6619"/>
                  </a:cubicBezTo>
                  <a:cubicBezTo>
                    <a:pt x="6287" y="6619"/>
                    <a:pt x="6668" y="6608"/>
                    <a:pt x="7085" y="6560"/>
                  </a:cubicBezTo>
                  <a:lnTo>
                    <a:pt x="7085" y="6560"/>
                  </a:lnTo>
                  <a:lnTo>
                    <a:pt x="6954" y="6869"/>
                  </a:lnTo>
                  <a:cubicBezTo>
                    <a:pt x="6930" y="6917"/>
                    <a:pt x="6942" y="6977"/>
                    <a:pt x="6966" y="7024"/>
                  </a:cubicBezTo>
                  <a:cubicBezTo>
                    <a:pt x="7002" y="7060"/>
                    <a:pt x="7049" y="7096"/>
                    <a:pt x="7109" y="7096"/>
                  </a:cubicBezTo>
                  <a:lnTo>
                    <a:pt x="8490" y="7096"/>
                  </a:lnTo>
                  <a:cubicBezTo>
                    <a:pt x="8776" y="7096"/>
                    <a:pt x="8990" y="6869"/>
                    <a:pt x="8990" y="6584"/>
                  </a:cubicBezTo>
                  <a:lnTo>
                    <a:pt x="8990" y="6215"/>
                  </a:lnTo>
                  <a:cubicBezTo>
                    <a:pt x="9204" y="6155"/>
                    <a:pt x="9347" y="6096"/>
                    <a:pt x="9443" y="6036"/>
                  </a:cubicBezTo>
                  <a:cubicBezTo>
                    <a:pt x="9669" y="5893"/>
                    <a:pt x="9871" y="5655"/>
                    <a:pt x="10062" y="5334"/>
                  </a:cubicBezTo>
                  <a:cubicBezTo>
                    <a:pt x="10216" y="5310"/>
                    <a:pt x="10383" y="5262"/>
                    <a:pt x="10538" y="5238"/>
                  </a:cubicBezTo>
                  <a:cubicBezTo>
                    <a:pt x="10764" y="5179"/>
                    <a:pt x="10943" y="5024"/>
                    <a:pt x="11014" y="4822"/>
                  </a:cubicBezTo>
                  <a:cubicBezTo>
                    <a:pt x="11098" y="4560"/>
                    <a:pt x="11062" y="4322"/>
                    <a:pt x="10943" y="4143"/>
                  </a:cubicBezTo>
                  <a:cubicBezTo>
                    <a:pt x="10645" y="3691"/>
                    <a:pt x="10145" y="3012"/>
                    <a:pt x="9454" y="2417"/>
                  </a:cubicBezTo>
                  <a:cubicBezTo>
                    <a:pt x="8657" y="1726"/>
                    <a:pt x="7776" y="1285"/>
                    <a:pt x="6883" y="1155"/>
                  </a:cubicBezTo>
                  <a:cubicBezTo>
                    <a:pt x="6667" y="1122"/>
                    <a:pt x="6450" y="1106"/>
                    <a:pt x="6233" y="1106"/>
                  </a:cubicBezTo>
                  <a:cubicBezTo>
                    <a:pt x="5093" y="1106"/>
                    <a:pt x="3929" y="1551"/>
                    <a:pt x="2739" y="2440"/>
                  </a:cubicBezTo>
                  <a:lnTo>
                    <a:pt x="2739" y="1202"/>
                  </a:lnTo>
                  <a:cubicBezTo>
                    <a:pt x="2739" y="857"/>
                    <a:pt x="2596" y="512"/>
                    <a:pt x="2323" y="285"/>
                  </a:cubicBezTo>
                  <a:cubicBezTo>
                    <a:pt x="2102" y="105"/>
                    <a:pt x="1822" y="0"/>
                    <a:pt x="15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67"/>
            <p:cNvSpPr/>
            <p:nvPr/>
          </p:nvSpPr>
          <p:spPr>
            <a:xfrm>
              <a:off x="1985805" y="2573938"/>
              <a:ext cx="10720" cy="16416"/>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51" name="Google Shape;12551;p67"/>
          <p:cNvSpPr/>
          <p:nvPr/>
        </p:nvSpPr>
        <p:spPr>
          <a:xfrm>
            <a:off x="3603917" y="2500346"/>
            <a:ext cx="348256" cy="354016"/>
          </a:xfrm>
          <a:custGeom>
            <a:avLst/>
            <a:gdLst/>
            <a:ahLst/>
            <a:cxnLst/>
            <a:rect l="l" t="t" r="r" b="b"/>
            <a:pathLst>
              <a:path w="10883" h="11063" extrusionOk="0">
                <a:moveTo>
                  <a:pt x="932" y="329"/>
                </a:moveTo>
                <a:cubicBezTo>
                  <a:pt x="1012" y="329"/>
                  <a:pt x="1098" y="346"/>
                  <a:pt x="1191" y="383"/>
                </a:cubicBezTo>
                <a:lnTo>
                  <a:pt x="1275" y="431"/>
                </a:lnTo>
                <a:cubicBezTo>
                  <a:pt x="1144" y="502"/>
                  <a:pt x="1013" y="586"/>
                  <a:pt x="894" y="693"/>
                </a:cubicBezTo>
                <a:cubicBezTo>
                  <a:pt x="703" y="859"/>
                  <a:pt x="560" y="1026"/>
                  <a:pt x="465" y="1205"/>
                </a:cubicBezTo>
                <a:cubicBezTo>
                  <a:pt x="441" y="1157"/>
                  <a:pt x="429" y="1097"/>
                  <a:pt x="417" y="1050"/>
                </a:cubicBezTo>
                <a:cubicBezTo>
                  <a:pt x="346" y="788"/>
                  <a:pt x="405" y="586"/>
                  <a:pt x="596" y="443"/>
                </a:cubicBezTo>
                <a:cubicBezTo>
                  <a:pt x="697" y="370"/>
                  <a:pt x="808" y="329"/>
                  <a:pt x="932" y="329"/>
                </a:cubicBezTo>
                <a:close/>
                <a:moveTo>
                  <a:pt x="1947" y="630"/>
                </a:moveTo>
                <a:cubicBezTo>
                  <a:pt x="1973" y="630"/>
                  <a:pt x="1999" y="631"/>
                  <a:pt x="2025" y="633"/>
                </a:cubicBezTo>
                <a:cubicBezTo>
                  <a:pt x="2334" y="669"/>
                  <a:pt x="2608" y="847"/>
                  <a:pt x="2763" y="978"/>
                </a:cubicBezTo>
                <a:cubicBezTo>
                  <a:pt x="2703" y="990"/>
                  <a:pt x="2644" y="1026"/>
                  <a:pt x="2584" y="1050"/>
                </a:cubicBezTo>
                <a:cubicBezTo>
                  <a:pt x="2513" y="1097"/>
                  <a:pt x="2465" y="1181"/>
                  <a:pt x="2513" y="1264"/>
                </a:cubicBezTo>
                <a:cubicBezTo>
                  <a:pt x="2547" y="1316"/>
                  <a:pt x="2600" y="1355"/>
                  <a:pt x="2658" y="1355"/>
                </a:cubicBezTo>
                <a:cubicBezTo>
                  <a:pt x="2681" y="1355"/>
                  <a:pt x="2704" y="1349"/>
                  <a:pt x="2727" y="1336"/>
                </a:cubicBezTo>
                <a:cubicBezTo>
                  <a:pt x="2931" y="1234"/>
                  <a:pt x="3137" y="1185"/>
                  <a:pt x="3341" y="1185"/>
                </a:cubicBezTo>
                <a:cubicBezTo>
                  <a:pt x="3591" y="1185"/>
                  <a:pt x="3837" y="1258"/>
                  <a:pt x="4073" y="1395"/>
                </a:cubicBezTo>
                <a:cubicBezTo>
                  <a:pt x="4239" y="1478"/>
                  <a:pt x="4370" y="1598"/>
                  <a:pt x="4466" y="1693"/>
                </a:cubicBezTo>
                <a:cubicBezTo>
                  <a:pt x="4370" y="1717"/>
                  <a:pt x="4275" y="1752"/>
                  <a:pt x="4180" y="1800"/>
                </a:cubicBezTo>
                <a:cubicBezTo>
                  <a:pt x="4096" y="1824"/>
                  <a:pt x="4061" y="1931"/>
                  <a:pt x="4096" y="2002"/>
                </a:cubicBezTo>
                <a:cubicBezTo>
                  <a:pt x="4115" y="2075"/>
                  <a:pt x="4181" y="2106"/>
                  <a:pt x="4244" y="2106"/>
                </a:cubicBezTo>
                <a:cubicBezTo>
                  <a:pt x="4263" y="2106"/>
                  <a:pt x="4282" y="2103"/>
                  <a:pt x="4299" y="2098"/>
                </a:cubicBezTo>
                <a:cubicBezTo>
                  <a:pt x="4531" y="1998"/>
                  <a:pt x="4780" y="1950"/>
                  <a:pt x="5034" y="1950"/>
                </a:cubicBezTo>
                <a:cubicBezTo>
                  <a:pt x="5601" y="1950"/>
                  <a:pt x="6191" y="2189"/>
                  <a:pt x="6668" y="2633"/>
                </a:cubicBezTo>
                <a:cubicBezTo>
                  <a:pt x="7025" y="2967"/>
                  <a:pt x="7275" y="3407"/>
                  <a:pt x="7394" y="3884"/>
                </a:cubicBezTo>
                <a:cubicBezTo>
                  <a:pt x="7525" y="4431"/>
                  <a:pt x="7466" y="5015"/>
                  <a:pt x="7252" y="5610"/>
                </a:cubicBezTo>
                <a:cubicBezTo>
                  <a:pt x="6537" y="7527"/>
                  <a:pt x="6406" y="8944"/>
                  <a:pt x="6859" y="9837"/>
                </a:cubicBezTo>
                <a:cubicBezTo>
                  <a:pt x="6894" y="9896"/>
                  <a:pt x="6954" y="9920"/>
                  <a:pt x="7002" y="9920"/>
                </a:cubicBezTo>
                <a:cubicBezTo>
                  <a:pt x="7037" y="9920"/>
                  <a:pt x="7049" y="9920"/>
                  <a:pt x="7085" y="9908"/>
                </a:cubicBezTo>
                <a:cubicBezTo>
                  <a:pt x="7156" y="9860"/>
                  <a:pt x="7204" y="9777"/>
                  <a:pt x="7156" y="9682"/>
                </a:cubicBezTo>
                <a:cubicBezTo>
                  <a:pt x="6930" y="9241"/>
                  <a:pt x="6871" y="8622"/>
                  <a:pt x="6978" y="7848"/>
                </a:cubicBezTo>
                <a:cubicBezTo>
                  <a:pt x="7061" y="7229"/>
                  <a:pt x="7263" y="6515"/>
                  <a:pt x="7561" y="5705"/>
                </a:cubicBezTo>
                <a:cubicBezTo>
                  <a:pt x="7716" y="5265"/>
                  <a:pt x="7799" y="4812"/>
                  <a:pt x="7799" y="4384"/>
                </a:cubicBezTo>
                <a:cubicBezTo>
                  <a:pt x="7874" y="4375"/>
                  <a:pt x="7953" y="4371"/>
                  <a:pt x="8035" y="4371"/>
                </a:cubicBezTo>
                <a:cubicBezTo>
                  <a:pt x="8746" y="4371"/>
                  <a:pt x="9716" y="4698"/>
                  <a:pt x="10121" y="5455"/>
                </a:cubicBezTo>
                <a:cubicBezTo>
                  <a:pt x="10776" y="6741"/>
                  <a:pt x="10562" y="8884"/>
                  <a:pt x="9657" y="9956"/>
                </a:cubicBezTo>
                <a:cubicBezTo>
                  <a:pt x="9418" y="10241"/>
                  <a:pt x="9044" y="10526"/>
                  <a:pt x="8530" y="10526"/>
                </a:cubicBezTo>
                <a:cubicBezTo>
                  <a:pt x="8378" y="10526"/>
                  <a:pt x="8214" y="10501"/>
                  <a:pt x="8037" y="10444"/>
                </a:cubicBezTo>
                <a:cubicBezTo>
                  <a:pt x="7823" y="10372"/>
                  <a:pt x="7668" y="10277"/>
                  <a:pt x="7514" y="10158"/>
                </a:cubicBezTo>
                <a:cubicBezTo>
                  <a:pt x="7484" y="10133"/>
                  <a:pt x="7448" y="10121"/>
                  <a:pt x="7412" y="10121"/>
                </a:cubicBezTo>
                <a:cubicBezTo>
                  <a:pt x="7363" y="10121"/>
                  <a:pt x="7315" y="10145"/>
                  <a:pt x="7287" y="10194"/>
                </a:cubicBezTo>
                <a:cubicBezTo>
                  <a:pt x="7228" y="10265"/>
                  <a:pt x="7252" y="10372"/>
                  <a:pt x="7323" y="10408"/>
                </a:cubicBezTo>
                <a:cubicBezTo>
                  <a:pt x="7394" y="10468"/>
                  <a:pt x="7466" y="10527"/>
                  <a:pt x="7561" y="10575"/>
                </a:cubicBezTo>
                <a:cubicBezTo>
                  <a:pt x="7212" y="10675"/>
                  <a:pt x="6764" y="10762"/>
                  <a:pt x="6251" y="10762"/>
                </a:cubicBezTo>
                <a:cubicBezTo>
                  <a:pt x="5908" y="10762"/>
                  <a:pt x="5536" y="10723"/>
                  <a:pt x="5144" y="10622"/>
                </a:cubicBezTo>
                <a:cubicBezTo>
                  <a:pt x="4001" y="10325"/>
                  <a:pt x="3049" y="9563"/>
                  <a:pt x="2287" y="8384"/>
                </a:cubicBezTo>
                <a:cubicBezTo>
                  <a:pt x="1394" y="6955"/>
                  <a:pt x="1548" y="5658"/>
                  <a:pt x="1846" y="4836"/>
                </a:cubicBezTo>
                <a:cubicBezTo>
                  <a:pt x="2168" y="3860"/>
                  <a:pt x="2882" y="2943"/>
                  <a:pt x="3739" y="2371"/>
                </a:cubicBezTo>
                <a:cubicBezTo>
                  <a:pt x="3811" y="2336"/>
                  <a:pt x="3823" y="2229"/>
                  <a:pt x="3775" y="2157"/>
                </a:cubicBezTo>
                <a:cubicBezTo>
                  <a:pt x="3753" y="2106"/>
                  <a:pt x="3704" y="2082"/>
                  <a:pt x="3653" y="2082"/>
                </a:cubicBezTo>
                <a:cubicBezTo>
                  <a:pt x="3621" y="2082"/>
                  <a:pt x="3588" y="2091"/>
                  <a:pt x="3561" y="2110"/>
                </a:cubicBezTo>
                <a:cubicBezTo>
                  <a:pt x="2644" y="2717"/>
                  <a:pt x="1894" y="3693"/>
                  <a:pt x="1537" y="4729"/>
                </a:cubicBezTo>
                <a:cubicBezTo>
                  <a:pt x="1453" y="4955"/>
                  <a:pt x="1382" y="5205"/>
                  <a:pt x="1334" y="5491"/>
                </a:cubicBezTo>
                <a:cubicBezTo>
                  <a:pt x="1215" y="5265"/>
                  <a:pt x="1096" y="4967"/>
                  <a:pt x="1025" y="4610"/>
                </a:cubicBezTo>
                <a:cubicBezTo>
                  <a:pt x="834" y="3645"/>
                  <a:pt x="1120" y="2752"/>
                  <a:pt x="1870" y="1943"/>
                </a:cubicBezTo>
                <a:cubicBezTo>
                  <a:pt x="1977" y="1836"/>
                  <a:pt x="2084" y="1740"/>
                  <a:pt x="2191" y="1657"/>
                </a:cubicBezTo>
                <a:cubicBezTo>
                  <a:pt x="2263" y="1598"/>
                  <a:pt x="2263" y="1502"/>
                  <a:pt x="2203" y="1443"/>
                </a:cubicBezTo>
                <a:cubicBezTo>
                  <a:pt x="2171" y="1398"/>
                  <a:pt x="2125" y="1377"/>
                  <a:pt x="2080" y="1377"/>
                </a:cubicBezTo>
                <a:cubicBezTo>
                  <a:pt x="2042" y="1377"/>
                  <a:pt x="2004" y="1392"/>
                  <a:pt x="1977" y="1419"/>
                </a:cubicBezTo>
                <a:cubicBezTo>
                  <a:pt x="1858" y="1514"/>
                  <a:pt x="1751" y="1621"/>
                  <a:pt x="1656" y="1740"/>
                </a:cubicBezTo>
                <a:cubicBezTo>
                  <a:pt x="1215" y="2193"/>
                  <a:pt x="953" y="2657"/>
                  <a:pt x="822" y="3086"/>
                </a:cubicBezTo>
                <a:cubicBezTo>
                  <a:pt x="739" y="2943"/>
                  <a:pt x="656" y="2752"/>
                  <a:pt x="608" y="2526"/>
                </a:cubicBezTo>
                <a:cubicBezTo>
                  <a:pt x="477" y="1919"/>
                  <a:pt x="656" y="1395"/>
                  <a:pt x="1132" y="978"/>
                </a:cubicBezTo>
                <a:cubicBezTo>
                  <a:pt x="1394" y="749"/>
                  <a:pt x="1665" y="630"/>
                  <a:pt x="1947" y="630"/>
                </a:cubicBezTo>
                <a:close/>
                <a:moveTo>
                  <a:pt x="912" y="1"/>
                </a:moveTo>
                <a:cubicBezTo>
                  <a:pt x="725" y="1"/>
                  <a:pt x="555" y="55"/>
                  <a:pt x="405" y="169"/>
                </a:cubicBezTo>
                <a:cubicBezTo>
                  <a:pt x="108" y="395"/>
                  <a:pt x="1" y="740"/>
                  <a:pt x="108" y="1121"/>
                </a:cubicBezTo>
                <a:cubicBezTo>
                  <a:pt x="144" y="1312"/>
                  <a:pt x="251" y="1478"/>
                  <a:pt x="298" y="1550"/>
                </a:cubicBezTo>
                <a:cubicBezTo>
                  <a:pt x="179" y="1931"/>
                  <a:pt x="203" y="2264"/>
                  <a:pt x="263" y="2550"/>
                </a:cubicBezTo>
                <a:cubicBezTo>
                  <a:pt x="370" y="3038"/>
                  <a:pt x="620" y="3419"/>
                  <a:pt x="679" y="3479"/>
                </a:cubicBezTo>
                <a:cubicBezTo>
                  <a:pt x="608" y="3919"/>
                  <a:pt x="644" y="4324"/>
                  <a:pt x="715" y="4646"/>
                </a:cubicBezTo>
                <a:cubicBezTo>
                  <a:pt x="858" y="5384"/>
                  <a:pt x="1215" y="5884"/>
                  <a:pt x="1298" y="5991"/>
                </a:cubicBezTo>
                <a:cubicBezTo>
                  <a:pt x="1263" y="6729"/>
                  <a:pt x="1441" y="7610"/>
                  <a:pt x="2025" y="8539"/>
                </a:cubicBezTo>
                <a:cubicBezTo>
                  <a:pt x="3192" y="10396"/>
                  <a:pt x="4775" y="11063"/>
                  <a:pt x="6251" y="11063"/>
                </a:cubicBezTo>
                <a:cubicBezTo>
                  <a:pt x="6871" y="11063"/>
                  <a:pt x="7466" y="10944"/>
                  <a:pt x="8002" y="10742"/>
                </a:cubicBezTo>
                <a:cubicBezTo>
                  <a:pt x="8180" y="10801"/>
                  <a:pt x="8371" y="10825"/>
                  <a:pt x="8549" y="10825"/>
                </a:cubicBezTo>
                <a:cubicBezTo>
                  <a:pt x="9061" y="10825"/>
                  <a:pt x="9538" y="10587"/>
                  <a:pt x="9930" y="10146"/>
                </a:cubicBezTo>
                <a:cubicBezTo>
                  <a:pt x="10383" y="9587"/>
                  <a:pt x="10716" y="8753"/>
                  <a:pt x="10800" y="7825"/>
                </a:cubicBezTo>
                <a:cubicBezTo>
                  <a:pt x="10883" y="6884"/>
                  <a:pt x="10728" y="5979"/>
                  <a:pt x="10371" y="5277"/>
                </a:cubicBezTo>
                <a:cubicBezTo>
                  <a:pt x="10061" y="4681"/>
                  <a:pt x="9490" y="4372"/>
                  <a:pt x="9097" y="4217"/>
                </a:cubicBezTo>
                <a:cubicBezTo>
                  <a:pt x="8737" y="4084"/>
                  <a:pt x="8354" y="4012"/>
                  <a:pt x="8003" y="4012"/>
                </a:cubicBezTo>
                <a:cubicBezTo>
                  <a:pt x="7913" y="4012"/>
                  <a:pt x="7825" y="4017"/>
                  <a:pt x="7740" y="4026"/>
                </a:cubicBezTo>
                <a:lnTo>
                  <a:pt x="7692" y="3753"/>
                </a:lnTo>
                <a:cubicBezTo>
                  <a:pt x="7561" y="3217"/>
                  <a:pt x="7275" y="2729"/>
                  <a:pt x="6871" y="2348"/>
                </a:cubicBezTo>
                <a:cubicBezTo>
                  <a:pt x="6352" y="1840"/>
                  <a:pt x="5667" y="1577"/>
                  <a:pt x="5020" y="1577"/>
                </a:cubicBezTo>
                <a:cubicBezTo>
                  <a:pt x="4954" y="1577"/>
                  <a:pt x="4888" y="1580"/>
                  <a:pt x="4823" y="1586"/>
                </a:cubicBezTo>
                <a:cubicBezTo>
                  <a:pt x="4751" y="1490"/>
                  <a:pt x="4537" y="1252"/>
                  <a:pt x="4227" y="1074"/>
                </a:cubicBezTo>
                <a:cubicBezTo>
                  <a:pt x="3929" y="904"/>
                  <a:pt x="3622" y="827"/>
                  <a:pt x="3299" y="827"/>
                </a:cubicBezTo>
                <a:cubicBezTo>
                  <a:pt x="3236" y="827"/>
                  <a:pt x="3173" y="830"/>
                  <a:pt x="3108" y="836"/>
                </a:cubicBezTo>
                <a:cubicBezTo>
                  <a:pt x="2989" y="705"/>
                  <a:pt x="2584" y="324"/>
                  <a:pt x="2025" y="264"/>
                </a:cubicBezTo>
                <a:cubicBezTo>
                  <a:pt x="1988" y="257"/>
                  <a:pt x="1952" y="254"/>
                  <a:pt x="1917" y="254"/>
                </a:cubicBezTo>
                <a:cubicBezTo>
                  <a:pt x="1839" y="254"/>
                  <a:pt x="1765" y="268"/>
                  <a:pt x="1691" y="276"/>
                </a:cubicBezTo>
                <a:cubicBezTo>
                  <a:pt x="1632" y="228"/>
                  <a:pt x="1489" y="145"/>
                  <a:pt x="1310" y="74"/>
                </a:cubicBezTo>
                <a:cubicBezTo>
                  <a:pt x="1171" y="26"/>
                  <a:pt x="1038" y="1"/>
                  <a:pt x="9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52" name="Google Shape;12552;p67"/>
          <p:cNvGrpSpPr/>
          <p:nvPr/>
        </p:nvGrpSpPr>
        <p:grpSpPr>
          <a:xfrm>
            <a:off x="2500941" y="2603418"/>
            <a:ext cx="355104" cy="250944"/>
            <a:chOff x="2500941" y="2527218"/>
            <a:chExt cx="355104" cy="250944"/>
          </a:xfrm>
        </p:grpSpPr>
        <p:sp>
          <p:nvSpPr>
            <p:cNvPr id="12553" name="Google Shape;12553;p67"/>
            <p:cNvSpPr/>
            <p:nvPr/>
          </p:nvSpPr>
          <p:spPr>
            <a:xfrm>
              <a:off x="2500941" y="2527218"/>
              <a:ext cx="355104" cy="250944"/>
            </a:xfrm>
            <a:custGeom>
              <a:avLst/>
              <a:gdLst/>
              <a:ahLst/>
              <a:cxnLst/>
              <a:rect l="l" t="t" r="r" b="b"/>
              <a:pathLst>
                <a:path w="11097" h="7842" extrusionOk="0">
                  <a:moveTo>
                    <a:pt x="9204" y="579"/>
                  </a:moveTo>
                  <a:cubicBezTo>
                    <a:pt x="9882" y="579"/>
                    <a:pt x="10430" y="1139"/>
                    <a:pt x="10430" y="1806"/>
                  </a:cubicBezTo>
                  <a:cubicBezTo>
                    <a:pt x="10430" y="2472"/>
                    <a:pt x="9882" y="3020"/>
                    <a:pt x="9204" y="3020"/>
                  </a:cubicBezTo>
                  <a:cubicBezTo>
                    <a:pt x="8537" y="3020"/>
                    <a:pt x="7989" y="2472"/>
                    <a:pt x="7989" y="1806"/>
                  </a:cubicBezTo>
                  <a:cubicBezTo>
                    <a:pt x="7989" y="1139"/>
                    <a:pt x="8537" y="579"/>
                    <a:pt x="9204" y="579"/>
                  </a:cubicBezTo>
                  <a:close/>
                  <a:moveTo>
                    <a:pt x="8647" y="361"/>
                  </a:moveTo>
                  <a:cubicBezTo>
                    <a:pt x="8681" y="361"/>
                    <a:pt x="8716" y="362"/>
                    <a:pt x="8751" y="365"/>
                  </a:cubicBezTo>
                  <a:cubicBezTo>
                    <a:pt x="8120" y="555"/>
                    <a:pt x="7668" y="1151"/>
                    <a:pt x="7668" y="1829"/>
                  </a:cubicBezTo>
                  <a:cubicBezTo>
                    <a:pt x="7668" y="2687"/>
                    <a:pt x="8358" y="3377"/>
                    <a:pt x="9216" y="3377"/>
                  </a:cubicBezTo>
                  <a:cubicBezTo>
                    <a:pt x="9727" y="3377"/>
                    <a:pt x="10180" y="3127"/>
                    <a:pt x="10466" y="2734"/>
                  </a:cubicBezTo>
                  <a:cubicBezTo>
                    <a:pt x="10609" y="2949"/>
                    <a:pt x="10763" y="3199"/>
                    <a:pt x="10775" y="3365"/>
                  </a:cubicBezTo>
                  <a:cubicBezTo>
                    <a:pt x="10668" y="3472"/>
                    <a:pt x="9989" y="3782"/>
                    <a:pt x="8680" y="4068"/>
                  </a:cubicBezTo>
                  <a:cubicBezTo>
                    <a:pt x="8584" y="4080"/>
                    <a:pt x="8525" y="4175"/>
                    <a:pt x="8561" y="4258"/>
                  </a:cubicBezTo>
                  <a:cubicBezTo>
                    <a:pt x="8573" y="4330"/>
                    <a:pt x="8644" y="4389"/>
                    <a:pt x="8715" y="4389"/>
                  </a:cubicBezTo>
                  <a:lnTo>
                    <a:pt x="8751" y="4389"/>
                  </a:lnTo>
                  <a:cubicBezTo>
                    <a:pt x="9370" y="4258"/>
                    <a:pt x="9954" y="4092"/>
                    <a:pt x="10370" y="3925"/>
                  </a:cubicBezTo>
                  <a:lnTo>
                    <a:pt x="10370" y="3925"/>
                  </a:lnTo>
                  <a:cubicBezTo>
                    <a:pt x="10323" y="3961"/>
                    <a:pt x="10299" y="4008"/>
                    <a:pt x="10251" y="4032"/>
                  </a:cubicBezTo>
                  <a:cubicBezTo>
                    <a:pt x="9894" y="4330"/>
                    <a:pt x="9394" y="4675"/>
                    <a:pt x="8835" y="4985"/>
                  </a:cubicBezTo>
                  <a:cubicBezTo>
                    <a:pt x="8418" y="5223"/>
                    <a:pt x="8001" y="5437"/>
                    <a:pt x="7608" y="5592"/>
                  </a:cubicBezTo>
                  <a:cubicBezTo>
                    <a:pt x="7049" y="5270"/>
                    <a:pt x="6334" y="5104"/>
                    <a:pt x="5584" y="5104"/>
                  </a:cubicBezTo>
                  <a:cubicBezTo>
                    <a:pt x="4822" y="5104"/>
                    <a:pt x="4108" y="5282"/>
                    <a:pt x="3560" y="5592"/>
                  </a:cubicBezTo>
                  <a:cubicBezTo>
                    <a:pt x="3155" y="5437"/>
                    <a:pt x="2739" y="5223"/>
                    <a:pt x="2322" y="4985"/>
                  </a:cubicBezTo>
                  <a:cubicBezTo>
                    <a:pt x="1774" y="4675"/>
                    <a:pt x="1262" y="4330"/>
                    <a:pt x="905" y="4032"/>
                  </a:cubicBezTo>
                  <a:cubicBezTo>
                    <a:pt x="857" y="3984"/>
                    <a:pt x="822" y="3961"/>
                    <a:pt x="786" y="3925"/>
                  </a:cubicBezTo>
                  <a:lnTo>
                    <a:pt x="786" y="3925"/>
                  </a:lnTo>
                  <a:cubicBezTo>
                    <a:pt x="1084" y="4044"/>
                    <a:pt x="1441" y="4151"/>
                    <a:pt x="1857" y="4270"/>
                  </a:cubicBezTo>
                  <a:cubicBezTo>
                    <a:pt x="3048" y="4592"/>
                    <a:pt x="4405" y="4746"/>
                    <a:pt x="5596" y="4746"/>
                  </a:cubicBezTo>
                  <a:cubicBezTo>
                    <a:pt x="6370" y="4746"/>
                    <a:pt x="7215" y="4675"/>
                    <a:pt x="8049" y="4544"/>
                  </a:cubicBezTo>
                  <a:cubicBezTo>
                    <a:pt x="8144" y="4520"/>
                    <a:pt x="8203" y="4437"/>
                    <a:pt x="8180" y="4342"/>
                  </a:cubicBezTo>
                  <a:cubicBezTo>
                    <a:pt x="8169" y="4265"/>
                    <a:pt x="8098" y="4209"/>
                    <a:pt x="8013" y="4209"/>
                  </a:cubicBezTo>
                  <a:cubicBezTo>
                    <a:pt x="8005" y="4209"/>
                    <a:pt x="7997" y="4210"/>
                    <a:pt x="7989" y="4211"/>
                  </a:cubicBezTo>
                  <a:cubicBezTo>
                    <a:pt x="7168" y="4342"/>
                    <a:pt x="6334" y="4425"/>
                    <a:pt x="5596" y="4425"/>
                  </a:cubicBezTo>
                  <a:cubicBezTo>
                    <a:pt x="4096" y="4425"/>
                    <a:pt x="2750" y="4151"/>
                    <a:pt x="2084" y="3996"/>
                  </a:cubicBezTo>
                  <a:cubicBezTo>
                    <a:pt x="1072" y="3734"/>
                    <a:pt x="476" y="3472"/>
                    <a:pt x="381" y="3353"/>
                  </a:cubicBezTo>
                  <a:cubicBezTo>
                    <a:pt x="405" y="3187"/>
                    <a:pt x="548" y="2925"/>
                    <a:pt x="703" y="2722"/>
                  </a:cubicBezTo>
                  <a:cubicBezTo>
                    <a:pt x="976" y="3115"/>
                    <a:pt x="1441" y="3365"/>
                    <a:pt x="1953" y="3365"/>
                  </a:cubicBezTo>
                  <a:cubicBezTo>
                    <a:pt x="2798" y="3365"/>
                    <a:pt x="3501" y="2663"/>
                    <a:pt x="3501" y="1817"/>
                  </a:cubicBezTo>
                  <a:cubicBezTo>
                    <a:pt x="3501" y="1639"/>
                    <a:pt x="3465" y="1460"/>
                    <a:pt x="3405" y="1294"/>
                  </a:cubicBezTo>
                  <a:cubicBezTo>
                    <a:pt x="3387" y="1229"/>
                    <a:pt x="3326" y="1186"/>
                    <a:pt x="3261" y="1186"/>
                  </a:cubicBezTo>
                  <a:cubicBezTo>
                    <a:pt x="3242" y="1186"/>
                    <a:pt x="3222" y="1190"/>
                    <a:pt x="3203" y="1198"/>
                  </a:cubicBezTo>
                  <a:cubicBezTo>
                    <a:pt x="3108" y="1222"/>
                    <a:pt x="3060" y="1317"/>
                    <a:pt x="3096" y="1401"/>
                  </a:cubicBezTo>
                  <a:cubicBezTo>
                    <a:pt x="3143" y="1532"/>
                    <a:pt x="3167" y="1675"/>
                    <a:pt x="3167" y="1817"/>
                  </a:cubicBezTo>
                  <a:cubicBezTo>
                    <a:pt x="3167" y="2484"/>
                    <a:pt x="2619" y="3044"/>
                    <a:pt x="1953" y="3044"/>
                  </a:cubicBezTo>
                  <a:cubicBezTo>
                    <a:pt x="1274" y="3044"/>
                    <a:pt x="726" y="2484"/>
                    <a:pt x="726" y="1817"/>
                  </a:cubicBezTo>
                  <a:cubicBezTo>
                    <a:pt x="726" y="1151"/>
                    <a:pt x="1274" y="603"/>
                    <a:pt x="1953" y="603"/>
                  </a:cubicBezTo>
                  <a:cubicBezTo>
                    <a:pt x="2250" y="603"/>
                    <a:pt x="2524" y="698"/>
                    <a:pt x="2750" y="913"/>
                  </a:cubicBezTo>
                  <a:cubicBezTo>
                    <a:pt x="2785" y="941"/>
                    <a:pt x="2824" y="956"/>
                    <a:pt x="2862" y="956"/>
                  </a:cubicBezTo>
                  <a:cubicBezTo>
                    <a:pt x="2905" y="956"/>
                    <a:pt x="2946" y="938"/>
                    <a:pt x="2977" y="901"/>
                  </a:cubicBezTo>
                  <a:cubicBezTo>
                    <a:pt x="3036" y="817"/>
                    <a:pt x="3036" y="734"/>
                    <a:pt x="2965" y="674"/>
                  </a:cubicBezTo>
                  <a:cubicBezTo>
                    <a:pt x="2798" y="520"/>
                    <a:pt x="2608" y="424"/>
                    <a:pt x="2405" y="365"/>
                  </a:cubicBezTo>
                  <a:cubicBezTo>
                    <a:pt x="2442" y="362"/>
                    <a:pt x="2478" y="361"/>
                    <a:pt x="2513" y="361"/>
                  </a:cubicBezTo>
                  <a:cubicBezTo>
                    <a:pt x="2793" y="361"/>
                    <a:pt x="3047" y="442"/>
                    <a:pt x="3227" y="579"/>
                  </a:cubicBezTo>
                  <a:cubicBezTo>
                    <a:pt x="4036" y="1222"/>
                    <a:pt x="4715" y="1496"/>
                    <a:pt x="5584" y="1496"/>
                  </a:cubicBezTo>
                  <a:cubicBezTo>
                    <a:pt x="6441" y="1496"/>
                    <a:pt x="7132" y="1222"/>
                    <a:pt x="7930" y="579"/>
                  </a:cubicBezTo>
                  <a:cubicBezTo>
                    <a:pt x="8120" y="442"/>
                    <a:pt x="8375" y="361"/>
                    <a:pt x="8647" y="361"/>
                  </a:cubicBezTo>
                  <a:close/>
                  <a:moveTo>
                    <a:pt x="5584" y="5437"/>
                  </a:moveTo>
                  <a:cubicBezTo>
                    <a:pt x="6179" y="5437"/>
                    <a:pt x="6751" y="5556"/>
                    <a:pt x="7215" y="5758"/>
                  </a:cubicBezTo>
                  <a:cubicBezTo>
                    <a:pt x="6572" y="6020"/>
                    <a:pt x="5989" y="6151"/>
                    <a:pt x="5584" y="6151"/>
                  </a:cubicBezTo>
                  <a:cubicBezTo>
                    <a:pt x="5144" y="6151"/>
                    <a:pt x="4584" y="6020"/>
                    <a:pt x="3941" y="5758"/>
                  </a:cubicBezTo>
                  <a:cubicBezTo>
                    <a:pt x="4405" y="5556"/>
                    <a:pt x="4989" y="5437"/>
                    <a:pt x="5584" y="5437"/>
                  </a:cubicBezTo>
                  <a:close/>
                  <a:moveTo>
                    <a:pt x="607" y="4234"/>
                  </a:moveTo>
                  <a:lnTo>
                    <a:pt x="607" y="4234"/>
                  </a:lnTo>
                  <a:cubicBezTo>
                    <a:pt x="643" y="4246"/>
                    <a:pt x="655" y="4270"/>
                    <a:pt x="679" y="4294"/>
                  </a:cubicBezTo>
                  <a:cubicBezTo>
                    <a:pt x="1060" y="4604"/>
                    <a:pt x="1572" y="4961"/>
                    <a:pt x="2143" y="5282"/>
                  </a:cubicBezTo>
                  <a:cubicBezTo>
                    <a:pt x="2739" y="5627"/>
                    <a:pt x="3358" y="5913"/>
                    <a:pt x="3929" y="6116"/>
                  </a:cubicBezTo>
                  <a:cubicBezTo>
                    <a:pt x="4584" y="6354"/>
                    <a:pt x="5120" y="6473"/>
                    <a:pt x="5548" y="6473"/>
                  </a:cubicBezTo>
                  <a:cubicBezTo>
                    <a:pt x="5977" y="6473"/>
                    <a:pt x="6525" y="6354"/>
                    <a:pt x="7168" y="6116"/>
                  </a:cubicBezTo>
                  <a:cubicBezTo>
                    <a:pt x="7739" y="5913"/>
                    <a:pt x="8358" y="5616"/>
                    <a:pt x="8954" y="5282"/>
                  </a:cubicBezTo>
                  <a:cubicBezTo>
                    <a:pt x="9537" y="4961"/>
                    <a:pt x="10061" y="4604"/>
                    <a:pt x="10418" y="4294"/>
                  </a:cubicBezTo>
                  <a:cubicBezTo>
                    <a:pt x="10442" y="4270"/>
                    <a:pt x="10454" y="4246"/>
                    <a:pt x="10489" y="4234"/>
                  </a:cubicBezTo>
                  <a:lnTo>
                    <a:pt x="10489" y="4234"/>
                  </a:lnTo>
                  <a:cubicBezTo>
                    <a:pt x="10239" y="4770"/>
                    <a:pt x="9716" y="5401"/>
                    <a:pt x="9061" y="5973"/>
                  </a:cubicBezTo>
                  <a:cubicBezTo>
                    <a:pt x="8525" y="6437"/>
                    <a:pt x="7942" y="6818"/>
                    <a:pt x="7370" y="7092"/>
                  </a:cubicBezTo>
                  <a:cubicBezTo>
                    <a:pt x="6727" y="7390"/>
                    <a:pt x="6120" y="7532"/>
                    <a:pt x="5560" y="7532"/>
                  </a:cubicBezTo>
                  <a:cubicBezTo>
                    <a:pt x="5013" y="7532"/>
                    <a:pt x="4405" y="7390"/>
                    <a:pt x="3762" y="7092"/>
                  </a:cubicBezTo>
                  <a:cubicBezTo>
                    <a:pt x="3179" y="6818"/>
                    <a:pt x="2608" y="6437"/>
                    <a:pt x="2060" y="5973"/>
                  </a:cubicBezTo>
                  <a:cubicBezTo>
                    <a:pt x="1417" y="5401"/>
                    <a:pt x="893" y="4782"/>
                    <a:pt x="607" y="4234"/>
                  </a:cubicBezTo>
                  <a:close/>
                  <a:moveTo>
                    <a:pt x="2503" y="1"/>
                  </a:moveTo>
                  <a:cubicBezTo>
                    <a:pt x="2451" y="1"/>
                    <a:pt x="2399" y="3"/>
                    <a:pt x="2346" y="8"/>
                  </a:cubicBezTo>
                  <a:cubicBezTo>
                    <a:pt x="1965" y="20"/>
                    <a:pt x="1584" y="151"/>
                    <a:pt x="1334" y="365"/>
                  </a:cubicBezTo>
                  <a:cubicBezTo>
                    <a:pt x="762" y="579"/>
                    <a:pt x="333" y="1151"/>
                    <a:pt x="333" y="1806"/>
                  </a:cubicBezTo>
                  <a:cubicBezTo>
                    <a:pt x="333" y="2008"/>
                    <a:pt x="381" y="2222"/>
                    <a:pt x="453" y="2401"/>
                  </a:cubicBezTo>
                  <a:cubicBezTo>
                    <a:pt x="322" y="2568"/>
                    <a:pt x="0" y="3020"/>
                    <a:pt x="0" y="3365"/>
                  </a:cubicBezTo>
                  <a:cubicBezTo>
                    <a:pt x="0" y="4139"/>
                    <a:pt x="714" y="5258"/>
                    <a:pt x="1822" y="6211"/>
                  </a:cubicBezTo>
                  <a:cubicBezTo>
                    <a:pt x="2381" y="6687"/>
                    <a:pt x="2989" y="7092"/>
                    <a:pt x="3596" y="7366"/>
                  </a:cubicBezTo>
                  <a:cubicBezTo>
                    <a:pt x="4286" y="7699"/>
                    <a:pt x="4941" y="7842"/>
                    <a:pt x="5536" y="7842"/>
                  </a:cubicBezTo>
                  <a:cubicBezTo>
                    <a:pt x="6132" y="7842"/>
                    <a:pt x="6787" y="7687"/>
                    <a:pt x="7465" y="7366"/>
                  </a:cubicBezTo>
                  <a:cubicBezTo>
                    <a:pt x="8073" y="7092"/>
                    <a:pt x="8692" y="6687"/>
                    <a:pt x="9239" y="6211"/>
                  </a:cubicBezTo>
                  <a:cubicBezTo>
                    <a:pt x="10335" y="5258"/>
                    <a:pt x="11073" y="4139"/>
                    <a:pt x="11073" y="3377"/>
                  </a:cubicBezTo>
                  <a:lnTo>
                    <a:pt x="11073" y="3365"/>
                  </a:lnTo>
                  <a:cubicBezTo>
                    <a:pt x="11097" y="3020"/>
                    <a:pt x="10775" y="2568"/>
                    <a:pt x="10644" y="2401"/>
                  </a:cubicBezTo>
                  <a:cubicBezTo>
                    <a:pt x="10716" y="2222"/>
                    <a:pt x="10751" y="2008"/>
                    <a:pt x="10751" y="1806"/>
                  </a:cubicBezTo>
                  <a:cubicBezTo>
                    <a:pt x="10751" y="1151"/>
                    <a:pt x="10347" y="579"/>
                    <a:pt x="9763" y="365"/>
                  </a:cubicBezTo>
                  <a:cubicBezTo>
                    <a:pt x="9501" y="151"/>
                    <a:pt x="9132" y="20"/>
                    <a:pt x="8751" y="8"/>
                  </a:cubicBezTo>
                  <a:cubicBezTo>
                    <a:pt x="8714" y="5"/>
                    <a:pt x="8677" y="4"/>
                    <a:pt x="8640" y="4"/>
                  </a:cubicBezTo>
                  <a:cubicBezTo>
                    <a:pt x="8277" y="4"/>
                    <a:pt x="7941" y="109"/>
                    <a:pt x="7703" y="282"/>
                  </a:cubicBezTo>
                  <a:cubicBezTo>
                    <a:pt x="6965" y="877"/>
                    <a:pt x="6346" y="1115"/>
                    <a:pt x="5548" y="1115"/>
                  </a:cubicBezTo>
                  <a:cubicBezTo>
                    <a:pt x="4739" y="1115"/>
                    <a:pt x="4143" y="877"/>
                    <a:pt x="3393" y="282"/>
                  </a:cubicBezTo>
                  <a:cubicBezTo>
                    <a:pt x="3165" y="105"/>
                    <a:pt x="2855" y="1"/>
                    <a:pt x="2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67"/>
            <p:cNvSpPr/>
            <p:nvPr/>
          </p:nvSpPr>
          <p:spPr>
            <a:xfrm>
              <a:off x="2651437" y="2623922"/>
              <a:ext cx="16768" cy="15968"/>
            </a:xfrm>
            <a:custGeom>
              <a:avLst/>
              <a:gdLst/>
              <a:ahLst/>
              <a:cxnLst/>
              <a:rect l="l" t="t" r="r" b="b"/>
              <a:pathLst>
                <a:path w="524" h="499" extrusionOk="0">
                  <a:moveTo>
                    <a:pt x="351" y="1"/>
                  </a:moveTo>
                  <a:cubicBezTo>
                    <a:pt x="310" y="1"/>
                    <a:pt x="268" y="16"/>
                    <a:pt x="238" y="46"/>
                  </a:cubicBezTo>
                  <a:lnTo>
                    <a:pt x="60" y="224"/>
                  </a:lnTo>
                  <a:cubicBezTo>
                    <a:pt x="0" y="284"/>
                    <a:pt x="0" y="391"/>
                    <a:pt x="60" y="450"/>
                  </a:cubicBezTo>
                  <a:cubicBezTo>
                    <a:pt x="83" y="474"/>
                    <a:pt x="131" y="498"/>
                    <a:pt x="179" y="498"/>
                  </a:cubicBezTo>
                  <a:cubicBezTo>
                    <a:pt x="214" y="498"/>
                    <a:pt x="262" y="474"/>
                    <a:pt x="298" y="450"/>
                  </a:cubicBezTo>
                  <a:lnTo>
                    <a:pt x="476" y="272"/>
                  </a:lnTo>
                  <a:cubicBezTo>
                    <a:pt x="524" y="224"/>
                    <a:pt x="524" y="117"/>
                    <a:pt x="464" y="46"/>
                  </a:cubicBezTo>
                  <a:cubicBezTo>
                    <a:pt x="435" y="16"/>
                    <a:pt x="393" y="1"/>
                    <a:pt x="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67"/>
            <p:cNvSpPr/>
            <p:nvPr/>
          </p:nvSpPr>
          <p:spPr>
            <a:xfrm>
              <a:off x="2690285" y="2623922"/>
              <a:ext cx="16800" cy="15968"/>
            </a:xfrm>
            <a:custGeom>
              <a:avLst/>
              <a:gdLst/>
              <a:ahLst/>
              <a:cxnLst/>
              <a:rect l="l" t="t" r="r" b="b"/>
              <a:pathLst>
                <a:path w="525" h="499" extrusionOk="0">
                  <a:moveTo>
                    <a:pt x="173" y="1"/>
                  </a:moveTo>
                  <a:cubicBezTo>
                    <a:pt x="131" y="1"/>
                    <a:pt x="90" y="16"/>
                    <a:pt x="60" y="46"/>
                  </a:cubicBezTo>
                  <a:cubicBezTo>
                    <a:pt x="0" y="105"/>
                    <a:pt x="0" y="212"/>
                    <a:pt x="60" y="272"/>
                  </a:cubicBezTo>
                  <a:lnTo>
                    <a:pt x="239" y="450"/>
                  </a:lnTo>
                  <a:cubicBezTo>
                    <a:pt x="274" y="474"/>
                    <a:pt x="310" y="498"/>
                    <a:pt x="358" y="498"/>
                  </a:cubicBezTo>
                  <a:cubicBezTo>
                    <a:pt x="405" y="498"/>
                    <a:pt x="453" y="474"/>
                    <a:pt x="477" y="450"/>
                  </a:cubicBezTo>
                  <a:cubicBezTo>
                    <a:pt x="524" y="391"/>
                    <a:pt x="524" y="284"/>
                    <a:pt x="465" y="224"/>
                  </a:cubicBez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67"/>
            <p:cNvSpPr/>
            <p:nvPr/>
          </p:nvSpPr>
          <p:spPr>
            <a:xfrm>
              <a:off x="2535597" y="2557170"/>
              <a:ext cx="32416" cy="49184"/>
            </a:xfrm>
            <a:custGeom>
              <a:avLst/>
              <a:gdLst/>
              <a:ahLst/>
              <a:cxnLst/>
              <a:rect l="l" t="t" r="r" b="b"/>
              <a:pathLst>
                <a:path w="1013" h="1537" extrusionOk="0">
                  <a:moveTo>
                    <a:pt x="501" y="0"/>
                  </a:moveTo>
                  <a:cubicBezTo>
                    <a:pt x="227" y="0"/>
                    <a:pt x="1" y="227"/>
                    <a:pt x="1" y="512"/>
                  </a:cubicBezTo>
                  <a:lnTo>
                    <a:pt x="1" y="1024"/>
                  </a:lnTo>
                  <a:cubicBezTo>
                    <a:pt x="1" y="1310"/>
                    <a:pt x="227" y="1536"/>
                    <a:pt x="501" y="1536"/>
                  </a:cubicBezTo>
                  <a:cubicBezTo>
                    <a:pt x="786" y="1536"/>
                    <a:pt x="1013" y="1310"/>
                    <a:pt x="1013" y="1024"/>
                  </a:cubicBezTo>
                  <a:lnTo>
                    <a:pt x="1013" y="691"/>
                  </a:lnTo>
                  <a:cubicBezTo>
                    <a:pt x="1013" y="596"/>
                    <a:pt x="941" y="524"/>
                    <a:pt x="846" y="524"/>
                  </a:cubicBezTo>
                  <a:cubicBezTo>
                    <a:pt x="763" y="524"/>
                    <a:pt x="679" y="596"/>
                    <a:pt x="679" y="691"/>
                  </a:cubicBezTo>
                  <a:lnTo>
                    <a:pt x="679" y="1036"/>
                  </a:lnTo>
                  <a:cubicBezTo>
                    <a:pt x="679" y="1131"/>
                    <a:pt x="596" y="1215"/>
                    <a:pt x="501" y="1215"/>
                  </a:cubicBezTo>
                  <a:cubicBezTo>
                    <a:pt x="405" y="1215"/>
                    <a:pt x="322" y="1120"/>
                    <a:pt x="322" y="1036"/>
                  </a:cubicBezTo>
                  <a:lnTo>
                    <a:pt x="322" y="512"/>
                  </a:lnTo>
                  <a:cubicBezTo>
                    <a:pt x="322" y="405"/>
                    <a:pt x="417" y="334"/>
                    <a:pt x="501" y="334"/>
                  </a:cubicBezTo>
                  <a:cubicBezTo>
                    <a:pt x="596" y="334"/>
                    <a:pt x="667" y="262"/>
                    <a:pt x="667" y="167"/>
                  </a:cubicBezTo>
                  <a:cubicBezTo>
                    <a:pt x="667" y="84"/>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67"/>
            <p:cNvSpPr/>
            <p:nvPr/>
          </p:nvSpPr>
          <p:spPr>
            <a:xfrm>
              <a:off x="2790477" y="2557938"/>
              <a:ext cx="32416" cy="48800"/>
            </a:xfrm>
            <a:custGeom>
              <a:avLst/>
              <a:gdLst/>
              <a:ahLst/>
              <a:cxnLst/>
              <a:rect l="l" t="t" r="r" b="b"/>
              <a:pathLst>
                <a:path w="1013" h="1525" extrusionOk="0">
                  <a:moveTo>
                    <a:pt x="501" y="0"/>
                  </a:moveTo>
                  <a:cubicBezTo>
                    <a:pt x="418" y="0"/>
                    <a:pt x="346" y="72"/>
                    <a:pt x="346" y="155"/>
                  </a:cubicBezTo>
                  <a:cubicBezTo>
                    <a:pt x="346" y="250"/>
                    <a:pt x="418" y="322"/>
                    <a:pt x="501" y="322"/>
                  </a:cubicBezTo>
                  <a:cubicBezTo>
                    <a:pt x="608" y="322"/>
                    <a:pt x="679" y="417"/>
                    <a:pt x="679" y="500"/>
                  </a:cubicBezTo>
                  <a:lnTo>
                    <a:pt x="679" y="1024"/>
                  </a:lnTo>
                  <a:cubicBezTo>
                    <a:pt x="679" y="1131"/>
                    <a:pt x="596" y="1203"/>
                    <a:pt x="501" y="1203"/>
                  </a:cubicBezTo>
                  <a:cubicBezTo>
                    <a:pt x="418" y="1203"/>
                    <a:pt x="322" y="1107"/>
                    <a:pt x="322" y="1024"/>
                  </a:cubicBezTo>
                  <a:lnTo>
                    <a:pt x="322" y="679"/>
                  </a:lnTo>
                  <a:cubicBezTo>
                    <a:pt x="322" y="596"/>
                    <a:pt x="251" y="512"/>
                    <a:pt x="156" y="512"/>
                  </a:cubicBezTo>
                  <a:cubicBezTo>
                    <a:pt x="72" y="512"/>
                    <a:pt x="1" y="596"/>
                    <a:pt x="1" y="679"/>
                  </a:cubicBezTo>
                  <a:lnTo>
                    <a:pt x="1" y="1024"/>
                  </a:lnTo>
                  <a:cubicBezTo>
                    <a:pt x="1" y="1310"/>
                    <a:pt x="215" y="1524"/>
                    <a:pt x="501" y="1524"/>
                  </a:cubicBezTo>
                  <a:cubicBezTo>
                    <a:pt x="787" y="1524"/>
                    <a:pt x="1013" y="1310"/>
                    <a:pt x="1013" y="1024"/>
                  </a:cubicBezTo>
                  <a:lnTo>
                    <a:pt x="1013" y="500"/>
                  </a:lnTo>
                  <a:cubicBezTo>
                    <a:pt x="1013" y="215"/>
                    <a:pt x="787"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58" name="Google Shape;12558;p67"/>
          <p:cNvSpPr/>
          <p:nvPr/>
        </p:nvSpPr>
        <p:spPr>
          <a:xfrm>
            <a:off x="7447437" y="2575482"/>
            <a:ext cx="355136" cy="281952"/>
          </a:xfrm>
          <a:custGeom>
            <a:avLst/>
            <a:gdLst/>
            <a:ahLst/>
            <a:cxnLst/>
            <a:rect l="l" t="t" r="r" b="b"/>
            <a:pathLst>
              <a:path w="11098" h="8811" extrusionOk="0">
                <a:moveTo>
                  <a:pt x="4955" y="0"/>
                </a:moveTo>
                <a:cubicBezTo>
                  <a:pt x="4754" y="0"/>
                  <a:pt x="4539" y="24"/>
                  <a:pt x="4311" y="71"/>
                </a:cubicBezTo>
                <a:cubicBezTo>
                  <a:pt x="3358" y="262"/>
                  <a:pt x="2406" y="833"/>
                  <a:pt x="1418" y="1786"/>
                </a:cubicBezTo>
                <a:cubicBezTo>
                  <a:pt x="1358" y="1845"/>
                  <a:pt x="1358" y="1952"/>
                  <a:pt x="1418" y="2012"/>
                </a:cubicBezTo>
                <a:cubicBezTo>
                  <a:pt x="1453" y="2036"/>
                  <a:pt x="1489" y="2048"/>
                  <a:pt x="1537" y="2048"/>
                </a:cubicBezTo>
                <a:cubicBezTo>
                  <a:pt x="1584" y="2048"/>
                  <a:pt x="1608" y="2036"/>
                  <a:pt x="1656" y="2012"/>
                </a:cubicBezTo>
                <a:cubicBezTo>
                  <a:pt x="2596" y="1095"/>
                  <a:pt x="3489" y="559"/>
                  <a:pt x="4382" y="381"/>
                </a:cubicBezTo>
                <a:cubicBezTo>
                  <a:pt x="4594" y="339"/>
                  <a:pt x="4791" y="318"/>
                  <a:pt x="4972" y="318"/>
                </a:cubicBezTo>
                <a:cubicBezTo>
                  <a:pt x="5311" y="318"/>
                  <a:pt x="5594" y="392"/>
                  <a:pt x="5811" y="547"/>
                </a:cubicBezTo>
                <a:cubicBezTo>
                  <a:pt x="6002" y="678"/>
                  <a:pt x="6109" y="845"/>
                  <a:pt x="6180" y="1000"/>
                </a:cubicBezTo>
                <a:cubicBezTo>
                  <a:pt x="6121" y="976"/>
                  <a:pt x="6061" y="952"/>
                  <a:pt x="6002" y="940"/>
                </a:cubicBezTo>
                <a:cubicBezTo>
                  <a:pt x="5984" y="933"/>
                  <a:pt x="5967" y="930"/>
                  <a:pt x="5949" y="930"/>
                </a:cubicBezTo>
                <a:cubicBezTo>
                  <a:pt x="5882" y="930"/>
                  <a:pt x="5818" y="979"/>
                  <a:pt x="5799" y="1035"/>
                </a:cubicBezTo>
                <a:cubicBezTo>
                  <a:pt x="5764" y="1131"/>
                  <a:pt x="5823" y="1214"/>
                  <a:pt x="5895" y="1250"/>
                </a:cubicBezTo>
                <a:cubicBezTo>
                  <a:pt x="6121" y="1309"/>
                  <a:pt x="6335" y="1416"/>
                  <a:pt x="6537" y="1512"/>
                </a:cubicBezTo>
                <a:cubicBezTo>
                  <a:pt x="6787" y="1667"/>
                  <a:pt x="6907" y="1845"/>
                  <a:pt x="6883" y="2048"/>
                </a:cubicBezTo>
                <a:cubicBezTo>
                  <a:pt x="6847" y="2250"/>
                  <a:pt x="6692" y="2429"/>
                  <a:pt x="6514" y="2464"/>
                </a:cubicBezTo>
                <a:cubicBezTo>
                  <a:pt x="6483" y="2472"/>
                  <a:pt x="6453" y="2476"/>
                  <a:pt x="6425" y="2476"/>
                </a:cubicBezTo>
                <a:cubicBezTo>
                  <a:pt x="6321" y="2476"/>
                  <a:pt x="6234" y="2424"/>
                  <a:pt x="6168" y="2321"/>
                </a:cubicBezTo>
                <a:cubicBezTo>
                  <a:pt x="5871" y="1857"/>
                  <a:pt x="5442" y="1500"/>
                  <a:pt x="4990" y="1297"/>
                </a:cubicBezTo>
                <a:cubicBezTo>
                  <a:pt x="4882" y="1250"/>
                  <a:pt x="4763" y="1202"/>
                  <a:pt x="4668" y="1178"/>
                </a:cubicBezTo>
                <a:cubicBezTo>
                  <a:pt x="4811" y="1152"/>
                  <a:pt x="4954" y="1138"/>
                  <a:pt x="5097" y="1138"/>
                </a:cubicBezTo>
                <a:cubicBezTo>
                  <a:pt x="5144" y="1138"/>
                  <a:pt x="5192" y="1140"/>
                  <a:pt x="5240" y="1143"/>
                </a:cubicBezTo>
                <a:cubicBezTo>
                  <a:pt x="5335" y="1143"/>
                  <a:pt x="5406" y="1083"/>
                  <a:pt x="5406" y="1000"/>
                </a:cubicBezTo>
                <a:cubicBezTo>
                  <a:pt x="5406" y="905"/>
                  <a:pt x="5347" y="833"/>
                  <a:pt x="5263" y="833"/>
                </a:cubicBezTo>
                <a:cubicBezTo>
                  <a:pt x="5208" y="830"/>
                  <a:pt x="5151" y="829"/>
                  <a:pt x="5095" y="829"/>
                </a:cubicBezTo>
                <a:cubicBezTo>
                  <a:pt x="4253" y="829"/>
                  <a:pt x="3373" y="1161"/>
                  <a:pt x="2525" y="1797"/>
                </a:cubicBezTo>
                <a:cubicBezTo>
                  <a:pt x="1954" y="2226"/>
                  <a:pt x="1573" y="2667"/>
                  <a:pt x="1453" y="2810"/>
                </a:cubicBezTo>
                <a:cubicBezTo>
                  <a:pt x="1215" y="2869"/>
                  <a:pt x="977" y="2964"/>
                  <a:pt x="739" y="3083"/>
                </a:cubicBezTo>
                <a:cubicBezTo>
                  <a:pt x="870" y="2917"/>
                  <a:pt x="1013" y="2726"/>
                  <a:pt x="1215" y="2512"/>
                </a:cubicBezTo>
                <a:cubicBezTo>
                  <a:pt x="1275" y="2452"/>
                  <a:pt x="1275" y="2345"/>
                  <a:pt x="1192" y="2286"/>
                </a:cubicBezTo>
                <a:cubicBezTo>
                  <a:pt x="1164" y="2258"/>
                  <a:pt x="1130" y="2244"/>
                  <a:pt x="1094" y="2244"/>
                </a:cubicBezTo>
                <a:cubicBezTo>
                  <a:pt x="1052" y="2244"/>
                  <a:pt x="1009" y="2264"/>
                  <a:pt x="977" y="2309"/>
                </a:cubicBezTo>
                <a:cubicBezTo>
                  <a:pt x="394" y="2964"/>
                  <a:pt x="60" y="3500"/>
                  <a:pt x="37" y="3524"/>
                </a:cubicBezTo>
                <a:cubicBezTo>
                  <a:pt x="1" y="3583"/>
                  <a:pt x="1" y="3643"/>
                  <a:pt x="37" y="3702"/>
                </a:cubicBezTo>
                <a:cubicBezTo>
                  <a:pt x="75" y="3749"/>
                  <a:pt x="123" y="3775"/>
                  <a:pt x="175" y="3775"/>
                </a:cubicBezTo>
                <a:cubicBezTo>
                  <a:pt x="204" y="3775"/>
                  <a:pt x="233" y="3767"/>
                  <a:pt x="263" y="3750"/>
                </a:cubicBezTo>
                <a:cubicBezTo>
                  <a:pt x="691" y="3441"/>
                  <a:pt x="1215" y="3214"/>
                  <a:pt x="1715" y="3107"/>
                </a:cubicBezTo>
                <a:cubicBezTo>
                  <a:pt x="1860" y="3079"/>
                  <a:pt x="2037" y="3059"/>
                  <a:pt x="2203" y="3059"/>
                </a:cubicBezTo>
                <a:cubicBezTo>
                  <a:pt x="2391" y="3059"/>
                  <a:pt x="2567" y="3085"/>
                  <a:pt x="2668" y="3155"/>
                </a:cubicBezTo>
                <a:cubicBezTo>
                  <a:pt x="2799" y="3238"/>
                  <a:pt x="2858" y="3357"/>
                  <a:pt x="2799" y="3476"/>
                </a:cubicBezTo>
                <a:cubicBezTo>
                  <a:pt x="2747" y="3588"/>
                  <a:pt x="2610" y="3674"/>
                  <a:pt x="2395" y="3674"/>
                </a:cubicBezTo>
                <a:cubicBezTo>
                  <a:pt x="2311" y="3674"/>
                  <a:pt x="2215" y="3661"/>
                  <a:pt x="2108" y="3631"/>
                </a:cubicBezTo>
                <a:cubicBezTo>
                  <a:pt x="1912" y="3572"/>
                  <a:pt x="1724" y="3542"/>
                  <a:pt x="1549" y="3542"/>
                </a:cubicBezTo>
                <a:cubicBezTo>
                  <a:pt x="1373" y="3542"/>
                  <a:pt x="1209" y="3572"/>
                  <a:pt x="1061" y="3631"/>
                </a:cubicBezTo>
                <a:cubicBezTo>
                  <a:pt x="799" y="3738"/>
                  <a:pt x="584" y="3929"/>
                  <a:pt x="453" y="4179"/>
                </a:cubicBezTo>
                <a:cubicBezTo>
                  <a:pt x="322" y="4429"/>
                  <a:pt x="275" y="4750"/>
                  <a:pt x="334" y="5048"/>
                </a:cubicBezTo>
                <a:cubicBezTo>
                  <a:pt x="382" y="5310"/>
                  <a:pt x="513" y="5548"/>
                  <a:pt x="703" y="5727"/>
                </a:cubicBezTo>
                <a:cubicBezTo>
                  <a:pt x="632" y="5858"/>
                  <a:pt x="572" y="6012"/>
                  <a:pt x="537" y="6179"/>
                </a:cubicBezTo>
                <a:cubicBezTo>
                  <a:pt x="441" y="6631"/>
                  <a:pt x="525" y="7143"/>
                  <a:pt x="811" y="7632"/>
                </a:cubicBezTo>
                <a:cubicBezTo>
                  <a:pt x="1013" y="8001"/>
                  <a:pt x="1251" y="8239"/>
                  <a:pt x="1275" y="8239"/>
                </a:cubicBezTo>
                <a:cubicBezTo>
                  <a:pt x="1299" y="8274"/>
                  <a:pt x="1346" y="8286"/>
                  <a:pt x="1394" y="8286"/>
                </a:cubicBezTo>
                <a:cubicBezTo>
                  <a:pt x="1430" y="8286"/>
                  <a:pt x="1477" y="8274"/>
                  <a:pt x="1513" y="8239"/>
                </a:cubicBezTo>
                <a:cubicBezTo>
                  <a:pt x="1573" y="8179"/>
                  <a:pt x="1573" y="8084"/>
                  <a:pt x="1513" y="8024"/>
                </a:cubicBezTo>
                <a:cubicBezTo>
                  <a:pt x="1489" y="8001"/>
                  <a:pt x="644" y="7167"/>
                  <a:pt x="870" y="6250"/>
                </a:cubicBezTo>
                <a:cubicBezTo>
                  <a:pt x="977" y="5798"/>
                  <a:pt x="1239" y="5477"/>
                  <a:pt x="1656" y="5298"/>
                </a:cubicBezTo>
                <a:cubicBezTo>
                  <a:pt x="1896" y="5194"/>
                  <a:pt x="2169" y="5144"/>
                  <a:pt x="2455" y="5144"/>
                </a:cubicBezTo>
                <a:cubicBezTo>
                  <a:pt x="2595" y="5144"/>
                  <a:pt x="2738" y="5155"/>
                  <a:pt x="2882" y="5179"/>
                </a:cubicBezTo>
                <a:cubicBezTo>
                  <a:pt x="3382" y="5262"/>
                  <a:pt x="3775" y="5536"/>
                  <a:pt x="3739" y="5762"/>
                </a:cubicBezTo>
                <a:cubicBezTo>
                  <a:pt x="3728" y="5822"/>
                  <a:pt x="3716" y="5858"/>
                  <a:pt x="3668" y="5893"/>
                </a:cubicBezTo>
                <a:cubicBezTo>
                  <a:pt x="3634" y="5910"/>
                  <a:pt x="3589" y="5927"/>
                  <a:pt x="3540" y="5927"/>
                </a:cubicBezTo>
                <a:cubicBezTo>
                  <a:pt x="3519" y="5927"/>
                  <a:pt x="3498" y="5924"/>
                  <a:pt x="3478" y="5917"/>
                </a:cubicBezTo>
                <a:lnTo>
                  <a:pt x="3454" y="5917"/>
                </a:lnTo>
                <a:cubicBezTo>
                  <a:pt x="3394" y="5846"/>
                  <a:pt x="3323" y="5774"/>
                  <a:pt x="3239" y="5715"/>
                </a:cubicBezTo>
                <a:cubicBezTo>
                  <a:pt x="3207" y="5696"/>
                  <a:pt x="3173" y="5687"/>
                  <a:pt x="3141" y="5687"/>
                </a:cubicBezTo>
                <a:cubicBezTo>
                  <a:pt x="3090" y="5687"/>
                  <a:pt x="3042" y="5711"/>
                  <a:pt x="3013" y="5762"/>
                </a:cubicBezTo>
                <a:cubicBezTo>
                  <a:pt x="2966" y="5834"/>
                  <a:pt x="2977" y="5941"/>
                  <a:pt x="3061" y="5977"/>
                </a:cubicBezTo>
                <a:cubicBezTo>
                  <a:pt x="3263" y="6119"/>
                  <a:pt x="3275" y="6274"/>
                  <a:pt x="3263" y="6381"/>
                </a:cubicBezTo>
                <a:cubicBezTo>
                  <a:pt x="3251" y="6536"/>
                  <a:pt x="3132" y="6679"/>
                  <a:pt x="3001" y="6727"/>
                </a:cubicBezTo>
                <a:cubicBezTo>
                  <a:pt x="2976" y="6732"/>
                  <a:pt x="2951" y="6735"/>
                  <a:pt x="2927" y="6735"/>
                </a:cubicBezTo>
                <a:cubicBezTo>
                  <a:pt x="2850" y="6735"/>
                  <a:pt x="2779" y="6704"/>
                  <a:pt x="2716" y="6631"/>
                </a:cubicBezTo>
                <a:cubicBezTo>
                  <a:pt x="2435" y="6342"/>
                  <a:pt x="2096" y="6177"/>
                  <a:pt x="1791" y="6177"/>
                </a:cubicBezTo>
                <a:cubicBezTo>
                  <a:pt x="1707" y="6177"/>
                  <a:pt x="1626" y="6189"/>
                  <a:pt x="1549" y="6215"/>
                </a:cubicBezTo>
                <a:cubicBezTo>
                  <a:pt x="1311" y="6298"/>
                  <a:pt x="1168" y="6477"/>
                  <a:pt x="1120" y="6727"/>
                </a:cubicBezTo>
                <a:cubicBezTo>
                  <a:pt x="1108" y="6810"/>
                  <a:pt x="1168" y="6905"/>
                  <a:pt x="1251" y="6905"/>
                </a:cubicBezTo>
                <a:cubicBezTo>
                  <a:pt x="1259" y="6906"/>
                  <a:pt x="1267" y="6907"/>
                  <a:pt x="1275" y="6907"/>
                </a:cubicBezTo>
                <a:cubicBezTo>
                  <a:pt x="1360" y="6907"/>
                  <a:pt x="1430" y="6850"/>
                  <a:pt x="1430" y="6774"/>
                </a:cubicBezTo>
                <a:cubicBezTo>
                  <a:pt x="1465" y="6620"/>
                  <a:pt x="1549" y="6548"/>
                  <a:pt x="1644" y="6536"/>
                </a:cubicBezTo>
                <a:cubicBezTo>
                  <a:pt x="1690" y="6521"/>
                  <a:pt x="1738" y="6514"/>
                  <a:pt x="1786" y="6514"/>
                </a:cubicBezTo>
                <a:cubicBezTo>
                  <a:pt x="2035" y="6514"/>
                  <a:pt x="2298" y="6700"/>
                  <a:pt x="2477" y="6870"/>
                </a:cubicBezTo>
                <a:cubicBezTo>
                  <a:pt x="2608" y="7012"/>
                  <a:pt x="2763" y="7084"/>
                  <a:pt x="2918" y="7084"/>
                </a:cubicBezTo>
                <a:cubicBezTo>
                  <a:pt x="2977" y="7084"/>
                  <a:pt x="3037" y="7072"/>
                  <a:pt x="3097" y="7048"/>
                </a:cubicBezTo>
                <a:cubicBezTo>
                  <a:pt x="3263" y="6989"/>
                  <a:pt x="3418" y="6870"/>
                  <a:pt x="3501" y="6715"/>
                </a:cubicBezTo>
                <a:cubicBezTo>
                  <a:pt x="3656" y="6870"/>
                  <a:pt x="3918" y="7108"/>
                  <a:pt x="4323" y="7381"/>
                </a:cubicBezTo>
                <a:cubicBezTo>
                  <a:pt x="4966" y="7810"/>
                  <a:pt x="6109" y="8405"/>
                  <a:pt x="7919" y="8810"/>
                </a:cubicBezTo>
                <a:lnTo>
                  <a:pt x="7954" y="8810"/>
                </a:lnTo>
                <a:cubicBezTo>
                  <a:pt x="8026" y="8810"/>
                  <a:pt x="8097" y="8763"/>
                  <a:pt x="8121" y="8679"/>
                </a:cubicBezTo>
                <a:cubicBezTo>
                  <a:pt x="8133" y="8584"/>
                  <a:pt x="8085" y="8501"/>
                  <a:pt x="8002" y="8477"/>
                </a:cubicBezTo>
                <a:cubicBezTo>
                  <a:pt x="6240" y="8096"/>
                  <a:pt x="5144" y="7524"/>
                  <a:pt x="4525" y="7131"/>
                </a:cubicBezTo>
                <a:cubicBezTo>
                  <a:pt x="3870" y="6679"/>
                  <a:pt x="3620" y="6322"/>
                  <a:pt x="3609" y="6322"/>
                </a:cubicBezTo>
                <a:lnTo>
                  <a:pt x="3609" y="6274"/>
                </a:lnTo>
                <a:cubicBezTo>
                  <a:pt x="3716" y="6274"/>
                  <a:pt x="3799" y="6250"/>
                  <a:pt x="3870" y="6191"/>
                </a:cubicBezTo>
                <a:cubicBezTo>
                  <a:pt x="3990" y="6119"/>
                  <a:pt x="4049" y="6000"/>
                  <a:pt x="4085" y="5834"/>
                </a:cubicBezTo>
                <a:cubicBezTo>
                  <a:pt x="4109" y="5607"/>
                  <a:pt x="4001" y="5381"/>
                  <a:pt x="3751" y="5203"/>
                </a:cubicBezTo>
                <a:cubicBezTo>
                  <a:pt x="3561" y="5060"/>
                  <a:pt x="3275" y="4941"/>
                  <a:pt x="2954" y="4881"/>
                </a:cubicBezTo>
                <a:cubicBezTo>
                  <a:pt x="2794" y="4852"/>
                  <a:pt x="2628" y="4836"/>
                  <a:pt x="2461" y="4836"/>
                </a:cubicBezTo>
                <a:cubicBezTo>
                  <a:pt x="1883" y="4836"/>
                  <a:pt x="1297" y="5024"/>
                  <a:pt x="918" y="5477"/>
                </a:cubicBezTo>
                <a:cubicBezTo>
                  <a:pt x="644" y="5191"/>
                  <a:pt x="572" y="4715"/>
                  <a:pt x="763" y="4345"/>
                </a:cubicBezTo>
                <a:cubicBezTo>
                  <a:pt x="848" y="4194"/>
                  <a:pt x="1067" y="3879"/>
                  <a:pt x="1581" y="3879"/>
                </a:cubicBezTo>
                <a:cubicBezTo>
                  <a:pt x="1716" y="3879"/>
                  <a:pt x="1871" y="3901"/>
                  <a:pt x="2049" y="3953"/>
                </a:cubicBezTo>
                <a:cubicBezTo>
                  <a:pt x="2189" y="3994"/>
                  <a:pt x="2318" y="4013"/>
                  <a:pt x="2436" y="4013"/>
                </a:cubicBezTo>
                <a:cubicBezTo>
                  <a:pt x="2788" y="4013"/>
                  <a:pt x="3034" y="3845"/>
                  <a:pt x="3132" y="3631"/>
                </a:cubicBezTo>
                <a:cubicBezTo>
                  <a:pt x="3251" y="3357"/>
                  <a:pt x="3144" y="3083"/>
                  <a:pt x="2882" y="2905"/>
                </a:cubicBezTo>
                <a:cubicBezTo>
                  <a:pt x="2714" y="2806"/>
                  <a:pt x="2470" y="2756"/>
                  <a:pt x="2181" y="2756"/>
                </a:cubicBezTo>
                <a:cubicBezTo>
                  <a:pt x="2123" y="2756"/>
                  <a:pt x="2063" y="2758"/>
                  <a:pt x="2001" y="2762"/>
                </a:cubicBezTo>
                <a:cubicBezTo>
                  <a:pt x="2180" y="2583"/>
                  <a:pt x="2430" y="2333"/>
                  <a:pt x="2739" y="2107"/>
                </a:cubicBezTo>
                <a:cubicBezTo>
                  <a:pt x="2966" y="1928"/>
                  <a:pt x="3251" y="1750"/>
                  <a:pt x="3561" y="1607"/>
                </a:cubicBezTo>
                <a:cubicBezTo>
                  <a:pt x="3742" y="1535"/>
                  <a:pt x="3929" y="1500"/>
                  <a:pt x="4120" y="1500"/>
                </a:cubicBezTo>
                <a:cubicBezTo>
                  <a:pt x="4368" y="1500"/>
                  <a:pt x="4621" y="1559"/>
                  <a:pt x="4871" y="1667"/>
                </a:cubicBezTo>
                <a:cubicBezTo>
                  <a:pt x="5156" y="1786"/>
                  <a:pt x="5406" y="1976"/>
                  <a:pt x="5633" y="2214"/>
                </a:cubicBezTo>
                <a:cubicBezTo>
                  <a:pt x="5299" y="2274"/>
                  <a:pt x="4799" y="2452"/>
                  <a:pt x="4549" y="3000"/>
                </a:cubicBezTo>
                <a:cubicBezTo>
                  <a:pt x="4323" y="3512"/>
                  <a:pt x="4347" y="4048"/>
                  <a:pt x="4668" y="4595"/>
                </a:cubicBezTo>
                <a:cubicBezTo>
                  <a:pt x="5573" y="6239"/>
                  <a:pt x="8681" y="7691"/>
                  <a:pt x="10919" y="7977"/>
                </a:cubicBezTo>
                <a:lnTo>
                  <a:pt x="10931" y="7977"/>
                </a:lnTo>
                <a:cubicBezTo>
                  <a:pt x="11002" y="7977"/>
                  <a:pt x="11074" y="7917"/>
                  <a:pt x="11098" y="7846"/>
                </a:cubicBezTo>
                <a:cubicBezTo>
                  <a:pt x="11050" y="7643"/>
                  <a:pt x="10990" y="7572"/>
                  <a:pt x="10907" y="7560"/>
                </a:cubicBezTo>
                <a:cubicBezTo>
                  <a:pt x="9835" y="7429"/>
                  <a:pt x="8538" y="6989"/>
                  <a:pt x="7407" y="6417"/>
                </a:cubicBezTo>
                <a:cubicBezTo>
                  <a:pt x="6180" y="5786"/>
                  <a:pt x="5287" y="5048"/>
                  <a:pt x="4906" y="4345"/>
                </a:cubicBezTo>
                <a:cubicBezTo>
                  <a:pt x="4656" y="3881"/>
                  <a:pt x="4609" y="3452"/>
                  <a:pt x="4799" y="3048"/>
                </a:cubicBezTo>
                <a:cubicBezTo>
                  <a:pt x="4918" y="2798"/>
                  <a:pt x="5133" y="2607"/>
                  <a:pt x="5442" y="2500"/>
                </a:cubicBezTo>
                <a:cubicBezTo>
                  <a:pt x="5597" y="2440"/>
                  <a:pt x="5752" y="2429"/>
                  <a:pt x="5847" y="2429"/>
                </a:cubicBezTo>
                <a:cubicBezTo>
                  <a:pt x="5859" y="2440"/>
                  <a:pt x="5871" y="2464"/>
                  <a:pt x="5883" y="2488"/>
                </a:cubicBezTo>
                <a:cubicBezTo>
                  <a:pt x="6025" y="2679"/>
                  <a:pt x="6216" y="2798"/>
                  <a:pt x="6418" y="2798"/>
                </a:cubicBezTo>
                <a:cubicBezTo>
                  <a:pt x="6466" y="2798"/>
                  <a:pt x="6526" y="2798"/>
                  <a:pt x="6573" y="2786"/>
                </a:cubicBezTo>
                <a:cubicBezTo>
                  <a:pt x="6883" y="2702"/>
                  <a:pt x="7157" y="2429"/>
                  <a:pt x="7192" y="2095"/>
                </a:cubicBezTo>
                <a:cubicBezTo>
                  <a:pt x="7240" y="1750"/>
                  <a:pt x="7061" y="1440"/>
                  <a:pt x="6692" y="1238"/>
                </a:cubicBezTo>
                <a:cubicBezTo>
                  <a:pt x="6645" y="1202"/>
                  <a:pt x="6597" y="1190"/>
                  <a:pt x="6573" y="1178"/>
                </a:cubicBezTo>
                <a:cubicBezTo>
                  <a:pt x="6537" y="1035"/>
                  <a:pt x="6418" y="595"/>
                  <a:pt x="5990" y="297"/>
                </a:cubicBezTo>
                <a:cubicBezTo>
                  <a:pt x="5711" y="98"/>
                  <a:pt x="5362" y="0"/>
                  <a:pt x="49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59" name="Google Shape;12559;p67"/>
          <p:cNvGrpSpPr/>
          <p:nvPr/>
        </p:nvGrpSpPr>
        <p:grpSpPr>
          <a:xfrm>
            <a:off x="7993805" y="2503322"/>
            <a:ext cx="356256" cy="351808"/>
            <a:chOff x="7993805" y="2427122"/>
            <a:chExt cx="356256" cy="351808"/>
          </a:xfrm>
        </p:grpSpPr>
        <p:sp>
          <p:nvSpPr>
            <p:cNvPr id="12560" name="Google Shape;12560;p67"/>
            <p:cNvSpPr/>
            <p:nvPr/>
          </p:nvSpPr>
          <p:spPr>
            <a:xfrm>
              <a:off x="8154957" y="2427122"/>
              <a:ext cx="195104" cy="194464"/>
            </a:xfrm>
            <a:custGeom>
              <a:avLst/>
              <a:gdLst/>
              <a:ahLst/>
              <a:cxnLst/>
              <a:rect l="l" t="t" r="r" b="b"/>
              <a:pathLst>
                <a:path w="6097" h="6077" extrusionOk="0">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67"/>
            <p:cNvSpPr/>
            <p:nvPr/>
          </p:nvSpPr>
          <p:spPr>
            <a:xfrm>
              <a:off x="7993805" y="2477170"/>
              <a:ext cx="136032" cy="222144"/>
            </a:xfrm>
            <a:custGeom>
              <a:avLst/>
              <a:gdLst/>
              <a:ahLst/>
              <a:cxnLst/>
              <a:rect l="l" t="t" r="r" b="b"/>
              <a:pathLst>
                <a:path w="4251" h="6942" extrusionOk="0">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67"/>
            <p:cNvSpPr/>
            <p:nvPr/>
          </p:nvSpPr>
          <p:spPr>
            <a:xfrm>
              <a:off x="8170573" y="2617042"/>
              <a:ext cx="110528" cy="161888"/>
            </a:xfrm>
            <a:custGeom>
              <a:avLst/>
              <a:gdLst/>
              <a:ahLst/>
              <a:cxnLst/>
              <a:rect l="l" t="t" r="r" b="b"/>
              <a:pathLst>
                <a:path w="3454" h="5059" extrusionOk="0">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3" name="Google Shape;12563;p67"/>
          <p:cNvGrpSpPr/>
          <p:nvPr/>
        </p:nvGrpSpPr>
        <p:grpSpPr>
          <a:xfrm>
            <a:off x="878637" y="2041210"/>
            <a:ext cx="308640" cy="353312"/>
            <a:chOff x="878637" y="1965010"/>
            <a:chExt cx="308640" cy="353312"/>
          </a:xfrm>
        </p:grpSpPr>
        <p:sp>
          <p:nvSpPr>
            <p:cNvPr id="12564" name="Google Shape;12564;p67"/>
            <p:cNvSpPr/>
            <p:nvPr/>
          </p:nvSpPr>
          <p:spPr>
            <a:xfrm>
              <a:off x="878637" y="1965010"/>
              <a:ext cx="308640" cy="353312"/>
            </a:xfrm>
            <a:custGeom>
              <a:avLst/>
              <a:gdLst/>
              <a:ahLst/>
              <a:cxnLst/>
              <a:rect l="l" t="t" r="r" b="b"/>
              <a:pathLst>
                <a:path w="9645" h="11041" extrusionOk="0">
                  <a:moveTo>
                    <a:pt x="1167" y="1122"/>
                  </a:moveTo>
                  <a:cubicBezTo>
                    <a:pt x="1905" y="1777"/>
                    <a:pt x="2893" y="2837"/>
                    <a:pt x="3632" y="4361"/>
                  </a:cubicBezTo>
                  <a:cubicBezTo>
                    <a:pt x="3477" y="4420"/>
                    <a:pt x="3322" y="4492"/>
                    <a:pt x="3191" y="4563"/>
                  </a:cubicBezTo>
                  <a:cubicBezTo>
                    <a:pt x="2882" y="3861"/>
                    <a:pt x="2203" y="2492"/>
                    <a:pt x="1167" y="1122"/>
                  </a:cubicBezTo>
                  <a:close/>
                  <a:moveTo>
                    <a:pt x="334" y="610"/>
                  </a:moveTo>
                  <a:lnTo>
                    <a:pt x="334" y="610"/>
                  </a:lnTo>
                  <a:cubicBezTo>
                    <a:pt x="1691" y="2182"/>
                    <a:pt x="2548" y="3956"/>
                    <a:pt x="2905" y="4730"/>
                  </a:cubicBezTo>
                  <a:cubicBezTo>
                    <a:pt x="2643" y="4920"/>
                    <a:pt x="2405" y="5159"/>
                    <a:pt x="2239" y="5444"/>
                  </a:cubicBezTo>
                  <a:cubicBezTo>
                    <a:pt x="1274" y="4563"/>
                    <a:pt x="798" y="3230"/>
                    <a:pt x="572" y="2241"/>
                  </a:cubicBezTo>
                  <a:cubicBezTo>
                    <a:pt x="417" y="1587"/>
                    <a:pt x="357" y="991"/>
                    <a:pt x="334" y="610"/>
                  </a:cubicBezTo>
                  <a:close/>
                  <a:moveTo>
                    <a:pt x="9311" y="587"/>
                  </a:moveTo>
                  <a:lnTo>
                    <a:pt x="9311" y="587"/>
                  </a:lnTo>
                  <a:cubicBezTo>
                    <a:pt x="9263" y="979"/>
                    <a:pt x="9204" y="1563"/>
                    <a:pt x="9049" y="2218"/>
                  </a:cubicBezTo>
                  <a:cubicBezTo>
                    <a:pt x="8835" y="3206"/>
                    <a:pt x="8358" y="4551"/>
                    <a:pt x="7382" y="5444"/>
                  </a:cubicBezTo>
                  <a:cubicBezTo>
                    <a:pt x="7204" y="5170"/>
                    <a:pt x="6989" y="4932"/>
                    <a:pt x="6715" y="4730"/>
                  </a:cubicBezTo>
                  <a:cubicBezTo>
                    <a:pt x="6775" y="4611"/>
                    <a:pt x="6823" y="4492"/>
                    <a:pt x="6882" y="4349"/>
                  </a:cubicBezTo>
                  <a:cubicBezTo>
                    <a:pt x="6930" y="4277"/>
                    <a:pt x="6882" y="4182"/>
                    <a:pt x="6811" y="4146"/>
                  </a:cubicBezTo>
                  <a:cubicBezTo>
                    <a:pt x="6787" y="4133"/>
                    <a:pt x="6763" y="4127"/>
                    <a:pt x="6740" y="4127"/>
                  </a:cubicBezTo>
                  <a:cubicBezTo>
                    <a:pt x="6679" y="4127"/>
                    <a:pt x="6622" y="4166"/>
                    <a:pt x="6596" y="4218"/>
                  </a:cubicBezTo>
                  <a:cubicBezTo>
                    <a:pt x="6537" y="4325"/>
                    <a:pt x="6489" y="4444"/>
                    <a:pt x="6453" y="4551"/>
                  </a:cubicBezTo>
                  <a:cubicBezTo>
                    <a:pt x="6299" y="4480"/>
                    <a:pt x="6156" y="4397"/>
                    <a:pt x="6001" y="4337"/>
                  </a:cubicBezTo>
                  <a:cubicBezTo>
                    <a:pt x="6703" y="2908"/>
                    <a:pt x="7620" y="1896"/>
                    <a:pt x="8263" y="1289"/>
                  </a:cubicBezTo>
                  <a:cubicBezTo>
                    <a:pt x="8335" y="1218"/>
                    <a:pt x="8418" y="1158"/>
                    <a:pt x="8478" y="1098"/>
                  </a:cubicBezTo>
                  <a:lnTo>
                    <a:pt x="8478" y="1098"/>
                  </a:lnTo>
                  <a:cubicBezTo>
                    <a:pt x="7787" y="2003"/>
                    <a:pt x="7263" y="2896"/>
                    <a:pt x="6906" y="3587"/>
                  </a:cubicBezTo>
                  <a:cubicBezTo>
                    <a:pt x="6858" y="3658"/>
                    <a:pt x="6894" y="3754"/>
                    <a:pt x="6989" y="3801"/>
                  </a:cubicBezTo>
                  <a:cubicBezTo>
                    <a:pt x="7013" y="3825"/>
                    <a:pt x="7025" y="3825"/>
                    <a:pt x="7061" y="3825"/>
                  </a:cubicBezTo>
                  <a:cubicBezTo>
                    <a:pt x="7120" y="3825"/>
                    <a:pt x="7180" y="3789"/>
                    <a:pt x="7204" y="3730"/>
                  </a:cubicBezTo>
                  <a:cubicBezTo>
                    <a:pt x="7644" y="2896"/>
                    <a:pt x="8347" y="1706"/>
                    <a:pt x="9311" y="587"/>
                  </a:cubicBezTo>
                  <a:close/>
                  <a:moveTo>
                    <a:pt x="4810" y="8945"/>
                  </a:moveTo>
                  <a:cubicBezTo>
                    <a:pt x="5156" y="8945"/>
                    <a:pt x="5441" y="9135"/>
                    <a:pt x="5441" y="9361"/>
                  </a:cubicBezTo>
                  <a:cubicBezTo>
                    <a:pt x="5441" y="9540"/>
                    <a:pt x="5227" y="9671"/>
                    <a:pt x="4965" y="9790"/>
                  </a:cubicBezTo>
                  <a:lnTo>
                    <a:pt x="4941" y="9790"/>
                  </a:lnTo>
                  <a:cubicBezTo>
                    <a:pt x="4897" y="9821"/>
                    <a:pt x="4847" y="9836"/>
                    <a:pt x="4796" y="9836"/>
                  </a:cubicBezTo>
                  <a:cubicBezTo>
                    <a:pt x="4752" y="9836"/>
                    <a:pt x="4707" y="9824"/>
                    <a:pt x="4668" y="9802"/>
                  </a:cubicBezTo>
                  <a:cubicBezTo>
                    <a:pt x="4394" y="9671"/>
                    <a:pt x="4191" y="9552"/>
                    <a:pt x="4191" y="9361"/>
                  </a:cubicBezTo>
                  <a:cubicBezTo>
                    <a:pt x="4191" y="9135"/>
                    <a:pt x="4465" y="8945"/>
                    <a:pt x="4810" y="8945"/>
                  </a:cubicBezTo>
                  <a:close/>
                  <a:moveTo>
                    <a:pt x="4775" y="4480"/>
                  </a:moveTo>
                  <a:cubicBezTo>
                    <a:pt x="6227" y="4480"/>
                    <a:pt x="7382" y="5420"/>
                    <a:pt x="7382" y="6599"/>
                  </a:cubicBezTo>
                  <a:lnTo>
                    <a:pt x="7382" y="6659"/>
                  </a:lnTo>
                  <a:cubicBezTo>
                    <a:pt x="7406" y="7040"/>
                    <a:pt x="7501" y="7421"/>
                    <a:pt x="7716" y="7790"/>
                  </a:cubicBezTo>
                  <a:cubicBezTo>
                    <a:pt x="7858" y="8052"/>
                    <a:pt x="7918" y="8302"/>
                    <a:pt x="7918" y="8564"/>
                  </a:cubicBezTo>
                  <a:cubicBezTo>
                    <a:pt x="7918" y="9516"/>
                    <a:pt x="7013" y="10326"/>
                    <a:pt x="5751" y="10600"/>
                  </a:cubicBezTo>
                  <a:cubicBezTo>
                    <a:pt x="5918" y="10528"/>
                    <a:pt x="6049" y="10409"/>
                    <a:pt x="6132" y="10266"/>
                  </a:cubicBezTo>
                  <a:cubicBezTo>
                    <a:pt x="6180" y="10183"/>
                    <a:pt x="6168" y="10088"/>
                    <a:pt x="6096" y="10040"/>
                  </a:cubicBezTo>
                  <a:cubicBezTo>
                    <a:pt x="6064" y="10022"/>
                    <a:pt x="6030" y="10012"/>
                    <a:pt x="5998" y="10012"/>
                  </a:cubicBezTo>
                  <a:cubicBezTo>
                    <a:pt x="5947" y="10012"/>
                    <a:pt x="5899" y="10036"/>
                    <a:pt x="5870" y="10088"/>
                  </a:cubicBezTo>
                  <a:cubicBezTo>
                    <a:pt x="5763" y="10254"/>
                    <a:pt x="5572" y="10350"/>
                    <a:pt x="5370" y="10350"/>
                  </a:cubicBezTo>
                  <a:cubicBezTo>
                    <a:pt x="5227" y="10350"/>
                    <a:pt x="5072" y="10290"/>
                    <a:pt x="4953" y="10171"/>
                  </a:cubicBezTo>
                  <a:lnTo>
                    <a:pt x="4929" y="10147"/>
                  </a:lnTo>
                  <a:cubicBezTo>
                    <a:pt x="4977" y="10135"/>
                    <a:pt x="5037" y="10111"/>
                    <a:pt x="5072" y="10088"/>
                  </a:cubicBezTo>
                  <a:lnTo>
                    <a:pt x="5096" y="10088"/>
                  </a:lnTo>
                  <a:cubicBezTo>
                    <a:pt x="5346" y="9957"/>
                    <a:pt x="5751" y="9754"/>
                    <a:pt x="5751" y="9361"/>
                  </a:cubicBezTo>
                  <a:cubicBezTo>
                    <a:pt x="5751" y="8957"/>
                    <a:pt x="5310" y="8623"/>
                    <a:pt x="4798" y="8623"/>
                  </a:cubicBezTo>
                  <a:cubicBezTo>
                    <a:pt x="4275" y="8623"/>
                    <a:pt x="3846" y="8957"/>
                    <a:pt x="3846" y="9361"/>
                  </a:cubicBezTo>
                  <a:cubicBezTo>
                    <a:pt x="3846" y="9754"/>
                    <a:pt x="4227" y="9957"/>
                    <a:pt x="4501" y="10088"/>
                  </a:cubicBezTo>
                  <a:lnTo>
                    <a:pt x="4513" y="10088"/>
                  </a:lnTo>
                  <a:cubicBezTo>
                    <a:pt x="4560" y="10111"/>
                    <a:pt x="4620" y="10135"/>
                    <a:pt x="4656" y="10147"/>
                  </a:cubicBezTo>
                  <a:lnTo>
                    <a:pt x="4632" y="10171"/>
                  </a:lnTo>
                  <a:cubicBezTo>
                    <a:pt x="4513" y="10290"/>
                    <a:pt x="4382" y="10350"/>
                    <a:pt x="4215" y="10350"/>
                  </a:cubicBezTo>
                  <a:cubicBezTo>
                    <a:pt x="4025" y="10350"/>
                    <a:pt x="3846" y="10254"/>
                    <a:pt x="3727" y="10088"/>
                  </a:cubicBezTo>
                  <a:cubicBezTo>
                    <a:pt x="3698" y="10036"/>
                    <a:pt x="3646" y="10012"/>
                    <a:pt x="3594" y="10012"/>
                  </a:cubicBezTo>
                  <a:cubicBezTo>
                    <a:pt x="3561" y="10012"/>
                    <a:pt x="3528" y="10022"/>
                    <a:pt x="3501" y="10040"/>
                  </a:cubicBezTo>
                  <a:cubicBezTo>
                    <a:pt x="3429" y="10088"/>
                    <a:pt x="3405" y="10183"/>
                    <a:pt x="3453" y="10266"/>
                  </a:cubicBezTo>
                  <a:cubicBezTo>
                    <a:pt x="3560" y="10409"/>
                    <a:pt x="3691" y="10528"/>
                    <a:pt x="3846" y="10600"/>
                  </a:cubicBezTo>
                  <a:cubicBezTo>
                    <a:pt x="2596" y="10326"/>
                    <a:pt x="1667" y="9516"/>
                    <a:pt x="1667" y="8564"/>
                  </a:cubicBezTo>
                  <a:cubicBezTo>
                    <a:pt x="1667" y="8302"/>
                    <a:pt x="1739" y="8052"/>
                    <a:pt x="1881" y="7790"/>
                  </a:cubicBezTo>
                  <a:cubicBezTo>
                    <a:pt x="2096" y="7421"/>
                    <a:pt x="2191" y="7028"/>
                    <a:pt x="2179" y="6659"/>
                  </a:cubicBezTo>
                  <a:lnTo>
                    <a:pt x="2179" y="6599"/>
                  </a:lnTo>
                  <a:cubicBezTo>
                    <a:pt x="2179" y="5432"/>
                    <a:pt x="3334" y="4480"/>
                    <a:pt x="4775" y="4480"/>
                  </a:cubicBezTo>
                  <a:close/>
                  <a:moveTo>
                    <a:pt x="4810" y="10445"/>
                  </a:moveTo>
                  <a:cubicBezTo>
                    <a:pt x="4941" y="10564"/>
                    <a:pt x="5120" y="10635"/>
                    <a:pt x="5299" y="10671"/>
                  </a:cubicBezTo>
                  <a:cubicBezTo>
                    <a:pt x="5144" y="10683"/>
                    <a:pt x="4977" y="10695"/>
                    <a:pt x="4810" y="10695"/>
                  </a:cubicBezTo>
                  <a:cubicBezTo>
                    <a:pt x="4644" y="10695"/>
                    <a:pt x="4489" y="10683"/>
                    <a:pt x="4322" y="10671"/>
                  </a:cubicBezTo>
                  <a:cubicBezTo>
                    <a:pt x="4501" y="10647"/>
                    <a:pt x="4679" y="10576"/>
                    <a:pt x="4810" y="10445"/>
                  </a:cubicBezTo>
                  <a:close/>
                  <a:moveTo>
                    <a:pt x="165" y="0"/>
                  </a:moveTo>
                  <a:cubicBezTo>
                    <a:pt x="140" y="0"/>
                    <a:pt x="113" y="9"/>
                    <a:pt x="84" y="27"/>
                  </a:cubicBezTo>
                  <a:cubicBezTo>
                    <a:pt x="36" y="51"/>
                    <a:pt x="0" y="110"/>
                    <a:pt x="0" y="158"/>
                  </a:cubicBezTo>
                  <a:cubicBezTo>
                    <a:pt x="0" y="206"/>
                    <a:pt x="0" y="1146"/>
                    <a:pt x="274" y="2301"/>
                  </a:cubicBezTo>
                  <a:cubicBezTo>
                    <a:pt x="441" y="2992"/>
                    <a:pt x="643" y="3611"/>
                    <a:pt x="917" y="4158"/>
                  </a:cubicBezTo>
                  <a:cubicBezTo>
                    <a:pt x="1227" y="4801"/>
                    <a:pt x="1631" y="5337"/>
                    <a:pt x="2084" y="5742"/>
                  </a:cubicBezTo>
                  <a:cubicBezTo>
                    <a:pt x="1965" y="6004"/>
                    <a:pt x="1905" y="6290"/>
                    <a:pt x="1905" y="6599"/>
                  </a:cubicBezTo>
                  <a:lnTo>
                    <a:pt x="1905" y="6683"/>
                  </a:lnTo>
                  <a:cubicBezTo>
                    <a:pt x="1929" y="6992"/>
                    <a:pt x="1834" y="7314"/>
                    <a:pt x="1643" y="7647"/>
                  </a:cubicBezTo>
                  <a:cubicBezTo>
                    <a:pt x="1477" y="7945"/>
                    <a:pt x="1393" y="8254"/>
                    <a:pt x="1393" y="8588"/>
                  </a:cubicBezTo>
                  <a:cubicBezTo>
                    <a:pt x="1393" y="9254"/>
                    <a:pt x="1762" y="9873"/>
                    <a:pt x="2417" y="10338"/>
                  </a:cubicBezTo>
                  <a:cubicBezTo>
                    <a:pt x="3060" y="10790"/>
                    <a:pt x="3917" y="11040"/>
                    <a:pt x="4822" y="11040"/>
                  </a:cubicBezTo>
                  <a:cubicBezTo>
                    <a:pt x="5739" y="11040"/>
                    <a:pt x="6596" y="10790"/>
                    <a:pt x="7239" y="10338"/>
                  </a:cubicBezTo>
                  <a:cubicBezTo>
                    <a:pt x="7906" y="9873"/>
                    <a:pt x="8263" y="9254"/>
                    <a:pt x="8263" y="8588"/>
                  </a:cubicBezTo>
                  <a:cubicBezTo>
                    <a:pt x="8263" y="8254"/>
                    <a:pt x="8180" y="7945"/>
                    <a:pt x="8013" y="7647"/>
                  </a:cubicBezTo>
                  <a:cubicBezTo>
                    <a:pt x="7835" y="7314"/>
                    <a:pt x="7739" y="7004"/>
                    <a:pt x="7739" y="6683"/>
                  </a:cubicBezTo>
                  <a:lnTo>
                    <a:pt x="7739" y="6599"/>
                  </a:lnTo>
                  <a:cubicBezTo>
                    <a:pt x="7739" y="6302"/>
                    <a:pt x="7680" y="6004"/>
                    <a:pt x="7561" y="5742"/>
                  </a:cubicBezTo>
                  <a:cubicBezTo>
                    <a:pt x="8025" y="5325"/>
                    <a:pt x="8430" y="4789"/>
                    <a:pt x="8751" y="4135"/>
                  </a:cubicBezTo>
                  <a:cubicBezTo>
                    <a:pt x="9025" y="3599"/>
                    <a:pt x="9228" y="2968"/>
                    <a:pt x="9382" y="2289"/>
                  </a:cubicBezTo>
                  <a:cubicBezTo>
                    <a:pt x="9644" y="1122"/>
                    <a:pt x="9644" y="206"/>
                    <a:pt x="9644" y="158"/>
                  </a:cubicBezTo>
                  <a:cubicBezTo>
                    <a:pt x="9632" y="98"/>
                    <a:pt x="9609" y="51"/>
                    <a:pt x="9549" y="27"/>
                  </a:cubicBezTo>
                  <a:cubicBezTo>
                    <a:pt x="9525" y="9"/>
                    <a:pt x="9498" y="0"/>
                    <a:pt x="9470" y="0"/>
                  </a:cubicBezTo>
                  <a:cubicBezTo>
                    <a:pt x="9442" y="0"/>
                    <a:pt x="9412" y="9"/>
                    <a:pt x="9382" y="27"/>
                  </a:cubicBezTo>
                  <a:cubicBezTo>
                    <a:pt x="9347" y="39"/>
                    <a:pt x="8787" y="372"/>
                    <a:pt x="8037" y="1063"/>
                  </a:cubicBezTo>
                  <a:cubicBezTo>
                    <a:pt x="7358" y="1694"/>
                    <a:pt x="6406" y="2765"/>
                    <a:pt x="5680" y="4254"/>
                  </a:cubicBezTo>
                  <a:cubicBezTo>
                    <a:pt x="5406" y="4182"/>
                    <a:pt x="5108" y="4146"/>
                    <a:pt x="4810" y="4146"/>
                  </a:cubicBezTo>
                  <a:cubicBezTo>
                    <a:pt x="4513" y="4146"/>
                    <a:pt x="4215" y="4194"/>
                    <a:pt x="3953" y="4254"/>
                  </a:cubicBezTo>
                  <a:cubicBezTo>
                    <a:pt x="3215" y="2765"/>
                    <a:pt x="2262" y="1706"/>
                    <a:pt x="1596" y="1063"/>
                  </a:cubicBezTo>
                  <a:cubicBezTo>
                    <a:pt x="834" y="372"/>
                    <a:pt x="274" y="27"/>
                    <a:pt x="238" y="27"/>
                  </a:cubicBezTo>
                  <a:cubicBezTo>
                    <a:pt x="215" y="9"/>
                    <a:pt x="191"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67"/>
            <p:cNvSpPr/>
            <p:nvPr/>
          </p:nvSpPr>
          <p:spPr>
            <a:xfrm>
              <a:off x="960557" y="2185682"/>
              <a:ext cx="43840" cy="49568"/>
            </a:xfrm>
            <a:custGeom>
              <a:avLst/>
              <a:gdLst/>
              <a:ahLst/>
              <a:cxnLst/>
              <a:rect l="l" t="t" r="r" b="b"/>
              <a:pathLst>
                <a:path w="1370" h="1549" extrusionOk="0">
                  <a:moveTo>
                    <a:pt x="691" y="1"/>
                  </a:moveTo>
                  <a:cubicBezTo>
                    <a:pt x="322" y="1"/>
                    <a:pt x="0" y="298"/>
                    <a:pt x="0" y="691"/>
                  </a:cubicBezTo>
                  <a:lnTo>
                    <a:pt x="0" y="870"/>
                  </a:lnTo>
                  <a:cubicBezTo>
                    <a:pt x="0" y="1239"/>
                    <a:pt x="298" y="1549"/>
                    <a:pt x="691" y="1549"/>
                  </a:cubicBezTo>
                  <a:cubicBezTo>
                    <a:pt x="1060" y="1549"/>
                    <a:pt x="1369" y="1251"/>
                    <a:pt x="1369" y="870"/>
                  </a:cubicBezTo>
                  <a:lnTo>
                    <a:pt x="1369" y="691"/>
                  </a:lnTo>
                  <a:cubicBezTo>
                    <a:pt x="1369" y="596"/>
                    <a:pt x="1298" y="525"/>
                    <a:pt x="1215" y="525"/>
                  </a:cubicBezTo>
                  <a:cubicBezTo>
                    <a:pt x="1119" y="525"/>
                    <a:pt x="1048" y="596"/>
                    <a:pt x="1048" y="691"/>
                  </a:cubicBezTo>
                  <a:lnTo>
                    <a:pt x="1048" y="870"/>
                  </a:lnTo>
                  <a:cubicBezTo>
                    <a:pt x="1048" y="1060"/>
                    <a:pt x="881" y="1227"/>
                    <a:pt x="691" y="1227"/>
                  </a:cubicBezTo>
                  <a:cubicBezTo>
                    <a:pt x="500" y="1227"/>
                    <a:pt x="333" y="1060"/>
                    <a:pt x="333" y="870"/>
                  </a:cubicBezTo>
                  <a:lnTo>
                    <a:pt x="333" y="691"/>
                  </a:lnTo>
                  <a:cubicBezTo>
                    <a:pt x="333" y="501"/>
                    <a:pt x="500" y="334"/>
                    <a:pt x="691" y="334"/>
                  </a:cubicBezTo>
                  <a:cubicBezTo>
                    <a:pt x="774" y="334"/>
                    <a:pt x="857" y="263"/>
                    <a:pt x="857" y="168"/>
                  </a:cubicBezTo>
                  <a:cubicBezTo>
                    <a:pt x="857" y="84"/>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67"/>
            <p:cNvSpPr/>
            <p:nvPr/>
          </p:nvSpPr>
          <p:spPr>
            <a:xfrm>
              <a:off x="1060365" y="2185682"/>
              <a:ext cx="43840" cy="49568"/>
            </a:xfrm>
            <a:custGeom>
              <a:avLst/>
              <a:gdLst/>
              <a:ahLst/>
              <a:cxnLst/>
              <a:rect l="l" t="t" r="r" b="b"/>
              <a:pathLst>
                <a:path w="1370" h="1549" extrusionOk="0">
                  <a:moveTo>
                    <a:pt x="679" y="1"/>
                  </a:moveTo>
                  <a:cubicBezTo>
                    <a:pt x="310" y="1"/>
                    <a:pt x="1" y="298"/>
                    <a:pt x="1" y="691"/>
                  </a:cubicBezTo>
                  <a:lnTo>
                    <a:pt x="1" y="870"/>
                  </a:lnTo>
                  <a:cubicBezTo>
                    <a:pt x="1" y="1239"/>
                    <a:pt x="298" y="1549"/>
                    <a:pt x="679" y="1549"/>
                  </a:cubicBezTo>
                  <a:cubicBezTo>
                    <a:pt x="1048" y="1549"/>
                    <a:pt x="1370" y="1251"/>
                    <a:pt x="1370" y="870"/>
                  </a:cubicBezTo>
                  <a:lnTo>
                    <a:pt x="1370" y="691"/>
                  </a:lnTo>
                  <a:cubicBezTo>
                    <a:pt x="1370" y="596"/>
                    <a:pt x="1286" y="525"/>
                    <a:pt x="1203" y="525"/>
                  </a:cubicBezTo>
                  <a:cubicBezTo>
                    <a:pt x="1108" y="525"/>
                    <a:pt x="1036" y="596"/>
                    <a:pt x="1036" y="691"/>
                  </a:cubicBezTo>
                  <a:lnTo>
                    <a:pt x="1036" y="870"/>
                  </a:lnTo>
                  <a:cubicBezTo>
                    <a:pt x="1036" y="1060"/>
                    <a:pt x="870" y="1227"/>
                    <a:pt x="679" y="1227"/>
                  </a:cubicBezTo>
                  <a:cubicBezTo>
                    <a:pt x="489" y="1227"/>
                    <a:pt x="322" y="1060"/>
                    <a:pt x="322" y="870"/>
                  </a:cubicBezTo>
                  <a:lnTo>
                    <a:pt x="322" y="691"/>
                  </a:lnTo>
                  <a:cubicBezTo>
                    <a:pt x="322" y="501"/>
                    <a:pt x="489" y="334"/>
                    <a:pt x="679" y="334"/>
                  </a:cubicBezTo>
                  <a:cubicBezTo>
                    <a:pt x="774" y="334"/>
                    <a:pt x="846" y="263"/>
                    <a:pt x="846" y="168"/>
                  </a:cubicBezTo>
                  <a:cubicBezTo>
                    <a:pt x="846" y="84"/>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7" name="Google Shape;12567;p67"/>
          <p:cNvGrpSpPr/>
          <p:nvPr/>
        </p:nvGrpSpPr>
        <p:grpSpPr>
          <a:xfrm>
            <a:off x="6896141" y="2040922"/>
            <a:ext cx="348256" cy="352448"/>
            <a:chOff x="6896141" y="1964722"/>
            <a:chExt cx="348256" cy="352448"/>
          </a:xfrm>
        </p:grpSpPr>
        <p:sp>
          <p:nvSpPr>
            <p:cNvPr id="12568" name="Google Shape;12568;p67"/>
            <p:cNvSpPr/>
            <p:nvPr/>
          </p:nvSpPr>
          <p:spPr>
            <a:xfrm>
              <a:off x="6896141" y="1964722"/>
              <a:ext cx="348256" cy="352448"/>
            </a:xfrm>
            <a:custGeom>
              <a:avLst/>
              <a:gdLst/>
              <a:ahLst/>
              <a:cxnLst/>
              <a:rect l="l" t="t" r="r" b="b"/>
              <a:pathLst>
                <a:path w="10883" h="11014" extrusionOk="0">
                  <a:moveTo>
                    <a:pt x="1406" y="1417"/>
                  </a:moveTo>
                  <a:cubicBezTo>
                    <a:pt x="1406" y="1596"/>
                    <a:pt x="1441" y="1762"/>
                    <a:pt x="1525" y="1905"/>
                  </a:cubicBezTo>
                  <a:lnTo>
                    <a:pt x="465" y="1905"/>
                  </a:lnTo>
                  <a:cubicBezTo>
                    <a:pt x="393" y="1905"/>
                    <a:pt x="334" y="1846"/>
                    <a:pt x="334" y="1774"/>
                  </a:cubicBezTo>
                  <a:cubicBezTo>
                    <a:pt x="334" y="1715"/>
                    <a:pt x="370" y="1667"/>
                    <a:pt x="429" y="1655"/>
                  </a:cubicBezTo>
                  <a:lnTo>
                    <a:pt x="1406" y="1417"/>
                  </a:lnTo>
                  <a:close/>
                  <a:moveTo>
                    <a:pt x="2751" y="334"/>
                  </a:moveTo>
                  <a:cubicBezTo>
                    <a:pt x="3334" y="334"/>
                    <a:pt x="3799" y="810"/>
                    <a:pt x="3799" y="1369"/>
                  </a:cubicBezTo>
                  <a:lnTo>
                    <a:pt x="3799" y="3453"/>
                  </a:lnTo>
                  <a:cubicBezTo>
                    <a:pt x="3287" y="3429"/>
                    <a:pt x="2953" y="3274"/>
                    <a:pt x="2799" y="3203"/>
                  </a:cubicBezTo>
                  <a:cubicBezTo>
                    <a:pt x="2870" y="2965"/>
                    <a:pt x="2918" y="2715"/>
                    <a:pt x="2918" y="2417"/>
                  </a:cubicBezTo>
                  <a:cubicBezTo>
                    <a:pt x="2918" y="2322"/>
                    <a:pt x="2846" y="2250"/>
                    <a:pt x="2751" y="2250"/>
                  </a:cubicBezTo>
                  <a:lnTo>
                    <a:pt x="2596" y="2250"/>
                  </a:lnTo>
                  <a:cubicBezTo>
                    <a:pt x="2120" y="2250"/>
                    <a:pt x="1715" y="1869"/>
                    <a:pt x="1715" y="1369"/>
                  </a:cubicBezTo>
                  <a:cubicBezTo>
                    <a:pt x="1715" y="798"/>
                    <a:pt x="2191" y="334"/>
                    <a:pt x="2751" y="334"/>
                  </a:cubicBezTo>
                  <a:close/>
                  <a:moveTo>
                    <a:pt x="2691" y="3501"/>
                  </a:moveTo>
                  <a:cubicBezTo>
                    <a:pt x="2882" y="3608"/>
                    <a:pt x="3275" y="3751"/>
                    <a:pt x="3811" y="3774"/>
                  </a:cubicBezTo>
                  <a:lnTo>
                    <a:pt x="3811" y="4310"/>
                  </a:lnTo>
                  <a:cubicBezTo>
                    <a:pt x="3811" y="4394"/>
                    <a:pt x="3870" y="4453"/>
                    <a:pt x="3965" y="4465"/>
                  </a:cubicBezTo>
                  <a:cubicBezTo>
                    <a:pt x="5156" y="4548"/>
                    <a:pt x="6251" y="4822"/>
                    <a:pt x="7204" y="5287"/>
                  </a:cubicBezTo>
                  <a:cubicBezTo>
                    <a:pt x="7966" y="5656"/>
                    <a:pt x="8645" y="6168"/>
                    <a:pt x="9216" y="6775"/>
                  </a:cubicBezTo>
                  <a:cubicBezTo>
                    <a:pt x="9930" y="7537"/>
                    <a:pt x="10299" y="8275"/>
                    <a:pt x="10466" y="8620"/>
                  </a:cubicBezTo>
                  <a:cubicBezTo>
                    <a:pt x="6025" y="8608"/>
                    <a:pt x="4203" y="7584"/>
                    <a:pt x="3453" y="6727"/>
                  </a:cubicBezTo>
                  <a:cubicBezTo>
                    <a:pt x="3156" y="6394"/>
                    <a:pt x="3025" y="6060"/>
                    <a:pt x="2965" y="5834"/>
                  </a:cubicBezTo>
                  <a:lnTo>
                    <a:pt x="2965" y="5834"/>
                  </a:lnTo>
                  <a:cubicBezTo>
                    <a:pt x="4061" y="6989"/>
                    <a:pt x="5549" y="7251"/>
                    <a:pt x="6716" y="7251"/>
                  </a:cubicBezTo>
                  <a:cubicBezTo>
                    <a:pt x="7037" y="7251"/>
                    <a:pt x="7359" y="7239"/>
                    <a:pt x="7609" y="7203"/>
                  </a:cubicBezTo>
                  <a:cubicBezTo>
                    <a:pt x="7692" y="7192"/>
                    <a:pt x="7752" y="7120"/>
                    <a:pt x="7752" y="7025"/>
                  </a:cubicBezTo>
                  <a:cubicBezTo>
                    <a:pt x="7752" y="6942"/>
                    <a:pt x="7668" y="6882"/>
                    <a:pt x="7573" y="6882"/>
                  </a:cubicBezTo>
                  <a:cubicBezTo>
                    <a:pt x="7327" y="6909"/>
                    <a:pt x="7039" y="6929"/>
                    <a:pt x="6725" y="6929"/>
                  </a:cubicBezTo>
                  <a:cubicBezTo>
                    <a:pt x="5519" y="6929"/>
                    <a:pt x="3933" y="6628"/>
                    <a:pt x="2894" y="5239"/>
                  </a:cubicBezTo>
                  <a:cubicBezTo>
                    <a:pt x="2858" y="5215"/>
                    <a:pt x="2834" y="5179"/>
                    <a:pt x="2787" y="5179"/>
                  </a:cubicBezTo>
                  <a:cubicBezTo>
                    <a:pt x="2779" y="5178"/>
                    <a:pt x="2771" y="5178"/>
                    <a:pt x="2763" y="5178"/>
                  </a:cubicBezTo>
                  <a:cubicBezTo>
                    <a:pt x="2680" y="5178"/>
                    <a:pt x="2619" y="5235"/>
                    <a:pt x="2608" y="5322"/>
                  </a:cubicBezTo>
                  <a:cubicBezTo>
                    <a:pt x="2608" y="5346"/>
                    <a:pt x="2501" y="6108"/>
                    <a:pt x="3203" y="6930"/>
                  </a:cubicBezTo>
                  <a:cubicBezTo>
                    <a:pt x="3703" y="7501"/>
                    <a:pt x="4477" y="7977"/>
                    <a:pt x="5525" y="8311"/>
                  </a:cubicBezTo>
                  <a:cubicBezTo>
                    <a:pt x="6716" y="8692"/>
                    <a:pt x="8228" y="8906"/>
                    <a:pt x="10049" y="8954"/>
                  </a:cubicBezTo>
                  <a:cubicBezTo>
                    <a:pt x="10097" y="9097"/>
                    <a:pt x="10133" y="9228"/>
                    <a:pt x="10157" y="9323"/>
                  </a:cubicBezTo>
                  <a:lnTo>
                    <a:pt x="7418" y="9323"/>
                  </a:lnTo>
                  <a:cubicBezTo>
                    <a:pt x="5299" y="9323"/>
                    <a:pt x="3703" y="8918"/>
                    <a:pt x="2679" y="8144"/>
                  </a:cubicBezTo>
                  <a:cubicBezTo>
                    <a:pt x="1679" y="7382"/>
                    <a:pt x="1536" y="6489"/>
                    <a:pt x="1536" y="6037"/>
                  </a:cubicBezTo>
                  <a:cubicBezTo>
                    <a:pt x="1536" y="5406"/>
                    <a:pt x="1846" y="4929"/>
                    <a:pt x="2179" y="4429"/>
                  </a:cubicBezTo>
                  <a:cubicBezTo>
                    <a:pt x="2370" y="4132"/>
                    <a:pt x="2549" y="3846"/>
                    <a:pt x="2691" y="3501"/>
                  </a:cubicBezTo>
                  <a:close/>
                  <a:moveTo>
                    <a:pt x="4989" y="9442"/>
                  </a:moveTo>
                  <a:cubicBezTo>
                    <a:pt x="5108" y="9466"/>
                    <a:pt x="5227" y="9489"/>
                    <a:pt x="5358" y="9501"/>
                  </a:cubicBezTo>
                  <a:lnTo>
                    <a:pt x="5358" y="10704"/>
                  </a:lnTo>
                  <a:lnTo>
                    <a:pt x="4989" y="10704"/>
                  </a:lnTo>
                  <a:lnTo>
                    <a:pt x="4989" y="9442"/>
                  </a:lnTo>
                  <a:close/>
                  <a:moveTo>
                    <a:pt x="2751" y="0"/>
                  </a:moveTo>
                  <a:cubicBezTo>
                    <a:pt x="2096" y="0"/>
                    <a:pt x="1560" y="465"/>
                    <a:pt x="1417" y="1060"/>
                  </a:cubicBezTo>
                  <a:lnTo>
                    <a:pt x="346" y="1334"/>
                  </a:lnTo>
                  <a:cubicBezTo>
                    <a:pt x="132" y="1369"/>
                    <a:pt x="1" y="1572"/>
                    <a:pt x="1" y="1762"/>
                  </a:cubicBezTo>
                  <a:cubicBezTo>
                    <a:pt x="1" y="2012"/>
                    <a:pt x="215" y="2203"/>
                    <a:pt x="453" y="2203"/>
                  </a:cubicBezTo>
                  <a:lnTo>
                    <a:pt x="1727" y="2203"/>
                  </a:lnTo>
                  <a:cubicBezTo>
                    <a:pt x="1953" y="2417"/>
                    <a:pt x="2239" y="2548"/>
                    <a:pt x="2560" y="2548"/>
                  </a:cubicBezTo>
                  <a:cubicBezTo>
                    <a:pt x="2513" y="3215"/>
                    <a:pt x="2191" y="3727"/>
                    <a:pt x="1882" y="4227"/>
                  </a:cubicBezTo>
                  <a:cubicBezTo>
                    <a:pt x="1536" y="4751"/>
                    <a:pt x="1191" y="5298"/>
                    <a:pt x="1191" y="6013"/>
                  </a:cubicBezTo>
                  <a:cubicBezTo>
                    <a:pt x="1191" y="6418"/>
                    <a:pt x="1298" y="6834"/>
                    <a:pt x="1477" y="7203"/>
                  </a:cubicBezTo>
                  <a:cubicBezTo>
                    <a:pt x="1703" y="7656"/>
                    <a:pt x="2025" y="8061"/>
                    <a:pt x="2477" y="8382"/>
                  </a:cubicBezTo>
                  <a:cubicBezTo>
                    <a:pt x="3037" y="8811"/>
                    <a:pt x="3763" y="9144"/>
                    <a:pt x="4644" y="9347"/>
                  </a:cubicBezTo>
                  <a:lnTo>
                    <a:pt x="4644" y="10692"/>
                  </a:lnTo>
                  <a:lnTo>
                    <a:pt x="3608" y="10692"/>
                  </a:lnTo>
                  <a:cubicBezTo>
                    <a:pt x="3513" y="10692"/>
                    <a:pt x="3441" y="10763"/>
                    <a:pt x="3441" y="10859"/>
                  </a:cubicBezTo>
                  <a:cubicBezTo>
                    <a:pt x="3441" y="10942"/>
                    <a:pt x="3513" y="11013"/>
                    <a:pt x="3608" y="11013"/>
                  </a:cubicBezTo>
                  <a:lnTo>
                    <a:pt x="5847" y="11013"/>
                  </a:lnTo>
                  <a:cubicBezTo>
                    <a:pt x="5942" y="11013"/>
                    <a:pt x="6013" y="10942"/>
                    <a:pt x="6013" y="10859"/>
                  </a:cubicBezTo>
                  <a:cubicBezTo>
                    <a:pt x="6013" y="10763"/>
                    <a:pt x="5942" y="10692"/>
                    <a:pt x="5847" y="10692"/>
                  </a:cubicBezTo>
                  <a:lnTo>
                    <a:pt x="5668" y="10692"/>
                  </a:lnTo>
                  <a:lnTo>
                    <a:pt x="5668" y="9525"/>
                  </a:lnTo>
                  <a:cubicBezTo>
                    <a:pt x="6204" y="9609"/>
                    <a:pt x="6787" y="9632"/>
                    <a:pt x="7418" y="9632"/>
                  </a:cubicBezTo>
                  <a:lnTo>
                    <a:pt x="10347" y="9632"/>
                  </a:lnTo>
                  <a:cubicBezTo>
                    <a:pt x="10395" y="9632"/>
                    <a:pt x="10430" y="9620"/>
                    <a:pt x="10466" y="9573"/>
                  </a:cubicBezTo>
                  <a:cubicBezTo>
                    <a:pt x="10490" y="9549"/>
                    <a:pt x="10514" y="9501"/>
                    <a:pt x="10514" y="9442"/>
                  </a:cubicBezTo>
                  <a:cubicBezTo>
                    <a:pt x="10514" y="9430"/>
                    <a:pt x="10478" y="9251"/>
                    <a:pt x="10395" y="8930"/>
                  </a:cubicBezTo>
                  <a:lnTo>
                    <a:pt x="10704" y="8930"/>
                  </a:lnTo>
                  <a:cubicBezTo>
                    <a:pt x="10740" y="8930"/>
                    <a:pt x="10811" y="8906"/>
                    <a:pt x="10835" y="8858"/>
                  </a:cubicBezTo>
                  <a:cubicBezTo>
                    <a:pt x="10871" y="8847"/>
                    <a:pt x="10883" y="8799"/>
                    <a:pt x="10847" y="8739"/>
                  </a:cubicBezTo>
                  <a:cubicBezTo>
                    <a:pt x="10835" y="8692"/>
                    <a:pt x="10478" y="7656"/>
                    <a:pt x="9454" y="6572"/>
                  </a:cubicBezTo>
                  <a:cubicBezTo>
                    <a:pt x="8859" y="5930"/>
                    <a:pt x="8144" y="5406"/>
                    <a:pt x="7335" y="5001"/>
                  </a:cubicBezTo>
                  <a:cubicBezTo>
                    <a:pt x="6382" y="4525"/>
                    <a:pt x="5299" y="4239"/>
                    <a:pt x="4120" y="4155"/>
                  </a:cubicBezTo>
                  <a:lnTo>
                    <a:pt x="4120" y="1369"/>
                  </a:lnTo>
                  <a:cubicBezTo>
                    <a:pt x="4120" y="619"/>
                    <a:pt x="3513"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67"/>
            <p:cNvSpPr/>
            <p:nvPr/>
          </p:nvSpPr>
          <p:spPr>
            <a:xfrm>
              <a:off x="7155597" y="2179538"/>
              <a:ext cx="18336" cy="11904"/>
            </a:xfrm>
            <a:custGeom>
              <a:avLst/>
              <a:gdLst/>
              <a:ahLst/>
              <a:cxnLst/>
              <a:rect l="l" t="t" r="r" b="b"/>
              <a:pathLst>
                <a:path w="573" h="372" extrusionOk="0">
                  <a:moveTo>
                    <a:pt x="389" y="0"/>
                  </a:moveTo>
                  <a:cubicBezTo>
                    <a:pt x="378" y="0"/>
                    <a:pt x="368" y="1"/>
                    <a:pt x="358" y="2"/>
                  </a:cubicBezTo>
                  <a:cubicBezTo>
                    <a:pt x="358" y="2"/>
                    <a:pt x="286" y="14"/>
                    <a:pt x="156" y="50"/>
                  </a:cubicBezTo>
                  <a:cubicBezTo>
                    <a:pt x="60" y="62"/>
                    <a:pt x="1" y="157"/>
                    <a:pt x="36" y="240"/>
                  </a:cubicBezTo>
                  <a:cubicBezTo>
                    <a:pt x="48" y="312"/>
                    <a:pt x="120" y="371"/>
                    <a:pt x="203" y="371"/>
                  </a:cubicBezTo>
                  <a:lnTo>
                    <a:pt x="227" y="371"/>
                  </a:lnTo>
                  <a:cubicBezTo>
                    <a:pt x="382" y="348"/>
                    <a:pt x="453" y="312"/>
                    <a:pt x="453" y="312"/>
                  </a:cubicBezTo>
                  <a:cubicBezTo>
                    <a:pt x="525" y="300"/>
                    <a:pt x="572" y="217"/>
                    <a:pt x="560" y="121"/>
                  </a:cubicBezTo>
                  <a:cubicBezTo>
                    <a:pt x="529" y="38"/>
                    <a:pt x="461" y="0"/>
                    <a:pt x="3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0" name="Google Shape;12570;p67"/>
            <p:cNvSpPr/>
            <p:nvPr/>
          </p:nvSpPr>
          <p:spPr>
            <a:xfrm>
              <a:off x="6962829" y="1987186"/>
              <a:ext cx="32416" cy="32416"/>
            </a:xfrm>
            <a:custGeom>
              <a:avLst/>
              <a:gdLst/>
              <a:ahLst/>
              <a:cxnLst/>
              <a:rect l="l" t="t" r="r" b="b"/>
              <a:pathLst>
                <a:path w="1013" h="1013" extrusionOk="0">
                  <a:moveTo>
                    <a:pt x="512" y="334"/>
                  </a:moveTo>
                  <a:cubicBezTo>
                    <a:pt x="607" y="334"/>
                    <a:pt x="691" y="417"/>
                    <a:pt x="691" y="513"/>
                  </a:cubicBezTo>
                  <a:cubicBezTo>
                    <a:pt x="691" y="596"/>
                    <a:pt x="607" y="691"/>
                    <a:pt x="512" y="691"/>
                  </a:cubicBezTo>
                  <a:cubicBezTo>
                    <a:pt x="405" y="691"/>
                    <a:pt x="334" y="596"/>
                    <a:pt x="334" y="513"/>
                  </a:cubicBezTo>
                  <a:cubicBezTo>
                    <a:pt x="334" y="417"/>
                    <a:pt x="417" y="334"/>
                    <a:pt x="512" y="334"/>
                  </a:cubicBezTo>
                  <a:close/>
                  <a:moveTo>
                    <a:pt x="512" y="1"/>
                  </a:moveTo>
                  <a:cubicBezTo>
                    <a:pt x="226" y="1"/>
                    <a:pt x="0" y="227"/>
                    <a:pt x="0" y="513"/>
                  </a:cubicBezTo>
                  <a:cubicBezTo>
                    <a:pt x="0" y="786"/>
                    <a:pt x="226" y="1013"/>
                    <a:pt x="512" y="1013"/>
                  </a:cubicBezTo>
                  <a:cubicBezTo>
                    <a:pt x="786" y="1013"/>
                    <a:pt x="1012" y="786"/>
                    <a:pt x="1012" y="513"/>
                  </a:cubicBezTo>
                  <a:cubicBezTo>
                    <a:pt x="1012" y="227"/>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1" name="Google Shape;12571;p67"/>
          <p:cNvGrpSpPr/>
          <p:nvPr/>
        </p:nvGrpSpPr>
        <p:grpSpPr>
          <a:xfrm>
            <a:off x="7989997" y="2091578"/>
            <a:ext cx="355136" cy="303328"/>
            <a:chOff x="7989997" y="2015378"/>
            <a:chExt cx="355136" cy="303328"/>
          </a:xfrm>
        </p:grpSpPr>
        <p:sp>
          <p:nvSpPr>
            <p:cNvPr id="12572" name="Google Shape;12572;p67"/>
            <p:cNvSpPr/>
            <p:nvPr/>
          </p:nvSpPr>
          <p:spPr>
            <a:xfrm>
              <a:off x="8052109" y="2080530"/>
              <a:ext cx="43840" cy="49568"/>
            </a:xfrm>
            <a:custGeom>
              <a:avLst/>
              <a:gdLst/>
              <a:ahLst/>
              <a:cxnLst/>
              <a:rect l="l" t="t" r="r" b="b"/>
              <a:pathLst>
                <a:path w="1370" h="1549" extrusionOk="0">
                  <a:moveTo>
                    <a:pt x="679" y="1"/>
                  </a:moveTo>
                  <a:cubicBezTo>
                    <a:pt x="310" y="1"/>
                    <a:pt x="0" y="298"/>
                    <a:pt x="0" y="691"/>
                  </a:cubicBezTo>
                  <a:lnTo>
                    <a:pt x="0" y="870"/>
                  </a:lnTo>
                  <a:cubicBezTo>
                    <a:pt x="0" y="1239"/>
                    <a:pt x="298" y="1549"/>
                    <a:pt x="679" y="1549"/>
                  </a:cubicBezTo>
                  <a:cubicBezTo>
                    <a:pt x="1072" y="1549"/>
                    <a:pt x="1369" y="1251"/>
                    <a:pt x="1369" y="870"/>
                  </a:cubicBezTo>
                  <a:lnTo>
                    <a:pt x="1369" y="691"/>
                  </a:lnTo>
                  <a:cubicBezTo>
                    <a:pt x="1369" y="596"/>
                    <a:pt x="1298" y="525"/>
                    <a:pt x="1203" y="525"/>
                  </a:cubicBezTo>
                  <a:cubicBezTo>
                    <a:pt x="1119" y="525"/>
                    <a:pt x="1036" y="596"/>
                    <a:pt x="1036" y="691"/>
                  </a:cubicBezTo>
                  <a:lnTo>
                    <a:pt x="1036" y="870"/>
                  </a:lnTo>
                  <a:cubicBezTo>
                    <a:pt x="1036" y="1060"/>
                    <a:pt x="881" y="1227"/>
                    <a:pt x="679" y="1227"/>
                  </a:cubicBezTo>
                  <a:cubicBezTo>
                    <a:pt x="488" y="1227"/>
                    <a:pt x="322" y="1060"/>
                    <a:pt x="322" y="870"/>
                  </a:cubicBezTo>
                  <a:lnTo>
                    <a:pt x="322" y="691"/>
                  </a:lnTo>
                  <a:cubicBezTo>
                    <a:pt x="322" y="489"/>
                    <a:pt x="488" y="334"/>
                    <a:pt x="679" y="334"/>
                  </a:cubicBezTo>
                  <a:cubicBezTo>
                    <a:pt x="774" y="334"/>
                    <a:pt x="845" y="251"/>
                    <a:pt x="845" y="167"/>
                  </a:cubicBezTo>
                  <a:cubicBezTo>
                    <a:pt x="845"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67"/>
            <p:cNvSpPr/>
            <p:nvPr/>
          </p:nvSpPr>
          <p:spPr>
            <a:xfrm>
              <a:off x="7989997" y="2015378"/>
              <a:ext cx="355136" cy="303328"/>
            </a:xfrm>
            <a:custGeom>
              <a:avLst/>
              <a:gdLst/>
              <a:ahLst/>
              <a:cxnLst/>
              <a:rect l="l" t="t" r="r" b="b"/>
              <a:pathLst>
                <a:path w="11098" h="9479" extrusionOk="0">
                  <a:moveTo>
                    <a:pt x="1001" y="3096"/>
                  </a:moveTo>
                  <a:cubicBezTo>
                    <a:pt x="977" y="3180"/>
                    <a:pt x="953" y="3287"/>
                    <a:pt x="941" y="3394"/>
                  </a:cubicBezTo>
                  <a:cubicBezTo>
                    <a:pt x="929" y="3465"/>
                    <a:pt x="929" y="3525"/>
                    <a:pt x="929" y="3596"/>
                  </a:cubicBezTo>
                  <a:lnTo>
                    <a:pt x="536" y="3287"/>
                  </a:lnTo>
                  <a:lnTo>
                    <a:pt x="1001" y="3096"/>
                  </a:lnTo>
                  <a:close/>
                  <a:moveTo>
                    <a:pt x="4430" y="322"/>
                  </a:moveTo>
                  <a:lnTo>
                    <a:pt x="4132" y="703"/>
                  </a:lnTo>
                  <a:cubicBezTo>
                    <a:pt x="4096" y="739"/>
                    <a:pt x="4084" y="798"/>
                    <a:pt x="4096" y="846"/>
                  </a:cubicBezTo>
                  <a:cubicBezTo>
                    <a:pt x="4108" y="894"/>
                    <a:pt x="4156" y="941"/>
                    <a:pt x="4215" y="953"/>
                  </a:cubicBezTo>
                  <a:cubicBezTo>
                    <a:pt x="4906" y="1120"/>
                    <a:pt x="5501" y="1549"/>
                    <a:pt x="5882" y="2191"/>
                  </a:cubicBezTo>
                  <a:cubicBezTo>
                    <a:pt x="6335" y="2906"/>
                    <a:pt x="6811" y="3465"/>
                    <a:pt x="7311" y="3870"/>
                  </a:cubicBezTo>
                  <a:cubicBezTo>
                    <a:pt x="7728" y="4192"/>
                    <a:pt x="8144" y="4406"/>
                    <a:pt x="8573" y="4513"/>
                  </a:cubicBezTo>
                  <a:cubicBezTo>
                    <a:pt x="8785" y="4559"/>
                    <a:pt x="8969" y="4577"/>
                    <a:pt x="9129" y="4577"/>
                  </a:cubicBezTo>
                  <a:cubicBezTo>
                    <a:pt x="9176" y="4577"/>
                    <a:pt x="9221" y="4575"/>
                    <a:pt x="9263" y="4573"/>
                  </a:cubicBezTo>
                  <a:lnTo>
                    <a:pt x="9263" y="4573"/>
                  </a:lnTo>
                  <a:cubicBezTo>
                    <a:pt x="8656" y="5120"/>
                    <a:pt x="8061" y="5501"/>
                    <a:pt x="7478" y="5704"/>
                  </a:cubicBezTo>
                  <a:cubicBezTo>
                    <a:pt x="7161" y="5811"/>
                    <a:pt x="6852" y="5865"/>
                    <a:pt x="6558" y="5865"/>
                  </a:cubicBezTo>
                  <a:cubicBezTo>
                    <a:pt x="6299" y="5865"/>
                    <a:pt x="6051" y="5823"/>
                    <a:pt x="5823" y="5740"/>
                  </a:cubicBezTo>
                  <a:cubicBezTo>
                    <a:pt x="5537" y="5644"/>
                    <a:pt x="5287" y="5490"/>
                    <a:pt x="5096" y="5287"/>
                  </a:cubicBezTo>
                  <a:lnTo>
                    <a:pt x="5096" y="5287"/>
                  </a:lnTo>
                  <a:cubicBezTo>
                    <a:pt x="5346" y="5418"/>
                    <a:pt x="5632" y="5490"/>
                    <a:pt x="5977" y="5525"/>
                  </a:cubicBezTo>
                  <a:cubicBezTo>
                    <a:pt x="6049" y="5525"/>
                    <a:pt x="6120" y="5537"/>
                    <a:pt x="6192" y="5537"/>
                  </a:cubicBezTo>
                  <a:cubicBezTo>
                    <a:pt x="6477" y="5537"/>
                    <a:pt x="6775" y="5501"/>
                    <a:pt x="7061" y="5430"/>
                  </a:cubicBezTo>
                  <a:cubicBezTo>
                    <a:pt x="7144" y="5418"/>
                    <a:pt x="7192" y="5323"/>
                    <a:pt x="7180" y="5239"/>
                  </a:cubicBezTo>
                  <a:cubicBezTo>
                    <a:pt x="7169" y="5156"/>
                    <a:pt x="7095" y="5118"/>
                    <a:pt x="7021" y="5118"/>
                  </a:cubicBezTo>
                  <a:cubicBezTo>
                    <a:pt x="7010" y="5118"/>
                    <a:pt x="7000" y="5119"/>
                    <a:pt x="6989" y="5120"/>
                  </a:cubicBezTo>
                  <a:cubicBezTo>
                    <a:pt x="6717" y="5185"/>
                    <a:pt x="6450" y="5217"/>
                    <a:pt x="6201" y="5217"/>
                  </a:cubicBezTo>
                  <a:cubicBezTo>
                    <a:pt x="5763" y="5217"/>
                    <a:pt x="5377" y="5119"/>
                    <a:pt x="5096" y="4930"/>
                  </a:cubicBezTo>
                  <a:cubicBezTo>
                    <a:pt x="4763" y="4692"/>
                    <a:pt x="4584" y="4335"/>
                    <a:pt x="4537" y="3835"/>
                  </a:cubicBezTo>
                  <a:cubicBezTo>
                    <a:pt x="4584" y="3334"/>
                    <a:pt x="4870" y="2918"/>
                    <a:pt x="5346" y="2644"/>
                  </a:cubicBezTo>
                  <a:cubicBezTo>
                    <a:pt x="5418" y="2608"/>
                    <a:pt x="5453" y="2501"/>
                    <a:pt x="5406" y="2430"/>
                  </a:cubicBezTo>
                  <a:cubicBezTo>
                    <a:pt x="5375" y="2375"/>
                    <a:pt x="5323" y="2346"/>
                    <a:pt x="5267" y="2346"/>
                  </a:cubicBezTo>
                  <a:cubicBezTo>
                    <a:pt x="5238" y="2346"/>
                    <a:pt x="5208" y="2354"/>
                    <a:pt x="5180" y="2370"/>
                  </a:cubicBezTo>
                  <a:cubicBezTo>
                    <a:pt x="4513" y="2751"/>
                    <a:pt x="4156" y="3418"/>
                    <a:pt x="4215" y="4168"/>
                  </a:cubicBezTo>
                  <a:cubicBezTo>
                    <a:pt x="4287" y="5013"/>
                    <a:pt x="4870" y="5763"/>
                    <a:pt x="5704" y="6061"/>
                  </a:cubicBezTo>
                  <a:cubicBezTo>
                    <a:pt x="5969" y="6149"/>
                    <a:pt x="6247" y="6194"/>
                    <a:pt x="6537" y="6194"/>
                  </a:cubicBezTo>
                  <a:cubicBezTo>
                    <a:pt x="6871" y="6194"/>
                    <a:pt x="7221" y="6135"/>
                    <a:pt x="7585" y="6013"/>
                  </a:cubicBezTo>
                  <a:cubicBezTo>
                    <a:pt x="8061" y="5847"/>
                    <a:pt x="8537" y="5585"/>
                    <a:pt x="9025" y="5192"/>
                  </a:cubicBezTo>
                  <a:lnTo>
                    <a:pt x="9049" y="5192"/>
                  </a:lnTo>
                  <a:cubicBezTo>
                    <a:pt x="9197" y="5214"/>
                    <a:pt x="9338" y="5224"/>
                    <a:pt x="9472" y="5224"/>
                  </a:cubicBezTo>
                  <a:cubicBezTo>
                    <a:pt x="9973" y="5224"/>
                    <a:pt x="10372" y="5085"/>
                    <a:pt x="10645" y="4954"/>
                  </a:cubicBezTo>
                  <a:lnTo>
                    <a:pt x="10645" y="4954"/>
                  </a:lnTo>
                  <a:cubicBezTo>
                    <a:pt x="9990" y="6799"/>
                    <a:pt x="8061" y="8097"/>
                    <a:pt x="5918" y="8097"/>
                  </a:cubicBezTo>
                  <a:cubicBezTo>
                    <a:pt x="4430" y="8097"/>
                    <a:pt x="3072" y="7549"/>
                    <a:pt x="2203" y="6561"/>
                  </a:cubicBezTo>
                  <a:cubicBezTo>
                    <a:pt x="1453" y="5716"/>
                    <a:pt x="1132" y="4644"/>
                    <a:pt x="1274" y="3442"/>
                  </a:cubicBezTo>
                  <a:cubicBezTo>
                    <a:pt x="1370" y="2703"/>
                    <a:pt x="1632" y="2096"/>
                    <a:pt x="2013" y="1608"/>
                  </a:cubicBezTo>
                  <a:cubicBezTo>
                    <a:pt x="2322" y="1215"/>
                    <a:pt x="2715" y="906"/>
                    <a:pt x="3191" y="679"/>
                  </a:cubicBezTo>
                  <a:cubicBezTo>
                    <a:pt x="3668" y="465"/>
                    <a:pt x="4132" y="370"/>
                    <a:pt x="4430" y="322"/>
                  </a:cubicBezTo>
                  <a:close/>
                  <a:moveTo>
                    <a:pt x="5989" y="8407"/>
                  </a:moveTo>
                  <a:lnTo>
                    <a:pt x="5632" y="9121"/>
                  </a:lnTo>
                  <a:lnTo>
                    <a:pt x="5299" y="9121"/>
                  </a:lnTo>
                  <a:lnTo>
                    <a:pt x="5656" y="8407"/>
                  </a:lnTo>
                  <a:close/>
                  <a:moveTo>
                    <a:pt x="4715" y="1"/>
                  </a:moveTo>
                  <a:cubicBezTo>
                    <a:pt x="4605" y="1"/>
                    <a:pt x="3846" y="11"/>
                    <a:pt x="3013" y="406"/>
                  </a:cubicBezTo>
                  <a:cubicBezTo>
                    <a:pt x="2489" y="644"/>
                    <a:pt x="2060" y="977"/>
                    <a:pt x="1715" y="1418"/>
                  </a:cubicBezTo>
                  <a:cubicBezTo>
                    <a:pt x="1417" y="1787"/>
                    <a:pt x="1191" y="2215"/>
                    <a:pt x="1060" y="2727"/>
                  </a:cubicBezTo>
                  <a:lnTo>
                    <a:pt x="119" y="3120"/>
                  </a:lnTo>
                  <a:cubicBezTo>
                    <a:pt x="60" y="3144"/>
                    <a:pt x="36" y="3204"/>
                    <a:pt x="24" y="3263"/>
                  </a:cubicBezTo>
                  <a:cubicBezTo>
                    <a:pt x="0" y="3323"/>
                    <a:pt x="36" y="3382"/>
                    <a:pt x="84" y="3406"/>
                  </a:cubicBezTo>
                  <a:lnTo>
                    <a:pt x="870" y="4037"/>
                  </a:lnTo>
                  <a:cubicBezTo>
                    <a:pt x="881" y="5085"/>
                    <a:pt x="1239" y="6037"/>
                    <a:pt x="1929" y="6799"/>
                  </a:cubicBezTo>
                  <a:cubicBezTo>
                    <a:pt x="2739" y="7704"/>
                    <a:pt x="3929" y="8276"/>
                    <a:pt x="5275" y="8407"/>
                  </a:cubicBezTo>
                  <a:lnTo>
                    <a:pt x="4906" y="9157"/>
                  </a:lnTo>
                  <a:lnTo>
                    <a:pt x="3965" y="9157"/>
                  </a:lnTo>
                  <a:cubicBezTo>
                    <a:pt x="3870" y="9157"/>
                    <a:pt x="3799" y="9228"/>
                    <a:pt x="3799" y="9311"/>
                  </a:cubicBezTo>
                  <a:cubicBezTo>
                    <a:pt x="3799" y="9407"/>
                    <a:pt x="3870" y="9478"/>
                    <a:pt x="3965" y="9478"/>
                  </a:cubicBezTo>
                  <a:lnTo>
                    <a:pt x="6370" y="9478"/>
                  </a:lnTo>
                  <a:cubicBezTo>
                    <a:pt x="6466" y="9478"/>
                    <a:pt x="6537" y="9407"/>
                    <a:pt x="6537" y="9311"/>
                  </a:cubicBezTo>
                  <a:cubicBezTo>
                    <a:pt x="6537" y="9228"/>
                    <a:pt x="6466" y="9157"/>
                    <a:pt x="6370" y="9157"/>
                  </a:cubicBezTo>
                  <a:lnTo>
                    <a:pt x="5942" y="9157"/>
                  </a:lnTo>
                  <a:lnTo>
                    <a:pt x="6311" y="8418"/>
                  </a:lnTo>
                  <a:cubicBezTo>
                    <a:pt x="7358" y="8335"/>
                    <a:pt x="8359" y="7978"/>
                    <a:pt x="9168" y="7383"/>
                  </a:cubicBezTo>
                  <a:cubicBezTo>
                    <a:pt x="10109" y="6692"/>
                    <a:pt x="10764" y="5740"/>
                    <a:pt x="11014" y="4704"/>
                  </a:cubicBezTo>
                  <a:cubicBezTo>
                    <a:pt x="11097" y="4597"/>
                    <a:pt x="11061" y="4525"/>
                    <a:pt x="11002" y="4489"/>
                  </a:cubicBezTo>
                  <a:cubicBezTo>
                    <a:pt x="10978" y="4475"/>
                    <a:pt x="10953" y="4469"/>
                    <a:pt x="10927" y="4469"/>
                  </a:cubicBezTo>
                  <a:cubicBezTo>
                    <a:pt x="10888" y="4469"/>
                    <a:pt x="10847" y="4484"/>
                    <a:pt x="10811" y="4513"/>
                  </a:cubicBezTo>
                  <a:cubicBezTo>
                    <a:pt x="10811" y="4513"/>
                    <a:pt x="10258" y="4931"/>
                    <a:pt x="9416" y="4931"/>
                  </a:cubicBezTo>
                  <a:cubicBezTo>
                    <a:pt x="9393" y="4931"/>
                    <a:pt x="9370" y="4931"/>
                    <a:pt x="9347" y="4930"/>
                  </a:cubicBezTo>
                  <a:cubicBezTo>
                    <a:pt x="9525" y="4775"/>
                    <a:pt x="9692" y="4608"/>
                    <a:pt x="9871" y="4430"/>
                  </a:cubicBezTo>
                  <a:cubicBezTo>
                    <a:pt x="9930" y="4370"/>
                    <a:pt x="9930" y="4287"/>
                    <a:pt x="9883" y="4227"/>
                  </a:cubicBezTo>
                  <a:cubicBezTo>
                    <a:pt x="9857" y="4184"/>
                    <a:pt x="9800" y="4154"/>
                    <a:pt x="9747" y="4154"/>
                  </a:cubicBezTo>
                  <a:cubicBezTo>
                    <a:pt x="9728" y="4154"/>
                    <a:pt x="9708" y="4158"/>
                    <a:pt x="9692" y="4168"/>
                  </a:cubicBezTo>
                  <a:cubicBezTo>
                    <a:pt x="9692" y="4168"/>
                    <a:pt x="9472" y="4269"/>
                    <a:pt x="9104" y="4269"/>
                  </a:cubicBezTo>
                  <a:cubicBezTo>
                    <a:pt x="8966" y="4269"/>
                    <a:pt x="8808" y="4255"/>
                    <a:pt x="8632" y="4216"/>
                  </a:cubicBezTo>
                  <a:cubicBezTo>
                    <a:pt x="7537" y="3942"/>
                    <a:pt x="6668" y="2882"/>
                    <a:pt x="6132" y="2037"/>
                  </a:cubicBezTo>
                  <a:cubicBezTo>
                    <a:pt x="5751" y="1418"/>
                    <a:pt x="5168" y="953"/>
                    <a:pt x="4501" y="727"/>
                  </a:cubicBezTo>
                  <a:lnTo>
                    <a:pt x="4858" y="251"/>
                  </a:lnTo>
                  <a:cubicBezTo>
                    <a:pt x="4882" y="203"/>
                    <a:pt x="4906" y="132"/>
                    <a:pt x="4870" y="84"/>
                  </a:cubicBezTo>
                  <a:cubicBezTo>
                    <a:pt x="4846" y="25"/>
                    <a:pt x="4799" y="1"/>
                    <a:pt x="4727" y="1"/>
                  </a:cubicBezTo>
                  <a:cubicBezTo>
                    <a:pt x="4725" y="1"/>
                    <a:pt x="4721"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67"/>
            <p:cNvSpPr/>
            <p:nvPr/>
          </p:nvSpPr>
          <p:spPr>
            <a:xfrm>
              <a:off x="8229645" y="2166034"/>
              <a:ext cx="19456" cy="15872"/>
            </a:xfrm>
            <a:custGeom>
              <a:avLst/>
              <a:gdLst/>
              <a:ahLst/>
              <a:cxnLst/>
              <a:rect l="l" t="t" r="r" b="b"/>
              <a:pathLst>
                <a:path w="608" h="496" extrusionOk="0">
                  <a:moveTo>
                    <a:pt x="436" y="0"/>
                  </a:moveTo>
                  <a:cubicBezTo>
                    <a:pt x="399" y="0"/>
                    <a:pt x="362" y="15"/>
                    <a:pt x="334" y="43"/>
                  </a:cubicBezTo>
                  <a:cubicBezTo>
                    <a:pt x="274" y="79"/>
                    <a:pt x="191" y="139"/>
                    <a:pt x="108" y="186"/>
                  </a:cubicBezTo>
                  <a:cubicBezTo>
                    <a:pt x="36" y="234"/>
                    <a:pt x="0" y="317"/>
                    <a:pt x="36" y="412"/>
                  </a:cubicBezTo>
                  <a:cubicBezTo>
                    <a:pt x="60" y="472"/>
                    <a:pt x="120" y="496"/>
                    <a:pt x="179" y="496"/>
                  </a:cubicBezTo>
                  <a:cubicBezTo>
                    <a:pt x="215" y="496"/>
                    <a:pt x="227" y="496"/>
                    <a:pt x="250" y="484"/>
                  </a:cubicBezTo>
                  <a:cubicBezTo>
                    <a:pt x="370" y="424"/>
                    <a:pt x="477" y="365"/>
                    <a:pt x="548" y="293"/>
                  </a:cubicBezTo>
                  <a:cubicBezTo>
                    <a:pt x="596" y="222"/>
                    <a:pt x="608" y="115"/>
                    <a:pt x="548" y="55"/>
                  </a:cubicBezTo>
                  <a:cubicBezTo>
                    <a:pt x="517" y="18"/>
                    <a:pt x="476" y="0"/>
                    <a:pt x="4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5" name="Google Shape;12575;p67"/>
          <p:cNvGrpSpPr/>
          <p:nvPr/>
        </p:nvGrpSpPr>
        <p:grpSpPr>
          <a:xfrm>
            <a:off x="3598221" y="1585562"/>
            <a:ext cx="348640" cy="330784"/>
            <a:chOff x="3598221" y="1509362"/>
            <a:chExt cx="348640" cy="330784"/>
          </a:xfrm>
        </p:grpSpPr>
        <p:sp>
          <p:nvSpPr>
            <p:cNvPr id="12576" name="Google Shape;12576;p67"/>
            <p:cNvSpPr/>
            <p:nvPr/>
          </p:nvSpPr>
          <p:spPr>
            <a:xfrm>
              <a:off x="3739181" y="1603538"/>
              <a:ext cx="43456" cy="48032"/>
            </a:xfrm>
            <a:custGeom>
              <a:avLst/>
              <a:gdLst/>
              <a:ahLst/>
              <a:cxnLst/>
              <a:rect l="l" t="t" r="r" b="b"/>
              <a:pathLst>
                <a:path w="1358" h="1501" extrusionOk="0">
                  <a:moveTo>
                    <a:pt x="667" y="0"/>
                  </a:moveTo>
                  <a:cubicBezTo>
                    <a:pt x="298" y="0"/>
                    <a:pt x="0" y="298"/>
                    <a:pt x="0" y="667"/>
                  </a:cubicBezTo>
                  <a:lnTo>
                    <a:pt x="0" y="834"/>
                  </a:lnTo>
                  <a:cubicBezTo>
                    <a:pt x="0" y="1203"/>
                    <a:pt x="298" y="1500"/>
                    <a:pt x="667" y="1500"/>
                  </a:cubicBezTo>
                  <a:cubicBezTo>
                    <a:pt x="1036" y="1500"/>
                    <a:pt x="1334" y="1203"/>
                    <a:pt x="1334" y="834"/>
                  </a:cubicBezTo>
                  <a:lnTo>
                    <a:pt x="1334" y="667"/>
                  </a:lnTo>
                  <a:cubicBezTo>
                    <a:pt x="1358" y="595"/>
                    <a:pt x="1274" y="512"/>
                    <a:pt x="1191" y="512"/>
                  </a:cubicBezTo>
                  <a:cubicBezTo>
                    <a:pt x="1096" y="512"/>
                    <a:pt x="1024" y="595"/>
                    <a:pt x="1024" y="679"/>
                  </a:cubicBezTo>
                  <a:lnTo>
                    <a:pt x="1024" y="845"/>
                  </a:lnTo>
                  <a:cubicBezTo>
                    <a:pt x="1024" y="1036"/>
                    <a:pt x="858" y="1203"/>
                    <a:pt x="667" y="1203"/>
                  </a:cubicBezTo>
                  <a:cubicBezTo>
                    <a:pt x="477" y="1203"/>
                    <a:pt x="310" y="1036"/>
                    <a:pt x="310" y="845"/>
                  </a:cubicBezTo>
                  <a:lnTo>
                    <a:pt x="310" y="679"/>
                  </a:lnTo>
                  <a:cubicBezTo>
                    <a:pt x="310" y="488"/>
                    <a:pt x="477" y="322"/>
                    <a:pt x="667" y="322"/>
                  </a:cubicBezTo>
                  <a:cubicBezTo>
                    <a:pt x="762" y="322"/>
                    <a:pt x="834" y="250"/>
                    <a:pt x="834" y="155"/>
                  </a:cubicBezTo>
                  <a:cubicBezTo>
                    <a:pt x="834"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67"/>
            <p:cNvSpPr/>
            <p:nvPr/>
          </p:nvSpPr>
          <p:spPr>
            <a:xfrm>
              <a:off x="3619533" y="1709906"/>
              <a:ext cx="16416" cy="15584"/>
            </a:xfrm>
            <a:custGeom>
              <a:avLst/>
              <a:gdLst/>
              <a:ahLst/>
              <a:cxnLst/>
              <a:rect l="l" t="t" r="r" b="b"/>
              <a:pathLst>
                <a:path w="513" h="487" extrusionOk="0">
                  <a:moveTo>
                    <a:pt x="340" y="1"/>
                  </a:moveTo>
                  <a:cubicBezTo>
                    <a:pt x="298" y="1"/>
                    <a:pt x="257" y="16"/>
                    <a:pt x="227" y="46"/>
                  </a:cubicBezTo>
                  <a:lnTo>
                    <a:pt x="60" y="212"/>
                  </a:lnTo>
                  <a:cubicBezTo>
                    <a:pt x="1" y="272"/>
                    <a:pt x="1" y="379"/>
                    <a:pt x="60" y="438"/>
                  </a:cubicBezTo>
                  <a:cubicBezTo>
                    <a:pt x="96" y="462"/>
                    <a:pt x="132" y="486"/>
                    <a:pt x="179" y="486"/>
                  </a:cubicBezTo>
                  <a:cubicBezTo>
                    <a:pt x="227" y="486"/>
                    <a:pt x="251" y="462"/>
                    <a:pt x="298" y="438"/>
                  </a:cubicBezTo>
                  <a:lnTo>
                    <a:pt x="465" y="272"/>
                  </a:lnTo>
                  <a:cubicBezTo>
                    <a:pt x="513" y="212"/>
                    <a:pt x="513" y="105"/>
                    <a:pt x="453" y="46"/>
                  </a:cubicBezTo>
                  <a:cubicBezTo>
                    <a:pt x="423" y="16"/>
                    <a:pt x="382" y="1"/>
                    <a:pt x="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67"/>
            <p:cNvSpPr/>
            <p:nvPr/>
          </p:nvSpPr>
          <p:spPr>
            <a:xfrm>
              <a:off x="3598221" y="1509362"/>
              <a:ext cx="348640" cy="330784"/>
            </a:xfrm>
            <a:custGeom>
              <a:avLst/>
              <a:gdLst/>
              <a:ahLst/>
              <a:cxnLst/>
              <a:rect l="l" t="t" r="r" b="b"/>
              <a:pathLst>
                <a:path w="10895" h="10337" extrusionOk="0">
                  <a:moveTo>
                    <a:pt x="5489" y="586"/>
                  </a:moveTo>
                  <a:lnTo>
                    <a:pt x="5489" y="586"/>
                  </a:lnTo>
                  <a:cubicBezTo>
                    <a:pt x="5429" y="955"/>
                    <a:pt x="5441" y="1288"/>
                    <a:pt x="5477" y="1538"/>
                  </a:cubicBezTo>
                  <a:cubicBezTo>
                    <a:pt x="5382" y="1550"/>
                    <a:pt x="5239" y="1610"/>
                    <a:pt x="5013" y="1729"/>
                  </a:cubicBezTo>
                  <a:lnTo>
                    <a:pt x="4465" y="883"/>
                  </a:lnTo>
                  <a:cubicBezTo>
                    <a:pt x="4655" y="800"/>
                    <a:pt x="5013" y="657"/>
                    <a:pt x="5489" y="586"/>
                  </a:cubicBezTo>
                  <a:close/>
                  <a:moveTo>
                    <a:pt x="6560" y="538"/>
                  </a:moveTo>
                  <a:lnTo>
                    <a:pt x="6560" y="538"/>
                  </a:lnTo>
                  <a:cubicBezTo>
                    <a:pt x="7108" y="598"/>
                    <a:pt x="7680" y="776"/>
                    <a:pt x="8215" y="1062"/>
                  </a:cubicBezTo>
                  <a:cubicBezTo>
                    <a:pt x="8382" y="1157"/>
                    <a:pt x="8537" y="1241"/>
                    <a:pt x="8704" y="1348"/>
                  </a:cubicBezTo>
                  <a:cubicBezTo>
                    <a:pt x="8715" y="1407"/>
                    <a:pt x="8858" y="1967"/>
                    <a:pt x="8882" y="2729"/>
                  </a:cubicBezTo>
                  <a:cubicBezTo>
                    <a:pt x="8620" y="2479"/>
                    <a:pt x="8358" y="2264"/>
                    <a:pt x="8144" y="2122"/>
                  </a:cubicBezTo>
                  <a:cubicBezTo>
                    <a:pt x="7549" y="1705"/>
                    <a:pt x="7084" y="1550"/>
                    <a:pt x="6906" y="1502"/>
                  </a:cubicBezTo>
                  <a:cubicBezTo>
                    <a:pt x="6834" y="1074"/>
                    <a:pt x="6715" y="764"/>
                    <a:pt x="6560" y="538"/>
                  </a:cubicBezTo>
                  <a:close/>
                  <a:moveTo>
                    <a:pt x="9073" y="1610"/>
                  </a:moveTo>
                  <a:cubicBezTo>
                    <a:pt x="9466" y="1907"/>
                    <a:pt x="9835" y="2253"/>
                    <a:pt x="10192" y="2669"/>
                  </a:cubicBezTo>
                  <a:cubicBezTo>
                    <a:pt x="10180" y="3146"/>
                    <a:pt x="10120" y="3610"/>
                    <a:pt x="10025" y="4038"/>
                  </a:cubicBezTo>
                  <a:cubicBezTo>
                    <a:pt x="9751" y="3646"/>
                    <a:pt x="9466" y="3324"/>
                    <a:pt x="9192" y="3038"/>
                  </a:cubicBezTo>
                  <a:cubicBezTo>
                    <a:pt x="9216" y="2443"/>
                    <a:pt x="9132" y="1943"/>
                    <a:pt x="9073" y="1610"/>
                  </a:cubicBezTo>
                  <a:close/>
                  <a:moveTo>
                    <a:pt x="2465" y="4205"/>
                  </a:moveTo>
                  <a:cubicBezTo>
                    <a:pt x="2608" y="4396"/>
                    <a:pt x="3024" y="4812"/>
                    <a:pt x="4179" y="4943"/>
                  </a:cubicBezTo>
                  <a:cubicBezTo>
                    <a:pt x="5644" y="5122"/>
                    <a:pt x="5846" y="6003"/>
                    <a:pt x="5858" y="6420"/>
                  </a:cubicBezTo>
                  <a:cubicBezTo>
                    <a:pt x="5679" y="6479"/>
                    <a:pt x="5489" y="6551"/>
                    <a:pt x="5286" y="6646"/>
                  </a:cubicBezTo>
                  <a:cubicBezTo>
                    <a:pt x="5251" y="6527"/>
                    <a:pt x="5191" y="6313"/>
                    <a:pt x="5060" y="6110"/>
                  </a:cubicBezTo>
                  <a:cubicBezTo>
                    <a:pt x="4667" y="5539"/>
                    <a:pt x="4012" y="5301"/>
                    <a:pt x="3524" y="5193"/>
                  </a:cubicBezTo>
                  <a:cubicBezTo>
                    <a:pt x="3405" y="5170"/>
                    <a:pt x="3286" y="5134"/>
                    <a:pt x="3167" y="5098"/>
                  </a:cubicBezTo>
                  <a:cubicBezTo>
                    <a:pt x="3148" y="5090"/>
                    <a:pt x="3128" y="5086"/>
                    <a:pt x="3109" y="5086"/>
                  </a:cubicBezTo>
                  <a:cubicBezTo>
                    <a:pt x="3044" y="5086"/>
                    <a:pt x="2983" y="5129"/>
                    <a:pt x="2965" y="5193"/>
                  </a:cubicBezTo>
                  <a:cubicBezTo>
                    <a:pt x="2929" y="5289"/>
                    <a:pt x="2977" y="5372"/>
                    <a:pt x="3060" y="5408"/>
                  </a:cubicBezTo>
                  <a:cubicBezTo>
                    <a:pt x="3179" y="5455"/>
                    <a:pt x="3322" y="5479"/>
                    <a:pt x="3453" y="5515"/>
                  </a:cubicBezTo>
                  <a:cubicBezTo>
                    <a:pt x="4774" y="5789"/>
                    <a:pt x="4953" y="6586"/>
                    <a:pt x="4989" y="6765"/>
                  </a:cubicBezTo>
                  <a:cubicBezTo>
                    <a:pt x="4774" y="6836"/>
                    <a:pt x="4572" y="6920"/>
                    <a:pt x="4358" y="7015"/>
                  </a:cubicBezTo>
                  <a:cubicBezTo>
                    <a:pt x="4274" y="6682"/>
                    <a:pt x="3917" y="6051"/>
                    <a:pt x="2560" y="5658"/>
                  </a:cubicBezTo>
                  <a:cubicBezTo>
                    <a:pt x="1869" y="5467"/>
                    <a:pt x="1715" y="5003"/>
                    <a:pt x="1679" y="4896"/>
                  </a:cubicBezTo>
                  <a:lnTo>
                    <a:pt x="2036" y="4586"/>
                  </a:lnTo>
                  <a:cubicBezTo>
                    <a:pt x="2096" y="4705"/>
                    <a:pt x="2203" y="4884"/>
                    <a:pt x="2405" y="5051"/>
                  </a:cubicBezTo>
                  <a:cubicBezTo>
                    <a:pt x="2441" y="5074"/>
                    <a:pt x="2465" y="5074"/>
                    <a:pt x="2512" y="5074"/>
                  </a:cubicBezTo>
                  <a:cubicBezTo>
                    <a:pt x="2560" y="5074"/>
                    <a:pt x="2608" y="5062"/>
                    <a:pt x="2631" y="5015"/>
                  </a:cubicBezTo>
                  <a:cubicBezTo>
                    <a:pt x="2691" y="4943"/>
                    <a:pt x="2679" y="4860"/>
                    <a:pt x="2619" y="4800"/>
                  </a:cubicBezTo>
                  <a:cubicBezTo>
                    <a:pt x="2369" y="4586"/>
                    <a:pt x="2310" y="4384"/>
                    <a:pt x="2286" y="4360"/>
                  </a:cubicBezTo>
                  <a:cubicBezTo>
                    <a:pt x="2346" y="4300"/>
                    <a:pt x="2405" y="4265"/>
                    <a:pt x="2465" y="4205"/>
                  </a:cubicBezTo>
                  <a:close/>
                  <a:moveTo>
                    <a:pt x="5882" y="312"/>
                  </a:moveTo>
                  <a:cubicBezTo>
                    <a:pt x="5965" y="359"/>
                    <a:pt x="6072" y="431"/>
                    <a:pt x="6191" y="550"/>
                  </a:cubicBezTo>
                  <a:cubicBezTo>
                    <a:pt x="6489" y="883"/>
                    <a:pt x="6632" y="1443"/>
                    <a:pt x="6632" y="2145"/>
                  </a:cubicBezTo>
                  <a:cubicBezTo>
                    <a:pt x="6632" y="2241"/>
                    <a:pt x="6715" y="2312"/>
                    <a:pt x="6799" y="2312"/>
                  </a:cubicBezTo>
                  <a:cubicBezTo>
                    <a:pt x="6894" y="2312"/>
                    <a:pt x="6965" y="2241"/>
                    <a:pt x="6965" y="2145"/>
                  </a:cubicBezTo>
                  <a:cubicBezTo>
                    <a:pt x="6965" y="2026"/>
                    <a:pt x="6965" y="1919"/>
                    <a:pt x="6953" y="1824"/>
                  </a:cubicBezTo>
                  <a:lnTo>
                    <a:pt x="6953" y="1824"/>
                  </a:lnTo>
                  <a:cubicBezTo>
                    <a:pt x="7156" y="1895"/>
                    <a:pt x="7525" y="2038"/>
                    <a:pt x="7989" y="2372"/>
                  </a:cubicBezTo>
                  <a:cubicBezTo>
                    <a:pt x="8323" y="2598"/>
                    <a:pt x="8620" y="2860"/>
                    <a:pt x="8894" y="3146"/>
                  </a:cubicBezTo>
                  <a:cubicBezTo>
                    <a:pt x="8882" y="3396"/>
                    <a:pt x="8870" y="3681"/>
                    <a:pt x="8811" y="3967"/>
                  </a:cubicBezTo>
                  <a:cubicBezTo>
                    <a:pt x="8799" y="4050"/>
                    <a:pt x="8858" y="4122"/>
                    <a:pt x="8942" y="4146"/>
                  </a:cubicBezTo>
                  <a:lnTo>
                    <a:pt x="8977" y="4146"/>
                  </a:lnTo>
                  <a:cubicBezTo>
                    <a:pt x="9049" y="4146"/>
                    <a:pt x="9120" y="4086"/>
                    <a:pt x="9132" y="4003"/>
                  </a:cubicBezTo>
                  <a:cubicBezTo>
                    <a:pt x="9168" y="3824"/>
                    <a:pt x="9192" y="3634"/>
                    <a:pt x="9216" y="3455"/>
                  </a:cubicBezTo>
                  <a:cubicBezTo>
                    <a:pt x="9489" y="3777"/>
                    <a:pt x="9727" y="4098"/>
                    <a:pt x="9954" y="4408"/>
                  </a:cubicBezTo>
                  <a:cubicBezTo>
                    <a:pt x="9847" y="4693"/>
                    <a:pt x="9763" y="4920"/>
                    <a:pt x="9656" y="5134"/>
                  </a:cubicBezTo>
                  <a:cubicBezTo>
                    <a:pt x="9394" y="5729"/>
                    <a:pt x="9037" y="6253"/>
                    <a:pt x="8584" y="6705"/>
                  </a:cubicBezTo>
                  <a:cubicBezTo>
                    <a:pt x="7977" y="7313"/>
                    <a:pt x="7382" y="7598"/>
                    <a:pt x="7156" y="7682"/>
                  </a:cubicBezTo>
                  <a:cubicBezTo>
                    <a:pt x="7072" y="7479"/>
                    <a:pt x="6989" y="7301"/>
                    <a:pt x="6918" y="7134"/>
                  </a:cubicBezTo>
                  <a:cubicBezTo>
                    <a:pt x="7906" y="6610"/>
                    <a:pt x="8573" y="5824"/>
                    <a:pt x="8918" y="4753"/>
                  </a:cubicBezTo>
                  <a:cubicBezTo>
                    <a:pt x="8942" y="4670"/>
                    <a:pt x="8894" y="4574"/>
                    <a:pt x="8811" y="4562"/>
                  </a:cubicBezTo>
                  <a:cubicBezTo>
                    <a:pt x="8789" y="4554"/>
                    <a:pt x="8768" y="4550"/>
                    <a:pt x="8749" y="4550"/>
                  </a:cubicBezTo>
                  <a:cubicBezTo>
                    <a:pt x="8682" y="4550"/>
                    <a:pt x="8629" y="4596"/>
                    <a:pt x="8620" y="4670"/>
                  </a:cubicBezTo>
                  <a:cubicBezTo>
                    <a:pt x="8299" y="5646"/>
                    <a:pt x="7680" y="6372"/>
                    <a:pt x="6799" y="6848"/>
                  </a:cubicBezTo>
                  <a:cubicBezTo>
                    <a:pt x="6727" y="6682"/>
                    <a:pt x="6679" y="6575"/>
                    <a:pt x="6632" y="6479"/>
                  </a:cubicBezTo>
                  <a:cubicBezTo>
                    <a:pt x="7120" y="6277"/>
                    <a:pt x="7453" y="5943"/>
                    <a:pt x="7584" y="5515"/>
                  </a:cubicBezTo>
                  <a:cubicBezTo>
                    <a:pt x="7953" y="4396"/>
                    <a:pt x="6941" y="2955"/>
                    <a:pt x="6906" y="2895"/>
                  </a:cubicBezTo>
                  <a:cubicBezTo>
                    <a:pt x="6876" y="2844"/>
                    <a:pt x="6825" y="2820"/>
                    <a:pt x="6772" y="2820"/>
                  </a:cubicBezTo>
                  <a:cubicBezTo>
                    <a:pt x="6740" y="2820"/>
                    <a:pt x="6707" y="2830"/>
                    <a:pt x="6679" y="2848"/>
                  </a:cubicBezTo>
                  <a:cubicBezTo>
                    <a:pt x="6608" y="2895"/>
                    <a:pt x="6584" y="2991"/>
                    <a:pt x="6632" y="3074"/>
                  </a:cubicBezTo>
                  <a:cubicBezTo>
                    <a:pt x="6644" y="3086"/>
                    <a:pt x="7584" y="4443"/>
                    <a:pt x="7275" y="5408"/>
                  </a:cubicBezTo>
                  <a:cubicBezTo>
                    <a:pt x="7215" y="5586"/>
                    <a:pt x="7108" y="5753"/>
                    <a:pt x="6977" y="5884"/>
                  </a:cubicBezTo>
                  <a:cubicBezTo>
                    <a:pt x="7060" y="5467"/>
                    <a:pt x="7060" y="4765"/>
                    <a:pt x="6620" y="3765"/>
                  </a:cubicBezTo>
                  <a:cubicBezTo>
                    <a:pt x="6594" y="3713"/>
                    <a:pt x="6538" y="3674"/>
                    <a:pt x="6477" y="3674"/>
                  </a:cubicBezTo>
                  <a:cubicBezTo>
                    <a:pt x="6453" y="3674"/>
                    <a:pt x="6429" y="3680"/>
                    <a:pt x="6406" y="3693"/>
                  </a:cubicBezTo>
                  <a:cubicBezTo>
                    <a:pt x="6334" y="3729"/>
                    <a:pt x="6287" y="3824"/>
                    <a:pt x="6334" y="3908"/>
                  </a:cubicBezTo>
                  <a:cubicBezTo>
                    <a:pt x="6549" y="4348"/>
                    <a:pt x="6763" y="5015"/>
                    <a:pt x="6703" y="5634"/>
                  </a:cubicBezTo>
                  <a:cubicBezTo>
                    <a:pt x="6668" y="5991"/>
                    <a:pt x="6549" y="6146"/>
                    <a:pt x="6549" y="6170"/>
                  </a:cubicBezTo>
                  <a:cubicBezTo>
                    <a:pt x="6489" y="6194"/>
                    <a:pt x="6227" y="6289"/>
                    <a:pt x="6191" y="6301"/>
                  </a:cubicBezTo>
                  <a:cubicBezTo>
                    <a:pt x="6156" y="6015"/>
                    <a:pt x="6072" y="5658"/>
                    <a:pt x="5775" y="5336"/>
                  </a:cubicBezTo>
                  <a:cubicBezTo>
                    <a:pt x="5429" y="4943"/>
                    <a:pt x="4905" y="4705"/>
                    <a:pt x="4227" y="4622"/>
                  </a:cubicBezTo>
                  <a:cubicBezTo>
                    <a:pt x="3060" y="4479"/>
                    <a:pt x="2762" y="4062"/>
                    <a:pt x="2715" y="3979"/>
                  </a:cubicBezTo>
                  <a:cubicBezTo>
                    <a:pt x="3477" y="3324"/>
                    <a:pt x="4191" y="2717"/>
                    <a:pt x="4501" y="2455"/>
                  </a:cubicBezTo>
                  <a:cubicBezTo>
                    <a:pt x="5096" y="1979"/>
                    <a:pt x="5429" y="1860"/>
                    <a:pt x="5548" y="1824"/>
                  </a:cubicBezTo>
                  <a:cubicBezTo>
                    <a:pt x="5584" y="1955"/>
                    <a:pt x="5608" y="2038"/>
                    <a:pt x="5620" y="2038"/>
                  </a:cubicBezTo>
                  <a:cubicBezTo>
                    <a:pt x="5648" y="2105"/>
                    <a:pt x="5707" y="2141"/>
                    <a:pt x="5778" y="2141"/>
                  </a:cubicBezTo>
                  <a:cubicBezTo>
                    <a:pt x="5796" y="2141"/>
                    <a:pt x="5815" y="2138"/>
                    <a:pt x="5834" y="2133"/>
                  </a:cubicBezTo>
                  <a:cubicBezTo>
                    <a:pt x="5906" y="2098"/>
                    <a:pt x="5953" y="2014"/>
                    <a:pt x="5917" y="1919"/>
                  </a:cubicBezTo>
                  <a:cubicBezTo>
                    <a:pt x="5917" y="1907"/>
                    <a:pt x="5644" y="1193"/>
                    <a:pt x="5882" y="312"/>
                  </a:cubicBezTo>
                  <a:close/>
                  <a:moveTo>
                    <a:pt x="1417" y="5098"/>
                  </a:moveTo>
                  <a:cubicBezTo>
                    <a:pt x="1512" y="5336"/>
                    <a:pt x="1786" y="5753"/>
                    <a:pt x="2453" y="5943"/>
                  </a:cubicBezTo>
                  <a:cubicBezTo>
                    <a:pt x="2917" y="6074"/>
                    <a:pt x="3536" y="6313"/>
                    <a:pt x="3870" y="6753"/>
                  </a:cubicBezTo>
                  <a:cubicBezTo>
                    <a:pt x="3989" y="6896"/>
                    <a:pt x="4036" y="7027"/>
                    <a:pt x="4048" y="7110"/>
                  </a:cubicBezTo>
                  <a:cubicBezTo>
                    <a:pt x="4048" y="7134"/>
                    <a:pt x="4036" y="7134"/>
                    <a:pt x="4036" y="7134"/>
                  </a:cubicBezTo>
                  <a:cubicBezTo>
                    <a:pt x="3381" y="7408"/>
                    <a:pt x="2750" y="7658"/>
                    <a:pt x="2346" y="7789"/>
                  </a:cubicBezTo>
                  <a:cubicBezTo>
                    <a:pt x="2324" y="7793"/>
                    <a:pt x="2302" y="7796"/>
                    <a:pt x="2281" y="7796"/>
                  </a:cubicBezTo>
                  <a:cubicBezTo>
                    <a:pt x="2246" y="7796"/>
                    <a:pt x="2213" y="7788"/>
                    <a:pt x="2191" y="7765"/>
                  </a:cubicBezTo>
                  <a:lnTo>
                    <a:pt x="1834" y="7503"/>
                  </a:lnTo>
                  <a:cubicBezTo>
                    <a:pt x="1917" y="7444"/>
                    <a:pt x="2036" y="7384"/>
                    <a:pt x="2155" y="7313"/>
                  </a:cubicBezTo>
                  <a:cubicBezTo>
                    <a:pt x="2488" y="7110"/>
                    <a:pt x="2786" y="6896"/>
                    <a:pt x="2798" y="6884"/>
                  </a:cubicBezTo>
                  <a:cubicBezTo>
                    <a:pt x="2869" y="6836"/>
                    <a:pt x="2881" y="6729"/>
                    <a:pt x="2822" y="6658"/>
                  </a:cubicBezTo>
                  <a:cubicBezTo>
                    <a:pt x="2802" y="6617"/>
                    <a:pt x="2758" y="6596"/>
                    <a:pt x="2712" y="6596"/>
                  </a:cubicBezTo>
                  <a:cubicBezTo>
                    <a:pt x="2676" y="6596"/>
                    <a:pt x="2638" y="6608"/>
                    <a:pt x="2608" y="6634"/>
                  </a:cubicBezTo>
                  <a:cubicBezTo>
                    <a:pt x="2072" y="7015"/>
                    <a:pt x="1393" y="7420"/>
                    <a:pt x="1250" y="7420"/>
                  </a:cubicBezTo>
                  <a:cubicBezTo>
                    <a:pt x="643" y="7360"/>
                    <a:pt x="357" y="6313"/>
                    <a:pt x="310" y="6194"/>
                  </a:cubicBezTo>
                  <a:cubicBezTo>
                    <a:pt x="298" y="6134"/>
                    <a:pt x="310" y="6063"/>
                    <a:pt x="369" y="6015"/>
                  </a:cubicBezTo>
                  <a:cubicBezTo>
                    <a:pt x="583" y="5836"/>
                    <a:pt x="953" y="5503"/>
                    <a:pt x="1417" y="5098"/>
                  </a:cubicBezTo>
                  <a:close/>
                  <a:moveTo>
                    <a:pt x="5797" y="0"/>
                  </a:moveTo>
                  <a:cubicBezTo>
                    <a:pt x="5725" y="0"/>
                    <a:pt x="5665" y="45"/>
                    <a:pt x="5644" y="109"/>
                  </a:cubicBezTo>
                  <a:cubicBezTo>
                    <a:pt x="5620" y="169"/>
                    <a:pt x="5608" y="217"/>
                    <a:pt x="5596" y="276"/>
                  </a:cubicBezTo>
                  <a:cubicBezTo>
                    <a:pt x="4751" y="371"/>
                    <a:pt x="4215" y="693"/>
                    <a:pt x="4179" y="705"/>
                  </a:cubicBezTo>
                  <a:cubicBezTo>
                    <a:pt x="4132" y="729"/>
                    <a:pt x="4120" y="764"/>
                    <a:pt x="4108" y="812"/>
                  </a:cubicBezTo>
                  <a:cubicBezTo>
                    <a:pt x="4096" y="848"/>
                    <a:pt x="4108" y="895"/>
                    <a:pt x="4132" y="931"/>
                  </a:cubicBezTo>
                  <a:lnTo>
                    <a:pt x="4786" y="1907"/>
                  </a:lnTo>
                  <a:cubicBezTo>
                    <a:pt x="4655" y="2003"/>
                    <a:pt x="4513" y="2098"/>
                    <a:pt x="4346" y="2241"/>
                  </a:cubicBezTo>
                  <a:cubicBezTo>
                    <a:pt x="3620" y="2812"/>
                    <a:pt x="893" y="5193"/>
                    <a:pt x="191" y="5813"/>
                  </a:cubicBezTo>
                  <a:cubicBezTo>
                    <a:pt x="60" y="5932"/>
                    <a:pt x="0" y="6122"/>
                    <a:pt x="48" y="6313"/>
                  </a:cubicBezTo>
                  <a:cubicBezTo>
                    <a:pt x="83" y="6467"/>
                    <a:pt x="191" y="6825"/>
                    <a:pt x="405" y="7146"/>
                  </a:cubicBezTo>
                  <a:cubicBezTo>
                    <a:pt x="643" y="7515"/>
                    <a:pt x="917" y="7729"/>
                    <a:pt x="1250" y="7753"/>
                  </a:cubicBezTo>
                  <a:lnTo>
                    <a:pt x="1274" y="7753"/>
                  </a:lnTo>
                  <a:cubicBezTo>
                    <a:pt x="1334" y="7753"/>
                    <a:pt x="1417" y="7741"/>
                    <a:pt x="1536" y="7694"/>
                  </a:cubicBezTo>
                  <a:lnTo>
                    <a:pt x="2024" y="8039"/>
                  </a:lnTo>
                  <a:cubicBezTo>
                    <a:pt x="2107" y="8099"/>
                    <a:pt x="2215" y="8134"/>
                    <a:pt x="2310" y="8134"/>
                  </a:cubicBezTo>
                  <a:cubicBezTo>
                    <a:pt x="2369" y="8134"/>
                    <a:pt x="2405" y="8110"/>
                    <a:pt x="2465" y="8099"/>
                  </a:cubicBezTo>
                  <a:cubicBezTo>
                    <a:pt x="2881" y="7956"/>
                    <a:pt x="3512" y="7694"/>
                    <a:pt x="4167" y="7432"/>
                  </a:cubicBezTo>
                  <a:cubicBezTo>
                    <a:pt x="4953" y="7122"/>
                    <a:pt x="5775" y="6777"/>
                    <a:pt x="6358" y="6586"/>
                  </a:cubicBezTo>
                  <a:cubicBezTo>
                    <a:pt x="6537" y="6979"/>
                    <a:pt x="7251" y="8610"/>
                    <a:pt x="7846" y="10230"/>
                  </a:cubicBezTo>
                  <a:cubicBezTo>
                    <a:pt x="7870" y="10289"/>
                    <a:pt x="7930" y="10337"/>
                    <a:pt x="7989" y="10337"/>
                  </a:cubicBezTo>
                  <a:cubicBezTo>
                    <a:pt x="8001" y="10337"/>
                    <a:pt x="8025" y="10337"/>
                    <a:pt x="8049" y="10313"/>
                  </a:cubicBezTo>
                  <a:cubicBezTo>
                    <a:pt x="8144" y="10289"/>
                    <a:pt x="8168" y="10194"/>
                    <a:pt x="8144" y="10111"/>
                  </a:cubicBezTo>
                  <a:lnTo>
                    <a:pt x="7965" y="9622"/>
                  </a:lnTo>
                  <a:cubicBezTo>
                    <a:pt x="8215" y="9480"/>
                    <a:pt x="9275" y="8944"/>
                    <a:pt x="10120" y="8170"/>
                  </a:cubicBezTo>
                  <a:cubicBezTo>
                    <a:pt x="10180" y="8110"/>
                    <a:pt x="10192" y="8015"/>
                    <a:pt x="10132" y="7956"/>
                  </a:cubicBezTo>
                  <a:cubicBezTo>
                    <a:pt x="10097" y="7920"/>
                    <a:pt x="10044" y="7897"/>
                    <a:pt x="9995" y="7897"/>
                  </a:cubicBezTo>
                  <a:cubicBezTo>
                    <a:pt x="9962" y="7897"/>
                    <a:pt x="9930" y="7908"/>
                    <a:pt x="9906" y="7932"/>
                  </a:cubicBezTo>
                  <a:cubicBezTo>
                    <a:pt x="9120" y="8646"/>
                    <a:pt x="8144" y="9170"/>
                    <a:pt x="7858" y="9301"/>
                  </a:cubicBezTo>
                  <a:cubicBezTo>
                    <a:pt x="7787" y="9122"/>
                    <a:pt x="7727" y="8944"/>
                    <a:pt x="7644" y="8765"/>
                  </a:cubicBezTo>
                  <a:cubicBezTo>
                    <a:pt x="8025" y="8587"/>
                    <a:pt x="9180" y="7991"/>
                    <a:pt x="10049" y="6944"/>
                  </a:cubicBezTo>
                  <a:cubicBezTo>
                    <a:pt x="10108" y="6860"/>
                    <a:pt x="10085" y="6777"/>
                    <a:pt x="10025" y="6717"/>
                  </a:cubicBezTo>
                  <a:cubicBezTo>
                    <a:pt x="9993" y="6691"/>
                    <a:pt x="9958" y="6678"/>
                    <a:pt x="9925" y="6678"/>
                  </a:cubicBezTo>
                  <a:cubicBezTo>
                    <a:pt x="9883" y="6678"/>
                    <a:pt x="9844" y="6697"/>
                    <a:pt x="9811" y="6729"/>
                  </a:cubicBezTo>
                  <a:cubicBezTo>
                    <a:pt x="9001" y="7718"/>
                    <a:pt x="7906" y="8289"/>
                    <a:pt x="7525" y="8468"/>
                  </a:cubicBezTo>
                  <a:cubicBezTo>
                    <a:pt x="7453" y="8289"/>
                    <a:pt x="7382" y="8110"/>
                    <a:pt x="7322" y="7956"/>
                  </a:cubicBezTo>
                  <a:cubicBezTo>
                    <a:pt x="7572" y="7848"/>
                    <a:pt x="8203" y="7551"/>
                    <a:pt x="8835" y="6908"/>
                  </a:cubicBezTo>
                  <a:cubicBezTo>
                    <a:pt x="9311" y="6432"/>
                    <a:pt x="9704" y="5884"/>
                    <a:pt x="9989" y="5253"/>
                  </a:cubicBezTo>
                  <a:cubicBezTo>
                    <a:pt x="10061" y="5098"/>
                    <a:pt x="10120" y="4931"/>
                    <a:pt x="10180" y="4765"/>
                  </a:cubicBezTo>
                  <a:cubicBezTo>
                    <a:pt x="10323" y="4991"/>
                    <a:pt x="10442" y="5193"/>
                    <a:pt x="10561" y="5408"/>
                  </a:cubicBezTo>
                  <a:cubicBezTo>
                    <a:pt x="10478" y="5658"/>
                    <a:pt x="10370" y="5908"/>
                    <a:pt x="10239" y="6146"/>
                  </a:cubicBezTo>
                  <a:cubicBezTo>
                    <a:pt x="10192" y="6229"/>
                    <a:pt x="10228" y="6324"/>
                    <a:pt x="10299" y="6372"/>
                  </a:cubicBezTo>
                  <a:cubicBezTo>
                    <a:pt x="10323" y="6384"/>
                    <a:pt x="10359" y="6384"/>
                    <a:pt x="10370" y="6384"/>
                  </a:cubicBezTo>
                  <a:cubicBezTo>
                    <a:pt x="10430" y="6384"/>
                    <a:pt x="10478" y="6360"/>
                    <a:pt x="10501" y="6313"/>
                  </a:cubicBezTo>
                  <a:cubicBezTo>
                    <a:pt x="10668" y="6027"/>
                    <a:pt x="10799" y="5729"/>
                    <a:pt x="10894" y="5455"/>
                  </a:cubicBezTo>
                  <a:lnTo>
                    <a:pt x="10894" y="5432"/>
                  </a:lnTo>
                  <a:lnTo>
                    <a:pt x="10894" y="5420"/>
                  </a:lnTo>
                  <a:lnTo>
                    <a:pt x="10859" y="5408"/>
                  </a:lnTo>
                  <a:lnTo>
                    <a:pt x="10859" y="5396"/>
                  </a:lnTo>
                  <a:lnTo>
                    <a:pt x="10859" y="5372"/>
                  </a:lnTo>
                  <a:lnTo>
                    <a:pt x="10859" y="5360"/>
                  </a:lnTo>
                  <a:lnTo>
                    <a:pt x="10859" y="5348"/>
                  </a:lnTo>
                  <a:cubicBezTo>
                    <a:pt x="10668" y="5003"/>
                    <a:pt x="10478" y="4693"/>
                    <a:pt x="10299" y="4408"/>
                  </a:cubicBezTo>
                  <a:cubicBezTo>
                    <a:pt x="10418" y="3979"/>
                    <a:pt x="10489" y="3527"/>
                    <a:pt x="10525" y="3050"/>
                  </a:cubicBezTo>
                  <a:cubicBezTo>
                    <a:pt x="10549" y="3086"/>
                    <a:pt x="10561" y="3110"/>
                    <a:pt x="10597" y="3157"/>
                  </a:cubicBezTo>
                  <a:cubicBezTo>
                    <a:pt x="10620" y="3205"/>
                    <a:pt x="10668" y="3217"/>
                    <a:pt x="10716" y="3217"/>
                  </a:cubicBezTo>
                  <a:cubicBezTo>
                    <a:pt x="10740" y="3217"/>
                    <a:pt x="10787" y="3205"/>
                    <a:pt x="10823" y="3193"/>
                  </a:cubicBezTo>
                  <a:cubicBezTo>
                    <a:pt x="10894" y="3134"/>
                    <a:pt x="10894" y="3038"/>
                    <a:pt x="10847" y="2967"/>
                  </a:cubicBezTo>
                  <a:cubicBezTo>
                    <a:pt x="10085" y="1979"/>
                    <a:pt x="9251" y="1264"/>
                    <a:pt x="8394" y="812"/>
                  </a:cubicBezTo>
                  <a:cubicBezTo>
                    <a:pt x="7703" y="455"/>
                    <a:pt x="6989" y="252"/>
                    <a:pt x="6275" y="240"/>
                  </a:cubicBezTo>
                  <a:cubicBezTo>
                    <a:pt x="6037" y="50"/>
                    <a:pt x="5834" y="14"/>
                    <a:pt x="5822" y="2"/>
                  </a:cubicBezTo>
                  <a:cubicBezTo>
                    <a:pt x="5814" y="1"/>
                    <a:pt x="5805" y="0"/>
                    <a:pt x="5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67"/>
            <p:cNvSpPr/>
            <p:nvPr/>
          </p:nvSpPr>
          <p:spPr>
            <a:xfrm>
              <a:off x="3927757" y="1737234"/>
              <a:ext cx="18720" cy="19104"/>
            </a:xfrm>
            <a:custGeom>
              <a:avLst/>
              <a:gdLst/>
              <a:ahLst/>
              <a:cxnLst/>
              <a:rect l="l" t="t" r="r" b="b"/>
              <a:pathLst>
                <a:path w="585" h="597" extrusionOk="0">
                  <a:moveTo>
                    <a:pt x="404" y="0"/>
                  </a:moveTo>
                  <a:cubicBezTo>
                    <a:pt x="349" y="0"/>
                    <a:pt x="294" y="26"/>
                    <a:pt x="263" y="73"/>
                  </a:cubicBezTo>
                  <a:cubicBezTo>
                    <a:pt x="203" y="168"/>
                    <a:pt x="132" y="251"/>
                    <a:pt x="61" y="346"/>
                  </a:cubicBezTo>
                  <a:cubicBezTo>
                    <a:pt x="1" y="418"/>
                    <a:pt x="13" y="501"/>
                    <a:pt x="72" y="561"/>
                  </a:cubicBezTo>
                  <a:cubicBezTo>
                    <a:pt x="108" y="597"/>
                    <a:pt x="132" y="597"/>
                    <a:pt x="180" y="597"/>
                  </a:cubicBezTo>
                  <a:cubicBezTo>
                    <a:pt x="227" y="597"/>
                    <a:pt x="263" y="573"/>
                    <a:pt x="299" y="537"/>
                  </a:cubicBezTo>
                  <a:cubicBezTo>
                    <a:pt x="382" y="430"/>
                    <a:pt x="465" y="346"/>
                    <a:pt x="525" y="239"/>
                  </a:cubicBezTo>
                  <a:cubicBezTo>
                    <a:pt x="584" y="180"/>
                    <a:pt x="561" y="73"/>
                    <a:pt x="489" y="25"/>
                  </a:cubicBezTo>
                  <a:cubicBezTo>
                    <a:pt x="464" y="8"/>
                    <a:pt x="434" y="0"/>
                    <a:pt x="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0" name="Google Shape;12580;p67"/>
          <p:cNvGrpSpPr/>
          <p:nvPr/>
        </p:nvGrpSpPr>
        <p:grpSpPr>
          <a:xfrm>
            <a:off x="5246797" y="1576858"/>
            <a:ext cx="347872" cy="347488"/>
            <a:chOff x="5246797" y="1500658"/>
            <a:chExt cx="347872" cy="347488"/>
          </a:xfrm>
        </p:grpSpPr>
        <p:sp>
          <p:nvSpPr>
            <p:cNvPr id="12581" name="Google Shape;12581;p67"/>
            <p:cNvSpPr/>
            <p:nvPr/>
          </p:nvSpPr>
          <p:spPr>
            <a:xfrm>
              <a:off x="5246797" y="1500658"/>
              <a:ext cx="347872" cy="347488"/>
            </a:xfrm>
            <a:custGeom>
              <a:avLst/>
              <a:gdLst/>
              <a:ahLst/>
              <a:cxnLst/>
              <a:rect l="l" t="t" r="r" b="b"/>
              <a:pathLst>
                <a:path w="10871" h="10859" extrusionOk="0">
                  <a:moveTo>
                    <a:pt x="2024" y="989"/>
                  </a:moveTo>
                  <a:cubicBezTo>
                    <a:pt x="2441" y="989"/>
                    <a:pt x="2822" y="1251"/>
                    <a:pt x="2977" y="1620"/>
                  </a:cubicBezTo>
                  <a:cubicBezTo>
                    <a:pt x="2560" y="1834"/>
                    <a:pt x="2179" y="2120"/>
                    <a:pt x="1834" y="2453"/>
                  </a:cubicBezTo>
                  <a:cubicBezTo>
                    <a:pt x="1703" y="2584"/>
                    <a:pt x="1572" y="2715"/>
                    <a:pt x="1453"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96" y="310"/>
                    <a:pt x="2024" y="310"/>
                  </a:cubicBezTo>
                  <a:close/>
                  <a:moveTo>
                    <a:pt x="8847" y="310"/>
                  </a:moveTo>
                  <a:cubicBezTo>
                    <a:pt x="9787" y="310"/>
                    <a:pt x="10561" y="1084"/>
                    <a:pt x="10561" y="2024"/>
                  </a:cubicBezTo>
                  <a:cubicBezTo>
                    <a:pt x="10561" y="2584"/>
                    <a:pt x="10276" y="3108"/>
                    <a:pt x="9823" y="3418"/>
                  </a:cubicBezTo>
                  <a:cubicBezTo>
                    <a:pt x="9764" y="3310"/>
                    <a:pt x="9692" y="3215"/>
                    <a:pt x="9621" y="3120"/>
                  </a:cubicBezTo>
                  <a:cubicBezTo>
                    <a:pt x="9978" y="2870"/>
                    <a:pt x="10180" y="2465"/>
                    <a:pt x="10180" y="2024"/>
                  </a:cubicBezTo>
                  <a:cubicBezTo>
                    <a:pt x="10180" y="1846"/>
                    <a:pt x="10156" y="1667"/>
                    <a:pt x="10073" y="1501"/>
                  </a:cubicBezTo>
                  <a:cubicBezTo>
                    <a:pt x="10054"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35" y="989"/>
                  </a:cubicBezTo>
                  <a:cubicBezTo>
                    <a:pt x="9013" y="989"/>
                    <a:pt x="9204" y="1036"/>
                    <a:pt x="9347" y="1143"/>
                  </a:cubicBezTo>
                  <a:cubicBezTo>
                    <a:pt x="9373" y="1154"/>
                    <a:pt x="9400" y="1160"/>
                    <a:pt x="9426" y="1160"/>
                  </a:cubicBezTo>
                  <a:cubicBezTo>
                    <a:pt x="9485" y="1160"/>
                    <a:pt x="9540" y="1133"/>
                    <a:pt x="9573" y="1084"/>
                  </a:cubicBezTo>
                  <a:cubicBezTo>
                    <a:pt x="9621" y="1001"/>
                    <a:pt x="9585" y="905"/>
                    <a:pt x="9514" y="858"/>
                  </a:cubicBezTo>
                  <a:cubicBezTo>
                    <a:pt x="9299" y="739"/>
                    <a:pt x="9061" y="667"/>
                    <a:pt x="8835" y="667"/>
                  </a:cubicBezTo>
                  <a:cubicBezTo>
                    <a:pt x="8299"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28"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17"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72" y="10859"/>
                    <a:pt x="5442" y="10859"/>
                  </a:cubicBezTo>
                  <a:cubicBezTo>
                    <a:pt x="6811" y="10859"/>
                    <a:pt x="8073" y="10359"/>
                    <a:pt x="9037" y="9418"/>
                  </a:cubicBezTo>
                  <a:cubicBezTo>
                    <a:pt x="10002" y="8490"/>
                    <a:pt x="10526" y="7239"/>
                    <a:pt x="10526" y="5930"/>
                  </a:cubicBezTo>
                  <a:cubicBezTo>
                    <a:pt x="10526" y="5144"/>
                    <a:pt x="10335" y="4382"/>
                    <a:pt x="9978" y="3703"/>
                  </a:cubicBezTo>
                  <a:cubicBezTo>
                    <a:pt x="10526" y="3322"/>
                    <a:pt x="10871" y="2703"/>
                    <a:pt x="10871" y="2024"/>
                  </a:cubicBezTo>
                  <a:cubicBezTo>
                    <a:pt x="10871" y="905"/>
                    <a:pt x="9966" y="0"/>
                    <a:pt x="8847" y="0"/>
                  </a:cubicBezTo>
                  <a:cubicBezTo>
                    <a:pt x="8025" y="0"/>
                    <a:pt x="7287" y="489"/>
                    <a:pt x="6966" y="1251"/>
                  </a:cubicBezTo>
                  <a:cubicBezTo>
                    <a:pt x="6477" y="1096"/>
                    <a:pt x="5977" y="1024"/>
                    <a:pt x="5442" y="1024"/>
                  </a:cubicBezTo>
                  <a:cubicBezTo>
                    <a:pt x="4918" y="1024"/>
                    <a:pt x="4394" y="1096"/>
                    <a:pt x="3906" y="1251"/>
                  </a:cubicBezTo>
                  <a:cubicBezTo>
                    <a:pt x="3596"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67"/>
            <p:cNvSpPr/>
            <p:nvPr/>
          </p:nvSpPr>
          <p:spPr>
            <a:xfrm>
              <a:off x="5333677" y="1663346"/>
              <a:ext cx="43456" cy="48032"/>
            </a:xfrm>
            <a:custGeom>
              <a:avLst/>
              <a:gdLst/>
              <a:ahLst/>
              <a:cxnLst/>
              <a:rect l="l" t="t" r="r" b="b"/>
              <a:pathLst>
                <a:path w="1358"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57"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62" y="334"/>
                    <a:pt x="833" y="250"/>
                    <a:pt x="833" y="167"/>
                  </a:cubicBezTo>
                  <a:cubicBezTo>
                    <a:pt x="833"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3" name="Google Shape;12583;p67"/>
            <p:cNvSpPr/>
            <p:nvPr/>
          </p:nvSpPr>
          <p:spPr>
            <a:xfrm>
              <a:off x="546394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37" y="596"/>
                    <a:pt x="1037" y="691"/>
                  </a:cubicBezTo>
                  <a:lnTo>
                    <a:pt x="1037" y="846"/>
                  </a:lnTo>
                  <a:cubicBezTo>
                    <a:pt x="1037"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4" name="Google Shape;12584;p67"/>
            <p:cNvSpPr/>
            <p:nvPr/>
          </p:nvSpPr>
          <p:spPr>
            <a:xfrm>
              <a:off x="5365677" y="1730002"/>
              <a:ext cx="109760" cy="96064"/>
            </a:xfrm>
            <a:custGeom>
              <a:avLst/>
              <a:gdLst/>
              <a:ahLst/>
              <a:cxnLst/>
              <a:rect l="l" t="t" r="r" b="b"/>
              <a:pathLst>
                <a:path w="3430" h="3002" extrusionOk="0">
                  <a:moveTo>
                    <a:pt x="1703" y="287"/>
                  </a:moveTo>
                  <a:cubicBezTo>
                    <a:pt x="2012" y="287"/>
                    <a:pt x="2393" y="430"/>
                    <a:pt x="2393" y="644"/>
                  </a:cubicBezTo>
                  <a:cubicBezTo>
                    <a:pt x="2393" y="823"/>
                    <a:pt x="2096" y="1168"/>
                    <a:pt x="1703" y="1168"/>
                  </a:cubicBezTo>
                  <a:cubicBezTo>
                    <a:pt x="1322" y="1168"/>
                    <a:pt x="1024" y="823"/>
                    <a:pt x="1024" y="644"/>
                  </a:cubicBezTo>
                  <a:cubicBezTo>
                    <a:pt x="1024" y="430"/>
                    <a:pt x="1393" y="287"/>
                    <a:pt x="1703" y="287"/>
                  </a:cubicBezTo>
                  <a:close/>
                  <a:moveTo>
                    <a:pt x="1727" y="2025"/>
                  </a:moveTo>
                  <a:cubicBezTo>
                    <a:pt x="1822" y="2025"/>
                    <a:pt x="1917" y="2025"/>
                    <a:pt x="2024" y="2037"/>
                  </a:cubicBezTo>
                  <a:cubicBezTo>
                    <a:pt x="2179" y="2061"/>
                    <a:pt x="2319" y="2073"/>
                    <a:pt x="2447" y="2073"/>
                  </a:cubicBezTo>
                  <a:cubicBezTo>
                    <a:pt x="2575" y="2073"/>
                    <a:pt x="2691" y="2061"/>
                    <a:pt x="2798" y="2037"/>
                  </a:cubicBezTo>
                  <a:lnTo>
                    <a:pt x="2798" y="2037"/>
                  </a:lnTo>
                  <a:cubicBezTo>
                    <a:pt x="2679" y="2406"/>
                    <a:pt x="2239" y="2692"/>
                    <a:pt x="1727" y="2692"/>
                  </a:cubicBezTo>
                  <a:cubicBezTo>
                    <a:pt x="1203" y="2692"/>
                    <a:pt x="762" y="2418"/>
                    <a:pt x="655" y="2037"/>
                  </a:cubicBezTo>
                  <a:lnTo>
                    <a:pt x="655" y="2037"/>
                  </a:lnTo>
                  <a:cubicBezTo>
                    <a:pt x="756" y="2061"/>
                    <a:pt x="869" y="2073"/>
                    <a:pt x="997" y="2073"/>
                  </a:cubicBezTo>
                  <a:cubicBezTo>
                    <a:pt x="1125" y="2073"/>
                    <a:pt x="1268" y="2061"/>
                    <a:pt x="1429" y="2037"/>
                  </a:cubicBezTo>
                  <a:cubicBezTo>
                    <a:pt x="1524" y="2025"/>
                    <a:pt x="1619" y="2025"/>
                    <a:pt x="1727" y="2025"/>
                  </a:cubicBezTo>
                  <a:close/>
                  <a:moveTo>
                    <a:pt x="1703" y="1"/>
                  </a:moveTo>
                  <a:cubicBezTo>
                    <a:pt x="1143" y="1"/>
                    <a:pt x="691" y="299"/>
                    <a:pt x="691" y="668"/>
                  </a:cubicBezTo>
                  <a:cubicBezTo>
                    <a:pt x="691" y="858"/>
                    <a:pt x="810" y="1073"/>
                    <a:pt x="988" y="1239"/>
                  </a:cubicBezTo>
                  <a:cubicBezTo>
                    <a:pt x="1155" y="1370"/>
                    <a:pt x="1334" y="1454"/>
                    <a:pt x="1548" y="1501"/>
                  </a:cubicBezTo>
                  <a:lnTo>
                    <a:pt x="1548" y="1739"/>
                  </a:lnTo>
                  <a:cubicBezTo>
                    <a:pt x="1488" y="1739"/>
                    <a:pt x="1429" y="1763"/>
                    <a:pt x="1369" y="1763"/>
                  </a:cubicBezTo>
                  <a:cubicBezTo>
                    <a:pt x="1243" y="1776"/>
                    <a:pt x="1126" y="1783"/>
                    <a:pt x="1019" y="1783"/>
                  </a:cubicBezTo>
                  <a:cubicBezTo>
                    <a:pt x="723" y="1783"/>
                    <a:pt x="507" y="1731"/>
                    <a:pt x="393" y="1608"/>
                  </a:cubicBezTo>
                  <a:cubicBezTo>
                    <a:pt x="298" y="1501"/>
                    <a:pt x="322" y="1382"/>
                    <a:pt x="322" y="1370"/>
                  </a:cubicBezTo>
                  <a:cubicBezTo>
                    <a:pt x="334" y="1275"/>
                    <a:pt x="274" y="1204"/>
                    <a:pt x="203" y="1180"/>
                  </a:cubicBezTo>
                  <a:cubicBezTo>
                    <a:pt x="190" y="1176"/>
                    <a:pt x="177" y="1174"/>
                    <a:pt x="165" y="1174"/>
                  </a:cubicBezTo>
                  <a:cubicBezTo>
                    <a:pt x="95" y="1174"/>
                    <a:pt x="32" y="1228"/>
                    <a:pt x="12" y="1299"/>
                  </a:cubicBezTo>
                  <a:cubicBezTo>
                    <a:pt x="0" y="1394"/>
                    <a:pt x="0" y="1620"/>
                    <a:pt x="155" y="1799"/>
                  </a:cubicBezTo>
                  <a:cubicBezTo>
                    <a:pt x="191" y="1835"/>
                    <a:pt x="238" y="1858"/>
                    <a:pt x="262" y="1894"/>
                  </a:cubicBezTo>
                  <a:cubicBezTo>
                    <a:pt x="310" y="2513"/>
                    <a:pt x="929" y="3001"/>
                    <a:pt x="1691" y="3001"/>
                  </a:cubicBezTo>
                  <a:cubicBezTo>
                    <a:pt x="2453" y="3001"/>
                    <a:pt x="3072" y="2513"/>
                    <a:pt x="3120" y="1894"/>
                  </a:cubicBezTo>
                  <a:cubicBezTo>
                    <a:pt x="3167" y="1858"/>
                    <a:pt x="3191" y="1835"/>
                    <a:pt x="3227" y="1799"/>
                  </a:cubicBezTo>
                  <a:cubicBezTo>
                    <a:pt x="3417" y="1620"/>
                    <a:pt x="3429" y="1406"/>
                    <a:pt x="3405" y="1299"/>
                  </a:cubicBezTo>
                  <a:cubicBezTo>
                    <a:pt x="3396" y="1223"/>
                    <a:pt x="3333" y="1169"/>
                    <a:pt x="3266" y="1169"/>
                  </a:cubicBezTo>
                  <a:cubicBezTo>
                    <a:pt x="3249" y="1169"/>
                    <a:pt x="3232" y="1173"/>
                    <a:pt x="3215" y="1180"/>
                  </a:cubicBezTo>
                  <a:cubicBezTo>
                    <a:pt x="3120" y="1192"/>
                    <a:pt x="3060" y="1275"/>
                    <a:pt x="3096" y="1370"/>
                  </a:cubicBezTo>
                  <a:cubicBezTo>
                    <a:pt x="3096" y="1370"/>
                    <a:pt x="3108" y="1501"/>
                    <a:pt x="3012" y="1608"/>
                  </a:cubicBezTo>
                  <a:cubicBezTo>
                    <a:pt x="2905" y="1725"/>
                    <a:pt x="2682" y="1781"/>
                    <a:pt x="2375" y="1781"/>
                  </a:cubicBezTo>
                  <a:cubicBezTo>
                    <a:pt x="2275" y="1781"/>
                    <a:pt x="2165" y="1775"/>
                    <a:pt x="2048" y="1763"/>
                  </a:cubicBezTo>
                  <a:cubicBezTo>
                    <a:pt x="1989" y="1739"/>
                    <a:pt x="1929" y="1739"/>
                    <a:pt x="1869" y="1739"/>
                  </a:cubicBezTo>
                  <a:lnTo>
                    <a:pt x="1869" y="1501"/>
                  </a:lnTo>
                  <a:cubicBezTo>
                    <a:pt x="2060" y="1477"/>
                    <a:pt x="2250" y="1382"/>
                    <a:pt x="2417" y="1239"/>
                  </a:cubicBezTo>
                  <a:cubicBezTo>
                    <a:pt x="2620" y="1073"/>
                    <a:pt x="2715" y="858"/>
                    <a:pt x="2715" y="668"/>
                  </a:cubicBezTo>
                  <a:cubicBezTo>
                    <a:pt x="2715" y="299"/>
                    <a:pt x="2274"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5" name="Google Shape;12585;p67"/>
          <p:cNvGrpSpPr/>
          <p:nvPr/>
        </p:nvGrpSpPr>
        <p:grpSpPr>
          <a:xfrm>
            <a:off x="5796589" y="1576858"/>
            <a:ext cx="349024" cy="346752"/>
            <a:chOff x="5796589" y="1500658"/>
            <a:chExt cx="349024" cy="346752"/>
          </a:xfrm>
        </p:grpSpPr>
        <p:sp>
          <p:nvSpPr>
            <p:cNvPr id="12586" name="Google Shape;12586;p67"/>
            <p:cNvSpPr/>
            <p:nvPr/>
          </p:nvSpPr>
          <p:spPr>
            <a:xfrm>
              <a:off x="6089933" y="1500658"/>
              <a:ext cx="11104" cy="20992"/>
            </a:xfrm>
            <a:custGeom>
              <a:avLst/>
              <a:gdLst/>
              <a:ahLst/>
              <a:cxnLst/>
              <a:rect l="l" t="t" r="r" b="b"/>
              <a:pathLst>
                <a:path w="347" h="656" extrusionOk="0">
                  <a:moveTo>
                    <a:pt x="168" y="0"/>
                  </a:moveTo>
                  <a:cubicBezTo>
                    <a:pt x="72" y="0"/>
                    <a:pt x="1" y="72"/>
                    <a:pt x="1" y="155"/>
                  </a:cubicBezTo>
                  <a:cubicBezTo>
                    <a:pt x="1" y="155"/>
                    <a:pt x="1" y="310"/>
                    <a:pt x="13" y="500"/>
                  </a:cubicBezTo>
                  <a:cubicBezTo>
                    <a:pt x="13" y="596"/>
                    <a:pt x="84" y="655"/>
                    <a:pt x="180" y="655"/>
                  </a:cubicBezTo>
                  <a:lnTo>
                    <a:pt x="191" y="655"/>
                  </a:lnTo>
                  <a:cubicBezTo>
                    <a:pt x="287" y="655"/>
                    <a:pt x="346" y="572"/>
                    <a:pt x="346" y="489"/>
                  </a:cubicBezTo>
                  <a:cubicBezTo>
                    <a:pt x="322" y="298"/>
                    <a:pt x="322" y="155"/>
                    <a:pt x="322" y="155"/>
                  </a:cubicBez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87" name="Google Shape;12587;p67"/>
            <p:cNvGrpSpPr/>
            <p:nvPr/>
          </p:nvGrpSpPr>
          <p:grpSpPr>
            <a:xfrm>
              <a:off x="5796589" y="1500658"/>
              <a:ext cx="349024" cy="346752"/>
              <a:chOff x="5796589" y="1500658"/>
              <a:chExt cx="349024" cy="346752"/>
            </a:xfrm>
          </p:grpSpPr>
          <p:sp>
            <p:nvSpPr>
              <p:cNvPr id="12588" name="Google Shape;12588;p67"/>
              <p:cNvSpPr/>
              <p:nvPr/>
            </p:nvSpPr>
            <p:spPr>
              <a:xfrm>
                <a:off x="5893357" y="1544018"/>
                <a:ext cx="14496" cy="15328"/>
              </a:xfrm>
              <a:custGeom>
                <a:avLst/>
                <a:gdLst/>
                <a:ahLst/>
                <a:cxnLst/>
                <a:rect l="l" t="t" r="r" b="b"/>
                <a:pathLst>
                  <a:path w="453" h="479" extrusionOk="0">
                    <a:moveTo>
                      <a:pt x="271" y="1"/>
                    </a:moveTo>
                    <a:cubicBezTo>
                      <a:pt x="211" y="1"/>
                      <a:pt x="149" y="34"/>
                      <a:pt x="131" y="86"/>
                    </a:cubicBezTo>
                    <a:cubicBezTo>
                      <a:pt x="131" y="86"/>
                      <a:pt x="96" y="146"/>
                      <a:pt x="36" y="229"/>
                    </a:cubicBezTo>
                    <a:cubicBezTo>
                      <a:pt x="0" y="312"/>
                      <a:pt x="12" y="408"/>
                      <a:pt x="84" y="455"/>
                    </a:cubicBezTo>
                    <a:cubicBezTo>
                      <a:pt x="119" y="467"/>
                      <a:pt x="143" y="479"/>
                      <a:pt x="167" y="479"/>
                    </a:cubicBezTo>
                    <a:cubicBezTo>
                      <a:pt x="238" y="479"/>
                      <a:pt x="274" y="455"/>
                      <a:pt x="310" y="408"/>
                    </a:cubicBezTo>
                    <a:cubicBezTo>
                      <a:pt x="381" y="312"/>
                      <a:pt x="417" y="229"/>
                      <a:pt x="417" y="217"/>
                    </a:cubicBezTo>
                    <a:cubicBezTo>
                      <a:pt x="453" y="146"/>
                      <a:pt x="417" y="50"/>
                      <a:pt x="334" y="15"/>
                    </a:cubicBezTo>
                    <a:cubicBezTo>
                      <a:pt x="315" y="5"/>
                      <a:pt x="293"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9" name="Google Shape;12589;p67"/>
              <p:cNvSpPr/>
              <p:nvPr/>
            </p:nvSpPr>
            <p:spPr>
              <a:xfrm>
                <a:off x="5905165" y="1696114"/>
                <a:ext cx="32416" cy="37760"/>
              </a:xfrm>
              <a:custGeom>
                <a:avLst/>
                <a:gdLst/>
                <a:ahLst/>
                <a:cxnLst/>
                <a:rect l="l" t="t" r="r" b="b"/>
                <a:pathLst>
                  <a:path w="1013" h="1180" extrusionOk="0">
                    <a:moveTo>
                      <a:pt x="524" y="334"/>
                    </a:moveTo>
                    <a:cubicBezTo>
                      <a:pt x="620" y="334"/>
                      <a:pt x="703" y="405"/>
                      <a:pt x="703" y="512"/>
                    </a:cubicBezTo>
                    <a:lnTo>
                      <a:pt x="703" y="679"/>
                    </a:lnTo>
                    <a:cubicBezTo>
                      <a:pt x="703" y="774"/>
                      <a:pt x="620" y="858"/>
                      <a:pt x="524" y="858"/>
                    </a:cubicBezTo>
                    <a:cubicBezTo>
                      <a:pt x="417" y="858"/>
                      <a:pt x="346" y="774"/>
                      <a:pt x="346" y="679"/>
                    </a:cubicBezTo>
                    <a:lnTo>
                      <a:pt x="346" y="512"/>
                    </a:lnTo>
                    <a:cubicBezTo>
                      <a:pt x="346" y="405"/>
                      <a:pt x="417" y="334"/>
                      <a:pt x="524" y="334"/>
                    </a:cubicBezTo>
                    <a:close/>
                    <a:moveTo>
                      <a:pt x="500" y="0"/>
                    </a:moveTo>
                    <a:cubicBezTo>
                      <a:pt x="239" y="0"/>
                      <a:pt x="0" y="227"/>
                      <a:pt x="0" y="512"/>
                    </a:cubicBezTo>
                    <a:lnTo>
                      <a:pt x="0" y="679"/>
                    </a:lnTo>
                    <a:cubicBezTo>
                      <a:pt x="0" y="941"/>
                      <a:pt x="215" y="1179"/>
                      <a:pt x="500" y="1179"/>
                    </a:cubicBezTo>
                    <a:cubicBezTo>
                      <a:pt x="774" y="1179"/>
                      <a:pt x="1012" y="953"/>
                      <a:pt x="1012" y="679"/>
                    </a:cubicBezTo>
                    <a:lnTo>
                      <a:pt x="1012" y="512"/>
                    </a:lnTo>
                    <a:cubicBezTo>
                      <a:pt x="1012" y="227"/>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0" name="Google Shape;12590;p67"/>
              <p:cNvSpPr/>
              <p:nvPr/>
            </p:nvSpPr>
            <p:spPr>
              <a:xfrm>
                <a:off x="6003085" y="1696114"/>
                <a:ext cx="32416" cy="37760"/>
              </a:xfrm>
              <a:custGeom>
                <a:avLst/>
                <a:gdLst/>
                <a:ahLst/>
                <a:cxnLst/>
                <a:rect l="l" t="t" r="r" b="b"/>
                <a:pathLst>
                  <a:path w="1013" h="1180" extrusionOk="0">
                    <a:moveTo>
                      <a:pt x="512" y="334"/>
                    </a:moveTo>
                    <a:cubicBezTo>
                      <a:pt x="619" y="334"/>
                      <a:pt x="691" y="405"/>
                      <a:pt x="691" y="512"/>
                    </a:cubicBezTo>
                    <a:lnTo>
                      <a:pt x="691" y="679"/>
                    </a:lnTo>
                    <a:cubicBezTo>
                      <a:pt x="691" y="774"/>
                      <a:pt x="619" y="858"/>
                      <a:pt x="512" y="858"/>
                    </a:cubicBezTo>
                    <a:cubicBezTo>
                      <a:pt x="405" y="858"/>
                      <a:pt x="334" y="774"/>
                      <a:pt x="334" y="679"/>
                    </a:cubicBezTo>
                    <a:lnTo>
                      <a:pt x="334" y="512"/>
                    </a:lnTo>
                    <a:cubicBezTo>
                      <a:pt x="334" y="405"/>
                      <a:pt x="405" y="334"/>
                      <a:pt x="512" y="334"/>
                    </a:cubicBezTo>
                    <a:close/>
                    <a:moveTo>
                      <a:pt x="512" y="0"/>
                    </a:moveTo>
                    <a:cubicBezTo>
                      <a:pt x="238" y="0"/>
                      <a:pt x="0" y="227"/>
                      <a:pt x="0" y="512"/>
                    </a:cubicBezTo>
                    <a:lnTo>
                      <a:pt x="0" y="679"/>
                    </a:lnTo>
                    <a:cubicBezTo>
                      <a:pt x="0" y="941"/>
                      <a:pt x="227" y="1179"/>
                      <a:pt x="512" y="1179"/>
                    </a:cubicBezTo>
                    <a:cubicBezTo>
                      <a:pt x="798" y="1179"/>
                      <a:pt x="1012" y="953"/>
                      <a:pt x="1012" y="679"/>
                    </a:cubicBezTo>
                    <a:lnTo>
                      <a:pt x="1012" y="512"/>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67"/>
              <p:cNvSpPr/>
              <p:nvPr/>
            </p:nvSpPr>
            <p:spPr>
              <a:xfrm>
                <a:off x="5796589" y="1500658"/>
                <a:ext cx="349024" cy="346752"/>
              </a:xfrm>
              <a:custGeom>
                <a:avLst/>
                <a:gdLst/>
                <a:ahLst/>
                <a:cxnLst/>
                <a:rect l="l" t="t" r="r" b="b"/>
                <a:pathLst>
                  <a:path w="10907" h="10836" extrusionOk="0">
                    <a:moveTo>
                      <a:pt x="8215" y="4060"/>
                    </a:moveTo>
                    <a:lnTo>
                      <a:pt x="8215" y="4060"/>
                    </a:lnTo>
                    <a:cubicBezTo>
                      <a:pt x="7977" y="4227"/>
                      <a:pt x="7739" y="4430"/>
                      <a:pt x="7525" y="4668"/>
                    </a:cubicBezTo>
                    <a:cubicBezTo>
                      <a:pt x="7453" y="4596"/>
                      <a:pt x="7382" y="4525"/>
                      <a:pt x="7287" y="4441"/>
                    </a:cubicBezTo>
                    <a:cubicBezTo>
                      <a:pt x="7513" y="4358"/>
                      <a:pt x="7823" y="4203"/>
                      <a:pt x="8215" y="4060"/>
                    </a:cubicBezTo>
                    <a:close/>
                    <a:moveTo>
                      <a:pt x="2631" y="4072"/>
                    </a:moveTo>
                    <a:lnTo>
                      <a:pt x="2631" y="4072"/>
                    </a:lnTo>
                    <a:cubicBezTo>
                      <a:pt x="3036" y="4203"/>
                      <a:pt x="3358" y="4358"/>
                      <a:pt x="3560" y="4465"/>
                    </a:cubicBezTo>
                    <a:cubicBezTo>
                      <a:pt x="3465" y="4537"/>
                      <a:pt x="3393" y="4608"/>
                      <a:pt x="3322" y="4680"/>
                    </a:cubicBezTo>
                    <a:cubicBezTo>
                      <a:pt x="3108" y="4430"/>
                      <a:pt x="2870" y="4239"/>
                      <a:pt x="2631" y="4072"/>
                    </a:cubicBezTo>
                    <a:close/>
                    <a:moveTo>
                      <a:pt x="1357" y="3775"/>
                    </a:moveTo>
                    <a:lnTo>
                      <a:pt x="1357" y="3775"/>
                    </a:lnTo>
                    <a:cubicBezTo>
                      <a:pt x="1738" y="3906"/>
                      <a:pt x="2608" y="4263"/>
                      <a:pt x="3120" y="4953"/>
                    </a:cubicBezTo>
                    <a:cubicBezTo>
                      <a:pt x="3060" y="5049"/>
                      <a:pt x="3001" y="5168"/>
                      <a:pt x="2941" y="5287"/>
                    </a:cubicBezTo>
                    <a:cubicBezTo>
                      <a:pt x="1655" y="5192"/>
                      <a:pt x="1393" y="4215"/>
                      <a:pt x="1357" y="3775"/>
                    </a:cubicBezTo>
                    <a:close/>
                    <a:moveTo>
                      <a:pt x="9513" y="3775"/>
                    </a:moveTo>
                    <a:cubicBezTo>
                      <a:pt x="9466" y="4215"/>
                      <a:pt x="9216" y="5192"/>
                      <a:pt x="7918" y="5299"/>
                    </a:cubicBezTo>
                    <a:cubicBezTo>
                      <a:pt x="7870" y="5180"/>
                      <a:pt x="7811" y="5061"/>
                      <a:pt x="7739" y="4953"/>
                    </a:cubicBezTo>
                    <a:cubicBezTo>
                      <a:pt x="8275" y="4263"/>
                      <a:pt x="9120" y="3906"/>
                      <a:pt x="9513" y="3775"/>
                    </a:cubicBezTo>
                    <a:close/>
                    <a:moveTo>
                      <a:pt x="5429" y="8823"/>
                    </a:moveTo>
                    <a:cubicBezTo>
                      <a:pt x="5775" y="8823"/>
                      <a:pt x="5953" y="8966"/>
                      <a:pt x="5953" y="9025"/>
                    </a:cubicBezTo>
                    <a:cubicBezTo>
                      <a:pt x="5953" y="9132"/>
                      <a:pt x="5727" y="9359"/>
                      <a:pt x="5429" y="9359"/>
                    </a:cubicBezTo>
                    <a:cubicBezTo>
                      <a:pt x="5132" y="9347"/>
                      <a:pt x="4906" y="9121"/>
                      <a:pt x="4906" y="9025"/>
                    </a:cubicBezTo>
                    <a:cubicBezTo>
                      <a:pt x="4906" y="8966"/>
                      <a:pt x="5084" y="8823"/>
                      <a:pt x="5429" y="8823"/>
                    </a:cubicBezTo>
                    <a:close/>
                    <a:moveTo>
                      <a:pt x="5429" y="4251"/>
                    </a:moveTo>
                    <a:cubicBezTo>
                      <a:pt x="6287" y="4251"/>
                      <a:pt x="6930" y="4465"/>
                      <a:pt x="7322" y="4918"/>
                    </a:cubicBezTo>
                    <a:cubicBezTo>
                      <a:pt x="7644" y="5311"/>
                      <a:pt x="7811" y="5894"/>
                      <a:pt x="7811" y="6620"/>
                    </a:cubicBezTo>
                    <a:cubicBezTo>
                      <a:pt x="7811" y="7442"/>
                      <a:pt x="7644" y="7644"/>
                      <a:pt x="7215" y="8168"/>
                    </a:cubicBezTo>
                    <a:cubicBezTo>
                      <a:pt x="7132" y="8287"/>
                      <a:pt x="7001" y="8418"/>
                      <a:pt x="6882" y="8585"/>
                    </a:cubicBezTo>
                    <a:cubicBezTo>
                      <a:pt x="6870" y="8537"/>
                      <a:pt x="6858" y="8478"/>
                      <a:pt x="6822" y="8430"/>
                    </a:cubicBezTo>
                    <a:cubicBezTo>
                      <a:pt x="6797" y="8379"/>
                      <a:pt x="6740" y="8339"/>
                      <a:pt x="6684" y="8339"/>
                    </a:cubicBezTo>
                    <a:cubicBezTo>
                      <a:pt x="6662" y="8339"/>
                      <a:pt x="6640" y="8345"/>
                      <a:pt x="6620" y="8359"/>
                    </a:cubicBezTo>
                    <a:cubicBezTo>
                      <a:pt x="6549" y="8406"/>
                      <a:pt x="6501" y="8490"/>
                      <a:pt x="6549" y="8561"/>
                    </a:cubicBezTo>
                    <a:cubicBezTo>
                      <a:pt x="6608" y="8668"/>
                      <a:pt x="6620" y="8787"/>
                      <a:pt x="6620" y="8906"/>
                    </a:cubicBezTo>
                    <a:cubicBezTo>
                      <a:pt x="6620" y="9502"/>
                      <a:pt x="6275" y="9823"/>
                      <a:pt x="5572" y="9847"/>
                    </a:cubicBezTo>
                    <a:lnTo>
                      <a:pt x="5572" y="9644"/>
                    </a:lnTo>
                    <a:cubicBezTo>
                      <a:pt x="5965" y="9561"/>
                      <a:pt x="6263" y="9263"/>
                      <a:pt x="6263" y="9013"/>
                    </a:cubicBezTo>
                    <a:cubicBezTo>
                      <a:pt x="6263" y="8716"/>
                      <a:pt x="5906" y="8490"/>
                      <a:pt x="5429" y="8490"/>
                    </a:cubicBezTo>
                    <a:cubicBezTo>
                      <a:pt x="4953" y="8490"/>
                      <a:pt x="4596" y="8716"/>
                      <a:pt x="4596" y="9013"/>
                    </a:cubicBezTo>
                    <a:cubicBezTo>
                      <a:pt x="4596" y="9263"/>
                      <a:pt x="4894" y="9585"/>
                      <a:pt x="5275" y="9644"/>
                    </a:cubicBezTo>
                    <a:lnTo>
                      <a:pt x="5275" y="9847"/>
                    </a:lnTo>
                    <a:cubicBezTo>
                      <a:pt x="4584" y="9799"/>
                      <a:pt x="4239" y="9502"/>
                      <a:pt x="4239" y="8906"/>
                    </a:cubicBezTo>
                    <a:cubicBezTo>
                      <a:pt x="4239" y="8382"/>
                      <a:pt x="4775" y="7954"/>
                      <a:pt x="5441" y="7954"/>
                    </a:cubicBezTo>
                    <a:cubicBezTo>
                      <a:pt x="5679" y="7954"/>
                      <a:pt x="5906" y="8013"/>
                      <a:pt x="6108" y="8120"/>
                    </a:cubicBezTo>
                    <a:cubicBezTo>
                      <a:pt x="6134" y="8135"/>
                      <a:pt x="6162" y="8142"/>
                      <a:pt x="6188" y="8142"/>
                    </a:cubicBezTo>
                    <a:cubicBezTo>
                      <a:pt x="6245" y="8142"/>
                      <a:pt x="6298" y="8110"/>
                      <a:pt x="6322" y="8061"/>
                    </a:cubicBezTo>
                    <a:cubicBezTo>
                      <a:pt x="6370" y="7990"/>
                      <a:pt x="6334" y="7882"/>
                      <a:pt x="6263" y="7859"/>
                    </a:cubicBezTo>
                    <a:cubicBezTo>
                      <a:pt x="6025" y="7716"/>
                      <a:pt x="5739" y="7656"/>
                      <a:pt x="5441" y="7656"/>
                    </a:cubicBezTo>
                    <a:cubicBezTo>
                      <a:pt x="4739" y="7656"/>
                      <a:pt x="4144" y="8061"/>
                      <a:pt x="3965" y="8597"/>
                    </a:cubicBezTo>
                    <a:cubicBezTo>
                      <a:pt x="3846" y="8430"/>
                      <a:pt x="3727" y="8299"/>
                      <a:pt x="3643" y="8180"/>
                    </a:cubicBezTo>
                    <a:cubicBezTo>
                      <a:pt x="3215" y="7644"/>
                      <a:pt x="3048" y="7454"/>
                      <a:pt x="3048" y="6632"/>
                    </a:cubicBezTo>
                    <a:cubicBezTo>
                      <a:pt x="3048" y="5894"/>
                      <a:pt x="3215" y="5323"/>
                      <a:pt x="3536" y="4942"/>
                    </a:cubicBezTo>
                    <a:cubicBezTo>
                      <a:pt x="3929" y="4477"/>
                      <a:pt x="4560" y="4251"/>
                      <a:pt x="5429" y="4251"/>
                    </a:cubicBezTo>
                    <a:close/>
                    <a:moveTo>
                      <a:pt x="4596" y="10025"/>
                    </a:moveTo>
                    <a:cubicBezTo>
                      <a:pt x="4822" y="10121"/>
                      <a:pt x="5108" y="10180"/>
                      <a:pt x="5429" y="10180"/>
                    </a:cubicBezTo>
                    <a:cubicBezTo>
                      <a:pt x="5751" y="10180"/>
                      <a:pt x="6037" y="10133"/>
                      <a:pt x="6263" y="10025"/>
                    </a:cubicBezTo>
                    <a:lnTo>
                      <a:pt x="6263" y="10025"/>
                    </a:lnTo>
                    <a:cubicBezTo>
                      <a:pt x="6179" y="10383"/>
                      <a:pt x="5906" y="10537"/>
                      <a:pt x="5429" y="10537"/>
                    </a:cubicBezTo>
                    <a:cubicBezTo>
                      <a:pt x="4953" y="10537"/>
                      <a:pt x="4691" y="10371"/>
                      <a:pt x="4596" y="10025"/>
                    </a:cubicBezTo>
                    <a:close/>
                    <a:moveTo>
                      <a:pt x="1560" y="0"/>
                    </a:moveTo>
                    <a:cubicBezTo>
                      <a:pt x="1465" y="0"/>
                      <a:pt x="1393" y="72"/>
                      <a:pt x="1393" y="155"/>
                    </a:cubicBezTo>
                    <a:cubicBezTo>
                      <a:pt x="1393" y="512"/>
                      <a:pt x="1334" y="1524"/>
                      <a:pt x="1096" y="1917"/>
                    </a:cubicBezTo>
                    <a:cubicBezTo>
                      <a:pt x="834" y="1691"/>
                      <a:pt x="619" y="1441"/>
                      <a:pt x="500" y="1120"/>
                    </a:cubicBezTo>
                    <a:cubicBezTo>
                      <a:pt x="322" y="691"/>
                      <a:pt x="357" y="346"/>
                      <a:pt x="357" y="334"/>
                    </a:cubicBezTo>
                    <a:cubicBezTo>
                      <a:pt x="369" y="250"/>
                      <a:pt x="298" y="167"/>
                      <a:pt x="214" y="155"/>
                    </a:cubicBezTo>
                    <a:cubicBezTo>
                      <a:pt x="208" y="154"/>
                      <a:pt x="202" y="154"/>
                      <a:pt x="196" y="154"/>
                    </a:cubicBezTo>
                    <a:cubicBezTo>
                      <a:pt x="121" y="154"/>
                      <a:pt x="58" y="220"/>
                      <a:pt x="36" y="286"/>
                    </a:cubicBezTo>
                    <a:cubicBezTo>
                      <a:pt x="36" y="310"/>
                      <a:pt x="0" y="727"/>
                      <a:pt x="203" y="1215"/>
                    </a:cubicBezTo>
                    <a:cubicBezTo>
                      <a:pt x="393" y="1679"/>
                      <a:pt x="834" y="2286"/>
                      <a:pt x="1858" y="2656"/>
                    </a:cubicBezTo>
                    <a:cubicBezTo>
                      <a:pt x="3286" y="3179"/>
                      <a:pt x="4084" y="3775"/>
                      <a:pt x="4382" y="4025"/>
                    </a:cubicBezTo>
                    <a:cubicBezTo>
                      <a:pt x="4227" y="4084"/>
                      <a:pt x="4060" y="4144"/>
                      <a:pt x="3905" y="4215"/>
                    </a:cubicBezTo>
                    <a:cubicBezTo>
                      <a:pt x="3596" y="4060"/>
                      <a:pt x="2417" y="3465"/>
                      <a:pt x="1250" y="3370"/>
                    </a:cubicBezTo>
                    <a:cubicBezTo>
                      <a:pt x="1203" y="3370"/>
                      <a:pt x="1155" y="3394"/>
                      <a:pt x="1131" y="3418"/>
                    </a:cubicBezTo>
                    <a:cubicBezTo>
                      <a:pt x="1096" y="3453"/>
                      <a:pt x="1084" y="3489"/>
                      <a:pt x="1072" y="3537"/>
                    </a:cubicBezTo>
                    <a:cubicBezTo>
                      <a:pt x="1072" y="3548"/>
                      <a:pt x="1048" y="4025"/>
                      <a:pt x="1286" y="4537"/>
                    </a:cubicBezTo>
                    <a:cubicBezTo>
                      <a:pt x="1500" y="4965"/>
                      <a:pt x="1941" y="5501"/>
                      <a:pt x="2893" y="5596"/>
                    </a:cubicBezTo>
                    <a:cubicBezTo>
                      <a:pt x="2822" y="5894"/>
                      <a:pt x="2774" y="6227"/>
                      <a:pt x="2774" y="6608"/>
                    </a:cubicBezTo>
                    <a:cubicBezTo>
                      <a:pt x="2774" y="7537"/>
                      <a:pt x="2989" y="7799"/>
                      <a:pt x="3453" y="8359"/>
                    </a:cubicBezTo>
                    <a:cubicBezTo>
                      <a:pt x="3596" y="8537"/>
                      <a:pt x="3774" y="8763"/>
                      <a:pt x="3989" y="9049"/>
                    </a:cubicBezTo>
                    <a:cubicBezTo>
                      <a:pt x="4013" y="9359"/>
                      <a:pt x="4120" y="9609"/>
                      <a:pt x="4322" y="9787"/>
                    </a:cubicBezTo>
                    <a:cubicBezTo>
                      <a:pt x="4346" y="10454"/>
                      <a:pt x="4763" y="10835"/>
                      <a:pt x="5501" y="10835"/>
                    </a:cubicBezTo>
                    <a:cubicBezTo>
                      <a:pt x="6251" y="10835"/>
                      <a:pt x="6668" y="10454"/>
                      <a:pt x="6680" y="9787"/>
                    </a:cubicBezTo>
                    <a:cubicBezTo>
                      <a:pt x="6870" y="9597"/>
                      <a:pt x="6989" y="9347"/>
                      <a:pt x="7025" y="9049"/>
                    </a:cubicBezTo>
                    <a:cubicBezTo>
                      <a:pt x="7227" y="8763"/>
                      <a:pt x="7406" y="8537"/>
                      <a:pt x="7561" y="8359"/>
                    </a:cubicBezTo>
                    <a:cubicBezTo>
                      <a:pt x="8013" y="7799"/>
                      <a:pt x="8227" y="7537"/>
                      <a:pt x="8227" y="6608"/>
                    </a:cubicBezTo>
                    <a:cubicBezTo>
                      <a:pt x="8227" y="6227"/>
                      <a:pt x="8180" y="5894"/>
                      <a:pt x="8108" y="5596"/>
                    </a:cubicBezTo>
                    <a:cubicBezTo>
                      <a:pt x="9061" y="5489"/>
                      <a:pt x="9501" y="4965"/>
                      <a:pt x="9716" y="4537"/>
                    </a:cubicBezTo>
                    <a:cubicBezTo>
                      <a:pt x="9954" y="4049"/>
                      <a:pt x="9942" y="3572"/>
                      <a:pt x="9942" y="3537"/>
                    </a:cubicBezTo>
                    <a:cubicBezTo>
                      <a:pt x="9942" y="3489"/>
                      <a:pt x="9918" y="3453"/>
                      <a:pt x="9882" y="3418"/>
                    </a:cubicBezTo>
                    <a:cubicBezTo>
                      <a:pt x="9847" y="3394"/>
                      <a:pt x="9799" y="3370"/>
                      <a:pt x="9763" y="3370"/>
                    </a:cubicBezTo>
                    <a:cubicBezTo>
                      <a:pt x="8585" y="3477"/>
                      <a:pt x="7406" y="4060"/>
                      <a:pt x="7096" y="4215"/>
                    </a:cubicBezTo>
                    <a:cubicBezTo>
                      <a:pt x="6941" y="4144"/>
                      <a:pt x="6799" y="4072"/>
                      <a:pt x="6620" y="4025"/>
                    </a:cubicBezTo>
                    <a:cubicBezTo>
                      <a:pt x="6918" y="3775"/>
                      <a:pt x="7703" y="3179"/>
                      <a:pt x="9144" y="2656"/>
                    </a:cubicBezTo>
                    <a:cubicBezTo>
                      <a:pt x="10180" y="2286"/>
                      <a:pt x="10609" y="1667"/>
                      <a:pt x="10799" y="1215"/>
                    </a:cubicBezTo>
                    <a:cubicBezTo>
                      <a:pt x="10906" y="739"/>
                      <a:pt x="10859" y="322"/>
                      <a:pt x="10859" y="310"/>
                    </a:cubicBezTo>
                    <a:cubicBezTo>
                      <a:pt x="10849" y="229"/>
                      <a:pt x="10795" y="174"/>
                      <a:pt x="10721" y="174"/>
                    </a:cubicBezTo>
                    <a:cubicBezTo>
                      <a:pt x="10708" y="174"/>
                      <a:pt x="10694" y="175"/>
                      <a:pt x="10680" y="179"/>
                    </a:cubicBezTo>
                    <a:cubicBezTo>
                      <a:pt x="10597" y="191"/>
                      <a:pt x="10537" y="262"/>
                      <a:pt x="10549" y="346"/>
                    </a:cubicBezTo>
                    <a:cubicBezTo>
                      <a:pt x="10549" y="346"/>
                      <a:pt x="10585" y="715"/>
                      <a:pt x="10406" y="1143"/>
                    </a:cubicBezTo>
                    <a:cubicBezTo>
                      <a:pt x="10263" y="1453"/>
                      <a:pt x="10073" y="1703"/>
                      <a:pt x="9811" y="1929"/>
                    </a:cubicBezTo>
                    <a:cubicBezTo>
                      <a:pt x="9716" y="1786"/>
                      <a:pt x="9620" y="1513"/>
                      <a:pt x="9585" y="1167"/>
                    </a:cubicBezTo>
                    <a:cubicBezTo>
                      <a:pt x="9574" y="1091"/>
                      <a:pt x="9503" y="1035"/>
                      <a:pt x="9427" y="1035"/>
                    </a:cubicBezTo>
                    <a:cubicBezTo>
                      <a:pt x="9420" y="1035"/>
                      <a:pt x="9413" y="1035"/>
                      <a:pt x="9406" y="1036"/>
                    </a:cubicBezTo>
                    <a:cubicBezTo>
                      <a:pt x="9311" y="1048"/>
                      <a:pt x="9251" y="1132"/>
                      <a:pt x="9263" y="1215"/>
                    </a:cubicBezTo>
                    <a:cubicBezTo>
                      <a:pt x="9323" y="1620"/>
                      <a:pt x="9418" y="1929"/>
                      <a:pt x="9549" y="2120"/>
                    </a:cubicBezTo>
                    <a:cubicBezTo>
                      <a:pt x="9370" y="2227"/>
                      <a:pt x="9180" y="2334"/>
                      <a:pt x="8954" y="2405"/>
                    </a:cubicBezTo>
                    <a:cubicBezTo>
                      <a:pt x="8704" y="2501"/>
                      <a:pt x="8465" y="2596"/>
                      <a:pt x="8239" y="2691"/>
                    </a:cubicBezTo>
                    <a:cubicBezTo>
                      <a:pt x="8573" y="2191"/>
                      <a:pt x="8763" y="1739"/>
                      <a:pt x="8549" y="1060"/>
                    </a:cubicBezTo>
                    <a:cubicBezTo>
                      <a:pt x="8530" y="996"/>
                      <a:pt x="8470" y="953"/>
                      <a:pt x="8410" y="953"/>
                    </a:cubicBezTo>
                    <a:cubicBezTo>
                      <a:pt x="8392" y="953"/>
                      <a:pt x="8375" y="957"/>
                      <a:pt x="8358" y="965"/>
                    </a:cubicBezTo>
                    <a:cubicBezTo>
                      <a:pt x="8275" y="989"/>
                      <a:pt x="8227" y="1084"/>
                      <a:pt x="8251" y="1155"/>
                    </a:cubicBezTo>
                    <a:cubicBezTo>
                      <a:pt x="8358" y="1513"/>
                      <a:pt x="8346" y="1798"/>
                      <a:pt x="8239" y="2060"/>
                    </a:cubicBezTo>
                    <a:cubicBezTo>
                      <a:pt x="7918" y="1870"/>
                      <a:pt x="7739" y="1489"/>
                      <a:pt x="7739" y="1465"/>
                    </a:cubicBezTo>
                    <a:cubicBezTo>
                      <a:pt x="7713" y="1413"/>
                      <a:pt x="7651" y="1374"/>
                      <a:pt x="7591" y="1374"/>
                    </a:cubicBezTo>
                    <a:cubicBezTo>
                      <a:pt x="7568" y="1374"/>
                      <a:pt x="7545" y="1380"/>
                      <a:pt x="7525" y="1393"/>
                    </a:cubicBezTo>
                    <a:cubicBezTo>
                      <a:pt x="7453" y="1417"/>
                      <a:pt x="7406" y="1524"/>
                      <a:pt x="7453" y="1596"/>
                    </a:cubicBezTo>
                    <a:cubicBezTo>
                      <a:pt x="7465" y="1620"/>
                      <a:pt x="7692" y="2096"/>
                      <a:pt x="8108" y="2346"/>
                    </a:cubicBezTo>
                    <a:cubicBezTo>
                      <a:pt x="8001" y="2525"/>
                      <a:pt x="7858" y="2715"/>
                      <a:pt x="7703" y="2929"/>
                    </a:cubicBezTo>
                    <a:lnTo>
                      <a:pt x="7656" y="2989"/>
                    </a:lnTo>
                    <a:cubicBezTo>
                      <a:pt x="6703" y="3477"/>
                      <a:pt x="6263" y="3918"/>
                      <a:pt x="6191" y="3977"/>
                    </a:cubicBezTo>
                    <a:cubicBezTo>
                      <a:pt x="5965" y="3941"/>
                      <a:pt x="5727" y="3918"/>
                      <a:pt x="5453" y="3918"/>
                    </a:cubicBezTo>
                    <a:cubicBezTo>
                      <a:pt x="5191" y="3918"/>
                      <a:pt x="4953" y="3941"/>
                      <a:pt x="4727" y="3977"/>
                    </a:cubicBezTo>
                    <a:cubicBezTo>
                      <a:pt x="4667" y="3906"/>
                      <a:pt x="4203" y="3477"/>
                      <a:pt x="3251" y="2989"/>
                    </a:cubicBezTo>
                    <a:lnTo>
                      <a:pt x="3215" y="2929"/>
                    </a:lnTo>
                    <a:cubicBezTo>
                      <a:pt x="3048" y="2715"/>
                      <a:pt x="2917" y="2536"/>
                      <a:pt x="2810" y="2346"/>
                    </a:cubicBezTo>
                    <a:cubicBezTo>
                      <a:pt x="2834" y="2334"/>
                      <a:pt x="2870" y="2310"/>
                      <a:pt x="2893" y="2286"/>
                    </a:cubicBezTo>
                    <a:cubicBezTo>
                      <a:pt x="2977" y="2239"/>
                      <a:pt x="2989" y="2132"/>
                      <a:pt x="2941" y="2060"/>
                    </a:cubicBezTo>
                    <a:cubicBezTo>
                      <a:pt x="2910" y="2014"/>
                      <a:pt x="2860" y="1993"/>
                      <a:pt x="2806" y="1993"/>
                    </a:cubicBezTo>
                    <a:cubicBezTo>
                      <a:pt x="2776" y="1993"/>
                      <a:pt x="2745" y="2000"/>
                      <a:pt x="2715" y="2013"/>
                    </a:cubicBezTo>
                    <a:cubicBezTo>
                      <a:pt x="2703" y="2036"/>
                      <a:pt x="2691" y="2036"/>
                      <a:pt x="2679" y="2048"/>
                    </a:cubicBezTo>
                    <a:cubicBezTo>
                      <a:pt x="2572" y="1774"/>
                      <a:pt x="2536" y="1501"/>
                      <a:pt x="2655" y="1143"/>
                    </a:cubicBezTo>
                    <a:cubicBezTo>
                      <a:pt x="2691" y="1048"/>
                      <a:pt x="2643" y="965"/>
                      <a:pt x="2560" y="941"/>
                    </a:cubicBezTo>
                    <a:cubicBezTo>
                      <a:pt x="2543" y="937"/>
                      <a:pt x="2527" y="935"/>
                      <a:pt x="2512" y="935"/>
                    </a:cubicBezTo>
                    <a:cubicBezTo>
                      <a:pt x="2437" y="935"/>
                      <a:pt x="2377" y="979"/>
                      <a:pt x="2358" y="1048"/>
                    </a:cubicBezTo>
                    <a:cubicBezTo>
                      <a:pt x="2155" y="1739"/>
                      <a:pt x="2346" y="2191"/>
                      <a:pt x="2679" y="2667"/>
                    </a:cubicBezTo>
                    <a:cubicBezTo>
                      <a:pt x="2453" y="2584"/>
                      <a:pt x="2215" y="2477"/>
                      <a:pt x="1965" y="2394"/>
                    </a:cubicBezTo>
                    <a:cubicBezTo>
                      <a:pt x="1738" y="2310"/>
                      <a:pt x="1548" y="2215"/>
                      <a:pt x="1369" y="2108"/>
                    </a:cubicBezTo>
                    <a:cubicBezTo>
                      <a:pt x="1727" y="1560"/>
                      <a:pt x="1727" y="215"/>
                      <a:pt x="1727" y="155"/>
                    </a:cubicBezTo>
                    <a:cubicBezTo>
                      <a:pt x="1727" y="72"/>
                      <a:pt x="1643" y="0"/>
                      <a:pt x="1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592" name="Google Shape;12592;p67"/>
          <p:cNvGrpSpPr/>
          <p:nvPr/>
        </p:nvGrpSpPr>
        <p:grpSpPr>
          <a:xfrm>
            <a:off x="6895373" y="1578778"/>
            <a:ext cx="348640" cy="343296"/>
            <a:chOff x="6895373" y="1502578"/>
            <a:chExt cx="348640" cy="343296"/>
          </a:xfrm>
        </p:grpSpPr>
        <p:sp>
          <p:nvSpPr>
            <p:cNvPr id="12593" name="Google Shape;12593;p67"/>
            <p:cNvSpPr/>
            <p:nvPr/>
          </p:nvSpPr>
          <p:spPr>
            <a:xfrm>
              <a:off x="6895373" y="1502578"/>
              <a:ext cx="348640" cy="343296"/>
            </a:xfrm>
            <a:custGeom>
              <a:avLst/>
              <a:gdLst/>
              <a:ahLst/>
              <a:cxnLst/>
              <a:rect l="l" t="t" r="r" b="b"/>
              <a:pathLst>
                <a:path w="10895" h="10728" extrusionOk="0">
                  <a:moveTo>
                    <a:pt x="1263" y="321"/>
                  </a:moveTo>
                  <a:cubicBezTo>
                    <a:pt x="1799" y="536"/>
                    <a:pt x="2834" y="1036"/>
                    <a:pt x="3823" y="2179"/>
                  </a:cubicBezTo>
                  <a:cubicBezTo>
                    <a:pt x="3596" y="2262"/>
                    <a:pt x="3370" y="2345"/>
                    <a:pt x="3168" y="2465"/>
                  </a:cubicBezTo>
                  <a:cubicBezTo>
                    <a:pt x="2334" y="1214"/>
                    <a:pt x="1501" y="548"/>
                    <a:pt x="1215" y="321"/>
                  </a:cubicBezTo>
                  <a:close/>
                  <a:moveTo>
                    <a:pt x="9681" y="310"/>
                  </a:moveTo>
                  <a:lnTo>
                    <a:pt x="9681" y="310"/>
                  </a:lnTo>
                  <a:cubicBezTo>
                    <a:pt x="9585" y="381"/>
                    <a:pt x="9419" y="512"/>
                    <a:pt x="9228" y="691"/>
                  </a:cubicBezTo>
                  <a:cubicBezTo>
                    <a:pt x="9169" y="750"/>
                    <a:pt x="9145" y="857"/>
                    <a:pt x="9204" y="917"/>
                  </a:cubicBezTo>
                  <a:cubicBezTo>
                    <a:pt x="9240" y="952"/>
                    <a:pt x="9288" y="964"/>
                    <a:pt x="9323" y="964"/>
                  </a:cubicBezTo>
                  <a:cubicBezTo>
                    <a:pt x="9371" y="964"/>
                    <a:pt x="9407" y="952"/>
                    <a:pt x="9431" y="917"/>
                  </a:cubicBezTo>
                  <a:cubicBezTo>
                    <a:pt x="9621" y="738"/>
                    <a:pt x="9788" y="619"/>
                    <a:pt x="9883" y="548"/>
                  </a:cubicBezTo>
                  <a:lnTo>
                    <a:pt x="9883" y="548"/>
                  </a:lnTo>
                  <a:cubicBezTo>
                    <a:pt x="9800" y="2036"/>
                    <a:pt x="9442" y="3238"/>
                    <a:pt x="9288" y="3667"/>
                  </a:cubicBezTo>
                  <a:cubicBezTo>
                    <a:pt x="9145" y="3524"/>
                    <a:pt x="9014" y="3393"/>
                    <a:pt x="8883" y="3250"/>
                  </a:cubicBezTo>
                  <a:cubicBezTo>
                    <a:pt x="8609" y="3000"/>
                    <a:pt x="8311" y="2774"/>
                    <a:pt x="8002" y="2596"/>
                  </a:cubicBezTo>
                  <a:cubicBezTo>
                    <a:pt x="8288" y="2179"/>
                    <a:pt x="8597" y="1798"/>
                    <a:pt x="8907" y="1441"/>
                  </a:cubicBezTo>
                  <a:cubicBezTo>
                    <a:pt x="8966" y="1381"/>
                    <a:pt x="8966" y="1274"/>
                    <a:pt x="8895" y="1214"/>
                  </a:cubicBezTo>
                  <a:cubicBezTo>
                    <a:pt x="8866" y="1186"/>
                    <a:pt x="8827" y="1171"/>
                    <a:pt x="8787" y="1171"/>
                  </a:cubicBezTo>
                  <a:cubicBezTo>
                    <a:pt x="8744" y="1171"/>
                    <a:pt x="8700" y="1189"/>
                    <a:pt x="8669" y="1226"/>
                  </a:cubicBezTo>
                  <a:cubicBezTo>
                    <a:pt x="8335" y="1607"/>
                    <a:pt x="8002" y="2024"/>
                    <a:pt x="7716" y="2453"/>
                  </a:cubicBezTo>
                  <a:cubicBezTo>
                    <a:pt x="7514" y="2345"/>
                    <a:pt x="7287" y="2238"/>
                    <a:pt x="7061" y="2167"/>
                  </a:cubicBezTo>
                  <a:cubicBezTo>
                    <a:pt x="8061" y="1048"/>
                    <a:pt x="9085" y="536"/>
                    <a:pt x="9645" y="321"/>
                  </a:cubicBezTo>
                  <a:cubicBezTo>
                    <a:pt x="9657" y="321"/>
                    <a:pt x="9669" y="310"/>
                    <a:pt x="9681" y="310"/>
                  </a:cubicBezTo>
                  <a:close/>
                  <a:moveTo>
                    <a:pt x="1025" y="571"/>
                  </a:moveTo>
                  <a:cubicBezTo>
                    <a:pt x="1287" y="774"/>
                    <a:pt x="2084" y="1429"/>
                    <a:pt x="2894" y="2631"/>
                  </a:cubicBezTo>
                  <a:cubicBezTo>
                    <a:pt x="2584" y="2810"/>
                    <a:pt x="2299" y="3036"/>
                    <a:pt x="2013" y="3286"/>
                  </a:cubicBezTo>
                  <a:cubicBezTo>
                    <a:pt x="1870" y="3417"/>
                    <a:pt x="1739" y="3548"/>
                    <a:pt x="1620" y="3703"/>
                  </a:cubicBezTo>
                  <a:cubicBezTo>
                    <a:pt x="1453" y="3250"/>
                    <a:pt x="1096" y="2060"/>
                    <a:pt x="1025" y="571"/>
                  </a:cubicBezTo>
                  <a:close/>
                  <a:moveTo>
                    <a:pt x="3291" y="4769"/>
                  </a:moveTo>
                  <a:cubicBezTo>
                    <a:pt x="3574" y="4769"/>
                    <a:pt x="3813" y="4862"/>
                    <a:pt x="4013" y="5024"/>
                  </a:cubicBezTo>
                  <a:cubicBezTo>
                    <a:pt x="4287" y="5251"/>
                    <a:pt x="4430" y="5608"/>
                    <a:pt x="4430" y="5989"/>
                  </a:cubicBezTo>
                  <a:cubicBezTo>
                    <a:pt x="4430" y="6465"/>
                    <a:pt x="4227" y="6989"/>
                    <a:pt x="4013" y="7477"/>
                  </a:cubicBezTo>
                  <a:cubicBezTo>
                    <a:pt x="3811" y="8001"/>
                    <a:pt x="3585" y="8525"/>
                    <a:pt x="3585" y="9061"/>
                  </a:cubicBezTo>
                  <a:lnTo>
                    <a:pt x="3585" y="9108"/>
                  </a:lnTo>
                  <a:cubicBezTo>
                    <a:pt x="2715" y="8668"/>
                    <a:pt x="1668" y="8334"/>
                    <a:pt x="1275" y="8191"/>
                  </a:cubicBezTo>
                  <a:lnTo>
                    <a:pt x="1430" y="7560"/>
                  </a:lnTo>
                  <a:cubicBezTo>
                    <a:pt x="1441" y="7477"/>
                    <a:pt x="1406" y="7406"/>
                    <a:pt x="1334" y="7382"/>
                  </a:cubicBezTo>
                  <a:cubicBezTo>
                    <a:pt x="1227" y="7334"/>
                    <a:pt x="715" y="7168"/>
                    <a:pt x="394" y="7084"/>
                  </a:cubicBezTo>
                  <a:cubicBezTo>
                    <a:pt x="953" y="6096"/>
                    <a:pt x="1846" y="4965"/>
                    <a:pt x="3073" y="4786"/>
                  </a:cubicBezTo>
                  <a:cubicBezTo>
                    <a:pt x="3148" y="4774"/>
                    <a:pt x="3221" y="4769"/>
                    <a:pt x="3291" y="4769"/>
                  </a:cubicBezTo>
                  <a:close/>
                  <a:moveTo>
                    <a:pt x="7599" y="4760"/>
                  </a:moveTo>
                  <a:cubicBezTo>
                    <a:pt x="7668" y="4760"/>
                    <a:pt x="7739" y="4765"/>
                    <a:pt x="7811" y="4774"/>
                  </a:cubicBezTo>
                  <a:cubicBezTo>
                    <a:pt x="9050" y="4953"/>
                    <a:pt x="9942" y="6084"/>
                    <a:pt x="10490" y="7060"/>
                  </a:cubicBezTo>
                  <a:cubicBezTo>
                    <a:pt x="10181" y="7168"/>
                    <a:pt x="9645" y="7334"/>
                    <a:pt x="9550" y="7382"/>
                  </a:cubicBezTo>
                  <a:cubicBezTo>
                    <a:pt x="9478" y="7406"/>
                    <a:pt x="9442" y="7477"/>
                    <a:pt x="9466" y="7560"/>
                  </a:cubicBezTo>
                  <a:lnTo>
                    <a:pt x="9609" y="8191"/>
                  </a:lnTo>
                  <a:cubicBezTo>
                    <a:pt x="9228" y="8311"/>
                    <a:pt x="8168" y="8668"/>
                    <a:pt x="7299" y="9108"/>
                  </a:cubicBezTo>
                  <a:lnTo>
                    <a:pt x="7299" y="9049"/>
                  </a:lnTo>
                  <a:cubicBezTo>
                    <a:pt x="7299" y="8525"/>
                    <a:pt x="7085" y="7989"/>
                    <a:pt x="6871" y="7465"/>
                  </a:cubicBezTo>
                  <a:cubicBezTo>
                    <a:pt x="6668" y="6977"/>
                    <a:pt x="6454" y="6453"/>
                    <a:pt x="6454" y="5977"/>
                  </a:cubicBezTo>
                  <a:cubicBezTo>
                    <a:pt x="6454" y="5596"/>
                    <a:pt x="6609" y="5239"/>
                    <a:pt x="6871" y="5012"/>
                  </a:cubicBezTo>
                  <a:cubicBezTo>
                    <a:pt x="7062" y="4840"/>
                    <a:pt x="7315" y="4760"/>
                    <a:pt x="7599" y="4760"/>
                  </a:cubicBezTo>
                  <a:close/>
                  <a:moveTo>
                    <a:pt x="5430" y="8358"/>
                  </a:moveTo>
                  <a:cubicBezTo>
                    <a:pt x="5799" y="8358"/>
                    <a:pt x="6132" y="8549"/>
                    <a:pt x="6132" y="8763"/>
                  </a:cubicBezTo>
                  <a:cubicBezTo>
                    <a:pt x="6132" y="8953"/>
                    <a:pt x="5835" y="9084"/>
                    <a:pt x="5609" y="9192"/>
                  </a:cubicBezTo>
                  <a:lnTo>
                    <a:pt x="5597" y="9192"/>
                  </a:lnTo>
                  <a:cubicBezTo>
                    <a:pt x="5549" y="9215"/>
                    <a:pt x="5493" y="9227"/>
                    <a:pt x="5434" y="9227"/>
                  </a:cubicBezTo>
                  <a:cubicBezTo>
                    <a:pt x="5376" y="9227"/>
                    <a:pt x="5317" y="9215"/>
                    <a:pt x="5263" y="9192"/>
                  </a:cubicBezTo>
                  <a:cubicBezTo>
                    <a:pt x="5037" y="9084"/>
                    <a:pt x="4728" y="8953"/>
                    <a:pt x="4728" y="8763"/>
                  </a:cubicBezTo>
                  <a:cubicBezTo>
                    <a:pt x="4728" y="8549"/>
                    <a:pt x="5061" y="8358"/>
                    <a:pt x="5430" y="8358"/>
                  </a:cubicBezTo>
                  <a:close/>
                  <a:moveTo>
                    <a:pt x="5430" y="2226"/>
                  </a:moveTo>
                  <a:cubicBezTo>
                    <a:pt x="6633" y="2226"/>
                    <a:pt x="7752" y="2667"/>
                    <a:pt x="8645" y="3500"/>
                  </a:cubicBezTo>
                  <a:cubicBezTo>
                    <a:pt x="9371" y="4179"/>
                    <a:pt x="9919" y="5096"/>
                    <a:pt x="10276" y="6179"/>
                  </a:cubicBezTo>
                  <a:cubicBezTo>
                    <a:pt x="9966" y="5751"/>
                    <a:pt x="9645" y="5393"/>
                    <a:pt x="9300" y="5132"/>
                  </a:cubicBezTo>
                  <a:cubicBezTo>
                    <a:pt x="8835" y="4751"/>
                    <a:pt x="8347" y="4536"/>
                    <a:pt x="7823" y="4453"/>
                  </a:cubicBezTo>
                  <a:cubicBezTo>
                    <a:pt x="7735" y="4439"/>
                    <a:pt x="7648" y="4433"/>
                    <a:pt x="7563" y="4433"/>
                  </a:cubicBezTo>
                  <a:cubicBezTo>
                    <a:pt x="7204" y="4433"/>
                    <a:pt x="6883" y="4553"/>
                    <a:pt x="6633" y="4774"/>
                  </a:cubicBezTo>
                  <a:cubicBezTo>
                    <a:pt x="6299" y="5048"/>
                    <a:pt x="6109" y="5501"/>
                    <a:pt x="6109" y="5977"/>
                  </a:cubicBezTo>
                  <a:cubicBezTo>
                    <a:pt x="6109" y="6525"/>
                    <a:pt x="6335" y="7060"/>
                    <a:pt x="6561" y="7584"/>
                  </a:cubicBezTo>
                  <a:cubicBezTo>
                    <a:pt x="6764" y="8084"/>
                    <a:pt x="6978" y="8572"/>
                    <a:pt x="6978" y="9049"/>
                  </a:cubicBezTo>
                  <a:cubicBezTo>
                    <a:pt x="6990" y="9239"/>
                    <a:pt x="6859" y="9501"/>
                    <a:pt x="6585" y="9680"/>
                  </a:cubicBezTo>
                  <a:cubicBezTo>
                    <a:pt x="6424" y="9783"/>
                    <a:pt x="6258" y="9823"/>
                    <a:pt x="6097" y="9823"/>
                  </a:cubicBezTo>
                  <a:cubicBezTo>
                    <a:pt x="5924" y="9823"/>
                    <a:pt x="5757" y="9777"/>
                    <a:pt x="5609" y="9715"/>
                  </a:cubicBezTo>
                  <a:lnTo>
                    <a:pt x="5609" y="9513"/>
                  </a:lnTo>
                  <a:lnTo>
                    <a:pt x="5740" y="9477"/>
                  </a:lnTo>
                  <a:lnTo>
                    <a:pt x="5751" y="9477"/>
                  </a:lnTo>
                  <a:cubicBezTo>
                    <a:pt x="6037" y="9358"/>
                    <a:pt x="6454" y="9156"/>
                    <a:pt x="6454" y="8763"/>
                  </a:cubicBezTo>
                  <a:cubicBezTo>
                    <a:pt x="6454" y="8358"/>
                    <a:pt x="6013" y="8025"/>
                    <a:pt x="5430" y="8025"/>
                  </a:cubicBezTo>
                  <a:cubicBezTo>
                    <a:pt x="4859" y="8025"/>
                    <a:pt x="4406" y="8346"/>
                    <a:pt x="4406" y="8763"/>
                  </a:cubicBezTo>
                  <a:cubicBezTo>
                    <a:pt x="4406" y="9156"/>
                    <a:pt x="4835" y="9358"/>
                    <a:pt x="5097" y="9477"/>
                  </a:cubicBezTo>
                  <a:lnTo>
                    <a:pt x="5120" y="9477"/>
                  </a:lnTo>
                  <a:cubicBezTo>
                    <a:pt x="5156" y="9489"/>
                    <a:pt x="5216" y="9513"/>
                    <a:pt x="5263" y="9513"/>
                  </a:cubicBezTo>
                  <a:lnTo>
                    <a:pt x="5263" y="9715"/>
                  </a:lnTo>
                  <a:cubicBezTo>
                    <a:pt x="5128" y="9777"/>
                    <a:pt x="4960" y="9823"/>
                    <a:pt x="4784" y="9823"/>
                  </a:cubicBezTo>
                  <a:cubicBezTo>
                    <a:pt x="4620" y="9823"/>
                    <a:pt x="4448" y="9783"/>
                    <a:pt x="4287" y="9680"/>
                  </a:cubicBezTo>
                  <a:cubicBezTo>
                    <a:pt x="4001" y="9501"/>
                    <a:pt x="3882" y="9239"/>
                    <a:pt x="3882" y="9049"/>
                  </a:cubicBezTo>
                  <a:cubicBezTo>
                    <a:pt x="3882" y="8584"/>
                    <a:pt x="4073" y="8096"/>
                    <a:pt x="4299" y="7584"/>
                  </a:cubicBezTo>
                  <a:cubicBezTo>
                    <a:pt x="4525" y="7060"/>
                    <a:pt x="4739" y="6525"/>
                    <a:pt x="4739" y="5977"/>
                  </a:cubicBezTo>
                  <a:cubicBezTo>
                    <a:pt x="4739" y="5501"/>
                    <a:pt x="4549" y="5048"/>
                    <a:pt x="4227" y="4774"/>
                  </a:cubicBezTo>
                  <a:cubicBezTo>
                    <a:pt x="3963" y="4549"/>
                    <a:pt x="3635" y="4437"/>
                    <a:pt x="3275" y="4437"/>
                  </a:cubicBezTo>
                  <a:cubicBezTo>
                    <a:pt x="3197" y="4437"/>
                    <a:pt x="3118" y="4442"/>
                    <a:pt x="3037" y="4453"/>
                  </a:cubicBezTo>
                  <a:cubicBezTo>
                    <a:pt x="2525" y="4536"/>
                    <a:pt x="2025" y="4751"/>
                    <a:pt x="1560" y="5132"/>
                  </a:cubicBezTo>
                  <a:cubicBezTo>
                    <a:pt x="1215" y="5393"/>
                    <a:pt x="894" y="5751"/>
                    <a:pt x="572" y="6179"/>
                  </a:cubicBezTo>
                  <a:cubicBezTo>
                    <a:pt x="929" y="5096"/>
                    <a:pt x="1489" y="4179"/>
                    <a:pt x="2215" y="3500"/>
                  </a:cubicBezTo>
                  <a:cubicBezTo>
                    <a:pt x="3108" y="2667"/>
                    <a:pt x="4227" y="2226"/>
                    <a:pt x="5430" y="2226"/>
                  </a:cubicBezTo>
                  <a:close/>
                  <a:moveTo>
                    <a:pt x="5454" y="10001"/>
                  </a:moveTo>
                  <a:cubicBezTo>
                    <a:pt x="5692" y="10096"/>
                    <a:pt x="5918" y="10144"/>
                    <a:pt x="6097" y="10144"/>
                  </a:cubicBezTo>
                  <a:cubicBezTo>
                    <a:pt x="6156" y="10144"/>
                    <a:pt x="6216" y="10144"/>
                    <a:pt x="6275" y="10132"/>
                  </a:cubicBezTo>
                  <a:lnTo>
                    <a:pt x="6275" y="10132"/>
                  </a:lnTo>
                  <a:cubicBezTo>
                    <a:pt x="6228" y="10180"/>
                    <a:pt x="6168" y="10239"/>
                    <a:pt x="6097" y="10275"/>
                  </a:cubicBezTo>
                  <a:cubicBezTo>
                    <a:pt x="5930" y="10370"/>
                    <a:pt x="5692" y="10430"/>
                    <a:pt x="5454" y="10430"/>
                  </a:cubicBezTo>
                  <a:cubicBezTo>
                    <a:pt x="5216" y="10430"/>
                    <a:pt x="4978" y="10370"/>
                    <a:pt x="4823" y="10275"/>
                  </a:cubicBezTo>
                  <a:cubicBezTo>
                    <a:pt x="4739" y="10239"/>
                    <a:pt x="4680" y="10192"/>
                    <a:pt x="4644" y="10132"/>
                  </a:cubicBezTo>
                  <a:lnTo>
                    <a:pt x="4644" y="10132"/>
                  </a:lnTo>
                  <a:cubicBezTo>
                    <a:pt x="4704" y="10144"/>
                    <a:pt x="4763" y="10144"/>
                    <a:pt x="4823" y="10144"/>
                  </a:cubicBezTo>
                  <a:cubicBezTo>
                    <a:pt x="5013" y="10144"/>
                    <a:pt x="5216" y="10096"/>
                    <a:pt x="5454" y="10001"/>
                  </a:cubicBezTo>
                  <a:close/>
                  <a:moveTo>
                    <a:pt x="1184" y="0"/>
                  </a:moveTo>
                  <a:cubicBezTo>
                    <a:pt x="1083" y="0"/>
                    <a:pt x="985" y="30"/>
                    <a:pt x="906" y="95"/>
                  </a:cubicBezTo>
                  <a:cubicBezTo>
                    <a:pt x="775" y="202"/>
                    <a:pt x="691" y="345"/>
                    <a:pt x="691" y="512"/>
                  </a:cubicBezTo>
                  <a:cubicBezTo>
                    <a:pt x="787" y="2417"/>
                    <a:pt x="1310" y="3822"/>
                    <a:pt x="1370" y="3977"/>
                  </a:cubicBezTo>
                  <a:cubicBezTo>
                    <a:pt x="727" y="4834"/>
                    <a:pt x="251" y="5905"/>
                    <a:pt x="13" y="7132"/>
                  </a:cubicBezTo>
                  <a:cubicBezTo>
                    <a:pt x="1" y="7215"/>
                    <a:pt x="36" y="7298"/>
                    <a:pt x="132" y="7310"/>
                  </a:cubicBezTo>
                  <a:cubicBezTo>
                    <a:pt x="501" y="7418"/>
                    <a:pt x="894" y="7537"/>
                    <a:pt x="1096" y="7596"/>
                  </a:cubicBezTo>
                  <a:lnTo>
                    <a:pt x="953" y="8251"/>
                  </a:lnTo>
                  <a:cubicBezTo>
                    <a:pt x="929" y="8322"/>
                    <a:pt x="977" y="8418"/>
                    <a:pt x="1049" y="8441"/>
                  </a:cubicBezTo>
                  <a:cubicBezTo>
                    <a:pt x="1072" y="8441"/>
                    <a:pt x="2703" y="8953"/>
                    <a:pt x="3727" y="9513"/>
                  </a:cubicBezTo>
                  <a:cubicBezTo>
                    <a:pt x="3835" y="9680"/>
                    <a:pt x="3966" y="9834"/>
                    <a:pt x="4144" y="9930"/>
                  </a:cubicBezTo>
                  <a:cubicBezTo>
                    <a:pt x="4180" y="9965"/>
                    <a:pt x="4227" y="9977"/>
                    <a:pt x="4287" y="10013"/>
                  </a:cubicBezTo>
                  <a:cubicBezTo>
                    <a:pt x="4299" y="10406"/>
                    <a:pt x="4799" y="10727"/>
                    <a:pt x="5454" y="10727"/>
                  </a:cubicBezTo>
                  <a:cubicBezTo>
                    <a:pt x="6109" y="10727"/>
                    <a:pt x="6621" y="10406"/>
                    <a:pt x="6633" y="10013"/>
                  </a:cubicBezTo>
                  <a:cubicBezTo>
                    <a:pt x="6680" y="9977"/>
                    <a:pt x="6728" y="9965"/>
                    <a:pt x="6764" y="9930"/>
                  </a:cubicBezTo>
                  <a:cubicBezTo>
                    <a:pt x="6942" y="9834"/>
                    <a:pt x="7085" y="9680"/>
                    <a:pt x="7180" y="9513"/>
                  </a:cubicBezTo>
                  <a:cubicBezTo>
                    <a:pt x="8228" y="8953"/>
                    <a:pt x="9847" y="8441"/>
                    <a:pt x="9859" y="8441"/>
                  </a:cubicBezTo>
                  <a:cubicBezTo>
                    <a:pt x="9942" y="8418"/>
                    <a:pt x="10002" y="8346"/>
                    <a:pt x="9966" y="8251"/>
                  </a:cubicBezTo>
                  <a:lnTo>
                    <a:pt x="9823" y="7596"/>
                  </a:lnTo>
                  <a:cubicBezTo>
                    <a:pt x="10014" y="7537"/>
                    <a:pt x="10419" y="7418"/>
                    <a:pt x="10788" y="7310"/>
                  </a:cubicBezTo>
                  <a:cubicBezTo>
                    <a:pt x="10847" y="7298"/>
                    <a:pt x="10895" y="7227"/>
                    <a:pt x="10871" y="7132"/>
                  </a:cubicBezTo>
                  <a:cubicBezTo>
                    <a:pt x="10633" y="5905"/>
                    <a:pt x="10181" y="4834"/>
                    <a:pt x="9526" y="3989"/>
                  </a:cubicBezTo>
                  <a:cubicBezTo>
                    <a:pt x="9585" y="3822"/>
                    <a:pt x="10121" y="2405"/>
                    <a:pt x="10193" y="512"/>
                  </a:cubicBezTo>
                  <a:cubicBezTo>
                    <a:pt x="10193" y="357"/>
                    <a:pt x="10121" y="190"/>
                    <a:pt x="9978" y="95"/>
                  </a:cubicBezTo>
                  <a:cubicBezTo>
                    <a:pt x="9898" y="30"/>
                    <a:pt x="9801" y="0"/>
                    <a:pt x="9699" y="0"/>
                  </a:cubicBezTo>
                  <a:cubicBezTo>
                    <a:pt x="9634" y="0"/>
                    <a:pt x="9567" y="12"/>
                    <a:pt x="9502" y="36"/>
                  </a:cubicBezTo>
                  <a:cubicBezTo>
                    <a:pt x="8930" y="262"/>
                    <a:pt x="7799" y="821"/>
                    <a:pt x="6740" y="2095"/>
                  </a:cubicBezTo>
                  <a:cubicBezTo>
                    <a:pt x="6323" y="1988"/>
                    <a:pt x="5894" y="1929"/>
                    <a:pt x="5442" y="1929"/>
                  </a:cubicBezTo>
                  <a:cubicBezTo>
                    <a:pt x="5001" y="1929"/>
                    <a:pt x="4561" y="1988"/>
                    <a:pt x="4144" y="2095"/>
                  </a:cubicBezTo>
                  <a:cubicBezTo>
                    <a:pt x="3096" y="821"/>
                    <a:pt x="1965" y="262"/>
                    <a:pt x="1382" y="36"/>
                  </a:cubicBezTo>
                  <a:cubicBezTo>
                    <a:pt x="1317" y="12"/>
                    <a:pt x="1250" y="0"/>
                    <a:pt x="1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67"/>
            <p:cNvSpPr/>
            <p:nvPr/>
          </p:nvSpPr>
          <p:spPr>
            <a:xfrm>
              <a:off x="6977677" y="1667154"/>
              <a:ext cx="48416" cy="59456"/>
            </a:xfrm>
            <a:custGeom>
              <a:avLst/>
              <a:gdLst/>
              <a:ahLst/>
              <a:cxnLst/>
              <a:rect l="l" t="t" r="r" b="b"/>
              <a:pathLst>
                <a:path w="1513" h="1858" extrusionOk="0">
                  <a:moveTo>
                    <a:pt x="751" y="0"/>
                  </a:moveTo>
                  <a:cubicBezTo>
                    <a:pt x="334" y="0"/>
                    <a:pt x="1" y="346"/>
                    <a:pt x="1" y="762"/>
                  </a:cubicBezTo>
                  <a:lnTo>
                    <a:pt x="1" y="1096"/>
                  </a:lnTo>
                  <a:cubicBezTo>
                    <a:pt x="1" y="1524"/>
                    <a:pt x="334" y="1858"/>
                    <a:pt x="751" y="1858"/>
                  </a:cubicBezTo>
                  <a:cubicBezTo>
                    <a:pt x="1167" y="1858"/>
                    <a:pt x="1513" y="1524"/>
                    <a:pt x="1513" y="1096"/>
                  </a:cubicBezTo>
                  <a:lnTo>
                    <a:pt x="1513" y="762"/>
                  </a:lnTo>
                  <a:cubicBezTo>
                    <a:pt x="1501" y="643"/>
                    <a:pt x="1489" y="536"/>
                    <a:pt x="1429" y="429"/>
                  </a:cubicBezTo>
                  <a:cubicBezTo>
                    <a:pt x="1395" y="378"/>
                    <a:pt x="1342" y="338"/>
                    <a:pt x="1284" y="338"/>
                  </a:cubicBezTo>
                  <a:cubicBezTo>
                    <a:pt x="1261" y="338"/>
                    <a:pt x="1238" y="344"/>
                    <a:pt x="1215" y="358"/>
                  </a:cubicBezTo>
                  <a:cubicBezTo>
                    <a:pt x="1144" y="405"/>
                    <a:pt x="1096" y="489"/>
                    <a:pt x="1144" y="560"/>
                  </a:cubicBezTo>
                  <a:cubicBezTo>
                    <a:pt x="1179" y="620"/>
                    <a:pt x="1191" y="679"/>
                    <a:pt x="1191" y="762"/>
                  </a:cubicBezTo>
                  <a:lnTo>
                    <a:pt x="1191" y="1096"/>
                  </a:lnTo>
                  <a:cubicBezTo>
                    <a:pt x="1191" y="1346"/>
                    <a:pt x="1001" y="1536"/>
                    <a:pt x="751" y="1536"/>
                  </a:cubicBezTo>
                  <a:cubicBezTo>
                    <a:pt x="524" y="1536"/>
                    <a:pt x="322" y="1334"/>
                    <a:pt x="322" y="1096"/>
                  </a:cubicBezTo>
                  <a:lnTo>
                    <a:pt x="322" y="762"/>
                  </a:lnTo>
                  <a:cubicBezTo>
                    <a:pt x="322" y="524"/>
                    <a:pt x="512" y="334"/>
                    <a:pt x="751" y="334"/>
                  </a:cubicBezTo>
                  <a:cubicBezTo>
                    <a:pt x="846" y="334"/>
                    <a:pt x="917" y="250"/>
                    <a:pt x="917" y="167"/>
                  </a:cubicBezTo>
                  <a:cubicBezTo>
                    <a:pt x="917" y="72"/>
                    <a:pt x="846"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5" name="Google Shape;12595;p67"/>
            <p:cNvSpPr/>
            <p:nvPr/>
          </p:nvSpPr>
          <p:spPr>
            <a:xfrm>
              <a:off x="7113709" y="1667154"/>
              <a:ext cx="48800" cy="59456"/>
            </a:xfrm>
            <a:custGeom>
              <a:avLst/>
              <a:gdLst/>
              <a:ahLst/>
              <a:cxnLst/>
              <a:rect l="l" t="t" r="r" b="b"/>
              <a:pathLst>
                <a:path w="1525" h="1858" extrusionOk="0">
                  <a:moveTo>
                    <a:pt x="762" y="0"/>
                  </a:moveTo>
                  <a:cubicBezTo>
                    <a:pt x="345" y="0"/>
                    <a:pt x="0" y="346"/>
                    <a:pt x="0" y="762"/>
                  </a:cubicBezTo>
                  <a:lnTo>
                    <a:pt x="0" y="1096"/>
                  </a:lnTo>
                  <a:cubicBezTo>
                    <a:pt x="0" y="1524"/>
                    <a:pt x="345" y="1858"/>
                    <a:pt x="762" y="1858"/>
                  </a:cubicBezTo>
                  <a:cubicBezTo>
                    <a:pt x="1179" y="1858"/>
                    <a:pt x="1524" y="1524"/>
                    <a:pt x="1524" y="1096"/>
                  </a:cubicBezTo>
                  <a:lnTo>
                    <a:pt x="1524" y="762"/>
                  </a:lnTo>
                  <a:cubicBezTo>
                    <a:pt x="1512" y="643"/>
                    <a:pt x="1476" y="536"/>
                    <a:pt x="1429" y="429"/>
                  </a:cubicBezTo>
                  <a:cubicBezTo>
                    <a:pt x="1403" y="378"/>
                    <a:pt x="1346" y="338"/>
                    <a:pt x="1290" y="338"/>
                  </a:cubicBezTo>
                  <a:cubicBezTo>
                    <a:pt x="1268" y="338"/>
                    <a:pt x="1246" y="344"/>
                    <a:pt x="1226" y="358"/>
                  </a:cubicBezTo>
                  <a:cubicBezTo>
                    <a:pt x="1143" y="405"/>
                    <a:pt x="1107" y="489"/>
                    <a:pt x="1143" y="560"/>
                  </a:cubicBezTo>
                  <a:cubicBezTo>
                    <a:pt x="1179" y="620"/>
                    <a:pt x="1191" y="679"/>
                    <a:pt x="1191" y="762"/>
                  </a:cubicBezTo>
                  <a:lnTo>
                    <a:pt x="1191" y="1096"/>
                  </a:lnTo>
                  <a:cubicBezTo>
                    <a:pt x="1191" y="1346"/>
                    <a:pt x="1000" y="1536"/>
                    <a:pt x="762" y="1536"/>
                  </a:cubicBezTo>
                  <a:cubicBezTo>
                    <a:pt x="524" y="1536"/>
                    <a:pt x="333" y="1334"/>
                    <a:pt x="333" y="1096"/>
                  </a:cubicBezTo>
                  <a:lnTo>
                    <a:pt x="333" y="762"/>
                  </a:lnTo>
                  <a:cubicBezTo>
                    <a:pt x="333" y="524"/>
                    <a:pt x="524" y="334"/>
                    <a:pt x="762" y="334"/>
                  </a:cubicBezTo>
                  <a:cubicBezTo>
                    <a:pt x="845" y="334"/>
                    <a:pt x="929" y="250"/>
                    <a:pt x="929" y="167"/>
                  </a:cubicBezTo>
                  <a:cubicBezTo>
                    <a:pt x="929" y="72"/>
                    <a:pt x="845"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6" name="Google Shape;12596;p67"/>
          <p:cNvGrpSpPr/>
          <p:nvPr/>
        </p:nvGrpSpPr>
        <p:grpSpPr>
          <a:xfrm>
            <a:off x="4147597" y="1581658"/>
            <a:ext cx="347904" cy="336992"/>
            <a:chOff x="4147597" y="1505458"/>
            <a:chExt cx="347904" cy="336992"/>
          </a:xfrm>
        </p:grpSpPr>
        <p:sp>
          <p:nvSpPr>
            <p:cNvPr id="12597" name="Google Shape;12597;p67"/>
            <p:cNvSpPr/>
            <p:nvPr/>
          </p:nvSpPr>
          <p:spPr>
            <a:xfrm>
              <a:off x="4293901" y="1707410"/>
              <a:ext cx="22528" cy="15392"/>
            </a:xfrm>
            <a:custGeom>
              <a:avLst/>
              <a:gdLst/>
              <a:ahLst/>
              <a:cxnLst/>
              <a:rect l="l" t="t" r="r" b="b"/>
              <a:pathLst>
                <a:path w="704" h="481" extrusionOk="0">
                  <a:moveTo>
                    <a:pt x="182" y="1"/>
                  </a:moveTo>
                  <a:cubicBezTo>
                    <a:pt x="124" y="1"/>
                    <a:pt x="65" y="32"/>
                    <a:pt x="49" y="100"/>
                  </a:cubicBezTo>
                  <a:cubicBezTo>
                    <a:pt x="1" y="171"/>
                    <a:pt x="37" y="278"/>
                    <a:pt x="120" y="302"/>
                  </a:cubicBezTo>
                  <a:lnTo>
                    <a:pt x="465" y="469"/>
                  </a:lnTo>
                  <a:cubicBezTo>
                    <a:pt x="489" y="481"/>
                    <a:pt x="513" y="481"/>
                    <a:pt x="537" y="481"/>
                  </a:cubicBezTo>
                  <a:cubicBezTo>
                    <a:pt x="596" y="481"/>
                    <a:pt x="656" y="457"/>
                    <a:pt x="691" y="397"/>
                  </a:cubicBezTo>
                  <a:cubicBezTo>
                    <a:pt x="703" y="326"/>
                    <a:pt x="668" y="219"/>
                    <a:pt x="596" y="183"/>
                  </a:cubicBezTo>
                  <a:lnTo>
                    <a:pt x="251" y="16"/>
                  </a:lnTo>
                  <a:cubicBezTo>
                    <a:pt x="230" y="6"/>
                    <a:pt x="206"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67"/>
            <p:cNvSpPr/>
            <p:nvPr/>
          </p:nvSpPr>
          <p:spPr>
            <a:xfrm>
              <a:off x="4326669" y="1707250"/>
              <a:ext cx="22528" cy="15168"/>
            </a:xfrm>
            <a:custGeom>
              <a:avLst/>
              <a:gdLst/>
              <a:ahLst/>
              <a:cxnLst/>
              <a:rect l="l" t="t" r="r" b="b"/>
              <a:pathLst>
                <a:path w="704" h="474" extrusionOk="0">
                  <a:moveTo>
                    <a:pt x="508" y="1"/>
                  </a:moveTo>
                  <a:cubicBezTo>
                    <a:pt x="489" y="1"/>
                    <a:pt x="471" y="4"/>
                    <a:pt x="453" y="10"/>
                  </a:cubicBezTo>
                  <a:lnTo>
                    <a:pt x="108" y="176"/>
                  </a:lnTo>
                  <a:cubicBezTo>
                    <a:pt x="37" y="224"/>
                    <a:pt x="1" y="307"/>
                    <a:pt x="37" y="391"/>
                  </a:cubicBezTo>
                  <a:cubicBezTo>
                    <a:pt x="60" y="438"/>
                    <a:pt x="120" y="474"/>
                    <a:pt x="179" y="474"/>
                  </a:cubicBezTo>
                  <a:cubicBezTo>
                    <a:pt x="215" y="474"/>
                    <a:pt x="227" y="474"/>
                    <a:pt x="263" y="462"/>
                  </a:cubicBezTo>
                  <a:lnTo>
                    <a:pt x="596" y="295"/>
                  </a:lnTo>
                  <a:cubicBezTo>
                    <a:pt x="656" y="271"/>
                    <a:pt x="703" y="164"/>
                    <a:pt x="656" y="93"/>
                  </a:cubicBezTo>
                  <a:cubicBezTo>
                    <a:pt x="629" y="30"/>
                    <a:pt x="567"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9" name="Google Shape;12599;p67"/>
            <p:cNvSpPr/>
            <p:nvPr/>
          </p:nvSpPr>
          <p:spPr>
            <a:xfrm>
              <a:off x="4147597" y="1505458"/>
              <a:ext cx="347904" cy="336992"/>
            </a:xfrm>
            <a:custGeom>
              <a:avLst/>
              <a:gdLst/>
              <a:ahLst/>
              <a:cxnLst/>
              <a:rect l="l" t="t" r="r" b="b"/>
              <a:pathLst>
                <a:path w="10872" h="10531" extrusionOk="0">
                  <a:moveTo>
                    <a:pt x="1525" y="3387"/>
                  </a:moveTo>
                  <a:cubicBezTo>
                    <a:pt x="1632" y="3387"/>
                    <a:pt x="1727" y="3398"/>
                    <a:pt x="1834" y="3434"/>
                  </a:cubicBezTo>
                  <a:cubicBezTo>
                    <a:pt x="1751" y="3756"/>
                    <a:pt x="1703" y="4089"/>
                    <a:pt x="1703" y="4422"/>
                  </a:cubicBezTo>
                  <a:cubicBezTo>
                    <a:pt x="1703" y="4720"/>
                    <a:pt x="1608" y="5042"/>
                    <a:pt x="1453" y="5315"/>
                  </a:cubicBezTo>
                  <a:cubicBezTo>
                    <a:pt x="1358" y="5470"/>
                    <a:pt x="1299" y="5613"/>
                    <a:pt x="1239" y="5768"/>
                  </a:cubicBezTo>
                  <a:cubicBezTo>
                    <a:pt x="703" y="5637"/>
                    <a:pt x="322" y="5161"/>
                    <a:pt x="322" y="4589"/>
                  </a:cubicBezTo>
                  <a:cubicBezTo>
                    <a:pt x="322" y="3922"/>
                    <a:pt x="858" y="3387"/>
                    <a:pt x="1525" y="3387"/>
                  </a:cubicBezTo>
                  <a:close/>
                  <a:moveTo>
                    <a:pt x="9347" y="3387"/>
                  </a:moveTo>
                  <a:cubicBezTo>
                    <a:pt x="10026" y="3387"/>
                    <a:pt x="10562" y="3922"/>
                    <a:pt x="10562" y="4589"/>
                  </a:cubicBezTo>
                  <a:cubicBezTo>
                    <a:pt x="10538" y="5161"/>
                    <a:pt x="10157" y="5637"/>
                    <a:pt x="9633" y="5768"/>
                  </a:cubicBezTo>
                  <a:cubicBezTo>
                    <a:pt x="9574" y="5625"/>
                    <a:pt x="9502" y="5470"/>
                    <a:pt x="9431" y="5327"/>
                  </a:cubicBezTo>
                  <a:cubicBezTo>
                    <a:pt x="9264" y="5042"/>
                    <a:pt x="9169" y="4732"/>
                    <a:pt x="9169" y="4434"/>
                  </a:cubicBezTo>
                  <a:cubicBezTo>
                    <a:pt x="9169" y="4089"/>
                    <a:pt x="9133" y="3756"/>
                    <a:pt x="9038" y="3434"/>
                  </a:cubicBezTo>
                  <a:cubicBezTo>
                    <a:pt x="9145" y="3398"/>
                    <a:pt x="9252" y="3387"/>
                    <a:pt x="9347" y="3387"/>
                  </a:cubicBezTo>
                  <a:close/>
                  <a:moveTo>
                    <a:pt x="5656" y="386"/>
                  </a:moveTo>
                  <a:lnTo>
                    <a:pt x="5775" y="886"/>
                  </a:lnTo>
                  <a:cubicBezTo>
                    <a:pt x="5799" y="934"/>
                    <a:pt x="5823" y="982"/>
                    <a:pt x="5871" y="993"/>
                  </a:cubicBezTo>
                  <a:cubicBezTo>
                    <a:pt x="5898" y="1000"/>
                    <a:pt x="5922" y="1007"/>
                    <a:pt x="5946" y="1007"/>
                  </a:cubicBezTo>
                  <a:cubicBezTo>
                    <a:pt x="5964" y="1007"/>
                    <a:pt x="5982" y="1003"/>
                    <a:pt x="6002" y="993"/>
                  </a:cubicBezTo>
                  <a:lnTo>
                    <a:pt x="6633" y="743"/>
                  </a:lnTo>
                  <a:lnTo>
                    <a:pt x="6633" y="1112"/>
                  </a:lnTo>
                  <a:cubicBezTo>
                    <a:pt x="6633" y="1172"/>
                    <a:pt x="6668" y="1232"/>
                    <a:pt x="6728" y="1255"/>
                  </a:cubicBezTo>
                  <a:cubicBezTo>
                    <a:pt x="8014" y="1791"/>
                    <a:pt x="8847" y="3029"/>
                    <a:pt x="8847" y="4411"/>
                  </a:cubicBezTo>
                  <a:cubicBezTo>
                    <a:pt x="8847" y="4768"/>
                    <a:pt x="8954" y="5137"/>
                    <a:pt x="9145" y="5470"/>
                  </a:cubicBezTo>
                  <a:cubicBezTo>
                    <a:pt x="9395" y="5923"/>
                    <a:pt x="9526" y="6399"/>
                    <a:pt x="9526" y="6887"/>
                  </a:cubicBezTo>
                  <a:cubicBezTo>
                    <a:pt x="9526" y="8732"/>
                    <a:pt x="7680" y="10221"/>
                    <a:pt x="5442" y="10221"/>
                  </a:cubicBezTo>
                  <a:cubicBezTo>
                    <a:pt x="3180" y="10221"/>
                    <a:pt x="1346" y="8732"/>
                    <a:pt x="1346" y="6887"/>
                  </a:cubicBezTo>
                  <a:cubicBezTo>
                    <a:pt x="1346" y="6399"/>
                    <a:pt x="1477" y="5923"/>
                    <a:pt x="1727" y="5470"/>
                  </a:cubicBezTo>
                  <a:cubicBezTo>
                    <a:pt x="1930" y="5149"/>
                    <a:pt x="2025" y="4768"/>
                    <a:pt x="2025" y="4411"/>
                  </a:cubicBezTo>
                  <a:cubicBezTo>
                    <a:pt x="2025" y="3637"/>
                    <a:pt x="2299" y="2863"/>
                    <a:pt x="2787" y="2267"/>
                  </a:cubicBezTo>
                  <a:cubicBezTo>
                    <a:pt x="3275" y="1672"/>
                    <a:pt x="3954" y="1255"/>
                    <a:pt x="4692" y="1101"/>
                  </a:cubicBezTo>
                  <a:cubicBezTo>
                    <a:pt x="4728" y="1101"/>
                    <a:pt x="4751" y="1065"/>
                    <a:pt x="4763" y="1053"/>
                  </a:cubicBezTo>
                  <a:cubicBezTo>
                    <a:pt x="5061" y="743"/>
                    <a:pt x="5359" y="517"/>
                    <a:pt x="5656" y="386"/>
                  </a:cubicBezTo>
                  <a:close/>
                  <a:moveTo>
                    <a:pt x="5754" y="1"/>
                  </a:moveTo>
                  <a:cubicBezTo>
                    <a:pt x="5741" y="1"/>
                    <a:pt x="5729" y="2"/>
                    <a:pt x="5716" y="5"/>
                  </a:cubicBezTo>
                  <a:cubicBezTo>
                    <a:pt x="5335" y="148"/>
                    <a:pt x="4930" y="398"/>
                    <a:pt x="4573" y="779"/>
                  </a:cubicBezTo>
                  <a:cubicBezTo>
                    <a:pt x="3775" y="982"/>
                    <a:pt x="3061" y="1422"/>
                    <a:pt x="2537" y="2065"/>
                  </a:cubicBezTo>
                  <a:cubicBezTo>
                    <a:pt x="2287" y="2375"/>
                    <a:pt x="2073" y="2732"/>
                    <a:pt x="1942" y="3125"/>
                  </a:cubicBezTo>
                  <a:cubicBezTo>
                    <a:pt x="1811" y="3077"/>
                    <a:pt x="1668" y="3065"/>
                    <a:pt x="1525" y="3065"/>
                  </a:cubicBezTo>
                  <a:cubicBezTo>
                    <a:pt x="691" y="3065"/>
                    <a:pt x="1" y="3744"/>
                    <a:pt x="1" y="4577"/>
                  </a:cubicBezTo>
                  <a:cubicBezTo>
                    <a:pt x="1" y="5280"/>
                    <a:pt x="477" y="5875"/>
                    <a:pt x="1132" y="6054"/>
                  </a:cubicBezTo>
                  <a:cubicBezTo>
                    <a:pt x="1061" y="6316"/>
                    <a:pt x="1013" y="6601"/>
                    <a:pt x="1013" y="6887"/>
                  </a:cubicBezTo>
                  <a:cubicBezTo>
                    <a:pt x="1013" y="7863"/>
                    <a:pt x="1477" y="8792"/>
                    <a:pt x="2323" y="9471"/>
                  </a:cubicBezTo>
                  <a:cubicBezTo>
                    <a:pt x="3156" y="10161"/>
                    <a:pt x="4263" y="10530"/>
                    <a:pt x="5442" y="10530"/>
                  </a:cubicBezTo>
                  <a:cubicBezTo>
                    <a:pt x="6609" y="10530"/>
                    <a:pt x="7716" y="10161"/>
                    <a:pt x="8550" y="9471"/>
                  </a:cubicBezTo>
                  <a:cubicBezTo>
                    <a:pt x="9383" y="8792"/>
                    <a:pt x="9859" y="7863"/>
                    <a:pt x="9859" y="6887"/>
                  </a:cubicBezTo>
                  <a:cubicBezTo>
                    <a:pt x="9859" y="6601"/>
                    <a:pt x="9812" y="6339"/>
                    <a:pt x="9740" y="6054"/>
                  </a:cubicBezTo>
                  <a:cubicBezTo>
                    <a:pt x="10395" y="5887"/>
                    <a:pt x="10871" y="5292"/>
                    <a:pt x="10871" y="4589"/>
                  </a:cubicBezTo>
                  <a:cubicBezTo>
                    <a:pt x="10871" y="3756"/>
                    <a:pt x="10181" y="3077"/>
                    <a:pt x="9347" y="3077"/>
                  </a:cubicBezTo>
                  <a:cubicBezTo>
                    <a:pt x="9216" y="3077"/>
                    <a:pt x="9073" y="3089"/>
                    <a:pt x="8931" y="3137"/>
                  </a:cubicBezTo>
                  <a:cubicBezTo>
                    <a:pt x="8835" y="2851"/>
                    <a:pt x="8692" y="2577"/>
                    <a:pt x="8514" y="2327"/>
                  </a:cubicBezTo>
                  <a:cubicBezTo>
                    <a:pt x="8133" y="1755"/>
                    <a:pt x="7585" y="1303"/>
                    <a:pt x="6954" y="1017"/>
                  </a:cubicBezTo>
                  <a:lnTo>
                    <a:pt x="6954" y="517"/>
                  </a:lnTo>
                  <a:cubicBezTo>
                    <a:pt x="6954" y="458"/>
                    <a:pt x="6930" y="410"/>
                    <a:pt x="6883" y="374"/>
                  </a:cubicBezTo>
                  <a:cubicBezTo>
                    <a:pt x="6855" y="360"/>
                    <a:pt x="6823" y="355"/>
                    <a:pt x="6792" y="355"/>
                  </a:cubicBezTo>
                  <a:cubicBezTo>
                    <a:pt x="6769" y="355"/>
                    <a:pt x="6748" y="357"/>
                    <a:pt x="6728" y="362"/>
                  </a:cubicBezTo>
                  <a:lnTo>
                    <a:pt x="6049" y="636"/>
                  </a:lnTo>
                  <a:lnTo>
                    <a:pt x="5930" y="124"/>
                  </a:lnTo>
                  <a:cubicBezTo>
                    <a:pt x="5918" y="77"/>
                    <a:pt x="5883" y="53"/>
                    <a:pt x="5859" y="29"/>
                  </a:cubicBezTo>
                  <a:cubicBezTo>
                    <a:pt x="5824" y="12"/>
                    <a:pt x="5789" y="1"/>
                    <a:pt x="57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0" name="Google Shape;12600;p67"/>
            <p:cNvSpPr/>
            <p:nvPr/>
          </p:nvSpPr>
          <p:spPr>
            <a:xfrm>
              <a:off x="4250477" y="1641618"/>
              <a:ext cx="43456" cy="48032"/>
            </a:xfrm>
            <a:custGeom>
              <a:avLst/>
              <a:gdLst/>
              <a:ahLst/>
              <a:cxnLst/>
              <a:rect l="l" t="t" r="r" b="b"/>
              <a:pathLst>
                <a:path w="1358" h="1501" extrusionOk="0">
                  <a:moveTo>
                    <a:pt x="679" y="1"/>
                  </a:moveTo>
                  <a:cubicBezTo>
                    <a:pt x="298" y="1"/>
                    <a:pt x="1" y="298"/>
                    <a:pt x="1" y="667"/>
                  </a:cubicBezTo>
                  <a:lnTo>
                    <a:pt x="1" y="834"/>
                  </a:lnTo>
                  <a:cubicBezTo>
                    <a:pt x="1" y="1203"/>
                    <a:pt x="298" y="1501"/>
                    <a:pt x="679" y="1501"/>
                  </a:cubicBezTo>
                  <a:cubicBezTo>
                    <a:pt x="1048" y="1501"/>
                    <a:pt x="1346" y="1203"/>
                    <a:pt x="1346" y="834"/>
                  </a:cubicBezTo>
                  <a:lnTo>
                    <a:pt x="1346" y="667"/>
                  </a:lnTo>
                  <a:cubicBezTo>
                    <a:pt x="1358" y="596"/>
                    <a:pt x="1286" y="513"/>
                    <a:pt x="1191" y="513"/>
                  </a:cubicBezTo>
                  <a:cubicBezTo>
                    <a:pt x="1108" y="513"/>
                    <a:pt x="1036" y="596"/>
                    <a:pt x="1036" y="679"/>
                  </a:cubicBezTo>
                  <a:lnTo>
                    <a:pt x="1036" y="846"/>
                  </a:lnTo>
                  <a:cubicBezTo>
                    <a:pt x="1036" y="1037"/>
                    <a:pt x="870" y="1203"/>
                    <a:pt x="679" y="1203"/>
                  </a:cubicBezTo>
                  <a:cubicBezTo>
                    <a:pt x="477" y="1203"/>
                    <a:pt x="322" y="1037"/>
                    <a:pt x="322" y="846"/>
                  </a:cubicBezTo>
                  <a:lnTo>
                    <a:pt x="322" y="679"/>
                  </a:lnTo>
                  <a:cubicBezTo>
                    <a:pt x="322" y="489"/>
                    <a:pt x="477" y="322"/>
                    <a:pt x="679" y="322"/>
                  </a:cubicBezTo>
                  <a:cubicBezTo>
                    <a:pt x="763" y="322"/>
                    <a:pt x="834" y="251"/>
                    <a:pt x="834" y="156"/>
                  </a:cubicBezTo>
                  <a:cubicBezTo>
                    <a:pt x="834" y="72"/>
                    <a:pt x="763"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67"/>
            <p:cNvSpPr/>
            <p:nvPr/>
          </p:nvSpPr>
          <p:spPr>
            <a:xfrm>
              <a:off x="4348781" y="1641618"/>
              <a:ext cx="43456" cy="48032"/>
            </a:xfrm>
            <a:custGeom>
              <a:avLst/>
              <a:gdLst/>
              <a:ahLst/>
              <a:cxnLst/>
              <a:rect l="l" t="t" r="r" b="b"/>
              <a:pathLst>
                <a:path w="1358" h="1501" extrusionOk="0">
                  <a:moveTo>
                    <a:pt x="667" y="1"/>
                  </a:moveTo>
                  <a:cubicBezTo>
                    <a:pt x="298" y="1"/>
                    <a:pt x="0" y="298"/>
                    <a:pt x="0" y="667"/>
                  </a:cubicBezTo>
                  <a:lnTo>
                    <a:pt x="0" y="834"/>
                  </a:lnTo>
                  <a:cubicBezTo>
                    <a:pt x="0" y="1203"/>
                    <a:pt x="298" y="1501"/>
                    <a:pt x="667" y="1501"/>
                  </a:cubicBezTo>
                  <a:cubicBezTo>
                    <a:pt x="1036" y="1501"/>
                    <a:pt x="1334" y="1203"/>
                    <a:pt x="1334" y="834"/>
                  </a:cubicBezTo>
                  <a:lnTo>
                    <a:pt x="1334" y="667"/>
                  </a:lnTo>
                  <a:cubicBezTo>
                    <a:pt x="1358" y="596"/>
                    <a:pt x="1274" y="513"/>
                    <a:pt x="1191" y="513"/>
                  </a:cubicBezTo>
                  <a:cubicBezTo>
                    <a:pt x="1096" y="513"/>
                    <a:pt x="1024" y="596"/>
                    <a:pt x="1024" y="679"/>
                  </a:cubicBezTo>
                  <a:lnTo>
                    <a:pt x="1024" y="846"/>
                  </a:lnTo>
                  <a:cubicBezTo>
                    <a:pt x="1024" y="1037"/>
                    <a:pt x="858" y="1203"/>
                    <a:pt x="667" y="1203"/>
                  </a:cubicBezTo>
                  <a:cubicBezTo>
                    <a:pt x="477" y="1203"/>
                    <a:pt x="310" y="1037"/>
                    <a:pt x="310" y="846"/>
                  </a:cubicBezTo>
                  <a:lnTo>
                    <a:pt x="310" y="679"/>
                  </a:lnTo>
                  <a:cubicBezTo>
                    <a:pt x="310" y="489"/>
                    <a:pt x="477" y="322"/>
                    <a:pt x="667" y="322"/>
                  </a:cubicBezTo>
                  <a:cubicBezTo>
                    <a:pt x="762" y="322"/>
                    <a:pt x="834" y="251"/>
                    <a:pt x="834" y="156"/>
                  </a:cubicBezTo>
                  <a:cubicBezTo>
                    <a:pt x="834" y="72"/>
                    <a:pt x="76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67"/>
            <p:cNvSpPr/>
            <p:nvPr/>
          </p:nvSpPr>
          <p:spPr>
            <a:xfrm>
              <a:off x="4261517" y="1739922"/>
              <a:ext cx="119680" cy="59840"/>
            </a:xfrm>
            <a:custGeom>
              <a:avLst/>
              <a:gdLst/>
              <a:ahLst/>
              <a:cxnLst/>
              <a:rect l="l" t="t" r="r" b="b"/>
              <a:pathLst>
                <a:path w="3740" h="1870" extrusionOk="0">
                  <a:moveTo>
                    <a:pt x="3394" y="322"/>
                  </a:moveTo>
                  <a:cubicBezTo>
                    <a:pt x="3370" y="643"/>
                    <a:pt x="3192" y="941"/>
                    <a:pt x="2918" y="1167"/>
                  </a:cubicBezTo>
                  <a:cubicBezTo>
                    <a:pt x="2727" y="774"/>
                    <a:pt x="2323" y="513"/>
                    <a:pt x="1858" y="513"/>
                  </a:cubicBezTo>
                  <a:cubicBezTo>
                    <a:pt x="1418" y="513"/>
                    <a:pt x="1013" y="763"/>
                    <a:pt x="810" y="1167"/>
                  </a:cubicBezTo>
                  <a:cubicBezTo>
                    <a:pt x="549" y="941"/>
                    <a:pt x="370" y="655"/>
                    <a:pt x="334" y="322"/>
                  </a:cubicBezTo>
                  <a:close/>
                  <a:moveTo>
                    <a:pt x="1858" y="834"/>
                  </a:moveTo>
                  <a:cubicBezTo>
                    <a:pt x="2204" y="834"/>
                    <a:pt x="2513" y="1048"/>
                    <a:pt x="2644" y="1346"/>
                  </a:cubicBezTo>
                  <a:cubicBezTo>
                    <a:pt x="2477" y="1429"/>
                    <a:pt x="2263" y="1501"/>
                    <a:pt x="2025" y="1525"/>
                  </a:cubicBezTo>
                  <a:lnTo>
                    <a:pt x="2025" y="1346"/>
                  </a:lnTo>
                  <a:cubicBezTo>
                    <a:pt x="2025" y="1251"/>
                    <a:pt x="1953" y="1179"/>
                    <a:pt x="1858" y="1179"/>
                  </a:cubicBezTo>
                  <a:cubicBezTo>
                    <a:pt x="1775" y="1179"/>
                    <a:pt x="1703" y="1251"/>
                    <a:pt x="1703" y="1346"/>
                  </a:cubicBezTo>
                  <a:lnTo>
                    <a:pt x="1703" y="1525"/>
                  </a:lnTo>
                  <a:cubicBezTo>
                    <a:pt x="1477" y="1501"/>
                    <a:pt x="1251" y="1429"/>
                    <a:pt x="1072" y="1346"/>
                  </a:cubicBezTo>
                  <a:cubicBezTo>
                    <a:pt x="1203" y="1036"/>
                    <a:pt x="1525" y="834"/>
                    <a:pt x="1858" y="834"/>
                  </a:cubicBezTo>
                  <a:close/>
                  <a:moveTo>
                    <a:pt x="168" y="1"/>
                  </a:moveTo>
                  <a:cubicBezTo>
                    <a:pt x="72" y="1"/>
                    <a:pt x="1" y="84"/>
                    <a:pt x="1" y="167"/>
                  </a:cubicBezTo>
                  <a:cubicBezTo>
                    <a:pt x="1" y="1108"/>
                    <a:pt x="834" y="1870"/>
                    <a:pt x="1858" y="1870"/>
                  </a:cubicBezTo>
                  <a:cubicBezTo>
                    <a:pt x="2894" y="1870"/>
                    <a:pt x="3728" y="1108"/>
                    <a:pt x="3728" y="167"/>
                  </a:cubicBezTo>
                  <a:cubicBezTo>
                    <a:pt x="3739" y="84"/>
                    <a:pt x="3668" y="1"/>
                    <a:pt x="3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67"/>
            <p:cNvSpPr/>
            <p:nvPr/>
          </p:nvSpPr>
          <p:spPr>
            <a:xfrm>
              <a:off x="4221517" y="1614482"/>
              <a:ext cx="199296" cy="206624"/>
            </a:xfrm>
            <a:custGeom>
              <a:avLst/>
              <a:gdLst/>
              <a:ahLst/>
              <a:cxnLst/>
              <a:rect l="l" t="t" r="r" b="b"/>
              <a:pathLst>
                <a:path w="6228" h="6457" extrusionOk="0">
                  <a:moveTo>
                    <a:pt x="1764" y="1"/>
                  </a:moveTo>
                  <a:cubicBezTo>
                    <a:pt x="1669" y="1"/>
                    <a:pt x="1573" y="9"/>
                    <a:pt x="1477" y="27"/>
                  </a:cubicBezTo>
                  <a:cubicBezTo>
                    <a:pt x="763" y="134"/>
                    <a:pt x="191" y="706"/>
                    <a:pt x="72" y="1420"/>
                  </a:cubicBezTo>
                  <a:cubicBezTo>
                    <a:pt x="1" y="1920"/>
                    <a:pt x="132" y="2408"/>
                    <a:pt x="453" y="2778"/>
                  </a:cubicBezTo>
                  <a:cubicBezTo>
                    <a:pt x="632" y="2992"/>
                    <a:pt x="656" y="3266"/>
                    <a:pt x="548" y="3528"/>
                  </a:cubicBezTo>
                  <a:cubicBezTo>
                    <a:pt x="453" y="3766"/>
                    <a:pt x="406" y="4004"/>
                    <a:pt x="406" y="4254"/>
                  </a:cubicBezTo>
                  <a:cubicBezTo>
                    <a:pt x="406" y="5468"/>
                    <a:pt x="1620" y="6457"/>
                    <a:pt x="3108" y="6457"/>
                  </a:cubicBezTo>
                  <a:cubicBezTo>
                    <a:pt x="4597" y="6457"/>
                    <a:pt x="5823" y="5468"/>
                    <a:pt x="5823" y="4254"/>
                  </a:cubicBezTo>
                  <a:cubicBezTo>
                    <a:pt x="5823" y="4004"/>
                    <a:pt x="5775" y="3766"/>
                    <a:pt x="5668" y="3528"/>
                  </a:cubicBezTo>
                  <a:cubicBezTo>
                    <a:pt x="5573" y="3266"/>
                    <a:pt x="5609" y="2992"/>
                    <a:pt x="5775" y="2778"/>
                  </a:cubicBezTo>
                  <a:cubicBezTo>
                    <a:pt x="6085" y="2408"/>
                    <a:pt x="6228" y="1920"/>
                    <a:pt x="6144" y="1420"/>
                  </a:cubicBezTo>
                  <a:cubicBezTo>
                    <a:pt x="6109" y="1146"/>
                    <a:pt x="5990" y="861"/>
                    <a:pt x="5787" y="634"/>
                  </a:cubicBezTo>
                  <a:cubicBezTo>
                    <a:pt x="5754" y="595"/>
                    <a:pt x="5714" y="577"/>
                    <a:pt x="5673" y="577"/>
                  </a:cubicBezTo>
                  <a:cubicBezTo>
                    <a:pt x="5639" y="577"/>
                    <a:pt x="5605" y="589"/>
                    <a:pt x="5573" y="611"/>
                  </a:cubicBezTo>
                  <a:cubicBezTo>
                    <a:pt x="5489" y="658"/>
                    <a:pt x="5489" y="753"/>
                    <a:pt x="5537" y="825"/>
                  </a:cubicBezTo>
                  <a:cubicBezTo>
                    <a:pt x="5692" y="1027"/>
                    <a:pt x="5787" y="1230"/>
                    <a:pt x="5823" y="1468"/>
                  </a:cubicBezTo>
                  <a:cubicBezTo>
                    <a:pt x="5882" y="1873"/>
                    <a:pt x="5775" y="2254"/>
                    <a:pt x="5525" y="2575"/>
                  </a:cubicBezTo>
                  <a:cubicBezTo>
                    <a:pt x="5263" y="2873"/>
                    <a:pt x="5216" y="3290"/>
                    <a:pt x="5370" y="3635"/>
                  </a:cubicBezTo>
                  <a:cubicBezTo>
                    <a:pt x="5466" y="3837"/>
                    <a:pt x="5513" y="4040"/>
                    <a:pt x="5513" y="4254"/>
                  </a:cubicBezTo>
                  <a:cubicBezTo>
                    <a:pt x="5513" y="5290"/>
                    <a:pt x="4430" y="6123"/>
                    <a:pt x="3108" y="6123"/>
                  </a:cubicBezTo>
                  <a:cubicBezTo>
                    <a:pt x="1787" y="6123"/>
                    <a:pt x="715" y="5278"/>
                    <a:pt x="715" y="4254"/>
                  </a:cubicBezTo>
                  <a:cubicBezTo>
                    <a:pt x="715" y="4040"/>
                    <a:pt x="763" y="3837"/>
                    <a:pt x="846" y="3635"/>
                  </a:cubicBezTo>
                  <a:cubicBezTo>
                    <a:pt x="1013" y="3290"/>
                    <a:pt x="953" y="2873"/>
                    <a:pt x="703" y="2575"/>
                  </a:cubicBezTo>
                  <a:cubicBezTo>
                    <a:pt x="441" y="2254"/>
                    <a:pt x="346" y="1873"/>
                    <a:pt x="406" y="1468"/>
                  </a:cubicBezTo>
                  <a:cubicBezTo>
                    <a:pt x="489" y="884"/>
                    <a:pt x="953" y="432"/>
                    <a:pt x="1537" y="337"/>
                  </a:cubicBezTo>
                  <a:cubicBezTo>
                    <a:pt x="1606" y="327"/>
                    <a:pt x="1676" y="322"/>
                    <a:pt x="1746" y="322"/>
                  </a:cubicBezTo>
                  <a:cubicBezTo>
                    <a:pt x="2090" y="322"/>
                    <a:pt x="2422" y="444"/>
                    <a:pt x="2680" y="682"/>
                  </a:cubicBezTo>
                  <a:cubicBezTo>
                    <a:pt x="2805" y="795"/>
                    <a:pt x="2962" y="852"/>
                    <a:pt x="3120" y="852"/>
                  </a:cubicBezTo>
                  <a:cubicBezTo>
                    <a:pt x="3278" y="852"/>
                    <a:pt x="3436" y="795"/>
                    <a:pt x="3561" y="682"/>
                  </a:cubicBezTo>
                  <a:cubicBezTo>
                    <a:pt x="3818" y="444"/>
                    <a:pt x="4150" y="322"/>
                    <a:pt x="4495" y="322"/>
                  </a:cubicBezTo>
                  <a:cubicBezTo>
                    <a:pt x="4564" y="322"/>
                    <a:pt x="4634" y="327"/>
                    <a:pt x="4704" y="337"/>
                  </a:cubicBezTo>
                  <a:cubicBezTo>
                    <a:pt x="4835" y="349"/>
                    <a:pt x="4966" y="396"/>
                    <a:pt x="5097" y="456"/>
                  </a:cubicBezTo>
                  <a:cubicBezTo>
                    <a:pt x="5117" y="469"/>
                    <a:pt x="5139" y="475"/>
                    <a:pt x="5162" y="475"/>
                  </a:cubicBezTo>
                  <a:cubicBezTo>
                    <a:pt x="5221" y="475"/>
                    <a:pt x="5282" y="436"/>
                    <a:pt x="5299" y="384"/>
                  </a:cubicBezTo>
                  <a:cubicBezTo>
                    <a:pt x="5323" y="313"/>
                    <a:pt x="5299" y="206"/>
                    <a:pt x="5228" y="170"/>
                  </a:cubicBezTo>
                  <a:cubicBezTo>
                    <a:pt x="5073" y="99"/>
                    <a:pt x="4918" y="39"/>
                    <a:pt x="4751" y="27"/>
                  </a:cubicBezTo>
                  <a:cubicBezTo>
                    <a:pt x="4664" y="15"/>
                    <a:pt x="4577" y="9"/>
                    <a:pt x="4491" y="9"/>
                  </a:cubicBezTo>
                  <a:cubicBezTo>
                    <a:pt x="4063" y="9"/>
                    <a:pt x="3662" y="156"/>
                    <a:pt x="3334" y="444"/>
                  </a:cubicBezTo>
                  <a:cubicBezTo>
                    <a:pt x="3275" y="503"/>
                    <a:pt x="3192" y="533"/>
                    <a:pt x="3108" y="533"/>
                  </a:cubicBezTo>
                  <a:cubicBezTo>
                    <a:pt x="3025" y="533"/>
                    <a:pt x="2942" y="503"/>
                    <a:pt x="2882" y="444"/>
                  </a:cubicBezTo>
                  <a:cubicBezTo>
                    <a:pt x="2572" y="163"/>
                    <a:pt x="2176" y="1"/>
                    <a:pt x="17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4" name="Google Shape;12604;p67"/>
          <p:cNvGrpSpPr/>
          <p:nvPr/>
        </p:nvGrpSpPr>
        <p:grpSpPr>
          <a:xfrm>
            <a:off x="2499405" y="1576090"/>
            <a:ext cx="347488" cy="348256"/>
            <a:chOff x="2499405" y="1499890"/>
            <a:chExt cx="347488" cy="348256"/>
          </a:xfrm>
        </p:grpSpPr>
        <p:sp>
          <p:nvSpPr>
            <p:cNvPr id="12605" name="Google Shape;12605;p67"/>
            <p:cNvSpPr/>
            <p:nvPr/>
          </p:nvSpPr>
          <p:spPr>
            <a:xfrm>
              <a:off x="2634669" y="1725842"/>
              <a:ext cx="75840" cy="38496"/>
            </a:xfrm>
            <a:custGeom>
              <a:avLst/>
              <a:gdLst/>
              <a:ahLst/>
              <a:cxnLst/>
              <a:rect l="l" t="t" r="r" b="b"/>
              <a:pathLst>
                <a:path w="2370" h="1203" extrusionOk="0">
                  <a:moveTo>
                    <a:pt x="1965" y="310"/>
                  </a:moveTo>
                  <a:cubicBezTo>
                    <a:pt x="2012" y="310"/>
                    <a:pt x="2024" y="333"/>
                    <a:pt x="2024" y="357"/>
                  </a:cubicBezTo>
                  <a:cubicBezTo>
                    <a:pt x="2024" y="381"/>
                    <a:pt x="2024" y="417"/>
                    <a:pt x="2000" y="429"/>
                  </a:cubicBezTo>
                  <a:lnTo>
                    <a:pt x="1643" y="726"/>
                  </a:lnTo>
                  <a:cubicBezTo>
                    <a:pt x="1506" y="839"/>
                    <a:pt x="1346" y="896"/>
                    <a:pt x="1185" y="896"/>
                  </a:cubicBezTo>
                  <a:cubicBezTo>
                    <a:pt x="1024" y="896"/>
                    <a:pt x="863" y="839"/>
                    <a:pt x="726" y="726"/>
                  </a:cubicBezTo>
                  <a:lnTo>
                    <a:pt x="369" y="429"/>
                  </a:lnTo>
                  <a:cubicBezTo>
                    <a:pt x="345" y="405"/>
                    <a:pt x="345" y="369"/>
                    <a:pt x="357" y="357"/>
                  </a:cubicBezTo>
                  <a:cubicBezTo>
                    <a:pt x="357" y="333"/>
                    <a:pt x="369" y="310"/>
                    <a:pt x="417" y="310"/>
                  </a:cubicBezTo>
                  <a:close/>
                  <a:moveTo>
                    <a:pt x="417" y="0"/>
                  </a:moveTo>
                  <a:cubicBezTo>
                    <a:pt x="250" y="0"/>
                    <a:pt x="119" y="107"/>
                    <a:pt x="60" y="250"/>
                  </a:cubicBezTo>
                  <a:cubicBezTo>
                    <a:pt x="0" y="405"/>
                    <a:pt x="48" y="560"/>
                    <a:pt x="179" y="667"/>
                  </a:cubicBezTo>
                  <a:lnTo>
                    <a:pt x="536" y="964"/>
                  </a:lnTo>
                  <a:cubicBezTo>
                    <a:pt x="726" y="1131"/>
                    <a:pt x="965" y="1203"/>
                    <a:pt x="1191" y="1203"/>
                  </a:cubicBezTo>
                  <a:cubicBezTo>
                    <a:pt x="1429" y="1203"/>
                    <a:pt x="1655" y="1131"/>
                    <a:pt x="1846" y="964"/>
                  </a:cubicBezTo>
                  <a:lnTo>
                    <a:pt x="2203" y="667"/>
                  </a:lnTo>
                  <a:cubicBezTo>
                    <a:pt x="2322" y="583"/>
                    <a:pt x="2370" y="417"/>
                    <a:pt x="2322" y="250"/>
                  </a:cubicBezTo>
                  <a:cubicBezTo>
                    <a:pt x="2262" y="107"/>
                    <a:pt x="2131"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67"/>
            <p:cNvSpPr/>
            <p:nvPr/>
          </p:nvSpPr>
          <p:spPr>
            <a:xfrm>
              <a:off x="2596173" y="1658002"/>
              <a:ext cx="43456" cy="48416"/>
            </a:xfrm>
            <a:custGeom>
              <a:avLst/>
              <a:gdLst/>
              <a:ahLst/>
              <a:cxnLst/>
              <a:rect l="l" t="t" r="r" b="b"/>
              <a:pathLst>
                <a:path w="1358" h="1513" extrusionOk="0">
                  <a:moveTo>
                    <a:pt x="667" y="1"/>
                  </a:moveTo>
                  <a:cubicBezTo>
                    <a:pt x="298" y="1"/>
                    <a:pt x="1" y="298"/>
                    <a:pt x="1" y="679"/>
                  </a:cubicBezTo>
                  <a:lnTo>
                    <a:pt x="1" y="834"/>
                  </a:lnTo>
                  <a:cubicBezTo>
                    <a:pt x="1" y="1215"/>
                    <a:pt x="298" y="1513"/>
                    <a:pt x="667" y="1513"/>
                  </a:cubicBezTo>
                  <a:cubicBezTo>
                    <a:pt x="1036" y="1513"/>
                    <a:pt x="1334" y="1215"/>
                    <a:pt x="1334" y="834"/>
                  </a:cubicBezTo>
                  <a:lnTo>
                    <a:pt x="1334" y="679"/>
                  </a:lnTo>
                  <a:cubicBezTo>
                    <a:pt x="1358" y="584"/>
                    <a:pt x="1275" y="525"/>
                    <a:pt x="1191" y="525"/>
                  </a:cubicBezTo>
                  <a:cubicBezTo>
                    <a:pt x="1096" y="525"/>
                    <a:pt x="1025" y="596"/>
                    <a:pt x="1025" y="691"/>
                  </a:cubicBezTo>
                  <a:lnTo>
                    <a:pt x="1025" y="858"/>
                  </a:lnTo>
                  <a:cubicBezTo>
                    <a:pt x="1025" y="1048"/>
                    <a:pt x="858" y="1215"/>
                    <a:pt x="667" y="1215"/>
                  </a:cubicBezTo>
                  <a:cubicBezTo>
                    <a:pt x="477" y="1215"/>
                    <a:pt x="310" y="1048"/>
                    <a:pt x="310" y="858"/>
                  </a:cubicBezTo>
                  <a:lnTo>
                    <a:pt x="310" y="691"/>
                  </a:lnTo>
                  <a:cubicBezTo>
                    <a:pt x="310" y="501"/>
                    <a:pt x="477" y="334"/>
                    <a:pt x="667" y="334"/>
                  </a:cubicBezTo>
                  <a:cubicBezTo>
                    <a:pt x="763" y="334"/>
                    <a:pt x="834" y="263"/>
                    <a:pt x="834" y="167"/>
                  </a:cubicBezTo>
                  <a:cubicBezTo>
                    <a:pt x="834" y="84"/>
                    <a:pt x="763"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67"/>
            <p:cNvSpPr/>
            <p:nvPr/>
          </p:nvSpPr>
          <p:spPr>
            <a:xfrm>
              <a:off x="2705133" y="1658002"/>
              <a:ext cx="43488" cy="48416"/>
            </a:xfrm>
            <a:custGeom>
              <a:avLst/>
              <a:gdLst/>
              <a:ahLst/>
              <a:cxnLst/>
              <a:rect l="l" t="t" r="r" b="b"/>
              <a:pathLst>
                <a:path w="1359" h="1513" extrusionOk="0">
                  <a:moveTo>
                    <a:pt x="668" y="1"/>
                  </a:moveTo>
                  <a:cubicBezTo>
                    <a:pt x="298" y="1"/>
                    <a:pt x="1" y="298"/>
                    <a:pt x="1" y="679"/>
                  </a:cubicBezTo>
                  <a:lnTo>
                    <a:pt x="1" y="834"/>
                  </a:lnTo>
                  <a:cubicBezTo>
                    <a:pt x="1" y="1215"/>
                    <a:pt x="298" y="1513"/>
                    <a:pt x="668" y="1513"/>
                  </a:cubicBezTo>
                  <a:cubicBezTo>
                    <a:pt x="1037" y="1513"/>
                    <a:pt x="1334" y="1215"/>
                    <a:pt x="1334" y="834"/>
                  </a:cubicBezTo>
                  <a:lnTo>
                    <a:pt x="1334" y="679"/>
                  </a:lnTo>
                  <a:cubicBezTo>
                    <a:pt x="1358" y="584"/>
                    <a:pt x="1287" y="525"/>
                    <a:pt x="1191" y="525"/>
                  </a:cubicBezTo>
                  <a:cubicBezTo>
                    <a:pt x="1096" y="525"/>
                    <a:pt x="1025" y="596"/>
                    <a:pt x="1025" y="691"/>
                  </a:cubicBezTo>
                  <a:lnTo>
                    <a:pt x="1025" y="858"/>
                  </a:lnTo>
                  <a:cubicBezTo>
                    <a:pt x="1025" y="1048"/>
                    <a:pt x="858" y="1215"/>
                    <a:pt x="668" y="1215"/>
                  </a:cubicBezTo>
                  <a:cubicBezTo>
                    <a:pt x="477" y="1215"/>
                    <a:pt x="310" y="1048"/>
                    <a:pt x="310" y="858"/>
                  </a:cubicBezTo>
                  <a:lnTo>
                    <a:pt x="310" y="691"/>
                  </a:lnTo>
                  <a:cubicBezTo>
                    <a:pt x="310" y="501"/>
                    <a:pt x="477" y="334"/>
                    <a:pt x="668" y="334"/>
                  </a:cubicBezTo>
                  <a:cubicBezTo>
                    <a:pt x="763" y="334"/>
                    <a:pt x="834" y="263"/>
                    <a:pt x="834" y="167"/>
                  </a:cubicBezTo>
                  <a:cubicBezTo>
                    <a:pt x="834" y="84"/>
                    <a:pt x="763"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8" name="Google Shape;12608;p67"/>
            <p:cNvSpPr/>
            <p:nvPr/>
          </p:nvSpPr>
          <p:spPr>
            <a:xfrm>
              <a:off x="2499405" y="1499890"/>
              <a:ext cx="347488" cy="348256"/>
            </a:xfrm>
            <a:custGeom>
              <a:avLst/>
              <a:gdLst/>
              <a:ahLst/>
              <a:cxnLst/>
              <a:rect l="l" t="t" r="r" b="b"/>
              <a:pathLst>
                <a:path w="10859" h="10883" extrusionOk="0">
                  <a:moveTo>
                    <a:pt x="2102" y="1361"/>
                  </a:moveTo>
                  <a:cubicBezTo>
                    <a:pt x="2136" y="1361"/>
                    <a:pt x="2169" y="1364"/>
                    <a:pt x="2203" y="1370"/>
                  </a:cubicBezTo>
                  <a:cubicBezTo>
                    <a:pt x="2382" y="1406"/>
                    <a:pt x="2917" y="1537"/>
                    <a:pt x="3549" y="1953"/>
                  </a:cubicBezTo>
                  <a:cubicBezTo>
                    <a:pt x="3441" y="1989"/>
                    <a:pt x="3346" y="2048"/>
                    <a:pt x="3263" y="2108"/>
                  </a:cubicBezTo>
                  <a:cubicBezTo>
                    <a:pt x="3227" y="2132"/>
                    <a:pt x="3191" y="2156"/>
                    <a:pt x="3144" y="2191"/>
                  </a:cubicBezTo>
                  <a:cubicBezTo>
                    <a:pt x="2715" y="1763"/>
                    <a:pt x="2239" y="1525"/>
                    <a:pt x="1965" y="1477"/>
                  </a:cubicBezTo>
                  <a:cubicBezTo>
                    <a:pt x="1905" y="1465"/>
                    <a:pt x="1846" y="1465"/>
                    <a:pt x="1798" y="1465"/>
                  </a:cubicBezTo>
                  <a:cubicBezTo>
                    <a:pt x="1889" y="1392"/>
                    <a:pt x="1994" y="1361"/>
                    <a:pt x="2102" y="1361"/>
                  </a:cubicBezTo>
                  <a:close/>
                  <a:moveTo>
                    <a:pt x="6442" y="346"/>
                  </a:moveTo>
                  <a:cubicBezTo>
                    <a:pt x="6906" y="346"/>
                    <a:pt x="7311" y="477"/>
                    <a:pt x="7525" y="572"/>
                  </a:cubicBezTo>
                  <a:lnTo>
                    <a:pt x="7347" y="751"/>
                  </a:lnTo>
                  <a:cubicBezTo>
                    <a:pt x="7311" y="798"/>
                    <a:pt x="7287" y="846"/>
                    <a:pt x="7311" y="894"/>
                  </a:cubicBezTo>
                  <a:cubicBezTo>
                    <a:pt x="7323" y="953"/>
                    <a:pt x="7370" y="1001"/>
                    <a:pt x="7430" y="1013"/>
                  </a:cubicBezTo>
                  <a:cubicBezTo>
                    <a:pt x="7632" y="1072"/>
                    <a:pt x="7847" y="1132"/>
                    <a:pt x="8025" y="1215"/>
                  </a:cubicBezTo>
                  <a:cubicBezTo>
                    <a:pt x="7692" y="1334"/>
                    <a:pt x="7263" y="1537"/>
                    <a:pt x="6811" y="1894"/>
                  </a:cubicBezTo>
                  <a:cubicBezTo>
                    <a:pt x="6608" y="1906"/>
                    <a:pt x="6382" y="1953"/>
                    <a:pt x="6144" y="2048"/>
                  </a:cubicBezTo>
                  <a:cubicBezTo>
                    <a:pt x="5835" y="2144"/>
                    <a:pt x="5561" y="2299"/>
                    <a:pt x="5430" y="2370"/>
                  </a:cubicBezTo>
                  <a:cubicBezTo>
                    <a:pt x="5299" y="2299"/>
                    <a:pt x="5025" y="2144"/>
                    <a:pt x="4715" y="2048"/>
                  </a:cubicBezTo>
                  <a:cubicBezTo>
                    <a:pt x="4465" y="1953"/>
                    <a:pt x="4239" y="1906"/>
                    <a:pt x="4049" y="1894"/>
                  </a:cubicBezTo>
                  <a:cubicBezTo>
                    <a:pt x="3596" y="1548"/>
                    <a:pt x="3168" y="1346"/>
                    <a:pt x="2846" y="1215"/>
                  </a:cubicBezTo>
                  <a:cubicBezTo>
                    <a:pt x="2989" y="1132"/>
                    <a:pt x="3203" y="1060"/>
                    <a:pt x="3406" y="1013"/>
                  </a:cubicBezTo>
                  <a:cubicBezTo>
                    <a:pt x="3465" y="1001"/>
                    <a:pt x="3513" y="953"/>
                    <a:pt x="3525" y="894"/>
                  </a:cubicBezTo>
                  <a:cubicBezTo>
                    <a:pt x="3537" y="834"/>
                    <a:pt x="3525" y="775"/>
                    <a:pt x="3489" y="751"/>
                  </a:cubicBezTo>
                  <a:lnTo>
                    <a:pt x="3298" y="572"/>
                  </a:lnTo>
                  <a:cubicBezTo>
                    <a:pt x="3525" y="477"/>
                    <a:pt x="3930" y="346"/>
                    <a:pt x="4394" y="346"/>
                  </a:cubicBezTo>
                  <a:cubicBezTo>
                    <a:pt x="4751" y="346"/>
                    <a:pt x="5013" y="453"/>
                    <a:pt x="5168" y="536"/>
                  </a:cubicBezTo>
                  <a:cubicBezTo>
                    <a:pt x="5239" y="584"/>
                    <a:pt x="5328" y="608"/>
                    <a:pt x="5418" y="608"/>
                  </a:cubicBezTo>
                  <a:cubicBezTo>
                    <a:pt x="5507" y="608"/>
                    <a:pt x="5596" y="584"/>
                    <a:pt x="5668" y="536"/>
                  </a:cubicBezTo>
                  <a:cubicBezTo>
                    <a:pt x="5823" y="453"/>
                    <a:pt x="6073" y="346"/>
                    <a:pt x="6442" y="346"/>
                  </a:cubicBezTo>
                  <a:close/>
                  <a:moveTo>
                    <a:pt x="1840" y="1782"/>
                  </a:moveTo>
                  <a:cubicBezTo>
                    <a:pt x="1869" y="1782"/>
                    <a:pt x="1902" y="1784"/>
                    <a:pt x="1941" y="1787"/>
                  </a:cubicBezTo>
                  <a:cubicBezTo>
                    <a:pt x="2120" y="1822"/>
                    <a:pt x="2513" y="2013"/>
                    <a:pt x="2929" y="2406"/>
                  </a:cubicBezTo>
                  <a:cubicBezTo>
                    <a:pt x="2727" y="2644"/>
                    <a:pt x="2489" y="2953"/>
                    <a:pt x="2275" y="3394"/>
                  </a:cubicBezTo>
                  <a:cubicBezTo>
                    <a:pt x="1917" y="2953"/>
                    <a:pt x="1727" y="2358"/>
                    <a:pt x="1667" y="1894"/>
                  </a:cubicBezTo>
                  <a:cubicBezTo>
                    <a:pt x="1667" y="1882"/>
                    <a:pt x="1667" y="1834"/>
                    <a:pt x="1679" y="1822"/>
                  </a:cubicBezTo>
                  <a:cubicBezTo>
                    <a:pt x="1706" y="1795"/>
                    <a:pt x="1753" y="1782"/>
                    <a:pt x="1840" y="1782"/>
                  </a:cubicBezTo>
                  <a:close/>
                  <a:moveTo>
                    <a:pt x="8691" y="1364"/>
                  </a:moveTo>
                  <a:cubicBezTo>
                    <a:pt x="8804" y="1364"/>
                    <a:pt x="8923" y="1408"/>
                    <a:pt x="9002" y="1477"/>
                  </a:cubicBezTo>
                  <a:cubicBezTo>
                    <a:pt x="8942" y="1477"/>
                    <a:pt x="8906" y="1477"/>
                    <a:pt x="8847" y="1489"/>
                  </a:cubicBezTo>
                  <a:cubicBezTo>
                    <a:pt x="8704" y="1513"/>
                    <a:pt x="8513" y="1584"/>
                    <a:pt x="8335" y="1703"/>
                  </a:cubicBezTo>
                  <a:cubicBezTo>
                    <a:pt x="8263" y="1751"/>
                    <a:pt x="8228" y="1834"/>
                    <a:pt x="8275" y="1929"/>
                  </a:cubicBezTo>
                  <a:cubicBezTo>
                    <a:pt x="8308" y="1979"/>
                    <a:pt x="8358" y="2005"/>
                    <a:pt x="8417" y="2005"/>
                  </a:cubicBezTo>
                  <a:cubicBezTo>
                    <a:pt x="8444" y="2005"/>
                    <a:pt x="8472" y="2000"/>
                    <a:pt x="8502" y="1989"/>
                  </a:cubicBezTo>
                  <a:cubicBezTo>
                    <a:pt x="8644" y="1894"/>
                    <a:pt x="8799" y="1834"/>
                    <a:pt x="8906" y="1822"/>
                  </a:cubicBezTo>
                  <a:cubicBezTo>
                    <a:pt x="8948" y="1815"/>
                    <a:pt x="8984" y="1812"/>
                    <a:pt x="9014" y="1812"/>
                  </a:cubicBezTo>
                  <a:cubicBezTo>
                    <a:pt x="9088" y="1812"/>
                    <a:pt x="9131" y="1829"/>
                    <a:pt x="9156" y="1846"/>
                  </a:cubicBezTo>
                  <a:cubicBezTo>
                    <a:pt x="9168" y="1858"/>
                    <a:pt x="9180" y="1906"/>
                    <a:pt x="9168" y="1941"/>
                  </a:cubicBezTo>
                  <a:cubicBezTo>
                    <a:pt x="9109" y="2382"/>
                    <a:pt x="8918" y="2977"/>
                    <a:pt x="8561" y="3442"/>
                  </a:cubicBezTo>
                  <a:cubicBezTo>
                    <a:pt x="8347" y="3013"/>
                    <a:pt x="8109" y="2680"/>
                    <a:pt x="7906" y="2441"/>
                  </a:cubicBezTo>
                  <a:cubicBezTo>
                    <a:pt x="7930" y="2418"/>
                    <a:pt x="7966" y="2406"/>
                    <a:pt x="7978" y="2370"/>
                  </a:cubicBezTo>
                  <a:cubicBezTo>
                    <a:pt x="8037" y="2310"/>
                    <a:pt x="8049" y="2203"/>
                    <a:pt x="7990" y="2144"/>
                  </a:cubicBezTo>
                  <a:cubicBezTo>
                    <a:pt x="7957" y="2111"/>
                    <a:pt x="7913" y="2093"/>
                    <a:pt x="7871" y="2093"/>
                  </a:cubicBezTo>
                  <a:cubicBezTo>
                    <a:pt x="7836" y="2093"/>
                    <a:pt x="7802" y="2105"/>
                    <a:pt x="7775" y="2132"/>
                  </a:cubicBezTo>
                  <a:lnTo>
                    <a:pt x="7680" y="2227"/>
                  </a:lnTo>
                  <a:cubicBezTo>
                    <a:pt x="7632" y="2191"/>
                    <a:pt x="7609" y="2168"/>
                    <a:pt x="7561" y="2132"/>
                  </a:cubicBezTo>
                  <a:cubicBezTo>
                    <a:pt x="7478" y="2072"/>
                    <a:pt x="7382" y="2013"/>
                    <a:pt x="7275" y="1989"/>
                  </a:cubicBezTo>
                  <a:cubicBezTo>
                    <a:pt x="7894" y="1537"/>
                    <a:pt x="8442" y="1406"/>
                    <a:pt x="8621" y="1370"/>
                  </a:cubicBezTo>
                  <a:cubicBezTo>
                    <a:pt x="8643" y="1366"/>
                    <a:pt x="8667" y="1364"/>
                    <a:pt x="8691" y="1364"/>
                  </a:cubicBezTo>
                  <a:close/>
                  <a:moveTo>
                    <a:pt x="6873" y="2207"/>
                  </a:moveTo>
                  <a:cubicBezTo>
                    <a:pt x="7051" y="2207"/>
                    <a:pt x="7212" y="2247"/>
                    <a:pt x="7335" y="2346"/>
                  </a:cubicBezTo>
                  <a:cubicBezTo>
                    <a:pt x="8168" y="3001"/>
                    <a:pt x="8585" y="4334"/>
                    <a:pt x="8763" y="5085"/>
                  </a:cubicBezTo>
                  <a:cubicBezTo>
                    <a:pt x="9013" y="6168"/>
                    <a:pt x="9049" y="7144"/>
                    <a:pt x="8978" y="7442"/>
                  </a:cubicBezTo>
                  <a:cubicBezTo>
                    <a:pt x="8930" y="7656"/>
                    <a:pt x="8632" y="7966"/>
                    <a:pt x="8240" y="8264"/>
                  </a:cubicBezTo>
                  <a:cubicBezTo>
                    <a:pt x="7859" y="8549"/>
                    <a:pt x="7430" y="8787"/>
                    <a:pt x="6978" y="8954"/>
                  </a:cubicBezTo>
                  <a:cubicBezTo>
                    <a:pt x="7323" y="8704"/>
                    <a:pt x="7549" y="8323"/>
                    <a:pt x="7549" y="7883"/>
                  </a:cubicBezTo>
                  <a:cubicBezTo>
                    <a:pt x="7561" y="7787"/>
                    <a:pt x="7489" y="7716"/>
                    <a:pt x="7394" y="7716"/>
                  </a:cubicBezTo>
                  <a:cubicBezTo>
                    <a:pt x="7311" y="7716"/>
                    <a:pt x="7228" y="7787"/>
                    <a:pt x="7228" y="7883"/>
                  </a:cubicBezTo>
                  <a:cubicBezTo>
                    <a:pt x="7228" y="8418"/>
                    <a:pt x="6799" y="8859"/>
                    <a:pt x="6263" y="8859"/>
                  </a:cubicBezTo>
                  <a:cubicBezTo>
                    <a:pt x="6037" y="8859"/>
                    <a:pt x="5835" y="8787"/>
                    <a:pt x="5656" y="8656"/>
                  </a:cubicBezTo>
                  <a:cubicBezTo>
                    <a:pt x="5579" y="8597"/>
                    <a:pt x="5486" y="8567"/>
                    <a:pt x="5394" y="8567"/>
                  </a:cubicBezTo>
                  <a:cubicBezTo>
                    <a:pt x="5302" y="8567"/>
                    <a:pt x="5209" y="8597"/>
                    <a:pt x="5132" y="8656"/>
                  </a:cubicBezTo>
                  <a:cubicBezTo>
                    <a:pt x="4953" y="8787"/>
                    <a:pt x="4751" y="8859"/>
                    <a:pt x="4525" y="8859"/>
                  </a:cubicBezTo>
                  <a:cubicBezTo>
                    <a:pt x="3989" y="8859"/>
                    <a:pt x="3560" y="8418"/>
                    <a:pt x="3560" y="7883"/>
                  </a:cubicBezTo>
                  <a:cubicBezTo>
                    <a:pt x="3560" y="7787"/>
                    <a:pt x="3477" y="7716"/>
                    <a:pt x="3394" y="7716"/>
                  </a:cubicBezTo>
                  <a:cubicBezTo>
                    <a:pt x="3298" y="7716"/>
                    <a:pt x="3227" y="7787"/>
                    <a:pt x="3227" y="7883"/>
                  </a:cubicBezTo>
                  <a:cubicBezTo>
                    <a:pt x="3227" y="8323"/>
                    <a:pt x="3453" y="8728"/>
                    <a:pt x="3799" y="8954"/>
                  </a:cubicBezTo>
                  <a:cubicBezTo>
                    <a:pt x="3346" y="8787"/>
                    <a:pt x="2917" y="8549"/>
                    <a:pt x="2525" y="8264"/>
                  </a:cubicBezTo>
                  <a:cubicBezTo>
                    <a:pt x="2144" y="7966"/>
                    <a:pt x="1846" y="7656"/>
                    <a:pt x="1798" y="7442"/>
                  </a:cubicBezTo>
                  <a:cubicBezTo>
                    <a:pt x="1727" y="7144"/>
                    <a:pt x="1751" y="6168"/>
                    <a:pt x="2013" y="5085"/>
                  </a:cubicBezTo>
                  <a:cubicBezTo>
                    <a:pt x="2191" y="4334"/>
                    <a:pt x="2608" y="3001"/>
                    <a:pt x="3441" y="2346"/>
                  </a:cubicBezTo>
                  <a:cubicBezTo>
                    <a:pt x="3562" y="2252"/>
                    <a:pt x="3719" y="2214"/>
                    <a:pt x="3893" y="2214"/>
                  </a:cubicBezTo>
                  <a:cubicBezTo>
                    <a:pt x="4356" y="2214"/>
                    <a:pt x="4933" y="2479"/>
                    <a:pt x="5227" y="2644"/>
                  </a:cubicBezTo>
                  <a:lnTo>
                    <a:pt x="5227" y="2894"/>
                  </a:lnTo>
                  <a:cubicBezTo>
                    <a:pt x="5227" y="2977"/>
                    <a:pt x="5299" y="3061"/>
                    <a:pt x="5382" y="3061"/>
                  </a:cubicBezTo>
                  <a:cubicBezTo>
                    <a:pt x="5477" y="3061"/>
                    <a:pt x="5549" y="2977"/>
                    <a:pt x="5549" y="2894"/>
                  </a:cubicBezTo>
                  <a:lnTo>
                    <a:pt x="5549" y="2644"/>
                  </a:lnTo>
                  <a:cubicBezTo>
                    <a:pt x="5841" y="2472"/>
                    <a:pt x="6412" y="2207"/>
                    <a:pt x="6873" y="2207"/>
                  </a:cubicBezTo>
                  <a:close/>
                  <a:moveTo>
                    <a:pt x="5401" y="8880"/>
                  </a:moveTo>
                  <a:cubicBezTo>
                    <a:pt x="5424" y="8880"/>
                    <a:pt x="5448" y="8889"/>
                    <a:pt x="5465" y="8906"/>
                  </a:cubicBezTo>
                  <a:cubicBezTo>
                    <a:pt x="5680" y="9085"/>
                    <a:pt x="5965" y="9192"/>
                    <a:pt x="6263" y="9192"/>
                  </a:cubicBezTo>
                  <a:cubicBezTo>
                    <a:pt x="6382" y="9168"/>
                    <a:pt x="6489" y="9156"/>
                    <a:pt x="6597" y="9145"/>
                  </a:cubicBezTo>
                  <a:lnTo>
                    <a:pt x="6597" y="9145"/>
                  </a:lnTo>
                  <a:cubicBezTo>
                    <a:pt x="6442" y="9490"/>
                    <a:pt x="6085" y="9728"/>
                    <a:pt x="5704" y="9728"/>
                  </a:cubicBezTo>
                  <a:lnTo>
                    <a:pt x="5120" y="9728"/>
                  </a:lnTo>
                  <a:cubicBezTo>
                    <a:pt x="4715" y="9728"/>
                    <a:pt x="4382" y="9478"/>
                    <a:pt x="4227" y="9145"/>
                  </a:cubicBezTo>
                  <a:lnTo>
                    <a:pt x="4227" y="9145"/>
                  </a:lnTo>
                  <a:cubicBezTo>
                    <a:pt x="4334" y="9168"/>
                    <a:pt x="4441" y="9192"/>
                    <a:pt x="4537" y="9192"/>
                  </a:cubicBezTo>
                  <a:cubicBezTo>
                    <a:pt x="4834" y="9192"/>
                    <a:pt x="5108" y="9085"/>
                    <a:pt x="5346" y="8906"/>
                  </a:cubicBezTo>
                  <a:cubicBezTo>
                    <a:pt x="5358" y="8889"/>
                    <a:pt x="5379" y="8880"/>
                    <a:pt x="5401" y="8880"/>
                  </a:cubicBezTo>
                  <a:close/>
                  <a:moveTo>
                    <a:pt x="9418" y="2144"/>
                  </a:moveTo>
                  <a:cubicBezTo>
                    <a:pt x="9918" y="2632"/>
                    <a:pt x="10168" y="3156"/>
                    <a:pt x="10276" y="3430"/>
                  </a:cubicBezTo>
                  <a:lnTo>
                    <a:pt x="9811" y="3430"/>
                  </a:lnTo>
                  <a:cubicBezTo>
                    <a:pt x="9752" y="3430"/>
                    <a:pt x="9704" y="3453"/>
                    <a:pt x="9680" y="3513"/>
                  </a:cubicBezTo>
                  <a:cubicBezTo>
                    <a:pt x="9645" y="3561"/>
                    <a:pt x="9645" y="3632"/>
                    <a:pt x="9680" y="3680"/>
                  </a:cubicBezTo>
                  <a:cubicBezTo>
                    <a:pt x="10311" y="4704"/>
                    <a:pt x="10466" y="6073"/>
                    <a:pt x="10490" y="6597"/>
                  </a:cubicBezTo>
                  <a:lnTo>
                    <a:pt x="10228" y="6490"/>
                  </a:lnTo>
                  <a:cubicBezTo>
                    <a:pt x="10210" y="6485"/>
                    <a:pt x="10191" y="6482"/>
                    <a:pt x="10172" y="6482"/>
                  </a:cubicBezTo>
                  <a:cubicBezTo>
                    <a:pt x="10138" y="6482"/>
                    <a:pt x="10103" y="6491"/>
                    <a:pt x="10073" y="6513"/>
                  </a:cubicBezTo>
                  <a:cubicBezTo>
                    <a:pt x="10037" y="6537"/>
                    <a:pt x="10014" y="6585"/>
                    <a:pt x="10014" y="6644"/>
                  </a:cubicBezTo>
                  <a:cubicBezTo>
                    <a:pt x="10014" y="6656"/>
                    <a:pt x="10014" y="8014"/>
                    <a:pt x="9454" y="8966"/>
                  </a:cubicBezTo>
                  <a:lnTo>
                    <a:pt x="9085" y="8716"/>
                  </a:lnTo>
                  <a:cubicBezTo>
                    <a:pt x="9049" y="8680"/>
                    <a:pt x="9002" y="8680"/>
                    <a:pt x="8966" y="8680"/>
                  </a:cubicBezTo>
                  <a:cubicBezTo>
                    <a:pt x="8918" y="8692"/>
                    <a:pt x="8883" y="8716"/>
                    <a:pt x="8859" y="8752"/>
                  </a:cubicBezTo>
                  <a:cubicBezTo>
                    <a:pt x="8859" y="8776"/>
                    <a:pt x="8394" y="9514"/>
                    <a:pt x="7656" y="9990"/>
                  </a:cubicBezTo>
                  <a:lnTo>
                    <a:pt x="7394" y="9740"/>
                  </a:lnTo>
                  <a:cubicBezTo>
                    <a:pt x="7363" y="9708"/>
                    <a:pt x="7325" y="9694"/>
                    <a:pt x="7287" y="9694"/>
                  </a:cubicBezTo>
                  <a:cubicBezTo>
                    <a:pt x="7253" y="9694"/>
                    <a:pt x="7220" y="9706"/>
                    <a:pt x="7192" y="9728"/>
                  </a:cubicBezTo>
                  <a:cubicBezTo>
                    <a:pt x="7168" y="9728"/>
                    <a:pt x="6370" y="10359"/>
                    <a:pt x="5418" y="10538"/>
                  </a:cubicBezTo>
                  <a:cubicBezTo>
                    <a:pt x="4465" y="10383"/>
                    <a:pt x="3644" y="9740"/>
                    <a:pt x="3644" y="9728"/>
                  </a:cubicBezTo>
                  <a:cubicBezTo>
                    <a:pt x="3616" y="9706"/>
                    <a:pt x="3582" y="9694"/>
                    <a:pt x="3549" y="9694"/>
                  </a:cubicBezTo>
                  <a:cubicBezTo>
                    <a:pt x="3511" y="9694"/>
                    <a:pt x="3473" y="9708"/>
                    <a:pt x="3441" y="9740"/>
                  </a:cubicBezTo>
                  <a:lnTo>
                    <a:pt x="3191" y="9990"/>
                  </a:lnTo>
                  <a:cubicBezTo>
                    <a:pt x="2441" y="9502"/>
                    <a:pt x="2001" y="8752"/>
                    <a:pt x="1977" y="8752"/>
                  </a:cubicBezTo>
                  <a:cubicBezTo>
                    <a:pt x="1953" y="8716"/>
                    <a:pt x="1917" y="8692"/>
                    <a:pt x="1870" y="8680"/>
                  </a:cubicBezTo>
                  <a:cubicBezTo>
                    <a:pt x="1861" y="8677"/>
                    <a:pt x="1851" y="8676"/>
                    <a:pt x="1841" y="8676"/>
                  </a:cubicBezTo>
                  <a:cubicBezTo>
                    <a:pt x="1812" y="8676"/>
                    <a:pt x="1780" y="8689"/>
                    <a:pt x="1763" y="8716"/>
                  </a:cubicBezTo>
                  <a:lnTo>
                    <a:pt x="1382" y="8966"/>
                  </a:lnTo>
                  <a:cubicBezTo>
                    <a:pt x="822" y="8002"/>
                    <a:pt x="822" y="6656"/>
                    <a:pt x="822" y="6644"/>
                  </a:cubicBezTo>
                  <a:cubicBezTo>
                    <a:pt x="822" y="6597"/>
                    <a:pt x="786" y="6537"/>
                    <a:pt x="762" y="6513"/>
                  </a:cubicBezTo>
                  <a:cubicBezTo>
                    <a:pt x="732" y="6490"/>
                    <a:pt x="701" y="6477"/>
                    <a:pt x="667" y="6477"/>
                  </a:cubicBezTo>
                  <a:cubicBezTo>
                    <a:pt x="648" y="6477"/>
                    <a:pt x="629" y="6481"/>
                    <a:pt x="608" y="6490"/>
                  </a:cubicBezTo>
                  <a:lnTo>
                    <a:pt x="310" y="6597"/>
                  </a:lnTo>
                  <a:cubicBezTo>
                    <a:pt x="346" y="6061"/>
                    <a:pt x="489" y="4704"/>
                    <a:pt x="1132" y="3680"/>
                  </a:cubicBezTo>
                  <a:cubicBezTo>
                    <a:pt x="1167" y="3632"/>
                    <a:pt x="1167" y="3572"/>
                    <a:pt x="1132" y="3513"/>
                  </a:cubicBezTo>
                  <a:cubicBezTo>
                    <a:pt x="1108" y="3465"/>
                    <a:pt x="1060" y="3430"/>
                    <a:pt x="1001" y="3430"/>
                  </a:cubicBezTo>
                  <a:lnTo>
                    <a:pt x="536" y="3430"/>
                  </a:lnTo>
                  <a:cubicBezTo>
                    <a:pt x="643" y="3156"/>
                    <a:pt x="893" y="2632"/>
                    <a:pt x="1382" y="2144"/>
                  </a:cubicBezTo>
                  <a:cubicBezTo>
                    <a:pt x="1489" y="2668"/>
                    <a:pt x="1727" y="3275"/>
                    <a:pt x="2132" y="3739"/>
                  </a:cubicBezTo>
                  <a:cubicBezTo>
                    <a:pt x="1977" y="4096"/>
                    <a:pt x="1846" y="4513"/>
                    <a:pt x="1727" y="5013"/>
                  </a:cubicBezTo>
                  <a:cubicBezTo>
                    <a:pt x="1477" y="6109"/>
                    <a:pt x="1417" y="7144"/>
                    <a:pt x="1524" y="7537"/>
                  </a:cubicBezTo>
                  <a:cubicBezTo>
                    <a:pt x="1596" y="7811"/>
                    <a:pt x="1905" y="8192"/>
                    <a:pt x="2370" y="8525"/>
                  </a:cubicBezTo>
                  <a:cubicBezTo>
                    <a:pt x="2846" y="8883"/>
                    <a:pt x="3429" y="9168"/>
                    <a:pt x="3977" y="9335"/>
                  </a:cubicBezTo>
                  <a:cubicBezTo>
                    <a:pt x="4203" y="9752"/>
                    <a:pt x="4632" y="10038"/>
                    <a:pt x="5120" y="10038"/>
                  </a:cubicBezTo>
                  <a:lnTo>
                    <a:pt x="5692" y="10038"/>
                  </a:lnTo>
                  <a:cubicBezTo>
                    <a:pt x="6180" y="10038"/>
                    <a:pt x="6620" y="9752"/>
                    <a:pt x="6835" y="9335"/>
                  </a:cubicBezTo>
                  <a:cubicBezTo>
                    <a:pt x="7382" y="9168"/>
                    <a:pt x="7966" y="8883"/>
                    <a:pt x="8442" y="8525"/>
                  </a:cubicBezTo>
                  <a:cubicBezTo>
                    <a:pt x="8918" y="8192"/>
                    <a:pt x="9216" y="7811"/>
                    <a:pt x="9287" y="7537"/>
                  </a:cubicBezTo>
                  <a:cubicBezTo>
                    <a:pt x="9383" y="7144"/>
                    <a:pt x="9335" y="6109"/>
                    <a:pt x="9085" y="5013"/>
                  </a:cubicBezTo>
                  <a:cubicBezTo>
                    <a:pt x="8966" y="4513"/>
                    <a:pt x="8823" y="4096"/>
                    <a:pt x="8680" y="3739"/>
                  </a:cubicBezTo>
                  <a:cubicBezTo>
                    <a:pt x="9085" y="3287"/>
                    <a:pt x="9335" y="2668"/>
                    <a:pt x="9418" y="2144"/>
                  </a:cubicBezTo>
                  <a:close/>
                  <a:moveTo>
                    <a:pt x="4406" y="1"/>
                  </a:moveTo>
                  <a:cubicBezTo>
                    <a:pt x="3596" y="1"/>
                    <a:pt x="2989" y="346"/>
                    <a:pt x="2965" y="358"/>
                  </a:cubicBezTo>
                  <a:cubicBezTo>
                    <a:pt x="2917" y="394"/>
                    <a:pt x="2882" y="441"/>
                    <a:pt x="2882" y="477"/>
                  </a:cubicBezTo>
                  <a:cubicBezTo>
                    <a:pt x="2882" y="524"/>
                    <a:pt x="2906" y="584"/>
                    <a:pt x="2929" y="620"/>
                  </a:cubicBezTo>
                  <a:lnTo>
                    <a:pt x="3084" y="763"/>
                  </a:lnTo>
                  <a:cubicBezTo>
                    <a:pt x="2822" y="834"/>
                    <a:pt x="2584" y="941"/>
                    <a:pt x="2370" y="1060"/>
                  </a:cubicBezTo>
                  <a:cubicBezTo>
                    <a:pt x="2334" y="1060"/>
                    <a:pt x="2310" y="1048"/>
                    <a:pt x="2286" y="1048"/>
                  </a:cubicBezTo>
                  <a:cubicBezTo>
                    <a:pt x="2234" y="1038"/>
                    <a:pt x="2181" y="1033"/>
                    <a:pt x="2129" y="1033"/>
                  </a:cubicBezTo>
                  <a:cubicBezTo>
                    <a:pt x="1942" y="1033"/>
                    <a:pt x="1759" y="1099"/>
                    <a:pt x="1620" y="1239"/>
                  </a:cubicBezTo>
                  <a:cubicBezTo>
                    <a:pt x="1477" y="1370"/>
                    <a:pt x="1382" y="1548"/>
                    <a:pt x="1370" y="1751"/>
                  </a:cubicBezTo>
                  <a:cubicBezTo>
                    <a:pt x="429" y="2584"/>
                    <a:pt x="191" y="3501"/>
                    <a:pt x="179" y="3549"/>
                  </a:cubicBezTo>
                  <a:cubicBezTo>
                    <a:pt x="167" y="3596"/>
                    <a:pt x="179" y="3656"/>
                    <a:pt x="203" y="3680"/>
                  </a:cubicBezTo>
                  <a:cubicBezTo>
                    <a:pt x="239" y="3727"/>
                    <a:pt x="286" y="3739"/>
                    <a:pt x="322" y="3739"/>
                  </a:cubicBezTo>
                  <a:lnTo>
                    <a:pt x="727" y="3739"/>
                  </a:lnTo>
                  <a:cubicBezTo>
                    <a:pt x="0" y="5096"/>
                    <a:pt x="0" y="6751"/>
                    <a:pt x="0" y="6811"/>
                  </a:cubicBezTo>
                  <a:cubicBezTo>
                    <a:pt x="0" y="6847"/>
                    <a:pt x="24" y="6906"/>
                    <a:pt x="60" y="6942"/>
                  </a:cubicBezTo>
                  <a:cubicBezTo>
                    <a:pt x="90" y="6957"/>
                    <a:pt x="115" y="6972"/>
                    <a:pt x="145" y="6972"/>
                  </a:cubicBezTo>
                  <a:cubicBezTo>
                    <a:pt x="162" y="6972"/>
                    <a:pt x="181" y="6967"/>
                    <a:pt x="203" y="6954"/>
                  </a:cubicBezTo>
                  <a:lnTo>
                    <a:pt x="524" y="6847"/>
                  </a:lnTo>
                  <a:cubicBezTo>
                    <a:pt x="548" y="7323"/>
                    <a:pt x="667" y="8442"/>
                    <a:pt x="1215" y="9276"/>
                  </a:cubicBezTo>
                  <a:cubicBezTo>
                    <a:pt x="1251" y="9311"/>
                    <a:pt x="1274" y="9335"/>
                    <a:pt x="1322" y="9347"/>
                  </a:cubicBezTo>
                  <a:cubicBezTo>
                    <a:pt x="1336" y="9354"/>
                    <a:pt x="1350" y="9357"/>
                    <a:pt x="1363" y="9357"/>
                  </a:cubicBezTo>
                  <a:cubicBezTo>
                    <a:pt x="1396" y="9357"/>
                    <a:pt x="1424" y="9340"/>
                    <a:pt x="1441" y="9323"/>
                  </a:cubicBezTo>
                  <a:lnTo>
                    <a:pt x="1810" y="9073"/>
                  </a:lnTo>
                  <a:cubicBezTo>
                    <a:pt x="2013" y="9335"/>
                    <a:pt x="2465" y="9942"/>
                    <a:pt x="3144" y="10347"/>
                  </a:cubicBezTo>
                  <a:cubicBezTo>
                    <a:pt x="3169" y="10367"/>
                    <a:pt x="3198" y="10377"/>
                    <a:pt x="3226" y="10377"/>
                  </a:cubicBezTo>
                  <a:cubicBezTo>
                    <a:pt x="3267" y="10377"/>
                    <a:pt x="3306" y="10358"/>
                    <a:pt x="3334" y="10323"/>
                  </a:cubicBezTo>
                  <a:lnTo>
                    <a:pt x="3572" y="10085"/>
                  </a:lnTo>
                  <a:cubicBezTo>
                    <a:pt x="3834" y="10276"/>
                    <a:pt x="4549" y="10740"/>
                    <a:pt x="5406" y="10883"/>
                  </a:cubicBezTo>
                  <a:lnTo>
                    <a:pt x="5465" y="10883"/>
                  </a:lnTo>
                  <a:cubicBezTo>
                    <a:pt x="6299" y="10752"/>
                    <a:pt x="7025" y="10276"/>
                    <a:pt x="7287" y="10085"/>
                  </a:cubicBezTo>
                  <a:lnTo>
                    <a:pt x="7525" y="10323"/>
                  </a:lnTo>
                  <a:cubicBezTo>
                    <a:pt x="7556" y="10347"/>
                    <a:pt x="7607" y="10365"/>
                    <a:pt x="7656" y="10365"/>
                  </a:cubicBezTo>
                  <a:cubicBezTo>
                    <a:pt x="7682" y="10365"/>
                    <a:pt x="7707" y="10360"/>
                    <a:pt x="7728" y="10347"/>
                  </a:cubicBezTo>
                  <a:cubicBezTo>
                    <a:pt x="8394" y="9942"/>
                    <a:pt x="8859" y="9335"/>
                    <a:pt x="9049" y="9073"/>
                  </a:cubicBezTo>
                  <a:lnTo>
                    <a:pt x="9418" y="9323"/>
                  </a:lnTo>
                  <a:cubicBezTo>
                    <a:pt x="9454" y="9347"/>
                    <a:pt x="9490" y="9347"/>
                    <a:pt x="9537" y="9347"/>
                  </a:cubicBezTo>
                  <a:cubicBezTo>
                    <a:pt x="9585" y="9335"/>
                    <a:pt x="9609" y="9323"/>
                    <a:pt x="9645" y="9276"/>
                  </a:cubicBezTo>
                  <a:cubicBezTo>
                    <a:pt x="10192" y="8442"/>
                    <a:pt x="10311" y="7323"/>
                    <a:pt x="10347" y="6847"/>
                  </a:cubicBezTo>
                  <a:lnTo>
                    <a:pt x="10657" y="6954"/>
                  </a:lnTo>
                  <a:cubicBezTo>
                    <a:pt x="10676" y="6959"/>
                    <a:pt x="10698" y="6962"/>
                    <a:pt x="10719" y="6962"/>
                  </a:cubicBezTo>
                  <a:cubicBezTo>
                    <a:pt x="10749" y="6962"/>
                    <a:pt x="10778" y="6956"/>
                    <a:pt x="10799" y="6942"/>
                  </a:cubicBezTo>
                  <a:cubicBezTo>
                    <a:pt x="10847" y="6906"/>
                    <a:pt x="10859" y="6871"/>
                    <a:pt x="10859" y="6811"/>
                  </a:cubicBezTo>
                  <a:cubicBezTo>
                    <a:pt x="10835" y="6728"/>
                    <a:pt x="10835" y="5096"/>
                    <a:pt x="10109" y="3739"/>
                  </a:cubicBezTo>
                  <a:lnTo>
                    <a:pt x="10514" y="3739"/>
                  </a:lnTo>
                  <a:cubicBezTo>
                    <a:pt x="10549" y="3739"/>
                    <a:pt x="10597" y="3715"/>
                    <a:pt x="10633" y="3680"/>
                  </a:cubicBezTo>
                  <a:cubicBezTo>
                    <a:pt x="10657" y="3632"/>
                    <a:pt x="10668" y="3596"/>
                    <a:pt x="10657" y="3549"/>
                  </a:cubicBezTo>
                  <a:cubicBezTo>
                    <a:pt x="10645" y="3501"/>
                    <a:pt x="10407" y="2584"/>
                    <a:pt x="9466" y="1751"/>
                  </a:cubicBezTo>
                  <a:cubicBezTo>
                    <a:pt x="9454" y="1548"/>
                    <a:pt x="9359" y="1370"/>
                    <a:pt x="9216" y="1239"/>
                  </a:cubicBezTo>
                  <a:cubicBezTo>
                    <a:pt x="9074" y="1106"/>
                    <a:pt x="8886" y="1034"/>
                    <a:pt x="8696" y="1034"/>
                  </a:cubicBezTo>
                  <a:cubicBezTo>
                    <a:pt x="8647" y="1034"/>
                    <a:pt x="8598" y="1039"/>
                    <a:pt x="8549" y="1048"/>
                  </a:cubicBezTo>
                  <a:cubicBezTo>
                    <a:pt x="8525" y="1048"/>
                    <a:pt x="8502" y="1060"/>
                    <a:pt x="8466" y="1060"/>
                  </a:cubicBezTo>
                  <a:cubicBezTo>
                    <a:pt x="8251" y="941"/>
                    <a:pt x="7990" y="858"/>
                    <a:pt x="7751" y="763"/>
                  </a:cubicBezTo>
                  <a:lnTo>
                    <a:pt x="7906" y="620"/>
                  </a:lnTo>
                  <a:cubicBezTo>
                    <a:pt x="7930" y="584"/>
                    <a:pt x="7954" y="524"/>
                    <a:pt x="7954" y="477"/>
                  </a:cubicBezTo>
                  <a:cubicBezTo>
                    <a:pt x="7954" y="441"/>
                    <a:pt x="7918" y="394"/>
                    <a:pt x="7870" y="358"/>
                  </a:cubicBezTo>
                  <a:cubicBezTo>
                    <a:pt x="7847" y="346"/>
                    <a:pt x="7239" y="1"/>
                    <a:pt x="6430" y="1"/>
                  </a:cubicBezTo>
                  <a:cubicBezTo>
                    <a:pt x="6001" y="1"/>
                    <a:pt x="5680" y="143"/>
                    <a:pt x="5501" y="239"/>
                  </a:cubicBezTo>
                  <a:cubicBezTo>
                    <a:pt x="5471" y="257"/>
                    <a:pt x="5442" y="266"/>
                    <a:pt x="5412" y="266"/>
                  </a:cubicBezTo>
                  <a:cubicBezTo>
                    <a:pt x="5382" y="266"/>
                    <a:pt x="5352" y="257"/>
                    <a:pt x="5323" y="239"/>
                  </a:cubicBezTo>
                  <a:cubicBezTo>
                    <a:pt x="5144" y="143"/>
                    <a:pt x="483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67"/>
            <p:cNvSpPr/>
            <p:nvPr/>
          </p:nvSpPr>
          <p:spPr>
            <a:xfrm>
              <a:off x="2667053" y="1609618"/>
              <a:ext cx="10688" cy="37760"/>
            </a:xfrm>
            <a:custGeom>
              <a:avLst/>
              <a:gdLst/>
              <a:ahLst/>
              <a:cxnLst/>
              <a:rect l="l" t="t" r="r" b="b"/>
              <a:pathLst>
                <a:path w="334" h="1180" extrusionOk="0">
                  <a:moveTo>
                    <a:pt x="167" y="1"/>
                  </a:moveTo>
                  <a:cubicBezTo>
                    <a:pt x="72" y="1"/>
                    <a:pt x="0" y="72"/>
                    <a:pt x="0" y="167"/>
                  </a:cubicBezTo>
                  <a:lnTo>
                    <a:pt x="0" y="1013"/>
                  </a:lnTo>
                  <a:cubicBezTo>
                    <a:pt x="0" y="1096"/>
                    <a:pt x="72" y="1179"/>
                    <a:pt x="167" y="1179"/>
                  </a:cubicBezTo>
                  <a:cubicBezTo>
                    <a:pt x="250" y="1179"/>
                    <a:pt x="334" y="1096"/>
                    <a:pt x="334" y="1013"/>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0" name="Google Shape;12610;p67"/>
          <p:cNvGrpSpPr/>
          <p:nvPr/>
        </p:nvGrpSpPr>
        <p:grpSpPr>
          <a:xfrm>
            <a:off x="1956845" y="1576698"/>
            <a:ext cx="331520" cy="348032"/>
            <a:chOff x="1956845" y="1500498"/>
            <a:chExt cx="331520" cy="348032"/>
          </a:xfrm>
        </p:grpSpPr>
        <p:sp>
          <p:nvSpPr>
            <p:cNvPr id="12611" name="Google Shape;12611;p67"/>
            <p:cNvSpPr/>
            <p:nvPr/>
          </p:nvSpPr>
          <p:spPr>
            <a:xfrm>
              <a:off x="2078413" y="1736882"/>
              <a:ext cx="88800" cy="44608"/>
            </a:xfrm>
            <a:custGeom>
              <a:avLst/>
              <a:gdLst/>
              <a:ahLst/>
              <a:cxnLst/>
              <a:rect l="l" t="t" r="r" b="b"/>
              <a:pathLst>
                <a:path w="2775" h="1394" extrusionOk="0">
                  <a:moveTo>
                    <a:pt x="2322" y="310"/>
                  </a:moveTo>
                  <a:cubicBezTo>
                    <a:pt x="2381" y="310"/>
                    <a:pt x="2417" y="357"/>
                    <a:pt x="2429" y="381"/>
                  </a:cubicBezTo>
                  <a:cubicBezTo>
                    <a:pt x="2429" y="405"/>
                    <a:pt x="2429" y="477"/>
                    <a:pt x="2381" y="500"/>
                  </a:cubicBezTo>
                  <a:lnTo>
                    <a:pt x="1953" y="858"/>
                  </a:lnTo>
                  <a:cubicBezTo>
                    <a:pt x="1786" y="994"/>
                    <a:pt x="1584" y="1063"/>
                    <a:pt x="1384" y="1063"/>
                  </a:cubicBezTo>
                  <a:cubicBezTo>
                    <a:pt x="1185" y="1063"/>
                    <a:pt x="988" y="994"/>
                    <a:pt x="833" y="858"/>
                  </a:cubicBezTo>
                  <a:lnTo>
                    <a:pt x="405" y="500"/>
                  </a:lnTo>
                  <a:cubicBezTo>
                    <a:pt x="345" y="453"/>
                    <a:pt x="357" y="393"/>
                    <a:pt x="369" y="381"/>
                  </a:cubicBezTo>
                  <a:cubicBezTo>
                    <a:pt x="393" y="369"/>
                    <a:pt x="405" y="310"/>
                    <a:pt x="476" y="310"/>
                  </a:cubicBezTo>
                  <a:close/>
                  <a:moveTo>
                    <a:pt x="464" y="0"/>
                  </a:moveTo>
                  <a:cubicBezTo>
                    <a:pt x="286" y="0"/>
                    <a:pt x="119" y="96"/>
                    <a:pt x="60" y="274"/>
                  </a:cubicBezTo>
                  <a:cubicBezTo>
                    <a:pt x="0" y="441"/>
                    <a:pt x="48" y="631"/>
                    <a:pt x="191" y="750"/>
                  </a:cubicBezTo>
                  <a:lnTo>
                    <a:pt x="631" y="1108"/>
                  </a:lnTo>
                  <a:cubicBezTo>
                    <a:pt x="845" y="1286"/>
                    <a:pt x="1119" y="1393"/>
                    <a:pt x="1381" y="1393"/>
                  </a:cubicBezTo>
                  <a:cubicBezTo>
                    <a:pt x="1655" y="1393"/>
                    <a:pt x="1941" y="1298"/>
                    <a:pt x="2143" y="1108"/>
                  </a:cubicBezTo>
                  <a:lnTo>
                    <a:pt x="2572" y="750"/>
                  </a:lnTo>
                  <a:cubicBezTo>
                    <a:pt x="2727" y="631"/>
                    <a:pt x="2774" y="453"/>
                    <a:pt x="2715" y="274"/>
                  </a:cubicBezTo>
                  <a:cubicBezTo>
                    <a:pt x="2655" y="107"/>
                    <a:pt x="2488"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67"/>
            <p:cNvSpPr/>
            <p:nvPr/>
          </p:nvSpPr>
          <p:spPr>
            <a:xfrm>
              <a:off x="1956845" y="1500498"/>
              <a:ext cx="331520" cy="348032"/>
            </a:xfrm>
            <a:custGeom>
              <a:avLst/>
              <a:gdLst/>
              <a:ahLst/>
              <a:cxnLst/>
              <a:rect l="l" t="t" r="r" b="b"/>
              <a:pathLst>
                <a:path w="10360" h="10876" extrusionOk="0">
                  <a:moveTo>
                    <a:pt x="1205" y="326"/>
                  </a:moveTo>
                  <a:cubicBezTo>
                    <a:pt x="1252" y="326"/>
                    <a:pt x="1300" y="330"/>
                    <a:pt x="1346" y="339"/>
                  </a:cubicBezTo>
                  <a:cubicBezTo>
                    <a:pt x="1942" y="494"/>
                    <a:pt x="2525" y="791"/>
                    <a:pt x="3061" y="1232"/>
                  </a:cubicBezTo>
                  <a:cubicBezTo>
                    <a:pt x="2894" y="1315"/>
                    <a:pt x="2727" y="1387"/>
                    <a:pt x="2585" y="1458"/>
                  </a:cubicBezTo>
                  <a:cubicBezTo>
                    <a:pt x="2108" y="922"/>
                    <a:pt x="1489" y="565"/>
                    <a:pt x="1108" y="470"/>
                  </a:cubicBezTo>
                  <a:cubicBezTo>
                    <a:pt x="989" y="458"/>
                    <a:pt x="882" y="458"/>
                    <a:pt x="811" y="458"/>
                  </a:cubicBezTo>
                  <a:cubicBezTo>
                    <a:pt x="918" y="368"/>
                    <a:pt x="1060" y="326"/>
                    <a:pt x="1205" y="326"/>
                  </a:cubicBezTo>
                  <a:close/>
                  <a:moveTo>
                    <a:pt x="9179" y="326"/>
                  </a:moveTo>
                  <a:cubicBezTo>
                    <a:pt x="9324" y="326"/>
                    <a:pt x="9466" y="368"/>
                    <a:pt x="9574" y="458"/>
                  </a:cubicBezTo>
                  <a:lnTo>
                    <a:pt x="9585" y="482"/>
                  </a:lnTo>
                  <a:cubicBezTo>
                    <a:pt x="9548" y="471"/>
                    <a:pt x="9506" y="465"/>
                    <a:pt x="9459" y="465"/>
                  </a:cubicBezTo>
                  <a:cubicBezTo>
                    <a:pt x="9401" y="465"/>
                    <a:pt x="9336" y="474"/>
                    <a:pt x="9264" y="494"/>
                  </a:cubicBezTo>
                  <a:cubicBezTo>
                    <a:pt x="9085" y="541"/>
                    <a:pt x="8847" y="636"/>
                    <a:pt x="8609" y="779"/>
                  </a:cubicBezTo>
                  <a:cubicBezTo>
                    <a:pt x="8538" y="815"/>
                    <a:pt x="8502" y="922"/>
                    <a:pt x="8562" y="994"/>
                  </a:cubicBezTo>
                  <a:cubicBezTo>
                    <a:pt x="8591" y="1046"/>
                    <a:pt x="8644" y="1074"/>
                    <a:pt x="8697" y="1074"/>
                  </a:cubicBezTo>
                  <a:cubicBezTo>
                    <a:pt x="8729" y="1074"/>
                    <a:pt x="8761" y="1064"/>
                    <a:pt x="8788" y="1041"/>
                  </a:cubicBezTo>
                  <a:cubicBezTo>
                    <a:pt x="8990" y="922"/>
                    <a:pt x="9193" y="815"/>
                    <a:pt x="9335" y="791"/>
                  </a:cubicBezTo>
                  <a:cubicBezTo>
                    <a:pt x="9389" y="780"/>
                    <a:pt x="9439" y="774"/>
                    <a:pt x="9484" y="774"/>
                  </a:cubicBezTo>
                  <a:cubicBezTo>
                    <a:pt x="9580" y="774"/>
                    <a:pt x="9656" y="798"/>
                    <a:pt x="9705" y="839"/>
                  </a:cubicBezTo>
                  <a:cubicBezTo>
                    <a:pt x="9788" y="898"/>
                    <a:pt x="9800" y="994"/>
                    <a:pt x="9800" y="1053"/>
                  </a:cubicBezTo>
                  <a:cubicBezTo>
                    <a:pt x="9764" y="1577"/>
                    <a:pt x="9633" y="2244"/>
                    <a:pt x="9228" y="2756"/>
                  </a:cubicBezTo>
                  <a:cubicBezTo>
                    <a:pt x="9133" y="2601"/>
                    <a:pt x="9014" y="2446"/>
                    <a:pt x="8871" y="2303"/>
                  </a:cubicBezTo>
                  <a:cubicBezTo>
                    <a:pt x="8633" y="2041"/>
                    <a:pt x="8371" y="1815"/>
                    <a:pt x="8085" y="1625"/>
                  </a:cubicBezTo>
                  <a:cubicBezTo>
                    <a:pt x="8133" y="1565"/>
                    <a:pt x="8192" y="1518"/>
                    <a:pt x="8252" y="1458"/>
                  </a:cubicBezTo>
                  <a:cubicBezTo>
                    <a:pt x="8312" y="1398"/>
                    <a:pt x="8312" y="1291"/>
                    <a:pt x="8252" y="1232"/>
                  </a:cubicBezTo>
                  <a:cubicBezTo>
                    <a:pt x="8222" y="1202"/>
                    <a:pt x="8181" y="1187"/>
                    <a:pt x="8139" y="1187"/>
                  </a:cubicBezTo>
                  <a:cubicBezTo>
                    <a:pt x="8097" y="1187"/>
                    <a:pt x="8056" y="1202"/>
                    <a:pt x="8026" y="1232"/>
                  </a:cubicBezTo>
                  <a:lnTo>
                    <a:pt x="7800" y="1458"/>
                  </a:lnTo>
                  <a:cubicBezTo>
                    <a:pt x="7657" y="1375"/>
                    <a:pt x="7490" y="1291"/>
                    <a:pt x="7323" y="1232"/>
                  </a:cubicBezTo>
                  <a:cubicBezTo>
                    <a:pt x="7859" y="791"/>
                    <a:pt x="8442" y="494"/>
                    <a:pt x="9038" y="339"/>
                  </a:cubicBezTo>
                  <a:cubicBezTo>
                    <a:pt x="9084" y="330"/>
                    <a:pt x="9132" y="326"/>
                    <a:pt x="9179" y="326"/>
                  </a:cubicBezTo>
                  <a:close/>
                  <a:moveTo>
                    <a:pt x="902" y="792"/>
                  </a:moveTo>
                  <a:cubicBezTo>
                    <a:pt x="947" y="792"/>
                    <a:pt x="996" y="796"/>
                    <a:pt x="1049" y="803"/>
                  </a:cubicBezTo>
                  <a:cubicBezTo>
                    <a:pt x="1489" y="886"/>
                    <a:pt x="2013" y="1327"/>
                    <a:pt x="2299" y="1637"/>
                  </a:cubicBezTo>
                  <a:cubicBezTo>
                    <a:pt x="2013" y="1827"/>
                    <a:pt x="1751" y="2053"/>
                    <a:pt x="1513" y="2327"/>
                  </a:cubicBezTo>
                  <a:cubicBezTo>
                    <a:pt x="1370" y="2470"/>
                    <a:pt x="1251" y="2625"/>
                    <a:pt x="1156" y="2768"/>
                  </a:cubicBezTo>
                  <a:cubicBezTo>
                    <a:pt x="763" y="2244"/>
                    <a:pt x="632" y="1589"/>
                    <a:pt x="584" y="1077"/>
                  </a:cubicBezTo>
                  <a:cubicBezTo>
                    <a:pt x="584" y="994"/>
                    <a:pt x="596" y="910"/>
                    <a:pt x="680" y="851"/>
                  </a:cubicBezTo>
                  <a:cubicBezTo>
                    <a:pt x="728" y="810"/>
                    <a:pt x="805" y="792"/>
                    <a:pt x="902" y="792"/>
                  </a:cubicBezTo>
                  <a:close/>
                  <a:moveTo>
                    <a:pt x="5192" y="1160"/>
                  </a:moveTo>
                  <a:cubicBezTo>
                    <a:pt x="6668" y="1160"/>
                    <a:pt x="7811" y="1625"/>
                    <a:pt x="8633" y="2518"/>
                  </a:cubicBezTo>
                  <a:cubicBezTo>
                    <a:pt x="9478" y="3470"/>
                    <a:pt x="9812" y="4744"/>
                    <a:pt x="9931" y="5661"/>
                  </a:cubicBezTo>
                  <a:cubicBezTo>
                    <a:pt x="10002" y="6375"/>
                    <a:pt x="9990" y="6947"/>
                    <a:pt x="9978" y="7244"/>
                  </a:cubicBezTo>
                  <a:lnTo>
                    <a:pt x="9526" y="7078"/>
                  </a:lnTo>
                  <a:cubicBezTo>
                    <a:pt x="9513" y="7073"/>
                    <a:pt x="9497" y="7071"/>
                    <a:pt x="9479" y="7071"/>
                  </a:cubicBezTo>
                  <a:cubicBezTo>
                    <a:pt x="9448" y="7071"/>
                    <a:pt x="9413" y="7079"/>
                    <a:pt x="9383" y="7102"/>
                  </a:cubicBezTo>
                  <a:cubicBezTo>
                    <a:pt x="9335" y="7125"/>
                    <a:pt x="9312" y="7173"/>
                    <a:pt x="9312" y="7233"/>
                  </a:cubicBezTo>
                  <a:cubicBezTo>
                    <a:pt x="9312" y="7244"/>
                    <a:pt x="9276" y="8256"/>
                    <a:pt x="8871" y="9376"/>
                  </a:cubicBezTo>
                  <a:lnTo>
                    <a:pt x="8562" y="9007"/>
                  </a:lnTo>
                  <a:cubicBezTo>
                    <a:pt x="8538" y="8959"/>
                    <a:pt x="8478" y="8947"/>
                    <a:pt x="8431" y="8947"/>
                  </a:cubicBezTo>
                  <a:cubicBezTo>
                    <a:pt x="8371" y="8947"/>
                    <a:pt x="8323" y="8971"/>
                    <a:pt x="8312" y="9030"/>
                  </a:cubicBezTo>
                  <a:cubicBezTo>
                    <a:pt x="8061" y="9507"/>
                    <a:pt x="7645" y="9923"/>
                    <a:pt x="7430" y="10138"/>
                  </a:cubicBezTo>
                  <a:lnTo>
                    <a:pt x="7049" y="9614"/>
                  </a:lnTo>
                  <a:cubicBezTo>
                    <a:pt x="7466" y="9340"/>
                    <a:pt x="7740" y="8864"/>
                    <a:pt x="7740" y="8328"/>
                  </a:cubicBezTo>
                  <a:cubicBezTo>
                    <a:pt x="7740" y="8245"/>
                    <a:pt x="7669" y="8173"/>
                    <a:pt x="7585" y="8173"/>
                  </a:cubicBezTo>
                  <a:cubicBezTo>
                    <a:pt x="7490" y="8173"/>
                    <a:pt x="7419" y="8245"/>
                    <a:pt x="7419" y="8328"/>
                  </a:cubicBezTo>
                  <a:cubicBezTo>
                    <a:pt x="7419" y="9007"/>
                    <a:pt x="6883" y="9542"/>
                    <a:pt x="6228" y="9542"/>
                  </a:cubicBezTo>
                  <a:cubicBezTo>
                    <a:pt x="5954" y="9542"/>
                    <a:pt x="5704" y="9447"/>
                    <a:pt x="5478" y="9280"/>
                  </a:cubicBezTo>
                  <a:cubicBezTo>
                    <a:pt x="5389" y="9215"/>
                    <a:pt x="5284" y="9182"/>
                    <a:pt x="5183" y="9182"/>
                  </a:cubicBezTo>
                  <a:cubicBezTo>
                    <a:pt x="5082" y="9182"/>
                    <a:pt x="4984" y="9215"/>
                    <a:pt x="4906" y="9280"/>
                  </a:cubicBezTo>
                  <a:cubicBezTo>
                    <a:pt x="4692" y="9447"/>
                    <a:pt x="4442" y="9542"/>
                    <a:pt x="4156" y="9542"/>
                  </a:cubicBezTo>
                  <a:cubicBezTo>
                    <a:pt x="3501" y="9542"/>
                    <a:pt x="2966" y="9007"/>
                    <a:pt x="2966" y="8328"/>
                  </a:cubicBezTo>
                  <a:cubicBezTo>
                    <a:pt x="2966" y="8245"/>
                    <a:pt x="2894" y="8173"/>
                    <a:pt x="2799" y="8173"/>
                  </a:cubicBezTo>
                  <a:cubicBezTo>
                    <a:pt x="2716" y="8173"/>
                    <a:pt x="2632" y="8245"/>
                    <a:pt x="2632" y="8328"/>
                  </a:cubicBezTo>
                  <a:cubicBezTo>
                    <a:pt x="2632" y="8864"/>
                    <a:pt x="2918" y="9340"/>
                    <a:pt x="3335" y="9614"/>
                  </a:cubicBezTo>
                  <a:lnTo>
                    <a:pt x="2954" y="10138"/>
                  </a:lnTo>
                  <a:cubicBezTo>
                    <a:pt x="2739" y="9935"/>
                    <a:pt x="2323" y="9507"/>
                    <a:pt x="2073" y="9030"/>
                  </a:cubicBezTo>
                  <a:cubicBezTo>
                    <a:pt x="2037" y="8983"/>
                    <a:pt x="2001" y="8959"/>
                    <a:pt x="1954" y="8947"/>
                  </a:cubicBezTo>
                  <a:cubicBezTo>
                    <a:pt x="1894" y="8947"/>
                    <a:pt x="1846" y="8959"/>
                    <a:pt x="1823" y="9007"/>
                  </a:cubicBezTo>
                  <a:lnTo>
                    <a:pt x="1501" y="9376"/>
                  </a:lnTo>
                  <a:cubicBezTo>
                    <a:pt x="1108" y="8256"/>
                    <a:pt x="1073" y="7233"/>
                    <a:pt x="1073" y="7233"/>
                  </a:cubicBezTo>
                  <a:cubicBezTo>
                    <a:pt x="1073" y="7185"/>
                    <a:pt x="1049" y="7125"/>
                    <a:pt x="1001" y="7102"/>
                  </a:cubicBezTo>
                  <a:cubicBezTo>
                    <a:pt x="971" y="7079"/>
                    <a:pt x="941" y="7071"/>
                    <a:pt x="907" y="7071"/>
                  </a:cubicBezTo>
                  <a:cubicBezTo>
                    <a:pt x="888" y="7071"/>
                    <a:pt x="868" y="7073"/>
                    <a:pt x="846" y="7078"/>
                  </a:cubicBezTo>
                  <a:lnTo>
                    <a:pt x="406" y="7244"/>
                  </a:lnTo>
                  <a:cubicBezTo>
                    <a:pt x="394" y="6947"/>
                    <a:pt x="370" y="6375"/>
                    <a:pt x="465" y="5673"/>
                  </a:cubicBezTo>
                  <a:cubicBezTo>
                    <a:pt x="584" y="4756"/>
                    <a:pt x="894" y="3470"/>
                    <a:pt x="1763" y="2518"/>
                  </a:cubicBezTo>
                  <a:cubicBezTo>
                    <a:pt x="2561" y="1625"/>
                    <a:pt x="3728" y="1160"/>
                    <a:pt x="5192" y="1160"/>
                  </a:cubicBezTo>
                  <a:close/>
                  <a:moveTo>
                    <a:pt x="5192" y="9492"/>
                  </a:moveTo>
                  <a:cubicBezTo>
                    <a:pt x="5225" y="9492"/>
                    <a:pt x="5258" y="9501"/>
                    <a:pt x="5287" y="9518"/>
                  </a:cubicBezTo>
                  <a:cubicBezTo>
                    <a:pt x="5561" y="9745"/>
                    <a:pt x="5883" y="9852"/>
                    <a:pt x="6228" y="9852"/>
                  </a:cubicBezTo>
                  <a:cubicBezTo>
                    <a:pt x="6371" y="9852"/>
                    <a:pt x="6526" y="9840"/>
                    <a:pt x="6657" y="9792"/>
                  </a:cubicBezTo>
                  <a:lnTo>
                    <a:pt x="6657" y="9792"/>
                  </a:lnTo>
                  <a:cubicBezTo>
                    <a:pt x="6466" y="10245"/>
                    <a:pt x="6037" y="10554"/>
                    <a:pt x="5525" y="10554"/>
                  </a:cubicBezTo>
                  <a:lnTo>
                    <a:pt x="4847" y="10554"/>
                  </a:lnTo>
                  <a:cubicBezTo>
                    <a:pt x="4335" y="10554"/>
                    <a:pt x="3906" y="10233"/>
                    <a:pt x="3728" y="9792"/>
                  </a:cubicBezTo>
                  <a:lnTo>
                    <a:pt x="3728" y="9792"/>
                  </a:lnTo>
                  <a:cubicBezTo>
                    <a:pt x="3859" y="9840"/>
                    <a:pt x="4013" y="9852"/>
                    <a:pt x="4156" y="9852"/>
                  </a:cubicBezTo>
                  <a:cubicBezTo>
                    <a:pt x="4502" y="9852"/>
                    <a:pt x="4823" y="9733"/>
                    <a:pt x="5097" y="9518"/>
                  </a:cubicBezTo>
                  <a:cubicBezTo>
                    <a:pt x="5127" y="9501"/>
                    <a:pt x="5159" y="9492"/>
                    <a:pt x="5192" y="9492"/>
                  </a:cubicBezTo>
                  <a:close/>
                  <a:moveTo>
                    <a:pt x="9185" y="0"/>
                  </a:moveTo>
                  <a:cubicBezTo>
                    <a:pt x="9105" y="0"/>
                    <a:pt x="9024" y="10"/>
                    <a:pt x="8943" y="29"/>
                  </a:cubicBezTo>
                  <a:cubicBezTo>
                    <a:pt x="8252" y="208"/>
                    <a:pt x="7597" y="565"/>
                    <a:pt x="6966" y="1101"/>
                  </a:cubicBezTo>
                  <a:cubicBezTo>
                    <a:pt x="6430" y="934"/>
                    <a:pt x="5835" y="851"/>
                    <a:pt x="5180" y="851"/>
                  </a:cubicBezTo>
                  <a:cubicBezTo>
                    <a:pt x="4525" y="851"/>
                    <a:pt x="3930" y="934"/>
                    <a:pt x="3394" y="1101"/>
                  </a:cubicBezTo>
                  <a:cubicBezTo>
                    <a:pt x="2775" y="565"/>
                    <a:pt x="2096" y="196"/>
                    <a:pt x="1418" y="29"/>
                  </a:cubicBezTo>
                  <a:cubicBezTo>
                    <a:pt x="1344" y="11"/>
                    <a:pt x="1269" y="2"/>
                    <a:pt x="1195" y="2"/>
                  </a:cubicBezTo>
                  <a:cubicBezTo>
                    <a:pt x="982" y="2"/>
                    <a:pt x="773" y="75"/>
                    <a:pt x="596" y="208"/>
                  </a:cubicBezTo>
                  <a:cubicBezTo>
                    <a:pt x="370" y="386"/>
                    <a:pt x="239" y="672"/>
                    <a:pt x="251" y="946"/>
                  </a:cubicBezTo>
                  <a:cubicBezTo>
                    <a:pt x="287" y="1565"/>
                    <a:pt x="418" y="2410"/>
                    <a:pt x="965" y="3030"/>
                  </a:cubicBezTo>
                  <a:cubicBezTo>
                    <a:pt x="453" y="3911"/>
                    <a:pt x="227" y="4899"/>
                    <a:pt x="132" y="5637"/>
                  </a:cubicBezTo>
                  <a:cubicBezTo>
                    <a:pt x="1" y="6661"/>
                    <a:pt x="96" y="7459"/>
                    <a:pt x="96" y="7483"/>
                  </a:cubicBezTo>
                  <a:cubicBezTo>
                    <a:pt x="96" y="7530"/>
                    <a:pt x="120" y="7578"/>
                    <a:pt x="168" y="7602"/>
                  </a:cubicBezTo>
                  <a:cubicBezTo>
                    <a:pt x="198" y="7624"/>
                    <a:pt x="223" y="7633"/>
                    <a:pt x="250" y="7633"/>
                  </a:cubicBezTo>
                  <a:cubicBezTo>
                    <a:pt x="265" y="7633"/>
                    <a:pt x="281" y="7630"/>
                    <a:pt x="299" y="7625"/>
                  </a:cubicBezTo>
                  <a:lnTo>
                    <a:pt x="751" y="7459"/>
                  </a:lnTo>
                  <a:cubicBezTo>
                    <a:pt x="775" y="7852"/>
                    <a:pt x="894" y="8780"/>
                    <a:pt x="1299" y="9745"/>
                  </a:cubicBezTo>
                  <a:cubicBezTo>
                    <a:pt x="1311" y="9792"/>
                    <a:pt x="1370" y="9840"/>
                    <a:pt x="1418" y="9852"/>
                  </a:cubicBezTo>
                  <a:cubicBezTo>
                    <a:pt x="1428" y="9854"/>
                    <a:pt x="1438" y="9855"/>
                    <a:pt x="1447" y="9855"/>
                  </a:cubicBezTo>
                  <a:cubicBezTo>
                    <a:pt x="1493" y="9855"/>
                    <a:pt x="1531" y="9832"/>
                    <a:pt x="1561" y="9792"/>
                  </a:cubicBezTo>
                  <a:lnTo>
                    <a:pt x="1906" y="9388"/>
                  </a:lnTo>
                  <a:cubicBezTo>
                    <a:pt x="2299" y="10007"/>
                    <a:pt x="2847" y="10471"/>
                    <a:pt x="2870" y="10495"/>
                  </a:cubicBezTo>
                  <a:cubicBezTo>
                    <a:pt x="2896" y="10512"/>
                    <a:pt x="2929" y="10523"/>
                    <a:pt x="2959" y="10523"/>
                  </a:cubicBezTo>
                  <a:cubicBezTo>
                    <a:pt x="2969" y="10523"/>
                    <a:pt x="2980" y="10522"/>
                    <a:pt x="2989" y="10519"/>
                  </a:cubicBezTo>
                  <a:cubicBezTo>
                    <a:pt x="3037" y="10519"/>
                    <a:pt x="3085" y="10495"/>
                    <a:pt x="3097" y="10459"/>
                  </a:cubicBezTo>
                  <a:lnTo>
                    <a:pt x="3454" y="9983"/>
                  </a:lnTo>
                  <a:cubicBezTo>
                    <a:pt x="3549" y="10173"/>
                    <a:pt x="3680" y="10352"/>
                    <a:pt x="3847" y="10507"/>
                  </a:cubicBezTo>
                  <a:cubicBezTo>
                    <a:pt x="4109" y="10745"/>
                    <a:pt x="4466" y="10876"/>
                    <a:pt x="4823" y="10876"/>
                  </a:cubicBezTo>
                  <a:lnTo>
                    <a:pt x="5514" y="10876"/>
                  </a:lnTo>
                  <a:cubicBezTo>
                    <a:pt x="6121" y="10876"/>
                    <a:pt x="6657" y="10519"/>
                    <a:pt x="6895" y="9983"/>
                  </a:cubicBezTo>
                  <a:lnTo>
                    <a:pt x="7252" y="10459"/>
                  </a:lnTo>
                  <a:cubicBezTo>
                    <a:pt x="7276" y="10495"/>
                    <a:pt x="7311" y="10519"/>
                    <a:pt x="7359" y="10519"/>
                  </a:cubicBezTo>
                  <a:lnTo>
                    <a:pt x="7371" y="10519"/>
                  </a:lnTo>
                  <a:cubicBezTo>
                    <a:pt x="7419" y="10519"/>
                    <a:pt x="7442" y="10507"/>
                    <a:pt x="7478" y="10471"/>
                  </a:cubicBezTo>
                  <a:cubicBezTo>
                    <a:pt x="7502" y="10459"/>
                    <a:pt x="8050" y="9983"/>
                    <a:pt x="8442" y="9376"/>
                  </a:cubicBezTo>
                  <a:lnTo>
                    <a:pt x="8788" y="9780"/>
                  </a:lnTo>
                  <a:cubicBezTo>
                    <a:pt x="8812" y="9816"/>
                    <a:pt x="8871" y="9840"/>
                    <a:pt x="8931" y="9840"/>
                  </a:cubicBezTo>
                  <a:cubicBezTo>
                    <a:pt x="8990" y="9816"/>
                    <a:pt x="9038" y="9792"/>
                    <a:pt x="9050" y="9733"/>
                  </a:cubicBezTo>
                  <a:cubicBezTo>
                    <a:pt x="9443" y="8780"/>
                    <a:pt x="9562" y="7852"/>
                    <a:pt x="9597" y="7435"/>
                  </a:cubicBezTo>
                  <a:lnTo>
                    <a:pt x="10050" y="7602"/>
                  </a:lnTo>
                  <a:cubicBezTo>
                    <a:pt x="10071" y="7612"/>
                    <a:pt x="10095" y="7618"/>
                    <a:pt x="10117" y="7618"/>
                  </a:cubicBezTo>
                  <a:cubicBezTo>
                    <a:pt x="10144" y="7618"/>
                    <a:pt x="10168" y="7609"/>
                    <a:pt x="10181" y="7590"/>
                  </a:cubicBezTo>
                  <a:cubicBezTo>
                    <a:pt x="10228" y="7554"/>
                    <a:pt x="10252" y="7518"/>
                    <a:pt x="10252" y="7471"/>
                  </a:cubicBezTo>
                  <a:cubicBezTo>
                    <a:pt x="10276" y="7459"/>
                    <a:pt x="10359" y="6673"/>
                    <a:pt x="10228" y="5637"/>
                  </a:cubicBezTo>
                  <a:cubicBezTo>
                    <a:pt x="10133" y="4899"/>
                    <a:pt x="9919" y="3911"/>
                    <a:pt x="9395" y="3030"/>
                  </a:cubicBezTo>
                  <a:cubicBezTo>
                    <a:pt x="9943" y="2410"/>
                    <a:pt x="10097" y="1565"/>
                    <a:pt x="10109" y="946"/>
                  </a:cubicBezTo>
                  <a:cubicBezTo>
                    <a:pt x="10121" y="648"/>
                    <a:pt x="9990" y="386"/>
                    <a:pt x="9764" y="208"/>
                  </a:cubicBezTo>
                  <a:cubicBezTo>
                    <a:pt x="9600" y="69"/>
                    <a:pt x="9397" y="0"/>
                    <a:pt x="9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67"/>
            <p:cNvSpPr/>
            <p:nvPr/>
          </p:nvSpPr>
          <p:spPr>
            <a:xfrm>
              <a:off x="2030765" y="1652690"/>
              <a:ext cx="48800" cy="59840"/>
            </a:xfrm>
            <a:custGeom>
              <a:avLst/>
              <a:gdLst/>
              <a:ahLst/>
              <a:cxnLst/>
              <a:rect l="l" t="t" r="r" b="b"/>
              <a:pathLst>
                <a:path w="1525" h="1870" extrusionOk="0">
                  <a:moveTo>
                    <a:pt x="763" y="0"/>
                  </a:moveTo>
                  <a:cubicBezTo>
                    <a:pt x="346" y="0"/>
                    <a:pt x="1" y="345"/>
                    <a:pt x="1" y="762"/>
                  </a:cubicBezTo>
                  <a:lnTo>
                    <a:pt x="1" y="1107"/>
                  </a:lnTo>
                  <a:cubicBezTo>
                    <a:pt x="1" y="1524"/>
                    <a:pt x="346" y="1869"/>
                    <a:pt x="763" y="1869"/>
                  </a:cubicBezTo>
                  <a:cubicBezTo>
                    <a:pt x="1179" y="1869"/>
                    <a:pt x="1525" y="1524"/>
                    <a:pt x="1525" y="1107"/>
                  </a:cubicBezTo>
                  <a:lnTo>
                    <a:pt x="1525" y="762"/>
                  </a:lnTo>
                  <a:cubicBezTo>
                    <a:pt x="1501" y="643"/>
                    <a:pt x="1477" y="548"/>
                    <a:pt x="1430" y="441"/>
                  </a:cubicBezTo>
                  <a:cubicBezTo>
                    <a:pt x="1394" y="379"/>
                    <a:pt x="1340" y="343"/>
                    <a:pt x="1285" y="343"/>
                  </a:cubicBezTo>
                  <a:cubicBezTo>
                    <a:pt x="1265" y="343"/>
                    <a:pt x="1246" y="348"/>
                    <a:pt x="1227" y="357"/>
                  </a:cubicBezTo>
                  <a:cubicBezTo>
                    <a:pt x="1144" y="405"/>
                    <a:pt x="1108" y="500"/>
                    <a:pt x="1144" y="572"/>
                  </a:cubicBezTo>
                  <a:cubicBezTo>
                    <a:pt x="1179" y="631"/>
                    <a:pt x="1191" y="691"/>
                    <a:pt x="1191" y="762"/>
                  </a:cubicBezTo>
                  <a:lnTo>
                    <a:pt x="1191" y="1107"/>
                  </a:lnTo>
                  <a:cubicBezTo>
                    <a:pt x="1191" y="1345"/>
                    <a:pt x="1001" y="1536"/>
                    <a:pt x="763" y="1536"/>
                  </a:cubicBezTo>
                  <a:cubicBezTo>
                    <a:pt x="525" y="1536"/>
                    <a:pt x="334" y="1345"/>
                    <a:pt x="334" y="1107"/>
                  </a:cubicBezTo>
                  <a:lnTo>
                    <a:pt x="334" y="762"/>
                  </a:lnTo>
                  <a:cubicBezTo>
                    <a:pt x="334" y="524"/>
                    <a:pt x="525" y="333"/>
                    <a:pt x="763" y="333"/>
                  </a:cubicBezTo>
                  <a:cubicBezTo>
                    <a:pt x="846" y="333"/>
                    <a:pt x="929" y="262"/>
                    <a:pt x="929" y="167"/>
                  </a:cubicBezTo>
                  <a:cubicBezTo>
                    <a:pt x="929"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4" name="Google Shape;12614;p67"/>
            <p:cNvSpPr/>
            <p:nvPr/>
          </p:nvSpPr>
          <p:spPr>
            <a:xfrm>
              <a:off x="2167181" y="1652690"/>
              <a:ext cx="48416" cy="59840"/>
            </a:xfrm>
            <a:custGeom>
              <a:avLst/>
              <a:gdLst/>
              <a:ahLst/>
              <a:cxnLst/>
              <a:rect l="l" t="t" r="r" b="b"/>
              <a:pathLst>
                <a:path w="1513" h="1870" extrusionOk="0">
                  <a:moveTo>
                    <a:pt x="750" y="0"/>
                  </a:moveTo>
                  <a:cubicBezTo>
                    <a:pt x="334" y="0"/>
                    <a:pt x="0" y="345"/>
                    <a:pt x="0" y="762"/>
                  </a:cubicBezTo>
                  <a:lnTo>
                    <a:pt x="0" y="1107"/>
                  </a:lnTo>
                  <a:cubicBezTo>
                    <a:pt x="0" y="1524"/>
                    <a:pt x="334" y="1869"/>
                    <a:pt x="750" y="1869"/>
                  </a:cubicBezTo>
                  <a:cubicBezTo>
                    <a:pt x="1167" y="1869"/>
                    <a:pt x="1512" y="1524"/>
                    <a:pt x="1512" y="1107"/>
                  </a:cubicBezTo>
                  <a:lnTo>
                    <a:pt x="1512" y="762"/>
                  </a:lnTo>
                  <a:cubicBezTo>
                    <a:pt x="1500" y="643"/>
                    <a:pt x="1465" y="548"/>
                    <a:pt x="1429" y="441"/>
                  </a:cubicBezTo>
                  <a:cubicBezTo>
                    <a:pt x="1394" y="379"/>
                    <a:pt x="1333" y="343"/>
                    <a:pt x="1274" y="343"/>
                  </a:cubicBezTo>
                  <a:cubicBezTo>
                    <a:pt x="1254" y="343"/>
                    <a:pt x="1233" y="348"/>
                    <a:pt x="1215" y="357"/>
                  </a:cubicBezTo>
                  <a:cubicBezTo>
                    <a:pt x="1143" y="405"/>
                    <a:pt x="1096" y="500"/>
                    <a:pt x="1143" y="572"/>
                  </a:cubicBezTo>
                  <a:cubicBezTo>
                    <a:pt x="1167" y="631"/>
                    <a:pt x="1191" y="691"/>
                    <a:pt x="1191" y="762"/>
                  </a:cubicBezTo>
                  <a:lnTo>
                    <a:pt x="1191" y="1107"/>
                  </a:lnTo>
                  <a:cubicBezTo>
                    <a:pt x="1191" y="1345"/>
                    <a:pt x="988" y="1536"/>
                    <a:pt x="750" y="1536"/>
                  </a:cubicBezTo>
                  <a:cubicBezTo>
                    <a:pt x="512" y="1536"/>
                    <a:pt x="322" y="1345"/>
                    <a:pt x="322" y="1107"/>
                  </a:cubicBezTo>
                  <a:lnTo>
                    <a:pt x="322" y="762"/>
                  </a:lnTo>
                  <a:cubicBezTo>
                    <a:pt x="322" y="524"/>
                    <a:pt x="512" y="333"/>
                    <a:pt x="750" y="333"/>
                  </a:cubicBezTo>
                  <a:cubicBezTo>
                    <a:pt x="846" y="333"/>
                    <a:pt x="917" y="262"/>
                    <a:pt x="917" y="167"/>
                  </a:cubicBezTo>
                  <a:cubicBezTo>
                    <a:pt x="917" y="83"/>
                    <a:pt x="846"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5" name="Google Shape;12615;p67"/>
            <p:cNvSpPr/>
            <p:nvPr/>
          </p:nvSpPr>
          <p:spPr>
            <a:xfrm>
              <a:off x="2020877" y="1729234"/>
              <a:ext cx="20608" cy="15680"/>
            </a:xfrm>
            <a:custGeom>
              <a:avLst/>
              <a:gdLst/>
              <a:ahLst/>
              <a:cxnLst/>
              <a:rect l="l" t="t" r="r" b="b"/>
              <a:pathLst>
                <a:path w="644" h="490" extrusionOk="0">
                  <a:moveTo>
                    <a:pt x="178" y="0"/>
                  </a:moveTo>
                  <a:cubicBezTo>
                    <a:pt x="124" y="0"/>
                    <a:pt x="71" y="26"/>
                    <a:pt x="48" y="73"/>
                  </a:cubicBezTo>
                  <a:cubicBezTo>
                    <a:pt x="0" y="144"/>
                    <a:pt x="12" y="251"/>
                    <a:pt x="84" y="299"/>
                  </a:cubicBezTo>
                  <a:cubicBezTo>
                    <a:pt x="191" y="346"/>
                    <a:pt x="298" y="430"/>
                    <a:pt x="405" y="477"/>
                  </a:cubicBezTo>
                  <a:cubicBezTo>
                    <a:pt x="429" y="489"/>
                    <a:pt x="441" y="489"/>
                    <a:pt x="476" y="489"/>
                  </a:cubicBezTo>
                  <a:cubicBezTo>
                    <a:pt x="536" y="489"/>
                    <a:pt x="596" y="454"/>
                    <a:pt x="619" y="394"/>
                  </a:cubicBezTo>
                  <a:cubicBezTo>
                    <a:pt x="643" y="323"/>
                    <a:pt x="607" y="215"/>
                    <a:pt x="536" y="192"/>
                  </a:cubicBezTo>
                  <a:cubicBezTo>
                    <a:pt x="441" y="144"/>
                    <a:pt x="357" y="85"/>
                    <a:pt x="262" y="25"/>
                  </a:cubicBezTo>
                  <a:cubicBezTo>
                    <a:pt x="237" y="8"/>
                    <a:pt x="207"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67"/>
            <p:cNvSpPr/>
            <p:nvPr/>
          </p:nvSpPr>
          <p:spPr>
            <a:xfrm>
              <a:off x="1986189" y="1685426"/>
              <a:ext cx="27840" cy="38144"/>
            </a:xfrm>
            <a:custGeom>
              <a:avLst/>
              <a:gdLst/>
              <a:ahLst/>
              <a:cxnLst/>
              <a:rect l="l" t="t" r="r" b="b"/>
              <a:pathLst>
                <a:path w="870" h="1192" extrusionOk="0">
                  <a:moveTo>
                    <a:pt x="189" y="1"/>
                  </a:moveTo>
                  <a:cubicBezTo>
                    <a:pt x="170" y="1"/>
                    <a:pt x="150" y="5"/>
                    <a:pt x="132" y="13"/>
                  </a:cubicBezTo>
                  <a:cubicBezTo>
                    <a:pt x="36" y="37"/>
                    <a:pt x="1" y="132"/>
                    <a:pt x="25" y="215"/>
                  </a:cubicBezTo>
                  <a:cubicBezTo>
                    <a:pt x="25" y="239"/>
                    <a:pt x="179" y="680"/>
                    <a:pt x="560" y="1132"/>
                  </a:cubicBezTo>
                  <a:cubicBezTo>
                    <a:pt x="596" y="1156"/>
                    <a:pt x="632" y="1192"/>
                    <a:pt x="679" y="1192"/>
                  </a:cubicBezTo>
                  <a:cubicBezTo>
                    <a:pt x="715" y="1192"/>
                    <a:pt x="751" y="1168"/>
                    <a:pt x="787" y="1144"/>
                  </a:cubicBezTo>
                  <a:cubicBezTo>
                    <a:pt x="870" y="1084"/>
                    <a:pt x="870" y="977"/>
                    <a:pt x="810" y="918"/>
                  </a:cubicBezTo>
                  <a:cubicBezTo>
                    <a:pt x="477" y="513"/>
                    <a:pt x="334" y="120"/>
                    <a:pt x="334" y="120"/>
                  </a:cubicBezTo>
                  <a:cubicBezTo>
                    <a:pt x="316" y="46"/>
                    <a:pt x="254"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67"/>
            <p:cNvSpPr/>
            <p:nvPr/>
          </p:nvSpPr>
          <p:spPr>
            <a:xfrm>
              <a:off x="2198797" y="1729234"/>
              <a:ext cx="20608" cy="15680"/>
            </a:xfrm>
            <a:custGeom>
              <a:avLst/>
              <a:gdLst/>
              <a:ahLst/>
              <a:cxnLst/>
              <a:rect l="l" t="t" r="r" b="b"/>
              <a:pathLst>
                <a:path w="644" h="490" extrusionOk="0">
                  <a:moveTo>
                    <a:pt x="466" y="0"/>
                  </a:moveTo>
                  <a:cubicBezTo>
                    <a:pt x="437" y="0"/>
                    <a:pt x="407" y="8"/>
                    <a:pt x="381" y="25"/>
                  </a:cubicBezTo>
                  <a:cubicBezTo>
                    <a:pt x="286" y="85"/>
                    <a:pt x="203" y="144"/>
                    <a:pt x="108" y="192"/>
                  </a:cubicBezTo>
                  <a:cubicBezTo>
                    <a:pt x="36" y="239"/>
                    <a:pt x="0" y="323"/>
                    <a:pt x="36" y="394"/>
                  </a:cubicBezTo>
                  <a:cubicBezTo>
                    <a:pt x="60" y="454"/>
                    <a:pt x="119" y="489"/>
                    <a:pt x="179" y="489"/>
                  </a:cubicBezTo>
                  <a:cubicBezTo>
                    <a:pt x="215" y="489"/>
                    <a:pt x="227" y="489"/>
                    <a:pt x="262" y="477"/>
                  </a:cubicBezTo>
                  <a:lnTo>
                    <a:pt x="572" y="299"/>
                  </a:lnTo>
                  <a:cubicBezTo>
                    <a:pt x="631" y="239"/>
                    <a:pt x="643" y="144"/>
                    <a:pt x="596" y="73"/>
                  </a:cubicBezTo>
                  <a:cubicBezTo>
                    <a:pt x="573" y="26"/>
                    <a:pt x="520" y="0"/>
                    <a:pt x="4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67"/>
            <p:cNvSpPr/>
            <p:nvPr/>
          </p:nvSpPr>
          <p:spPr>
            <a:xfrm>
              <a:off x="2225453" y="1685426"/>
              <a:ext cx="28224" cy="37760"/>
            </a:xfrm>
            <a:custGeom>
              <a:avLst/>
              <a:gdLst/>
              <a:ahLst/>
              <a:cxnLst/>
              <a:rect l="l" t="t" r="r" b="b"/>
              <a:pathLst>
                <a:path w="882" h="1180" extrusionOk="0">
                  <a:moveTo>
                    <a:pt x="688" y="1"/>
                  </a:moveTo>
                  <a:cubicBezTo>
                    <a:pt x="620" y="1"/>
                    <a:pt x="564" y="44"/>
                    <a:pt x="537" y="108"/>
                  </a:cubicBezTo>
                  <a:cubicBezTo>
                    <a:pt x="537" y="108"/>
                    <a:pt x="406" y="513"/>
                    <a:pt x="60" y="918"/>
                  </a:cubicBezTo>
                  <a:cubicBezTo>
                    <a:pt x="1" y="989"/>
                    <a:pt x="25" y="1084"/>
                    <a:pt x="84" y="1144"/>
                  </a:cubicBezTo>
                  <a:cubicBezTo>
                    <a:pt x="108" y="1168"/>
                    <a:pt x="144" y="1180"/>
                    <a:pt x="179" y="1180"/>
                  </a:cubicBezTo>
                  <a:cubicBezTo>
                    <a:pt x="227" y="1180"/>
                    <a:pt x="275" y="1168"/>
                    <a:pt x="299" y="1120"/>
                  </a:cubicBezTo>
                  <a:cubicBezTo>
                    <a:pt x="691" y="668"/>
                    <a:pt x="834" y="227"/>
                    <a:pt x="834" y="215"/>
                  </a:cubicBezTo>
                  <a:cubicBezTo>
                    <a:pt x="882" y="132"/>
                    <a:pt x="834" y="37"/>
                    <a:pt x="751" y="13"/>
                  </a:cubicBezTo>
                  <a:cubicBezTo>
                    <a:pt x="729" y="5"/>
                    <a:pt x="708"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67"/>
            <p:cNvSpPr/>
            <p:nvPr/>
          </p:nvSpPr>
          <p:spPr>
            <a:xfrm>
              <a:off x="2046381" y="1573906"/>
              <a:ext cx="22528" cy="16320"/>
            </a:xfrm>
            <a:custGeom>
              <a:avLst/>
              <a:gdLst/>
              <a:ahLst/>
              <a:cxnLst/>
              <a:rect l="l" t="t" r="r" b="b"/>
              <a:pathLst>
                <a:path w="704" h="510" extrusionOk="0">
                  <a:moveTo>
                    <a:pt x="508" y="1"/>
                  </a:moveTo>
                  <a:cubicBezTo>
                    <a:pt x="489" y="1"/>
                    <a:pt x="471" y="4"/>
                    <a:pt x="453" y="9"/>
                  </a:cubicBezTo>
                  <a:cubicBezTo>
                    <a:pt x="334" y="69"/>
                    <a:pt x="215" y="140"/>
                    <a:pt x="96" y="212"/>
                  </a:cubicBezTo>
                  <a:cubicBezTo>
                    <a:pt x="25" y="247"/>
                    <a:pt x="1" y="355"/>
                    <a:pt x="49" y="426"/>
                  </a:cubicBezTo>
                  <a:cubicBezTo>
                    <a:pt x="84" y="474"/>
                    <a:pt x="120" y="509"/>
                    <a:pt x="180" y="509"/>
                  </a:cubicBezTo>
                  <a:cubicBezTo>
                    <a:pt x="215" y="509"/>
                    <a:pt x="239" y="486"/>
                    <a:pt x="275" y="474"/>
                  </a:cubicBezTo>
                  <a:cubicBezTo>
                    <a:pt x="382" y="414"/>
                    <a:pt x="477" y="343"/>
                    <a:pt x="596" y="295"/>
                  </a:cubicBezTo>
                  <a:cubicBezTo>
                    <a:pt x="656" y="271"/>
                    <a:pt x="703" y="176"/>
                    <a:pt x="656" y="93"/>
                  </a:cubicBezTo>
                  <a:cubicBezTo>
                    <a:pt x="629" y="30"/>
                    <a:pt x="568"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67"/>
            <p:cNvSpPr/>
            <p:nvPr/>
          </p:nvSpPr>
          <p:spPr>
            <a:xfrm>
              <a:off x="2078765" y="1587538"/>
              <a:ext cx="87680" cy="18304"/>
            </a:xfrm>
            <a:custGeom>
              <a:avLst/>
              <a:gdLst/>
              <a:ahLst/>
              <a:cxnLst/>
              <a:rect l="l" t="t" r="r" b="b"/>
              <a:pathLst>
                <a:path w="2740" h="572" extrusionOk="0">
                  <a:moveTo>
                    <a:pt x="1370" y="0"/>
                  </a:moveTo>
                  <a:cubicBezTo>
                    <a:pt x="942" y="0"/>
                    <a:pt x="513" y="95"/>
                    <a:pt x="120" y="262"/>
                  </a:cubicBezTo>
                  <a:cubicBezTo>
                    <a:pt x="49" y="286"/>
                    <a:pt x="1" y="393"/>
                    <a:pt x="37" y="464"/>
                  </a:cubicBezTo>
                  <a:cubicBezTo>
                    <a:pt x="56" y="523"/>
                    <a:pt x="132" y="566"/>
                    <a:pt x="198" y="566"/>
                  </a:cubicBezTo>
                  <a:cubicBezTo>
                    <a:pt x="213" y="566"/>
                    <a:pt x="226" y="564"/>
                    <a:pt x="239" y="560"/>
                  </a:cubicBezTo>
                  <a:cubicBezTo>
                    <a:pt x="584" y="405"/>
                    <a:pt x="965" y="333"/>
                    <a:pt x="1370" y="333"/>
                  </a:cubicBezTo>
                  <a:cubicBezTo>
                    <a:pt x="1775" y="333"/>
                    <a:pt x="2168" y="405"/>
                    <a:pt x="2501" y="560"/>
                  </a:cubicBezTo>
                  <a:cubicBezTo>
                    <a:pt x="2525" y="572"/>
                    <a:pt x="2549" y="572"/>
                    <a:pt x="2561" y="572"/>
                  </a:cubicBezTo>
                  <a:cubicBezTo>
                    <a:pt x="2620" y="572"/>
                    <a:pt x="2680" y="536"/>
                    <a:pt x="2716" y="464"/>
                  </a:cubicBezTo>
                  <a:cubicBezTo>
                    <a:pt x="2739" y="381"/>
                    <a:pt x="2716" y="286"/>
                    <a:pt x="2620" y="262"/>
                  </a:cubicBezTo>
                  <a:cubicBezTo>
                    <a:pt x="2239" y="95"/>
                    <a:pt x="181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1" name="Google Shape;12621;p67"/>
            <p:cNvSpPr/>
            <p:nvPr/>
          </p:nvSpPr>
          <p:spPr>
            <a:xfrm>
              <a:off x="2177069" y="1574130"/>
              <a:ext cx="22528" cy="16480"/>
            </a:xfrm>
            <a:custGeom>
              <a:avLst/>
              <a:gdLst/>
              <a:ahLst/>
              <a:cxnLst/>
              <a:rect l="l" t="t" r="r" b="b"/>
              <a:pathLst>
                <a:path w="704" h="515" extrusionOk="0">
                  <a:moveTo>
                    <a:pt x="190" y="0"/>
                  </a:moveTo>
                  <a:cubicBezTo>
                    <a:pt x="129" y="0"/>
                    <a:pt x="66" y="36"/>
                    <a:pt x="48" y="98"/>
                  </a:cubicBezTo>
                  <a:cubicBezTo>
                    <a:pt x="1" y="169"/>
                    <a:pt x="48" y="276"/>
                    <a:pt x="120" y="300"/>
                  </a:cubicBezTo>
                  <a:cubicBezTo>
                    <a:pt x="239" y="360"/>
                    <a:pt x="346" y="419"/>
                    <a:pt x="441" y="479"/>
                  </a:cubicBezTo>
                  <a:cubicBezTo>
                    <a:pt x="477" y="490"/>
                    <a:pt x="501" y="514"/>
                    <a:pt x="537" y="514"/>
                  </a:cubicBezTo>
                  <a:cubicBezTo>
                    <a:pt x="596" y="514"/>
                    <a:pt x="644" y="479"/>
                    <a:pt x="668" y="431"/>
                  </a:cubicBezTo>
                  <a:cubicBezTo>
                    <a:pt x="703" y="360"/>
                    <a:pt x="668" y="264"/>
                    <a:pt x="608" y="217"/>
                  </a:cubicBezTo>
                  <a:cubicBezTo>
                    <a:pt x="489" y="133"/>
                    <a:pt x="370" y="86"/>
                    <a:pt x="251" y="14"/>
                  </a:cubicBezTo>
                  <a:cubicBezTo>
                    <a:pt x="232" y="5"/>
                    <a:pt x="211"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2" name="Google Shape;12622;p67"/>
            <p:cNvSpPr/>
            <p:nvPr/>
          </p:nvSpPr>
          <p:spPr>
            <a:xfrm>
              <a:off x="2078413" y="1560466"/>
              <a:ext cx="88800" cy="15648"/>
            </a:xfrm>
            <a:custGeom>
              <a:avLst/>
              <a:gdLst/>
              <a:ahLst/>
              <a:cxnLst/>
              <a:rect l="l" t="t" r="r" b="b"/>
              <a:pathLst>
                <a:path w="2775" h="489" extrusionOk="0">
                  <a:moveTo>
                    <a:pt x="1381" y="1"/>
                  </a:moveTo>
                  <a:cubicBezTo>
                    <a:pt x="953" y="1"/>
                    <a:pt x="536" y="60"/>
                    <a:pt x="131" y="179"/>
                  </a:cubicBezTo>
                  <a:cubicBezTo>
                    <a:pt x="48" y="215"/>
                    <a:pt x="0" y="298"/>
                    <a:pt x="36" y="370"/>
                  </a:cubicBezTo>
                  <a:cubicBezTo>
                    <a:pt x="54" y="444"/>
                    <a:pt x="116" y="489"/>
                    <a:pt x="175" y="489"/>
                  </a:cubicBezTo>
                  <a:cubicBezTo>
                    <a:pt x="193" y="489"/>
                    <a:pt x="210" y="485"/>
                    <a:pt x="226" y="477"/>
                  </a:cubicBezTo>
                  <a:cubicBezTo>
                    <a:pt x="595" y="370"/>
                    <a:pt x="988" y="310"/>
                    <a:pt x="1381" y="310"/>
                  </a:cubicBezTo>
                  <a:cubicBezTo>
                    <a:pt x="1786" y="310"/>
                    <a:pt x="2179" y="370"/>
                    <a:pt x="2548" y="477"/>
                  </a:cubicBezTo>
                  <a:lnTo>
                    <a:pt x="2596" y="477"/>
                  </a:lnTo>
                  <a:cubicBezTo>
                    <a:pt x="2667" y="477"/>
                    <a:pt x="2727" y="429"/>
                    <a:pt x="2738" y="358"/>
                  </a:cubicBezTo>
                  <a:cubicBezTo>
                    <a:pt x="2774" y="286"/>
                    <a:pt x="2727" y="191"/>
                    <a:pt x="2631" y="179"/>
                  </a:cubicBezTo>
                  <a:cubicBezTo>
                    <a:pt x="2238" y="60"/>
                    <a:pt x="1822"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3" name="Google Shape;12623;p67"/>
          <p:cNvGrpSpPr/>
          <p:nvPr/>
        </p:nvGrpSpPr>
        <p:grpSpPr>
          <a:xfrm>
            <a:off x="6345613" y="1626074"/>
            <a:ext cx="348640" cy="250656"/>
            <a:chOff x="6345613" y="1549874"/>
            <a:chExt cx="348640" cy="250656"/>
          </a:xfrm>
        </p:grpSpPr>
        <p:sp>
          <p:nvSpPr>
            <p:cNvPr id="12624" name="Google Shape;12624;p67"/>
            <p:cNvSpPr/>
            <p:nvPr/>
          </p:nvSpPr>
          <p:spPr>
            <a:xfrm>
              <a:off x="6405805" y="1685810"/>
              <a:ext cx="32416" cy="32416"/>
            </a:xfrm>
            <a:custGeom>
              <a:avLst/>
              <a:gdLst/>
              <a:ahLst/>
              <a:cxnLst/>
              <a:rect l="l" t="t" r="r" b="b"/>
              <a:pathLst>
                <a:path w="1013" h="1013" extrusionOk="0">
                  <a:moveTo>
                    <a:pt x="500" y="310"/>
                  </a:moveTo>
                  <a:cubicBezTo>
                    <a:pt x="607" y="310"/>
                    <a:pt x="679" y="382"/>
                    <a:pt x="679" y="489"/>
                  </a:cubicBezTo>
                  <a:cubicBezTo>
                    <a:pt x="691" y="596"/>
                    <a:pt x="607" y="668"/>
                    <a:pt x="500" y="668"/>
                  </a:cubicBezTo>
                  <a:cubicBezTo>
                    <a:pt x="393" y="668"/>
                    <a:pt x="322" y="596"/>
                    <a:pt x="322" y="489"/>
                  </a:cubicBezTo>
                  <a:cubicBezTo>
                    <a:pt x="322" y="382"/>
                    <a:pt x="393" y="310"/>
                    <a:pt x="500" y="310"/>
                  </a:cubicBezTo>
                  <a:close/>
                  <a:moveTo>
                    <a:pt x="500" y="1"/>
                  </a:moveTo>
                  <a:cubicBezTo>
                    <a:pt x="215" y="1"/>
                    <a:pt x="0" y="215"/>
                    <a:pt x="0" y="501"/>
                  </a:cubicBezTo>
                  <a:cubicBezTo>
                    <a:pt x="0" y="787"/>
                    <a:pt x="215" y="1013"/>
                    <a:pt x="500" y="1013"/>
                  </a:cubicBezTo>
                  <a:cubicBezTo>
                    <a:pt x="786" y="1013"/>
                    <a:pt x="1012" y="787"/>
                    <a:pt x="1012" y="501"/>
                  </a:cubicBezTo>
                  <a:cubicBezTo>
                    <a:pt x="1012"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67"/>
            <p:cNvSpPr/>
            <p:nvPr/>
          </p:nvSpPr>
          <p:spPr>
            <a:xfrm>
              <a:off x="6345613" y="1549874"/>
              <a:ext cx="348640" cy="250656"/>
            </a:xfrm>
            <a:custGeom>
              <a:avLst/>
              <a:gdLst/>
              <a:ahLst/>
              <a:cxnLst/>
              <a:rect l="l" t="t" r="r" b="b"/>
              <a:pathLst>
                <a:path w="10895" h="7833" extrusionOk="0">
                  <a:moveTo>
                    <a:pt x="691" y="4380"/>
                  </a:moveTo>
                  <a:lnTo>
                    <a:pt x="691" y="4380"/>
                  </a:lnTo>
                  <a:cubicBezTo>
                    <a:pt x="703" y="4511"/>
                    <a:pt x="655" y="4630"/>
                    <a:pt x="548" y="4737"/>
                  </a:cubicBezTo>
                  <a:cubicBezTo>
                    <a:pt x="512" y="4797"/>
                    <a:pt x="464" y="4832"/>
                    <a:pt x="429" y="4856"/>
                  </a:cubicBezTo>
                  <a:cubicBezTo>
                    <a:pt x="405" y="4808"/>
                    <a:pt x="369" y="4761"/>
                    <a:pt x="345" y="4713"/>
                  </a:cubicBezTo>
                  <a:cubicBezTo>
                    <a:pt x="345" y="4677"/>
                    <a:pt x="357" y="4630"/>
                    <a:pt x="393" y="4570"/>
                  </a:cubicBezTo>
                  <a:cubicBezTo>
                    <a:pt x="452" y="4475"/>
                    <a:pt x="548" y="4416"/>
                    <a:pt x="691" y="4380"/>
                  </a:cubicBezTo>
                  <a:close/>
                  <a:moveTo>
                    <a:pt x="5691" y="403"/>
                  </a:moveTo>
                  <a:lnTo>
                    <a:pt x="5536" y="903"/>
                  </a:lnTo>
                  <a:cubicBezTo>
                    <a:pt x="5525" y="963"/>
                    <a:pt x="5536" y="1022"/>
                    <a:pt x="5584" y="1058"/>
                  </a:cubicBezTo>
                  <a:cubicBezTo>
                    <a:pt x="5616" y="1090"/>
                    <a:pt x="5653" y="1106"/>
                    <a:pt x="5692" y="1106"/>
                  </a:cubicBezTo>
                  <a:cubicBezTo>
                    <a:pt x="5711" y="1106"/>
                    <a:pt x="5731" y="1102"/>
                    <a:pt x="5751" y="1094"/>
                  </a:cubicBezTo>
                  <a:cubicBezTo>
                    <a:pt x="6167" y="922"/>
                    <a:pt x="6580" y="867"/>
                    <a:pt x="6935" y="867"/>
                  </a:cubicBezTo>
                  <a:cubicBezTo>
                    <a:pt x="7270" y="867"/>
                    <a:pt x="7554" y="916"/>
                    <a:pt x="7739" y="963"/>
                  </a:cubicBezTo>
                  <a:lnTo>
                    <a:pt x="7370" y="1296"/>
                  </a:lnTo>
                  <a:cubicBezTo>
                    <a:pt x="7322" y="1344"/>
                    <a:pt x="7310" y="1415"/>
                    <a:pt x="7322" y="1475"/>
                  </a:cubicBezTo>
                  <a:cubicBezTo>
                    <a:pt x="7358" y="1534"/>
                    <a:pt x="7394" y="1582"/>
                    <a:pt x="7477" y="1582"/>
                  </a:cubicBezTo>
                  <a:cubicBezTo>
                    <a:pt x="8323" y="1618"/>
                    <a:pt x="9001" y="1856"/>
                    <a:pt x="9358" y="1999"/>
                  </a:cubicBezTo>
                  <a:lnTo>
                    <a:pt x="8989" y="2225"/>
                  </a:lnTo>
                  <a:cubicBezTo>
                    <a:pt x="8930" y="2249"/>
                    <a:pt x="8906" y="2332"/>
                    <a:pt x="8918" y="2391"/>
                  </a:cubicBezTo>
                  <a:cubicBezTo>
                    <a:pt x="8930" y="2451"/>
                    <a:pt x="8977" y="2511"/>
                    <a:pt x="9037" y="2522"/>
                  </a:cubicBezTo>
                  <a:cubicBezTo>
                    <a:pt x="9561" y="2653"/>
                    <a:pt x="10156" y="3058"/>
                    <a:pt x="10418" y="3249"/>
                  </a:cubicBezTo>
                  <a:lnTo>
                    <a:pt x="10037" y="3642"/>
                  </a:lnTo>
                  <a:cubicBezTo>
                    <a:pt x="9977" y="3701"/>
                    <a:pt x="9977" y="3785"/>
                    <a:pt x="10013" y="3844"/>
                  </a:cubicBezTo>
                  <a:cubicBezTo>
                    <a:pt x="10299" y="4249"/>
                    <a:pt x="10418" y="4713"/>
                    <a:pt x="10466" y="5023"/>
                  </a:cubicBezTo>
                  <a:cubicBezTo>
                    <a:pt x="10251" y="4808"/>
                    <a:pt x="9775" y="4570"/>
                    <a:pt x="9120" y="4392"/>
                  </a:cubicBezTo>
                  <a:cubicBezTo>
                    <a:pt x="9113" y="4390"/>
                    <a:pt x="9105" y="4390"/>
                    <a:pt x="9098" y="4390"/>
                  </a:cubicBezTo>
                  <a:cubicBezTo>
                    <a:pt x="9032" y="4390"/>
                    <a:pt x="8962" y="4435"/>
                    <a:pt x="8930" y="4499"/>
                  </a:cubicBezTo>
                  <a:lnTo>
                    <a:pt x="8787" y="4963"/>
                  </a:lnTo>
                  <a:cubicBezTo>
                    <a:pt x="7775" y="4344"/>
                    <a:pt x="7072" y="4082"/>
                    <a:pt x="7037" y="4070"/>
                  </a:cubicBezTo>
                  <a:cubicBezTo>
                    <a:pt x="7018" y="4061"/>
                    <a:pt x="6998" y="4056"/>
                    <a:pt x="6979" y="4056"/>
                  </a:cubicBezTo>
                  <a:cubicBezTo>
                    <a:pt x="6924" y="4056"/>
                    <a:pt x="6869" y="4092"/>
                    <a:pt x="6834" y="4154"/>
                  </a:cubicBezTo>
                  <a:lnTo>
                    <a:pt x="6537" y="4797"/>
                  </a:lnTo>
                  <a:cubicBezTo>
                    <a:pt x="6239" y="4594"/>
                    <a:pt x="5941" y="4416"/>
                    <a:pt x="5632" y="4249"/>
                  </a:cubicBezTo>
                  <a:cubicBezTo>
                    <a:pt x="5606" y="4234"/>
                    <a:pt x="5578" y="4227"/>
                    <a:pt x="5552" y="4227"/>
                  </a:cubicBezTo>
                  <a:cubicBezTo>
                    <a:pt x="5494" y="4227"/>
                    <a:pt x="5442" y="4259"/>
                    <a:pt x="5417" y="4308"/>
                  </a:cubicBezTo>
                  <a:cubicBezTo>
                    <a:pt x="5370" y="4380"/>
                    <a:pt x="5405" y="4487"/>
                    <a:pt x="5477" y="4511"/>
                  </a:cubicBezTo>
                  <a:cubicBezTo>
                    <a:pt x="5834" y="4713"/>
                    <a:pt x="6191" y="4928"/>
                    <a:pt x="6525" y="5154"/>
                  </a:cubicBezTo>
                  <a:cubicBezTo>
                    <a:pt x="6560" y="5189"/>
                    <a:pt x="6608" y="5189"/>
                    <a:pt x="6656" y="5189"/>
                  </a:cubicBezTo>
                  <a:cubicBezTo>
                    <a:pt x="6703" y="5166"/>
                    <a:pt x="6739" y="5142"/>
                    <a:pt x="6763" y="5094"/>
                  </a:cubicBezTo>
                  <a:lnTo>
                    <a:pt x="7072" y="4404"/>
                  </a:lnTo>
                  <a:cubicBezTo>
                    <a:pt x="7334" y="4523"/>
                    <a:pt x="7977" y="4808"/>
                    <a:pt x="8799" y="5320"/>
                  </a:cubicBezTo>
                  <a:cubicBezTo>
                    <a:pt x="8827" y="5334"/>
                    <a:pt x="8850" y="5340"/>
                    <a:pt x="8875" y="5340"/>
                  </a:cubicBezTo>
                  <a:cubicBezTo>
                    <a:pt x="8892" y="5340"/>
                    <a:pt x="8910" y="5337"/>
                    <a:pt x="8930" y="5332"/>
                  </a:cubicBezTo>
                  <a:cubicBezTo>
                    <a:pt x="8977" y="5320"/>
                    <a:pt x="9001" y="5273"/>
                    <a:pt x="9025" y="5225"/>
                  </a:cubicBezTo>
                  <a:lnTo>
                    <a:pt x="9180" y="4725"/>
                  </a:lnTo>
                  <a:cubicBezTo>
                    <a:pt x="9573" y="4832"/>
                    <a:pt x="9894" y="4975"/>
                    <a:pt x="10132" y="5106"/>
                  </a:cubicBezTo>
                  <a:cubicBezTo>
                    <a:pt x="9763" y="5630"/>
                    <a:pt x="9061" y="6047"/>
                    <a:pt x="8132" y="6297"/>
                  </a:cubicBezTo>
                  <a:cubicBezTo>
                    <a:pt x="7420" y="6505"/>
                    <a:pt x="6565" y="6601"/>
                    <a:pt x="5681" y="6601"/>
                  </a:cubicBezTo>
                  <a:cubicBezTo>
                    <a:pt x="5455" y="6601"/>
                    <a:pt x="5228" y="6595"/>
                    <a:pt x="5001" y="6582"/>
                  </a:cubicBezTo>
                  <a:cubicBezTo>
                    <a:pt x="4274" y="6535"/>
                    <a:pt x="3560" y="6416"/>
                    <a:pt x="2905" y="6261"/>
                  </a:cubicBezTo>
                  <a:cubicBezTo>
                    <a:pt x="3572" y="5785"/>
                    <a:pt x="3620" y="5130"/>
                    <a:pt x="3572" y="4749"/>
                  </a:cubicBezTo>
                  <a:cubicBezTo>
                    <a:pt x="3561" y="4673"/>
                    <a:pt x="3500" y="4616"/>
                    <a:pt x="3417" y="4616"/>
                  </a:cubicBezTo>
                  <a:cubicBezTo>
                    <a:pt x="3409" y="4616"/>
                    <a:pt x="3401" y="4617"/>
                    <a:pt x="3393" y="4618"/>
                  </a:cubicBezTo>
                  <a:cubicBezTo>
                    <a:pt x="3310" y="4630"/>
                    <a:pt x="3250" y="4713"/>
                    <a:pt x="3262" y="4797"/>
                  </a:cubicBezTo>
                  <a:cubicBezTo>
                    <a:pt x="3310" y="5213"/>
                    <a:pt x="3215" y="5785"/>
                    <a:pt x="2500" y="6142"/>
                  </a:cubicBezTo>
                  <a:cubicBezTo>
                    <a:pt x="2357" y="6094"/>
                    <a:pt x="2203" y="6035"/>
                    <a:pt x="2060" y="5975"/>
                  </a:cubicBezTo>
                  <a:cubicBezTo>
                    <a:pt x="1429" y="5725"/>
                    <a:pt x="941" y="5428"/>
                    <a:pt x="631" y="5082"/>
                  </a:cubicBezTo>
                  <a:cubicBezTo>
                    <a:pt x="822" y="4951"/>
                    <a:pt x="1024" y="4689"/>
                    <a:pt x="1000" y="4320"/>
                  </a:cubicBezTo>
                  <a:cubicBezTo>
                    <a:pt x="1441" y="4249"/>
                    <a:pt x="1786" y="4118"/>
                    <a:pt x="2119" y="3999"/>
                  </a:cubicBezTo>
                  <a:cubicBezTo>
                    <a:pt x="2460" y="3863"/>
                    <a:pt x="2746" y="3748"/>
                    <a:pt x="3051" y="3748"/>
                  </a:cubicBezTo>
                  <a:cubicBezTo>
                    <a:pt x="3066" y="3748"/>
                    <a:pt x="3081" y="3748"/>
                    <a:pt x="3096" y="3749"/>
                  </a:cubicBezTo>
                  <a:cubicBezTo>
                    <a:pt x="3084" y="3808"/>
                    <a:pt x="3072" y="3892"/>
                    <a:pt x="3072" y="3951"/>
                  </a:cubicBezTo>
                  <a:cubicBezTo>
                    <a:pt x="3072" y="4035"/>
                    <a:pt x="3084" y="4118"/>
                    <a:pt x="3108" y="4189"/>
                  </a:cubicBezTo>
                  <a:cubicBezTo>
                    <a:pt x="3137" y="4258"/>
                    <a:pt x="3199" y="4303"/>
                    <a:pt x="3267" y="4303"/>
                  </a:cubicBezTo>
                  <a:cubicBezTo>
                    <a:pt x="3281" y="4303"/>
                    <a:pt x="3295" y="4301"/>
                    <a:pt x="3310" y="4296"/>
                  </a:cubicBezTo>
                  <a:cubicBezTo>
                    <a:pt x="3393" y="4261"/>
                    <a:pt x="3441" y="4166"/>
                    <a:pt x="3405" y="4094"/>
                  </a:cubicBezTo>
                  <a:cubicBezTo>
                    <a:pt x="3393" y="4035"/>
                    <a:pt x="3381" y="4011"/>
                    <a:pt x="3381" y="3963"/>
                  </a:cubicBezTo>
                  <a:cubicBezTo>
                    <a:pt x="3381" y="3725"/>
                    <a:pt x="3572" y="3534"/>
                    <a:pt x="3810" y="3534"/>
                  </a:cubicBezTo>
                  <a:cubicBezTo>
                    <a:pt x="4048" y="3534"/>
                    <a:pt x="4239" y="3725"/>
                    <a:pt x="4239" y="3963"/>
                  </a:cubicBezTo>
                  <a:cubicBezTo>
                    <a:pt x="4239" y="4082"/>
                    <a:pt x="4203" y="4189"/>
                    <a:pt x="4108" y="4273"/>
                  </a:cubicBezTo>
                  <a:cubicBezTo>
                    <a:pt x="4048" y="4332"/>
                    <a:pt x="4048" y="4439"/>
                    <a:pt x="4108" y="4499"/>
                  </a:cubicBezTo>
                  <a:cubicBezTo>
                    <a:pt x="4143" y="4535"/>
                    <a:pt x="4179" y="4547"/>
                    <a:pt x="4227" y="4547"/>
                  </a:cubicBezTo>
                  <a:cubicBezTo>
                    <a:pt x="4274" y="4547"/>
                    <a:pt x="4298" y="4535"/>
                    <a:pt x="4334" y="4499"/>
                  </a:cubicBezTo>
                  <a:cubicBezTo>
                    <a:pt x="4453" y="4392"/>
                    <a:pt x="4513" y="4249"/>
                    <a:pt x="4536" y="4094"/>
                  </a:cubicBezTo>
                  <a:cubicBezTo>
                    <a:pt x="4632" y="4130"/>
                    <a:pt x="4739" y="4177"/>
                    <a:pt x="4858" y="4237"/>
                  </a:cubicBezTo>
                  <a:cubicBezTo>
                    <a:pt x="4870" y="4249"/>
                    <a:pt x="4894" y="4249"/>
                    <a:pt x="4917" y="4249"/>
                  </a:cubicBezTo>
                  <a:cubicBezTo>
                    <a:pt x="4977" y="4249"/>
                    <a:pt x="5036" y="4213"/>
                    <a:pt x="5060" y="4154"/>
                  </a:cubicBezTo>
                  <a:cubicBezTo>
                    <a:pt x="5096" y="4082"/>
                    <a:pt x="5060" y="3975"/>
                    <a:pt x="4989" y="3951"/>
                  </a:cubicBezTo>
                  <a:cubicBezTo>
                    <a:pt x="4774" y="3856"/>
                    <a:pt x="4620" y="3796"/>
                    <a:pt x="4524" y="3773"/>
                  </a:cubicBezTo>
                  <a:cubicBezTo>
                    <a:pt x="4441" y="3463"/>
                    <a:pt x="4143" y="3225"/>
                    <a:pt x="3798" y="3225"/>
                  </a:cubicBezTo>
                  <a:cubicBezTo>
                    <a:pt x="3572" y="3225"/>
                    <a:pt x="3381" y="3320"/>
                    <a:pt x="3227" y="3475"/>
                  </a:cubicBezTo>
                  <a:cubicBezTo>
                    <a:pt x="3162" y="3463"/>
                    <a:pt x="3098" y="3458"/>
                    <a:pt x="3034" y="3458"/>
                  </a:cubicBezTo>
                  <a:cubicBezTo>
                    <a:pt x="2897" y="3458"/>
                    <a:pt x="2757" y="3482"/>
                    <a:pt x="2596" y="3523"/>
                  </a:cubicBezTo>
                  <a:cubicBezTo>
                    <a:pt x="2488" y="3546"/>
                    <a:pt x="2369" y="3582"/>
                    <a:pt x="2262" y="3618"/>
                  </a:cubicBezTo>
                  <a:cubicBezTo>
                    <a:pt x="2155" y="2999"/>
                    <a:pt x="2322" y="2415"/>
                    <a:pt x="2738" y="1891"/>
                  </a:cubicBezTo>
                  <a:cubicBezTo>
                    <a:pt x="2953" y="1641"/>
                    <a:pt x="3167" y="1451"/>
                    <a:pt x="3322" y="1344"/>
                  </a:cubicBezTo>
                  <a:lnTo>
                    <a:pt x="3405" y="1594"/>
                  </a:lnTo>
                  <a:cubicBezTo>
                    <a:pt x="3429" y="1641"/>
                    <a:pt x="3465" y="1689"/>
                    <a:pt x="3524" y="1701"/>
                  </a:cubicBezTo>
                  <a:cubicBezTo>
                    <a:pt x="3538" y="1704"/>
                    <a:pt x="3552" y="1705"/>
                    <a:pt x="3565" y="1705"/>
                  </a:cubicBezTo>
                  <a:cubicBezTo>
                    <a:pt x="3606" y="1705"/>
                    <a:pt x="3643" y="1690"/>
                    <a:pt x="3679" y="1653"/>
                  </a:cubicBezTo>
                  <a:cubicBezTo>
                    <a:pt x="4393" y="927"/>
                    <a:pt x="5251" y="558"/>
                    <a:pt x="5691" y="403"/>
                  </a:cubicBezTo>
                  <a:close/>
                  <a:moveTo>
                    <a:pt x="3036" y="6642"/>
                  </a:moveTo>
                  <a:cubicBezTo>
                    <a:pt x="3262" y="6702"/>
                    <a:pt x="3500" y="6749"/>
                    <a:pt x="3739" y="6797"/>
                  </a:cubicBezTo>
                  <a:lnTo>
                    <a:pt x="3739" y="6928"/>
                  </a:lnTo>
                  <a:lnTo>
                    <a:pt x="3608" y="6940"/>
                  </a:lnTo>
                  <a:cubicBezTo>
                    <a:pt x="3393" y="6975"/>
                    <a:pt x="3227" y="7142"/>
                    <a:pt x="3227" y="7368"/>
                  </a:cubicBezTo>
                  <a:cubicBezTo>
                    <a:pt x="3250" y="7404"/>
                    <a:pt x="3262" y="7428"/>
                    <a:pt x="3262" y="7475"/>
                  </a:cubicBezTo>
                  <a:lnTo>
                    <a:pt x="2655" y="7475"/>
                  </a:lnTo>
                  <a:cubicBezTo>
                    <a:pt x="2596" y="7475"/>
                    <a:pt x="2536" y="7428"/>
                    <a:pt x="2536" y="7356"/>
                  </a:cubicBezTo>
                  <a:cubicBezTo>
                    <a:pt x="2536" y="7297"/>
                    <a:pt x="2572" y="7249"/>
                    <a:pt x="2631" y="7249"/>
                  </a:cubicBezTo>
                  <a:lnTo>
                    <a:pt x="2905" y="7225"/>
                  </a:lnTo>
                  <a:cubicBezTo>
                    <a:pt x="2977" y="7214"/>
                    <a:pt x="3036" y="7154"/>
                    <a:pt x="3036" y="7059"/>
                  </a:cubicBezTo>
                  <a:lnTo>
                    <a:pt x="3036" y="6642"/>
                  </a:lnTo>
                  <a:close/>
                  <a:moveTo>
                    <a:pt x="4084" y="6833"/>
                  </a:moveTo>
                  <a:cubicBezTo>
                    <a:pt x="4262" y="6868"/>
                    <a:pt x="4441" y="6880"/>
                    <a:pt x="4620" y="6892"/>
                  </a:cubicBezTo>
                  <a:lnTo>
                    <a:pt x="4620" y="7297"/>
                  </a:lnTo>
                  <a:cubicBezTo>
                    <a:pt x="4620" y="7404"/>
                    <a:pt x="4536" y="7475"/>
                    <a:pt x="4441" y="7475"/>
                  </a:cubicBezTo>
                  <a:lnTo>
                    <a:pt x="3691" y="7475"/>
                  </a:lnTo>
                  <a:cubicBezTo>
                    <a:pt x="3631" y="7475"/>
                    <a:pt x="3572" y="7428"/>
                    <a:pt x="3572" y="7356"/>
                  </a:cubicBezTo>
                  <a:cubicBezTo>
                    <a:pt x="3572" y="7297"/>
                    <a:pt x="3620" y="7249"/>
                    <a:pt x="3679" y="7249"/>
                  </a:cubicBezTo>
                  <a:lnTo>
                    <a:pt x="3941" y="7225"/>
                  </a:lnTo>
                  <a:cubicBezTo>
                    <a:pt x="4024" y="7202"/>
                    <a:pt x="4084" y="7142"/>
                    <a:pt x="4084" y="7059"/>
                  </a:cubicBezTo>
                  <a:lnTo>
                    <a:pt x="4084" y="6833"/>
                  </a:lnTo>
                  <a:close/>
                  <a:moveTo>
                    <a:pt x="7489" y="6809"/>
                  </a:moveTo>
                  <a:lnTo>
                    <a:pt x="7489" y="6928"/>
                  </a:lnTo>
                  <a:lnTo>
                    <a:pt x="7358" y="6940"/>
                  </a:lnTo>
                  <a:cubicBezTo>
                    <a:pt x="7144" y="6975"/>
                    <a:pt x="6977" y="7142"/>
                    <a:pt x="6977" y="7368"/>
                  </a:cubicBezTo>
                  <a:cubicBezTo>
                    <a:pt x="7001" y="7404"/>
                    <a:pt x="7001" y="7428"/>
                    <a:pt x="7013" y="7475"/>
                  </a:cubicBezTo>
                  <a:lnTo>
                    <a:pt x="6406" y="7475"/>
                  </a:lnTo>
                  <a:cubicBezTo>
                    <a:pt x="6346" y="7475"/>
                    <a:pt x="6287" y="7428"/>
                    <a:pt x="6287" y="7356"/>
                  </a:cubicBezTo>
                  <a:cubicBezTo>
                    <a:pt x="6287" y="7297"/>
                    <a:pt x="6322" y="7249"/>
                    <a:pt x="6382" y="7249"/>
                  </a:cubicBezTo>
                  <a:lnTo>
                    <a:pt x="6656" y="7225"/>
                  </a:lnTo>
                  <a:cubicBezTo>
                    <a:pt x="6727" y="7214"/>
                    <a:pt x="6787" y="7154"/>
                    <a:pt x="6787" y="7059"/>
                  </a:cubicBezTo>
                  <a:lnTo>
                    <a:pt x="6787" y="6892"/>
                  </a:lnTo>
                  <a:cubicBezTo>
                    <a:pt x="7025" y="6868"/>
                    <a:pt x="7263" y="6833"/>
                    <a:pt x="7489" y="6809"/>
                  </a:cubicBezTo>
                  <a:close/>
                  <a:moveTo>
                    <a:pt x="8525" y="6547"/>
                  </a:moveTo>
                  <a:lnTo>
                    <a:pt x="8525" y="7297"/>
                  </a:lnTo>
                  <a:cubicBezTo>
                    <a:pt x="8525" y="7392"/>
                    <a:pt x="8442" y="7475"/>
                    <a:pt x="8346" y="7475"/>
                  </a:cubicBezTo>
                  <a:lnTo>
                    <a:pt x="7430" y="7475"/>
                  </a:lnTo>
                  <a:cubicBezTo>
                    <a:pt x="7370" y="7475"/>
                    <a:pt x="7310" y="7428"/>
                    <a:pt x="7310" y="7356"/>
                  </a:cubicBezTo>
                  <a:cubicBezTo>
                    <a:pt x="7310" y="7297"/>
                    <a:pt x="7358" y="7249"/>
                    <a:pt x="7418" y="7249"/>
                  </a:cubicBezTo>
                  <a:lnTo>
                    <a:pt x="7680" y="7225"/>
                  </a:lnTo>
                  <a:cubicBezTo>
                    <a:pt x="7751" y="7214"/>
                    <a:pt x="7811" y="7154"/>
                    <a:pt x="7811" y="7059"/>
                  </a:cubicBezTo>
                  <a:lnTo>
                    <a:pt x="7811" y="6737"/>
                  </a:lnTo>
                  <a:lnTo>
                    <a:pt x="8215" y="6642"/>
                  </a:lnTo>
                  <a:lnTo>
                    <a:pt x="8525" y="6547"/>
                  </a:lnTo>
                  <a:close/>
                  <a:moveTo>
                    <a:pt x="5948" y="1"/>
                  </a:moveTo>
                  <a:cubicBezTo>
                    <a:pt x="5933" y="1"/>
                    <a:pt x="5919" y="4"/>
                    <a:pt x="5906" y="10"/>
                  </a:cubicBezTo>
                  <a:cubicBezTo>
                    <a:pt x="5846" y="22"/>
                    <a:pt x="4691" y="308"/>
                    <a:pt x="3667" y="1260"/>
                  </a:cubicBezTo>
                  <a:lnTo>
                    <a:pt x="3584" y="1046"/>
                  </a:lnTo>
                  <a:cubicBezTo>
                    <a:pt x="3572" y="998"/>
                    <a:pt x="3548" y="975"/>
                    <a:pt x="3500" y="963"/>
                  </a:cubicBezTo>
                  <a:cubicBezTo>
                    <a:pt x="3479" y="952"/>
                    <a:pt x="3458" y="946"/>
                    <a:pt x="3437" y="946"/>
                  </a:cubicBezTo>
                  <a:cubicBezTo>
                    <a:pt x="3412" y="946"/>
                    <a:pt x="3389" y="955"/>
                    <a:pt x="3370" y="975"/>
                  </a:cubicBezTo>
                  <a:cubicBezTo>
                    <a:pt x="3346" y="987"/>
                    <a:pt x="2917" y="1225"/>
                    <a:pt x="2536" y="1701"/>
                  </a:cubicBezTo>
                  <a:cubicBezTo>
                    <a:pt x="2036" y="2308"/>
                    <a:pt x="1846" y="3023"/>
                    <a:pt x="2000" y="3761"/>
                  </a:cubicBezTo>
                  <a:cubicBezTo>
                    <a:pt x="1619" y="3892"/>
                    <a:pt x="1203" y="4058"/>
                    <a:pt x="655" y="4118"/>
                  </a:cubicBezTo>
                  <a:cubicBezTo>
                    <a:pt x="333" y="4142"/>
                    <a:pt x="167" y="4320"/>
                    <a:pt x="95" y="4463"/>
                  </a:cubicBezTo>
                  <a:cubicBezTo>
                    <a:pt x="12" y="4618"/>
                    <a:pt x="0" y="4761"/>
                    <a:pt x="0" y="4785"/>
                  </a:cubicBezTo>
                  <a:cubicBezTo>
                    <a:pt x="0" y="4808"/>
                    <a:pt x="0" y="4832"/>
                    <a:pt x="12" y="4856"/>
                  </a:cubicBezTo>
                  <a:cubicBezTo>
                    <a:pt x="310" y="5451"/>
                    <a:pt x="964" y="5951"/>
                    <a:pt x="1917" y="6332"/>
                  </a:cubicBezTo>
                  <a:cubicBezTo>
                    <a:pt x="2179" y="6428"/>
                    <a:pt x="2441" y="6523"/>
                    <a:pt x="2727" y="6594"/>
                  </a:cubicBezTo>
                  <a:lnTo>
                    <a:pt x="2727" y="6952"/>
                  </a:lnTo>
                  <a:lnTo>
                    <a:pt x="2596" y="6975"/>
                  </a:lnTo>
                  <a:cubicBezTo>
                    <a:pt x="2381" y="6999"/>
                    <a:pt x="2215" y="7178"/>
                    <a:pt x="2215" y="7404"/>
                  </a:cubicBezTo>
                  <a:cubicBezTo>
                    <a:pt x="2215" y="7642"/>
                    <a:pt x="2417" y="7833"/>
                    <a:pt x="2655" y="7833"/>
                  </a:cubicBezTo>
                  <a:lnTo>
                    <a:pt x="4417" y="7833"/>
                  </a:lnTo>
                  <a:cubicBezTo>
                    <a:pt x="4703" y="7833"/>
                    <a:pt x="4929" y="7606"/>
                    <a:pt x="4929" y="7321"/>
                  </a:cubicBezTo>
                  <a:lnTo>
                    <a:pt x="4929" y="6952"/>
                  </a:lnTo>
                  <a:lnTo>
                    <a:pt x="4989" y="6952"/>
                  </a:lnTo>
                  <a:cubicBezTo>
                    <a:pt x="5227" y="6975"/>
                    <a:pt x="5465" y="6975"/>
                    <a:pt x="5703" y="6975"/>
                  </a:cubicBezTo>
                  <a:cubicBezTo>
                    <a:pt x="5965" y="6975"/>
                    <a:pt x="6227" y="6952"/>
                    <a:pt x="6489" y="6940"/>
                  </a:cubicBezTo>
                  <a:lnTo>
                    <a:pt x="6489" y="6940"/>
                  </a:lnTo>
                  <a:lnTo>
                    <a:pt x="6358" y="6952"/>
                  </a:lnTo>
                  <a:cubicBezTo>
                    <a:pt x="6144" y="6987"/>
                    <a:pt x="5989" y="7166"/>
                    <a:pt x="5989" y="7392"/>
                  </a:cubicBezTo>
                  <a:cubicBezTo>
                    <a:pt x="5989" y="7630"/>
                    <a:pt x="6179" y="7821"/>
                    <a:pt x="6418" y="7821"/>
                  </a:cubicBezTo>
                  <a:lnTo>
                    <a:pt x="8346" y="7821"/>
                  </a:lnTo>
                  <a:cubicBezTo>
                    <a:pt x="8632" y="7821"/>
                    <a:pt x="8858" y="7594"/>
                    <a:pt x="8858" y="7309"/>
                  </a:cubicBezTo>
                  <a:lnTo>
                    <a:pt x="8858" y="6452"/>
                  </a:lnTo>
                  <a:cubicBezTo>
                    <a:pt x="9573" y="6166"/>
                    <a:pt x="10108" y="5785"/>
                    <a:pt x="10430" y="5320"/>
                  </a:cubicBezTo>
                  <a:cubicBezTo>
                    <a:pt x="10525" y="5380"/>
                    <a:pt x="10585" y="5416"/>
                    <a:pt x="10644" y="5463"/>
                  </a:cubicBezTo>
                  <a:cubicBezTo>
                    <a:pt x="10668" y="5499"/>
                    <a:pt x="10704" y="5511"/>
                    <a:pt x="10751" y="5511"/>
                  </a:cubicBezTo>
                  <a:cubicBezTo>
                    <a:pt x="10775" y="5511"/>
                    <a:pt x="10787" y="5511"/>
                    <a:pt x="10811" y="5499"/>
                  </a:cubicBezTo>
                  <a:cubicBezTo>
                    <a:pt x="10870" y="5463"/>
                    <a:pt x="10894" y="5404"/>
                    <a:pt x="10894" y="5344"/>
                  </a:cubicBezTo>
                  <a:cubicBezTo>
                    <a:pt x="10882" y="5285"/>
                    <a:pt x="10882" y="4439"/>
                    <a:pt x="10418" y="3737"/>
                  </a:cubicBezTo>
                  <a:lnTo>
                    <a:pt x="10835" y="3320"/>
                  </a:lnTo>
                  <a:cubicBezTo>
                    <a:pt x="10870" y="3296"/>
                    <a:pt x="10882" y="3249"/>
                    <a:pt x="10882" y="3201"/>
                  </a:cubicBezTo>
                  <a:cubicBezTo>
                    <a:pt x="10882" y="3153"/>
                    <a:pt x="10847" y="3118"/>
                    <a:pt x="10823" y="3082"/>
                  </a:cubicBezTo>
                  <a:cubicBezTo>
                    <a:pt x="10787" y="3058"/>
                    <a:pt x="10156" y="2558"/>
                    <a:pt x="9489" y="2308"/>
                  </a:cubicBezTo>
                  <a:lnTo>
                    <a:pt x="9823" y="2106"/>
                  </a:lnTo>
                  <a:cubicBezTo>
                    <a:pt x="9870" y="2070"/>
                    <a:pt x="9894" y="2010"/>
                    <a:pt x="9894" y="1975"/>
                  </a:cubicBezTo>
                  <a:cubicBezTo>
                    <a:pt x="9894" y="1915"/>
                    <a:pt x="9870" y="1868"/>
                    <a:pt x="9823" y="1832"/>
                  </a:cubicBezTo>
                  <a:cubicBezTo>
                    <a:pt x="9787" y="1820"/>
                    <a:pt x="9037" y="1391"/>
                    <a:pt x="7918" y="1272"/>
                  </a:cubicBezTo>
                  <a:lnTo>
                    <a:pt x="8215" y="987"/>
                  </a:lnTo>
                  <a:cubicBezTo>
                    <a:pt x="8263" y="939"/>
                    <a:pt x="8275" y="903"/>
                    <a:pt x="8263" y="844"/>
                  </a:cubicBezTo>
                  <a:cubicBezTo>
                    <a:pt x="8251" y="784"/>
                    <a:pt x="8215" y="737"/>
                    <a:pt x="8156" y="725"/>
                  </a:cubicBezTo>
                  <a:cubicBezTo>
                    <a:pt x="8123" y="708"/>
                    <a:pt x="7644" y="530"/>
                    <a:pt x="6979" y="530"/>
                  </a:cubicBezTo>
                  <a:cubicBezTo>
                    <a:pt x="6672" y="530"/>
                    <a:pt x="6326" y="568"/>
                    <a:pt x="5965" y="677"/>
                  </a:cubicBezTo>
                  <a:lnTo>
                    <a:pt x="6096" y="201"/>
                  </a:lnTo>
                  <a:cubicBezTo>
                    <a:pt x="6120" y="141"/>
                    <a:pt x="6096" y="82"/>
                    <a:pt x="6060" y="46"/>
                  </a:cubicBezTo>
                  <a:cubicBezTo>
                    <a:pt x="6026" y="20"/>
                    <a:pt x="5985" y="1"/>
                    <a:pt x="59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67"/>
            <p:cNvSpPr/>
            <p:nvPr/>
          </p:nvSpPr>
          <p:spPr>
            <a:xfrm>
              <a:off x="6472845" y="1588626"/>
              <a:ext cx="41952" cy="38944"/>
            </a:xfrm>
            <a:custGeom>
              <a:avLst/>
              <a:gdLst/>
              <a:ahLst/>
              <a:cxnLst/>
              <a:rect l="l" t="t" r="r" b="b"/>
              <a:pathLst>
                <a:path w="1311" h="1217" extrusionOk="0">
                  <a:moveTo>
                    <a:pt x="1110" y="1"/>
                  </a:moveTo>
                  <a:cubicBezTo>
                    <a:pt x="1080" y="1"/>
                    <a:pt x="1050" y="9"/>
                    <a:pt x="1025" y="26"/>
                  </a:cubicBezTo>
                  <a:cubicBezTo>
                    <a:pt x="596" y="323"/>
                    <a:pt x="251" y="704"/>
                    <a:pt x="60" y="966"/>
                  </a:cubicBezTo>
                  <a:cubicBezTo>
                    <a:pt x="1" y="1038"/>
                    <a:pt x="13" y="1133"/>
                    <a:pt x="84" y="1192"/>
                  </a:cubicBezTo>
                  <a:cubicBezTo>
                    <a:pt x="120" y="1204"/>
                    <a:pt x="144" y="1216"/>
                    <a:pt x="179" y="1216"/>
                  </a:cubicBezTo>
                  <a:cubicBezTo>
                    <a:pt x="227" y="1216"/>
                    <a:pt x="263" y="1204"/>
                    <a:pt x="310" y="1157"/>
                  </a:cubicBezTo>
                  <a:cubicBezTo>
                    <a:pt x="501" y="907"/>
                    <a:pt x="798" y="561"/>
                    <a:pt x="1203" y="299"/>
                  </a:cubicBezTo>
                  <a:cubicBezTo>
                    <a:pt x="1275" y="240"/>
                    <a:pt x="1310" y="133"/>
                    <a:pt x="1251" y="73"/>
                  </a:cubicBezTo>
                  <a:cubicBezTo>
                    <a:pt x="1220" y="27"/>
                    <a:pt x="1165" y="1"/>
                    <a:pt x="1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67"/>
            <p:cNvSpPr/>
            <p:nvPr/>
          </p:nvSpPr>
          <p:spPr>
            <a:xfrm>
              <a:off x="6528109" y="1592402"/>
              <a:ext cx="40800" cy="23360"/>
            </a:xfrm>
            <a:custGeom>
              <a:avLst/>
              <a:gdLst/>
              <a:ahLst/>
              <a:cxnLst/>
              <a:rect l="l" t="t" r="r" b="b"/>
              <a:pathLst>
                <a:path w="1275" h="730" extrusionOk="0">
                  <a:moveTo>
                    <a:pt x="1103" y="1"/>
                  </a:moveTo>
                  <a:cubicBezTo>
                    <a:pt x="1092" y="1"/>
                    <a:pt x="1082" y="1"/>
                    <a:pt x="1072" y="3"/>
                  </a:cubicBezTo>
                  <a:cubicBezTo>
                    <a:pt x="643" y="110"/>
                    <a:pt x="298" y="300"/>
                    <a:pt x="83" y="431"/>
                  </a:cubicBezTo>
                  <a:cubicBezTo>
                    <a:pt x="12" y="479"/>
                    <a:pt x="0" y="586"/>
                    <a:pt x="48" y="658"/>
                  </a:cubicBezTo>
                  <a:cubicBezTo>
                    <a:pt x="72" y="705"/>
                    <a:pt x="119" y="729"/>
                    <a:pt x="179" y="729"/>
                  </a:cubicBezTo>
                  <a:cubicBezTo>
                    <a:pt x="203" y="729"/>
                    <a:pt x="238" y="717"/>
                    <a:pt x="262" y="705"/>
                  </a:cubicBezTo>
                  <a:cubicBezTo>
                    <a:pt x="441" y="586"/>
                    <a:pt x="738" y="408"/>
                    <a:pt x="1131" y="312"/>
                  </a:cubicBezTo>
                  <a:cubicBezTo>
                    <a:pt x="1238" y="289"/>
                    <a:pt x="1274" y="193"/>
                    <a:pt x="1262" y="122"/>
                  </a:cubicBezTo>
                  <a:cubicBezTo>
                    <a:pt x="1252" y="38"/>
                    <a:pt x="1177" y="1"/>
                    <a:pt x="11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8" name="Google Shape;12628;p67"/>
            <p:cNvSpPr/>
            <p:nvPr/>
          </p:nvSpPr>
          <p:spPr>
            <a:xfrm>
              <a:off x="6581453" y="1614994"/>
              <a:ext cx="38496" cy="11040"/>
            </a:xfrm>
            <a:custGeom>
              <a:avLst/>
              <a:gdLst/>
              <a:ahLst/>
              <a:cxnLst/>
              <a:rect l="l" t="t" r="r" b="b"/>
              <a:pathLst>
                <a:path w="1203" h="345" extrusionOk="0">
                  <a:moveTo>
                    <a:pt x="713" y="1"/>
                  </a:moveTo>
                  <a:cubicBezTo>
                    <a:pt x="555" y="1"/>
                    <a:pt x="354" y="8"/>
                    <a:pt x="143" y="35"/>
                  </a:cubicBezTo>
                  <a:cubicBezTo>
                    <a:pt x="60" y="59"/>
                    <a:pt x="0" y="130"/>
                    <a:pt x="12" y="214"/>
                  </a:cubicBezTo>
                  <a:cubicBezTo>
                    <a:pt x="24" y="297"/>
                    <a:pt x="83" y="345"/>
                    <a:pt x="179" y="345"/>
                  </a:cubicBezTo>
                  <a:lnTo>
                    <a:pt x="191" y="345"/>
                  </a:lnTo>
                  <a:cubicBezTo>
                    <a:pt x="405" y="321"/>
                    <a:pt x="613" y="315"/>
                    <a:pt x="768" y="315"/>
                  </a:cubicBezTo>
                  <a:cubicBezTo>
                    <a:pt x="923" y="315"/>
                    <a:pt x="1024" y="321"/>
                    <a:pt x="1024" y="321"/>
                  </a:cubicBezTo>
                  <a:cubicBezTo>
                    <a:pt x="1107" y="321"/>
                    <a:pt x="1191" y="261"/>
                    <a:pt x="1203" y="178"/>
                  </a:cubicBezTo>
                  <a:cubicBezTo>
                    <a:pt x="1191" y="95"/>
                    <a:pt x="1131" y="11"/>
                    <a:pt x="1036" y="11"/>
                  </a:cubicBezTo>
                  <a:cubicBezTo>
                    <a:pt x="1029" y="11"/>
                    <a:pt x="902" y="1"/>
                    <a:pt x="7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9" name="Google Shape;12629;p67"/>
            <p:cNvSpPr/>
            <p:nvPr/>
          </p:nvSpPr>
          <p:spPr>
            <a:xfrm>
              <a:off x="6634765" y="1648274"/>
              <a:ext cx="25184" cy="16992"/>
            </a:xfrm>
            <a:custGeom>
              <a:avLst/>
              <a:gdLst/>
              <a:ahLst/>
              <a:cxnLst/>
              <a:rect l="l" t="t" r="r" b="b"/>
              <a:pathLst>
                <a:path w="787" h="531" extrusionOk="0">
                  <a:moveTo>
                    <a:pt x="190" y="1"/>
                  </a:moveTo>
                  <a:cubicBezTo>
                    <a:pt x="116" y="1"/>
                    <a:pt x="54" y="44"/>
                    <a:pt x="25" y="102"/>
                  </a:cubicBezTo>
                  <a:cubicBezTo>
                    <a:pt x="1" y="186"/>
                    <a:pt x="37" y="281"/>
                    <a:pt x="120" y="305"/>
                  </a:cubicBezTo>
                  <a:cubicBezTo>
                    <a:pt x="334" y="400"/>
                    <a:pt x="501" y="507"/>
                    <a:pt x="501" y="507"/>
                  </a:cubicBezTo>
                  <a:cubicBezTo>
                    <a:pt x="537" y="519"/>
                    <a:pt x="560" y="531"/>
                    <a:pt x="596" y="531"/>
                  </a:cubicBezTo>
                  <a:cubicBezTo>
                    <a:pt x="632" y="531"/>
                    <a:pt x="691" y="507"/>
                    <a:pt x="727" y="459"/>
                  </a:cubicBezTo>
                  <a:cubicBezTo>
                    <a:pt x="787" y="388"/>
                    <a:pt x="775" y="281"/>
                    <a:pt x="703" y="233"/>
                  </a:cubicBezTo>
                  <a:cubicBezTo>
                    <a:pt x="680" y="233"/>
                    <a:pt x="525" y="102"/>
                    <a:pt x="239" y="7"/>
                  </a:cubicBezTo>
                  <a:cubicBezTo>
                    <a:pt x="222" y="3"/>
                    <a:pt x="206"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0" name="Google Shape;12630;p67"/>
          <p:cNvGrpSpPr/>
          <p:nvPr/>
        </p:nvGrpSpPr>
        <p:grpSpPr>
          <a:xfrm>
            <a:off x="7444781" y="1583226"/>
            <a:ext cx="348640" cy="334272"/>
            <a:chOff x="7444781" y="1507026"/>
            <a:chExt cx="348640" cy="334272"/>
          </a:xfrm>
        </p:grpSpPr>
        <p:sp>
          <p:nvSpPr>
            <p:cNvPr id="12631" name="Google Shape;12631;p67"/>
            <p:cNvSpPr/>
            <p:nvPr/>
          </p:nvSpPr>
          <p:spPr>
            <a:xfrm>
              <a:off x="7575469" y="1750066"/>
              <a:ext cx="40032" cy="39424"/>
            </a:xfrm>
            <a:custGeom>
              <a:avLst/>
              <a:gdLst/>
              <a:ahLst/>
              <a:cxnLst/>
              <a:rect l="l" t="t" r="r" b="b"/>
              <a:pathLst>
                <a:path w="1251" h="1232" extrusionOk="0">
                  <a:moveTo>
                    <a:pt x="691" y="291"/>
                  </a:moveTo>
                  <a:cubicBezTo>
                    <a:pt x="727" y="291"/>
                    <a:pt x="739" y="291"/>
                    <a:pt x="774" y="315"/>
                  </a:cubicBezTo>
                  <a:cubicBezTo>
                    <a:pt x="858" y="386"/>
                    <a:pt x="870" y="565"/>
                    <a:pt x="798" y="719"/>
                  </a:cubicBezTo>
                  <a:cubicBezTo>
                    <a:pt x="751" y="803"/>
                    <a:pt x="679" y="862"/>
                    <a:pt x="608" y="886"/>
                  </a:cubicBezTo>
                  <a:cubicBezTo>
                    <a:pt x="586" y="897"/>
                    <a:pt x="565" y="903"/>
                    <a:pt x="546" y="903"/>
                  </a:cubicBezTo>
                  <a:cubicBezTo>
                    <a:pt x="522" y="903"/>
                    <a:pt x="502" y="894"/>
                    <a:pt x="489" y="874"/>
                  </a:cubicBezTo>
                  <a:cubicBezTo>
                    <a:pt x="381" y="815"/>
                    <a:pt x="370" y="636"/>
                    <a:pt x="441" y="493"/>
                  </a:cubicBezTo>
                  <a:cubicBezTo>
                    <a:pt x="489" y="398"/>
                    <a:pt x="560" y="338"/>
                    <a:pt x="631" y="315"/>
                  </a:cubicBezTo>
                  <a:cubicBezTo>
                    <a:pt x="655" y="315"/>
                    <a:pt x="667" y="291"/>
                    <a:pt x="691" y="291"/>
                  </a:cubicBezTo>
                  <a:close/>
                  <a:moveTo>
                    <a:pt x="673" y="0"/>
                  </a:moveTo>
                  <a:cubicBezTo>
                    <a:pt x="632" y="0"/>
                    <a:pt x="590" y="5"/>
                    <a:pt x="548" y="17"/>
                  </a:cubicBezTo>
                  <a:cubicBezTo>
                    <a:pt x="381" y="65"/>
                    <a:pt x="250" y="196"/>
                    <a:pt x="155" y="362"/>
                  </a:cubicBezTo>
                  <a:cubicBezTo>
                    <a:pt x="0" y="672"/>
                    <a:pt x="72" y="1029"/>
                    <a:pt x="334" y="1172"/>
                  </a:cubicBezTo>
                  <a:cubicBezTo>
                    <a:pt x="417" y="1219"/>
                    <a:pt x="489" y="1231"/>
                    <a:pt x="560" y="1231"/>
                  </a:cubicBezTo>
                  <a:cubicBezTo>
                    <a:pt x="608" y="1231"/>
                    <a:pt x="655" y="1231"/>
                    <a:pt x="715" y="1219"/>
                  </a:cubicBezTo>
                  <a:cubicBezTo>
                    <a:pt x="870" y="1172"/>
                    <a:pt x="1012" y="1041"/>
                    <a:pt x="1096" y="874"/>
                  </a:cubicBezTo>
                  <a:cubicBezTo>
                    <a:pt x="1251" y="553"/>
                    <a:pt x="1167" y="196"/>
                    <a:pt x="917" y="65"/>
                  </a:cubicBezTo>
                  <a:cubicBezTo>
                    <a:pt x="844" y="24"/>
                    <a:pt x="761"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67"/>
            <p:cNvSpPr/>
            <p:nvPr/>
          </p:nvSpPr>
          <p:spPr>
            <a:xfrm>
              <a:off x="7623469" y="1749714"/>
              <a:ext cx="40032" cy="39776"/>
            </a:xfrm>
            <a:custGeom>
              <a:avLst/>
              <a:gdLst/>
              <a:ahLst/>
              <a:cxnLst/>
              <a:rect l="l" t="t" r="r" b="b"/>
              <a:pathLst>
                <a:path w="1251" h="1243" extrusionOk="0">
                  <a:moveTo>
                    <a:pt x="560" y="337"/>
                  </a:moveTo>
                  <a:cubicBezTo>
                    <a:pt x="584" y="337"/>
                    <a:pt x="596" y="337"/>
                    <a:pt x="620" y="349"/>
                  </a:cubicBezTo>
                  <a:cubicBezTo>
                    <a:pt x="703" y="385"/>
                    <a:pt x="775" y="445"/>
                    <a:pt x="822" y="528"/>
                  </a:cubicBezTo>
                  <a:cubicBezTo>
                    <a:pt x="882" y="671"/>
                    <a:pt x="858" y="849"/>
                    <a:pt x="763" y="897"/>
                  </a:cubicBezTo>
                  <a:cubicBezTo>
                    <a:pt x="736" y="914"/>
                    <a:pt x="704" y="926"/>
                    <a:pt x="674" y="926"/>
                  </a:cubicBezTo>
                  <a:cubicBezTo>
                    <a:pt x="664" y="926"/>
                    <a:pt x="653" y="924"/>
                    <a:pt x="644" y="921"/>
                  </a:cubicBezTo>
                  <a:cubicBezTo>
                    <a:pt x="560" y="885"/>
                    <a:pt x="489" y="826"/>
                    <a:pt x="441" y="742"/>
                  </a:cubicBezTo>
                  <a:cubicBezTo>
                    <a:pt x="370" y="588"/>
                    <a:pt x="382" y="409"/>
                    <a:pt x="489" y="349"/>
                  </a:cubicBezTo>
                  <a:cubicBezTo>
                    <a:pt x="501" y="337"/>
                    <a:pt x="536" y="337"/>
                    <a:pt x="560" y="337"/>
                  </a:cubicBezTo>
                  <a:close/>
                  <a:moveTo>
                    <a:pt x="547" y="0"/>
                  </a:moveTo>
                  <a:cubicBezTo>
                    <a:pt x="468" y="0"/>
                    <a:pt x="395" y="24"/>
                    <a:pt x="322" y="76"/>
                  </a:cubicBezTo>
                  <a:cubicBezTo>
                    <a:pt x="72" y="218"/>
                    <a:pt x="1" y="576"/>
                    <a:pt x="143" y="885"/>
                  </a:cubicBezTo>
                  <a:cubicBezTo>
                    <a:pt x="239" y="1052"/>
                    <a:pt x="370" y="1183"/>
                    <a:pt x="536" y="1230"/>
                  </a:cubicBezTo>
                  <a:cubicBezTo>
                    <a:pt x="584" y="1242"/>
                    <a:pt x="620" y="1242"/>
                    <a:pt x="679" y="1242"/>
                  </a:cubicBezTo>
                  <a:cubicBezTo>
                    <a:pt x="763" y="1242"/>
                    <a:pt x="846" y="1230"/>
                    <a:pt x="905" y="1183"/>
                  </a:cubicBezTo>
                  <a:cubicBezTo>
                    <a:pt x="1179" y="1040"/>
                    <a:pt x="1251" y="683"/>
                    <a:pt x="1084" y="373"/>
                  </a:cubicBezTo>
                  <a:cubicBezTo>
                    <a:pt x="1001" y="207"/>
                    <a:pt x="858" y="76"/>
                    <a:pt x="703" y="28"/>
                  </a:cubicBezTo>
                  <a:cubicBezTo>
                    <a:pt x="648" y="10"/>
                    <a:pt x="597" y="0"/>
                    <a:pt x="5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67"/>
            <p:cNvSpPr/>
            <p:nvPr/>
          </p:nvSpPr>
          <p:spPr>
            <a:xfrm>
              <a:off x="7537741" y="1640498"/>
              <a:ext cx="43456" cy="48032"/>
            </a:xfrm>
            <a:custGeom>
              <a:avLst/>
              <a:gdLst/>
              <a:ahLst/>
              <a:cxnLst/>
              <a:rect l="l" t="t" r="r" b="b"/>
              <a:pathLst>
                <a:path w="1358" h="1501" extrusionOk="0">
                  <a:moveTo>
                    <a:pt x="667" y="0"/>
                  </a:moveTo>
                  <a:cubicBezTo>
                    <a:pt x="298" y="0"/>
                    <a:pt x="1" y="298"/>
                    <a:pt x="1" y="667"/>
                  </a:cubicBezTo>
                  <a:lnTo>
                    <a:pt x="1" y="833"/>
                  </a:lnTo>
                  <a:cubicBezTo>
                    <a:pt x="1" y="1203"/>
                    <a:pt x="298" y="1500"/>
                    <a:pt x="667" y="1500"/>
                  </a:cubicBezTo>
                  <a:cubicBezTo>
                    <a:pt x="1037" y="1500"/>
                    <a:pt x="1334" y="1203"/>
                    <a:pt x="1334" y="833"/>
                  </a:cubicBezTo>
                  <a:lnTo>
                    <a:pt x="1334" y="691"/>
                  </a:lnTo>
                  <a:cubicBezTo>
                    <a:pt x="1358" y="595"/>
                    <a:pt x="1275" y="524"/>
                    <a:pt x="1191" y="524"/>
                  </a:cubicBezTo>
                  <a:cubicBezTo>
                    <a:pt x="1096" y="524"/>
                    <a:pt x="1025" y="595"/>
                    <a:pt x="1025" y="691"/>
                  </a:cubicBezTo>
                  <a:lnTo>
                    <a:pt x="1025" y="845"/>
                  </a:lnTo>
                  <a:cubicBezTo>
                    <a:pt x="1025" y="1048"/>
                    <a:pt x="858" y="1203"/>
                    <a:pt x="667" y="1203"/>
                  </a:cubicBezTo>
                  <a:cubicBezTo>
                    <a:pt x="477" y="1203"/>
                    <a:pt x="310" y="1036"/>
                    <a:pt x="310" y="845"/>
                  </a:cubicBezTo>
                  <a:lnTo>
                    <a:pt x="310" y="691"/>
                  </a:lnTo>
                  <a:cubicBezTo>
                    <a:pt x="310" y="488"/>
                    <a:pt x="477" y="333"/>
                    <a:pt x="667" y="333"/>
                  </a:cubicBezTo>
                  <a:cubicBezTo>
                    <a:pt x="763" y="333"/>
                    <a:pt x="834" y="250"/>
                    <a:pt x="834" y="167"/>
                  </a:cubicBezTo>
                  <a:cubicBezTo>
                    <a:pt x="834" y="71"/>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67"/>
            <p:cNvSpPr/>
            <p:nvPr/>
          </p:nvSpPr>
          <p:spPr>
            <a:xfrm>
              <a:off x="7657389" y="1640498"/>
              <a:ext cx="43072" cy="48032"/>
            </a:xfrm>
            <a:custGeom>
              <a:avLst/>
              <a:gdLst/>
              <a:ahLst/>
              <a:cxnLst/>
              <a:rect l="l" t="t" r="r" b="b"/>
              <a:pathLst>
                <a:path w="1346" h="1501" extrusionOk="0">
                  <a:moveTo>
                    <a:pt x="667" y="0"/>
                  </a:moveTo>
                  <a:cubicBezTo>
                    <a:pt x="298" y="0"/>
                    <a:pt x="0" y="298"/>
                    <a:pt x="0" y="667"/>
                  </a:cubicBezTo>
                  <a:lnTo>
                    <a:pt x="0" y="833"/>
                  </a:lnTo>
                  <a:cubicBezTo>
                    <a:pt x="0" y="1203"/>
                    <a:pt x="298" y="1500"/>
                    <a:pt x="667" y="1500"/>
                  </a:cubicBezTo>
                  <a:cubicBezTo>
                    <a:pt x="1036" y="1500"/>
                    <a:pt x="1334" y="1203"/>
                    <a:pt x="1334" y="833"/>
                  </a:cubicBezTo>
                  <a:lnTo>
                    <a:pt x="1334" y="691"/>
                  </a:lnTo>
                  <a:cubicBezTo>
                    <a:pt x="1346" y="595"/>
                    <a:pt x="1274" y="524"/>
                    <a:pt x="1191" y="524"/>
                  </a:cubicBezTo>
                  <a:cubicBezTo>
                    <a:pt x="1096" y="524"/>
                    <a:pt x="1024" y="595"/>
                    <a:pt x="1024" y="691"/>
                  </a:cubicBezTo>
                  <a:lnTo>
                    <a:pt x="1024" y="845"/>
                  </a:lnTo>
                  <a:cubicBezTo>
                    <a:pt x="1024" y="1048"/>
                    <a:pt x="858" y="1203"/>
                    <a:pt x="667" y="1203"/>
                  </a:cubicBezTo>
                  <a:cubicBezTo>
                    <a:pt x="465" y="1203"/>
                    <a:pt x="310" y="1036"/>
                    <a:pt x="310" y="845"/>
                  </a:cubicBezTo>
                  <a:lnTo>
                    <a:pt x="310" y="691"/>
                  </a:lnTo>
                  <a:cubicBezTo>
                    <a:pt x="310" y="488"/>
                    <a:pt x="465" y="333"/>
                    <a:pt x="667" y="333"/>
                  </a:cubicBezTo>
                  <a:cubicBezTo>
                    <a:pt x="750" y="333"/>
                    <a:pt x="822" y="250"/>
                    <a:pt x="822" y="167"/>
                  </a:cubicBezTo>
                  <a:cubicBezTo>
                    <a:pt x="822" y="71"/>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67"/>
            <p:cNvSpPr/>
            <p:nvPr/>
          </p:nvSpPr>
          <p:spPr>
            <a:xfrm>
              <a:off x="7444781" y="1507026"/>
              <a:ext cx="348640" cy="334272"/>
            </a:xfrm>
            <a:custGeom>
              <a:avLst/>
              <a:gdLst/>
              <a:ahLst/>
              <a:cxnLst/>
              <a:rect l="l" t="t" r="r" b="b"/>
              <a:pathLst>
                <a:path w="10895" h="10446" extrusionOk="0">
                  <a:moveTo>
                    <a:pt x="1203" y="349"/>
                  </a:moveTo>
                  <a:lnTo>
                    <a:pt x="1203" y="349"/>
                  </a:lnTo>
                  <a:cubicBezTo>
                    <a:pt x="1596" y="432"/>
                    <a:pt x="2001" y="575"/>
                    <a:pt x="2382" y="778"/>
                  </a:cubicBezTo>
                  <a:cubicBezTo>
                    <a:pt x="2894" y="1052"/>
                    <a:pt x="3263" y="1385"/>
                    <a:pt x="3501" y="1611"/>
                  </a:cubicBezTo>
                  <a:cubicBezTo>
                    <a:pt x="3263" y="1778"/>
                    <a:pt x="3037" y="1968"/>
                    <a:pt x="2810" y="2183"/>
                  </a:cubicBezTo>
                  <a:cubicBezTo>
                    <a:pt x="2549" y="1564"/>
                    <a:pt x="2179" y="1063"/>
                    <a:pt x="1703" y="671"/>
                  </a:cubicBezTo>
                  <a:cubicBezTo>
                    <a:pt x="1536" y="540"/>
                    <a:pt x="1370" y="432"/>
                    <a:pt x="1203" y="349"/>
                  </a:cubicBezTo>
                  <a:close/>
                  <a:moveTo>
                    <a:pt x="9740" y="361"/>
                  </a:moveTo>
                  <a:lnTo>
                    <a:pt x="9740" y="361"/>
                  </a:lnTo>
                  <a:cubicBezTo>
                    <a:pt x="9407" y="540"/>
                    <a:pt x="9061" y="790"/>
                    <a:pt x="8740" y="1194"/>
                  </a:cubicBezTo>
                  <a:cubicBezTo>
                    <a:pt x="8680" y="1266"/>
                    <a:pt x="8692" y="1361"/>
                    <a:pt x="8752" y="1421"/>
                  </a:cubicBezTo>
                  <a:cubicBezTo>
                    <a:pt x="8775" y="1444"/>
                    <a:pt x="8811" y="1444"/>
                    <a:pt x="8859" y="1444"/>
                  </a:cubicBezTo>
                  <a:cubicBezTo>
                    <a:pt x="8895" y="1444"/>
                    <a:pt x="8942" y="1433"/>
                    <a:pt x="8978" y="1385"/>
                  </a:cubicBezTo>
                  <a:cubicBezTo>
                    <a:pt x="9454" y="825"/>
                    <a:pt x="9966" y="552"/>
                    <a:pt x="10371" y="432"/>
                  </a:cubicBezTo>
                  <a:lnTo>
                    <a:pt x="10371" y="432"/>
                  </a:lnTo>
                  <a:cubicBezTo>
                    <a:pt x="10252" y="647"/>
                    <a:pt x="10169" y="956"/>
                    <a:pt x="10216" y="1373"/>
                  </a:cubicBezTo>
                  <a:cubicBezTo>
                    <a:pt x="10276" y="1945"/>
                    <a:pt x="10228" y="2361"/>
                    <a:pt x="10073" y="2718"/>
                  </a:cubicBezTo>
                  <a:cubicBezTo>
                    <a:pt x="9918" y="3076"/>
                    <a:pt x="9645" y="3385"/>
                    <a:pt x="9228" y="3683"/>
                  </a:cubicBezTo>
                  <a:cubicBezTo>
                    <a:pt x="9037" y="3326"/>
                    <a:pt x="8799" y="2980"/>
                    <a:pt x="8549" y="2671"/>
                  </a:cubicBezTo>
                  <a:cubicBezTo>
                    <a:pt x="8478" y="2599"/>
                    <a:pt x="8406" y="2504"/>
                    <a:pt x="8347" y="2433"/>
                  </a:cubicBezTo>
                  <a:cubicBezTo>
                    <a:pt x="8406" y="2278"/>
                    <a:pt x="8466" y="2147"/>
                    <a:pt x="8549" y="2016"/>
                  </a:cubicBezTo>
                  <a:cubicBezTo>
                    <a:pt x="8585" y="1933"/>
                    <a:pt x="8561" y="1837"/>
                    <a:pt x="8478" y="1802"/>
                  </a:cubicBezTo>
                  <a:cubicBezTo>
                    <a:pt x="8456" y="1791"/>
                    <a:pt x="8430" y="1785"/>
                    <a:pt x="8405" y="1785"/>
                  </a:cubicBezTo>
                  <a:cubicBezTo>
                    <a:pt x="8348" y="1785"/>
                    <a:pt x="8292" y="1812"/>
                    <a:pt x="8275" y="1861"/>
                  </a:cubicBezTo>
                  <a:cubicBezTo>
                    <a:pt x="8216" y="1968"/>
                    <a:pt x="8168" y="2076"/>
                    <a:pt x="8121" y="2183"/>
                  </a:cubicBezTo>
                  <a:cubicBezTo>
                    <a:pt x="7906" y="1956"/>
                    <a:pt x="7680" y="1778"/>
                    <a:pt x="7442" y="1611"/>
                  </a:cubicBezTo>
                  <a:cubicBezTo>
                    <a:pt x="7668" y="1385"/>
                    <a:pt x="8049" y="1040"/>
                    <a:pt x="8561" y="778"/>
                  </a:cubicBezTo>
                  <a:cubicBezTo>
                    <a:pt x="8942" y="575"/>
                    <a:pt x="9347" y="421"/>
                    <a:pt x="9740" y="361"/>
                  </a:cubicBezTo>
                  <a:close/>
                  <a:moveTo>
                    <a:pt x="560" y="456"/>
                  </a:moveTo>
                  <a:lnTo>
                    <a:pt x="560" y="456"/>
                  </a:lnTo>
                  <a:cubicBezTo>
                    <a:pt x="1132" y="635"/>
                    <a:pt x="2037" y="1135"/>
                    <a:pt x="2572" y="2445"/>
                  </a:cubicBezTo>
                  <a:cubicBezTo>
                    <a:pt x="2501" y="2516"/>
                    <a:pt x="2441" y="2599"/>
                    <a:pt x="2382" y="2683"/>
                  </a:cubicBezTo>
                  <a:cubicBezTo>
                    <a:pt x="2132" y="2992"/>
                    <a:pt x="1894" y="3338"/>
                    <a:pt x="1703" y="3695"/>
                  </a:cubicBezTo>
                  <a:cubicBezTo>
                    <a:pt x="1263" y="3385"/>
                    <a:pt x="1001" y="3088"/>
                    <a:pt x="834" y="2718"/>
                  </a:cubicBezTo>
                  <a:cubicBezTo>
                    <a:pt x="691" y="2361"/>
                    <a:pt x="644" y="1921"/>
                    <a:pt x="703" y="1373"/>
                  </a:cubicBezTo>
                  <a:cubicBezTo>
                    <a:pt x="739" y="956"/>
                    <a:pt x="667" y="659"/>
                    <a:pt x="560" y="456"/>
                  </a:cubicBezTo>
                  <a:close/>
                  <a:moveTo>
                    <a:pt x="882" y="6207"/>
                  </a:moveTo>
                  <a:lnTo>
                    <a:pt x="882" y="6207"/>
                  </a:lnTo>
                  <a:cubicBezTo>
                    <a:pt x="1239" y="6612"/>
                    <a:pt x="1727" y="6945"/>
                    <a:pt x="2298" y="7195"/>
                  </a:cubicBezTo>
                  <a:cubicBezTo>
                    <a:pt x="2727" y="7386"/>
                    <a:pt x="3096" y="7481"/>
                    <a:pt x="3263" y="7517"/>
                  </a:cubicBezTo>
                  <a:cubicBezTo>
                    <a:pt x="3144" y="7802"/>
                    <a:pt x="3072" y="8112"/>
                    <a:pt x="3072" y="8457"/>
                  </a:cubicBezTo>
                  <a:lnTo>
                    <a:pt x="3072" y="8469"/>
                  </a:lnTo>
                  <a:cubicBezTo>
                    <a:pt x="2120" y="8255"/>
                    <a:pt x="1441" y="7695"/>
                    <a:pt x="1084" y="6909"/>
                  </a:cubicBezTo>
                  <a:cubicBezTo>
                    <a:pt x="989" y="6659"/>
                    <a:pt x="905" y="6421"/>
                    <a:pt x="882" y="6207"/>
                  </a:cubicBezTo>
                  <a:close/>
                  <a:moveTo>
                    <a:pt x="5466" y="1302"/>
                  </a:moveTo>
                  <a:cubicBezTo>
                    <a:pt x="6442" y="1302"/>
                    <a:pt x="7454" y="1861"/>
                    <a:pt x="8311" y="2909"/>
                  </a:cubicBezTo>
                  <a:cubicBezTo>
                    <a:pt x="9061" y="3814"/>
                    <a:pt x="9585" y="5016"/>
                    <a:pt x="9692" y="6100"/>
                  </a:cubicBezTo>
                  <a:cubicBezTo>
                    <a:pt x="9287" y="6505"/>
                    <a:pt x="8811" y="6755"/>
                    <a:pt x="8442" y="6945"/>
                  </a:cubicBezTo>
                  <a:cubicBezTo>
                    <a:pt x="8359" y="6969"/>
                    <a:pt x="8323" y="7076"/>
                    <a:pt x="8347" y="7148"/>
                  </a:cubicBezTo>
                  <a:cubicBezTo>
                    <a:pt x="8376" y="7206"/>
                    <a:pt x="8454" y="7249"/>
                    <a:pt x="8520" y="7249"/>
                  </a:cubicBezTo>
                  <a:cubicBezTo>
                    <a:pt x="8535" y="7249"/>
                    <a:pt x="8549" y="7247"/>
                    <a:pt x="8561" y="7243"/>
                  </a:cubicBezTo>
                  <a:cubicBezTo>
                    <a:pt x="9240" y="6945"/>
                    <a:pt x="9704" y="6564"/>
                    <a:pt x="10014" y="6243"/>
                  </a:cubicBezTo>
                  <a:lnTo>
                    <a:pt x="10014" y="6243"/>
                  </a:lnTo>
                  <a:cubicBezTo>
                    <a:pt x="9990" y="6433"/>
                    <a:pt x="9930" y="6671"/>
                    <a:pt x="9811" y="6921"/>
                  </a:cubicBezTo>
                  <a:cubicBezTo>
                    <a:pt x="9466" y="7719"/>
                    <a:pt x="8775" y="8267"/>
                    <a:pt x="7811" y="8517"/>
                  </a:cubicBezTo>
                  <a:lnTo>
                    <a:pt x="7811" y="8505"/>
                  </a:lnTo>
                  <a:cubicBezTo>
                    <a:pt x="7811" y="8172"/>
                    <a:pt x="7752" y="7850"/>
                    <a:pt x="7621" y="7564"/>
                  </a:cubicBezTo>
                  <a:cubicBezTo>
                    <a:pt x="7692" y="7552"/>
                    <a:pt x="7787" y="7517"/>
                    <a:pt x="7906" y="7493"/>
                  </a:cubicBezTo>
                  <a:cubicBezTo>
                    <a:pt x="7990" y="7457"/>
                    <a:pt x="8037" y="7374"/>
                    <a:pt x="8013" y="7290"/>
                  </a:cubicBezTo>
                  <a:cubicBezTo>
                    <a:pt x="7986" y="7226"/>
                    <a:pt x="7930" y="7183"/>
                    <a:pt x="7868" y="7183"/>
                  </a:cubicBezTo>
                  <a:cubicBezTo>
                    <a:pt x="7849" y="7183"/>
                    <a:pt x="7830" y="7187"/>
                    <a:pt x="7811" y="7195"/>
                  </a:cubicBezTo>
                  <a:cubicBezTo>
                    <a:pt x="7632" y="7255"/>
                    <a:pt x="7502" y="7267"/>
                    <a:pt x="7478" y="7279"/>
                  </a:cubicBezTo>
                  <a:cubicBezTo>
                    <a:pt x="7371" y="7136"/>
                    <a:pt x="7263" y="6981"/>
                    <a:pt x="7132" y="6862"/>
                  </a:cubicBezTo>
                  <a:cubicBezTo>
                    <a:pt x="6704" y="6445"/>
                    <a:pt x="6108" y="6231"/>
                    <a:pt x="5466" y="6231"/>
                  </a:cubicBezTo>
                  <a:cubicBezTo>
                    <a:pt x="4584" y="6231"/>
                    <a:pt x="3858" y="6648"/>
                    <a:pt x="3441" y="7279"/>
                  </a:cubicBezTo>
                  <a:cubicBezTo>
                    <a:pt x="3334" y="7267"/>
                    <a:pt x="2072" y="7005"/>
                    <a:pt x="1227" y="6136"/>
                  </a:cubicBezTo>
                  <a:cubicBezTo>
                    <a:pt x="1346" y="5052"/>
                    <a:pt x="1858" y="3850"/>
                    <a:pt x="2620" y="2909"/>
                  </a:cubicBezTo>
                  <a:cubicBezTo>
                    <a:pt x="3465" y="1861"/>
                    <a:pt x="4477" y="1302"/>
                    <a:pt x="5466" y="1302"/>
                  </a:cubicBezTo>
                  <a:close/>
                  <a:moveTo>
                    <a:pt x="5466" y="6493"/>
                  </a:moveTo>
                  <a:cubicBezTo>
                    <a:pt x="6644" y="6493"/>
                    <a:pt x="7513" y="7338"/>
                    <a:pt x="7513" y="8469"/>
                  </a:cubicBezTo>
                  <a:cubicBezTo>
                    <a:pt x="7513" y="8707"/>
                    <a:pt x="7454" y="8874"/>
                    <a:pt x="7323" y="8993"/>
                  </a:cubicBezTo>
                  <a:cubicBezTo>
                    <a:pt x="7144" y="9164"/>
                    <a:pt x="6837" y="9212"/>
                    <a:pt x="6517" y="9212"/>
                  </a:cubicBezTo>
                  <a:cubicBezTo>
                    <a:pt x="6304" y="9212"/>
                    <a:pt x="6085" y="9191"/>
                    <a:pt x="5894" y="9172"/>
                  </a:cubicBezTo>
                  <a:cubicBezTo>
                    <a:pt x="5727" y="9160"/>
                    <a:pt x="5585" y="9148"/>
                    <a:pt x="5466" y="9148"/>
                  </a:cubicBezTo>
                  <a:cubicBezTo>
                    <a:pt x="5346" y="9148"/>
                    <a:pt x="5192" y="9160"/>
                    <a:pt x="5049" y="9172"/>
                  </a:cubicBezTo>
                  <a:cubicBezTo>
                    <a:pt x="4869" y="9190"/>
                    <a:pt x="4663" y="9208"/>
                    <a:pt x="4461" y="9208"/>
                  </a:cubicBezTo>
                  <a:cubicBezTo>
                    <a:pt x="4127" y="9208"/>
                    <a:pt x="3801" y="9159"/>
                    <a:pt x="3608" y="8981"/>
                  </a:cubicBezTo>
                  <a:cubicBezTo>
                    <a:pt x="3465" y="8874"/>
                    <a:pt x="3406" y="8707"/>
                    <a:pt x="3406" y="8469"/>
                  </a:cubicBezTo>
                  <a:cubicBezTo>
                    <a:pt x="3406" y="7921"/>
                    <a:pt x="3620" y="7421"/>
                    <a:pt x="4001" y="7040"/>
                  </a:cubicBezTo>
                  <a:cubicBezTo>
                    <a:pt x="4382" y="6683"/>
                    <a:pt x="4894" y="6493"/>
                    <a:pt x="5466" y="6493"/>
                  </a:cubicBezTo>
                  <a:close/>
                  <a:moveTo>
                    <a:pt x="1941" y="8338"/>
                  </a:moveTo>
                  <a:lnTo>
                    <a:pt x="1941" y="8338"/>
                  </a:lnTo>
                  <a:cubicBezTo>
                    <a:pt x="2263" y="8541"/>
                    <a:pt x="2668" y="8731"/>
                    <a:pt x="3156" y="8826"/>
                  </a:cubicBezTo>
                  <a:cubicBezTo>
                    <a:pt x="3203" y="8993"/>
                    <a:pt x="3287" y="9124"/>
                    <a:pt x="3394" y="9231"/>
                  </a:cubicBezTo>
                  <a:cubicBezTo>
                    <a:pt x="3662" y="9475"/>
                    <a:pt x="4075" y="9532"/>
                    <a:pt x="4480" y="9532"/>
                  </a:cubicBezTo>
                  <a:cubicBezTo>
                    <a:pt x="4687" y="9532"/>
                    <a:pt x="4891" y="9517"/>
                    <a:pt x="5073" y="9505"/>
                  </a:cubicBezTo>
                  <a:cubicBezTo>
                    <a:pt x="5227" y="9481"/>
                    <a:pt x="5358" y="9469"/>
                    <a:pt x="5466" y="9469"/>
                  </a:cubicBezTo>
                  <a:cubicBezTo>
                    <a:pt x="5573" y="9469"/>
                    <a:pt x="5716" y="9481"/>
                    <a:pt x="5870" y="9505"/>
                  </a:cubicBezTo>
                  <a:cubicBezTo>
                    <a:pt x="6061" y="9517"/>
                    <a:pt x="6275" y="9529"/>
                    <a:pt x="6489" y="9529"/>
                  </a:cubicBezTo>
                  <a:cubicBezTo>
                    <a:pt x="6894" y="9529"/>
                    <a:pt x="7275" y="9469"/>
                    <a:pt x="7537" y="9231"/>
                  </a:cubicBezTo>
                  <a:cubicBezTo>
                    <a:pt x="7656" y="9124"/>
                    <a:pt x="7728" y="8993"/>
                    <a:pt x="7763" y="8826"/>
                  </a:cubicBezTo>
                  <a:cubicBezTo>
                    <a:pt x="8264" y="8731"/>
                    <a:pt x="8656" y="8553"/>
                    <a:pt x="8990" y="8338"/>
                  </a:cubicBezTo>
                  <a:lnTo>
                    <a:pt x="8990" y="8338"/>
                  </a:lnTo>
                  <a:cubicBezTo>
                    <a:pt x="8752" y="8767"/>
                    <a:pt x="8371" y="9160"/>
                    <a:pt x="7871" y="9469"/>
                  </a:cubicBezTo>
                  <a:cubicBezTo>
                    <a:pt x="7180" y="9898"/>
                    <a:pt x="6323" y="10136"/>
                    <a:pt x="5466" y="10136"/>
                  </a:cubicBezTo>
                  <a:cubicBezTo>
                    <a:pt x="4596" y="10136"/>
                    <a:pt x="3739" y="9898"/>
                    <a:pt x="3049" y="9469"/>
                  </a:cubicBezTo>
                  <a:cubicBezTo>
                    <a:pt x="2560" y="9160"/>
                    <a:pt x="2179" y="8767"/>
                    <a:pt x="1941" y="8338"/>
                  </a:cubicBezTo>
                  <a:close/>
                  <a:moveTo>
                    <a:pt x="602" y="1"/>
                  </a:moveTo>
                  <a:cubicBezTo>
                    <a:pt x="450" y="1"/>
                    <a:pt x="297" y="10"/>
                    <a:pt x="143" y="28"/>
                  </a:cubicBezTo>
                  <a:cubicBezTo>
                    <a:pt x="84" y="51"/>
                    <a:pt x="24" y="87"/>
                    <a:pt x="12" y="147"/>
                  </a:cubicBezTo>
                  <a:cubicBezTo>
                    <a:pt x="1" y="218"/>
                    <a:pt x="24" y="290"/>
                    <a:pt x="72" y="313"/>
                  </a:cubicBezTo>
                  <a:cubicBezTo>
                    <a:pt x="84" y="325"/>
                    <a:pt x="441" y="599"/>
                    <a:pt x="370" y="1337"/>
                  </a:cubicBezTo>
                  <a:cubicBezTo>
                    <a:pt x="310" y="1956"/>
                    <a:pt x="358" y="2433"/>
                    <a:pt x="536" y="2849"/>
                  </a:cubicBezTo>
                  <a:cubicBezTo>
                    <a:pt x="715" y="3278"/>
                    <a:pt x="1036" y="3635"/>
                    <a:pt x="1536" y="3981"/>
                  </a:cubicBezTo>
                  <a:cubicBezTo>
                    <a:pt x="1239" y="4576"/>
                    <a:pt x="1025" y="5195"/>
                    <a:pt x="941" y="5790"/>
                  </a:cubicBezTo>
                  <a:cubicBezTo>
                    <a:pt x="894" y="5731"/>
                    <a:pt x="858" y="5695"/>
                    <a:pt x="834" y="5635"/>
                  </a:cubicBezTo>
                  <a:cubicBezTo>
                    <a:pt x="803" y="5584"/>
                    <a:pt x="745" y="5550"/>
                    <a:pt x="683" y="5550"/>
                  </a:cubicBezTo>
                  <a:cubicBezTo>
                    <a:pt x="674" y="5550"/>
                    <a:pt x="665" y="5551"/>
                    <a:pt x="655" y="5552"/>
                  </a:cubicBezTo>
                  <a:cubicBezTo>
                    <a:pt x="596" y="5576"/>
                    <a:pt x="536" y="5635"/>
                    <a:pt x="536" y="5707"/>
                  </a:cubicBezTo>
                  <a:cubicBezTo>
                    <a:pt x="536" y="5731"/>
                    <a:pt x="489" y="6350"/>
                    <a:pt x="798" y="7040"/>
                  </a:cubicBezTo>
                  <a:cubicBezTo>
                    <a:pt x="917" y="7326"/>
                    <a:pt x="1120" y="7636"/>
                    <a:pt x="1394" y="7921"/>
                  </a:cubicBezTo>
                  <a:cubicBezTo>
                    <a:pt x="1608" y="8636"/>
                    <a:pt x="2132" y="9279"/>
                    <a:pt x="2870" y="9731"/>
                  </a:cubicBezTo>
                  <a:cubicBezTo>
                    <a:pt x="3620" y="10196"/>
                    <a:pt x="4537" y="10446"/>
                    <a:pt x="5466" y="10446"/>
                  </a:cubicBezTo>
                  <a:cubicBezTo>
                    <a:pt x="6382" y="10446"/>
                    <a:pt x="7311" y="10196"/>
                    <a:pt x="8049" y="9731"/>
                  </a:cubicBezTo>
                  <a:cubicBezTo>
                    <a:pt x="8799" y="9279"/>
                    <a:pt x="9311" y="8624"/>
                    <a:pt x="9526" y="7921"/>
                  </a:cubicBezTo>
                  <a:cubicBezTo>
                    <a:pt x="9811" y="7624"/>
                    <a:pt x="10002" y="7314"/>
                    <a:pt x="10121" y="7040"/>
                  </a:cubicBezTo>
                  <a:cubicBezTo>
                    <a:pt x="10419" y="6350"/>
                    <a:pt x="10383" y="5731"/>
                    <a:pt x="10383" y="5707"/>
                  </a:cubicBezTo>
                  <a:cubicBezTo>
                    <a:pt x="10383" y="5635"/>
                    <a:pt x="10323" y="5588"/>
                    <a:pt x="10264" y="5552"/>
                  </a:cubicBezTo>
                  <a:cubicBezTo>
                    <a:pt x="10256" y="5551"/>
                    <a:pt x="10248" y="5550"/>
                    <a:pt x="10240" y="5550"/>
                  </a:cubicBezTo>
                  <a:cubicBezTo>
                    <a:pt x="10186" y="5550"/>
                    <a:pt x="10127" y="5584"/>
                    <a:pt x="10085" y="5635"/>
                  </a:cubicBezTo>
                  <a:cubicBezTo>
                    <a:pt x="10061" y="5683"/>
                    <a:pt x="10014" y="5731"/>
                    <a:pt x="9990" y="5790"/>
                  </a:cubicBezTo>
                  <a:cubicBezTo>
                    <a:pt x="9883" y="5183"/>
                    <a:pt x="9668" y="4576"/>
                    <a:pt x="9395" y="3981"/>
                  </a:cubicBezTo>
                  <a:cubicBezTo>
                    <a:pt x="9883" y="3647"/>
                    <a:pt x="10204" y="3278"/>
                    <a:pt x="10383" y="2849"/>
                  </a:cubicBezTo>
                  <a:cubicBezTo>
                    <a:pt x="10561" y="2433"/>
                    <a:pt x="10609" y="1956"/>
                    <a:pt x="10550" y="1337"/>
                  </a:cubicBezTo>
                  <a:cubicBezTo>
                    <a:pt x="10478" y="611"/>
                    <a:pt x="10835" y="325"/>
                    <a:pt x="10835" y="313"/>
                  </a:cubicBezTo>
                  <a:cubicBezTo>
                    <a:pt x="10883" y="278"/>
                    <a:pt x="10895" y="218"/>
                    <a:pt x="10883" y="159"/>
                  </a:cubicBezTo>
                  <a:cubicBezTo>
                    <a:pt x="10871" y="99"/>
                    <a:pt x="10811" y="51"/>
                    <a:pt x="10740" y="40"/>
                  </a:cubicBezTo>
                  <a:cubicBezTo>
                    <a:pt x="10583" y="18"/>
                    <a:pt x="10426" y="8"/>
                    <a:pt x="10269" y="8"/>
                  </a:cubicBezTo>
                  <a:cubicBezTo>
                    <a:pt x="9633" y="8"/>
                    <a:pt x="9004" y="181"/>
                    <a:pt x="8383" y="516"/>
                  </a:cubicBezTo>
                  <a:cubicBezTo>
                    <a:pt x="7811" y="825"/>
                    <a:pt x="7382" y="1206"/>
                    <a:pt x="7144" y="1444"/>
                  </a:cubicBezTo>
                  <a:cubicBezTo>
                    <a:pt x="6597" y="1123"/>
                    <a:pt x="6025" y="956"/>
                    <a:pt x="5442" y="956"/>
                  </a:cubicBezTo>
                  <a:cubicBezTo>
                    <a:pt x="4882" y="956"/>
                    <a:pt x="4299" y="1123"/>
                    <a:pt x="3751" y="1444"/>
                  </a:cubicBezTo>
                  <a:cubicBezTo>
                    <a:pt x="3513" y="1206"/>
                    <a:pt x="3096" y="825"/>
                    <a:pt x="2513" y="504"/>
                  </a:cubicBezTo>
                  <a:cubicBezTo>
                    <a:pt x="1886" y="166"/>
                    <a:pt x="1251" y="1"/>
                    <a:pt x="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6" name="Google Shape;12636;p67"/>
          <p:cNvGrpSpPr/>
          <p:nvPr/>
        </p:nvGrpSpPr>
        <p:grpSpPr>
          <a:xfrm>
            <a:off x="7995341" y="1582938"/>
            <a:ext cx="347872" cy="334944"/>
            <a:chOff x="7995341" y="1506738"/>
            <a:chExt cx="347872" cy="334944"/>
          </a:xfrm>
        </p:grpSpPr>
        <p:sp>
          <p:nvSpPr>
            <p:cNvPr id="12637" name="Google Shape;12637;p67"/>
            <p:cNvSpPr/>
            <p:nvPr/>
          </p:nvSpPr>
          <p:spPr>
            <a:xfrm>
              <a:off x="8129837" y="1722674"/>
              <a:ext cx="33536" cy="35936"/>
            </a:xfrm>
            <a:custGeom>
              <a:avLst/>
              <a:gdLst/>
              <a:ahLst/>
              <a:cxnLst/>
              <a:rect l="l" t="t" r="r" b="b"/>
              <a:pathLst>
                <a:path w="1048" h="1123" extrusionOk="0">
                  <a:moveTo>
                    <a:pt x="572" y="301"/>
                  </a:moveTo>
                  <a:cubicBezTo>
                    <a:pt x="595" y="301"/>
                    <a:pt x="619" y="301"/>
                    <a:pt x="631" y="325"/>
                  </a:cubicBezTo>
                  <a:cubicBezTo>
                    <a:pt x="679" y="349"/>
                    <a:pt x="714" y="409"/>
                    <a:pt x="714" y="444"/>
                  </a:cubicBezTo>
                  <a:cubicBezTo>
                    <a:pt x="738" y="516"/>
                    <a:pt x="726" y="587"/>
                    <a:pt x="679" y="647"/>
                  </a:cubicBezTo>
                  <a:cubicBezTo>
                    <a:pt x="620" y="745"/>
                    <a:pt x="528" y="811"/>
                    <a:pt x="445" y="811"/>
                  </a:cubicBezTo>
                  <a:cubicBezTo>
                    <a:pt x="427" y="811"/>
                    <a:pt x="410" y="808"/>
                    <a:pt x="393" y="801"/>
                  </a:cubicBezTo>
                  <a:cubicBezTo>
                    <a:pt x="357" y="766"/>
                    <a:pt x="321" y="706"/>
                    <a:pt x="321" y="682"/>
                  </a:cubicBezTo>
                  <a:cubicBezTo>
                    <a:pt x="310" y="623"/>
                    <a:pt x="321" y="540"/>
                    <a:pt x="357" y="468"/>
                  </a:cubicBezTo>
                  <a:cubicBezTo>
                    <a:pt x="381" y="409"/>
                    <a:pt x="441" y="349"/>
                    <a:pt x="500" y="325"/>
                  </a:cubicBezTo>
                  <a:cubicBezTo>
                    <a:pt x="512" y="325"/>
                    <a:pt x="548" y="301"/>
                    <a:pt x="572" y="301"/>
                  </a:cubicBezTo>
                  <a:close/>
                  <a:moveTo>
                    <a:pt x="584" y="0"/>
                  </a:moveTo>
                  <a:cubicBezTo>
                    <a:pt x="522" y="0"/>
                    <a:pt x="457" y="13"/>
                    <a:pt x="393" y="39"/>
                  </a:cubicBezTo>
                  <a:cubicBezTo>
                    <a:pt x="262" y="99"/>
                    <a:pt x="155" y="182"/>
                    <a:pt x="83" y="313"/>
                  </a:cubicBezTo>
                  <a:cubicBezTo>
                    <a:pt x="12" y="456"/>
                    <a:pt x="0" y="599"/>
                    <a:pt x="12" y="730"/>
                  </a:cubicBezTo>
                  <a:cubicBezTo>
                    <a:pt x="36" y="885"/>
                    <a:pt x="131" y="1004"/>
                    <a:pt x="250" y="1063"/>
                  </a:cubicBezTo>
                  <a:cubicBezTo>
                    <a:pt x="310" y="1087"/>
                    <a:pt x="381" y="1123"/>
                    <a:pt x="452" y="1123"/>
                  </a:cubicBezTo>
                  <a:cubicBezTo>
                    <a:pt x="655" y="1123"/>
                    <a:pt x="857" y="1004"/>
                    <a:pt x="964" y="790"/>
                  </a:cubicBezTo>
                  <a:cubicBezTo>
                    <a:pt x="1036" y="659"/>
                    <a:pt x="1048" y="516"/>
                    <a:pt x="1036" y="385"/>
                  </a:cubicBezTo>
                  <a:cubicBezTo>
                    <a:pt x="1012" y="230"/>
                    <a:pt x="917" y="111"/>
                    <a:pt x="798" y="51"/>
                  </a:cubicBezTo>
                  <a:cubicBezTo>
                    <a:pt x="732" y="19"/>
                    <a:pt x="660"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67"/>
            <p:cNvSpPr/>
            <p:nvPr/>
          </p:nvSpPr>
          <p:spPr>
            <a:xfrm>
              <a:off x="8172877" y="1722610"/>
              <a:ext cx="35840" cy="36000"/>
            </a:xfrm>
            <a:custGeom>
              <a:avLst/>
              <a:gdLst/>
              <a:ahLst/>
              <a:cxnLst/>
              <a:rect l="l" t="t" r="r" b="b"/>
              <a:pathLst>
                <a:path w="1120" h="1125" extrusionOk="0">
                  <a:moveTo>
                    <a:pt x="530" y="323"/>
                  </a:moveTo>
                  <a:cubicBezTo>
                    <a:pt x="610" y="323"/>
                    <a:pt x="705" y="381"/>
                    <a:pt x="751" y="482"/>
                  </a:cubicBezTo>
                  <a:cubicBezTo>
                    <a:pt x="774" y="542"/>
                    <a:pt x="798" y="625"/>
                    <a:pt x="774" y="684"/>
                  </a:cubicBezTo>
                  <a:cubicBezTo>
                    <a:pt x="774" y="708"/>
                    <a:pt x="751" y="768"/>
                    <a:pt x="703" y="803"/>
                  </a:cubicBezTo>
                  <a:cubicBezTo>
                    <a:pt x="687" y="810"/>
                    <a:pt x="669" y="814"/>
                    <a:pt x="649" y="814"/>
                  </a:cubicBezTo>
                  <a:cubicBezTo>
                    <a:pt x="568" y="814"/>
                    <a:pt x="465" y="754"/>
                    <a:pt x="417" y="649"/>
                  </a:cubicBezTo>
                  <a:cubicBezTo>
                    <a:pt x="346" y="530"/>
                    <a:pt x="381" y="387"/>
                    <a:pt x="465" y="339"/>
                  </a:cubicBezTo>
                  <a:cubicBezTo>
                    <a:pt x="484" y="328"/>
                    <a:pt x="506" y="323"/>
                    <a:pt x="530" y="323"/>
                  </a:cubicBezTo>
                  <a:close/>
                  <a:moveTo>
                    <a:pt x="532" y="0"/>
                  </a:moveTo>
                  <a:cubicBezTo>
                    <a:pt x="459" y="0"/>
                    <a:pt x="387" y="17"/>
                    <a:pt x="322" y="53"/>
                  </a:cubicBezTo>
                  <a:cubicBezTo>
                    <a:pt x="84" y="184"/>
                    <a:pt x="0" y="518"/>
                    <a:pt x="155" y="803"/>
                  </a:cubicBezTo>
                  <a:cubicBezTo>
                    <a:pt x="262" y="1006"/>
                    <a:pt x="465" y="1125"/>
                    <a:pt x="655" y="1125"/>
                  </a:cubicBezTo>
                  <a:cubicBezTo>
                    <a:pt x="739" y="1125"/>
                    <a:pt x="810" y="1113"/>
                    <a:pt x="870" y="1065"/>
                  </a:cubicBezTo>
                  <a:cubicBezTo>
                    <a:pt x="989" y="1006"/>
                    <a:pt x="1072" y="875"/>
                    <a:pt x="1108" y="744"/>
                  </a:cubicBezTo>
                  <a:cubicBezTo>
                    <a:pt x="1120" y="601"/>
                    <a:pt x="1096" y="458"/>
                    <a:pt x="1036" y="327"/>
                  </a:cubicBezTo>
                  <a:cubicBezTo>
                    <a:pt x="924" y="120"/>
                    <a:pt x="724" y="0"/>
                    <a:pt x="5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67"/>
            <p:cNvSpPr/>
            <p:nvPr/>
          </p:nvSpPr>
          <p:spPr>
            <a:xfrm>
              <a:off x="7995341" y="1506738"/>
              <a:ext cx="347872" cy="334944"/>
            </a:xfrm>
            <a:custGeom>
              <a:avLst/>
              <a:gdLst/>
              <a:ahLst/>
              <a:cxnLst/>
              <a:rect l="l" t="t" r="r" b="b"/>
              <a:pathLst>
                <a:path w="10871" h="10467" extrusionOk="0">
                  <a:moveTo>
                    <a:pt x="1548" y="489"/>
                  </a:moveTo>
                  <a:cubicBezTo>
                    <a:pt x="2500" y="799"/>
                    <a:pt x="3262" y="1477"/>
                    <a:pt x="3620" y="1834"/>
                  </a:cubicBezTo>
                  <a:cubicBezTo>
                    <a:pt x="3453" y="1930"/>
                    <a:pt x="3286" y="2037"/>
                    <a:pt x="3143" y="2156"/>
                  </a:cubicBezTo>
                  <a:cubicBezTo>
                    <a:pt x="2870" y="1537"/>
                    <a:pt x="2429" y="1025"/>
                    <a:pt x="1822" y="644"/>
                  </a:cubicBezTo>
                  <a:cubicBezTo>
                    <a:pt x="1727" y="584"/>
                    <a:pt x="1643" y="537"/>
                    <a:pt x="1548" y="489"/>
                  </a:cubicBezTo>
                  <a:close/>
                  <a:moveTo>
                    <a:pt x="333" y="382"/>
                  </a:moveTo>
                  <a:lnTo>
                    <a:pt x="333" y="382"/>
                  </a:lnTo>
                  <a:cubicBezTo>
                    <a:pt x="905" y="501"/>
                    <a:pt x="2310" y="942"/>
                    <a:pt x="2893" y="2382"/>
                  </a:cubicBezTo>
                  <a:cubicBezTo>
                    <a:pt x="2679" y="2573"/>
                    <a:pt x="2489" y="2787"/>
                    <a:pt x="2298" y="3025"/>
                  </a:cubicBezTo>
                  <a:cubicBezTo>
                    <a:pt x="2203" y="3144"/>
                    <a:pt x="2119" y="3263"/>
                    <a:pt x="2024" y="3394"/>
                  </a:cubicBezTo>
                  <a:cubicBezTo>
                    <a:pt x="667" y="2977"/>
                    <a:pt x="393" y="1025"/>
                    <a:pt x="333" y="382"/>
                  </a:cubicBezTo>
                  <a:close/>
                  <a:moveTo>
                    <a:pt x="10525" y="382"/>
                  </a:moveTo>
                  <a:lnTo>
                    <a:pt x="10525" y="382"/>
                  </a:lnTo>
                  <a:cubicBezTo>
                    <a:pt x="10466" y="1025"/>
                    <a:pt x="10180" y="2977"/>
                    <a:pt x="8823" y="3394"/>
                  </a:cubicBezTo>
                  <a:cubicBezTo>
                    <a:pt x="8739" y="3263"/>
                    <a:pt x="8644" y="3144"/>
                    <a:pt x="8561" y="3025"/>
                  </a:cubicBezTo>
                  <a:cubicBezTo>
                    <a:pt x="8382" y="2787"/>
                    <a:pt x="8168" y="2573"/>
                    <a:pt x="7965" y="2382"/>
                  </a:cubicBezTo>
                  <a:cubicBezTo>
                    <a:pt x="8013" y="2275"/>
                    <a:pt x="8049" y="2168"/>
                    <a:pt x="8108" y="2073"/>
                  </a:cubicBezTo>
                  <a:cubicBezTo>
                    <a:pt x="8156" y="1989"/>
                    <a:pt x="8132" y="1894"/>
                    <a:pt x="8049" y="1846"/>
                  </a:cubicBezTo>
                  <a:cubicBezTo>
                    <a:pt x="8024" y="1830"/>
                    <a:pt x="7996" y="1822"/>
                    <a:pt x="7967" y="1822"/>
                  </a:cubicBezTo>
                  <a:cubicBezTo>
                    <a:pt x="7912" y="1822"/>
                    <a:pt x="7858" y="1851"/>
                    <a:pt x="7834" y="1906"/>
                  </a:cubicBezTo>
                  <a:cubicBezTo>
                    <a:pt x="7787" y="1989"/>
                    <a:pt x="7739" y="2073"/>
                    <a:pt x="7715" y="2156"/>
                  </a:cubicBezTo>
                  <a:cubicBezTo>
                    <a:pt x="7561" y="2037"/>
                    <a:pt x="7394" y="1918"/>
                    <a:pt x="7239" y="1823"/>
                  </a:cubicBezTo>
                  <a:cubicBezTo>
                    <a:pt x="7596" y="1477"/>
                    <a:pt x="8346" y="799"/>
                    <a:pt x="9299" y="489"/>
                  </a:cubicBezTo>
                  <a:lnTo>
                    <a:pt x="9299" y="489"/>
                  </a:lnTo>
                  <a:cubicBezTo>
                    <a:pt x="8942" y="680"/>
                    <a:pt x="8573" y="930"/>
                    <a:pt x="8263" y="1311"/>
                  </a:cubicBezTo>
                  <a:cubicBezTo>
                    <a:pt x="8204" y="1370"/>
                    <a:pt x="8215" y="1477"/>
                    <a:pt x="8275" y="1525"/>
                  </a:cubicBezTo>
                  <a:cubicBezTo>
                    <a:pt x="8311" y="1561"/>
                    <a:pt x="8346" y="1573"/>
                    <a:pt x="8382" y="1573"/>
                  </a:cubicBezTo>
                  <a:cubicBezTo>
                    <a:pt x="8430" y="1573"/>
                    <a:pt x="8465" y="1561"/>
                    <a:pt x="8501" y="1513"/>
                  </a:cubicBezTo>
                  <a:cubicBezTo>
                    <a:pt x="9168" y="763"/>
                    <a:pt x="10073" y="477"/>
                    <a:pt x="10525" y="382"/>
                  </a:cubicBezTo>
                  <a:close/>
                  <a:moveTo>
                    <a:pt x="5429" y="1608"/>
                  </a:moveTo>
                  <a:cubicBezTo>
                    <a:pt x="5965" y="1608"/>
                    <a:pt x="6501" y="1751"/>
                    <a:pt x="7013" y="2049"/>
                  </a:cubicBezTo>
                  <a:cubicBezTo>
                    <a:pt x="7489" y="2335"/>
                    <a:pt x="7930" y="2716"/>
                    <a:pt x="8323" y="3216"/>
                  </a:cubicBezTo>
                  <a:cubicBezTo>
                    <a:pt x="9061" y="4180"/>
                    <a:pt x="9525" y="5430"/>
                    <a:pt x="9525" y="6561"/>
                  </a:cubicBezTo>
                  <a:cubicBezTo>
                    <a:pt x="9525" y="8538"/>
                    <a:pt x="7692" y="10145"/>
                    <a:pt x="5429" y="10145"/>
                  </a:cubicBezTo>
                  <a:cubicBezTo>
                    <a:pt x="3167" y="10145"/>
                    <a:pt x="1346" y="8538"/>
                    <a:pt x="1346" y="6561"/>
                  </a:cubicBezTo>
                  <a:cubicBezTo>
                    <a:pt x="1346" y="5430"/>
                    <a:pt x="1786" y="4180"/>
                    <a:pt x="2548" y="3216"/>
                  </a:cubicBezTo>
                  <a:cubicBezTo>
                    <a:pt x="2929" y="2716"/>
                    <a:pt x="3381" y="2335"/>
                    <a:pt x="3858" y="2049"/>
                  </a:cubicBezTo>
                  <a:cubicBezTo>
                    <a:pt x="4358" y="1751"/>
                    <a:pt x="4894" y="1608"/>
                    <a:pt x="5429" y="1608"/>
                  </a:cubicBezTo>
                  <a:close/>
                  <a:moveTo>
                    <a:pt x="535" y="1"/>
                  </a:moveTo>
                  <a:cubicBezTo>
                    <a:pt x="400" y="1"/>
                    <a:pt x="266" y="9"/>
                    <a:pt x="131" y="25"/>
                  </a:cubicBezTo>
                  <a:cubicBezTo>
                    <a:pt x="60" y="49"/>
                    <a:pt x="0" y="108"/>
                    <a:pt x="0" y="191"/>
                  </a:cubicBezTo>
                  <a:cubicBezTo>
                    <a:pt x="0" y="227"/>
                    <a:pt x="24" y="953"/>
                    <a:pt x="286" y="1751"/>
                  </a:cubicBezTo>
                  <a:cubicBezTo>
                    <a:pt x="595" y="2751"/>
                    <a:pt x="1143" y="3406"/>
                    <a:pt x="1857" y="3656"/>
                  </a:cubicBezTo>
                  <a:cubicBezTo>
                    <a:pt x="1322" y="4549"/>
                    <a:pt x="1024" y="5597"/>
                    <a:pt x="1024" y="6561"/>
                  </a:cubicBezTo>
                  <a:cubicBezTo>
                    <a:pt x="1024" y="7609"/>
                    <a:pt x="1488" y="8585"/>
                    <a:pt x="2322" y="9335"/>
                  </a:cubicBezTo>
                  <a:cubicBezTo>
                    <a:pt x="3155" y="10062"/>
                    <a:pt x="4251" y="10466"/>
                    <a:pt x="5429" y="10466"/>
                  </a:cubicBezTo>
                  <a:cubicBezTo>
                    <a:pt x="6608" y="10466"/>
                    <a:pt x="7715" y="10062"/>
                    <a:pt x="8549" y="9335"/>
                  </a:cubicBezTo>
                  <a:cubicBezTo>
                    <a:pt x="9382" y="8585"/>
                    <a:pt x="9835" y="7609"/>
                    <a:pt x="9835" y="6561"/>
                  </a:cubicBezTo>
                  <a:cubicBezTo>
                    <a:pt x="9835" y="5609"/>
                    <a:pt x="9525" y="4573"/>
                    <a:pt x="9001" y="3656"/>
                  </a:cubicBezTo>
                  <a:cubicBezTo>
                    <a:pt x="9716" y="3418"/>
                    <a:pt x="10251" y="2751"/>
                    <a:pt x="10585" y="1751"/>
                  </a:cubicBezTo>
                  <a:cubicBezTo>
                    <a:pt x="10835" y="953"/>
                    <a:pt x="10871" y="227"/>
                    <a:pt x="10871" y="191"/>
                  </a:cubicBezTo>
                  <a:cubicBezTo>
                    <a:pt x="10871" y="120"/>
                    <a:pt x="10811" y="49"/>
                    <a:pt x="10728" y="25"/>
                  </a:cubicBezTo>
                  <a:cubicBezTo>
                    <a:pt x="10595" y="9"/>
                    <a:pt x="10462" y="1"/>
                    <a:pt x="10328" y="1"/>
                  </a:cubicBezTo>
                  <a:cubicBezTo>
                    <a:pt x="9657" y="1"/>
                    <a:pt x="8970" y="201"/>
                    <a:pt x="8275" y="608"/>
                  </a:cubicBezTo>
                  <a:cubicBezTo>
                    <a:pt x="7668" y="965"/>
                    <a:pt x="7203" y="1394"/>
                    <a:pt x="6953" y="1668"/>
                  </a:cubicBezTo>
                  <a:cubicBezTo>
                    <a:pt x="6465" y="1418"/>
                    <a:pt x="5941" y="1299"/>
                    <a:pt x="5429" y="1299"/>
                  </a:cubicBezTo>
                  <a:cubicBezTo>
                    <a:pt x="4917" y="1299"/>
                    <a:pt x="4405" y="1418"/>
                    <a:pt x="3917" y="1668"/>
                  </a:cubicBezTo>
                  <a:cubicBezTo>
                    <a:pt x="3655" y="1394"/>
                    <a:pt x="3203" y="965"/>
                    <a:pt x="2584" y="608"/>
                  </a:cubicBezTo>
                  <a:cubicBezTo>
                    <a:pt x="1899" y="201"/>
                    <a:pt x="1214" y="1"/>
                    <a:pt x="5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0" name="Google Shape;12640;p67"/>
            <p:cNvSpPr/>
            <p:nvPr/>
          </p:nvSpPr>
          <p:spPr>
            <a:xfrm>
              <a:off x="8103149" y="1685426"/>
              <a:ext cx="132256" cy="123104"/>
            </a:xfrm>
            <a:custGeom>
              <a:avLst/>
              <a:gdLst/>
              <a:ahLst/>
              <a:cxnLst/>
              <a:rect l="l" t="t" r="r" b="b"/>
              <a:pathLst>
                <a:path w="4133" h="3847" extrusionOk="0">
                  <a:moveTo>
                    <a:pt x="2037" y="311"/>
                  </a:moveTo>
                  <a:cubicBezTo>
                    <a:pt x="2513" y="311"/>
                    <a:pt x="2953" y="489"/>
                    <a:pt x="3275" y="799"/>
                  </a:cubicBezTo>
                  <a:cubicBezTo>
                    <a:pt x="3596" y="1108"/>
                    <a:pt x="3775" y="1561"/>
                    <a:pt x="3775" y="2049"/>
                  </a:cubicBezTo>
                  <a:cubicBezTo>
                    <a:pt x="3811" y="2263"/>
                    <a:pt x="3763" y="2406"/>
                    <a:pt x="3644" y="2513"/>
                  </a:cubicBezTo>
                  <a:cubicBezTo>
                    <a:pt x="3496" y="2654"/>
                    <a:pt x="3235" y="2695"/>
                    <a:pt x="2963" y="2695"/>
                  </a:cubicBezTo>
                  <a:cubicBezTo>
                    <a:pt x="2776" y="2695"/>
                    <a:pt x="2583" y="2675"/>
                    <a:pt x="2418" y="2656"/>
                  </a:cubicBezTo>
                  <a:cubicBezTo>
                    <a:pt x="2287" y="2644"/>
                    <a:pt x="2156" y="2632"/>
                    <a:pt x="2048" y="2632"/>
                  </a:cubicBezTo>
                  <a:cubicBezTo>
                    <a:pt x="1941" y="2632"/>
                    <a:pt x="1810" y="2644"/>
                    <a:pt x="1679" y="2656"/>
                  </a:cubicBezTo>
                  <a:cubicBezTo>
                    <a:pt x="1511" y="2671"/>
                    <a:pt x="1316" y="2690"/>
                    <a:pt x="1127" y="2690"/>
                  </a:cubicBezTo>
                  <a:cubicBezTo>
                    <a:pt x="861" y="2690"/>
                    <a:pt x="606" y="2652"/>
                    <a:pt x="453" y="2513"/>
                  </a:cubicBezTo>
                  <a:cubicBezTo>
                    <a:pt x="358" y="2406"/>
                    <a:pt x="298" y="2263"/>
                    <a:pt x="298" y="2049"/>
                  </a:cubicBezTo>
                  <a:cubicBezTo>
                    <a:pt x="298" y="1561"/>
                    <a:pt x="477" y="1108"/>
                    <a:pt x="798" y="799"/>
                  </a:cubicBezTo>
                  <a:cubicBezTo>
                    <a:pt x="1132" y="489"/>
                    <a:pt x="1560" y="311"/>
                    <a:pt x="2037" y="311"/>
                  </a:cubicBezTo>
                  <a:close/>
                  <a:moveTo>
                    <a:pt x="2060" y="2954"/>
                  </a:moveTo>
                  <a:cubicBezTo>
                    <a:pt x="2156" y="2954"/>
                    <a:pt x="2287" y="2978"/>
                    <a:pt x="2406" y="2978"/>
                  </a:cubicBezTo>
                  <a:cubicBezTo>
                    <a:pt x="2584" y="2989"/>
                    <a:pt x="2763" y="3001"/>
                    <a:pt x="2953" y="3001"/>
                  </a:cubicBezTo>
                  <a:cubicBezTo>
                    <a:pt x="3060" y="3001"/>
                    <a:pt x="3156" y="3001"/>
                    <a:pt x="3239" y="2989"/>
                  </a:cubicBezTo>
                  <a:lnTo>
                    <a:pt x="3239" y="2989"/>
                  </a:lnTo>
                  <a:cubicBezTo>
                    <a:pt x="3037" y="3335"/>
                    <a:pt x="2644" y="3537"/>
                    <a:pt x="2239" y="3537"/>
                  </a:cubicBezTo>
                  <a:lnTo>
                    <a:pt x="1882" y="3537"/>
                  </a:lnTo>
                  <a:cubicBezTo>
                    <a:pt x="1465" y="3537"/>
                    <a:pt x="1096" y="3335"/>
                    <a:pt x="870" y="2989"/>
                  </a:cubicBezTo>
                  <a:lnTo>
                    <a:pt x="870" y="2989"/>
                  </a:lnTo>
                  <a:cubicBezTo>
                    <a:pt x="979" y="2999"/>
                    <a:pt x="1092" y="3002"/>
                    <a:pt x="1204" y="3002"/>
                  </a:cubicBezTo>
                  <a:cubicBezTo>
                    <a:pt x="1385" y="3002"/>
                    <a:pt x="1565" y="2992"/>
                    <a:pt x="1727" y="2978"/>
                  </a:cubicBezTo>
                  <a:cubicBezTo>
                    <a:pt x="1858" y="2954"/>
                    <a:pt x="1977" y="2954"/>
                    <a:pt x="2060" y="2954"/>
                  </a:cubicBezTo>
                  <a:close/>
                  <a:moveTo>
                    <a:pt x="2060" y="1"/>
                  </a:moveTo>
                  <a:cubicBezTo>
                    <a:pt x="894" y="1"/>
                    <a:pt x="1" y="870"/>
                    <a:pt x="1" y="2049"/>
                  </a:cubicBezTo>
                  <a:cubicBezTo>
                    <a:pt x="1" y="2346"/>
                    <a:pt x="84" y="2573"/>
                    <a:pt x="263" y="2739"/>
                  </a:cubicBezTo>
                  <a:cubicBezTo>
                    <a:pt x="322" y="2799"/>
                    <a:pt x="393" y="2835"/>
                    <a:pt x="477" y="2870"/>
                  </a:cubicBezTo>
                  <a:cubicBezTo>
                    <a:pt x="691" y="3466"/>
                    <a:pt x="1263" y="3847"/>
                    <a:pt x="1882" y="3847"/>
                  </a:cubicBezTo>
                  <a:lnTo>
                    <a:pt x="2239" y="3847"/>
                  </a:lnTo>
                  <a:cubicBezTo>
                    <a:pt x="2870" y="3847"/>
                    <a:pt x="3430" y="3466"/>
                    <a:pt x="3656" y="2870"/>
                  </a:cubicBezTo>
                  <a:cubicBezTo>
                    <a:pt x="3727" y="2835"/>
                    <a:pt x="3811" y="2775"/>
                    <a:pt x="3870" y="2716"/>
                  </a:cubicBezTo>
                  <a:cubicBezTo>
                    <a:pt x="4049" y="2561"/>
                    <a:pt x="4132" y="2335"/>
                    <a:pt x="4132" y="2037"/>
                  </a:cubicBezTo>
                  <a:cubicBezTo>
                    <a:pt x="4132" y="1489"/>
                    <a:pt x="3906" y="953"/>
                    <a:pt x="3525" y="572"/>
                  </a:cubicBezTo>
                  <a:cubicBezTo>
                    <a:pt x="3132" y="203"/>
                    <a:pt x="2620" y="1"/>
                    <a:pt x="2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67"/>
            <p:cNvSpPr/>
            <p:nvPr/>
          </p:nvSpPr>
          <p:spPr>
            <a:xfrm>
              <a:off x="8087149" y="1640498"/>
              <a:ext cx="43456" cy="48032"/>
            </a:xfrm>
            <a:custGeom>
              <a:avLst/>
              <a:gdLst/>
              <a:ahLst/>
              <a:cxnLst/>
              <a:rect l="l" t="t" r="r" b="b"/>
              <a:pathLst>
                <a:path w="1358" h="1501" extrusionOk="0">
                  <a:moveTo>
                    <a:pt x="679" y="0"/>
                  </a:moveTo>
                  <a:cubicBezTo>
                    <a:pt x="298" y="0"/>
                    <a:pt x="1" y="298"/>
                    <a:pt x="1" y="667"/>
                  </a:cubicBezTo>
                  <a:lnTo>
                    <a:pt x="1" y="833"/>
                  </a:lnTo>
                  <a:cubicBezTo>
                    <a:pt x="1" y="1203"/>
                    <a:pt x="298" y="1500"/>
                    <a:pt x="679" y="1500"/>
                  </a:cubicBezTo>
                  <a:cubicBezTo>
                    <a:pt x="1048" y="1500"/>
                    <a:pt x="1346" y="1203"/>
                    <a:pt x="1346" y="833"/>
                  </a:cubicBezTo>
                  <a:lnTo>
                    <a:pt x="1346" y="691"/>
                  </a:lnTo>
                  <a:cubicBezTo>
                    <a:pt x="1358" y="595"/>
                    <a:pt x="1286" y="524"/>
                    <a:pt x="1191" y="524"/>
                  </a:cubicBezTo>
                  <a:cubicBezTo>
                    <a:pt x="1108" y="524"/>
                    <a:pt x="1036" y="595"/>
                    <a:pt x="1036" y="691"/>
                  </a:cubicBezTo>
                  <a:lnTo>
                    <a:pt x="1036" y="845"/>
                  </a:lnTo>
                  <a:cubicBezTo>
                    <a:pt x="1036" y="1048"/>
                    <a:pt x="870" y="1203"/>
                    <a:pt x="679" y="1203"/>
                  </a:cubicBezTo>
                  <a:cubicBezTo>
                    <a:pt x="477" y="1203"/>
                    <a:pt x="322" y="1036"/>
                    <a:pt x="322" y="845"/>
                  </a:cubicBezTo>
                  <a:lnTo>
                    <a:pt x="322" y="691"/>
                  </a:lnTo>
                  <a:cubicBezTo>
                    <a:pt x="322" y="488"/>
                    <a:pt x="477" y="333"/>
                    <a:pt x="679" y="333"/>
                  </a:cubicBezTo>
                  <a:cubicBezTo>
                    <a:pt x="763" y="333"/>
                    <a:pt x="834" y="250"/>
                    <a:pt x="834" y="167"/>
                  </a:cubicBezTo>
                  <a:cubicBezTo>
                    <a:pt x="834" y="71"/>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67"/>
            <p:cNvSpPr/>
            <p:nvPr/>
          </p:nvSpPr>
          <p:spPr>
            <a:xfrm>
              <a:off x="8207149" y="1640498"/>
              <a:ext cx="43104" cy="48032"/>
            </a:xfrm>
            <a:custGeom>
              <a:avLst/>
              <a:gdLst/>
              <a:ahLst/>
              <a:cxnLst/>
              <a:rect l="l" t="t" r="r" b="b"/>
              <a:pathLst>
                <a:path w="1347" h="1501" extrusionOk="0">
                  <a:moveTo>
                    <a:pt x="680" y="0"/>
                  </a:moveTo>
                  <a:cubicBezTo>
                    <a:pt x="299" y="0"/>
                    <a:pt x="1" y="298"/>
                    <a:pt x="1" y="667"/>
                  </a:cubicBezTo>
                  <a:lnTo>
                    <a:pt x="1" y="833"/>
                  </a:lnTo>
                  <a:cubicBezTo>
                    <a:pt x="1" y="1203"/>
                    <a:pt x="299" y="1500"/>
                    <a:pt x="680" y="1500"/>
                  </a:cubicBezTo>
                  <a:cubicBezTo>
                    <a:pt x="1049" y="1500"/>
                    <a:pt x="1346" y="1203"/>
                    <a:pt x="1346" y="833"/>
                  </a:cubicBezTo>
                  <a:lnTo>
                    <a:pt x="1346" y="691"/>
                  </a:lnTo>
                  <a:cubicBezTo>
                    <a:pt x="1346" y="595"/>
                    <a:pt x="1287" y="524"/>
                    <a:pt x="1192" y="524"/>
                  </a:cubicBezTo>
                  <a:cubicBezTo>
                    <a:pt x="1108" y="524"/>
                    <a:pt x="1037" y="595"/>
                    <a:pt x="1037" y="691"/>
                  </a:cubicBezTo>
                  <a:lnTo>
                    <a:pt x="1037" y="845"/>
                  </a:lnTo>
                  <a:cubicBezTo>
                    <a:pt x="1037" y="1048"/>
                    <a:pt x="870" y="1203"/>
                    <a:pt x="680" y="1203"/>
                  </a:cubicBezTo>
                  <a:cubicBezTo>
                    <a:pt x="477" y="1203"/>
                    <a:pt x="311" y="1036"/>
                    <a:pt x="311" y="845"/>
                  </a:cubicBezTo>
                  <a:lnTo>
                    <a:pt x="311" y="691"/>
                  </a:lnTo>
                  <a:cubicBezTo>
                    <a:pt x="311" y="488"/>
                    <a:pt x="477" y="333"/>
                    <a:pt x="680" y="333"/>
                  </a:cubicBezTo>
                  <a:cubicBezTo>
                    <a:pt x="763" y="333"/>
                    <a:pt x="834" y="250"/>
                    <a:pt x="834" y="167"/>
                  </a:cubicBezTo>
                  <a:cubicBezTo>
                    <a:pt x="834" y="71"/>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3" name="Google Shape;12643;p67"/>
          <p:cNvGrpSpPr/>
          <p:nvPr/>
        </p:nvGrpSpPr>
        <p:grpSpPr>
          <a:xfrm>
            <a:off x="3048045" y="1599130"/>
            <a:ext cx="347872" cy="303904"/>
            <a:chOff x="3048045" y="1522930"/>
            <a:chExt cx="347872" cy="303904"/>
          </a:xfrm>
        </p:grpSpPr>
        <p:sp>
          <p:nvSpPr>
            <p:cNvPr id="12644" name="Google Shape;12644;p67"/>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45" name="Google Shape;12645;p67"/>
            <p:cNvGrpSpPr/>
            <p:nvPr/>
          </p:nvGrpSpPr>
          <p:grpSpPr>
            <a:xfrm>
              <a:off x="3048045" y="1522930"/>
              <a:ext cx="347872" cy="303904"/>
              <a:chOff x="3048045" y="1522930"/>
              <a:chExt cx="347872" cy="303904"/>
            </a:xfrm>
          </p:grpSpPr>
          <p:sp>
            <p:nvSpPr>
              <p:cNvPr id="12646" name="Google Shape;12646;p67"/>
              <p:cNvSpPr/>
              <p:nvPr/>
            </p:nvSpPr>
            <p:spPr>
              <a:xfrm>
                <a:off x="3048045" y="1522930"/>
                <a:ext cx="347872" cy="303904"/>
              </a:xfrm>
              <a:custGeom>
                <a:avLst/>
                <a:gdLst/>
                <a:ahLst/>
                <a:cxnLst/>
                <a:rect l="l" t="t" r="r" b="b"/>
                <a:pathLst>
                  <a:path w="10871" h="9497" extrusionOk="0">
                    <a:moveTo>
                      <a:pt x="5752" y="4495"/>
                    </a:moveTo>
                    <a:cubicBezTo>
                      <a:pt x="6093" y="4495"/>
                      <a:pt x="6440" y="4510"/>
                      <a:pt x="6775" y="4543"/>
                    </a:cubicBezTo>
                    <a:cubicBezTo>
                      <a:pt x="6680" y="4674"/>
                      <a:pt x="6597" y="4817"/>
                      <a:pt x="6513" y="4972"/>
                    </a:cubicBezTo>
                    <a:cubicBezTo>
                      <a:pt x="6229" y="4945"/>
                      <a:pt x="5949" y="4933"/>
                      <a:pt x="5681" y="4933"/>
                    </a:cubicBezTo>
                    <a:cubicBezTo>
                      <a:pt x="5354" y="4933"/>
                      <a:pt x="5044" y="4951"/>
                      <a:pt x="4763" y="4984"/>
                    </a:cubicBezTo>
                    <a:cubicBezTo>
                      <a:pt x="4834" y="4841"/>
                      <a:pt x="4918" y="4674"/>
                      <a:pt x="4977" y="4519"/>
                    </a:cubicBezTo>
                    <a:cubicBezTo>
                      <a:pt x="5227" y="4504"/>
                      <a:pt x="5488" y="4495"/>
                      <a:pt x="5752" y="4495"/>
                    </a:cubicBezTo>
                    <a:close/>
                    <a:moveTo>
                      <a:pt x="5644" y="5242"/>
                    </a:moveTo>
                    <a:cubicBezTo>
                      <a:pt x="5874" y="5242"/>
                      <a:pt x="6115" y="5252"/>
                      <a:pt x="6358" y="5269"/>
                    </a:cubicBezTo>
                    <a:lnTo>
                      <a:pt x="6085" y="5853"/>
                    </a:lnTo>
                    <a:cubicBezTo>
                      <a:pt x="5751" y="6579"/>
                      <a:pt x="5418" y="7282"/>
                      <a:pt x="4930" y="7639"/>
                    </a:cubicBezTo>
                    <a:cubicBezTo>
                      <a:pt x="4811" y="7722"/>
                      <a:pt x="4680" y="7794"/>
                      <a:pt x="4561" y="7877"/>
                    </a:cubicBezTo>
                    <a:cubicBezTo>
                      <a:pt x="4525" y="7853"/>
                      <a:pt x="4501" y="7841"/>
                      <a:pt x="4477" y="7829"/>
                    </a:cubicBezTo>
                    <a:cubicBezTo>
                      <a:pt x="4120" y="7555"/>
                      <a:pt x="3989" y="7246"/>
                      <a:pt x="4049" y="6805"/>
                    </a:cubicBezTo>
                    <a:cubicBezTo>
                      <a:pt x="4108" y="6389"/>
                      <a:pt x="4334" y="5889"/>
                      <a:pt x="4596" y="5329"/>
                    </a:cubicBezTo>
                    <a:cubicBezTo>
                      <a:pt x="4895" y="5269"/>
                      <a:pt x="5255" y="5242"/>
                      <a:pt x="5644" y="5242"/>
                    </a:cubicBezTo>
                    <a:close/>
                    <a:moveTo>
                      <a:pt x="2060" y="6412"/>
                    </a:moveTo>
                    <a:lnTo>
                      <a:pt x="2060" y="6412"/>
                    </a:lnTo>
                    <a:cubicBezTo>
                      <a:pt x="2036" y="6948"/>
                      <a:pt x="2096" y="7460"/>
                      <a:pt x="2322" y="7936"/>
                    </a:cubicBezTo>
                    <a:cubicBezTo>
                      <a:pt x="2132" y="7794"/>
                      <a:pt x="1977" y="7615"/>
                      <a:pt x="1905" y="7413"/>
                    </a:cubicBezTo>
                    <a:cubicBezTo>
                      <a:pt x="1763" y="6984"/>
                      <a:pt x="1858" y="6662"/>
                      <a:pt x="2060" y="6412"/>
                    </a:cubicBezTo>
                    <a:close/>
                    <a:moveTo>
                      <a:pt x="7370" y="5400"/>
                    </a:moveTo>
                    <a:cubicBezTo>
                      <a:pt x="8251" y="5579"/>
                      <a:pt x="8918" y="5900"/>
                      <a:pt x="9121" y="6281"/>
                    </a:cubicBezTo>
                    <a:cubicBezTo>
                      <a:pt x="9192" y="6424"/>
                      <a:pt x="9216" y="6555"/>
                      <a:pt x="9156" y="6710"/>
                    </a:cubicBezTo>
                    <a:cubicBezTo>
                      <a:pt x="9025" y="7067"/>
                      <a:pt x="8561" y="7389"/>
                      <a:pt x="7859" y="7663"/>
                    </a:cubicBezTo>
                    <a:cubicBezTo>
                      <a:pt x="7335" y="7853"/>
                      <a:pt x="6727" y="7984"/>
                      <a:pt x="6144" y="8032"/>
                    </a:cubicBezTo>
                    <a:cubicBezTo>
                      <a:pt x="6704" y="7377"/>
                      <a:pt x="6954" y="6615"/>
                      <a:pt x="7192" y="5924"/>
                    </a:cubicBezTo>
                    <a:cubicBezTo>
                      <a:pt x="7251" y="5746"/>
                      <a:pt x="7311" y="5567"/>
                      <a:pt x="7370" y="5400"/>
                    </a:cubicBezTo>
                    <a:close/>
                    <a:moveTo>
                      <a:pt x="3407" y="319"/>
                    </a:moveTo>
                    <a:cubicBezTo>
                      <a:pt x="3697" y="319"/>
                      <a:pt x="3980" y="376"/>
                      <a:pt x="4239" y="495"/>
                    </a:cubicBezTo>
                    <a:cubicBezTo>
                      <a:pt x="4989" y="828"/>
                      <a:pt x="5346" y="1590"/>
                      <a:pt x="5203" y="2591"/>
                    </a:cubicBezTo>
                    <a:cubicBezTo>
                      <a:pt x="5084" y="3543"/>
                      <a:pt x="4692" y="4388"/>
                      <a:pt x="4334" y="5150"/>
                    </a:cubicBezTo>
                    <a:cubicBezTo>
                      <a:pt x="4049" y="5746"/>
                      <a:pt x="3810" y="6270"/>
                      <a:pt x="3739" y="6746"/>
                    </a:cubicBezTo>
                    <a:cubicBezTo>
                      <a:pt x="3656" y="7258"/>
                      <a:pt x="3822" y="7675"/>
                      <a:pt x="4227" y="8008"/>
                    </a:cubicBezTo>
                    <a:cubicBezTo>
                      <a:pt x="4060" y="8067"/>
                      <a:pt x="3894" y="8127"/>
                      <a:pt x="3739" y="8151"/>
                    </a:cubicBezTo>
                    <a:cubicBezTo>
                      <a:pt x="3644" y="8032"/>
                      <a:pt x="3584" y="7913"/>
                      <a:pt x="3525" y="7817"/>
                    </a:cubicBezTo>
                    <a:cubicBezTo>
                      <a:pt x="3498" y="7754"/>
                      <a:pt x="3436" y="7725"/>
                      <a:pt x="3377" y="7725"/>
                    </a:cubicBezTo>
                    <a:cubicBezTo>
                      <a:pt x="3358" y="7725"/>
                      <a:pt x="3340" y="7728"/>
                      <a:pt x="3322" y="7734"/>
                    </a:cubicBezTo>
                    <a:cubicBezTo>
                      <a:pt x="3239" y="7782"/>
                      <a:pt x="3215" y="7865"/>
                      <a:pt x="3239" y="7948"/>
                    </a:cubicBezTo>
                    <a:cubicBezTo>
                      <a:pt x="3287" y="8032"/>
                      <a:pt x="3334" y="8115"/>
                      <a:pt x="3382" y="8186"/>
                    </a:cubicBezTo>
                    <a:cubicBezTo>
                      <a:pt x="3179" y="8186"/>
                      <a:pt x="2989" y="8163"/>
                      <a:pt x="2810" y="8127"/>
                    </a:cubicBezTo>
                    <a:cubicBezTo>
                      <a:pt x="2025" y="6984"/>
                      <a:pt x="2453" y="5353"/>
                      <a:pt x="2846" y="3912"/>
                    </a:cubicBezTo>
                    <a:cubicBezTo>
                      <a:pt x="2977" y="3412"/>
                      <a:pt x="3108" y="2924"/>
                      <a:pt x="3179" y="2483"/>
                    </a:cubicBezTo>
                    <a:cubicBezTo>
                      <a:pt x="3572" y="2412"/>
                      <a:pt x="3918" y="2305"/>
                      <a:pt x="4120" y="2233"/>
                    </a:cubicBezTo>
                    <a:lnTo>
                      <a:pt x="4120" y="2555"/>
                    </a:lnTo>
                    <a:cubicBezTo>
                      <a:pt x="4120" y="2650"/>
                      <a:pt x="4180" y="2722"/>
                      <a:pt x="4275" y="2722"/>
                    </a:cubicBezTo>
                    <a:cubicBezTo>
                      <a:pt x="4358" y="2722"/>
                      <a:pt x="4418" y="2650"/>
                      <a:pt x="4430" y="2579"/>
                    </a:cubicBezTo>
                    <a:cubicBezTo>
                      <a:pt x="4453" y="2376"/>
                      <a:pt x="4430" y="2186"/>
                      <a:pt x="4418" y="1995"/>
                    </a:cubicBezTo>
                    <a:cubicBezTo>
                      <a:pt x="4418" y="1948"/>
                      <a:pt x="4394" y="1900"/>
                      <a:pt x="4346" y="1876"/>
                    </a:cubicBezTo>
                    <a:cubicBezTo>
                      <a:pt x="4320" y="1857"/>
                      <a:pt x="4294" y="1848"/>
                      <a:pt x="4270" y="1848"/>
                    </a:cubicBezTo>
                    <a:cubicBezTo>
                      <a:pt x="4250" y="1848"/>
                      <a:pt x="4231" y="1854"/>
                      <a:pt x="4215" y="1864"/>
                    </a:cubicBezTo>
                    <a:cubicBezTo>
                      <a:pt x="4215" y="1864"/>
                      <a:pt x="3656" y="2079"/>
                      <a:pt x="3084" y="2174"/>
                    </a:cubicBezTo>
                    <a:cubicBezTo>
                      <a:pt x="2919" y="2202"/>
                      <a:pt x="2741" y="2221"/>
                      <a:pt x="2569" y="2221"/>
                    </a:cubicBezTo>
                    <a:cubicBezTo>
                      <a:pt x="2307" y="2221"/>
                      <a:pt x="2059" y="2177"/>
                      <a:pt x="1894" y="2055"/>
                    </a:cubicBezTo>
                    <a:lnTo>
                      <a:pt x="1953" y="2055"/>
                    </a:lnTo>
                    <a:cubicBezTo>
                      <a:pt x="1973" y="2055"/>
                      <a:pt x="1992" y="2056"/>
                      <a:pt x="2012" y="2056"/>
                    </a:cubicBezTo>
                    <a:cubicBezTo>
                      <a:pt x="2431" y="2056"/>
                      <a:pt x="2946" y="1937"/>
                      <a:pt x="3537" y="1709"/>
                    </a:cubicBezTo>
                    <a:cubicBezTo>
                      <a:pt x="3620" y="1686"/>
                      <a:pt x="3656" y="1590"/>
                      <a:pt x="3632" y="1507"/>
                    </a:cubicBezTo>
                    <a:cubicBezTo>
                      <a:pt x="3614" y="1434"/>
                      <a:pt x="3554" y="1403"/>
                      <a:pt x="3489" y="1403"/>
                    </a:cubicBezTo>
                    <a:cubicBezTo>
                      <a:pt x="3469" y="1403"/>
                      <a:pt x="3449" y="1406"/>
                      <a:pt x="3429" y="1412"/>
                    </a:cubicBezTo>
                    <a:cubicBezTo>
                      <a:pt x="2837" y="1644"/>
                      <a:pt x="2361" y="1735"/>
                      <a:pt x="2013" y="1735"/>
                    </a:cubicBezTo>
                    <a:cubicBezTo>
                      <a:pt x="1683" y="1735"/>
                      <a:pt x="1469" y="1653"/>
                      <a:pt x="1382" y="1531"/>
                    </a:cubicBezTo>
                    <a:cubicBezTo>
                      <a:pt x="1298" y="1412"/>
                      <a:pt x="1382" y="1293"/>
                      <a:pt x="1429" y="1245"/>
                    </a:cubicBezTo>
                    <a:cubicBezTo>
                      <a:pt x="1975" y="648"/>
                      <a:pt x="2712" y="319"/>
                      <a:pt x="3407" y="319"/>
                    </a:cubicBezTo>
                    <a:close/>
                    <a:moveTo>
                      <a:pt x="7716" y="4674"/>
                    </a:moveTo>
                    <a:cubicBezTo>
                      <a:pt x="8549" y="4817"/>
                      <a:pt x="9240" y="5055"/>
                      <a:pt x="9752" y="5353"/>
                    </a:cubicBezTo>
                    <a:cubicBezTo>
                      <a:pt x="10121" y="5567"/>
                      <a:pt x="10549" y="5924"/>
                      <a:pt x="10549" y="6412"/>
                    </a:cubicBezTo>
                    <a:cubicBezTo>
                      <a:pt x="10549" y="6889"/>
                      <a:pt x="10287" y="7365"/>
                      <a:pt x="9775" y="7782"/>
                    </a:cubicBezTo>
                    <a:cubicBezTo>
                      <a:pt x="9168" y="8270"/>
                      <a:pt x="8263" y="8663"/>
                      <a:pt x="7204" y="8877"/>
                    </a:cubicBezTo>
                    <a:cubicBezTo>
                      <a:pt x="6612" y="8997"/>
                      <a:pt x="6014" y="9062"/>
                      <a:pt x="5455" y="9062"/>
                    </a:cubicBezTo>
                    <a:cubicBezTo>
                      <a:pt x="5237" y="9062"/>
                      <a:pt x="5026" y="9052"/>
                      <a:pt x="4822" y="9032"/>
                    </a:cubicBezTo>
                    <a:cubicBezTo>
                      <a:pt x="4894" y="9008"/>
                      <a:pt x="4977" y="8960"/>
                      <a:pt x="5049" y="8925"/>
                    </a:cubicBezTo>
                    <a:cubicBezTo>
                      <a:pt x="5358" y="8758"/>
                      <a:pt x="5608" y="8579"/>
                      <a:pt x="5835" y="8389"/>
                    </a:cubicBezTo>
                    <a:cubicBezTo>
                      <a:pt x="6549" y="8365"/>
                      <a:pt x="7335" y="8210"/>
                      <a:pt x="7990" y="7972"/>
                    </a:cubicBezTo>
                    <a:cubicBezTo>
                      <a:pt x="8549" y="7770"/>
                      <a:pt x="9264" y="7413"/>
                      <a:pt x="9466" y="6841"/>
                    </a:cubicBezTo>
                    <a:cubicBezTo>
                      <a:pt x="9561" y="6603"/>
                      <a:pt x="9537" y="6365"/>
                      <a:pt x="9406" y="6139"/>
                    </a:cubicBezTo>
                    <a:cubicBezTo>
                      <a:pt x="9156" y="5698"/>
                      <a:pt x="8442" y="5305"/>
                      <a:pt x="7489" y="5115"/>
                    </a:cubicBezTo>
                    <a:cubicBezTo>
                      <a:pt x="7549" y="4972"/>
                      <a:pt x="7620" y="4817"/>
                      <a:pt x="7716" y="4674"/>
                    </a:cubicBezTo>
                    <a:close/>
                    <a:moveTo>
                      <a:pt x="7870" y="3888"/>
                    </a:moveTo>
                    <a:lnTo>
                      <a:pt x="7870" y="3888"/>
                    </a:lnTo>
                    <a:cubicBezTo>
                      <a:pt x="7335" y="4365"/>
                      <a:pt x="7120" y="5055"/>
                      <a:pt x="6858" y="5805"/>
                    </a:cubicBezTo>
                    <a:cubicBezTo>
                      <a:pt x="6501" y="6865"/>
                      <a:pt x="6144" y="7948"/>
                      <a:pt x="4858" y="8615"/>
                    </a:cubicBezTo>
                    <a:cubicBezTo>
                      <a:pt x="4221" y="8982"/>
                      <a:pt x="3593" y="9144"/>
                      <a:pt x="3002" y="9144"/>
                    </a:cubicBezTo>
                    <a:cubicBezTo>
                      <a:pt x="2941" y="9144"/>
                      <a:pt x="2882" y="9142"/>
                      <a:pt x="2822" y="9139"/>
                    </a:cubicBezTo>
                    <a:cubicBezTo>
                      <a:pt x="2286" y="9091"/>
                      <a:pt x="1822" y="8901"/>
                      <a:pt x="1441" y="8556"/>
                    </a:cubicBezTo>
                    <a:cubicBezTo>
                      <a:pt x="1143" y="8270"/>
                      <a:pt x="953" y="7913"/>
                      <a:pt x="870" y="7532"/>
                    </a:cubicBezTo>
                    <a:cubicBezTo>
                      <a:pt x="774" y="7127"/>
                      <a:pt x="822" y="6722"/>
                      <a:pt x="989" y="6341"/>
                    </a:cubicBezTo>
                    <a:cubicBezTo>
                      <a:pt x="1179" y="5912"/>
                      <a:pt x="1632" y="5460"/>
                      <a:pt x="2203" y="5162"/>
                    </a:cubicBezTo>
                    <a:lnTo>
                      <a:pt x="2203" y="5162"/>
                    </a:lnTo>
                    <a:cubicBezTo>
                      <a:pt x="2155" y="5400"/>
                      <a:pt x="2120" y="5639"/>
                      <a:pt x="2084" y="5877"/>
                    </a:cubicBezTo>
                    <a:cubicBezTo>
                      <a:pt x="1739" y="6210"/>
                      <a:pt x="1346" y="6722"/>
                      <a:pt x="1596" y="7496"/>
                    </a:cubicBezTo>
                    <a:cubicBezTo>
                      <a:pt x="1727" y="7913"/>
                      <a:pt x="2096" y="8246"/>
                      <a:pt x="2596" y="8413"/>
                    </a:cubicBezTo>
                    <a:cubicBezTo>
                      <a:pt x="2810" y="8484"/>
                      <a:pt x="3037" y="8508"/>
                      <a:pt x="3275" y="8508"/>
                    </a:cubicBezTo>
                    <a:cubicBezTo>
                      <a:pt x="3870" y="8508"/>
                      <a:pt x="4525" y="8294"/>
                      <a:pt x="5096" y="7877"/>
                    </a:cubicBezTo>
                    <a:cubicBezTo>
                      <a:pt x="5656" y="7460"/>
                      <a:pt x="6013" y="6698"/>
                      <a:pt x="6358" y="5948"/>
                    </a:cubicBezTo>
                    <a:cubicBezTo>
                      <a:pt x="6775" y="5079"/>
                      <a:pt x="7156" y="4222"/>
                      <a:pt x="7870" y="3888"/>
                    </a:cubicBezTo>
                    <a:close/>
                    <a:moveTo>
                      <a:pt x="3412" y="0"/>
                    </a:moveTo>
                    <a:cubicBezTo>
                      <a:pt x="3196" y="0"/>
                      <a:pt x="2974" y="30"/>
                      <a:pt x="2751" y="90"/>
                    </a:cubicBezTo>
                    <a:cubicBezTo>
                      <a:pt x="2155" y="233"/>
                      <a:pt x="1620" y="566"/>
                      <a:pt x="1179" y="1043"/>
                    </a:cubicBezTo>
                    <a:cubicBezTo>
                      <a:pt x="989" y="1245"/>
                      <a:pt x="953" y="1519"/>
                      <a:pt x="1108" y="1721"/>
                    </a:cubicBezTo>
                    <a:cubicBezTo>
                      <a:pt x="1143" y="1781"/>
                      <a:pt x="1191" y="1840"/>
                      <a:pt x="1263" y="1888"/>
                    </a:cubicBezTo>
                    <a:lnTo>
                      <a:pt x="631" y="2352"/>
                    </a:lnTo>
                    <a:lnTo>
                      <a:pt x="167" y="2352"/>
                    </a:lnTo>
                    <a:cubicBezTo>
                      <a:pt x="72" y="2352"/>
                      <a:pt x="0" y="2424"/>
                      <a:pt x="0" y="2519"/>
                    </a:cubicBezTo>
                    <a:cubicBezTo>
                      <a:pt x="0" y="2602"/>
                      <a:pt x="72" y="2674"/>
                      <a:pt x="167" y="2674"/>
                    </a:cubicBezTo>
                    <a:lnTo>
                      <a:pt x="453" y="2674"/>
                    </a:lnTo>
                    <a:lnTo>
                      <a:pt x="346" y="2972"/>
                    </a:lnTo>
                    <a:cubicBezTo>
                      <a:pt x="310" y="3067"/>
                      <a:pt x="358" y="3150"/>
                      <a:pt x="453" y="3186"/>
                    </a:cubicBezTo>
                    <a:cubicBezTo>
                      <a:pt x="465" y="3186"/>
                      <a:pt x="477" y="3198"/>
                      <a:pt x="489" y="3198"/>
                    </a:cubicBezTo>
                    <a:cubicBezTo>
                      <a:pt x="548" y="3198"/>
                      <a:pt x="631" y="3150"/>
                      <a:pt x="643" y="3091"/>
                    </a:cubicBezTo>
                    <a:lnTo>
                      <a:pt x="786" y="2638"/>
                    </a:lnTo>
                    <a:lnTo>
                      <a:pt x="1477" y="2138"/>
                    </a:lnTo>
                    <a:cubicBezTo>
                      <a:pt x="1710" y="2468"/>
                      <a:pt x="2125" y="2569"/>
                      <a:pt x="2548" y="2569"/>
                    </a:cubicBezTo>
                    <a:cubicBezTo>
                      <a:pt x="2644" y="2569"/>
                      <a:pt x="2740" y="2564"/>
                      <a:pt x="2834" y="2555"/>
                    </a:cubicBezTo>
                    <a:lnTo>
                      <a:pt x="2834" y="2555"/>
                    </a:lnTo>
                    <a:cubicBezTo>
                      <a:pt x="2751" y="2960"/>
                      <a:pt x="2632" y="3412"/>
                      <a:pt x="2513" y="3865"/>
                    </a:cubicBezTo>
                    <a:cubicBezTo>
                      <a:pt x="2441" y="4186"/>
                      <a:pt x="2358" y="4496"/>
                      <a:pt x="2275" y="4805"/>
                    </a:cubicBezTo>
                    <a:cubicBezTo>
                      <a:pt x="1548" y="5138"/>
                      <a:pt x="929" y="5686"/>
                      <a:pt x="691" y="6246"/>
                    </a:cubicBezTo>
                    <a:cubicBezTo>
                      <a:pt x="489" y="6686"/>
                      <a:pt x="441" y="7174"/>
                      <a:pt x="548" y="7639"/>
                    </a:cubicBezTo>
                    <a:cubicBezTo>
                      <a:pt x="655" y="8091"/>
                      <a:pt x="882" y="8508"/>
                      <a:pt x="1227" y="8829"/>
                    </a:cubicBezTo>
                    <a:cubicBezTo>
                      <a:pt x="1632" y="9210"/>
                      <a:pt x="2179" y="9437"/>
                      <a:pt x="2798" y="9484"/>
                    </a:cubicBezTo>
                    <a:cubicBezTo>
                      <a:pt x="2870" y="9484"/>
                      <a:pt x="2953" y="9496"/>
                      <a:pt x="3025" y="9496"/>
                    </a:cubicBezTo>
                    <a:cubicBezTo>
                      <a:pt x="3406" y="9496"/>
                      <a:pt x="3799" y="9425"/>
                      <a:pt x="4215" y="9282"/>
                    </a:cubicBezTo>
                    <a:cubicBezTo>
                      <a:pt x="4596" y="9365"/>
                      <a:pt x="5037" y="9401"/>
                      <a:pt x="5489" y="9401"/>
                    </a:cubicBezTo>
                    <a:cubicBezTo>
                      <a:pt x="6061" y="9401"/>
                      <a:pt x="6668" y="9341"/>
                      <a:pt x="7251" y="9222"/>
                    </a:cubicBezTo>
                    <a:cubicBezTo>
                      <a:pt x="8371" y="9008"/>
                      <a:pt x="9323" y="8591"/>
                      <a:pt x="9978" y="8067"/>
                    </a:cubicBezTo>
                    <a:cubicBezTo>
                      <a:pt x="10573" y="7591"/>
                      <a:pt x="10871" y="7008"/>
                      <a:pt x="10871" y="6412"/>
                    </a:cubicBezTo>
                    <a:cubicBezTo>
                      <a:pt x="10871" y="5472"/>
                      <a:pt x="9764" y="4734"/>
                      <a:pt x="7906" y="4376"/>
                    </a:cubicBezTo>
                    <a:cubicBezTo>
                      <a:pt x="8109" y="4103"/>
                      <a:pt x="8394" y="3900"/>
                      <a:pt x="8787" y="3769"/>
                    </a:cubicBezTo>
                    <a:cubicBezTo>
                      <a:pt x="8871" y="3734"/>
                      <a:pt x="8918" y="3650"/>
                      <a:pt x="8883" y="3555"/>
                    </a:cubicBezTo>
                    <a:cubicBezTo>
                      <a:pt x="8871" y="3495"/>
                      <a:pt x="8811" y="3448"/>
                      <a:pt x="8740" y="3448"/>
                    </a:cubicBezTo>
                    <a:cubicBezTo>
                      <a:pt x="8698" y="3446"/>
                      <a:pt x="8657" y="3444"/>
                      <a:pt x="8616" y="3444"/>
                    </a:cubicBezTo>
                    <a:cubicBezTo>
                      <a:pt x="8002" y="3444"/>
                      <a:pt x="7472" y="3695"/>
                      <a:pt x="7037" y="4186"/>
                    </a:cubicBezTo>
                    <a:cubicBezTo>
                      <a:pt x="7025" y="4198"/>
                      <a:pt x="7013" y="4210"/>
                      <a:pt x="7001" y="4246"/>
                    </a:cubicBezTo>
                    <a:cubicBezTo>
                      <a:pt x="6574" y="4205"/>
                      <a:pt x="6141" y="4176"/>
                      <a:pt x="5714" y="4176"/>
                    </a:cubicBezTo>
                    <a:cubicBezTo>
                      <a:pt x="5511" y="4176"/>
                      <a:pt x="5308" y="4183"/>
                      <a:pt x="5108" y="4198"/>
                    </a:cubicBezTo>
                    <a:cubicBezTo>
                      <a:pt x="5299" y="3698"/>
                      <a:pt x="5454" y="3198"/>
                      <a:pt x="5525" y="2626"/>
                    </a:cubicBezTo>
                    <a:cubicBezTo>
                      <a:pt x="5596" y="2031"/>
                      <a:pt x="5525" y="1531"/>
                      <a:pt x="5299" y="1102"/>
                    </a:cubicBezTo>
                    <a:cubicBezTo>
                      <a:pt x="5096" y="697"/>
                      <a:pt x="4775" y="400"/>
                      <a:pt x="4358" y="209"/>
                    </a:cubicBezTo>
                    <a:cubicBezTo>
                      <a:pt x="4068" y="72"/>
                      <a:pt x="3748" y="0"/>
                      <a:pt x="3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67"/>
              <p:cNvSpPr/>
              <p:nvPr/>
            </p:nvSpPr>
            <p:spPr>
              <a:xfrm>
                <a:off x="3139117" y="1621010"/>
                <a:ext cx="49152" cy="137600"/>
              </a:xfrm>
              <a:custGeom>
                <a:avLst/>
                <a:gdLst/>
                <a:ahLst/>
                <a:cxnLst/>
                <a:rect l="l" t="t" r="r" b="b"/>
                <a:pathLst>
                  <a:path w="1536" h="4300" extrusionOk="0">
                    <a:moveTo>
                      <a:pt x="1360" y="0"/>
                    </a:moveTo>
                    <a:cubicBezTo>
                      <a:pt x="1284" y="0"/>
                      <a:pt x="1212" y="56"/>
                      <a:pt x="1191" y="121"/>
                    </a:cubicBezTo>
                    <a:cubicBezTo>
                      <a:pt x="1072" y="669"/>
                      <a:pt x="857" y="1192"/>
                      <a:pt x="655" y="1692"/>
                    </a:cubicBezTo>
                    <a:cubicBezTo>
                      <a:pt x="310" y="2526"/>
                      <a:pt x="0" y="3336"/>
                      <a:pt x="119" y="4169"/>
                    </a:cubicBezTo>
                    <a:cubicBezTo>
                      <a:pt x="131" y="4240"/>
                      <a:pt x="191" y="4300"/>
                      <a:pt x="286" y="4300"/>
                    </a:cubicBezTo>
                    <a:lnTo>
                      <a:pt x="310" y="4300"/>
                    </a:lnTo>
                    <a:cubicBezTo>
                      <a:pt x="405" y="4288"/>
                      <a:pt x="464" y="4217"/>
                      <a:pt x="441" y="4121"/>
                    </a:cubicBezTo>
                    <a:cubicBezTo>
                      <a:pt x="322" y="3383"/>
                      <a:pt x="643" y="2621"/>
                      <a:pt x="953" y="1835"/>
                    </a:cubicBezTo>
                    <a:cubicBezTo>
                      <a:pt x="1155" y="1311"/>
                      <a:pt x="1381" y="776"/>
                      <a:pt x="1500" y="192"/>
                    </a:cubicBezTo>
                    <a:cubicBezTo>
                      <a:pt x="1536" y="109"/>
                      <a:pt x="1476" y="14"/>
                      <a:pt x="1381" y="2"/>
                    </a:cubicBezTo>
                    <a:cubicBezTo>
                      <a:pt x="1374" y="1"/>
                      <a:pt x="1367" y="0"/>
                      <a:pt x="13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648" name="Google Shape;12648;p67"/>
          <p:cNvGrpSpPr/>
          <p:nvPr/>
        </p:nvGrpSpPr>
        <p:grpSpPr>
          <a:xfrm>
            <a:off x="1133133" y="3428122"/>
            <a:ext cx="313984" cy="358560"/>
            <a:chOff x="1133133" y="3351922"/>
            <a:chExt cx="313984" cy="358560"/>
          </a:xfrm>
        </p:grpSpPr>
        <p:sp>
          <p:nvSpPr>
            <p:cNvPr id="12649" name="Google Shape;12649;p67"/>
            <p:cNvSpPr/>
            <p:nvPr/>
          </p:nvSpPr>
          <p:spPr>
            <a:xfrm>
              <a:off x="1133133" y="3351922"/>
              <a:ext cx="313984" cy="358560"/>
            </a:xfrm>
            <a:custGeom>
              <a:avLst/>
              <a:gdLst/>
              <a:ahLst/>
              <a:cxnLst/>
              <a:rect l="l" t="t" r="r" b="b"/>
              <a:pathLst>
                <a:path w="9812" h="11205" extrusionOk="0">
                  <a:moveTo>
                    <a:pt x="1251" y="4025"/>
                  </a:moveTo>
                  <a:cubicBezTo>
                    <a:pt x="1548" y="4025"/>
                    <a:pt x="1787" y="4263"/>
                    <a:pt x="1787" y="4561"/>
                  </a:cubicBezTo>
                  <a:lnTo>
                    <a:pt x="1787" y="7704"/>
                  </a:lnTo>
                  <a:cubicBezTo>
                    <a:pt x="1787" y="7990"/>
                    <a:pt x="2013" y="8204"/>
                    <a:pt x="2287" y="8204"/>
                  </a:cubicBezTo>
                  <a:lnTo>
                    <a:pt x="3001" y="8204"/>
                  </a:lnTo>
                  <a:lnTo>
                    <a:pt x="3001" y="9300"/>
                  </a:lnTo>
                  <a:lnTo>
                    <a:pt x="1775" y="9300"/>
                  </a:lnTo>
                  <a:cubicBezTo>
                    <a:pt x="1191" y="9300"/>
                    <a:pt x="715" y="8823"/>
                    <a:pt x="715" y="8240"/>
                  </a:cubicBezTo>
                  <a:lnTo>
                    <a:pt x="715" y="4561"/>
                  </a:lnTo>
                  <a:cubicBezTo>
                    <a:pt x="715" y="4263"/>
                    <a:pt x="953" y="4025"/>
                    <a:pt x="1251" y="4025"/>
                  </a:cubicBezTo>
                  <a:close/>
                  <a:moveTo>
                    <a:pt x="4906" y="1"/>
                  </a:moveTo>
                  <a:cubicBezTo>
                    <a:pt x="4823" y="1"/>
                    <a:pt x="4739" y="84"/>
                    <a:pt x="4739" y="167"/>
                  </a:cubicBezTo>
                  <a:lnTo>
                    <a:pt x="4739" y="548"/>
                  </a:lnTo>
                  <a:cubicBezTo>
                    <a:pt x="4346" y="572"/>
                    <a:pt x="3965" y="739"/>
                    <a:pt x="3668" y="989"/>
                  </a:cubicBezTo>
                  <a:lnTo>
                    <a:pt x="3406" y="727"/>
                  </a:lnTo>
                  <a:cubicBezTo>
                    <a:pt x="3376" y="697"/>
                    <a:pt x="3334" y="682"/>
                    <a:pt x="3291" y="682"/>
                  </a:cubicBezTo>
                  <a:cubicBezTo>
                    <a:pt x="3248" y="682"/>
                    <a:pt x="3203" y="697"/>
                    <a:pt x="3168" y="727"/>
                  </a:cubicBezTo>
                  <a:cubicBezTo>
                    <a:pt x="3108" y="787"/>
                    <a:pt x="3108" y="882"/>
                    <a:pt x="3168" y="965"/>
                  </a:cubicBezTo>
                  <a:lnTo>
                    <a:pt x="3430" y="1227"/>
                  </a:lnTo>
                  <a:cubicBezTo>
                    <a:pt x="3180" y="1525"/>
                    <a:pt x="3037" y="1882"/>
                    <a:pt x="2989" y="2299"/>
                  </a:cubicBezTo>
                  <a:lnTo>
                    <a:pt x="2620" y="2299"/>
                  </a:lnTo>
                  <a:cubicBezTo>
                    <a:pt x="2525" y="2299"/>
                    <a:pt x="2453" y="2370"/>
                    <a:pt x="2453" y="2465"/>
                  </a:cubicBezTo>
                  <a:cubicBezTo>
                    <a:pt x="2453" y="2549"/>
                    <a:pt x="2525" y="2632"/>
                    <a:pt x="2620" y="2632"/>
                  </a:cubicBezTo>
                  <a:lnTo>
                    <a:pt x="2977" y="2632"/>
                  </a:lnTo>
                  <a:lnTo>
                    <a:pt x="2977" y="3704"/>
                  </a:lnTo>
                  <a:lnTo>
                    <a:pt x="2620" y="3704"/>
                  </a:lnTo>
                  <a:cubicBezTo>
                    <a:pt x="2525" y="3704"/>
                    <a:pt x="2453" y="3775"/>
                    <a:pt x="2453" y="3858"/>
                  </a:cubicBezTo>
                  <a:cubicBezTo>
                    <a:pt x="2453" y="3954"/>
                    <a:pt x="2525" y="4025"/>
                    <a:pt x="2620" y="4025"/>
                  </a:cubicBezTo>
                  <a:lnTo>
                    <a:pt x="2977" y="4025"/>
                  </a:lnTo>
                  <a:lnTo>
                    <a:pt x="2977" y="5097"/>
                  </a:lnTo>
                  <a:lnTo>
                    <a:pt x="2620" y="5097"/>
                  </a:lnTo>
                  <a:cubicBezTo>
                    <a:pt x="2525" y="5097"/>
                    <a:pt x="2453" y="5168"/>
                    <a:pt x="2453" y="5263"/>
                  </a:cubicBezTo>
                  <a:cubicBezTo>
                    <a:pt x="2453" y="5347"/>
                    <a:pt x="2525" y="5430"/>
                    <a:pt x="2620" y="5430"/>
                  </a:cubicBezTo>
                  <a:lnTo>
                    <a:pt x="2977" y="5430"/>
                  </a:lnTo>
                  <a:lnTo>
                    <a:pt x="2977" y="6502"/>
                  </a:lnTo>
                  <a:lnTo>
                    <a:pt x="2620" y="6502"/>
                  </a:lnTo>
                  <a:cubicBezTo>
                    <a:pt x="2525" y="6502"/>
                    <a:pt x="2453" y="6573"/>
                    <a:pt x="2453" y="6656"/>
                  </a:cubicBezTo>
                  <a:cubicBezTo>
                    <a:pt x="2453" y="6752"/>
                    <a:pt x="2525" y="6823"/>
                    <a:pt x="2620" y="6823"/>
                  </a:cubicBezTo>
                  <a:lnTo>
                    <a:pt x="2977" y="6823"/>
                  </a:lnTo>
                  <a:lnTo>
                    <a:pt x="2977" y="7895"/>
                  </a:lnTo>
                  <a:lnTo>
                    <a:pt x="2263" y="7895"/>
                  </a:lnTo>
                  <a:cubicBezTo>
                    <a:pt x="2156" y="7895"/>
                    <a:pt x="2084" y="7811"/>
                    <a:pt x="2084" y="7716"/>
                  </a:cubicBezTo>
                  <a:lnTo>
                    <a:pt x="2084" y="7359"/>
                  </a:lnTo>
                  <a:lnTo>
                    <a:pt x="2263" y="7359"/>
                  </a:lnTo>
                  <a:cubicBezTo>
                    <a:pt x="2346" y="7359"/>
                    <a:pt x="2418" y="7287"/>
                    <a:pt x="2418" y="7192"/>
                  </a:cubicBezTo>
                  <a:cubicBezTo>
                    <a:pt x="2418" y="7109"/>
                    <a:pt x="2346" y="7037"/>
                    <a:pt x="2263" y="7037"/>
                  </a:cubicBezTo>
                  <a:lnTo>
                    <a:pt x="2084" y="7037"/>
                  </a:lnTo>
                  <a:lnTo>
                    <a:pt x="2084" y="6144"/>
                  </a:lnTo>
                  <a:lnTo>
                    <a:pt x="2263" y="6144"/>
                  </a:lnTo>
                  <a:cubicBezTo>
                    <a:pt x="2346" y="6144"/>
                    <a:pt x="2418" y="6061"/>
                    <a:pt x="2418" y="5978"/>
                  </a:cubicBezTo>
                  <a:cubicBezTo>
                    <a:pt x="2418" y="5882"/>
                    <a:pt x="2346" y="5811"/>
                    <a:pt x="2263" y="5811"/>
                  </a:cubicBezTo>
                  <a:lnTo>
                    <a:pt x="2084" y="5811"/>
                  </a:lnTo>
                  <a:lnTo>
                    <a:pt x="2084" y="4918"/>
                  </a:lnTo>
                  <a:lnTo>
                    <a:pt x="2263" y="4918"/>
                  </a:lnTo>
                  <a:cubicBezTo>
                    <a:pt x="2346" y="4918"/>
                    <a:pt x="2418" y="4847"/>
                    <a:pt x="2418" y="4751"/>
                  </a:cubicBezTo>
                  <a:cubicBezTo>
                    <a:pt x="2418" y="4668"/>
                    <a:pt x="2346" y="4597"/>
                    <a:pt x="2263" y="4597"/>
                  </a:cubicBezTo>
                  <a:lnTo>
                    <a:pt x="2084" y="4597"/>
                  </a:lnTo>
                  <a:lnTo>
                    <a:pt x="2084" y="4573"/>
                  </a:lnTo>
                  <a:cubicBezTo>
                    <a:pt x="2084" y="4156"/>
                    <a:pt x="1787" y="3799"/>
                    <a:pt x="1382" y="3727"/>
                  </a:cubicBezTo>
                  <a:lnTo>
                    <a:pt x="1382" y="3525"/>
                  </a:lnTo>
                  <a:cubicBezTo>
                    <a:pt x="1382" y="3430"/>
                    <a:pt x="1310" y="3358"/>
                    <a:pt x="1215" y="3358"/>
                  </a:cubicBezTo>
                  <a:cubicBezTo>
                    <a:pt x="1132" y="3358"/>
                    <a:pt x="1048" y="3430"/>
                    <a:pt x="1048" y="3525"/>
                  </a:cubicBezTo>
                  <a:lnTo>
                    <a:pt x="1048" y="3727"/>
                  </a:lnTo>
                  <a:cubicBezTo>
                    <a:pt x="655" y="3799"/>
                    <a:pt x="358" y="4156"/>
                    <a:pt x="358" y="4573"/>
                  </a:cubicBezTo>
                  <a:lnTo>
                    <a:pt x="358" y="4597"/>
                  </a:lnTo>
                  <a:lnTo>
                    <a:pt x="179" y="4597"/>
                  </a:lnTo>
                  <a:cubicBezTo>
                    <a:pt x="84" y="4597"/>
                    <a:pt x="13" y="4668"/>
                    <a:pt x="13" y="4751"/>
                  </a:cubicBezTo>
                  <a:cubicBezTo>
                    <a:pt x="13" y="4847"/>
                    <a:pt x="84" y="4918"/>
                    <a:pt x="179" y="4918"/>
                  </a:cubicBezTo>
                  <a:lnTo>
                    <a:pt x="358" y="4918"/>
                  </a:lnTo>
                  <a:lnTo>
                    <a:pt x="358" y="5811"/>
                  </a:lnTo>
                  <a:lnTo>
                    <a:pt x="179" y="5811"/>
                  </a:lnTo>
                  <a:cubicBezTo>
                    <a:pt x="84" y="5811"/>
                    <a:pt x="13" y="5882"/>
                    <a:pt x="13" y="5978"/>
                  </a:cubicBezTo>
                  <a:cubicBezTo>
                    <a:pt x="13" y="6061"/>
                    <a:pt x="84" y="6144"/>
                    <a:pt x="179" y="6144"/>
                  </a:cubicBezTo>
                  <a:lnTo>
                    <a:pt x="358" y="6144"/>
                  </a:lnTo>
                  <a:lnTo>
                    <a:pt x="358" y="7037"/>
                  </a:lnTo>
                  <a:lnTo>
                    <a:pt x="179" y="7037"/>
                  </a:lnTo>
                  <a:cubicBezTo>
                    <a:pt x="84" y="7037"/>
                    <a:pt x="13" y="7109"/>
                    <a:pt x="13" y="7192"/>
                  </a:cubicBezTo>
                  <a:cubicBezTo>
                    <a:pt x="13" y="7287"/>
                    <a:pt x="84" y="7359"/>
                    <a:pt x="179" y="7359"/>
                  </a:cubicBezTo>
                  <a:lnTo>
                    <a:pt x="358" y="7359"/>
                  </a:lnTo>
                  <a:lnTo>
                    <a:pt x="358" y="8240"/>
                  </a:lnTo>
                  <a:lnTo>
                    <a:pt x="358" y="8252"/>
                  </a:lnTo>
                  <a:lnTo>
                    <a:pt x="155" y="8252"/>
                  </a:lnTo>
                  <a:cubicBezTo>
                    <a:pt x="72" y="8252"/>
                    <a:pt x="1" y="8323"/>
                    <a:pt x="1" y="8418"/>
                  </a:cubicBezTo>
                  <a:cubicBezTo>
                    <a:pt x="1" y="8502"/>
                    <a:pt x="72" y="8585"/>
                    <a:pt x="155" y="8585"/>
                  </a:cubicBezTo>
                  <a:lnTo>
                    <a:pt x="382" y="8585"/>
                  </a:lnTo>
                  <a:cubicBezTo>
                    <a:pt x="536" y="9180"/>
                    <a:pt x="1084" y="9621"/>
                    <a:pt x="1727" y="9621"/>
                  </a:cubicBezTo>
                  <a:lnTo>
                    <a:pt x="2953" y="9621"/>
                  </a:lnTo>
                  <a:lnTo>
                    <a:pt x="2953" y="11038"/>
                  </a:lnTo>
                  <a:cubicBezTo>
                    <a:pt x="2953" y="11121"/>
                    <a:pt x="3037" y="11205"/>
                    <a:pt x="3120" y="11205"/>
                  </a:cubicBezTo>
                  <a:cubicBezTo>
                    <a:pt x="3215" y="11205"/>
                    <a:pt x="3287" y="11121"/>
                    <a:pt x="3287" y="11038"/>
                  </a:cubicBezTo>
                  <a:lnTo>
                    <a:pt x="3287" y="2477"/>
                  </a:lnTo>
                  <a:cubicBezTo>
                    <a:pt x="3287" y="1596"/>
                    <a:pt x="4001" y="906"/>
                    <a:pt x="4858" y="906"/>
                  </a:cubicBezTo>
                  <a:cubicBezTo>
                    <a:pt x="5728" y="906"/>
                    <a:pt x="6442" y="1620"/>
                    <a:pt x="6442" y="2477"/>
                  </a:cubicBezTo>
                  <a:lnTo>
                    <a:pt x="6442" y="5454"/>
                  </a:lnTo>
                  <a:cubicBezTo>
                    <a:pt x="6442" y="5549"/>
                    <a:pt x="6513" y="5621"/>
                    <a:pt x="6609" y="5621"/>
                  </a:cubicBezTo>
                  <a:cubicBezTo>
                    <a:pt x="6692" y="5621"/>
                    <a:pt x="6775" y="5549"/>
                    <a:pt x="6775" y="5454"/>
                  </a:cubicBezTo>
                  <a:lnTo>
                    <a:pt x="6775" y="5442"/>
                  </a:lnTo>
                  <a:lnTo>
                    <a:pt x="7490" y="5442"/>
                  </a:lnTo>
                  <a:cubicBezTo>
                    <a:pt x="7764" y="5442"/>
                    <a:pt x="7990" y="5216"/>
                    <a:pt x="7990" y="4930"/>
                  </a:cubicBezTo>
                  <a:lnTo>
                    <a:pt x="7990" y="3192"/>
                  </a:lnTo>
                  <a:cubicBezTo>
                    <a:pt x="7990" y="2894"/>
                    <a:pt x="8228" y="2656"/>
                    <a:pt x="8526" y="2656"/>
                  </a:cubicBezTo>
                  <a:cubicBezTo>
                    <a:pt x="8823" y="2656"/>
                    <a:pt x="9061" y="2894"/>
                    <a:pt x="9061" y="3192"/>
                  </a:cubicBezTo>
                  <a:lnTo>
                    <a:pt x="9061" y="5466"/>
                  </a:lnTo>
                  <a:cubicBezTo>
                    <a:pt x="9061" y="6049"/>
                    <a:pt x="8585" y="6525"/>
                    <a:pt x="8002" y="6525"/>
                  </a:cubicBezTo>
                  <a:lnTo>
                    <a:pt x="6775" y="6525"/>
                  </a:lnTo>
                  <a:lnTo>
                    <a:pt x="6775" y="6144"/>
                  </a:lnTo>
                  <a:cubicBezTo>
                    <a:pt x="6775" y="6049"/>
                    <a:pt x="6692" y="5978"/>
                    <a:pt x="6609" y="5978"/>
                  </a:cubicBezTo>
                  <a:cubicBezTo>
                    <a:pt x="6513" y="5978"/>
                    <a:pt x="6442" y="6049"/>
                    <a:pt x="6442" y="6144"/>
                  </a:cubicBezTo>
                  <a:lnTo>
                    <a:pt x="6442" y="11038"/>
                  </a:lnTo>
                  <a:cubicBezTo>
                    <a:pt x="6442" y="11121"/>
                    <a:pt x="6513" y="11205"/>
                    <a:pt x="6609" y="11205"/>
                  </a:cubicBezTo>
                  <a:cubicBezTo>
                    <a:pt x="6692" y="11205"/>
                    <a:pt x="6775" y="11121"/>
                    <a:pt x="6775" y="11038"/>
                  </a:cubicBezTo>
                  <a:lnTo>
                    <a:pt x="6775" y="9621"/>
                  </a:lnTo>
                  <a:lnTo>
                    <a:pt x="7132" y="9621"/>
                  </a:lnTo>
                  <a:cubicBezTo>
                    <a:pt x="7216" y="9621"/>
                    <a:pt x="7287" y="9550"/>
                    <a:pt x="7287" y="9454"/>
                  </a:cubicBezTo>
                  <a:cubicBezTo>
                    <a:pt x="7287" y="9371"/>
                    <a:pt x="7216" y="9300"/>
                    <a:pt x="7132" y="9300"/>
                  </a:cubicBezTo>
                  <a:lnTo>
                    <a:pt x="6775" y="9300"/>
                  </a:lnTo>
                  <a:lnTo>
                    <a:pt x="6775" y="8228"/>
                  </a:lnTo>
                  <a:lnTo>
                    <a:pt x="7132" y="8228"/>
                  </a:lnTo>
                  <a:cubicBezTo>
                    <a:pt x="7216" y="8228"/>
                    <a:pt x="7287" y="8145"/>
                    <a:pt x="7287" y="8061"/>
                  </a:cubicBezTo>
                  <a:cubicBezTo>
                    <a:pt x="7287" y="7966"/>
                    <a:pt x="7216" y="7895"/>
                    <a:pt x="7132" y="7895"/>
                  </a:cubicBezTo>
                  <a:lnTo>
                    <a:pt x="6775" y="7895"/>
                  </a:lnTo>
                  <a:lnTo>
                    <a:pt x="6775" y="6823"/>
                  </a:lnTo>
                  <a:lnTo>
                    <a:pt x="8002" y="6823"/>
                  </a:lnTo>
                  <a:cubicBezTo>
                    <a:pt x="8585" y="6823"/>
                    <a:pt x="9097" y="6466"/>
                    <a:pt x="9299" y="5942"/>
                  </a:cubicBezTo>
                  <a:lnTo>
                    <a:pt x="9585" y="5942"/>
                  </a:lnTo>
                  <a:cubicBezTo>
                    <a:pt x="9669" y="5942"/>
                    <a:pt x="9752" y="5871"/>
                    <a:pt x="9752" y="5775"/>
                  </a:cubicBezTo>
                  <a:cubicBezTo>
                    <a:pt x="9811" y="5704"/>
                    <a:pt x="9728" y="5632"/>
                    <a:pt x="9645" y="5632"/>
                  </a:cubicBezTo>
                  <a:lnTo>
                    <a:pt x="9454" y="5632"/>
                  </a:lnTo>
                  <a:cubicBezTo>
                    <a:pt x="9466" y="5573"/>
                    <a:pt x="9466" y="5513"/>
                    <a:pt x="9466" y="5454"/>
                  </a:cubicBezTo>
                  <a:lnTo>
                    <a:pt x="9466" y="4739"/>
                  </a:lnTo>
                  <a:lnTo>
                    <a:pt x="9645" y="4739"/>
                  </a:lnTo>
                  <a:cubicBezTo>
                    <a:pt x="9728" y="4739"/>
                    <a:pt x="9811" y="4668"/>
                    <a:pt x="9811" y="4573"/>
                  </a:cubicBezTo>
                  <a:cubicBezTo>
                    <a:pt x="9811" y="4489"/>
                    <a:pt x="9728" y="4418"/>
                    <a:pt x="9645" y="4418"/>
                  </a:cubicBezTo>
                  <a:lnTo>
                    <a:pt x="9466" y="4418"/>
                  </a:lnTo>
                  <a:lnTo>
                    <a:pt x="9466" y="3525"/>
                  </a:lnTo>
                  <a:lnTo>
                    <a:pt x="9645" y="3525"/>
                  </a:lnTo>
                  <a:cubicBezTo>
                    <a:pt x="9728" y="3525"/>
                    <a:pt x="9811" y="3442"/>
                    <a:pt x="9811" y="3358"/>
                  </a:cubicBezTo>
                  <a:cubicBezTo>
                    <a:pt x="9811" y="3263"/>
                    <a:pt x="9728" y="3192"/>
                    <a:pt x="9645" y="3192"/>
                  </a:cubicBezTo>
                  <a:lnTo>
                    <a:pt x="9466" y="3192"/>
                  </a:lnTo>
                  <a:lnTo>
                    <a:pt x="9466" y="3180"/>
                  </a:lnTo>
                  <a:cubicBezTo>
                    <a:pt x="9466" y="2763"/>
                    <a:pt x="9168" y="2406"/>
                    <a:pt x="8764" y="2322"/>
                  </a:cubicBezTo>
                  <a:lnTo>
                    <a:pt x="8764" y="2120"/>
                  </a:lnTo>
                  <a:cubicBezTo>
                    <a:pt x="8764" y="2037"/>
                    <a:pt x="8692" y="1953"/>
                    <a:pt x="8597" y="1953"/>
                  </a:cubicBezTo>
                  <a:cubicBezTo>
                    <a:pt x="8514" y="1953"/>
                    <a:pt x="8430" y="2037"/>
                    <a:pt x="8430" y="2120"/>
                  </a:cubicBezTo>
                  <a:lnTo>
                    <a:pt x="8430" y="2334"/>
                  </a:lnTo>
                  <a:cubicBezTo>
                    <a:pt x="8037" y="2406"/>
                    <a:pt x="7740" y="2763"/>
                    <a:pt x="7740" y="3180"/>
                  </a:cubicBezTo>
                  <a:lnTo>
                    <a:pt x="7740" y="3192"/>
                  </a:lnTo>
                  <a:lnTo>
                    <a:pt x="7561" y="3192"/>
                  </a:lnTo>
                  <a:cubicBezTo>
                    <a:pt x="7466" y="3192"/>
                    <a:pt x="7394" y="3263"/>
                    <a:pt x="7394" y="3358"/>
                  </a:cubicBezTo>
                  <a:cubicBezTo>
                    <a:pt x="7394" y="3442"/>
                    <a:pt x="7466" y="3525"/>
                    <a:pt x="7561" y="3525"/>
                  </a:cubicBezTo>
                  <a:lnTo>
                    <a:pt x="7740" y="3525"/>
                  </a:lnTo>
                  <a:lnTo>
                    <a:pt x="7740" y="4418"/>
                  </a:lnTo>
                  <a:lnTo>
                    <a:pt x="7561" y="4418"/>
                  </a:lnTo>
                  <a:cubicBezTo>
                    <a:pt x="7466" y="4418"/>
                    <a:pt x="7394" y="4489"/>
                    <a:pt x="7394" y="4573"/>
                  </a:cubicBezTo>
                  <a:cubicBezTo>
                    <a:pt x="7394" y="4668"/>
                    <a:pt x="7466" y="4739"/>
                    <a:pt x="7561" y="4739"/>
                  </a:cubicBezTo>
                  <a:lnTo>
                    <a:pt x="7740" y="4739"/>
                  </a:lnTo>
                  <a:lnTo>
                    <a:pt x="7740" y="4918"/>
                  </a:lnTo>
                  <a:cubicBezTo>
                    <a:pt x="7740" y="5025"/>
                    <a:pt x="7644" y="5097"/>
                    <a:pt x="7561" y="5097"/>
                  </a:cubicBezTo>
                  <a:lnTo>
                    <a:pt x="6847" y="5097"/>
                  </a:lnTo>
                  <a:lnTo>
                    <a:pt x="6847" y="4025"/>
                  </a:lnTo>
                  <a:lnTo>
                    <a:pt x="7204" y="4025"/>
                  </a:lnTo>
                  <a:cubicBezTo>
                    <a:pt x="7287" y="4025"/>
                    <a:pt x="7371" y="3954"/>
                    <a:pt x="7371" y="3858"/>
                  </a:cubicBezTo>
                  <a:cubicBezTo>
                    <a:pt x="7371" y="3775"/>
                    <a:pt x="7287" y="3704"/>
                    <a:pt x="7204" y="3704"/>
                  </a:cubicBezTo>
                  <a:lnTo>
                    <a:pt x="6847" y="3704"/>
                  </a:lnTo>
                  <a:lnTo>
                    <a:pt x="6847" y="2632"/>
                  </a:lnTo>
                  <a:lnTo>
                    <a:pt x="7204" y="2632"/>
                  </a:lnTo>
                  <a:cubicBezTo>
                    <a:pt x="7287" y="2632"/>
                    <a:pt x="7371" y="2549"/>
                    <a:pt x="7371" y="2465"/>
                  </a:cubicBezTo>
                  <a:cubicBezTo>
                    <a:pt x="7371" y="2370"/>
                    <a:pt x="7287" y="2299"/>
                    <a:pt x="7204" y="2299"/>
                  </a:cubicBezTo>
                  <a:lnTo>
                    <a:pt x="6823" y="2299"/>
                  </a:lnTo>
                  <a:cubicBezTo>
                    <a:pt x="6799" y="1894"/>
                    <a:pt x="6632" y="1525"/>
                    <a:pt x="6382" y="1227"/>
                  </a:cubicBezTo>
                  <a:lnTo>
                    <a:pt x="6644" y="965"/>
                  </a:lnTo>
                  <a:cubicBezTo>
                    <a:pt x="6704" y="906"/>
                    <a:pt x="6704" y="798"/>
                    <a:pt x="6644" y="727"/>
                  </a:cubicBezTo>
                  <a:cubicBezTo>
                    <a:pt x="6621" y="697"/>
                    <a:pt x="6582" y="682"/>
                    <a:pt x="6539" y="682"/>
                  </a:cubicBezTo>
                  <a:cubicBezTo>
                    <a:pt x="6495" y="682"/>
                    <a:pt x="6448" y="697"/>
                    <a:pt x="6406" y="727"/>
                  </a:cubicBezTo>
                  <a:lnTo>
                    <a:pt x="6144" y="989"/>
                  </a:lnTo>
                  <a:cubicBezTo>
                    <a:pt x="5847" y="739"/>
                    <a:pt x="5478" y="584"/>
                    <a:pt x="5073" y="548"/>
                  </a:cubicBezTo>
                  <a:lnTo>
                    <a:pt x="5073" y="167"/>
                  </a:lnTo>
                  <a:cubicBezTo>
                    <a:pt x="5073" y="84"/>
                    <a:pt x="5001" y="1"/>
                    <a:pt x="4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67"/>
            <p:cNvSpPr/>
            <p:nvPr/>
          </p:nvSpPr>
          <p:spPr>
            <a:xfrm>
              <a:off x="1285549" y="3414418"/>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67"/>
            <p:cNvSpPr/>
            <p:nvPr/>
          </p:nvSpPr>
          <p:spPr>
            <a:xfrm>
              <a:off x="1285549" y="3459378"/>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67"/>
            <p:cNvSpPr/>
            <p:nvPr/>
          </p:nvSpPr>
          <p:spPr>
            <a:xfrm>
              <a:off x="1285549" y="3503954"/>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67"/>
            <p:cNvSpPr/>
            <p:nvPr/>
          </p:nvSpPr>
          <p:spPr>
            <a:xfrm>
              <a:off x="1167821" y="3498226"/>
              <a:ext cx="10688" cy="16416"/>
            </a:xfrm>
            <a:custGeom>
              <a:avLst/>
              <a:gdLst/>
              <a:ahLst/>
              <a:cxnLst/>
              <a:rect l="l" t="t" r="r" b="b"/>
              <a:pathLst>
                <a:path w="334" h="513" extrusionOk="0">
                  <a:moveTo>
                    <a:pt x="167" y="1"/>
                  </a:moveTo>
                  <a:cubicBezTo>
                    <a:pt x="72" y="1"/>
                    <a:pt x="0" y="84"/>
                    <a:pt x="0" y="167"/>
                  </a:cubicBezTo>
                  <a:lnTo>
                    <a:pt x="0" y="346"/>
                  </a:lnTo>
                  <a:cubicBezTo>
                    <a:pt x="0" y="441"/>
                    <a:pt x="72" y="513"/>
                    <a:pt x="167" y="513"/>
                  </a:cubicBezTo>
                  <a:cubicBezTo>
                    <a:pt x="250" y="513"/>
                    <a:pt x="333" y="441"/>
                    <a:pt x="333" y="346"/>
                  </a:cubicBezTo>
                  <a:lnTo>
                    <a:pt x="333" y="167"/>
                  </a:lnTo>
                  <a:cubicBezTo>
                    <a:pt x="333"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67"/>
            <p:cNvSpPr/>
            <p:nvPr/>
          </p:nvSpPr>
          <p:spPr>
            <a:xfrm>
              <a:off x="1167821" y="3537490"/>
              <a:ext cx="10688" cy="16032"/>
            </a:xfrm>
            <a:custGeom>
              <a:avLst/>
              <a:gdLst/>
              <a:ahLst/>
              <a:cxnLst/>
              <a:rect l="l" t="t" r="r" b="b"/>
              <a:pathLst>
                <a:path w="334" h="501" extrusionOk="0">
                  <a:moveTo>
                    <a:pt x="167" y="0"/>
                  </a:moveTo>
                  <a:cubicBezTo>
                    <a:pt x="72" y="0"/>
                    <a:pt x="0" y="72"/>
                    <a:pt x="0" y="167"/>
                  </a:cubicBezTo>
                  <a:lnTo>
                    <a:pt x="0" y="345"/>
                  </a:lnTo>
                  <a:cubicBezTo>
                    <a:pt x="0" y="429"/>
                    <a:pt x="72" y="500"/>
                    <a:pt x="167" y="500"/>
                  </a:cubicBezTo>
                  <a:cubicBezTo>
                    <a:pt x="250" y="500"/>
                    <a:pt x="333" y="429"/>
                    <a:pt x="333" y="345"/>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67"/>
            <p:cNvSpPr/>
            <p:nvPr/>
          </p:nvSpPr>
          <p:spPr>
            <a:xfrm>
              <a:off x="1167821" y="3577106"/>
              <a:ext cx="10688" cy="16032"/>
            </a:xfrm>
            <a:custGeom>
              <a:avLst/>
              <a:gdLst/>
              <a:ahLst/>
              <a:cxnLst/>
              <a:rect l="l" t="t" r="r" b="b"/>
              <a:pathLst>
                <a:path w="334" h="501" extrusionOk="0">
                  <a:moveTo>
                    <a:pt x="167" y="0"/>
                  </a:moveTo>
                  <a:cubicBezTo>
                    <a:pt x="72" y="0"/>
                    <a:pt x="0" y="72"/>
                    <a:pt x="0" y="155"/>
                  </a:cubicBezTo>
                  <a:lnTo>
                    <a:pt x="0" y="334"/>
                  </a:lnTo>
                  <a:cubicBezTo>
                    <a:pt x="0" y="429"/>
                    <a:pt x="72" y="500"/>
                    <a:pt x="167" y="500"/>
                  </a:cubicBezTo>
                  <a:cubicBezTo>
                    <a:pt x="250" y="500"/>
                    <a:pt x="333" y="429"/>
                    <a:pt x="333" y="334"/>
                  </a:cubicBezTo>
                  <a:lnTo>
                    <a:pt x="333" y="155"/>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67"/>
            <p:cNvSpPr/>
            <p:nvPr/>
          </p:nvSpPr>
          <p:spPr>
            <a:xfrm>
              <a:off x="1402509" y="3493266"/>
              <a:ext cx="10688" cy="16064"/>
            </a:xfrm>
            <a:custGeom>
              <a:avLst/>
              <a:gdLst/>
              <a:ahLst/>
              <a:cxnLst/>
              <a:rect l="l" t="t" r="r" b="b"/>
              <a:pathLst>
                <a:path w="334" h="502" extrusionOk="0">
                  <a:moveTo>
                    <a:pt x="167" y="1"/>
                  </a:moveTo>
                  <a:cubicBezTo>
                    <a:pt x="72" y="1"/>
                    <a:pt x="0" y="72"/>
                    <a:pt x="0" y="156"/>
                  </a:cubicBezTo>
                  <a:lnTo>
                    <a:pt x="0" y="334"/>
                  </a:lnTo>
                  <a:cubicBezTo>
                    <a:pt x="0" y="430"/>
                    <a:pt x="72" y="501"/>
                    <a:pt x="167" y="501"/>
                  </a:cubicBezTo>
                  <a:cubicBezTo>
                    <a:pt x="262" y="501"/>
                    <a:pt x="334" y="430"/>
                    <a:pt x="334" y="334"/>
                  </a:cubicBezTo>
                  <a:lnTo>
                    <a:pt x="334" y="156"/>
                  </a:lnTo>
                  <a:cubicBezTo>
                    <a:pt x="334" y="61"/>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67"/>
            <p:cNvSpPr/>
            <p:nvPr/>
          </p:nvSpPr>
          <p:spPr>
            <a:xfrm>
              <a:off x="1393357" y="3526898"/>
              <a:ext cx="15648" cy="14432"/>
            </a:xfrm>
            <a:custGeom>
              <a:avLst/>
              <a:gdLst/>
              <a:ahLst/>
              <a:cxnLst/>
              <a:rect l="l" t="t" r="r" b="b"/>
              <a:pathLst>
                <a:path w="489" h="451" extrusionOk="0">
                  <a:moveTo>
                    <a:pt x="313" y="1"/>
                  </a:moveTo>
                  <a:cubicBezTo>
                    <a:pt x="268" y="1"/>
                    <a:pt x="221" y="16"/>
                    <a:pt x="179" y="45"/>
                  </a:cubicBezTo>
                  <a:lnTo>
                    <a:pt x="60" y="164"/>
                  </a:lnTo>
                  <a:cubicBezTo>
                    <a:pt x="1" y="224"/>
                    <a:pt x="1" y="331"/>
                    <a:pt x="60" y="403"/>
                  </a:cubicBezTo>
                  <a:cubicBezTo>
                    <a:pt x="96" y="438"/>
                    <a:pt x="143" y="450"/>
                    <a:pt x="179" y="450"/>
                  </a:cubicBezTo>
                  <a:cubicBezTo>
                    <a:pt x="227" y="450"/>
                    <a:pt x="274" y="426"/>
                    <a:pt x="298" y="403"/>
                  </a:cubicBezTo>
                  <a:lnTo>
                    <a:pt x="429" y="283"/>
                  </a:lnTo>
                  <a:cubicBezTo>
                    <a:pt x="489" y="212"/>
                    <a:pt x="489" y="105"/>
                    <a:pt x="429" y="45"/>
                  </a:cubicBezTo>
                  <a:cubicBezTo>
                    <a:pt x="399" y="16"/>
                    <a:pt x="358" y="1"/>
                    <a:pt x="3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67"/>
            <p:cNvSpPr/>
            <p:nvPr/>
          </p:nvSpPr>
          <p:spPr>
            <a:xfrm>
              <a:off x="1402509" y="3453650"/>
              <a:ext cx="10688" cy="16032"/>
            </a:xfrm>
            <a:custGeom>
              <a:avLst/>
              <a:gdLst/>
              <a:ahLst/>
              <a:cxnLst/>
              <a:rect l="l" t="t" r="r" b="b"/>
              <a:pathLst>
                <a:path w="334" h="501" extrusionOk="0">
                  <a:moveTo>
                    <a:pt x="167" y="1"/>
                  </a:moveTo>
                  <a:cubicBezTo>
                    <a:pt x="72" y="1"/>
                    <a:pt x="0" y="72"/>
                    <a:pt x="0" y="167"/>
                  </a:cubicBezTo>
                  <a:lnTo>
                    <a:pt x="0" y="346"/>
                  </a:lnTo>
                  <a:cubicBezTo>
                    <a:pt x="0" y="429"/>
                    <a:pt x="72"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67"/>
            <p:cNvSpPr/>
            <p:nvPr/>
          </p:nvSpPr>
          <p:spPr>
            <a:xfrm>
              <a:off x="1171629" y="3612306"/>
              <a:ext cx="15264" cy="14752"/>
            </a:xfrm>
            <a:custGeom>
              <a:avLst/>
              <a:gdLst/>
              <a:ahLst/>
              <a:cxnLst/>
              <a:rect l="l" t="t" r="r" b="b"/>
              <a:pathLst>
                <a:path w="477" h="461" extrusionOk="0">
                  <a:moveTo>
                    <a:pt x="179" y="0"/>
                  </a:moveTo>
                  <a:cubicBezTo>
                    <a:pt x="139" y="0"/>
                    <a:pt x="100" y="15"/>
                    <a:pt x="72" y="43"/>
                  </a:cubicBezTo>
                  <a:cubicBezTo>
                    <a:pt x="0" y="103"/>
                    <a:pt x="0" y="210"/>
                    <a:pt x="60" y="270"/>
                  </a:cubicBezTo>
                  <a:lnTo>
                    <a:pt x="179" y="401"/>
                  </a:lnTo>
                  <a:cubicBezTo>
                    <a:pt x="214" y="448"/>
                    <a:pt x="250" y="460"/>
                    <a:pt x="298" y="460"/>
                  </a:cubicBezTo>
                  <a:cubicBezTo>
                    <a:pt x="345" y="460"/>
                    <a:pt x="369" y="448"/>
                    <a:pt x="405" y="412"/>
                  </a:cubicBezTo>
                  <a:cubicBezTo>
                    <a:pt x="465" y="365"/>
                    <a:pt x="476" y="270"/>
                    <a:pt x="417" y="186"/>
                  </a:cubicBezTo>
                  <a:lnTo>
                    <a:pt x="298" y="55"/>
                  </a:lnTo>
                  <a:cubicBezTo>
                    <a:pt x="267" y="18"/>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67"/>
            <p:cNvSpPr/>
            <p:nvPr/>
          </p:nvSpPr>
          <p:spPr>
            <a:xfrm>
              <a:off x="1285549" y="3548914"/>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67"/>
            <p:cNvSpPr/>
            <p:nvPr/>
          </p:nvSpPr>
          <p:spPr>
            <a:xfrm>
              <a:off x="1285549" y="3593490"/>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67"/>
            <p:cNvSpPr/>
            <p:nvPr/>
          </p:nvSpPr>
          <p:spPr>
            <a:xfrm>
              <a:off x="1285549" y="3638450"/>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67"/>
            <p:cNvSpPr/>
            <p:nvPr/>
          </p:nvSpPr>
          <p:spPr>
            <a:xfrm>
              <a:off x="1201325" y="3627026"/>
              <a:ext cx="16032" cy="10304"/>
            </a:xfrm>
            <a:custGeom>
              <a:avLst/>
              <a:gdLst/>
              <a:ahLst/>
              <a:cxnLst/>
              <a:rect l="l" t="t" r="r" b="b"/>
              <a:pathLst>
                <a:path w="501" h="322" extrusionOk="0">
                  <a:moveTo>
                    <a:pt x="156" y="0"/>
                  </a:moveTo>
                  <a:cubicBezTo>
                    <a:pt x="72" y="0"/>
                    <a:pt x="1" y="72"/>
                    <a:pt x="1" y="167"/>
                  </a:cubicBezTo>
                  <a:cubicBezTo>
                    <a:pt x="1" y="250"/>
                    <a:pt x="72" y="322"/>
                    <a:pt x="156" y="322"/>
                  </a:cubicBezTo>
                  <a:lnTo>
                    <a:pt x="334" y="322"/>
                  </a:lnTo>
                  <a:cubicBezTo>
                    <a:pt x="429" y="322"/>
                    <a:pt x="501" y="250"/>
                    <a:pt x="501" y="167"/>
                  </a:cubicBezTo>
                  <a:cubicBezTo>
                    <a:pt x="501" y="72"/>
                    <a:pt x="429"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67"/>
            <p:cNvSpPr/>
            <p:nvPr/>
          </p:nvSpPr>
          <p:spPr>
            <a:xfrm>
              <a:off x="1363629" y="3537490"/>
              <a:ext cx="16032" cy="10304"/>
            </a:xfrm>
            <a:custGeom>
              <a:avLst/>
              <a:gdLst/>
              <a:ahLst/>
              <a:cxnLst/>
              <a:rect l="l" t="t" r="r" b="b"/>
              <a:pathLst>
                <a:path w="501" h="322" extrusionOk="0">
                  <a:moveTo>
                    <a:pt x="168" y="0"/>
                  </a:moveTo>
                  <a:cubicBezTo>
                    <a:pt x="72" y="0"/>
                    <a:pt x="1" y="72"/>
                    <a:pt x="1" y="167"/>
                  </a:cubicBezTo>
                  <a:cubicBezTo>
                    <a:pt x="1" y="250"/>
                    <a:pt x="72" y="322"/>
                    <a:pt x="168" y="322"/>
                  </a:cubicBezTo>
                  <a:lnTo>
                    <a:pt x="334" y="322"/>
                  </a:lnTo>
                  <a:cubicBezTo>
                    <a:pt x="430" y="322"/>
                    <a:pt x="501" y="250"/>
                    <a:pt x="501" y="167"/>
                  </a:cubicBezTo>
                  <a:cubicBezTo>
                    <a:pt x="501" y="72"/>
                    <a:pt x="430"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65" name="Google Shape;12665;p67"/>
          <p:cNvSpPr/>
          <p:nvPr/>
        </p:nvSpPr>
        <p:spPr>
          <a:xfrm>
            <a:off x="1709197" y="3430042"/>
            <a:ext cx="262944" cy="354720"/>
          </a:xfrm>
          <a:custGeom>
            <a:avLst/>
            <a:gdLst/>
            <a:ahLst/>
            <a:cxnLst/>
            <a:rect l="l" t="t" r="r" b="b"/>
            <a:pathLst>
              <a:path w="8217" h="11085" extrusionOk="0">
                <a:moveTo>
                  <a:pt x="5359" y="1298"/>
                </a:moveTo>
                <a:cubicBezTo>
                  <a:pt x="5775" y="1298"/>
                  <a:pt x="6180" y="1370"/>
                  <a:pt x="6526" y="1465"/>
                </a:cubicBezTo>
                <a:cubicBezTo>
                  <a:pt x="6728" y="1524"/>
                  <a:pt x="6930" y="1584"/>
                  <a:pt x="7085" y="1643"/>
                </a:cubicBezTo>
                <a:cubicBezTo>
                  <a:pt x="7004" y="1642"/>
                  <a:pt x="6923" y="1641"/>
                  <a:pt x="6842" y="1641"/>
                </a:cubicBezTo>
                <a:cubicBezTo>
                  <a:pt x="6387" y="1641"/>
                  <a:pt x="5932" y="1671"/>
                  <a:pt x="5478" y="1762"/>
                </a:cubicBezTo>
                <a:cubicBezTo>
                  <a:pt x="4811" y="1881"/>
                  <a:pt x="4144" y="2108"/>
                  <a:pt x="3513" y="2405"/>
                </a:cubicBezTo>
                <a:cubicBezTo>
                  <a:pt x="3489" y="2417"/>
                  <a:pt x="3454" y="2429"/>
                  <a:pt x="3418" y="2441"/>
                </a:cubicBezTo>
                <a:cubicBezTo>
                  <a:pt x="3394" y="2262"/>
                  <a:pt x="3442" y="1941"/>
                  <a:pt x="3835" y="1703"/>
                </a:cubicBezTo>
                <a:cubicBezTo>
                  <a:pt x="4323" y="1405"/>
                  <a:pt x="4859" y="1298"/>
                  <a:pt x="5359" y="1298"/>
                </a:cubicBezTo>
                <a:close/>
                <a:moveTo>
                  <a:pt x="1537" y="298"/>
                </a:moveTo>
                <a:cubicBezTo>
                  <a:pt x="1465" y="679"/>
                  <a:pt x="1406" y="1179"/>
                  <a:pt x="1406" y="1715"/>
                </a:cubicBezTo>
                <a:cubicBezTo>
                  <a:pt x="1406" y="2251"/>
                  <a:pt x="1453" y="2763"/>
                  <a:pt x="1537" y="3132"/>
                </a:cubicBezTo>
                <a:cubicBezTo>
                  <a:pt x="1465" y="3144"/>
                  <a:pt x="1406" y="3203"/>
                  <a:pt x="1406" y="3298"/>
                </a:cubicBezTo>
                <a:cubicBezTo>
                  <a:pt x="1406" y="3382"/>
                  <a:pt x="1477" y="3453"/>
                  <a:pt x="1573" y="3453"/>
                </a:cubicBezTo>
                <a:cubicBezTo>
                  <a:pt x="1668" y="3453"/>
                  <a:pt x="1751" y="3548"/>
                  <a:pt x="1751" y="3632"/>
                </a:cubicBezTo>
                <a:cubicBezTo>
                  <a:pt x="1751" y="3739"/>
                  <a:pt x="1656" y="3822"/>
                  <a:pt x="1573" y="3822"/>
                </a:cubicBezTo>
                <a:lnTo>
                  <a:pt x="525" y="3822"/>
                </a:lnTo>
                <a:cubicBezTo>
                  <a:pt x="418" y="3822"/>
                  <a:pt x="346" y="3727"/>
                  <a:pt x="346" y="3632"/>
                </a:cubicBezTo>
                <a:cubicBezTo>
                  <a:pt x="346" y="3536"/>
                  <a:pt x="441" y="3453"/>
                  <a:pt x="525" y="3453"/>
                </a:cubicBezTo>
                <a:lnTo>
                  <a:pt x="870" y="3453"/>
                </a:lnTo>
                <a:cubicBezTo>
                  <a:pt x="953" y="3453"/>
                  <a:pt x="1037" y="3382"/>
                  <a:pt x="1037" y="3298"/>
                </a:cubicBezTo>
                <a:cubicBezTo>
                  <a:pt x="1037" y="3203"/>
                  <a:pt x="953" y="3132"/>
                  <a:pt x="870" y="3132"/>
                </a:cubicBezTo>
                <a:lnTo>
                  <a:pt x="560" y="3132"/>
                </a:lnTo>
                <a:cubicBezTo>
                  <a:pt x="632" y="2763"/>
                  <a:pt x="691" y="2251"/>
                  <a:pt x="691" y="1715"/>
                </a:cubicBezTo>
                <a:cubicBezTo>
                  <a:pt x="691" y="1179"/>
                  <a:pt x="644" y="679"/>
                  <a:pt x="560" y="298"/>
                </a:cubicBezTo>
                <a:close/>
                <a:moveTo>
                  <a:pt x="4723" y="3566"/>
                </a:moveTo>
                <a:cubicBezTo>
                  <a:pt x="5218" y="3566"/>
                  <a:pt x="5698" y="3690"/>
                  <a:pt x="6168" y="3953"/>
                </a:cubicBezTo>
                <a:cubicBezTo>
                  <a:pt x="6692" y="4251"/>
                  <a:pt x="7073" y="4715"/>
                  <a:pt x="7299" y="5346"/>
                </a:cubicBezTo>
                <a:cubicBezTo>
                  <a:pt x="7383" y="5608"/>
                  <a:pt x="7430" y="5846"/>
                  <a:pt x="7466" y="6001"/>
                </a:cubicBezTo>
                <a:cubicBezTo>
                  <a:pt x="6823" y="5763"/>
                  <a:pt x="5049" y="5013"/>
                  <a:pt x="3978" y="3656"/>
                </a:cubicBezTo>
                <a:cubicBezTo>
                  <a:pt x="4230" y="3596"/>
                  <a:pt x="4478" y="3566"/>
                  <a:pt x="4723" y="3566"/>
                </a:cubicBezTo>
                <a:close/>
                <a:moveTo>
                  <a:pt x="1537" y="4144"/>
                </a:moveTo>
                <a:cubicBezTo>
                  <a:pt x="1465" y="4513"/>
                  <a:pt x="1406" y="5025"/>
                  <a:pt x="1406" y="5561"/>
                </a:cubicBezTo>
                <a:cubicBezTo>
                  <a:pt x="1406" y="6096"/>
                  <a:pt x="1453" y="6596"/>
                  <a:pt x="1537" y="6977"/>
                </a:cubicBezTo>
                <a:lnTo>
                  <a:pt x="560" y="6977"/>
                </a:lnTo>
                <a:cubicBezTo>
                  <a:pt x="632" y="6596"/>
                  <a:pt x="691" y="6096"/>
                  <a:pt x="691" y="5561"/>
                </a:cubicBezTo>
                <a:cubicBezTo>
                  <a:pt x="691" y="5025"/>
                  <a:pt x="632" y="4513"/>
                  <a:pt x="560" y="4144"/>
                </a:cubicBezTo>
                <a:close/>
                <a:moveTo>
                  <a:pt x="1573" y="7299"/>
                </a:moveTo>
                <a:cubicBezTo>
                  <a:pt x="1656" y="7299"/>
                  <a:pt x="1751" y="7370"/>
                  <a:pt x="1751" y="7477"/>
                </a:cubicBezTo>
                <a:cubicBezTo>
                  <a:pt x="1751" y="7585"/>
                  <a:pt x="1656" y="7656"/>
                  <a:pt x="1573" y="7656"/>
                </a:cubicBezTo>
                <a:lnTo>
                  <a:pt x="525" y="7656"/>
                </a:lnTo>
                <a:cubicBezTo>
                  <a:pt x="418" y="7656"/>
                  <a:pt x="346" y="7573"/>
                  <a:pt x="346" y="7477"/>
                </a:cubicBezTo>
                <a:cubicBezTo>
                  <a:pt x="346" y="7394"/>
                  <a:pt x="441" y="7299"/>
                  <a:pt x="525" y="7299"/>
                </a:cubicBezTo>
                <a:close/>
                <a:moveTo>
                  <a:pt x="3966" y="5310"/>
                </a:moveTo>
                <a:cubicBezTo>
                  <a:pt x="5049" y="6751"/>
                  <a:pt x="6109" y="7489"/>
                  <a:pt x="6526" y="7751"/>
                </a:cubicBezTo>
                <a:lnTo>
                  <a:pt x="5466" y="8799"/>
                </a:lnTo>
                <a:cubicBezTo>
                  <a:pt x="4251" y="7799"/>
                  <a:pt x="3501" y="6156"/>
                  <a:pt x="3311" y="5680"/>
                </a:cubicBezTo>
                <a:lnTo>
                  <a:pt x="3966" y="5310"/>
                </a:lnTo>
                <a:close/>
                <a:moveTo>
                  <a:pt x="1525" y="7989"/>
                </a:moveTo>
                <a:cubicBezTo>
                  <a:pt x="1453" y="8358"/>
                  <a:pt x="1394" y="8859"/>
                  <a:pt x="1394" y="9394"/>
                </a:cubicBezTo>
                <a:cubicBezTo>
                  <a:pt x="1406" y="9930"/>
                  <a:pt x="1453" y="10442"/>
                  <a:pt x="1525" y="10811"/>
                </a:cubicBezTo>
                <a:lnTo>
                  <a:pt x="537" y="10811"/>
                </a:lnTo>
                <a:cubicBezTo>
                  <a:pt x="608" y="10442"/>
                  <a:pt x="668" y="9930"/>
                  <a:pt x="668" y="9394"/>
                </a:cubicBezTo>
                <a:cubicBezTo>
                  <a:pt x="668" y="8859"/>
                  <a:pt x="632" y="8358"/>
                  <a:pt x="537" y="7989"/>
                </a:cubicBezTo>
                <a:close/>
                <a:moveTo>
                  <a:pt x="346" y="0"/>
                </a:moveTo>
                <a:cubicBezTo>
                  <a:pt x="299" y="0"/>
                  <a:pt x="239" y="36"/>
                  <a:pt x="215" y="60"/>
                </a:cubicBezTo>
                <a:cubicBezTo>
                  <a:pt x="179" y="107"/>
                  <a:pt x="168" y="155"/>
                  <a:pt x="179" y="215"/>
                </a:cubicBezTo>
                <a:cubicBezTo>
                  <a:pt x="287" y="560"/>
                  <a:pt x="346" y="1119"/>
                  <a:pt x="346" y="1727"/>
                </a:cubicBezTo>
                <a:cubicBezTo>
                  <a:pt x="346" y="2346"/>
                  <a:pt x="287" y="2905"/>
                  <a:pt x="179" y="3251"/>
                </a:cubicBezTo>
                <a:cubicBezTo>
                  <a:pt x="84" y="3334"/>
                  <a:pt x="1" y="3489"/>
                  <a:pt x="1" y="3632"/>
                </a:cubicBezTo>
                <a:cubicBezTo>
                  <a:pt x="1" y="3786"/>
                  <a:pt x="84" y="3929"/>
                  <a:pt x="179" y="4025"/>
                </a:cubicBezTo>
                <a:cubicBezTo>
                  <a:pt x="287" y="4370"/>
                  <a:pt x="346" y="4929"/>
                  <a:pt x="346" y="5549"/>
                </a:cubicBezTo>
                <a:cubicBezTo>
                  <a:pt x="346" y="6156"/>
                  <a:pt x="287" y="6715"/>
                  <a:pt x="179" y="7061"/>
                </a:cubicBezTo>
                <a:cubicBezTo>
                  <a:pt x="84" y="7156"/>
                  <a:pt x="1" y="7299"/>
                  <a:pt x="1" y="7454"/>
                </a:cubicBezTo>
                <a:cubicBezTo>
                  <a:pt x="1" y="7596"/>
                  <a:pt x="84" y="7751"/>
                  <a:pt x="179" y="7835"/>
                </a:cubicBezTo>
                <a:cubicBezTo>
                  <a:pt x="287" y="8180"/>
                  <a:pt x="346" y="8739"/>
                  <a:pt x="346" y="9359"/>
                </a:cubicBezTo>
                <a:cubicBezTo>
                  <a:pt x="346" y="9966"/>
                  <a:pt x="287" y="10525"/>
                  <a:pt x="179" y="10871"/>
                </a:cubicBezTo>
                <a:cubicBezTo>
                  <a:pt x="168" y="10918"/>
                  <a:pt x="179" y="10978"/>
                  <a:pt x="215" y="11025"/>
                </a:cubicBezTo>
                <a:cubicBezTo>
                  <a:pt x="239" y="11061"/>
                  <a:pt x="287" y="11085"/>
                  <a:pt x="346" y="11085"/>
                </a:cubicBezTo>
                <a:lnTo>
                  <a:pt x="1751" y="11085"/>
                </a:lnTo>
                <a:cubicBezTo>
                  <a:pt x="1787" y="11085"/>
                  <a:pt x="1846" y="11049"/>
                  <a:pt x="1882" y="11025"/>
                </a:cubicBezTo>
                <a:cubicBezTo>
                  <a:pt x="1906" y="10978"/>
                  <a:pt x="1930" y="10930"/>
                  <a:pt x="1906" y="10871"/>
                </a:cubicBezTo>
                <a:cubicBezTo>
                  <a:pt x="1799" y="10525"/>
                  <a:pt x="1739" y="9966"/>
                  <a:pt x="1739" y="9359"/>
                </a:cubicBezTo>
                <a:cubicBezTo>
                  <a:pt x="1739" y="8739"/>
                  <a:pt x="1799" y="8180"/>
                  <a:pt x="1906" y="7835"/>
                </a:cubicBezTo>
                <a:cubicBezTo>
                  <a:pt x="2013" y="7751"/>
                  <a:pt x="2084" y="7596"/>
                  <a:pt x="2084" y="7454"/>
                </a:cubicBezTo>
                <a:cubicBezTo>
                  <a:pt x="2084" y="7299"/>
                  <a:pt x="2013" y="7156"/>
                  <a:pt x="1906" y="7061"/>
                </a:cubicBezTo>
                <a:cubicBezTo>
                  <a:pt x="1799" y="6715"/>
                  <a:pt x="1739" y="6156"/>
                  <a:pt x="1739" y="5549"/>
                </a:cubicBezTo>
                <a:cubicBezTo>
                  <a:pt x="1739" y="5346"/>
                  <a:pt x="1739" y="5156"/>
                  <a:pt x="1763" y="4977"/>
                </a:cubicBezTo>
                <a:cubicBezTo>
                  <a:pt x="1882" y="4846"/>
                  <a:pt x="2299" y="4453"/>
                  <a:pt x="2870" y="4120"/>
                </a:cubicBezTo>
                <a:lnTo>
                  <a:pt x="3347" y="5287"/>
                </a:lnTo>
                <a:lnTo>
                  <a:pt x="3037" y="5465"/>
                </a:lnTo>
                <a:cubicBezTo>
                  <a:pt x="2966" y="5513"/>
                  <a:pt x="2930" y="5584"/>
                  <a:pt x="2966" y="5668"/>
                </a:cubicBezTo>
                <a:cubicBezTo>
                  <a:pt x="2989" y="5751"/>
                  <a:pt x="3823" y="7942"/>
                  <a:pt x="5394" y="9144"/>
                </a:cubicBezTo>
                <a:cubicBezTo>
                  <a:pt x="5418" y="9180"/>
                  <a:pt x="5454" y="9180"/>
                  <a:pt x="5490" y="9180"/>
                </a:cubicBezTo>
                <a:cubicBezTo>
                  <a:pt x="5537" y="9180"/>
                  <a:pt x="5585" y="9156"/>
                  <a:pt x="5609" y="9132"/>
                </a:cubicBezTo>
                <a:lnTo>
                  <a:pt x="6918" y="7823"/>
                </a:lnTo>
                <a:cubicBezTo>
                  <a:pt x="6954" y="7787"/>
                  <a:pt x="6978" y="7727"/>
                  <a:pt x="6966" y="7692"/>
                </a:cubicBezTo>
                <a:cubicBezTo>
                  <a:pt x="6954" y="7644"/>
                  <a:pt x="6918" y="7596"/>
                  <a:pt x="6883" y="7573"/>
                </a:cubicBezTo>
                <a:cubicBezTo>
                  <a:pt x="6883" y="7573"/>
                  <a:pt x="6537" y="7394"/>
                  <a:pt x="6049" y="6989"/>
                </a:cubicBezTo>
                <a:cubicBezTo>
                  <a:pt x="5585" y="6620"/>
                  <a:pt x="4871" y="5965"/>
                  <a:pt x="4156" y="4989"/>
                </a:cubicBezTo>
                <a:cubicBezTo>
                  <a:pt x="4128" y="4946"/>
                  <a:pt x="4078" y="4925"/>
                  <a:pt x="4029" y="4925"/>
                </a:cubicBezTo>
                <a:cubicBezTo>
                  <a:pt x="3997" y="4925"/>
                  <a:pt x="3966" y="4934"/>
                  <a:pt x="3942" y="4953"/>
                </a:cubicBezTo>
                <a:lnTo>
                  <a:pt x="3644" y="5132"/>
                </a:lnTo>
                <a:lnTo>
                  <a:pt x="3168" y="3965"/>
                </a:lnTo>
                <a:cubicBezTo>
                  <a:pt x="3335" y="3894"/>
                  <a:pt x="3501" y="3822"/>
                  <a:pt x="3668" y="3763"/>
                </a:cubicBezTo>
                <a:cubicBezTo>
                  <a:pt x="4359" y="4691"/>
                  <a:pt x="5394" y="5370"/>
                  <a:pt x="6133" y="5751"/>
                </a:cubicBezTo>
                <a:cubicBezTo>
                  <a:pt x="6954" y="6180"/>
                  <a:pt x="7597" y="6394"/>
                  <a:pt x="7621" y="6406"/>
                </a:cubicBezTo>
                <a:cubicBezTo>
                  <a:pt x="7645" y="6406"/>
                  <a:pt x="7657" y="6418"/>
                  <a:pt x="7669" y="6418"/>
                </a:cubicBezTo>
                <a:cubicBezTo>
                  <a:pt x="7704" y="6418"/>
                  <a:pt x="7740" y="6406"/>
                  <a:pt x="7776" y="6394"/>
                </a:cubicBezTo>
                <a:cubicBezTo>
                  <a:pt x="7823" y="6358"/>
                  <a:pt x="7835" y="6299"/>
                  <a:pt x="7835" y="6263"/>
                </a:cubicBezTo>
                <a:cubicBezTo>
                  <a:pt x="7835" y="6239"/>
                  <a:pt x="7811" y="5811"/>
                  <a:pt x="7633" y="5275"/>
                </a:cubicBezTo>
                <a:cubicBezTo>
                  <a:pt x="7383" y="4560"/>
                  <a:pt x="6942" y="4013"/>
                  <a:pt x="6359" y="3679"/>
                </a:cubicBezTo>
                <a:cubicBezTo>
                  <a:pt x="5848" y="3401"/>
                  <a:pt x="5309" y="3261"/>
                  <a:pt x="4754" y="3261"/>
                </a:cubicBezTo>
                <a:cubicBezTo>
                  <a:pt x="4171" y="3261"/>
                  <a:pt x="3570" y="3416"/>
                  <a:pt x="2966" y="3727"/>
                </a:cubicBezTo>
                <a:cubicBezTo>
                  <a:pt x="2477" y="3977"/>
                  <a:pt x="2084" y="4275"/>
                  <a:pt x="1834" y="4501"/>
                </a:cubicBezTo>
                <a:cubicBezTo>
                  <a:pt x="1858" y="4322"/>
                  <a:pt x="1894" y="4179"/>
                  <a:pt x="1918" y="4060"/>
                </a:cubicBezTo>
                <a:cubicBezTo>
                  <a:pt x="2013" y="3977"/>
                  <a:pt x="2073" y="3858"/>
                  <a:pt x="2096" y="3739"/>
                </a:cubicBezTo>
                <a:cubicBezTo>
                  <a:pt x="2263" y="3608"/>
                  <a:pt x="2811" y="3132"/>
                  <a:pt x="3692" y="2715"/>
                </a:cubicBezTo>
                <a:cubicBezTo>
                  <a:pt x="4299" y="2429"/>
                  <a:pt x="4930" y="2227"/>
                  <a:pt x="5585" y="2108"/>
                </a:cubicBezTo>
                <a:cubicBezTo>
                  <a:pt x="6017" y="2024"/>
                  <a:pt x="6460" y="1982"/>
                  <a:pt x="6905" y="1982"/>
                </a:cubicBezTo>
                <a:cubicBezTo>
                  <a:pt x="7282" y="1982"/>
                  <a:pt x="7661" y="2012"/>
                  <a:pt x="8038" y="2072"/>
                </a:cubicBezTo>
                <a:cubicBezTo>
                  <a:pt x="8050" y="2076"/>
                  <a:pt x="8063" y="2078"/>
                  <a:pt x="8076" y="2078"/>
                </a:cubicBezTo>
                <a:cubicBezTo>
                  <a:pt x="8137" y="2078"/>
                  <a:pt x="8197" y="2036"/>
                  <a:pt x="8216" y="1977"/>
                </a:cubicBezTo>
                <a:cubicBezTo>
                  <a:pt x="8204" y="1870"/>
                  <a:pt x="8180" y="1798"/>
                  <a:pt x="8121" y="1751"/>
                </a:cubicBezTo>
                <a:cubicBezTo>
                  <a:pt x="8085" y="1727"/>
                  <a:pt x="7478" y="1381"/>
                  <a:pt x="6609" y="1155"/>
                </a:cubicBezTo>
                <a:cubicBezTo>
                  <a:pt x="6168" y="1040"/>
                  <a:pt x="5744" y="982"/>
                  <a:pt x="5346" y="982"/>
                </a:cubicBezTo>
                <a:cubicBezTo>
                  <a:pt x="4713" y="982"/>
                  <a:pt x="4143" y="1129"/>
                  <a:pt x="3668" y="1429"/>
                </a:cubicBezTo>
                <a:cubicBezTo>
                  <a:pt x="3097" y="1786"/>
                  <a:pt x="3049" y="2310"/>
                  <a:pt x="3120" y="2608"/>
                </a:cubicBezTo>
                <a:cubicBezTo>
                  <a:pt x="2596" y="2894"/>
                  <a:pt x="2204" y="3179"/>
                  <a:pt x="2001" y="3358"/>
                </a:cubicBezTo>
                <a:cubicBezTo>
                  <a:pt x="1965" y="3310"/>
                  <a:pt x="1942" y="3286"/>
                  <a:pt x="1906" y="3251"/>
                </a:cubicBezTo>
                <a:cubicBezTo>
                  <a:pt x="1799" y="2905"/>
                  <a:pt x="1739" y="2346"/>
                  <a:pt x="1739" y="1727"/>
                </a:cubicBezTo>
                <a:cubicBezTo>
                  <a:pt x="1739" y="1119"/>
                  <a:pt x="1799" y="560"/>
                  <a:pt x="1906" y="215"/>
                </a:cubicBezTo>
                <a:cubicBezTo>
                  <a:pt x="1930" y="167"/>
                  <a:pt x="1906" y="107"/>
                  <a:pt x="1882" y="60"/>
                </a:cubicBezTo>
                <a:cubicBezTo>
                  <a:pt x="1846" y="24"/>
                  <a:pt x="1799"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66" name="Google Shape;12666;p67"/>
          <p:cNvGrpSpPr/>
          <p:nvPr/>
        </p:nvGrpSpPr>
        <p:grpSpPr>
          <a:xfrm>
            <a:off x="2795053" y="3428794"/>
            <a:ext cx="288448" cy="357120"/>
            <a:chOff x="2795053" y="3352594"/>
            <a:chExt cx="288448" cy="357120"/>
          </a:xfrm>
        </p:grpSpPr>
        <p:sp>
          <p:nvSpPr>
            <p:cNvPr id="12667" name="Google Shape;12667;p67"/>
            <p:cNvSpPr/>
            <p:nvPr/>
          </p:nvSpPr>
          <p:spPr>
            <a:xfrm>
              <a:off x="2839629" y="3550386"/>
              <a:ext cx="19840" cy="16448"/>
            </a:xfrm>
            <a:custGeom>
              <a:avLst/>
              <a:gdLst/>
              <a:ahLst/>
              <a:cxnLst/>
              <a:rect l="l" t="t" r="r" b="b"/>
              <a:pathLst>
                <a:path w="620" h="514" extrusionOk="0">
                  <a:moveTo>
                    <a:pt x="443" y="1"/>
                  </a:moveTo>
                  <a:cubicBezTo>
                    <a:pt x="413" y="1"/>
                    <a:pt x="383" y="9"/>
                    <a:pt x="358" y="26"/>
                  </a:cubicBezTo>
                  <a:lnTo>
                    <a:pt x="84" y="216"/>
                  </a:lnTo>
                  <a:cubicBezTo>
                    <a:pt x="13" y="264"/>
                    <a:pt x="1" y="371"/>
                    <a:pt x="36" y="442"/>
                  </a:cubicBezTo>
                  <a:cubicBezTo>
                    <a:pt x="72" y="490"/>
                    <a:pt x="132" y="514"/>
                    <a:pt x="179" y="514"/>
                  </a:cubicBezTo>
                  <a:cubicBezTo>
                    <a:pt x="203" y="514"/>
                    <a:pt x="239" y="502"/>
                    <a:pt x="263" y="490"/>
                  </a:cubicBezTo>
                  <a:lnTo>
                    <a:pt x="537" y="300"/>
                  </a:lnTo>
                  <a:cubicBezTo>
                    <a:pt x="608" y="240"/>
                    <a:pt x="620" y="145"/>
                    <a:pt x="572" y="73"/>
                  </a:cubicBezTo>
                  <a:cubicBezTo>
                    <a:pt x="549" y="27"/>
                    <a:pt x="496" y="1"/>
                    <a:pt x="4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67"/>
            <p:cNvSpPr/>
            <p:nvPr/>
          </p:nvSpPr>
          <p:spPr>
            <a:xfrm>
              <a:off x="2865165" y="3511410"/>
              <a:ext cx="50688" cy="37536"/>
            </a:xfrm>
            <a:custGeom>
              <a:avLst/>
              <a:gdLst/>
              <a:ahLst/>
              <a:cxnLst/>
              <a:rect l="l" t="t" r="r" b="b"/>
              <a:pathLst>
                <a:path w="1584" h="1173" extrusionOk="0">
                  <a:moveTo>
                    <a:pt x="1395" y="1"/>
                  </a:moveTo>
                  <a:cubicBezTo>
                    <a:pt x="1361" y="1"/>
                    <a:pt x="1327" y="10"/>
                    <a:pt x="1298" y="29"/>
                  </a:cubicBezTo>
                  <a:lnTo>
                    <a:pt x="96" y="875"/>
                  </a:lnTo>
                  <a:cubicBezTo>
                    <a:pt x="12" y="922"/>
                    <a:pt x="0" y="1018"/>
                    <a:pt x="48" y="1101"/>
                  </a:cubicBezTo>
                  <a:cubicBezTo>
                    <a:pt x="72" y="1137"/>
                    <a:pt x="131" y="1172"/>
                    <a:pt x="179" y="1172"/>
                  </a:cubicBezTo>
                  <a:cubicBezTo>
                    <a:pt x="215" y="1172"/>
                    <a:pt x="239" y="1160"/>
                    <a:pt x="274" y="1137"/>
                  </a:cubicBezTo>
                  <a:lnTo>
                    <a:pt x="1477" y="291"/>
                  </a:lnTo>
                  <a:cubicBezTo>
                    <a:pt x="1548" y="232"/>
                    <a:pt x="1584" y="125"/>
                    <a:pt x="1524" y="65"/>
                  </a:cubicBezTo>
                  <a:cubicBezTo>
                    <a:pt x="1496" y="22"/>
                    <a:pt x="1446" y="1"/>
                    <a:pt x="1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67"/>
            <p:cNvSpPr/>
            <p:nvPr/>
          </p:nvSpPr>
          <p:spPr>
            <a:xfrm>
              <a:off x="2795053" y="3352594"/>
              <a:ext cx="288448" cy="357120"/>
            </a:xfrm>
            <a:custGeom>
              <a:avLst/>
              <a:gdLst/>
              <a:ahLst/>
              <a:cxnLst/>
              <a:rect l="l" t="t" r="r" b="b"/>
              <a:pathLst>
                <a:path w="9014" h="11160" extrusionOk="0">
                  <a:moveTo>
                    <a:pt x="3311" y="361"/>
                  </a:moveTo>
                  <a:cubicBezTo>
                    <a:pt x="3465" y="361"/>
                    <a:pt x="3620" y="385"/>
                    <a:pt x="3763" y="468"/>
                  </a:cubicBezTo>
                  <a:cubicBezTo>
                    <a:pt x="4454" y="825"/>
                    <a:pt x="4585" y="1861"/>
                    <a:pt x="4573" y="2682"/>
                  </a:cubicBezTo>
                  <a:cubicBezTo>
                    <a:pt x="4561" y="3278"/>
                    <a:pt x="4477" y="3837"/>
                    <a:pt x="4418" y="4171"/>
                  </a:cubicBezTo>
                  <a:cubicBezTo>
                    <a:pt x="4398" y="4220"/>
                    <a:pt x="4355" y="4260"/>
                    <a:pt x="4300" y="4260"/>
                  </a:cubicBezTo>
                  <a:cubicBezTo>
                    <a:pt x="4288" y="4260"/>
                    <a:pt x="4276" y="4258"/>
                    <a:pt x="4263" y="4254"/>
                  </a:cubicBezTo>
                  <a:cubicBezTo>
                    <a:pt x="3930" y="4195"/>
                    <a:pt x="3382" y="4099"/>
                    <a:pt x="2811" y="3885"/>
                  </a:cubicBezTo>
                  <a:cubicBezTo>
                    <a:pt x="2037" y="3623"/>
                    <a:pt x="1120" y="3147"/>
                    <a:pt x="1013" y="2385"/>
                  </a:cubicBezTo>
                  <a:cubicBezTo>
                    <a:pt x="989" y="2111"/>
                    <a:pt x="1060" y="1849"/>
                    <a:pt x="1227" y="1623"/>
                  </a:cubicBezTo>
                  <a:cubicBezTo>
                    <a:pt x="1465" y="1325"/>
                    <a:pt x="1739" y="1218"/>
                    <a:pt x="1953" y="1206"/>
                  </a:cubicBezTo>
                  <a:cubicBezTo>
                    <a:pt x="2120" y="1194"/>
                    <a:pt x="2263" y="1087"/>
                    <a:pt x="2334" y="944"/>
                  </a:cubicBezTo>
                  <a:cubicBezTo>
                    <a:pt x="2430" y="766"/>
                    <a:pt x="2620" y="527"/>
                    <a:pt x="2977" y="408"/>
                  </a:cubicBezTo>
                  <a:cubicBezTo>
                    <a:pt x="3084" y="373"/>
                    <a:pt x="3192" y="361"/>
                    <a:pt x="3311" y="361"/>
                  </a:cubicBezTo>
                  <a:close/>
                  <a:moveTo>
                    <a:pt x="6699" y="947"/>
                  </a:moveTo>
                  <a:cubicBezTo>
                    <a:pt x="6925" y="947"/>
                    <a:pt x="7145" y="1020"/>
                    <a:pt x="7323" y="1158"/>
                  </a:cubicBezTo>
                  <a:cubicBezTo>
                    <a:pt x="7621" y="1397"/>
                    <a:pt x="7728" y="1682"/>
                    <a:pt x="7740" y="1885"/>
                  </a:cubicBezTo>
                  <a:cubicBezTo>
                    <a:pt x="7752" y="2051"/>
                    <a:pt x="7859" y="2206"/>
                    <a:pt x="8014" y="2278"/>
                  </a:cubicBezTo>
                  <a:cubicBezTo>
                    <a:pt x="8192" y="2361"/>
                    <a:pt x="8430" y="2563"/>
                    <a:pt x="8549" y="2921"/>
                  </a:cubicBezTo>
                  <a:cubicBezTo>
                    <a:pt x="8668" y="3183"/>
                    <a:pt x="8645" y="3468"/>
                    <a:pt x="8514" y="3706"/>
                  </a:cubicBezTo>
                  <a:cubicBezTo>
                    <a:pt x="8171" y="4370"/>
                    <a:pt x="7201" y="4517"/>
                    <a:pt x="6397" y="4517"/>
                  </a:cubicBezTo>
                  <a:cubicBezTo>
                    <a:pt x="6364" y="4517"/>
                    <a:pt x="6331" y="4517"/>
                    <a:pt x="6299" y="4516"/>
                  </a:cubicBezTo>
                  <a:cubicBezTo>
                    <a:pt x="5704" y="4492"/>
                    <a:pt x="5144" y="4421"/>
                    <a:pt x="4811" y="4361"/>
                  </a:cubicBezTo>
                  <a:cubicBezTo>
                    <a:pt x="4739" y="4349"/>
                    <a:pt x="4692" y="4290"/>
                    <a:pt x="4704" y="4218"/>
                  </a:cubicBezTo>
                  <a:cubicBezTo>
                    <a:pt x="4763" y="3885"/>
                    <a:pt x="4870" y="3337"/>
                    <a:pt x="5061" y="2766"/>
                  </a:cubicBezTo>
                  <a:cubicBezTo>
                    <a:pt x="5335" y="1992"/>
                    <a:pt x="5811" y="1051"/>
                    <a:pt x="6561" y="956"/>
                  </a:cubicBezTo>
                  <a:cubicBezTo>
                    <a:pt x="6607" y="950"/>
                    <a:pt x="6653" y="947"/>
                    <a:pt x="6699" y="947"/>
                  </a:cubicBezTo>
                  <a:close/>
                  <a:moveTo>
                    <a:pt x="2739" y="4433"/>
                  </a:moveTo>
                  <a:cubicBezTo>
                    <a:pt x="3334" y="4457"/>
                    <a:pt x="3906" y="4528"/>
                    <a:pt x="4227" y="4587"/>
                  </a:cubicBezTo>
                  <a:cubicBezTo>
                    <a:pt x="4231" y="4587"/>
                    <a:pt x="4234" y="4586"/>
                    <a:pt x="4238" y="4586"/>
                  </a:cubicBezTo>
                  <a:cubicBezTo>
                    <a:pt x="4282" y="4586"/>
                    <a:pt x="4323" y="4652"/>
                    <a:pt x="4323" y="4718"/>
                  </a:cubicBezTo>
                  <a:cubicBezTo>
                    <a:pt x="4263" y="5052"/>
                    <a:pt x="4156" y="5600"/>
                    <a:pt x="3965" y="6159"/>
                  </a:cubicBezTo>
                  <a:cubicBezTo>
                    <a:pt x="3692" y="6933"/>
                    <a:pt x="3215" y="7874"/>
                    <a:pt x="2465" y="7981"/>
                  </a:cubicBezTo>
                  <a:cubicBezTo>
                    <a:pt x="2431" y="7984"/>
                    <a:pt x="2397" y="7985"/>
                    <a:pt x="2363" y="7985"/>
                  </a:cubicBezTo>
                  <a:cubicBezTo>
                    <a:pt x="2127" y="7985"/>
                    <a:pt x="1901" y="7912"/>
                    <a:pt x="1703" y="7766"/>
                  </a:cubicBezTo>
                  <a:cubicBezTo>
                    <a:pt x="1406" y="7528"/>
                    <a:pt x="1298" y="7254"/>
                    <a:pt x="1287" y="7040"/>
                  </a:cubicBezTo>
                  <a:cubicBezTo>
                    <a:pt x="1275" y="6873"/>
                    <a:pt x="1168" y="6731"/>
                    <a:pt x="1013" y="6659"/>
                  </a:cubicBezTo>
                  <a:cubicBezTo>
                    <a:pt x="834" y="6564"/>
                    <a:pt x="596" y="6373"/>
                    <a:pt x="477" y="6016"/>
                  </a:cubicBezTo>
                  <a:cubicBezTo>
                    <a:pt x="394" y="5742"/>
                    <a:pt x="417" y="5469"/>
                    <a:pt x="536" y="5242"/>
                  </a:cubicBezTo>
                  <a:cubicBezTo>
                    <a:pt x="882" y="4587"/>
                    <a:pt x="1870" y="4433"/>
                    <a:pt x="2656" y="4433"/>
                  </a:cubicBezTo>
                  <a:close/>
                  <a:moveTo>
                    <a:pt x="4757" y="4645"/>
                  </a:moveTo>
                  <a:cubicBezTo>
                    <a:pt x="4767" y="4645"/>
                    <a:pt x="4777" y="4646"/>
                    <a:pt x="4787" y="4647"/>
                  </a:cubicBezTo>
                  <a:cubicBezTo>
                    <a:pt x="5108" y="4707"/>
                    <a:pt x="5656" y="4814"/>
                    <a:pt x="6228" y="5016"/>
                  </a:cubicBezTo>
                  <a:cubicBezTo>
                    <a:pt x="6990" y="5302"/>
                    <a:pt x="7918" y="5778"/>
                    <a:pt x="8026" y="6540"/>
                  </a:cubicBezTo>
                  <a:cubicBezTo>
                    <a:pt x="8061" y="6802"/>
                    <a:pt x="7978" y="7076"/>
                    <a:pt x="7823" y="7290"/>
                  </a:cubicBezTo>
                  <a:cubicBezTo>
                    <a:pt x="7585" y="7588"/>
                    <a:pt x="7299" y="7695"/>
                    <a:pt x="7085" y="7707"/>
                  </a:cubicBezTo>
                  <a:cubicBezTo>
                    <a:pt x="6930" y="7731"/>
                    <a:pt x="6775" y="7826"/>
                    <a:pt x="6704" y="7981"/>
                  </a:cubicBezTo>
                  <a:cubicBezTo>
                    <a:pt x="6609" y="8159"/>
                    <a:pt x="6418" y="8397"/>
                    <a:pt x="6061" y="8517"/>
                  </a:cubicBezTo>
                  <a:cubicBezTo>
                    <a:pt x="5957" y="8550"/>
                    <a:pt x="5849" y="8566"/>
                    <a:pt x="5742" y="8566"/>
                  </a:cubicBezTo>
                  <a:cubicBezTo>
                    <a:pt x="5581" y="8566"/>
                    <a:pt x="5423" y="8529"/>
                    <a:pt x="5287" y="8457"/>
                  </a:cubicBezTo>
                  <a:cubicBezTo>
                    <a:pt x="4608" y="8100"/>
                    <a:pt x="4466" y="7052"/>
                    <a:pt x="4489" y="6242"/>
                  </a:cubicBezTo>
                  <a:cubicBezTo>
                    <a:pt x="4501" y="5647"/>
                    <a:pt x="4573" y="5076"/>
                    <a:pt x="4632" y="4754"/>
                  </a:cubicBezTo>
                  <a:cubicBezTo>
                    <a:pt x="4643" y="4681"/>
                    <a:pt x="4690" y="4645"/>
                    <a:pt x="4757" y="4645"/>
                  </a:cubicBezTo>
                  <a:close/>
                  <a:moveTo>
                    <a:pt x="3309" y="1"/>
                  </a:moveTo>
                  <a:cubicBezTo>
                    <a:pt x="3162" y="1"/>
                    <a:pt x="3014" y="25"/>
                    <a:pt x="2870" y="75"/>
                  </a:cubicBezTo>
                  <a:cubicBezTo>
                    <a:pt x="2501" y="194"/>
                    <a:pt x="2203" y="444"/>
                    <a:pt x="2037" y="777"/>
                  </a:cubicBezTo>
                  <a:cubicBezTo>
                    <a:pt x="2013" y="837"/>
                    <a:pt x="1965" y="861"/>
                    <a:pt x="1906" y="885"/>
                  </a:cubicBezTo>
                  <a:cubicBezTo>
                    <a:pt x="1537" y="920"/>
                    <a:pt x="1191" y="1123"/>
                    <a:pt x="953" y="1432"/>
                  </a:cubicBezTo>
                  <a:cubicBezTo>
                    <a:pt x="727" y="1718"/>
                    <a:pt x="632" y="2087"/>
                    <a:pt x="667" y="2432"/>
                  </a:cubicBezTo>
                  <a:cubicBezTo>
                    <a:pt x="775" y="3230"/>
                    <a:pt x="1560" y="3754"/>
                    <a:pt x="2382" y="4099"/>
                  </a:cubicBezTo>
                  <a:cubicBezTo>
                    <a:pt x="1489" y="4123"/>
                    <a:pt x="572" y="4349"/>
                    <a:pt x="191" y="5064"/>
                  </a:cubicBezTo>
                  <a:cubicBezTo>
                    <a:pt x="36" y="5373"/>
                    <a:pt x="1" y="5742"/>
                    <a:pt x="120" y="6088"/>
                  </a:cubicBezTo>
                  <a:cubicBezTo>
                    <a:pt x="239" y="6457"/>
                    <a:pt x="489" y="6754"/>
                    <a:pt x="822" y="6921"/>
                  </a:cubicBezTo>
                  <a:cubicBezTo>
                    <a:pt x="882" y="6957"/>
                    <a:pt x="906" y="6993"/>
                    <a:pt x="929" y="7052"/>
                  </a:cubicBezTo>
                  <a:cubicBezTo>
                    <a:pt x="965" y="7433"/>
                    <a:pt x="1168" y="7766"/>
                    <a:pt x="1477" y="8005"/>
                  </a:cubicBezTo>
                  <a:cubicBezTo>
                    <a:pt x="1715" y="8207"/>
                    <a:pt x="2013" y="8290"/>
                    <a:pt x="2311" y="8290"/>
                  </a:cubicBezTo>
                  <a:cubicBezTo>
                    <a:pt x="2370" y="8290"/>
                    <a:pt x="2430" y="8290"/>
                    <a:pt x="2477" y="8278"/>
                  </a:cubicBezTo>
                  <a:cubicBezTo>
                    <a:pt x="3132" y="8183"/>
                    <a:pt x="3584" y="7671"/>
                    <a:pt x="3918" y="7028"/>
                  </a:cubicBezTo>
                  <a:lnTo>
                    <a:pt x="3918" y="7028"/>
                  </a:lnTo>
                  <a:cubicBezTo>
                    <a:pt x="3775" y="9040"/>
                    <a:pt x="4204" y="10326"/>
                    <a:pt x="4620" y="11076"/>
                  </a:cubicBezTo>
                  <a:cubicBezTo>
                    <a:pt x="4644" y="11136"/>
                    <a:pt x="4704" y="11160"/>
                    <a:pt x="4763" y="11160"/>
                  </a:cubicBezTo>
                  <a:cubicBezTo>
                    <a:pt x="4799" y="11160"/>
                    <a:pt x="4823" y="11160"/>
                    <a:pt x="4847" y="11148"/>
                  </a:cubicBezTo>
                  <a:cubicBezTo>
                    <a:pt x="4918" y="11100"/>
                    <a:pt x="4942" y="11005"/>
                    <a:pt x="4906" y="10922"/>
                  </a:cubicBezTo>
                  <a:cubicBezTo>
                    <a:pt x="4525" y="10255"/>
                    <a:pt x="4156" y="9124"/>
                    <a:pt x="4216" y="7385"/>
                  </a:cubicBezTo>
                  <a:lnTo>
                    <a:pt x="4216" y="7385"/>
                  </a:lnTo>
                  <a:cubicBezTo>
                    <a:pt x="4335" y="7969"/>
                    <a:pt x="4608" y="8481"/>
                    <a:pt x="5097" y="8743"/>
                  </a:cubicBezTo>
                  <a:cubicBezTo>
                    <a:pt x="5287" y="8838"/>
                    <a:pt x="5501" y="8886"/>
                    <a:pt x="5704" y="8886"/>
                  </a:cubicBezTo>
                  <a:cubicBezTo>
                    <a:pt x="5859" y="8886"/>
                    <a:pt x="5990" y="8874"/>
                    <a:pt x="6121" y="8826"/>
                  </a:cubicBezTo>
                  <a:cubicBezTo>
                    <a:pt x="6490" y="8707"/>
                    <a:pt x="6787" y="8457"/>
                    <a:pt x="6954" y="8124"/>
                  </a:cubicBezTo>
                  <a:cubicBezTo>
                    <a:pt x="6990" y="8064"/>
                    <a:pt x="7025" y="8040"/>
                    <a:pt x="7085" y="8028"/>
                  </a:cubicBezTo>
                  <a:cubicBezTo>
                    <a:pt x="7454" y="7981"/>
                    <a:pt x="7799" y="7790"/>
                    <a:pt x="8037" y="7469"/>
                  </a:cubicBezTo>
                  <a:cubicBezTo>
                    <a:pt x="8264" y="7195"/>
                    <a:pt x="8371" y="6814"/>
                    <a:pt x="8323" y="6481"/>
                  </a:cubicBezTo>
                  <a:cubicBezTo>
                    <a:pt x="8216" y="5671"/>
                    <a:pt x="7430" y="5147"/>
                    <a:pt x="6609" y="4814"/>
                  </a:cubicBezTo>
                  <a:cubicBezTo>
                    <a:pt x="7502" y="4778"/>
                    <a:pt x="8430" y="4552"/>
                    <a:pt x="8799" y="3837"/>
                  </a:cubicBezTo>
                  <a:cubicBezTo>
                    <a:pt x="8978" y="3540"/>
                    <a:pt x="9014" y="3171"/>
                    <a:pt x="8895" y="2825"/>
                  </a:cubicBezTo>
                  <a:cubicBezTo>
                    <a:pt x="8776" y="2456"/>
                    <a:pt x="8514" y="2159"/>
                    <a:pt x="8192" y="1992"/>
                  </a:cubicBezTo>
                  <a:cubicBezTo>
                    <a:pt x="8133" y="1968"/>
                    <a:pt x="8097" y="1920"/>
                    <a:pt x="8085" y="1861"/>
                  </a:cubicBezTo>
                  <a:cubicBezTo>
                    <a:pt x="8037" y="1492"/>
                    <a:pt x="7847" y="1147"/>
                    <a:pt x="7537" y="908"/>
                  </a:cubicBezTo>
                  <a:cubicBezTo>
                    <a:pt x="7296" y="718"/>
                    <a:pt x="6996" y="612"/>
                    <a:pt x="6701" y="612"/>
                  </a:cubicBezTo>
                  <a:cubicBezTo>
                    <a:pt x="6646" y="612"/>
                    <a:pt x="6591" y="615"/>
                    <a:pt x="6537" y="623"/>
                  </a:cubicBezTo>
                  <a:cubicBezTo>
                    <a:pt x="5728" y="730"/>
                    <a:pt x="5216" y="1516"/>
                    <a:pt x="4870" y="2337"/>
                  </a:cubicBezTo>
                  <a:cubicBezTo>
                    <a:pt x="4835" y="1444"/>
                    <a:pt x="4620" y="527"/>
                    <a:pt x="3906" y="146"/>
                  </a:cubicBezTo>
                  <a:cubicBezTo>
                    <a:pt x="3718" y="49"/>
                    <a:pt x="3515" y="1"/>
                    <a:pt x="3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67"/>
            <p:cNvSpPr/>
            <p:nvPr/>
          </p:nvSpPr>
          <p:spPr>
            <a:xfrm>
              <a:off x="3019853" y="3423794"/>
              <a:ext cx="20224" cy="16576"/>
            </a:xfrm>
            <a:custGeom>
              <a:avLst/>
              <a:gdLst/>
              <a:ahLst/>
              <a:cxnLst/>
              <a:rect l="l" t="t" r="r" b="b"/>
              <a:pathLst>
                <a:path w="632" h="518" extrusionOk="0">
                  <a:moveTo>
                    <a:pt x="454" y="0"/>
                  </a:moveTo>
                  <a:cubicBezTo>
                    <a:pt x="420" y="0"/>
                    <a:pt x="386" y="10"/>
                    <a:pt x="358" y="29"/>
                  </a:cubicBezTo>
                  <a:lnTo>
                    <a:pt x="96" y="219"/>
                  </a:lnTo>
                  <a:cubicBezTo>
                    <a:pt x="24" y="255"/>
                    <a:pt x="0" y="362"/>
                    <a:pt x="48" y="434"/>
                  </a:cubicBezTo>
                  <a:cubicBezTo>
                    <a:pt x="84" y="481"/>
                    <a:pt x="143" y="517"/>
                    <a:pt x="179" y="517"/>
                  </a:cubicBezTo>
                  <a:cubicBezTo>
                    <a:pt x="215" y="517"/>
                    <a:pt x="239" y="493"/>
                    <a:pt x="274" y="481"/>
                  </a:cubicBezTo>
                  <a:lnTo>
                    <a:pt x="536" y="291"/>
                  </a:lnTo>
                  <a:cubicBezTo>
                    <a:pt x="620" y="243"/>
                    <a:pt x="631" y="136"/>
                    <a:pt x="584" y="65"/>
                  </a:cubicBezTo>
                  <a:cubicBezTo>
                    <a:pt x="555" y="22"/>
                    <a:pt x="505"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67"/>
            <p:cNvSpPr/>
            <p:nvPr/>
          </p:nvSpPr>
          <p:spPr>
            <a:xfrm>
              <a:off x="2964237" y="3441810"/>
              <a:ext cx="49920" cy="37408"/>
            </a:xfrm>
            <a:custGeom>
              <a:avLst/>
              <a:gdLst/>
              <a:ahLst/>
              <a:cxnLst/>
              <a:rect l="l" t="t" r="r" b="b"/>
              <a:pathLst>
                <a:path w="1560" h="1169" extrusionOk="0">
                  <a:moveTo>
                    <a:pt x="1383" y="1"/>
                  </a:moveTo>
                  <a:cubicBezTo>
                    <a:pt x="1353" y="1"/>
                    <a:pt x="1323" y="9"/>
                    <a:pt x="1298" y="25"/>
                  </a:cubicBezTo>
                  <a:lnTo>
                    <a:pt x="83" y="871"/>
                  </a:lnTo>
                  <a:cubicBezTo>
                    <a:pt x="12" y="918"/>
                    <a:pt x="0" y="1026"/>
                    <a:pt x="48" y="1097"/>
                  </a:cubicBezTo>
                  <a:cubicBezTo>
                    <a:pt x="72" y="1145"/>
                    <a:pt x="131" y="1168"/>
                    <a:pt x="179" y="1168"/>
                  </a:cubicBezTo>
                  <a:cubicBezTo>
                    <a:pt x="214" y="1168"/>
                    <a:pt x="238" y="1157"/>
                    <a:pt x="274" y="1145"/>
                  </a:cubicBezTo>
                  <a:lnTo>
                    <a:pt x="1476" y="299"/>
                  </a:lnTo>
                  <a:cubicBezTo>
                    <a:pt x="1548" y="252"/>
                    <a:pt x="1560" y="145"/>
                    <a:pt x="1524" y="73"/>
                  </a:cubicBezTo>
                  <a:cubicBezTo>
                    <a:pt x="1493" y="27"/>
                    <a:pt x="1438" y="1"/>
                    <a:pt x="13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2" name="Google Shape;12672;p67"/>
            <p:cNvSpPr/>
            <p:nvPr/>
          </p:nvSpPr>
          <p:spPr>
            <a:xfrm>
              <a:off x="2867437" y="3395602"/>
              <a:ext cx="17952" cy="18848"/>
            </a:xfrm>
            <a:custGeom>
              <a:avLst/>
              <a:gdLst/>
              <a:ahLst/>
              <a:cxnLst/>
              <a:rect l="l" t="t" r="r" b="b"/>
              <a:pathLst>
                <a:path w="561" h="589" extrusionOk="0">
                  <a:moveTo>
                    <a:pt x="189" y="1"/>
                  </a:moveTo>
                  <a:cubicBezTo>
                    <a:pt x="156" y="1"/>
                    <a:pt x="124" y="10"/>
                    <a:pt x="96" y="29"/>
                  </a:cubicBezTo>
                  <a:cubicBezTo>
                    <a:pt x="25" y="76"/>
                    <a:pt x="1" y="172"/>
                    <a:pt x="49" y="255"/>
                  </a:cubicBezTo>
                  <a:lnTo>
                    <a:pt x="239" y="517"/>
                  </a:lnTo>
                  <a:cubicBezTo>
                    <a:pt x="275" y="565"/>
                    <a:pt x="334" y="588"/>
                    <a:pt x="382" y="588"/>
                  </a:cubicBezTo>
                  <a:cubicBezTo>
                    <a:pt x="406" y="588"/>
                    <a:pt x="430" y="576"/>
                    <a:pt x="465" y="565"/>
                  </a:cubicBezTo>
                  <a:cubicBezTo>
                    <a:pt x="537" y="517"/>
                    <a:pt x="560" y="410"/>
                    <a:pt x="513" y="338"/>
                  </a:cubicBezTo>
                  <a:lnTo>
                    <a:pt x="322" y="76"/>
                  </a:lnTo>
                  <a:cubicBezTo>
                    <a:pt x="293" y="25"/>
                    <a:pt x="241"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3" name="Google Shape;12673;p67"/>
            <p:cNvSpPr/>
            <p:nvPr/>
          </p:nvSpPr>
          <p:spPr>
            <a:xfrm>
              <a:off x="2885741" y="3421234"/>
              <a:ext cx="38496" cy="49216"/>
            </a:xfrm>
            <a:custGeom>
              <a:avLst/>
              <a:gdLst/>
              <a:ahLst/>
              <a:cxnLst/>
              <a:rect l="l" t="t" r="r" b="b"/>
              <a:pathLst>
                <a:path w="1203" h="1538" extrusionOk="0">
                  <a:moveTo>
                    <a:pt x="169" y="1"/>
                  </a:moveTo>
                  <a:cubicBezTo>
                    <a:pt x="139" y="1"/>
                    <a:pt x="109" y="9"/>
                    <a:pt x="84" y="26"/>
                  </a:cubicBezTo>
                  <a:cubicBezTo>
                    <a:pt x="12" y="73"/>
                    <a:pt x="0" y="180"/>
                    <a:pt x="48" y="252"/>
                  </a:cubicBezTo>
                  <a:lnTo>
                    <a:pt x="893" y="1454"/>
                  </a:lnTo>
                  <a:cubicBezTo>
                    <a:pt x="917" y="1502"/>
                    <a:pt x="977" y="1538"/>
                    <a:pt x="1024" y="1538"/>
                  </a:cubicBezTo>
                  <a:cubicBezTo>
                    <a:pt x="1060" y="1538"/>
                    <a:pt x="1084" y="1514"/>
                    <a:pt x="1120" y="1502"/>
                  </a:cubicBezTo>
                  <a:cubicBezTo>
                    <a:pt x="1191" y="1454"/>
                    <a:pt x="1203" y="1359"/>
                    <a:pt x="1155" y="1276"/>
                  </a:cubicBezTo>
                  <a:lnTo>
                    <a:pt x="310" y="73"/>
                  </a:lnTo>
                  <a:cubicBezTo>
                    <a:pt x="279" y="27"/>
                    <a:pt x="22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4" name="Google Shape;12674;p67"/>
            <p:cNvSpPr/>
            <p:nvPr/>
          </p:nvSpPr>
          <p:spPr>
            <a:xfrm>
              <a:off x="2993933" y="3576178"/>
              <a:ext cx="17952" cy="18848"/>
            </a:xfrm>
            <a:custGeom>
              <a:avLst/>
              <a:gdLst/>
              <a:ahLst/>
              <a:cxnLst/>
              <a:rect l="l" t="t" r="r" b="b"/>
              <a:pathLst>
                <a:path w="561" h="589" extrusionOk="0">
                  <a:moveTo>
                    <a:pt x="181" y="1"/>
                  </a:moveTo>
                  <a:cubicBezTo>
                    <a:pt x="147" y="1"/>
                    <a:pt x="113" y="10"/>
                    <a:pt x="84" y="29"/>
                  </a:cubicBezTo>
                  <a:cubicBezTo>
                    <a:pt x="13" y="65"/>
                    <a:pt x="1" y="172"/>
                    <a:pt x="36" y="244"/>
                  </a:cubicBezTo>
                  <a:lnTo>
                    <a:pt x="239" y="518"/>
                  </a:lnTo>
                  <a:cubicBezTo>
                    <a:pt x="263" y="565"/>
                    <a:pt x="322" y="589"/>
                    <a:pt x="370" y="589"/>
                  </a:cubicBezTo>
                  <a:cubicBezTo>
                    <a:pt x="394" y="589"/>
                    <a:pt x="429" y="577"/>
                    <a:pt x="453" y="565"/>
                  </a:cubicBezTo>
                  <a:cubicBezTo>
                    <a:pt x="537" y="518"/>
                    <a:pt x="560" y="410"/>
                    <a:pt x="501" y="339"/>
                  </a:cubicBezTo>
                  <a:lnTo>
                    <a:pt x="310" y="65"/>
                  </a:lnTo>
                  <a:cubicBezTo>
                    <a:pt x="282" y="22"/>
                    <a:pt x="232"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67"/>
            <p:cNvSpPr/>
            <p:nvPr/>
          </p:nvSpPr>
          <p:spPr>
            <a:xfrm>
              <a:off x="2954701" y="3520466"/>
              <a:ext cx="39264" cy="49056"/>
            </a:xfrm>
            <a:custGeom>
              <a:avLst/>
              <a:gdLst/>
              <a:ahLst/>
              <a:cxnLst/>
              <a:rect l="l" t="t" r="r" b="b"/>
              <a:pathLst>
                <a:path w="1227" h="1533" extrusionOk="0">
                  <a:moveTo>
                    <a:pt x="178" y="1"/>
                  </a:moveTo>
                  <a:cubicBezTo>
                    <a:pt x="147" y="1"/>
                    <a:pt x="114" y="7"/>
                    <a:pt x="84" y="20"/>
                  </a:cubicBezTo>
                  <a:cubicBezTo>
                    <a:pt x="12" y="68"/>
                    <a:pt x="0" y="175"/>
                    <a:pt x="48" y="246"/>
                  </a:cubicBezTo>
                  <a:lnTo>
                    <a:pt x="893" y="1449"/>
                  </a:lnTo>
                  <a:cubicBezTo>
                    <a:pt x="929" y="1497"/>
                    <a:pt x="989" y="1532"/>
                    <a:pt x="1024" y="1532"/>
                  </a:cubicBezTo>
                  <a:cubicBezTo>
                    <a:pt x="1060" y="1532"/>
                    <a:pt x="1084" y="1508"/>
                    <a:pt x="1120" y="1497"/>
                  </a:cubicBezTo>
                  <a:cubicBezTo>
                    <a:pt x="1203" y="1437"/>
                    <a:pt x="1227" y="1354"/>
                    <a:pt x="1167" y="1270"/>
                  </a:cubicBezTo>
                  <a:lnTo>
                    <a:pt x="310" y="68"/>
                  </a:lnTo>
                  <a:cubicBezTo>
                    <a:pt x="287" y="22"/>
                    <a:pt x="235"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6" name="Google Shape;12676;p67"/>
          <p:cNvGrpSpPr/>
          <p:nvPr/>
        </p:nvGrpSpPr>
        <p:grpSpPr>
          <a:xfrm>
            <a:off x="2236525" y="3429402"/>
            <a:ext cx="304832" cy="356512"/>
            <a:chOff x="2236525" y="3353202"/>
            <a:chExt cx="304832" cy="356512"/>
          </a:xfrm>
        </p:grpSpPr>
        <p:sp>
          <p:nvSpPr>
            <p:cNvPr id="12677" name="Google Shape;12677;p67"/>
            <p:cNvSpPr/>
            <p:nvPr/>
          </p:nvSpPr>
          <p:spPr>
            <a:xfrm>
              <a:off x="2236525" y="3353202"/>
              <a:ext cx="304832" cy="356512"/>
            </a:xfrm>
            <a:custGeom>
              <a:avLst/>
              <a:gdLst/>
              <a:ahLst/>
              <a:cxnLst/>
              <a:rect l="l" t="t" r="r" b="b"/>
              <a:pathLst>
                <a:path w="9526" h="11141" extrusionOk="0">
                  <a:moveTo>
                    <a:pt x="4239" y="413"/>
                  </a:moveTo>
                  <a:cubicBezTo>
                    <a:pt x="4525" y="616"/>
                    <a:pt x="5120" y="1128"/>
                    <a:pt x="5275" y="1675"/>
                  </a:cubicBezTo>
                  <a:cubicBezTo>
                    <a:pt x="5358" y="1997"/>
                    <a:pt x="5156" y="2342"/>
                    <a:pt x="4989" y="2533"/>
                  </a:cubicBezTo>
                  <a:cubicBezTo>
                    <a:pt x="4894" y="2116"/>
                    <a:pt x="4775" y="1699"/>
                    <a:pt x="4644" y="1282"/>
                  </a:cubicBezTo>
                  <a:cubicBezTo>
                    <a:pt x="4625" y="1209"/>
                    <a:pt x="4564" y="1163"/>
                    <a:pt x="4498" y="1163"/>
                  </a:cubicBezTo>
                  <a:cubicBezTo>
                    <a:pt x="4479" y="1163"/>
                    <a:pt x="4460" y="1167"/>
                    <a:pt x="4441" y="1175"/>
                  </a:cubicBezTo>
                  <a:cubicBezTo>
                    <a:pt x="4346" y="1199"/>
                    <a:pt x="4298" y="1294"/>
                    <a:pt x="4334" y="1378"/>
                  </a:cubicBezTo>
                  <a:cubicBezTo>
                    <a:pt x="4465" y="1782"/>
                    <a:pt x="4572" y="2211"/>
                    <a:pt x="4679" y="2628"/>
                  </a:cubicBezTo>
                  <a:cubicBezTo>
                    <a:pt x="4441" y="2568"/>
                    <a:pt x="4060" y="2366"/>
                    <a:pt x="3977" y="2021"/>
                  </a:cubicBezTo>
                  <a:cubicBezTo>
                    <a:pt x="3822" y="1473"/>
                    <a:pt x="4108" y="735"/>
                    <a:pt x="4239" y="413"/>
                  </a:cubicBezTo>
                  <a:close/>
                  <a:moveTo>
                    <a:pt x="2824" y="3117"/>
                  </a:moveTo>
                  <a:cubicBezTo>
                    <a:pt x="3186" y="3117"/>
                    <a:pt x="3616" y="3172"/>
                    <a:pt x="3929" y="3378"/>
                  </a:cubicBezTo>
                  <a:cubicBezTo>
                    <a:pt x="4203" y="3556"/>
                    <a:pt x="4298" y="3926"/>
                    <a:pt x="4298" y="4164"/>
                  </a:cubicBezTo>
                  <a:cubicBezTo>
                    <a:pt x="3810" y="3747"/>
                    <a:pt x="3382" y="3556"/>
                    <a:pt x="3346" y="3556"/>
                  </a:cubicBezTo>
                  <a:cubicBezTo>
                    <a:pt x="3324" y="3547"/>
                    <a:pt x="3301" y="3543"/>
                    <a:pt x="3279" y="3543"/>
                  </a:cubicBezTo>
                  <a:cubicBezTo>
                    <a:pt x="3218" y="3543"/>
                    <a:pt x="3161" y="3578"/>
                    <a:pt x="3143" y="3640"/>
                  </a:cubicBezTo>
                  <a:cubicBezTo>
                    <a:pt x="3096" y="3723"/>
                    <a:pt x="3143" y="3818"/>
                    <a:pt x="3215" y="3854"/>
                  </a:cubicBezTo>
                  <a:cubicBezTo>
                    <a:pt x="3215" y="3854"/>
                    <a:pt x="3667" y="4045"/>
                    <a:pt x="4144" y="4473"/>
                  </a:cubicBezTo>
                  <a:cubicBezTo>
                    <a:pt x="4011" y="4547"/>
                    <a:pt x="3795" y="4621"/>
                    <a:pt x="3580" y="4621"/>
                  </a:cubicBezTo>
                  <a:cubicBezTo>
                    <a:pt x="3448" y="4621"/>
                    <a:pt x="3316" y="4593"/>
                    <a:pt x="3203" y="4521"/>
                  </a:cubicBezTo>
                  <a:cubicBezTo>
                    <a:pt x="2715" y="4211"/>
                    <a:pt x="2417" y="3497"/>
                    <a:pt x="2310" y="3152"/>
                  </a:cubicBezTo>
                  <a:cubicBezTo>
                    <a:pt x="2438" y="3135"/>
                    <a:pt x="2620" y="3117"/>
                    <a:pt x="2824" y="3117"/>
                  </a:cubicBezTo>
                  <a:close/>
                  <a:moveTo>
                    <a:pt x="7192" y="3818"/>
                  </a:moveTo>
                  <a:cubicBezTo>
                    <a:pt x="7549" y="3818"/>
                    <a:pt x="7894" y="3878"/>
                    <a:pt x="8084" y="3937"/>
                  </a:cubicBezTo>
                  <a:cubicBezTo>
                    <a:pt x="7918" y="4259"/>
                    <a:pt x="7549" y="4938"/>
                    <a:pt x="7025" y="5176"/>
                  </a:cubicBezTo>
                  <a:cubicBezTo>
                    <a:pt x="6928" y="5224"/>
                    <a:pt x="6828" y="5241"/>
                    <a:pt x="6734" y="5241"/>
                  </a:cubicBezTo>
                  <a:cubicBezTo>
                    <a:pt x="6594" y="5241"/>
                    <a:pt x="6467" y="5204"/>
                    <a:pt x="6382" y="5176"/>
                  </a:cubicBezTo>
                  <a:cubicBezTo>
                    <a:pt x="6263" y="5128"/>
                    <a:pt x="6179" y="5092"/>
                    <a:pt x="6120" y="5033"/>
                  </a:cubicBezTo>
                  <a:cubicBezTo>
                    <a:pt x="6179" y="4985"/>
                    <a:pt x="6239" y="4938"/>
                    <a:pt x="6310" y="4890"/>
                  </a:cubicBezTo>
                  <a:cubicBezTo>
                    <a:pt x="6382" y="4854"/>
                    <a:pt x="6418" y="4747"/>
                    <a:pt x="6358" y="4676"/>
                  </a:cubicBezTo>
                  <a:cubicBezTo>
                    <a:pt x="6328" y="4624"/>
                    <a:pt x="6276" y="4595"/>
                    <a:pt x="6223" y="4595"/>
                  </a:cubicBezTo>
                  <a:cubicBezTo>
                    <a:pt x="6191" y="4595"/>
                    <a:pt x="6159" y="4606"/>
                    <a:pt x="6132" y="4628"/>
                  </a:cubicBezTo>
                  <a:cubicBezTo>
                    <a:pt x="6084" y="4652"/>
                    <a:pt x="6049" y="4688"/>
                    <a:pt x="5989" y="4735"/>
                  </a:cubicBezTo>
                  <a:cubicBezTo>
                    <a:pt x="6001" y="4473"/>
                    <a:pt x="6144" y="4104"/>
                    <a:pt x="6441" y="3961"/>
                  </a:cubicBezTo>
                  <a:cubicBezTo>
                    <a:pt x="6668" y="3854"/>
                    <a:pt x="6918" y="3818"/>
                    <a:pt x="7192" y="3818"/>
                  </a:cubicBezTo>
                  <a:close/>
                  <a:moveTo>
                    <a:pt x="2605" y="5627"/>
                  </a:moveTo>
                  <a:cubicBezTo>
                    <a:pt x="2832" y="5627"/>
                    <a:pt x="3055" y="5651"/>
                    <a:pt x="3262" y="5711"/>
                  </a:cubicBezTo>
                  <a:cubicBezTo>
                    <a:pt x="3703" y="5842"/>
                    <a:pt x="3977" y="6235"/>
                    <a:pt x="4096" y="6462"/>
                  </a:cubicBezTo>
                  <a:cubicBezTo>
                    <a:pt x="4203" y="6664"/>
                    <a:pt x="4274" y="6854"/>
                    <a:pt x="4286" y="7021"/>
                  </a:cubicBezTo>
                  <a:cubicBezTo>
                    <a:pt x="4215" y="6974"/>
                    <a:pt x="4155" y="6938"/>
                    <a:pt x="4084" y="6890"/>
                  </a:cubicBezTo>
                  <a:cubicBezTo>
                    <a:pt x="3667" y="6664"/>
                    <a:pt x="3155" y="6485"/>
                    <a:pt x="2548" y="6366"/>
                  </a:cubicBezTo>
                  <a:cubicBezTo>
                    <a:pt x="2540" y="6365"/>
                    <a:pt x="2532" y="6365"/>
                    <a:pt x="2524" y="6365"/>
                  </a:cubicBezTo>
                  <a:cubicBezTo>
                    <a:pt x="2439" y="6365"/>
                    <a:pt x="2368" y="6421"/>
                    <a:pt x="2358" y="6497"/>
                  </a:cubicBezTo>
                  <a:cubicBezTo>
                    <a:pt x="2322" y="6593"/>
                    <a:pt x="2381" y="6676"/>
                    <a:pt x="2477" y="6700"/>
                  </a:cubicBezTo>
                  <a:cubicBezTo>
                    <a:pt x="2977" y="6795"/>
                    <a:pt x="3703" y="6997"/>
                    <a:pt x="4227" y="7378"/>
                  </a:cubicBezTo>
                  <a:cubicBezTo>
                    <a:pt x="4144" y="7509"/>
                    <a:pt x="3941" y="7688"/>
                    <a:pt x="3691" y="7831"/>
                  </a:cubicBezTo>
                  <a:cubicBezTo>
                    <a:pt x="3524" y="7919"/>
                    <a:pt x="3248" y="8039"/>
                    <a:pt x="2938" y="8039"/>
                  </a:cubicBezTo>
                  <a:cubicBezTo>
                    <a:pt x="2827" y="8039"/>
                    <a:pt x="2712" y="8023"/>
                    <a:pt x="2596" y="7986"/>
                  </a:cubicBezTo>
                  <a:cubicBezTo>
                    <a:pt x="1596" y="7688"/>
                    <a:pt x="762" y="6545"/>
                    <a:pt x="476" y="6128"/>
                  </a:cubicBezTo>
                  <a:cubicBezTo>
                    <a:pt x="843" y="5978"/>
                    <a:pt x="1752" y="5627"/>
                    <a:pt x="2605" y="5627"/>
                  </a:cubicBezTo>
                  <a:close/>
                  <a:moveTo>
                    <a:pt x="7656" y="7009"/>
                  </a:moveTo>
                  <a:cubicBezTo>
                    <a:pt x="8251" y="7009"/>
                    <a:pt x="8811" y="7128"/>
                    <a:pt x="9097" y="7200"/>
                  </a:cubicBezTo>
                  <a:cubicBezTo>
                    <a:pt x="8930" y="7616"/>
                    <a:pt x="8323" y="8759"/>
                    <a:pt x="7477" y="9164"/>
                  </a:cubicBezTo>
                  <a:cubicBezTo>
                    <a:pt x="7322" y="9236"/>
                    <a:pt x="7156" y="9271"/>
                    <a:pt x="7001" y="9271"/>
                  </a:cubicBezTo>
                  <a:cubicBezTo>
                    <a:pt x="6537" y="9271"/>
                    <a:pt x="6072" y="9033"/>
                    <a:pt x="5894" y="8843"/>
                  </a:cubicBezTo>
                  <a:cubicBezTo>
                    <a:pt x="6465" y="8462"/>
                    <a:pt x="7239" y="8033"/>
                    <a:pt x="8108" y="7783"/>
                  </a:cubicBezTo>
                  <a:cubicBezTo>
                    <a:pt x="8204" y="7747"/>
                    <a:pt x="8251" y="7664"/>
                    <a:pt x="8215" y="7569"/>
                  </a:cubicBezTo>
                  <a:cubicBezTo>
                    <a:pt x="8197" y="7505"/>
                    <a:pt x="8136" y="7462"/>
                    <a:pt x="8071" y="7462"/>
                  </a:cubicBezTo>
                  <a:cubicBezTo>
                    <a:pt x="8052" y="7462"/>
                    <a:pt x="8032" y="7465"/>
                    <a:pt x="8013" y="7474"/>
                  </a:cubicBezTo>
                  <a:cubicBezTo>
                    <a:pt x="7132" y="7724"/>
                    <a:pt x="6358" y="8140"/>
                    <a:pt x="5775" y="8509"/>
                  </a:cubicBezTo>
                  <a:cubicBezTo>
                    <a:pt x="5787" y="8128"/>
                    <a:pt x="6013" y="7450"/>
                    <a:pt x="6525" y="7212"/>
                  </a:cubicBezTo>
                  <a:cubicBezTo>
                    <a:pt x="6858" y="7057"/>
                    <a:pt x="7263" y="7009"/>
                    <a:pt x="7656" y="7009"/>
                  </a:cubicBezTo>
                  <a:close/>
                  <a:moveTo>
                    <a:pt x="4166" y="1"/>
                  </a:moveTo>
                  <a:cubicBezTo>
                    <a:pt x="4147" y="1"/>
                    <a:pt x="4128" y="3"/>
                    <a:pt x="4108" y="8"/>
                  </a:cubicBezTo>
                  <a:cubicBezTo>
                    <a:pt x="4060" y="20"/>
                    <a:pt x="4036" y="56"/>
                    <a:pt x="4001" y="80"/>
                  </a:cubicBezTo>
                  <a:cubicBezTo>
                    <a:pt x="3977" y="127"/>
                    <a:pt x="3393" y="1247"/>
                    <a:pt x="3620" y="2092"/>
                  </a:cubicBezTo>
                  <a:cubicBezTo>
                    <a:pt x="3751" y="2628"/>
                    <a:pt x="4346" y="2925"/>
                    <a:pt x="4703" y="2961"/>
                  </a:cubicBezTo>
                  <a:cubicBezTo>
                    <a:pt x="4822" y="3592"/>
                    <a:pt x="4917" y="4247"/>
                    <a:pt x="4941" y="4902"/>
                  </a:cubicBezTo>
                  <a:cubicBezTo>
                    <a:pt x="4810" y="4723"/>
                    <a:pt x="4679" y="4568"/>
                    <a:pt x="4536" y="4426"/>
                  </a:cubicBezTo>
                  <a:cubicBezTo>
                    <a:pt x="4644" y="4092"/>
                    <a:pt x="4536" y="3402"/>
                    <a:pt x="4048" y="3092"/>
                  </a:cubicBezTo>
                  <a:cubicBezTo>
                    <a:pt x="3663" y="2851"/>
                    <a:pt x="3161" y="2790"/>
                    <a:pt x="2752" y="2790"/>
                  </a:cubicBezTo>
                  <a:cubicBezTo>
                    <a:pt x="2353" y="2790"/>
                    <a:pt x="2042" y="2848"/>
                    <a:pt x="2012" y="2854"/>
                  </a:cubicBezTo>
                  <a:cubicBezTo>
                    <a:pt x="1965" y="2866"/>
                    <a:pt x="1917" y="2878"/>
                    <a:pt x="1905" y="2925"/>
                  </a:cubicBezTo>
                  <a:cubicBezTo>
                    <a:pt x="1881" y="2973"/>
                    <a:pt x="1881" y="3021"/>
                    <a:pt x="1893" y="3056"/>
                  </a:cubicBezTo>
                  <a:cubicBezTo>
                    <a:pt x="1905" y="3104"/>
                    <a:pt x="2239" y="4307"/>
                    <a:pt x="2989" y="4783"/>
                  </a:cubicBezTo>
                  <a:cubicBezTo>
                    <a:pt x="3167" y="4890"/>
                    <a:pt x="3370" y="4938"/>
                    <a:pt x="3560" y="4938"/>
                  </a:cubicBezTo>
                  <a:cubicBezTo>
                    <a:pt x="3858" y="4938"/>
                    <a:pt x="4155" y="4830"/>
                    <a:pt x="4334" y="4699"/>
                  </a:cubicBezTo>
                  <a:cubicBezTo>
                    <a:pt x="4560" y="4938"/>
                    <a:pt x="4775" y="5235"/>
                    <a:pt x="4953" y="5592"/>
                  </a:cubicBezTo>
                  <a:cubicBezTo>
                    <a:pt x="4977" y="6259"/>
                    <a:pt x="4929" y="6926"/>
                    <a:pt x="4858" y="7605"/>
                  </a:cubicBezTo>
                  <a:cubicBezTo>
                    <a:pt x="4775" y="7486"/>
                    <a:pt x="4679" y="7378"/>
                    <a:pt x="4572" y="7271"/>
                  </a:cubicBezTo>
                  <a:cubicBezTo>
                    <a:pt x="4644" y="6747"/>
                    <a:pt x="4179" y="5664"/>
                    <a:pt x="3310" y="5402"/>
                  </a:cubicBezTo>
                  <a:cubicBezTo>
                    <a:pt x="3067" y="5331"/>
                    <a:pt x="2797" y="5294"/>
                    <a:pt x="2503" y="5294"/>
                  </a:cubicBezTo>
                  <a:cubicBezTo>
                    <a:pt x="2108" y="5294"/>
                    <a:pt x="1669" y="5361"/>
                    <a:pt x="1191" y="5497"/>
                  </a:cubicBezTo>
                  <a:cubicBezTo>
                    <a:pt x="584" y="5676"/>
                    <a:pt x="131" y="5890"/>
                    <a:pt x="107" y="5902"/>
                  </a:cubicBezTo>
                  <a:cubicBezTo>
                    <a:pt x="60" y="5914"/>
                    <a:pt x="36" y="5962"/>
                    <a:pt x="12" y="6009"/>
                  </a:cubicBezTo>
                  <a:cubicBezTo>
                    <a:pt x="0" y="6057"/>
                    <a:pt x="12" y="6092"/>
                    <a:pt x="36" y="6140"/>
                  </a:cubicBezTo>
                  <a:cubicBezTo>
                    <a:pt x="48" y="6152"/>
                    <a:pt x="298" y="6593"/>
                    <a:pt x="715" y="7069"/>
                  </a:cubicBezTo>
                  <a:cubicBezTo>
                    <a:pt x="1286" y="7724"/>
                    <a:pt x="1858" y="8140"/>
                    <a:pt x="2429" y="8295"/>
                  </a:cubicBezTo>
                  <a:cubicBezTo>
                    <a:pt x="2572" y="8343"/>
                    <a:pt x="2715" y="8355"/>
                    <a:pt x="2846" y="8355"/>
                  </a:cubicBezTo>
                  <a:cubicBezTo>
                    <a:pt x="3227" y="8355"/>
                    <a:pt x="3572" y="8212"/>
                    <a:pt x="3763" y="8105"/>
                  </a:cubicBezTo>
                  <a:cubicBezTo>
                    <a:pt x="4036" y="7962"/>
                    <a:pt x="4263" y="7783"/>
                    <a:pt x="4394" y="7581"/>
                  </a:cubicBezTo>
                  <a:cubicBezTo>
                    <a:pt x="4560" y="7759"/>
                    <a:pt x="4691" y="7962"/>
                    <a:pt x="4751" y="8200"/>
                  </a:cubicBezTo>
                  <a:cubicBezTo>
                    <a:pt x="4679" y="8652"/>
                    <a:pt x="4584" y="9093"/>
                    <a:pt x="4501" y="9462"/>
                  </a:cubicBezTo>
                  <a:cubicBezTo>
                    <a:pt x="4334" y="10164"/>
                    <a:pt x="4155" y="10676"/>
                    <a:pt x="4048" y="10915"/>
                  </a:cubicBezTo>
                  <a:cubicBezTo>
                    <a:pt x="4024" y="11010"/>
                    <a:pt x="4048" y="11093"/>
                    <a:pt x="4144" y="11129"/>
                  </a:cubicBezTo>
                  <a:cubicBezTo>
                    <a:pt x="4155" y="11141"/>
                    <a:pt x="4179" y="11141"/>
                    <a:pt x="4203" y="11141"/>
                  </a:cubicBezTo>
                  <a:cubicBezTo>
                    <a:pt x="4263" y="11141"/>
                    <a:pt x="4322" y="11093"/>
                    <a:pt x="4346" y="11034"/>
                  </a:cubicBezTo>
                  <a:cubicBezTo>
                    <a:pt x="4358" y="11010"/>
                    <a:pt x="4572" y="10474"/>
                    <a:pt x="4798" y="9569"/>
                  </a:cubicBezTo>
                  <a:cubicBezTo>
                    <a:pt x="4882" y="9474"/>
                    <a:pt x="5132" y="9248"/>
                    <a:pt x="5525" y="8986"/>
                  </a:cubicBezTo>
                  <a:cubicBezTo>
                    <a:pt x="5763" y="9271"/>
                    <a:pt x="6322" y="9569"/>
                    <a:pt x="6894" y="9569"/>
                  </a:cubicBezTo>
                  <a:cubicBezTo>
                    <a:pt x="7096" y="9569"/>
                    <a:pt x="7311" y="9521"/>
                    <a:pt x="7501" y="9426"/>
                  </a:cubicBezTo>
                  <a:cubicBezTo>
                    <a:pt x="8680" y="8879"/>
                    <a:pt x="9382" y="7188"/>
                    <a:pt x="9406" y="7105"/>
                  </a:cubicBezTo>
                  <a:cubicBezTo>
                    <a:pt x="9525" y="7093"/>
                    <a:pt x="9525" y="7057"/>
                    <a:pt x="9501" y="7009"/>
                  </a:cubicBezTo>
                  <a:cubicBezTo>
                    <a:pt x="9478" y="6962"/>
                    <a:pt x="9442" y="6938"/>
                    <a:pt x="9394" y="6914"/>
                  </a:cubicBezTo>
                  <a:cubicBezTo>
                    <a:pt x="9347" y="6898"/>
                    <a:pt x="8553" y="6656"/>
                    <a:pt x="7680" y="6656"/>
                  </a:cubicBezTo>
                  <a:cubicBezTo>
                    <a:pt x="7239" y="6656"/>
                    <a:pt x="6778" y="6718"/>
                    <a:pt x="6382" y="6902"/>
                  </a:cubicBezTo>
                  <a:cubicBezTo>
                    <a:pt x="5668" y="7247"/>
                    <a:pt x="5370" y="8200"/>
                    <a:pt x="5465" y="8700"/>
                  </a:cubicBezTo>
                  <a:cubicBezTo>
                    <a:pt x="5275" y="8843"/>
                    <a:pt x="5120" y="8962"/>
                    <a:pt x="4989" y="9057"/>
                  </a:cubicBezTo>
                  <a:cubicBezTo>
                    <a:pt x="5048" y="8783"/>
                    <a:pt x="5108" y="8450"/>
                    <a:pt x="5156" y="8105"/>
                  </a:cubicBezTo>
                  <a:cubicBezTo>
                    <a:pt x="5239" y="7486"/>
                    <a:pt x="5298" y="6854"/>
                    <a:pt x="5310" y="6235"/>
                  </a:cubicBezTo>
                  <a:cubicBezTo>
                    <a:pt x="5334" y="6164"/>
                    <a:pt x="5429" y="5700"/>
                    <a:pt x="5846" y="5247"/>
                  </a:cubicBezTo>
                  <a:cubicBezTo>
                    <a:pt x="5953" y="5342"/>
                    <a:pt x="6108" y="5414"/>
                    <a:pt x="6251" y="5473"/>
                  </a:cubicBezTo>
                  <a:cubicBezTo>
                    <a:pt x="6406" y="5533"/>
                    <a:pt x="6560" y="5569"/>
                    <a:pt x="6715" y="5569"/>
                  </a:cubicBezTo>
                  <a:cubicBezTo>
                    <a:pt x="6858" y="5569"/>
                    <a:pt x="7013" y="5533"/>
                    <a:pt x="7144" y="5473"/>
                  </a:cubicBezTo>
                  <a:cubicBezTo>
                    <a:pt x="7954" y="5104"/>
                    <a:pt x="8430" y="3937"/>
                    <a:pt x="8454" y="3902"/>
                  </a:cubicBezTo>
                  <a:cubicBezTo>
                    <a:pt x="8465" y="3854"/>
                    <a:pt x="8465" y="3806"/>
                    <a:pt x="8454" y="3759"/>
                  </a:cubicBezTo>
                  <a:cubicBezTo>
                    <a:pt x="8442" y="3723"/>
                    <a:pt x="8394" y="3687"/>
                    <a:pt x="8346" y="3676"/>
                  </a:cubicBezTo>
                  <a:cubicBezTo>
                    <a:pt x="8322" y="3660"/>
                    <a:pt x="7769" y="3489"/>
                    <a:pt x="7167" y="3489"/>
                  </a:cubicBezTo>
                  <a:cubicBezTo>
                    <a:pt x="6870" y="3489"/>
                    <a:pt x="6562" y="3530"/>
                    <a:pt x="6299" y="3652"/>
                  </a:cubicBezTo>
                  <a:cubicBezTo>
                    <a:pt x="5751" y="3914"/>
                    <a:pt x="5572" y="4640"/>
                    <a:pt x="5656" y="4985"/>
                  </a:cubicBezTo>
                  <a:cubicBezTo>
                    <a:pt x="5525" y="5116"/>
                    <a:pt x="5406" y="5259"/>
                    <a:pt x="5310" y="5402"/>
                  </a:cubicBezTo>
                  <a:cubicBezTo>
                    <a:pt x="5310" y="5259"/>
                    <a:pt x="5298" y="5128"/>
                    <a:pt x="5298" y="4997"/>
                  </a:cubicBezTo>
                  <a:cubicBezTo>
                    <a:pt x="5263" y="4283"/>
                    <a:pt x="5179" y="3568"/>
                    <a:pt x="5048" y="2878"/>
                  </a:cubicBezTo>
                  <a:cubicBezTo>
                    <a:pt x="5358" y="2675"/>
                    <a:pt x="5715" y="2128"/>
                    <a:pt x="5560" y="1592"/>
                  </a:cubicBezTo>
                  <a:cubicBezTo>
                    <a:pt x="5346" y="723"/>
                    <a:pt x="4286" y="56"/>
                    <a:pt x="4239" y="20"/>
                  </a:cubicBezTo>
                  <a:cubicBezTo>
                    <a:pt x="4218" y="6"/>
                    <a:pt x="4193" y="1"/>
                    <a:pt x="4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8" name="Google Shape;12678;p67"/>
            <p:cNvSpPr/>
            <p:nvPr/>
          </p:nvSpPr>
          <p:spPr>
            <a:xfrm>
              <a:off x="2283373" y="3553106"/>
              <a:ext cx="16416" cy="11072"/>
            </a:xfrm>
            <a:custGeom>
              <a:avLst/>
              <a:gdLst/>
              <a:ahLst/>
              <a:cxnLst/>
              <a:rect l="l" t="t" r="r" b="b"/>
              <a:pathLst>
                <a:path w="513" h="346" extrusionOk="0">
                  <a:moveTo>
                    <a:pt x="179" y="0"/>
                  </a:moveTo>
                  <a:cubicBezTo>
                    <a:pt x="84" y="0"/>
                    <a:pt x="13" y="60"/>
                    <a:pt x="1" y="155"/>
                  </a:cubicBezTo>
                  <a:cubicBezTo>
                    <a:pt x="1" y="238"/>
                    <a:pt x="60" y="310"/>
                    <a:pt x="143" y="334"/>
                  </a:cubicBezTo>
                  <a:cubicBezTo>
                    <a:pt x="143" y="334"/>
                    <a:pt x="203" y="334"/>
                    <a:pt x="322" y="346"/>
                  </a:cubicBezTo>
                  <a:lnTo>
                    <a:pt x="334" y="346"/>
                  </a:lnTo>
                  <a:cubicBezTo>
                    <a:pt x="429" y="346"/>
                    <a:pt x="489" y="286"/>
                    <a:pt x="501" y="191"/>
                  </a:cubicBezTo>
                  <a:cubicBezTo>
                    <a:pt x="513" y="107"/>
                    <a:pt x="453" y="36"/>
                    <a:pt x="370" y="12"/>
                  </a:cubicBezTo>
                  <a:cubicBezTo>
                    <a:pt x="251" y="0"/>
                    <a:pt x="191"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9" name="Google Shape;12679;p67"/>
            <p:cNvSpPr/>
            <p:nvPr/>
          </p:nvSpPr>
          <p:spPr>
            <a:xfrm>
              <a:off x="2449485" y="3488658"/>
              <a:ext cx="17184" cy="12288"/>
            </a:xfrm>
            <a:custGeom>
              <a:avLst/>
              <a:gdLst/>
              <a:ahLst/>
              <a:cxnLst/>
              <a:rect l="l" t="t" r="r" b="b"/>
              <a:pathLst>
                <a:path w="537" h="384" extrusionOk="0">
                  <a:moveTo>
                    <a:pt x="348" y="0"/>
                  </a:moveTo>
                  <a:cubicBezTo>
                    <a:pt x="339" y="0"/>
                    <a:pt x="331" y="1"/>
                    <a:pt x="322" y="2"/>
                  </a:cubicBezTo>
                  <a:cubicBezTo>
                    <a:pt x="251" y="26"/>
                    <a:pt x="191" y="50"/>
                    <a:pt x="132" y="62"/>
                  </a:cubicBezTo>
                  <a:cubicBezTo>
                    <a:pt x="48" y="97"/>
                    <a:pt x="1" y="181"/>
                    <a:pt x="25" y="276"/>
                  </a:cubicBezTo>
                  <a:cubicBezTo>
                    <a:pt x="60" y="347"/>
                    <a:pt x="120" y="383"/>
                    <a:pt x="179" y="383"/>
                  </a:cubicBezTo>
                  <a:cubicBezTo>
                    <a:pt x="191" y="383"/>
                    <a:pt x="203" y="383"/>
                    <a:pt x="227" y="359"/>
                  </a:cubicBezTo>
                  <a:cubicBezTo>
                    <a:pt x="286" y="347"/>
                    <a:pt x="346" y="324"/>
                    <a:pt x="406" y="300"/>
                  </a:cubicBezTo>
                  <a:cubicBezTo>
                    <a:pt x="489" y="300"/>
                    <a:pt x="537" y="216"/>
                    <a:pt x="525" y="121"/>
                  </a:cubicBezTo>
                  <a:cubicBezTo>
                    <a:pt x="493" y="46"/>
                    <a:pt x="422" y="0"/>
                    <a:pt x="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0" name="Google Shape;12680;p67"/>
          <p:cNvGrpSpPr/>
          <p:nvPr/>
        </p:nvGrpSpPr>
        <p:grpSpPr>
          <a:xfrm>
            <a:off x="3910637" y="3428890"/>
            <a:ext cx="256800" cy="357024"/>
            <a:chOff x="3910637" y="3352690"/>
            <a:chExt cx="256800" cy="357024"/>
          </a:xfrm>
        </p:grpSpPr>
        <p:sp>
          <p:nvSpPr>
            <p:cNvPr id="12681" name="Google Shape;12681;p67"/>
            <p:cNvSpPr/>
            <p:nvPr/>
          </p:nvSpPr>
          <p:spPr>
            <a:xfrm>
              <a:off x="3910637" y="3352690"/>
              <a:ext cx="256800" cy="357024"/>
            </a:xfrm>
            <a:custGeom>
              <a:avLst/>
              <a:gdLst/>
              <a:ahLst/>
              <a:cxnLst/>
              <a:rect l="l" t="t" r="r" b="b"/>
              <a:pathLst>
                <a:path w="8025" h="11157" extrusionOk="0">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2" name="Google Shape;12682;p67"/>
            <p:cNvSpPr/>
            <p:nvPr/>
          </p:nvSpPr>
          <p:spPr>
            <a:xfrm>
              <a:off x="3960909" y="3498226"/>
              <a:ext cx="60992" cy="60992"/>
            </a:xfrm>
            <a:custGeom>
              <a:avLst/>
              <a:gdLst/>
              <a:ahLst/>
              <a:cxnLst/>
              <a:rect l="l" t="t" r="r" b="b"/>
              <a:pathLst>
                <a:path w="1906" h="1906" extrusionOk="0">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67"/>
            <p:cNvSpPr/>
            <p:nvPr/>
          </p:nvSpPr>
          <p:spPr>
            <a:xfrm>
              <a:off x="4083981" y="3408690"/>
              <a:ext cx="44224" cy="43872"/>
            </a:xfrm>
            <a:custGeom>
              <a:avLst/>
              <a:gdLst/>
              <a:ahLst/>
              <a:cxnLst/>
              <a:rect l="l" t="t" r="r" b="b"/>
              <a:pathLst>
                <a:path w="1382" h="1371" extrusionOk="0">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4" name="Google Shape;12684;p67"/>
          <p:cNvGrpSpPr/>
          <p:nvPr/>
        </p:nvGrpSpPr>
        <p:grpSpPr>
          <a:xfrm>
            <a:off x="6056429" y="3428122"/>
            <a:ext cx="360064" cy="360096"/>
            <a:chOff x="6056429" y="3351922"/>
            <a:chExt cx="360064" cy="360096"/>
          </a:xfrm>
        </p:grpSpPr>
        <p:sp>
          <p:nvSpPr>
            <p:cNvPr id="12685" name="Google Shape;12685;p67"/>
            <p:cNvSpPr/>
            <p:nvPr/>
          </p:nvSpPr>
          <p:spPr>
            <a:xfrm>
              <a:off x="6056429" y="3351922"/>
              <a:ext cx="360064" cy="360096"/>
            </a:xfrm>
            <a:custGeom>
              <a:avLst/>
              <a:gdLst/>
              <a:ahLst/>
              <a:cxnLst/>
              <a:rect l="l" t="t" r="r" b="b"/>
              <a:pathLst>
                <a:path w="11252" h="11253" extrusionOk="0">
                  <a:moveTo>
                    <a:pt x="5501" y="3394"/>
                  </a:moveTo>
                  <a:lnTo>
                    <a:pt x="5501" y="5216"/>
                  </a:lnTo>
                  <a:lnTo>
                    <a:pt x="4215" y="3942"/>
                  </a:lnTo>
                  <a:lnTo>
                    <a:pt x="5501" y="3394"/>
                  </a:lnTo>
                  <a:close/>
                  <a:moveTo>
                    <a:pt x="3989" y="4180"/>
                  </a:moveTo>
                  <a:lnTo>
                    <a:pt x="5275" y="5454"/>
                  </a:lnTo>
                  <a:lnTo>
                    <a:pt x="3453" y="5454"/>
                  </a:lnTo>
                  <a:lnTo>
                    <a:pt x="3989" y="4180"/>
                  </a:lnTo>
                  <a:close/>
                  <a:moveTo>
                    <a:pt x="7346" y="4180"/>
                  </a:moveTo>
                  <a:lnTo>
                    <a:pt x="7882" y="5454"/>
                  </a:lnTo>
                  <a:lnTo>
                    <a:pt x="6060" y="5454"/>
                  </a:lnTo>
                  <a:lnTo>
                    <a:pt x="7346" y="4180"/>
                  </a:lnTo>
                  <a:close/>
                  <a:moveTo>
                    <a:pt x="5263" y="5787"/>
                  </a:moveTo>
                  <a:lnTo>
                    <a:pt x="3989" y="7061"/>
                  </a:lnTo>
                  <a:lnTo>
                    <a:pt x="3453" y="5787"/>
                  </a:lnTo>
                  <a:close/>
                  <a:moveTo>
                    <a:pt x="7858" y="5787"/>
                  </a:moveTo>
                  <a:lnTo>
                    <a:pt x="7346" y="7061"/>
                  </a:lnTo>
                  <a:lnTo>
                    <a:pt x="6060" y="5787"/>
                  </a:lnTo>
                  <a:close/>
                  <a:moveTo>
                    <a:pt x="5822" y="6025"/>
                  </a:moveTo>
                  <a:lnTo>
                    <a:pt x="7096" y="7299"/>
                  </a:lnTo>
                  <a:lnTo>
                    <a:pt x="5822" y="7823"/>
                  </a:lnTo>
                  <a:lnTo>
                    <a:pt x="5822" y="6025"/>
                  </a:lnTo>
                  <a:close/>
                  <a:moveTo>
                    <a:pt x="5632" y="1"/>
                  </a:moveTo>
                  <a:cubicBezTo>
                    <a:pt x="5537" y="1"/>
                    <a:pt x="5465" y="84"/>
                    <a:pt x="5465" y="167"/>
                  </a:cubicBezTo>
                  <a:lnTo>
                    <a:pt x="5465" y="1703"/>
                  </a:lnTo>
                  <a:lnTo>
                    <a:pt x="4525" y="763"/>
                  </a:lnTo>
                  <a:cubicBezTo>
                    <a:pt x="4495" y="733"/>
                    <a:pt x="4456" y="718"/>
                    <a:pt x="4414" y="718"/>
                  </a:cubicBezTo>
                  <a:cubicBezTo>
                    <a:pt x="4373" y="718"/>
                    <a:pt x="4328" y="733"/>
                    <a:pt x="4286" y="763"/>
                  </a:cubicBezTo>
                  <a:cubicBezTo>
                    <a:pt x="4227" y="822"/>
                    <a:pt x="4227" y="929"/>
                    <a:pt x="4286" y="1001"/>
                  </a:cubicBezTo>
                  <a:lnTo>
                    <a:pt x="5465" y="2180"/>
                  </a:lnTo>
                  <a:lnTo>
                    <a:pt x="5465" y="3061"/>
                  </a:lnTo>
                  <a:lnTo>
                    <a:pt x="3929" y="3692"/>
                  </a:lnTo>
                  <a:lnTo>
                    <a:pt x="3322" y="3084"/>
                  </a:lnTo>
                  <a:lnTo>
                    <a:pt x="3322" y="1418"/>
                  </a:lnTo>
                  <a:cubicBezTo>
                    <a:pt x="3322" y="1334"/>
                    <a:pt x="3251" y="1251"/>
                    <a:pt x="3155" y="1251"/>
                  </a:cubicBezTo>
                  <a:cubicBezTo>
                    <a:pt x="3072" y="1251"/>
                    <a:pt x="3001" y="1334"/>
                    <a:pt x="3001" y="1418"/>
                  </a:cubicBezTo>
                  <a:lnTo>
                    <a:pt x="3001" y="2763"/>
                  </a:lnTo>
                  <a:lnTo>
                    <a:pt x="1905" y="1668"/>
                  </a:lnTo>
                  <a:cubicBezTo>
                    <a:pt x="1875" y="1638"/>
                    <a:pt x="1837" y="1623"/>
                    <a:pt x="1795" y="1623"/>
                  </a:cubicBezTo>
                  <a:cubicBezTo>
                    <a:pt x="1753" y="1623"/>
                    <a:pt x="1709" y="1638"/>
                    <a:pt x="1667" y="1668"/>
                  </a:cubicBezTo>
                  <a:cubicBezTo>
                    <a:pt x="1608" y="1727"/>
                    <a:pt x="1608" y="1834"/>
                    <a:pt x="1667" y="1906"/>
                  </a:cubicBezTo>
                  <a:lnTo>
                    <a:pt x="2762" y="3001"/>
                  </a:lnTo>
                  <a:lnTo>
                    <a:pt x="1417" y="3001"/>
                  </a:lnTo>
                  <a:cubicBezTo>
                    <a:pt x="1334" y="3001"/>
                    <a:pt x="1250" y="3073"/>
                    <a:pt x="1250" y="3156"/>
                  </a:cubicBezTo>
                  <a:cubicBezTo>
                    <a:pt x="1250" y="3251"/>
                    <a:pt x="1334" y="3323"/>
                    <a:pt x="1417" y="3323"/>
                  </a:cubicBezTo>
                  <a:lnTo>
                    <a:pt x="3084" y="3323"/>
                  </a:lnTo>
                  <a:lnTo>
                    <a:pt x="3691" y="3930"/>
                  </a:lnTo>
                  <a:lnTo>
                    <a:pt x="3060" y="5466"/>
                  </a:lnTo>
                  <a:lnTo>
                    <a:pt x="2179" y="5466"/>
                  </a:lnTo>
                  <a:lnTo>
                    <a:pt x="1000" y="4287"/>
                  </a:lnTo>
                  <a:cubicBezTo>
                    <a:pt x="971" y="4257"/>
                    <a:pt x="929" y="4242"/>
                    <a:pt x="886" y="4242"/>
                  </a:cubicBezTo>
                  <a:cubicBezTo>
                    <a:pt x="843" y="4242"/>
                    <a:pt x="798" y="4257"/>
                    <a:pt x="762" y="4287"/>
                  </a:cubicBezTo>
                  <a:cubicBezTo>
                    <a:pt x="703" y="4347"/>
                    <a:pt x="703" y="4454"/>
                    <a:pt x="762" y="4525"/>
                  </a:cubicBezTo>
                  <a:lnTo>
                    <a:pt x="1703" y="5466"/>
                  </a:lnTo>
                  <a:lnTo>
                    <a:pt x="167" y="5466"/>
                  </a:lnTo>
                  <a:cubicBezTo>
                    <a:pt x="84" y="5466"/>
                    <a:pt x="0" y="5537"/>
                    <a:pt x="0" y="5632"/>
                  </a:cubicBezTo>
                  <a:cubicBezTo>
                    <a:pt x="0" y="5716"/>
                    <a:pt x="84" y="5799"/>
                    <a:pt x="167" y="5799"/>
                  </a:cubicBezTo>
                  <a:lnTo>
                    <a:pt x="1703" y="5799"/>
                  </a:lnTo>
                  <a:lnTo>
                    <a:pt x="762" y="6728"/>
                  </a:lnTo>
                  <a:cubicBezTo>
                    <a:pt x="703" y="6787"/>
                    <a:pt x="703" y="6894"/>
                    <a:pt x="762" y="6966"/>
                  </a:cubicBezTo>
                  <a:cubicBezTo>
                    <a:pt x="798" y="7002"/>
                    <a:pt x="834" y="7014"/>
                    <a:pt x="881" y="7014"/>
                  </a:cubicBezTo>
                  <a:cubicBezTo>
                    <a:pt x="929" y="7014"/>
                    <a:pt x="977" y="7002"/>
                    <a:pt x="1000" y="6966"/>
                  </a:cubicBezTo>
                  <a:lnTo>
                    <a:pt x="2179" y="5799"/>
                  </a:lnTo>
                  <a:lnTo>
                    <a:pt x="3060" y="5799"/>
                  </a:lnTo>
                  <a:lnTo>
                    <a:pt x="3691" y="7323"/>
                  </a:lnTo>
                  <a:lnTo>
                    <a:pt x="3084" y="7942"/>
                  </a:lnTo>
                  <a:lnTo>
                    <a:pt x="1417" y="7942"/>
                  </a:lnTo>
                  <a:cubicBezTo>
                    <a:pt x="1334" y="7942"/>
                    <a:pt x="1250" y="8014"/>
                    <a:pt x="1250" y="8097"/>
                  </a:cubicBezTo>
                  <a:cubicBezTo>
                    <a:pt x="1250" y="8192"/>
                    <a:pt x="1334" y="8264"/>
                    <a:pt x="1417" y="8264"/>
                  </a:cubicBezTo>
                  <a:lnTo>
                    <a:pt x="2762" y="8264"/>
                  </a:lnTo>
                  <a:lnTo>
                    <a:pt x="1667" y="9347"/>
                  </a:lnTo>
                  <a:cubicBezTo>
                    <a:pt x="1608" y="9407"/>
                    <a:pt x="1608" y="9514"/>
                    <a:pt x="1667" y="9585"/>
                  </a:cubicBezTo>
                  <a:cubicBezTo>
                    <a:pt x="1703" y="9621"/>
                    <a:pt x="1750" y="9633"/>
                    <a:pt x="1786" y="9633"/>
                  </a:cubicBezTo>
                  <a:cubicBezTo>
                    <a:pt x="1834" y="9633"/>
                    <a:pt x="1881" y="9621"/>
                    <a:pt x="1905" y="9585"/>
                  </a:cubicBezTo>
                  <a:lnTo>
                    <a:pt x="3001" y="8502"/>
                  </a:lnTo>
                  <a:lnTo>
                    <a:pt x="3001" y="8788"/>
                  </a:lnTo>
                  <a:cubicBezTo>
                    <a:pt x="3001" y="8871"/>
                    <a:pt x="3072" y="8954"/>
                    <a:pt x="3155" y="8954"/>
                  </a:cubicBezTo>
                  <a:cubicBezTo>
                    <a:pt x="3251" y="8954"/>
                    <a:pt x="3322" y="8871"/>
                    <a:pt x="3322" y="8788"/>
                  </a:cubicBezTo>
                  <a:lnTo>
                    <a:pt x="3322" y="8180"/>
                  </a:lnTo>
                  <a:lnTo>
                    <a:pt x="3929" y="7561"/>
                  </a:lnTo>
                  <a:lnTo>
                    <a:pt x="4394" y="7764"/>
                  </a:lnTo>
                  <a:cubicBezTo>
                    <a:pt x="4406" y="7776"/>
                    <a:pt x="4441" y="7776"/>
                    <a:pt x="4453" y="7776"/>
                  </a:cubicBezTo>
                  <a:cubicBezTo>
                    <a:pt x="4513" y="7776"/>
                    <a:pt x="4572" y="7728"/>
                    <a:pt x="4608" y="7668"/>
                  </a:cubicBezTo>
                  <a:cubicBezTo>
                    <a:pt x="4632" y="7585"/>
                    <a:pt x="4608" y="7490"/>
                    <a:pt x="4513" y="7466"/>
                  </a:cubicBezTo>
                  <a:lnTo>
                    <a:pt x="4191" y="7323"/>
                  </a:lnTo>
                  <a:lnTo>
                    <a:pt x="5465" y="6049"/>
                  </a:lnTo>
                  <a:lnTo>
                    <a:pt x="5465" y="7847"/>
                  </a:lnTo>
                  <a:lnTo>
                    <a:pt x="5168" y="7728"/>
                  </a:lnTo>
                  <a:cubicBezTo>
                    <a:pt x="5148" y="7722"/>
                    <a:pt x="5127" y="7719"/>
                    <a:pt x="5108" y="7719"/>
                  </a:cubicBezTo>
                  <a:cubicBezTo>
                    <a:pt x="5043" y="7719"/>
                    <a:pt x="4983" y="7750"/>
                    <a:pt x="4965" y="7823"/>
                  </a:cubicBezTo>
                  <a:cubicBezTo>
                    <a:pt x="4929" y="7907"/>
                    <a:pt x="4965" y="8002"/>
                    <a:pt x="5048" y="8026"/>
                  </a:cubicBezTo>
                  <a:lnTo>
                    <a:pt x="5465" y="8204"/>
                  </a:lnTo>
                  <a:lnTo>
                    <a:pt x="5465" y="9085"/>
                  </a:lnTo>
                  <a:lnTo>
                    <a:pt x="4286" y="10264"/>
                  </a:lnTo>
                  <a:cubicBezTo>
                    <a:pt x="4227" y="10323"/>
                    <a:pt x="4227" y="10419"/>
                    <a:pt x="4286" y="10502"/>
                  </a:cubicBezTo>
                  <a:cubicBezTo>
                    <a:pt x="4316" y="10532"/>
                    <a:pt x="4358" y="10547"/>
                    <a:pt x="4401" y="10547"/>
                  </a:cubicBezTo>
                  <a:cubicBezTo>
                    <a:pt x="4444" y="10547"/>
                    <a:pt x="4489" y="10532"/>
                    <a:pt x="4525" y="10502"/>
                  </a:cubicBezTo>
                  <a:lnTo>
                    <a:pt x="5465" y="9561"/>
                  </a:lnTo>
                  <a:lnTo>
                    <a:pt x="5465" y="11097"/>
                  </a:lnTo>
                  <a:cubicBezTo>
                    <a:pt x="5465" y="11181"/>
                    <a:pt x="5537" y="11252"/>
                    <a:pt x="5632" y="11252"/>
                  </a:cubicBezTo>
                  <a:cubicBezTo>
                    <a:pt x="5715" y="11252"/>
                    <a:pt x="5799" y="11181"/>
                    <a:pt x="5799" y="11097"/>
                  </a:cubicBezTo>
                  <a:lnTo>
                    <a:pt x="5799" y="9561"/>
                  </a:lnTo>
                  <a:lnTo>
                    <a:pt x="6727" y="10502"/>
                  </a:lnTo>
                  <a:cubicBezTo>
                    <a:pt x="6763" y="10526"/>
                    <a:pt x="6811" y="10538"/>
                    <a:pt x="6846" y="10538"/>
                  </a:cubicBezTo>
                  <a:cubicBezTo>
                    <a:pt x="6894" y="10538"/>
                    <a:pt x="6942" y="10526"/>
                    <a:pt x="6965" y="10502"/>
                  </a:cubicBezTo>
                  <a:cubicBezTo>
                    <a:pt x="7025" y="10443"/>
                    <a:pt x="7025" y="10335"/>
                    <a:pt x="6965" y="10264"/>
                  </a:cubicBezTo>
                  <a:lnTo>
                    <a:pt x="5799" y="9085"/>
                  </a:lnTo>
                  <a:lnTo>
                    <a:pt x="5799" y="8204"/>
                  </a:lnTo>
                  <a:lnTo>
                    <a:pt x="7323" y="7561"/>
                  </a:lnTo>
                  <a:lnTo>
                    <a:pt x="7942" y="8180"/>
                  </a:lnTo>
                  <a:lnTo>
                    <a:pt x="7942" y="9847"/>
                  </a:lnTo>
                  <a:cubicBezTo>
                    <a:pt x="7942" y="9931"/>
                    <a:pt x="8013" y="10014"/>
                    <a:pt x="8096" y="10014"/>
                  </a:cubicBezTo>
                  <a:cubicBezTo>
                    <a:pt x="8192" y="10014"/>
                    <a:pt x="8263" y="9931"/>
                    <a:pt x="8263" y="9847"/>
                  </a:cubicBezTo>
                  <a:lnTo>
                    <a:pt x="8263" y="8502"/>
                  </a:lnTo>
                  <a:lnTo>
                    <a:pt x="9347" y="9597"/>
                  </a:lnTo>
                  <a:cubicBezTo>
                    <a:pt x="9382" y="9621"/>
                    <a:pt x="9430" y="9633"/>
                    <a:pt x="9466" y="9633"/>
                  </a:cubicBezTo>
                  <a:cubicBezTo>
                    <a:pt x="9513" y="9633"/>
                    <a:pt x="9561" y="9621"/>
                    <a:pt x="9585" y="9597"/>
                  </a:cubicBezTo>
                  <a:cubicBezTo>
                    <a:pt x="9644" y="9538"/>
                    <a:pt x="9644" y="9431"/>
                    <a:pt x="9585" y="9347"/>
                  </a:cubicBezTo>
                  <a:lnTo>
                    <a:pt x="8501" y="8264"/>
                  </a:lnTo>
                  <a:lnTo>
                    <a:pt x="9847" y="8264"/>
                  </a:lnTo>
                  <a:cubicBezTo>
                    <a:pt x="9930" y="8264"/>
                    <a:pt x="10001" y="8192"/>
                    <a:pt x="10001" y="8109"/>
                  </a:cubicBezTo>
                  <a:cubicBezTo>
                    <a:pt x="10001" y="8014"/>
                    <a:pt x="9930" y="7942"/>
                    <a:pt x="9847" y="7942"/>
                  </a:cubicBezTo>
                  <a:lnTo>
                    <a:pt x="8180" y="7942"/>
                  </a:lnTo>
                  <a:lnTo>
                    <a:pt x="7561" y="7323"/>
                  </a:lnTo>
                  <a:lnTo>
                    <a:pt x="8204" y="5799"/>
                  </a:lnTo>
                  <a:lnTo>
                    <a:pt x="9085" y="5799"/>
                  </a:lnTo>
                  <a:lnTo>
                    <a:pt x="10263" y="6966"/>
                  </a:lnTo>
                  <a:cubicBezTo>
                    <a:pt x="10287" y="7002"/>
                    <a:pt x="10335" y="7014"/>
                    <a:pt x="10382" y="7014"/>
                  </a:cubicBezTo>
                  <a:cubicBezTo>
                    <a:pt x="10418" y="7014"/>
                    <a:pt x="10466" y="7002"/>
                    <a:pt x="10502" y="6966"/>
                  </a:cubicBezTo>
                  <a:cubicBezTo>
                    <a:pt x="10561" y="6918"/>
                    <a:pt x="10561" y="6811"/>
                    <a:pt x="10502" y="6728"/>
                  </a:cubicBezTo>
                  <a:lnTo>
                    <a:pt x="9561" y="5799"/>
                  </a:lnTo>
                  <a:lnTo>
                    <a:pt x="11097" y="5799"/>
                  </a:lnTo>
                  <a:cubicBezTo>
                    <a:pt x="11180" y="5799"/>
                    <a:pt x="11252" y="5728"/>
                    <a:pt x="11252" y="5632"/>
                  </a:cubicBezTo>
                  <a:cubicBezTo>
                    <a:pt x="11240" y="5525"/>
                    <a:pt x="11168" y="5454"/>
                    <a:pt x="11073" y="5454"/>
                  </a:cubicBezTo>
                  <a:lnTo>
                    <a:pt x="9549" y="5454"/>
                  </a:lnTo>
                  <a:lnTo>
                    <a:pt x="10478" y="4513"/>
                  </a:lnTo>
                  <a:cubicBezTo>
                    <a:pt x="10537" y="4454"/>
                    <a:pt x="10537" y="4358"/>
                    <a:pt x="10478" y="4275"/>
                  </a:cubicBezTo>
                  <a:cubicBezTo>
                    <a:pt x="10448" y="4245"/>
                    <a:pt x="10409" y="4230"/>
                    <a:pt x="10368" y="4230"/>
                  </a:cubicBezTo>
                  <a:cubicBezTo>
                    <a:pt x="10326" y="4230"/>
                    <a:pt x="10281" y="4245"/>
                    <a:pt x="10240" y="4275"/>
                  </a:cubicBezTo>
                  <a:lnTo>
                    <a:pt x="9073" y="5454"/>
                  </a:lnTo>
                  <a:lnTo>
                    <a:pt x="8192" y="5454"/>
                  </a:lnTo>
                  <a:lnTo>
                    <a:pt x="7549" y="3918"/>
                  </a:lnTo>
                  <a:lnTo>
                    <a:pt x="8156" y="3311"/>
                  </a:lnTo>
                  <a:lnTo>
                    <a:pt x="9823" y="3311"/>
                  </a:lnTo>
                  <a:cubicBezTo>
                    <a:pt x="9918" y="3311"/>
                    <a:pt x="9990" y="3239"/>
                    <a:pt x="9990" y="3144"/>
                  </a:cubicBezTo>
                  <a:cubicBezTo>
                    <a:pt x="9990" y="3061"/>
                    <a:pt x="9918" y="2989"/>
                    <a:pt x="9823" y="2989"/>
                  </a:cubicBezTo>
                  <a:lnTo>
                    <a:pt x="8489" y="2989"/>
                  </a:lnTo>
                  <a:lnTo>
                    <a:pt x="9573" y="1894"/>
                  </a:lnTo>
                  <a:cubicBezTo>
                    <a:pt x="9632" y="1834"/>
                    <a:pt x="9632" y="1739"/>
                    <a:pt x="9573" y="1656"/>
                  </a:cubicBezTo>
                  <a:cubicBezTo>
                    <a:pt x="9543" y="1626"/>
                    <a:pt x="9501" y="1611"/>
                    <a:pt x="9458" y="1611"/>
                  </a:cubicBezTo>
                  <a:cubicBezTo>
                    <a:pt x="9415" y="1611"/>
                    <a:pt x="9370" y="1626"/>
                    <a:pt x="9335" y="1656"/>
                  </a:cubicBezTo>
                  <a:lnTo>
                    <a:pt x="8251" y="2739"/>
                  </a:lnTo>
                  <a:lnTo>
                    <a:pt x="8251" y="2465"/>
                  </a:lnTo>
                  <a:cubicBezTo>
                    <a:pt x="8251" y="2370"/>
                    <a:pt x="8180" y="2299"/>
                    <a:pt x="8085" y="2299"/>
                  </a:cubicBezTo>
                  <a:cubicBezTo>
                    <a:pt x="8001" y="2299"/>
                    <a:pt x="7918" y="2370"/>
                    <a:pt x="7918" y="2465"/>
                  </a:cubicBezTo>
                  <a:lnTo>
                    <a:pt x="7918" y="3073"/>
                  </a:lnTo>
                  <a:lnTo>
                    <a:pt x="7311" y="3680"/>
                  </a:lnTo>
                  <a:lnTo>
                    <a:pt x="6906" y="3525"/>
                  </a:lnTo>
                  <a:cubicBezTo>
                    <a:pt x="6884" y="3516"/>
                    <a:pt x="6861" y="3511"/>
                    <a:pt x="6840" y="3511"/>
                  </a:cubicBezTo>
                  <a:cubicBezTo>
                    <a:pt x="6778" y="3511"/>
                    <a:pt x="6721" y="3547"/>
                    <a:pt x="6703" y="3608"/>
                  </a:cubicBezTo>
                  <a:cubicBezTo>
                    <a:pt x="6668" y="3704"/>
                    <a:pt x="6703" y="3787"/>
                    <a:pt x="6787" y="3823"/>
                  </a:cubicBezTo>
                  <a:lnTo>
                    <a:pt x="7073" y="3942"/>
                  </a:lnTo>
                  <a:lnTo>
                    <a:pt x="5799" y="5216"/>
                  </a:lnTo>
                  <a:lnTo>
                    <a:pt x="5799" y="3418"/>
                  </a:lnTo>
                  <a:lnTo>
                    <a:pt x="6096" y="3537"/>
                  </a:lnTo>
                  <a:cubicBezTo>
                    <a:pt x="6116" y="3543"/>
                    <a:pt x="6136" y="3546"/>
                    <a:pt x="6156" y="3546"/>
                  </a:cubicBezTo>
                  <a:cubicBezTo>
                    <a:pt x="6221" y="3546"/>
                    <a:pt x="6280" y="3514"/>
                    <a:pt x="6299" y="3442"/>
                  </a:cubicBezTo>
                  <a:cubicBezTo>
                    <a:pt x="6334" y="3358"/>
                    <a:pt x="6299" y="3263"/>
                    <a:pt x="6215" y="3239"/>
                  </a:cubicBezTo>
                  <a:lnTo>
                    <a:pt x="5799" y="3061"/>
                  </a:lnTo>
                  <a:lnTo>
                    <a:pt x="5799" y="2180"/>
                  </a:lnTo>
                  <a:lnTo>
                    <a:pt x="6965" y="1001"/>
                  </a:lnTo>
                  <a:cubicBezTo>
                    <a:pt x="7025" y="941"/>
                    <a:pt x="7025" y="834"/>
                    <a:pt x="6965" y="763"/>
                  </a:cubicBezTo>
                  <a:cubicBezTo>
                    <a:pt x="6936" y="733"/>
                    <a:pt x="6897" y="718"/>
                    <a:pt x="6855" y="718"/>
                  </a:cubicBezTo>
                  <a:cubicBezTo>
                    <a:pt x="6814" y="718"/>
                    <a:pt x="6769" y="733"/>
                    <a:pt x="6727" y="763"/>
                  </a:cubicBezTo>
                  <a:lnTo>
                    <a:pt x="5799" y="1703"/>
                  </a:lnTo>
                  <a:lnTo>
                    <a:pt x="5799" y="167"/>
                  </a:lnTo>
                  <a:cubicBezTo>
                    <a:pt x="5799" y="84"/>
                    <a:pt x="5715" y="1"/>
                    <a:pt x="5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67"/>
            <p:cNvSpPr/>
            <p:nvPr/>
          </p:nvSpPr>
          <p:spPr>
            <a:xfrm>
              <a:off x="6311309" y="3392306"/>
              <a:ext cx="10688" cy="21760"/>
            </a:xfrm>
            <a:custGeom>
              <a:avLst/>
              <a:gdLst/>
              <a:ahLst/>
              <a:cxnLst/>
              <a:rect l="l" t="t" r="r" b="b"/>
              <a:pathLst>
                <a:path w="334" h="680" extrusionOk="0">
                  <a:moveTo>
                    <a:pt x="167" y="1"/>
                  </a:moveTo>
                  <a:cubicBezTo>
                    <a:pt x="72" y="1"/>
                    <a:pt x="0" y="72"/>
                    <a:pt x="0" y="156"/>
                  </a:cubicBezTo>
                  <a:lnTo>
                    <a:pt x="0" y="513"/>
                  </a:lnTo>
                  <a:cubicBezTo>
                    <a:pt x="0" y="608"/>
                    <a:pt x="72" y="679"/>
                    <a:pt x="167" y="679"/>
                  </a:cubicBezTo>
                  <a:cubicBezTo>
                    <a:pt x="251" y="679"/>
                    <a:pt x="322" y="608"/>
                    <a:pt x="322" y="513"/>
                  </a:cubicBezTo>
                  <a:lnTo>
                    <a:pt x="322" y="156"/>
                  </a:lnTo>
                  <a:cubicBezTo>
                    <a:pt x="334"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67"/>
            <p:cNvSpPr/>
            <p:nvPr/>
          </p:nvSpPr>
          <p:spPr>
            <a:xfrm>
              <a:off x="6153197" y="3649490"/>
              <a:ext cx="10688" cy="21760"/>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8" name="Google Shape;12688;p67"/>
          <p:cNvGrpSpPr/>
          <p:nvPr/>
        </p:nvGrpSpPr>
        <p:grpSpPr>
          <a:xfrm>
            <a:off x="6608877" y="3429274"/>
            <a:ext cx="357408" cy="357408"/>
            <a:chOff x="6608877" y="3353074"/>
            <a:chExt cx="357408" cy="357408"/>
          </a:xfrm>
        </p:grpSpPr>
        <p:sp>
          <p:nvSpPr>
            <p:cNvPr id="12689" name="Google Shape;12689;p67"/>
            <p:cNvSpPr/>
            <p:nvPr/>
          </p:nvSpPr>
          <p:spPr>
            <a:xfrm>
              <a:off x="6608877" y="3353074"/>
              <a:ext cx="357408" cy="357408"/>
            </a:xfrm>
            <a:custGeom>
              <a:avLst/>
              <a:gdLst/>
              <a:ahLst/>
              <a:cxnLst/>
              <a:rect l="l" t="t" r="r" b="b"/>
              <a:pathLst>
                <a:path w="11169" h="11169" extrusionOk="0">
                  <a:moveTo>
                    <a:pt x="357" y="5049"/>
                  </a:moveTo>
                  <a:lnTo>
                    <a:pt x="477" y="5215"/>
                  </a:lnTo>
                  <a:cubicBezTo>
                    <a:pt x="536" y="5287"/>
                    <a:pt x="619" y="5334"/>
                    <a:pt x="703" y="5346"/>
                  </a:cubicBezTo>
                  <a:lnTo>
                    <a:pt x="750" y="5346"/>
                  </a:lnTo>
                  <a:lnTo>
                    <a:pt x="619" y="6001"/>
                  </a:lnTo>
                  <a:cubicBezTo>
                    <a:pt x="584" y="6132"/>
                    <a:pt x="596" y="6251"/>
                    <a:pt x="643" y="6382"/>
                  </a:cubicBezTo>
                  <a:lnTo>
                    <a:pt x="988" y="7311"/>
                  </a:lnTo>
                  <a:cubicBezTo>
                    <a:pt x="988" y="7323"/>
                    <a:pt x="1000" y="7359"/>
                    <a:pt x="1000" y="7370"/>
                  </a:cubicBezTo>
                  <a:lnTo>
                    <a:pt x="1012" y="8156"/>
                  </a:lnTo>
                  <a:cubicBezTo>
                    <a:pt x="560" y="7370"/>
                    <a:pt x="334" y="6489"/>
                    <a:pt x="334" y="5585"/>
                  </a:cubicBezTo>
                  <a:cubicBezTo>
                    <a:pt x="334" y="5406"/>
                    <a:pt x="346" y="5227"/>
                    <a:pt x="357" y="5049"/>
                  </a:cubicBezTo>
                  <a:close/>
                  <a:moveTo>
                    <a:pt x="5537" y="405"/>
                  </a:moveTo>
                  <a:cubicBezTo>
                    <a:pt x="6525" y="405"/>
                    <a:pt x="7477" y="667"/>
                    <a:pt x="8299" y="1179"/>
                  </a:cubicBezTo>
                  <a:lnTo>
                    <a:pt x="7656" y="1608"/>
                  </a:lnTo>
                  <a:cubicBezTo>
                    <a:pt x="7596" y="1655"/>
                    <a:pt x="7561" y="1727"/>
                    <a:pt x="7596" y="1798"/>
                  </a:cubicBezTo>
                  <a:lnTo>
                    <a:pt x="7763" y="2251"/>
                  </a:lnTo>
                  <a:lnTo>
                    <a:pt x="7763" y="2263"/>
                  </a:lnTo>
                  <a:lnTo>
                    <a:pt x="7585" y="2334"/>
                  </a:lnTo>
                  <a:cubicBezTo>
                    <a:pt x="7406" y="2394"/>
                    <a:pt x="7287" y="2560"/>
                    <a:pt x="7251" y="2751"/>
                  </a:cubicBezTo>
                  <a:lnTo>
                    <a:pt x="6751" y="3037"/>
                  </a:lnTo>
                  <a:cubicBezTo>
                    <a:pt x="6703" y="3060"/>
                    <a:pt x="6668" y="3108"/>
                    <a:pt x="6656" y="3168"/>
                  </a:cubicBezTo>
                  <a:lnTo>
                    <a:pt x="6549" y="4132"/>
                  </a:lnTo>
                  <a:lnTo>
                    <a:pt x="6418" y="4180"/>
                  </a:lnTo>
                  <a:cubicBezTo>
                    <a:pt x="6334" y="4215"/>
                    <a:pt x="6287" y="4299"/>
                    <a:pt x="6311" y="4394"/>
                  </a:cubicBezTo>
                  <a:cubicBezTo>
                    <a:pt x="6346" y="4465"/>
                    <a:pt x="6406" y="4489"/>
                    <a:pt x="6465" y="4489"/>
                  </a:cubicBezTo>
                  <a:cubicBezTo>
                    <a:pt x="6477" y="4489"/>
                    <a:pt x="6489" y="4489"/>
                    <a:pt x="6525" y="4477"/>
                  </a:cubicBezTo>
                  <a:lnTo>
                    <a:pt x="6763" y="4406"/>
                  </a:lnTo>
                  <a:cubicBezTo>
                    <a:pt x="6823" y="4394"/>
                    <a:pt x="6870" y="4334"/>
                    <a:pt x="6870" y="4275"/>
                  </a:cubicBezTo>
                  <a:lnTo>
                    <a:pt x="6965" y="3287"/>
                  </a:lnTo>
                  <a:lnTo>
                    <a:pt x="7227" y="3156"/>
                  </a:lnTo>
                  <a:lnTo>
                    <a:pt x="7204" y="3441"/>
                  </a:lnTo>
                  <a:cubicBezTo>
                    <a:pt x="7204" y="3525"/>
                    <a:pt x="7263" y="3596"/>
                    <a:pt x="7358" y="3620"/>
                  </a:cubicBezTo>
                  <a:lnTo>
                    <a:pt x="7370" y="3620"/>
                  </a:lnTo>
                  <a:cubicBezTo>
                    <a:pt x="7465" y="3620"/>
                    <a:pt x="7537" y="3560"/>
                    <a:pt x="7537" y="3465"/>
                  </a:cubicBezTo>
                  <a:lnTo>
                    <a:pt x="7585" y="2822"/>
                  </a:lnTo>
                  <a:cubicBezTo>
                    <a:pt x="7585" y="2751"/>
                    <a:pt x="7644" y="2691"/>
                    <a:pt x="7692" y="2667"/>
                  </a:cubicBezTo>
                  <a:lnTo>
                    <a:pt x="7882" y="2584"/>
                  </a:lnTo>
                  <a:cubicBezTo>
                    <a:pt x="8037" y="2525"/>
                    <a:pt x="8132" y="2334"/>
                    <a:pt x="8073" y="2156"/>
                  </a:cubicBezTo>
                  <a:lnTo>
                    <a:pt x="7954" y="1834"/>
                  </a:lnTo>
                  <a:lnTo>
                    <a:pt x="8608" y="1394"/>
                  </a:lnTo>
                  <a:cubicBezTo>
                    <a:pt x="8847" y="1560"/>
                    <a:pt x="9073" y="1751"/>
                    <a:pt x="9275" y="1965"/>
                  </a:cubicBezTo>
                  <a:cubicBezTo>
                    <a:pt x="10275" y="2965"/>
                    <a:pt x="10811" y="4275"/>
                    <a:pt x="10811" y="5680"/>
                  </a:cubicBezTo>
                  <a:cubicBezTo>
                    <a:pt x="10811" y="7097"/>
                    <a:pt x="10287" y="8311"/>
                    <a:pt x="9287" y="9299"/>
                  </a:cubicBezTo>
                  <a:cubicBezTo>
                    <a:pt x="8299" y="10299"/>
                    <a:pt x="6989" y="10835"/>
                    <a:pt x="5572" y="10835"/>
                  </a:cubicBezTo>
                  <a:cubicBezTo>
                    <a:pt x="4156" y="10835"/>
                    <a:pt x="2846" y="10287"/>
                    <a:pt x="1846" y="9299"/>
                  </a:cubicBezTo>
                  <a:cubicBezTo>
                    <a:pt x="1655" y="9109"/>
                    <a:pt x="1477" y="8906"/>
                    <a:pt x="1310" y="8680"/>
                  </a:cubicBezTo>
                  <a:lnTo>
                    <a:pt x="1286" y="7370"/>
                  </a:lnTo>
                  <a:cubicBezTo>
                    <a:pt x="1286" y="7311"/>
                    <a:pt x="1274" y="7251"/>
                    <a:pt x="1250" y="7204"/>
                  </a:cubicBezTo>
                  <a:lnTo>
                    <a:pt x="917" y="6287"/>
                  </a:lnTo>
                  <a:cubicBezTo>
                    <a:pt x="881" y="6227"/>
                    <a:pt x="881" y="6144"/>
                    <a:pt x="893" y="6085"/>
                  </a:cubicBezTo>
                  <a:lnTo>
                    <a:pt x="1096" y="5156"/>
                  </a:lnTo>
                  <a:lnTo>
                    <a:pt x="1393" y="4918"/>
                  </a:lnTo>
                  <a:cubicBezTo>
                    <a:pt x="1429" y="4882"/>
                    <a:pt x="1453" y="4834"/>
                    <a:pt x="1453" y="4799"/>
                  </a:cubicBezTo>
                  <a:lnTo>
                    <a:pt x="1453" y="4442"/>
                  </a:lnTo>
                  <a:lnTo>
                    <a:pt x="1846" y="4465"/>
                  </a:lnTo>
                  <a:lnTo>
                    <a:pt x="2179" y="5418"/>
                  </a:lnTo>
                  <a:cubicBezTo>
                    <a:pt x="2203" y="5513"/>
                    <a:pt x="2286" y="5596"/>
                    <a:pt x="2358" y="5644"/>
                  </a:cubicBezTo>
                  <a:cubicBezTo>
                    <a:pt x="2420" y="5679"/>
                    <a:pt x="2479" y="5697"/>
                    <a:pt x="2540" y="5697"/>
                  </a:cubicBezTo>
                  <a:cubicBezTo>
                    <a:pt x="2584" y="5697"/>
                    <a:pt x="2629" y="5688"/>
                    <a:pt x="2679" y="5668"/>
                  </a:cubicBezTo>
                  <a:cubicBezTo>
                    <a:pt x="2786" y="5644"/>
                    <a:pt x="2882" y="5573"/>
                    <a:pt x="2941" y="5465"/>
                  </a:cubicBezTo>
                  <a:lnTo>
                    <a:pt x="3144" y="5037"/>
                  </a:lnTo>
                  <a:lnTo>
                    <a:pt x="3536" y="4763"/>
                  </a:lnTo>
                  <a:cubicBezTo>
                    <a:pt x="3565" y="4739"/>
                    <a:pt x="3602" y="4727"/>
                    <a:pt x="3639" y="4727"/>
                  </a:cubicBezTo>
                  <a:cubicBezTo>
                    <a:pt x="3694" y="4727"/>
                    <a:pt x="3751" y="4754"/>
                    <a:pt x="3786" y="4811"/>
                  </a:cubicBezTo>
                  <a:lnTo>
                    <a:pt x="4227" y="5406"/>
                  </a:lnTo>
                  <a:cubicBezTo>
                    <a:pt x="4263" y="5430"/>
                    <a:pt x="4310" y="5465"/>
                    <a:pt x="4346" y="5465"/>
                  </a:cubicBezTo>
                  <a:lnTo>
                    <a:pt x="4525" y="5477"/>
                  </a:lnTo>
                  <a:cubicBezTo>
                    <a:pt x="4525" y="5477"/>
                    <a:pt x="4548" y="5477"/>
                    <a:pt x="4548" y="5489"/>
                  </a:cubicBezTo>
                  <a:lnTo>
                    <a:pt x="4751" y="6204"/>
                  </a:lnTo>
                  <a:cubicBezTo>
                    <a:pt x="4763" y="6287"/>
                    <a:pt x="4846" y="6323"/>
                    <a:pt x="4918" y="6323"/>
                  </a:cubicBezTo>
                  <a:lnTo>
                    <a:pt x="4965" y="6323"/>
                  </a:lnTo>
                  <a:cubicBezTo>
                    <a:pt x="5049" y="6299"/>
                    <a:pt x="5096" y="6204"/>
                    <a:pt x="5060" y="6120"/>
                  </a:cubicBezTo>
                  <a:lnTo>
                    <a:pt x="4977" y="5835"/>
                  </a:lnTo>
                  <a:lnTo>
                    <a:pt x="5299" y="5715"/>
                  </a:lnTo>
                  <a:cubicBezTo>
                    <a:pt x="5513" y="5644"/>
                    <a:pt x="5656" y="5418"/>
                    <a:pt x="5632" y="5192"/>
                  </a:cubicBezTo>
                  <a:lnTo>
                    <a:pt x="5596" y="4751"/>
                  </a:lnTo>
                  <a:lnTo>
                    <a:pt x="5870" y="4656"/>
                  </a:lnTo>
                  <a:cubicBezTo>
                    <a:pt x="5953" y="4632"/>
                    <a:pt x="6001" y="4537"/>
                    <a:pt x="5977" y="4453"/>
                  </a:cubicBezTo>
                  <a:cubicBezTo>
                    <a:pt x="5949" y="4377"/>
                    <a:pt x="5890" y="4339"/>
                    <a:pt x="5818" y="4339"/>
                  </a:cubicBezTo>
                  <a:cubicBezTo>
                    <a:pt x="5801" y="4339"/>
                    <a:pt x="5782" y="4342"/>
                    <a:pt x="5763" y="4346"/>
                  </a:cubicBezTo>
                  <a:lnTo>
                    <a:pt x="5382" y="4477"/>
                  </a:lnTo>
                  <a:cubicBezTo>
                    <a:pt x="5299" y="4513"/>
                    <a:pt x="5263" y="4572"/>
                    <a:pt x="5275" y="4644"/>
                  </a:cubicBezTo>
                  <a:lnTo>
                    <a:pt x="5322" y="5215"/>
                  </a:lnTo>
                  <a:cubicBezTo>
                    <a:pt x="5322" y="5299"/>
                    <a:pt x="5275" y="5370"/>
                    <a:pt x="5203" y="5406"/>
                  </a:cubicBezTo>
                  <a:lnTo>
                    <a:pt x="4906" y="5525"/>
                  </a:lnTo>
                  <a:lnTo>
                    <a:pt x="4870" y="5418"/>
                  </a:lnTo>
                  <a:cubicBezTo>
                    <a:pt x="4822" y="5287"/>
                    <a:pt x="4703" y="5180"/>
                    <a:pt x="4572" y="5180"/>
                  </a:cubicBezTo>
                  <a:lnTo>
                    <a:pt x="4465" y="5168"/>
                  </a:lnTo>
                  <a:lnTo>
                    <a:pt x="4072" y="4632"/>
                  </a:lnTo>
                  <a:cubicBezTo>
                    <a:pt x="3973" y="4497"/>
                    <a:pt x="3822" y="4425"/>
                    <a:pt x="3669" y="4425"/>
                  </a:cubicBezTo>
                  <a:cubicBezTo>
                    <a:pt x="3565" y="4425"/>
                    <a:pt x="3461" y="4458"/>
                    <a:pt x="3370" y="4525"/>
                  </a:cubicBezTo>
                  <a:lnTo>
                    <a:pt x="2941" y="4823"/>
                  </a:lnTo>
                  <a:cubicBezTo>
                    <a:pt x="2905" y="4834"/>
                    <a:pt x="2893" y="4846"/>
                    <a:pt x="2882" y="4882"/>
                  </a:cubicBezTo>
                  <a:lnTo>
                    <a:pt x="2643" y="5346"/>
                  </a:lnTo>
                  <a:cubicBezTo>
                    <a:pt x="2620" y="5370"/>
                    <a:pt x="2596" y="5382"/>
                    <a:pt x="2596" y="5382"/>
                  </a:cubicBezTo>
                  <a:cubicBezTo>
                    <a:pt x="2588" y="5382"/>
                    <a:pt x="2569" y="5393"/>
                    <a:pt x="2554" y="5393"/>
                  </a:cubicBezTo>
                  <a:cubicBezTo>
                    <a:pt x="2547" y="5393"/>
                    <a:pt x="2540" y="5390"/>
                    <a:pt x="2536" y="5382"/>
                  </a:cubicBezTo>
                  <a:cubicBezTo>
                    <a:pt x="2524" y="5370"/>
                    <a:pt x="2501" y="5358"/>
                    <a:pt x="2501" y="5346"/>
                  </a:cubicBezTo>
                  <a:lnTo>
                    <a:pt x="2131" y="4287"/>
                  </a:lnTo>
                  <a:cubicBezTo>
                    <a:pt x="2120" y="4227"/>
                    <a:pt x="2060" y="4180"/>
                    <a:pt x="1989" y="4180"/>
                  </a:cubicBezTo>
                  <a:lnTo>
                    <a:pt x="1369" y="4132"/>
                  </a:lnTo>
                  <a:lnTo>
                    <a:pt x="1167" y="3858"/>
                  </a:lnTo>
                  <a:cubicBezTo>
                    <a:pt x="1132" y="3809"/>
                    <a:pt x="1085" y="3785"/>
                    <a:pt x="1038" y="3785"/>
                  </a:cubicBezTo>
                  <a:cubicBezTo>
                    <a:pt x="1005" y="3785"/>
                    <a:pt x="971" y="3798"/>
                    <a:pt x="941" y="3822"/>
                  </a:cubicBezTo>
                  <a:cubicBezTo>
                    <a:pt x="869" y="3882"/>
                    <a:pt x="858" y="3977"/>
                    <a:pt x="917" y="4049"/>
                  </a:cubicBezTo>
                  <a:lnTo>
                    <a:pt x="1131" y="4346"/>
                  </a:lnTo>
                  <a:lnTo>
                    <a:pt x="1131" y="4751"/>
                  </a:lnTo>
                  <a:lnTo>
                    <a:pt x="715" y="5073"/>
                  </a:lnTo>
                  <a:lnTo>
                    <a:pt x="691" y="5073"/>
                  </a:lnTo>
                  <a:lnTo>
                    <a:pt x="381" y="4656"/>
                  </a:lnTo>
                  <a:cubicBezTo>
                    <a:pt x="500" y="4001"/>
                    <a:pt x="750" y="3394"/>
                    <a:pt x="1096" y="2846"/>
                  </a:cubicBezTo>
                  <a:lnTo>
                    <a:pt x="1310" y="3179"/>
                  </a:lnTo>
                  <a:cubicBezTo>
                    <a:pt x="1346" y="3227"/>
                    <a:pt x="1405" y="3263"/>
                    <a:pt x="1453" y="3263"/>
                  </a:cubicBezTo>
                  <a:cubicBezTo>
                    <a:pt x="1477" y="3263"/>
                    <a:pt x="1512" y="3239"/>
                    <a:pt x="1536" y="3227"/>
                  </a:cubicBezTo>
                  <a:cubicBezTo>
                    <a:pt x="1608" y="3179"/>
                    <a:pt x="1631" y="3084"/>
                    <a:pt x="1584" y="3001"/>
                  </a:cubicBezTo>
                  <a:lnTo>
                    <a:pt x="1286" y="2560"/>
                  </a:lnTo>
                  <a:cubicBezTo>
                    <a:pt x="1453" y="2334"/>
                    <a:pt x="1631" y="2132"/>
                    <a:pt x="1822" y="1929"/>
                  </a:cubicBezTo>
                  <a:cubicBezTo>
                    <a:pt x="2822" y="941"/>
                    <a:pt x="4132" y="405"/>
                    <a:pt x="5537" y="405"/>
                  </a:cubicBezTo>
                  <a:close/>
                  <a:moveTo>
                    <a:pt x="5584" y="0"/>
                  </a:moveTo>
                  <a:cubicBezTo>
                    <a:pt x="4096" y="0"/>
                    <a:pt x="2703" y="584"/>
                    <a:pt x="1643" y="1644"/>
                  </a:cubicBezTo>
                  <a:cubicBezTo>
                    <a:pt x="584" y="2691"/>
                    <a:pt x="0" y="4096"/>
                    <a:pt x="0" y="5585"/>
                  </a:cubicBezTo>
                  <a:cubicBezTo>
                    <a:pt x="0" y="7073"/>
                    <a:pt x="584" y="8466"/>
                    <a:pt x="1643" y="9525"/>
                  </a:cubicBezTo>
                  <a:cubicBezTo>
                    <a:pt x="2703" y="10585"/>
                    <a:pt x="4096" y="11169"/>
                    <a:pt x="5584" y="11169"/>
                  </a:cubicBezTo>
                  <a:cubicBezTo>
                    <a:pt x="7073" y="11169"/>
                    <a:pt x="8478" y="10585"/>
                    <a:pt x="9525" y="9525"/>
                  </a:cubicBezTo>
                  <a:cubicBezTo>
                    <a:pt x="10585" y="8466"/>
                    <a:pt x="11168" y="7073"/>
                    <a:pt x="11168" y="5585"/>
                  </a:cubicBezTo>
                  <a:cubicBezTo>
                    <a:pt x="11168" y="4096"/>
                    <a:pt x="10585" y="2691"/>
                    <a:pt x="9525" y="1644"/>
                  </a:cubicBezTo>
                  <a:cubicBezTo>
                    <a:pt x="8478" y="584"/>
                    <a:pt x="7073"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67"/>
            <p:cNvSpPr/>
            <p:nvPr/>
          </p:nvSpPr>
          <p:spPr>
            <a:xfrm>
              <a:off x="6770029" y="3565170"/>
              <a:ext cx="44608" cy="27968"/>
            </a:xfrm>
            <a:custGeom>
              <a:avLst/>
              <a:gdLst/>
              <a:ahLst/>
              <a:cxnLst/>
              <a:rect l="l" t="t" r="r" b="b"/>
              <a:pathLst>
                <a:path w="1394" h="874" extrusionOk="0">
                  <a:moveTo>
                    <a:pt x="166" y="1"/>
                  </a:moveTo>
                  <a:cubicBezTo>
                    <a:pt x="121" y="1"/>
                    <a:pt x="80" y="19"/>
                    <a:pt x="60" y="52"/>
                  </a:cubicBezTo>
                  <a:cubicBezTo>
                    <a:pt x="1" y="135"/>
                    <a:pt x="13" y="230"/>
                    <a:pt x="72" y="278"/>
                  </a:cubicBezTo>
                  <a:lnTo>
                    <a:pt x="620" y="742"/>
                  </a:lnTo>
                  <a:cubicBezTo>
                    <a:pt x="715" y="814"/>
                    <a:pt x="798" y="850"/>
                    <a:pt x="917" y="862"/>
                  </a:cubicBezTo>
                  <a:lnTo>
                    <a:pt x="1215" y="873"/>
                  </a:lnTo>
                  <a:lnTo>
                    <a:pt x="1227" y="873"/>
                  </a:lnTo>
                  <a:cubicBezTo>
                    <a:pt x="1322" y="873"/>
                    <a:pt x="1394" y="814"/>
                    <a:pt x="1394" y="731"/>
                  </a:cubicBezTo>
                  <a:cubicBezTo>
                    <a:pt x="1394" y="647"/>
                    <a:pt x="1322" y="576"/>
                    <a:pt x="1239" y="564"/>
                  </a:cubicBezTo>
                  <a:lnTo>
                    <a:pt x="941" y="552"/>
                  </a:lnTo>
                  <a:cubicBezTo>
                    <a:pt x="894" y="552"/>
                    <a:pt x="858" y="528"/>
                    <a:pt x="834" y="504"/>
                  </a:cubicBezTo>
                  <a:lnTo>
                    <a:pt x="274" y="40"/>
                  </a:lnTo>
                  <a:cubicBezTo>
                    <a:pt x="242" y="13"/>
                    <a:pt x="203"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1" name="Google Shape;12691;p67"/>
            <p:cNvSpPr/>
            <p:nvPr/>
          </p:nvSpPr>
          <p:spPr>
            <a:xfrm>
              <a:off x="6859949" y="3437074"/>
              <a:ext cx="24416" cy="31840"/>
            </a:xfrm>
            <a:custGeom>
              <a:avLst/>
              <a:gdLst/>
              <a:ahLst/>
              <a:cxnLst/>
              <a:rect l="l" t="t" r="r" b="b"/>
              <a:pathLst>
                <a:path w="763" h="995" extrusionOk="0">
                  <a:moveTo>
                    <a:pt x="583" y="1"/>
                  </a:moveTo>
                  <a:cubicBezTo>
                    <a:pt x="509" y="1"/>
                    <a:pt x="447" y="45"/>
                    <a:pt x="417" y="114"/>
                  </a:cubicBezTo>
                  <a:lnTo>
                    <a:pt x="334" y="400"/>
                  </a:lnTo>
                  <a:lnTo>
                    <a:pt x="60" y="745"/>
                  </a:lnTo>
                  <a:cubicBezTo>
                    <a:pt x="0" y="816"/>
                    <a:pt x="12" y="924"/>
                    <a:pt x="96" y="959"/>
                  </a:cubicBezTo>
                  <a:cubicBezTo>
                    <a:pt x="120" y="995"/>
                    <a:pt x="155" y="995"/>
                    <a:pt x="191" y="995"/>
                  </a:cubicBezTo>
                  <a:cubicBezTo>
                    <a:pt x="239" y="995"/>
                    <a:pt x="298" y="983"/>
                    <a:pt x="334" y="935"/>
                  </a:cubicBezTo>
                  <a:lnTo>
                    <a:pt x="608" y="566"/>
                  </a:lnTo>
                  <a:cubicBezTo>
                    <a:pt x="632" y="543"/>
                    <a:pt x="632" y="531"/>
                    <a:pt x="643" y="519"/>
                  </a:cubicBezTo>
                  <a:lnTo>
                    <a:pt x="751" y="209"/>
                  </a:lnTo>
                  <a:cubicBezTo>
                    <a:pt x="762" y="126"/>
                    <a:pt x="715" y="42"/>
                    <a:pt x="632" y="7"/>
                  </a:cubicBezTo>
                  <a:cubicBezTo>
                    <a:pt x="615" y="3"/>
                    <a:pt x="599" y="1"/>
                    <a:pt x="5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2" name="Google Shape;12692;p67"/>
            <p:cNvSpPr/>
            <p:nvPr/>
          </p:nvSpPr>
          <p:spPr>
            <a:xfrm>
              <a:off x="6824525" y="3509426"/>
              <a:ext cx="17920" cy="28448"/>
            </a:xfrm>
            <a:custGeom>
              <a:avLst/>
              <a:gdLst/>
              <a:ahLst/>
              <a:cxnLst/>
              <a:rect l="l" t="t" r="r" b="b"/>
              <a:pathLst>
                <a:path w="560" h="889" extrusionOk="0">
                  <a:moveTo>
                    <a:pt x="194" y="1"/>
                  </a:moveTo>
                  <a:cubicBezTo>
                    <a:pt x="177" y="1"/>
                    <a:pt x="160" y="3"/>
                    <a:pt x="143" y="8"/>
                  </a:cubicBezTo>
                  <a:cubicBezTo>
                    <a:pt x="48" y="44"/>
                    <a:pt x="0" y="127"/>
                    <a:pt x="36" y="222"/>
                  </a:cubicBezTo>
                  <a:lnTo>
                    <a:pt x="215" y="770"/>
                  </a:lnTo>
                  <a:cubicBezTo>
                    <a:pt x="226" y="841"/>
                    <a:pt x="298" y="889"/>
                    <a:pt x="357" y="889"/>
                  </a:cubicBezTo>
                  <a:cubicBezTo>
                    <a:pt x="381" y="889"/>
                    <a:pt x="393" y="889"/>
                    <a:pt x="405" y="877"/>
                  </a:cubicBezTo>
                  <a:cubicBezTo>
                    <a:pt x="500" y="841"/>
                    <a:pt x="560" y="746"/>
                    <a:pt x="524" y="663"/>
                  </a:cubicBezTo>
                  <a:lnTo>
                    <a:pt x="345" y="115"/>
                  </a:lnTo>
                  <a:cubicBezTo>
                    <a:pt x="326" y="39"/>
                    <a:pt x="262"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67"/>
            <p:cNvSpPr/>
            <p:nvPr/>
          </p:nvSpPr>
          <p:spPr>
            <a:xfrm>
              <a:off x="6790989" y="3541906"/>
              <a:ext cx="42688" cy="34464"/>
            </a:xfrm>
            <a:custGeom>
              <a:avLst/>
              <a:gdLst/>
              <a:ahLst/>
              <a:cxnLst/>
              <a:rect l="l" t="t" r="r" b="b"/>
              <a:pathLst>
                <a:path w="1334" h="1077" extrusionOk="0">
                  <a:moveTo>
                    <a:pt x="508" y="333"/>
                  </a:moveTo>
                  <a:cubicBezTo>
                    <a:pt x="511" y="333"/>
                    <a:pt x="516" y="334"/>
                    <a:pt x="524" y="338"/>
                  </a:cubicBezTo>
                  <a:lnTo>
                    <a:pt x="977" y="410"/>
                  </a:lnTo>
                  <a:lnTo>
                    <a:pt x="977" y="422"/>
                  </a:lnTo>
                  <a:lnTo>
                    <a:pt x="739" y="755"/>
                  </a:lnTo>
                  <a:lnTo>
                    <a:pt x="727" y="755"/>
                  </a:lnTo>
                  <a:lnTo>
                    <a:pt x="381" y="624"/>
                  </a:lnTo>
                  <a:lnTo>
                    <a:pt x="501" y="338"/>
                  </a:lnTo>
                  <a:cubicBezTo>
                    <a:pt x="501" y="338"/>
                    <a:pt x="501" y="333"/>
                    <a:pt x="508" y="333"/>
                  </a:cubicBezTo>
                  <a:close/>
                  <a:moveTo>
                    <a:pt x="531" y="1"/>
                  </a:moveTo>
                  <a:cubicBezTo>
                    <a:pt x="397" y="1"/>
                    <a:pt x="277" y="81"/>
                    <a:pt x="203" y="207"/>
                  </a:cubicBezTo>
                  <a:lnTo>
                    <a:pt x="12" y="648"/>
                  </a:lnTo>
                  <a:cubicBezTo>
                    <a:pt x="0" y="696"/>
                    <a:pt x="0" y="743"/>
                    <a:pt x="12" y="779"/>
                  </a:cubicBezTo>
                  <a:cubicBezTo>
                    <a:pt x="24" y="827"/>
                    <a:pt x="60" y="862"/>
                    <a:pt x="108" y="874"/>
                  </a:cubicBezTo>
                  <a:lnTo>
                    <a:pt x="608" y="1065"/>
                  </a:lnTo>
                  <a:cubicBezTo>
                    <a:pt x="655" y="1077"/>
                    <a:pt x="679" y="1077"/>
                    <a:pt x="727" y="1077"/>
                  </a:cubicBezTo>
                  <a:cubicBezTo>
                    <a:pt x="834" y="1077"/>
                    <a:pt x="941" y="1041"/>
                    <a:pt x="1001" y="946"/>
                  </a:cubicBezTo>
                  <a:lnTo>
                    <a:pt x="1239" y="624"/>
                  </a:lnTo>
                  <a:cubicBezTo>
                    <a:pt x="1310" y="529"/>
                    <a:pt x="1334" y="410"/>
                    <a:pt x="1298" y="291"/>
                  </a:cubicBezTo>
                  <a:cubicBezTo>
                    <a:pt x="1251" y="184"/>
                    <a:pt x="1155" y="100"/>
                    <a:pt x="1036" y="88"/>
                  </a:cubicBezTo>
                  <a:lnTo>
                    <a:pt x="584" y="5"/>
                  </a:lnTo>
                  <a:cubicBezTo>
                    <a:pt x="566" y="2"/>
                    <a:pt x="549" y="1"/>
                    <a:pt x="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67"/>
            <p:cNvSpPr/>
            <p:nvPr/>
          </p:nvSpPr>
          <p:spPr>
            <a:xfrm>
              <a:off x="6840525" y="3544914"/>
              <a:ext cx="54112" cy="32608"/>
            </a:xfrm>
            <a:custGeom>
              <a:avLst/>
              <a:gdLst/>
              <a:ahLst/>
              <a:cxnLst/>
              <a:rect l="l" t="t" r="r" b="b"/>
              <a:pathLst>
                <a:path w="1691" h="1019" extrusionOk="0">
                  <a:moveTo>
                    <a:pt x="864" y="346"/>
                  </a:moveTo>
                  <a:cubicBezTo>
                    <a:pt x="913" y="346"/>
                    <a:pt x="962" y="364"/>
                    <a:pt x="1000" y="387"/>
                  </a:cubicBezTo>
                  <a:lnTo>
                    <a:pt x="1250" y="649"/>
                  </a:lnTo>
                  <a:lnTo>
                    <a:pt x="1191" y="673"/>
                  </a:lnTo>
                  <a:cubicBezTo>
                    <a:pt x="1165" y="693"/>
                    <a:pt x="1131" y="701"/>
                    <a:pt x="1099" y="701"/>
                  </a:cubicBezTo>
                  <a:cubicBezTo>
                    <a:pt x="1072" y="701"/>
                    <a:pt x="1046" y="696"/>
                    <a:pt x="1024" y="685"/>
                  </a:cubicBezTo>
                  <a:lnTo>
                    <a:pt x="548" y="482"/>
                  </a:lnTo>
                  <a:lnTo>
                    <a:pt x="786" y="363"/>
                  </a:lnTo>
                  <a:cubicBezTo>
                    <a:pt x="811" y="351"/>
                    <a:pt x="837" y="346"/>
                    <a:pt x="864" y="346"/>
                  </a:cubicBezTo>
                  <a:close/>
                  <a:moveTo>
                    <a:pt x="857" y="1"/>
                  </a:moveTo>
                  <a:cubicBezTo>
                    <a:pt x="787" y="1"/>
                    <a:pt x="719" y="14"/>
                    <a:pt x="655" y="42"/>
                  </a:cubicBezTo>
                  <a:lnTo>
                    <a:pt x="84" y="316"/>
                  </a:lnTo>
                  <a:cubicBezTo>
                    <a:pt x="24" y="340"/>
                    <a:pt x="0" y="399"/>
                    <a:pt x="0" y="459"/>
                  </a:cubicBezTo>
                  <a:cubicBezTo>
                    <a:pt x="0" y="518"/>
                    <a:pt x="48" y="578"/>
                    <a:pt x="84" y="613"/>
                  </a:cubicBezTo>
                  <a:lnTo>
                    <a:pt x="893" y="971"/>
                  </a:lnTo>
                  <a:cubicBezTo>
                    <a:pt x="965" y="994"/>
                    <a:pt x="1024" y="1018"/>
                    <a:pt x="1096" y="1018"/>
                  </a:cubicBezTo>
                  <a:cubicBezTo>
                    <a:pt x="1191" y="1018"/>
                    <a:pt x="1274" y="983"/>
                    <a:pt x="1358" y="935"/>
                  </a:cubicBezTo>
                  <a:lnTo>
                    <a:pt x="1608" y="792"/>
                  </a:lnTo>
                  <a:cubicBezTo>
                    <a:pt x="1655" y="756"/>
                    <a:pt x="1679" y="721"/>
                    <a:pt x="1679" y="673"/>
                  </a:cubicBezTo>
                  <a:cubicBezTo>
                    <a:pt x="1691" y="625"/>
                    <a:pt x="1679" y="590"/>
                    <a:pt x="1655" y="554"/>
                  </a:cubicBezTo>
                  <a:lnTo>
                    <a:pt x="1239" y="149"/>
                  </a:lnTo>
                  <a:cubicBezTo>
                    <a:pt x="1135" y="54"/>
                    <a:pt x="995"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5" name="Google Shape;12695;p67"/>
            <p:cNvSpPr/>
            <p:nvPr/>
          </p:nvSpPr>
          <p:spPr>
            <a:xfrm>
              <a:off x="6793645" y="3582770"/>
              <a:ext cx="102144" cy="75520"/>
            </a:xfrm>
            <a:custGeom>
              <a:avLst/>
              <a:gdLst/>
              <a:ahLst/>
              <a:cxnLst/>
              <a:rect l="l" t="t" r="r" b="b"/>
              <a:pathLst>
                <a:path w="3192" h="2360" extrusionOk="0">
                  <a:moveTo>
                    <a:pt x="1757" y="0"/>
                  </a:moveTo>
                  <a:cubicBezTo>
                    <a:pt x="1683" y="0"/>
                    <a:pt x="1609" y="24"/>
                    <a:pt x="1549" y="61"/>
                  </a:cubicBezTo>
                  <a:lnTo>
                    <a:pt x="775" y="609"/>
                  </a:lnTo>
                  <a:lnTo>
                    <a:pt x="465" y="669"/>
                  </a:lnTo>
                  <a:cubicBezTo>
                    <a:pt x="239" y="716"/>
                    <a:pt x="60" y="907"/>
                    <a:pt x="48" y="1133"/>
                  </a:cubicBezTo>
                  <a:lnTo>
                    <a:pt x="1" y="1669"/>
                  </a:lnTo>
                  <a:cubicBezTo>
                    <a:pt x="1" y="1764"/>
                    <a:pt x="37" y="1859"/>
                    <a:pt x="108" y="1931"/>
                  </a:cubicBezTo>
                  <a:cubicBezTo>
                    <a:pt x="179" y="2002"/>
                    <a:pt x="275" y="2038"/>
                    <a:pt x="382" y="2038"/>
                  </a:cubicBezTo>
                  <a:lnTo>
                    <a:pt x="715" y="2002"/>
                  </a:lnTo>
                  <a:cubicBezTo>
                    <a:pt x="810" y="2002"/>
                    <a:pt x="882" y="1919"/>
                    <a:pt x="870" y="1824"/>
                  </a:cubicBezTo>
                  <a:cubicBezTo>
                    <a:pt x="859" y="1746"/>
                    <a:pt x="787" y="1679"/>
                    <a:pt x="710" y="1679"/>
                  </a:cubicBezTo>
                  <a:cubicBezTo>
                    <a:pt x="704" y="1679"/>
                    <a:pt x="697" y="1680"/>
                    <a:pt x="691" y="1681"/>
                  </a:cubicBezTo>
                  <a:lnTo>
                    <a:pt x="346" y="1705"/>
                  </a:lnTo>
                  <a:lnTo>
                    <a:pt x="334" y="1705"/>
                  </a:lnTo>
                  <a:lnTo>
                    <a:pt x="334" y="1693"/>
                  </a:lnTo>
                  <a:lnTo>
                    <a:pt x="382" y="1157"/>
                  </a:lnTo>
                  <a:cubicBezTo>
                    <a:pt x="382" y="1074"/>
                    <a:pt x="453" y="1014"/>
                    <a:pt x="525" y="990"/>
                  </a:cubicBezTo>
                  <a:lnTo>
                    <a:pt x="870" y="931"/>
                  </a:lnTo>
                  <a:cubicBezTo>
                    <a:pt x="894" y="931"/>
                    <a:pt x="918" y="919"/>
                    <a:pt x="929" y="907"/>
                  </a:cubicBezTo>
                  <a:lnTo>
                    <a:pt x="1727" y="335"/>
                  </a:lnTo>
                  <a:lnTo>
                    <a:pt x="1751" y="335"/>
                  </a:lnTo>
                  <a:lnTo>
                    <a:pt x="2311" y="597"/>
                  </a:lnTo>
                  <a:cubicBezTo>
                    <a:pt x="2346" y="609"/>
                    <a:pt x="2382" y="609"/>
                    <a:pt x="2418" y="609"/>
                  </a:cubicBezTo>
                  <a:lnTo>
                    <a:pt x="2680" y="550"/>
                  </a:lnTo>
                  <a:lnTo>
                    <a:pt x="2834" y="1109"/>
                  </a:lnTo>
                  <a:lnTo>
                    <a:pt x="2834" y="1133"/>
                  </a:lnTo>
                  <a:lnTo>
                    <a:pt x="2203" y="2038"/>
                  </a:lnTo>
                  <a:lnTo>
                    <a:pt x="2180" y="2038"/>
                  </a:lnTo>
                  <a:lnTo>
                    <a:pt x="1882" y="1681"/>
                  </a:lnTo>
                  <a:cubicBezTo>
                    <a:pt x="1846" y="1633"/>
                    <a:pt x="1787" y="1621"/>
                    <a:pt x="1751" y="1621"/>
                  </a:cubicBezTo>
                  <a:lnTo>
                    <a:pt x="1346" y="1645"/>
                  </a:lnTo>
                  <a:cubicBezTo>
                    <a:pt x="1251" y="1645"/>
                    <a:pt x="1180" y="1740"/>
                    <a:pt x="1191" y="1824"/>
                  </a:cubicBezTo>
                  <a:cubicBezTo>
                    <a:pt x="1191" y="1912"/>
                    <a:pt x="1273" y="1980"/>
                    <a:pt x="1352" y="1980"/>
                  </a:cubicBezTo>
                  <a:cubicBezTo>
                    <a:pt x="1358" y="1980"/>
                    <a:pt x="1364" y="1979"/>
                    <a:pt x="1370" y="1978"/>
                  </a:cubicBezTo>
                  <a:lnTo>
                    <a:pt x="1691" y="1943"/>
                  </a:lnTo>
                  <a:lnTo>
                    <a:pt x="1942" y="2240"/>
                  </a:lnTo>
                  <a:cubicBezTo>
                    <a:pt x="2001" y="2324"/>
                    <a:pt x="2108" y="2359"/>
                    <a:pt x="2192" y="2359"/>
                  </a:cubicBezTo>
                  <a:lnTo>
                    <a:pt x="2203" y="2359"/>
                  </a:lnTo>
                  <a:cubicBezTo>
                    <a:pt x="2311" y="2359"/>
                    <a:pt x="2418" y="2300"/>
                    <a:pt x="2477" y="2217"/>
                  </a:cubicBezTo>
                  <a:lnTo>
                    <a:pt x="3096" y="1312"/>
                  </a:lnTo>
                  <a:cubicBezTo>
                    <a:pt x="3180" y="1204"/>
                    <a:pt x="3192" y="1097"/>
                    <a:pt x="3156" y="1014"/>
                  </a:cubicBezTo>
                  <a:lnTo>
                    <a:pt x="2965" y="276"/>
                  </a:lnTo>
                  <a:cubicBezTo>
                    <a:pt x="2944" y="201"/>
                    <a:pt x="2875" y="155"/>
                    <a:pt x="2800" y="155"/>
                  </a:cubicBezTo>
                  <a:cubicBezTo>
                    <a:pt x="2792" y="155"/>
                    <a:pt x="2783" y="156"/>
                    <a:pt x="2775" y="157"/>
                  </a:cubicBezTo>
                  <a:lnTo>
                    <a:pt x="2406" y="252"/>
                  </a:lnTo>
                  <a:lnTo>
                    <a:pt x="1882" y="26"/>
                  </a:lnTo>
                  <a:cubicBezTo>
                    <a:pt x="1843" y="8"/>
                    <a:pt x="1800" y="0"/>
                    <a:pt x="17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96" name="Google Shape;12696;p67"/>
          <p:cNvSpPr/>
          <p:nvPr/>
        </p:nvSpPr>
        <p:spPr>
          <a:xfrm>
            <a:off x="7708045" y="3427738"/>
            <a:ext cx="357408" cy="357408"/>
          </a:xfrm>
          <a:custGeom>
            <a:avLst/>
            <a:gdLst/>
            <a:ahLst/>
            <a:cxnLst/>
            <a:rect l="l" t="t" r="r" b="b"/>
            <a:pathLst>
              <a:path w="11169" h="11169" extrusionOk="0">
                <a:moveTo>
                  <a:pt x="5585" y="382"/>
                </a:moveTo>
                <a:cubicBezTo>
                  <a:pt x="6990" y="382"/>
                  <a:pt x="8311" y="930"/>
                  <a:pt x="9311" y="1906"/>
                </a:cubicBezTo>
                <a:cubicBezTo>
                  <a:pt x="10300" y="2906"/>
                  <a:pt x="10835" y="4216"/>
                  <a:pt x="10835" y="5633"/>
                </a:cubicBezTo>
                <a:cubicBezTo>
                  <a:pt x="10835" y="7002"/>
                  <a:pt x="10288" y="8311"/>
                  <a:pt x="9311" y="9312"/>
                </a:cubicBezTo>
                <a:cubicBezTo>
                  <a:pt x="8311" y="10300"/>
                  <a:pt x="7002" y="10836"/>
                  <a:pt x="5585" y="10836"/>
                </a:cubicBezTo>
                <a:cubicBezTo>
                  <a:pt x="4192" y="10836"/>
                  <a:pt x="2858" y="10288"/>
                  <a:pt x="1870" y="9312"/>
                </a:cubicBezTo>
                <a:cubicBezTo>
                  <a:pt x="870" y="8311"/>
                  <a:pt x="334" y="7002"/>
                  <a:pt x="334" y="5585"/>
                </a:cubicBezTo>
                <a:cubicBezTo>
                  <a:pt x="334" y="4192"/>
                  <a:pt x="882" y="2858"/>
                  <a:pt x="1870" y="1870"/>
                </a:cubicBezTo>
                <a:cubicBezTo>
                  <a:pt x="1953" y="1775"/>
                  <a:pt x="2061" y="1668"/>
                  <a:pt x="2168" y="1596"/>
                </a:cubicBezTo>
                <a:lnTo>
                  <a:pt x="2418" y="2001"/>
                </a:lnTo>
                <a:cubicBezTo>
                  <a:pt x="2465" y="2073"/>
                  <a:pt x="2489" y="2180"/>
                  <a:pt x="2465" y="2263"/>
                </a:cubicBezTo>
                <a:lnTo>
                  <a:pt x="2168" y="3537"/>
                </a:lnTo>
                <a:cubicBezTo>
                  <a:pt x="2120" y="3692"/>
                  <a:pt x="2180" y="3870"/>
                  <a:pt x="2299" y="4013"/>
                </a:cubicBezTo>
                <a:lnTo>
                  <a:pt x="3489" y="5228"/>
                </a:lnTo>
                <a:cubicBezTo>
                  <a:pt x="3586" y="5335"/>
                  <a:pt x="3721" y="5384"/>
                  <a:pt x="3869" y="5384"/>
                </a:cubicBezTo>
                <a:cubicBezTo>
                  <a:pt x="3885" y="5384"/>
                  <a:pt x="3901" y="5384"/>
                  <a:pt x="3918" y="5382"/>
                </a:cubicBezTo>
                <a:lnTo>
                  <a:pt x="4811" y="5275"/>
                </a:lnTo>
                <a:lnTo>
                  <a:pt x="5692" y="6014"/>
                </a:lnTo>
                <a:lnTo>
                  <a:pt x="5418" y="6752"/>
                </a:lnTo>
                <a:cubicBezTo>
                  <a:pt x="5406" y="6787"/>
                  <a:pt x="5406" y="6847"/>
                  <a:pt x="5442" y="6883"/>
                </a:cubicBezTo>
                <a:lnTo>
                  <a:pt x="5573" y="7109"/>
                </a:lnTo>
                <a:cubicBezTo>
                  <a:pt x="5606" y="7158"/>
                  <a:pt x="5661" y="7185"/>
                  <a:pt x="5720" y="7185"/>
                </a:cubicBezTo>
                <a:cubicBezTo>
                  <a:pt x="5746" y="7185"/>
                  <a:pt x="5773" y="7179"/>
                  <a:pt x="5799" y="7168"/>
                </a:cubicBezTo>
                <a:cubicBezTo>
                  <a:pt x="5871" y="7121"/>
                  <a:pt x="5894" y="7014"/>
                  <a:pt x="5859" y="6942"/>
                </a:cubicBezTo>
                <a:lnTo>
                  <a:pt x="5763" y="6787"/>
                </a:lnTo>
                <a:lnTo>
                  <a:pt x="6133" y="5799"/>
                </a:lnTo>
                <a:lnTo>
                  <a:pt x="7621" y="6002"/>
                </a:lnTo>
                <a:lnTo>
                  <a:pt x="8930" y="6930"/>
                </a:lnTo>
                <a:cubicBezTo>
                  <a:pt x="8978" y="6954"/>
                  <a:pt x="9014" y="7002"/>
                  <a:pt x="9014" y="7061"/>
                </a:cubicBezTo>
                <a:cubicBezTo>
                  <a:pt x="9014" y="7121"/>
                  <a:pt x="8990" y="7168"/>
                  <a:pt x="8966" y="7204"/>
                </a:cubicBezTo>
                <a:lnTo>
                  <a:pt x="6466" y="10169"/>
                </a:lnTo>
                <a:lnTo>
                  <a:pt x="6454" y="10169"/>
                </a:lnTo>
                <a:lnTo>
                  <a:pt x="6275" y="10038"/>
                </a:lnTo>
                <a:lnTo>
                  <a:pt x="6275" y="10026"/>
                </a:lnTo>
                <a:lnTo>
                  <a:pt x="6597" y="8264"/>
                </a:lnTo>
                <a:cubicBezTo>
                  <a:pt x="6597" y="8216"/>
                  <a:pt x="6597" y="8192"/>
                  <a:pt x="6585" y="8145"/>
                </a:cubicBezTo>
                <a:lnTo>
                  <a:pt x="6192" y="7502"/>
                </a:lnTo>
                <a:cubicBezTo>
                  <a:pt x="6167" y="7452"/>
                  <a:pt x="6109" y="7426"/>
                  <a:pt x="6051" y="7426"/>
                </a:cubicBezTo>
                <a:cubicBezTo>
                  <a:pt x="6025" y="7426"/>
                  <a:pt x="6000" y="7431"/>
                  <a:pt x="5978" y="7442"/>
                </a:cubicBezTo>
                <a:cubicBezTo>
                  <a:pt x="5894" y="7490"/>
                  <a:pt x="5871" y="7597"/>
                  <a:pt x="5918" y="7668"/>
                </a:cubicBezTo>
                <a:lnTo>
                  <a:pt x="6275" y="8264"/>
                </a:lnTo>
                <a:lnTo>
                  <a:pt x="5954" y="9966"/>
                </a:lnTo>
                <a:cubicBezTo>
                  <a:pt x="5930" y="10097"/>
                  <a:pt x="5990" y="10216"/>
                  <a:pt x="6097" y="10300"/>
                </a:cubicBezTo>
                <a:lnTo>
                  <a:pt x="6275" y="10443"/>
                </a:lnTo>
                <a:cubicBezTo>
                  <a:pt x="6335" y="10478"/>
                  <a:pt x="6406" y="10502"/>
                  <a:pt x="6466" y="10502"/>
                </a:cubicBezTo>
                <a:cubicBezTo>
                  <a:pt x="6573" y="10502"/>
                  <a:pt x="6656" y="10455"/>
                  <a:pt x="6716" y="10383"/>
                </a:cubicBezTo>
                <a:lnTo>
                  <a:pt x="9216" y="7418"/>
                </a:lnTo>
                <a:cubicBezTo>
                  <a:pt x="9311" y="7311"/>
                  <a:pt x="9347" y="7168"/>
                  <a:pt x="9335" y="7014"/>
                </a:cubicBezTo>
                <a:cubicBezTo>
                  <a:pt x="9323" y="6871"/>
                  <a:pt x="9228" y="6752"/>
                  <a:pt x="9133" y="6656"/>
                </a:cubicBezTo>
                <a:lnTo>
                  <a:pt x="7787" y="5716"/>
                </a:lnTo>
                <a:cubicBezTo>
                  <a:pt x="7776" y="5704"/>
                  <a:pt x="7740" y="5692"/>
                  <a:pt x="7716" y="5692"/>
                </a:cubicBezTo>
                <a:lnTo>
                  <a:pt x="6049" y="5454"/>
                </a:lnTo>
                <a:cubicBezTo>
                  <a:pt x="6040" y="5452"/>
                  <a:pt x="6031" y="5452"/>
                  <a:pt x="6022" y="5452"/>
                </a:cubicBezTo>
                <a:cubicBezTo>
                  <a:pt x="5958" y="5452"/>
                  <a:pt x="5891" y="5488"/>
                  <a:pt x="5871" y="5561"/>
                </a:cubicBezTo>
                <a:lnTo>
                  <a:pt x="5811" y="5704"/>
                </a:lnTo>
                <a:lnTo>
                  <a:pt x="4966" y="4990"/>
                </a:lnTo>
                <a:cubicBezTo>
                  <a:pt x="4930" y="4966"/>
                  <a:pt x="4882" y="4942"/>
                  <a:pt x="4847" y="4942"/>
                </a:cubicBezTo>
                <a:lnTo>
                  <a:pt x="4216" y="5025"/>
                </a:lnTo>
                <a:lnTo>
                  <a:pt x="4192" y="4466"/>
                </a:lnTo>
                <a:cubicBezTo>
                  <a:pt x="4192" y="4382"/>
                  <a:pt x="4251" y="4287"/>
                  <a:pt x="4335" y="4275"/>
                </a:cubicBezTo>
                <a:lnTo>
                  <a:pt x="5466" y="4097"/>
                </a:lnTo>
                <a:lnTo>
                  <a:pt x="5478" y="4501"/>
                </a:lnTo>
                <a:cubicBezTo>
                  <a:pt x="5478" y="4585"/>
                  <a:pt x="5561" y="4668"/>
                  <a:pt x="5644" y="4668"/>
                </a:cubicBezTo>
                <a:cubicBezTo>
                  <a:pt x="5740" y="4668"/>
                  <a:pt x="5811" y="4585"/>
                  <a:pt x="5811" y="4501"/>
                </a:cubicBezTo>
                <a:lnTo>
                  <a:pt x="5799" y="3978"/>
                </a:lnTo>
                <a:lnTo>
                  <a:pt x="6454" y="3239"/>
                </a:lnTo>
                <a:cubicBezTo>
                  <a:pt x="6514" y="3156"/>
                  <a:pt x="6514" y="3073"/>
                  <a:pt x="6430" y="3001"/>
                </a:cubicBezTo>
                <a:cubicBezTo>
                  <a:pt x="6396" y="2973"/>
                  <a:pt x="6359" y="2958"/>
                  <a:pt x="6321" y="2958"/>
                </a:cubicBezTo>
                <a:cubicBezTo>
                  <a:pt x="6279" y="2958"/>
                  <a:pt x="6236" y="2976"/>
                  <a:pt x="6192" y="3013"/>
                </a:cubicBezTo>
                <a:lnTo>
                  <a:pt x="5525" y="3775"/>
                </a:lnTo>
                <a:lnTo>
                  <a:pt x="4275" y="3978"/>
                </a:lnTo>
                <a:cubicBezTo>
                  <a:pt x="4025" y="4025"/>
                  <a:pt x="3835" y="4251"/>
                  <a:pt x="3847" y="4513"/>
                </a:cubicBezTo>
                <a:lnTo>
                  <a:pt x="3870" y="5085"/>
                </a:lnTo>
                <a:lnTo>
                  <a:pt x="3858" y="5085"/>
                </a:lnTo>
                <a:cubicBezTo>
                  <a:pt x="3799" y="5085"/>
                  <a:pt x="3739" y="5061"/>
                  <a:pt x="3716" y="5025"/>
                </a:cubicBezTo>
                <a:lnTo>
                  <a:pt x="2525" y="3799"/>
                </a:lnTo>
                <a:cubicBezTo>
                  <a:pt x="2477" y="3751"/>
                  <a:pt x="2465" y="3692"/>
                  <a:pt x="2477" y="3620"/>
                </a:cubicBezTo>
                <a:lnTo>
                  <a:pt x="2775" y="2358"/>
                </a:lnTo>
                <a:cubicBezTo>
                  <a:pt x="2823" y="2180"/>
                  <a:pt x="2787" y="1989"/>
                  <a:pt x="2680" y="1834"/>
                </a:cubicBezTo>
                <a:lnTo>
                  <a:pt x="2418" y="1406"/>
                </a:lnTo>
                <a:cubicBezTo>
                  <a:pt x="2668" y="1215"/>
                  <a:pt x="2954" y="1037"/>
                  <a:pt x="3239" y="894"/>
                </a:cubicBezTo>
                <a:lnTo>
                  <a:pt x="3454" y="1251"/>
                </a:lnTo>
                <a:cubicBezTo>
                  <a:pt x="3485" y="1306"/>
                  <a:pt x="3536" y="1330"/>
                  <a:pt x="3588" y="1330"/>
                </a:cubicBezTo>
                <a:cubicBezTo>
                  <a:pt x="3616" y="1330"/>
                  <a:pt x="3643" y="1323"/>
                  <a:pt x="3668" y="1311"/>
                </a:cubicBezTo>
                <a:lnTo>
                  <a:pt x="4442" y="989"/>
                </a:lnTo>
                <a:lnTo>
                  <a:pt x="5168" y="953"/>
                </a:lnTo>
                <a:cubicBezTo>
                  <a:pt x="5216" y="953"/>
                  <a:pt x="5228" y="977"/>
                  <a:pt x="5240" y="989"/>
                </a:cubicBezTo>
                <a:cubicBezTo>
                  <a:pt x="5263" y="1001"/>
                  <a:pt x="5275" y="1013"/>
                  <a:pt x="5275" y="1061"/>
                </a:cubicBezTo>
                <a:cubicBezTo>
                  <a:pt x="5275" y="1096"/>
                  <a:pt x="5240" y="1120"/>
                  <a:pt x="5228" y="1132"/>
                </a:cubicBezTo>
                <a:lnTo>
                  <a:pt x="4585" y="1453"/>
                </a:lnTo>
                <a:cubicBezTo>
                  <a:pt x="4525" y="1477"/>
                  <a:pt x="4501" y="1525"/>
                  <a:pt x="4501" y="1596"/>
                </a:cubicBezTo>
                <a:cubicBezTo>
                  <a:pt x="4501" y="1668"/>
                  <a:pt x="4525" y="1715"/>
                  <a:pt x="4585" y="1751"/>
                </a:cubicBezTo>
                <a:lnTo>
                  <a:pt x="5621" y="2346"/>
                </a:lnTo>
                <a:cubicBezTo>
                  <a:pt x="5641" y="2360"/>
                  <a:pt x="5666" y="2366"/>
                  <a:pt x="5693" y="2366"/>
                </a:cubicBezTo>
                <a:cubicBezTo>
                  <a:pt x="5712" y="2366"/>
                  <a:pt x="5732" y="2363"/>
                  <a:pt x="5752" y="2358"/>
                </a:cubicBezTo>
                <a:cubicBezTo>
                  <a:pt x="5799" y="2346"/>
                  <a:pt x="5823" y="2311"/>
                  <a:pt x="5859" y="2263"/>
                </a:cubicBezTo>
                <a:lnTo>
                  <a:pt x="6109" y="1608"/>
                </a:lnTo>
                <a:lnTo>
                  <a:pt x="7240" y="2311"/>
                </a:lnTo>
                <a:lnTo>
                  <a:pt x="7240" y="2323"/>
                </a:lnTo>
                <a:cubicBezTo>
                  <a:pt x="7240" y="2323"/>
                  <a:pt x="7240" y="2346"/>
                  <a:pt x="7228" y="2346"/>
                </a:cubicBezTo>
                <a:lnTo>
                  <a:pt x="6716" y="2501"/>
                </a:lnTo>
                <a:cubicBezTo>
                  <a:pt x="6633" y="2537"/>
                  <a:pt x="6585" y="2620"/>
                  <a:pt x="6609" y="2715"/>
                </a:cubicBezTo>
                <a:cubicBezTo>
                  <a:pt x="6644" y="2787"/>
                  <a:pt x="6704" y="2835"/>
                  <a:pt x="6764" y="2835"/>
                </a:cubicBezTo>
                <a:cubicBezTo>
                  <a:pt x="6775" y="2835"/>
                  <a:pt x="6787" y="2835"/>
                  <a:pt x="6811" y="2823"/>
                </a:cubicBezTo>
                <a:lnTo>
                  <a:pt x="7311" y="2656"/>
                </a:lnTo>
                <a:cubicBezTo>
                  <a:pt x="7430" y="2608"/>
                  <a:pt x="7526" y="2501"/>
                  <a:pt x="7537" y="2370"/>
                </a:cubicBezTo>
                <a:cubicBezTo>
                  <a:pt x="7549" y="2239"/>
                  <a:pt x="7490" y="2120"/>
                  <a:pt x="7371" y="2049"/>
                </a:cubicBezTo>
                <a:lnTo>
                  <a:pt x="6073" y="1239"/>
                </a:lnTo>
                <a:cubicBezTo>
                  <a:pt x="6052" y="1225"/>
                  <a:pt x="6027" y="1219"/>
                  <a:pt x="6000" y="1219"/>
                </a:cubicBezTo>
                <a:cubicBezTo>
                  <a:pt x="5981" y="1219"/>
                  <a:pt x="5962" y="1222"/>
                  <a:pt x="5942" y="1227"/>
                </a:cubicBezTo>
                <a:cubicBezTo>
                  <a:pt x="5894" y="1239"/>
                  <a:pt x="5859" y="1275"/>
                  <a:pt x="5835" y="1311"/>
                </a:cubicBezTo>
                <a:lnTo>
                  <a:pt x="5585" y="1965"/>
                </a:lnTo>
                <a:lnTo>
                  <a:pt x="4990" y="1632"/>
                </a:lnTo>
                <a:lnTo>
                  <a:pt x="5347" y="1453"/>
                </a:lnTo>
                <a:cubicBezTo>
                  <a:pt x="5478" y="1394"/>
                  <a:pt x="5561" y="1275"/>
                  <a:pt x="5585" y="1120"/>
                </a:cubicBezTo>
                <a:cubicBezTo>
                  <a:pt x="5597" y="1001"/>
                  <a:pt x="5561" y="882"/>
                  <a:pt x="5478" y="775"/>
                </a:cubicBezTo>
                <a:cubicBezTo>
                  <a:pt x="5394" y="691"/>
                  <a:pt x="5275" y="644"/>
                  <a:pt x="5156" y="644"/>
                </a:cubicBezTo>
                <a:lnTo>
                  <a:pt x="4394" y="680"/>
                </a:lnTo>
                <a:cubicBezTo>
                  <a:pt x="4382" y="680"/>
                  <a:pt x="4347" y="680"/>
                  <a:pt x="4335" y="691"/>
                </a:cubicBezTo>
                <a:lnTo>
                  <a:pt x="3668" y="977"/>
                </a:lnTo>
                <a:lnTo>
                  <a:pt x="3549" y="775"/>
                </a:lnTo>
                <a:cubicBezTo>
                  <a:pt x="4192" y="513"/>
                  <a:pt x="4870" y="382"/>
                  <a:pt x="5585" y="382"/>
                </a:cubicBezTo>
                <a:close/>
                <a:moveTo>
                  <a:pt x="5585" y="1"/>
                </a:moveTo>
                <a:cubicBezTo>
                  <a:pt x="4097" y="1"/>
                  <a:pt x="2704" y="584"/>
                  <a:pt x="1644" y="1644"/>
                </a:cubicBezTo>
                <a:cubicBezTo>
                  <a:pt x="584" y="2704"/>
                  <a:pt x="1" y="4097"/>
                  <a:pt x="1" y="5585"/>
                </a:cubicBezTo>
                <a:cubicBezTo>
                  <a:pt x="1" y="7073"/>
                  <a:pt x="584" y="8478"/>
                  <a:pt x="1644" y="9526"/>
                </a:cubicBezTo>
                <a:cubicBezTo>
                  <a:pt x="2704" y="10586"/>
                  <a:pt x="4097" y="11169"/>
                  <a:pt x="5585" y="11169"/>
                </a:cubicBezTo>
                <a:cubicBezTo>
                  <a:pt x="7073" y="11169"/>
                  <a:pt x="8478" y="10586"/>
                  <a:pt x="9526" y="9526"/>
                </a:cubicBezTo>
                <a:cubicBezTo>
                  <a:pt x="10585" y="8478"/>
                  <a:pt x="11169" y="7073"/>
                  <a:pt x="11169" y="5585"/>
                </a:cubicBezTo>
                <a:cubicBezTo>
                  <a:pt x="11169" y="4097"/>
                  <a:pt x="10585" y="2692"/>
                  <a:pt x="9526" y="1644"/>
                </a:cubicBezTo>
                <a:cubicBezTo>
                  <a:pt x="8478" y="584"/>
                  <a:pt x="7073" y="1"/>
                  <a:pt x="5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67"/>
          <p:cNvSpPr/>
          <p:nvPr/>
        </p:nvSpPr>
        <p:spPr>
          <a:xfrm>
            <a:off x="4423085" y="3429274"/>
            <a:ext cx="331872" cy="357792"/>
          </a:xfrm>
          <a:custGeom>
            <a:avLst/>
            <a:gdLst/>
            <a:ahLst/>
            <a:cxnLst/>
            <a:rect l="l" t="t" r="r" b="b"/>
            <a:pathLst>
              <a:path w="10371" h="11181" extrusionOk="0">
                <a:moveTo>
                  <a:pt x="5179" y="477"/>
                </a:moveTo>
                <a:lnTo>
                  <a:pt x="5513" y="1013"/>
                </a:lnTo>
                <a:cubicBezTo>
                  <a:pt x="5417" y="1132"/>
                  <a:pt x="5298" y="1263"/>
                  <a:pt x="5179" y="1417"/>
                </a:cubicBezTo>
                <a:cubicBezTo>
                  <a:pt x="5060" y="1263"/>
                  <a:pt x="4941" y="1132"/>
                  <a:pt x="4834" y="1013"/>
                </a:cubicBezTo>
                <a:lnTo>
                  <a:pt x="5179" y="477"/>
                </a:lnTo>
                <a:close/>
                <a:moveTo>
                  <a:pt x="607" y="2775"/>
                </a:moveTo>
                <a:lnTo>
                  <a:pt x="1238" y="2918"/>
                </a:lnTo>
                <a:cubicBezTo>
                  <a:pt x="1250" y="3072"/>
                  <a:pt x="1250" y="3251"/>
                  <a:pt x="1274" y="3441"/>
                </a:cubicBezTo>
                <a:cubicBezTo>
                  <a:pt x="1084" y="3429"/>
                  <a:pt x="917" y="3406"/>
                  <a:pt x="750" y="3394"/>
                </a:cubicBezTo>
                <a:lnTo>
                  <a:pt x="607" y="2775"/>
                </a:lnTo>
                <a:close/>
                <a:moveTo>
                  <a:pt x="9728" y="2775"/>
                </a:moveTo>
                <a:lnTo>
                  <a:pt x="9585" y="3394"/>
                </a:lnTo>
                <a:cubicBezTo>
                  <a:pt x="9430" y="3406"/>
                  <a:pt x="9251" y="3406"/>
                  <a:pt x="9061" y="3441"/>
                </a:cubicBezTo>
                <a:cubicBezTo>
                  <a:pt x="9096" y="3251"/>
                  <a:pt x="9108" y="3072"/>
                  <a:pt x="9108" y="2918"/>
                </a:cubicBezTo>
                <a:lnTo>
                  <a:pt x="9728" y="2775"/>
                </a:lnTo>
                <a:close/>
                <a:moveTo>
                  <a:pt x="4346" y="965"/>
                </a:moveTo>
                <a:cubicBezTo>
                  <a:pt x="4536" y="1155"/>
                  <a:pt x="4870" y="1524"/>
                  <a:pt x="5167" y="1941"/>
                </a:cubicBezTo>
                <a:cubicBezTo>
                  <a:pt x="5203" y="1984"/>
                  <a:pt x="5247" y="2005"/>
                  <a:pt x="5293" y="2005"/>
                </a:cubicBezTo>
                <a:cubicBezTo>
                  <a:pt x="5323" y="2005"/>
                  <a:pt x="5353" y="1996"/>
                  <a:pt x="5382" y="1977"/>
                </a:cubicBezTo>
                <a:cubicBezTo>
                  <a:pt x="5465" y="1917"/>
                  <a:pt x="5477" y="1834"/>
                  <a:pt x="5429" y="1751"/>
                </a:cubicBezTo>
                <a:cubicBezTo>
                  <a:pt x="5417" y="1727"/>
                  <a:pt x="5406" y="1715"/>
                  <a:pt x="5370" y="1679"/>
                </a:cubicBezTo>
                <a:cubicBezTo>
                  <a:pt x="5608" y="1382"/>
                  <a:pt x="5846" y="1132"/>
                  <a:pt x="6001" y="977"/>
                </a:cubicBezTo>
                <a:cubicBezTo>
                  <a:pt x="6191" y="1394"/>
                  <a:pt x="6572" y="2334"/>
                  <a:pt x="6572" y="2977"/>
                </a:cubicBezTo>
                <a:cubicBezTo>
                  <a:pt x="6572" y="3346"/>
                  <a:pt x="6441" y="3691"/>
                  <a:pt x="6191" y="3941"/>
                </a:cubicBezTo>
                <a:cubicBezTo>
                  <a:pt x="6179" y="3918"/>
                  <a:pt x="6144" y="3882"/>
                  <a:pt x="6096" y="3870"/>
                </a:cubicBezTo>
                <a:cubicBezTo>
                  <a:pt x="6144" y="3715"/>
                  <a:pt x="6156" y="3572"/>
                  <a:pt x="6144" y="3406"/>
                </a:cubicBezTo>
                <a:cubicBezTo>
                  <a:pt x="6132" y="3108"/>
                  <a:pt x="6013" y="2751"/>
                  <a:pt x="5798" y="2382"/>
                </a:cubicBezTo>
                <a:cubicBezTo>
                  <a:pt x="5774" y="2333"/>
                  <a:pt x="5716" y="2301"/>
                  <a:pt x="5659" y="2301"/>
                </a:cubicBezTo>
                <a:cubicBezTo>
                  <a:pt x="5632" y="2301"/>
                  <a:pt x="5607" y="2307"/>
                  <a:pt x="5584" y="2322"/>
                </a:cubicBezTo>
                <a:cubicBezTo>
                  <a:pt x="5501" y="2370"/>
                  <a:pt x="5477" y="2465"/>
                  <a:pt x="5525" y="2548"/>
                </a:cubicBezTo>
                <a:cubicBezTo>
                  <a:pt x="5858" y="3179"/>
                  <a:pt x="5906" y="3680"/>
                  <a:pt x="5667" y="4013"/>
                </a:cubicBezTo>
                <a:lnTo>
                  <a:pt x="5298" y="3418"/>
                </a:lnTo>
                <a:cubicBezTo>
                  <a:pt x="5263" y="3382"/>
                  <a:pt x="5203" y="3346"/>
                  <a:pt x="5167" y="3346"/>
                </a:cubicBezTo>
                <a:cubicBezTo>
                  <a:pt x="5108" y="3346"/>
                  <a:pt x="5060" y="3382"/>
                  <a:pt x="5025" y="3418"/>
                </a:cubicBezTo>
                <a:lnTo>
                  <a:pt x="4596" y="4108"/>
                </a:lnTo>
                <a:lnTo>
                  <a:pt x="4405" y="3918"/>
                </a:lnTo>
                <a:cubicBezTo>
                  <a:pt x="4358" y="3882"/>
                  <a:pt x="4310" y="3870"/>
                  <a:pt x="4274" y="3870"/>
                </a:cubicBezTo>
                <a:cubicBezTo>
                  <a:pt x="4227" y="3882"/>
                  <a:pt x="4179" y="3918"/>
                  <a:pt x="4155" y="3965"/>
                </a:cubicBezTo>
                <a:cubicBezTo>
                  <a:pt x="3893" y="3691"/>
                  <a:pt x="3762" y="3346"/>
                  <a:pt x="3762" y="2989"/>
                </a:cubicBezTo>
                <a:cubicBezTo>
                  <a:pt x="3762" y="2322"/>
                  <a:pt x="4167" y="1382"/>
                  <a:pt x="4346" y="965"/>
                </a:cubicBezTo>
                <a:close/>
                <a:moveTo>
                  <a:pt x="5179" y="3799"/>
                </a:moveTo>
                <a:lnTo>
                  <a:pt x="5513" y="4334"/>
                </a:lnTo>
                <a:cubicBezTo>
                  <a:pt x="5417" y="4453"/>
                  <a:pt x="5298" y="4584"/>
                  <a:pt x="5179" y="4739"/>
                </a:cubicBezTo>
                <a:cubicBezTo>
                  <a:pt x="5060" y="4584"/>
                  <a:pt x="4941" y="4453"/>
                  <a:pt x="4834" y="4334"/>
                </a:cubicBezTo>
                <a:lnTo>
                  <a:pt x="5179" y="3799"/>
                </a:lnTo>
                <a:close/>
                <a:moveTo>
                  <a:pt x="1560" y="2537"/>
                </a:moveTo>
                <a:lnTo>
                  <a:pt x="1560" y="2537"/>
                </a:lnTo>
                <a:cubicBezTo>
                  <a:pt x="1988" y="2691"/>
                  <a:pt x="2929" y="3084"/>
                  <a:pt x="3381" y="3525"/>
                </a:cubicBezTo>
                <a:cubicBezTo>
                  <a:pt x="3643" y="3799"/>
                  <a:pt x="3798" y="4156"/>
                  <a:pt x="3798" y="4525"/>
                </a:cubicBezTo>
                <a:cubicBezTo>
                  <a:pt x="3798" y="4596"/>
                  <a:pt x="3798" y="4680"/>
                  <a:pt x="3774" y="4751"/>
                </a:cubicBezTo>
                <a:cubicBezTo>
                  <a:pt x="3762" y="4680"/>
                  <a:pt x="3739" y="4620"/>
                  <a:pt x="3703" y="4561"/>
                </a:cubicBezTo>
                <a:cubicBezTo>
                  <a:pt x="3524" y="4156"/>
                  <a:pt x="3084" y="3846"/>
                  <a:pt x="2405" y="3644"/>
                </a:cubicBezTo>
                <a:cubicBezTo>
                  <a:pt x="2392" y="3640"/>
                  <a:pt x="2379" y="3638"/>
                  <a:pt x="2366" y="3638"/>
                </a:cubicBezTo>
                <a:cubicBezTo>
                  <a:pt x="2294" y="3638"/>
                  <a:pt x="2223" y="3690"/>
                  <a:pt x="2203" y="3751"/>
                </a:cubicBezTo>
                <a:cubicBezTo>
                  <a:pt x="2167" y="3846"/>
                  <a:pt x="2227" y="3930"/>
                  <a:pt x="2310" y="3965"/>
                </a:cubicBezTo>
                <a:cubicBezTo>
                  <a:pt x="2881" y="4144"/>
                  <a:pt x="3239" y="4382"/>
                  <a:pt x="3393" y="4692"/>
                </a:cubicBezTo>
                <a:cubicBezTo>
                  <a:pt x="3501" y="4930"/>
                  <a:pt x="3477" y="5215"/>
                  <a:pt x="3346" y="5537"/>
                </a:cubicBezTo>
                <a:cubicBezTo>
                  <a:pt x="3084" y="5787"/>
                  <a:pt x="2739" y="5930"/>
                  <a:pt x="2369" y="5930"/>
                </a:cubicBezTo>
                <a:cubicBezTo>
                  <a:pt x="1988" y="5930"/>
                  <a:pt x="1631" y="5775"/>
                  <a:pt x="1369" y="5513"/>
                </a:cubicBezTo>
                <a:cubicBezTo>
                  <a:pt x="941" y="5073"/>
                  <a:pt x="548" y="4144"/>
                  <a:pt x="381" y="3703"/>
                </a:cubicBezTo>
                <a:cubicBezTo>
                  <a:pt x="655" y="3703"/>
                  <a:pt x="1143" y="3739"/>
                  <a:pt x="1655" y="3810"/>
                </a:cubicBezTo>
                <a:cubicBezTo>
                  <a:pt x="1662" y="3812"/>
                  <a:pt x="1669" y="3812"/>
                  <a:pt x="1677" y="3812"/>
                </a:cubicBezTo>
                <a:cubicBezTo>
                  <a:pt x="1754" y="3812"/>
                  <a:pt x="1835" y="3756"/>
                  <a:pt x="1846" y="3680"/>
                </a:cubicBezTo>
                <a:cubicBezTo>
                  <a:pt x="1857" y="3584"/>
                  <a:pt x="1798" y="3501"/>
                  <a:pt x="1715" y="3489"/>
                </a:cubicBezTo>
                <a:cubicBezTo>
                  <a:pt x="1679" y="3489"/>
                  <a:pt x="1655" y="3465"/>
                  <a:pt x="1619" y="3465"/>
                </a:cubicBezTo>
                <a:cubicBezTo>
                  <a:pt x="1572" y="3084"/>
                  <a:pt x="1560" y="2739"/>
                  <a:pt x="1560" y="2537"/>
                </a:cubicBezTo>
                <a:close/>
                <a:moveTo>
                  <a:pt x="8787" y="2548"/>
                </a:moveTo>
                <a:cubicBezTo>
                  <a:pt x="8787" y="2751"/>
                  <a:pt x="8775" y="3096"/>
                  <a:pt x="8739" y="3477"/>
                </a:cubicBezTo>
                <a:cubicBezTo>
                  <a:pt x="8704" y="3477"/>
                  <a:pt x="8680" y="3501"/>
                  <a:pt x="8644" y="3501"/>
                </a:cubicBezTo>
                <a:cubicBezTo>
                  <a:pt x="8549" y="3513"/>
                  <a:pt x="8489" y="3608"/>
                  <a:pt x="8513" y="3691"/>
                </a:cubicBezTo>
                <a:cubicBezTo>
                  <a:pt x="8524" y="3768"/>
                  <a:pt x="8604" y="3824"/>
                  <a:pt x="8682" y="3824"/>
                </a:cubicBezTo>
                <a:cubicBezTo>
                  <a:pt x="8689" y="3824"/>
                  <a:pt x="8696" y="3823"/>
                  <a:pt x="8704" y="3822"/>
                </a:cubicBezTo>
                <a:cubicBezTo>
                  <a:pt x="9204" y="3739"/>
                  <a:pt x="9704" y="3715"/>
                  <a:pt x="9966" y="3715"/>
                </a:cubicBezTo>
                <a:cubicBezTo>
                  <a:pt x="9811" y="4144"/>
                  <a:pt x="9418" y="5073"/>
                  <a:pt x="8977" y="5537"/>
                </a:cubicBezTo>
                <a:cubicBezTo>
                  <a:pt x="8707" y="5808"/>
                  <a:pt x="8347" y="5945"/>
                  <a:pt x="7986" y="5945"/>
                </a:cubicBezTo>
                <a:cubicBezTo>
                  <a:pt x="7633" y="5945"/>
                  <a:pt x="7278" y="5814"/>
                  <a:pt x="7001" y="5549"/>
                </a:cubicBezTo>
                <a:cubicBezTo>
                  <a:pt x="6870" y="5227"/>
                  <a:pt x="6846" y="4930"/>
                  <a:pt x="6965" y="4703"/>
                </a:cubicBezTo>
                <a:cubicBezTo>
                  <a:pt x="7108" y="4394"/>
                  <a:pt x="7465" y="4144"/>
                  <a:pt x="8049" y="3977"/>
                </a:cubicBezTo>
                <a:cubicBezTo>
                  <a:pt x="8144" y="3941"/>
                  <a:pt x="8180" y="3858"/>
                  <a:pt x="8156" y="3763"/>
                </a:cubicBezTo>
                <a:cubicBezTo>
                  <a:pt x="8128" y="3699"/>
                  <a:pt x="8073" y="3656"/>
                  <a:pt x="8005" y="3656"/>
                </a:cubicBezTo>
                <a:cubicBezTo>
                  <a:pt x="7985" y="3656"/>
                  <a:pt x="7963" y="3659"/>
                  <a:pt x="7942" y="3668"/>
                </a:cubicBezTo>
                <a:cubicBezTo>
                  <a:pt x="7275" y="3870"/>
                  <a:pt x="6846" y="4168"/>
                  <a:pt x="6656" y="4572"/>
                </a:cubicBezTo>
                <a:cubicBezTo>
                  <a:pt x="6620" y="4632"/>
                  <a:pt x="6596" y="4703"/>
                  <a:pt x="6572" y="4763"/>
                </a:cubicBezTo>
                <a:cubicBezTo>
                  <a:pt x="6560" y="4692"/>
                  <a:pt x="6560" y="4620"/>
                  <a:pt x="6560" y="4537"/>
                </a:cubicBezTo>
                <a:cubicBezTo>
                  <a:pt x="6560" y="4168"/>
                  <a:pt x="6703" y="3810"/>
                  <a:pt x="6977" y="3549"/>
                </a:cubicBezTo>
                <a:cubicBezTo>
                  <a:pt x="7418" y="3096"/>
                  <a:pt x="8370" y="2703"/>
                  <a:pt x="8787" y="2548"/>
                </a:cubicBezTo>
                <a:close/>
                <a:moveTo>
                  <a:pt x="3465" y="5882"/>
                </a:moveTo>
                <a:lnTo>
                  <a:pt x="3465" y="5882"/>
                </a:lnTo>
                <a:cubicBezTo>
                  <a:pt x="3429" y="6013"/>
                  <a:pt x="3429" y="6144"/>
                  <a:pt x="3429" y="6287"/>
                </a:cubicBezTo>
                <a:cubicBezTo>
                  <a:pt x="3441" y="6489"/>
                  <a:pt x="3477" y="6680"/>
                  <a:pt x="3536" y="6858"/>
                </a:cubicBezTo>
                <a:cubicBezTo>
                  <a:pt x="3227" y="6668"/>
                  <a:pt x="2858" y="6466"/>
                  <a:pt x="2429" y="6263"/>
                </a:cubicBezTo>
                <a:cubicBezTo>
                  <a:pt x="2810" y="6251"/>
                  <a:pt x="3167" y="6120"/>
                  <a:pt x="3465" y="5882"/>
                </a:cubicBezTo>
                <a:close/>
                <a:moveTo>
                  <a:pt x="6870" y="5882"/>
                </a:moveTo>
                <a:lnTo>
                  <a:pt x="6870" y="5882"/>
                </a:lnTo>
                <a:cubicBezTo>
                  <a:pt x="7168" y="6120"/>
                  <a:pt x="7525" y="6251"/>
                  <a:pt x="7918" y="6263"/>
                </a:cubicBezTo>
                <a:cubicBezTo>
                  <a:pt x="7489" y="6466"/>
                  <a:pt x="7132" y="6668"/>
                  <a:pt x="6799" y="6858"/>
                </a:cubicBezTo>
                <a:cubicBezTo>
                  <a:pt x="6858" y="6680"/>
                  <a:pt x="6906" y="6477"/>
                  <a:pt x="6906" y="6287"/>
                </a:cubicBezTo>
                <a:cubicBezTo>
                  <a:pt x="6906" y="6168"/>
                  <a:pt x="6906" y="6013"/>
                  <a:pt x="6870" y="5882"/>
                </a:cubicBezTo>
                <a:close/>
                <a:moveTo>
                  <a:pt x="4346" y="4287"/>
                </a:moveTo>
                <a:cubicBezTo>
                  <a:pt x="4536" y="4477"/>
                  <a:pt x="4870" y="4834"/>
                  <a:pt x="5167" y="5251"/>
                </a:cubicBezTo>
                <a:cubicBezTo>
                  <a:pt x="5204" y="5302"/>
                  <a:pt x="5250" y="5327"/>
                  <a:pt x="5296" y="5327"/>
                </a:cubicBezTo>
                <a:cubicBezTo>
                  <a:pt x="5325" y="5327"/>
                  <a:pt x="5354" y="5317"/>
                  <a:pt x="5382" y="5299"/>
                </a:cubicBezTo>
                <a:cubicBezTo>
                  <a:pt x="5465" y="5239"/>
                  <a:pt x="5477" y="5156"/>
                  <a:pt x="5429" y="5073"/>
                </a:cubicBezTo>
                <a:cubicBezTo>
                  <a:pt x="5417" y="5049"/>
                  <a:pt x="5406" y="5037"/>
                  <a:pt x="5370" y="5001"/>
                </a:cubicBezTo>
                <a:cubicBezTo>
                  <a:pt x="5608" y="4703"/>
                  <a:pt x="5846" y="4453"/>
                  <a:pt x="6001" y="4299"/>
                </a:cubicBezTo>
                <a:cubicBezTo>
                  <a:pt x="6191" y="4715"/>
                  <a:pt x="6572" y="5656"/>
                  <a:pt x="6572" y="6299"/>
                </a:cubicBezTo>
                <a:cubicBezTo>
                  <a:pt x="6572" y="6775"/>
                  <a:pt x="6334" y="7192"/>
                  <a:pt x="6001" y="7442"/>
                </a:cubicBezTo>
                <a:cubicBezTo>
                  <a:pt x="6025" y="7382"/>
                  <a:pt x="6060" y="7323"/>
                  <a:pt x="6084" y="7251"/>
                </a:cubicBezTo>
                <a:cubicBezTo>
                  <a:pt x="6251" y="6823"/>
                  <a:pt x="6156" y="6299"/>
                  <a:pt x="5822" y="5692"/>
                </a:cubicBezTo>
                <a:cubicBezTo>
                  <a:pt x="5791" y="5637"/>
                  <a:pt x="5734" y="5608"/>
                  <a:pt x="5678" y="5608"/>
                </a:cubicBezTo>
                <a:cubicBezTo>
                  <a:pt x="5649" y="5608"/>
                  <a:pt x="5621" y="5616"/>
                  <a:pt x="5596" y="5632"/>
                </a:cubicBezTo>
                <a:cubicBezTo>
                  <a:pt x="5525" y="5668"/>
                  <a:pt x="5489" y="5775"/>
                  <a:pt x="5537" y="5846"/>
                </a:cubicBezTo>
                <a:cubicBezTo>
                  <a:pt x="5822" y="6382"/>
                  <a:pt x="5906" y="6823"/>
                  <a:pt x="5787" y="7132"/>
                </a:cubicBezTo>
                <a:cubicBezTo>
                  <a:pt x="5703" y="7370"/>
                  <a:pt x="5489" y="7561"/>
                  <a:pt x="5144" y="7692"/>
                </a:cubicBezTo>
                <a:cubicBezTo>
                  <a:pt x="4394" y="7680"/>
                  <a:pt x="3762" y="7061"/>
                  <a:pt x="3762" y="6287"/>
                </a:cubicBezTo>
                <a:cubicBezTo>
                  <a:pt x="3762" y="5656"/>
                  <a:pt x="4167" y="4703"/>
                  <a:pt x="4346" y="4287"/>
                </a:cubicBezTo>
                <a:close/>
                <a:moveTo>
                  <a:pt x="4917" y="7990"/>
                </a:moveTo>
                <a:lnTo>
                  <a:pt x="4917" y="7990"/>
                </a:lnTo>
                <a:cubicBezTo>
                  <a:pt x="5001" y="8013"/>
                  <a:pt x="5084" y="8013"/>
                  <a:pt x="5179" y="8013"/>
                </a:cubicBezTo>
                <a:cubicBezTo>
                  <a:pt x="5263" y="8013"/>
                  <a:pt x="5346" y="8013"/>
                  <a:pt x="5429" y="7990"/>
                </a:cubicBezTo>
                <a:lnTo>
                  <a:pt x="5429" y="7990"/>
                </a:lnTo>
                <a:cubicBezTo>
                  <a:pt x="5310" y="8109"/>
                  <a:pt x="5239" y="8204"/>
                  <a:pt x="5179" y="8275"/>
                </a:cubicBezTo>
                <a:cubicBezTo>
                  <a:pt x="5120" y="8204"/>
                  <a:pt x="5025" y="8097"/>
                  <a:pt x="4917" y="7990"/>
                </a:cubicBezTo>
                <a:close/>
                <a:moveTo>
                  <a:pt x="9704" y="6001"/>
                </a:moveTo>
                <a:lnTo>
                  <a:pt x="9704" y="6001"/>
                </a:lnTo>
                <a:cubicBezTo>
                  <a:pt x="9537" y="6227"/>
                  <a:pt x="9275" y="6525"/>
                  <a:pt x="8882" y="6835"/>
                </a:cubicBezTo>
                <a:cubicBezTo>
                  <a:pt x="8263" y="7359"/>
                  <a:pt x="7191" y="8013"/>
                  <a:pt x="5584" y="8311"/>
                </a:cubicBezTo>
                <a:cubicBezTo>
                  <a:pt x="5763" y="8109"/>
                  <a:pt x="6037" y="7823"/>
                  <a:pt x="6418" y="7525"/>
                </a:cubicBezTo>
                <a:cubicBezTo>
                  <a:pt x="7072" y="7037"/>
                  <a:pt x="8144" y="6382"/>
                  <a:pt x="9704" y="6001"/>
                </a:cubicBezTo>
                <a:close/>
                <a:moveTo>
                  <a:pt x="655" y="6013"/>
                </a:moveTo>
                <a:cubicBezTo>
                  <a:pt x="2203" y="6382"/>
                  <a:pt x="3286" y="7037"/>
                  <a:pt x="3929" y="7549"/>
                </a:cubicBezTo>
                <a:cubicBezTo>
                  <a:pt x="4310" y="7847"/>
                  <a:pt x="4596" y="8121"/>
                  <a:pt x="4775" y="8335"/>
                </a:cubicBezTo>
                <a:cubicBezTo>
                  <a:pt x="3167" y="8013"/>
                  <a:pt x="2096" y="7359"/>
                  <a:pt x="1476" y="6847"/>
                </a:cubicBezTo>
                <a:cubicBezTo>
                  <a:pt x="1084" y="6537"/>
                  <a:pt x="822" y="6227"/>
                  <a:pt x="655" y="6013"/>
                </a:cubicBezTo>
                <a:close/>
                <a:moveTo>
                  <a:pt x="1969" y="7829"/>
                </a:moveTo>
                <a:cubicBezTo>
                  <a:pt x="2107" y="7829"/>
                  <a:pt x="2244" y="7834"/>
                  <a:pt x="2381" y="7847"/>
                </a:cubicBezTo>
                <a:cubicBezTo>
                  <a:pt x="3000" y="8168"/>
                  <a:pt x="3774" y="8466"/>
                  <a:pt x="4751" y="8644"/>
                </a:cubicBezTo>
                <a:cubicBezTo>
                  <a:pt x="4409" y="8708"/>
                  <a:pt x="4091" y="8735"/>
                  <a:pt x="3795" y="8735"/>
                </a:cubicBezTo>
                <a:cubicBezTo>
                  <a:pt x="3041" y="8735"/>
                  <a:pt x="2440" y="8559"/>
                  <a:pt x="2012" y="8371"/>
                </a:cubicBezTo>
                <a:cubicBezTo>
                  <a:pt x="1631" y="8204"/>
                  <a:pt x="1357" y="8013"/>
                  <a:pt x="1179" y="7871"/>
                </a:cubicBezTo>
                <a:cubicBezTo>
                  <a:pt x="1450" y="7847"/>
                  <a:pt x="1712" y="7829"/>
                  <a:pt x="1969" y="7829"/>
                </a:cubicBezTo>
                <a:close/>
                <a:moveTo>
                  <a:pt x="8525" y="7824"/>
                </a:moveTo>
                <a:cubicBezTo>
                  <a:pt x="8741" y="7824"/>
                  <a:pt x="8954" y="7839"/>
                  <a:pt x="9168" y="7871"/>
                </a:cubicBezTo>
                <a:cubicBezTo>
                  <a:pt x="8989" y="8013"/>
                  <a:pt x="8715" y="8204"/>
                  <a:pt x="8346" y="8371"/>
                </a:cubicBezTo>
                <a:cubicBezTo>
                  <a:pt x="7909" y="8563"/>
                  <a:pt x="7285" y="8749"/>
                  <a:pt x="6498" y="8749"/>
                </a:cubicBezTo>
                <a:cubicBezTo>
                  <a:pt x="6214" y="8749"/>
                  <a:pt x="5909" y="8725"/>
                  <a:pt x="5584" y="8668"/>
                </a:cubicBezTo>
                <a:cubicBezTo>
                  <a:pt x="6549" y="8478"/>
                  <a:pt x="7334" y="8180"/>
                  <a:pt x="7942" y="7859"/>
                </a:cubicBezTo>
                <a:cubicBezTo>
                  <a:pt x="8138" y="7836"/>
                  <a:pt x="8332" y="7824"/>
                  <a:pt x="8525" y="7824"/>
                </a:cubicBezTo>
                <a:close/>
                <a:moveTo>
                  <a:pt x="5179" y="8906"/>
                </a:moveTo>
                <a:cubicBezTo>
                  <a:pt x="5191" y="8906"/>
                  <a:pt x="5227" y="8918"/>
                  <a:pt x="5239" y="8918"/>
                </a:cubicBezTo>
                <a:lnTo>
                  <a:pt x="5310" y="9442"/>
                </a:lnTo>
                <a:lnTo>
                  <a:pt x="5048" y="9442"/>
                </a:lnTo>
                <a:lnTo>
                  <a:pt x="5120" y="8918"/>
                </a:lnTo>
                <a:cubicBezTo>
                  <a:pt x="5132" y="8918"/>
                  <a:pt x="5167" y="8906"/>
                  <a:pt x="5179" y="8906"/>
                </a:cubicBezTo>
                <a:close/>
                <a:moveTo>
                  <a:pt x="5358" y="9764"/>
                </a:moveTo>
                <a:lnTo>
                  <a:pt x="5501" y="10835"/>
                </a:lnTo>
                <a:lnTo>
                  <a:pt x="4834" y="10835"/>
                </a:lnTo>
                <a:lnTo>
                  <a:pt x="4989" y="9764"/>
                </a:lnTo>
                <a:close/>
                <a:moveTo>
                  <a:pt x="5191" y="0"/>
                </a:moveTo>
                <a:cubicBezTo>
                  <a:pt x="5132" y="0"/>
                  <a:pt x="5084" y="36"/>
                  <a:pt x="5060" y="72"/>
                </a:cubicBezTo>
                <a:lnTo>
                  <a:pt x="4632" y="762"/>
                </a:lnTo>
                <a:lnTo>
                  <a:pt x="4429" y="572"/>
                </a:lnTo>
                <a:cubicBezTo>
                  <a:pt x="4394" y="536"/>
                  <a:pt x="4346" y="524"/>
                  <a:pt x="4298" y="524"/>
                </a:cubicBezTo>
                <a:cubicBezTo>
                  <a:pt x="4251" y="536"/>
                  <a:pt x="4215" y="572"/>
                  <a:pt x="4179" y="608"/>
                </a:cubicBezTo>
                <a:cubicBezTo>
                  <a:pt x="4155" y="667"/>
                  <a:pt x="3465" y="2060"/>
                  <a:pt x="3465" y="2965"/>
                </a:cubicBezTo>
                <a:cubicBezTo>
                  <a:pt x="3465" y="3037"/>
                  <a:pt x="3465" y="3096"/>
                  <a:pt x="3477" y="3168"/>
                </a:cubicBezTo>
                <a:cubicBezTo>
                  <a:pt x="2786" y="2608"/>
                  <a:pt x="1536" y="2179"/>
                  <a:pt x="1476" y="2156"/>
                </a:cubicBezTo>
                <a:cubicBezTo>
                  <a:pt x="1459" y="2151"/>
                  <a:pt x="1440" y="2148"/>
                  <a:pt x="1421" y="2148"/>
                </a:cubicBezTo>
                <a:cubicBezTo>
                  <a:pt x="1387" y="2148"/>
                  <a:pt x="1352" y="2157"/>
                  <a:pt x="1322" y="2179"/>
                </a:cubicBezTo>
                <a:cubicBezTo>
                  <a:pt x="1274" y="2203"/>
                  <a:pt x="1250" y="2251"/>
                  <a:pt x="1250" y="2310"/>
                </a:cubicBezTo>
                <a:lnTo>
                  <a:pt x="1250" y="2572"/>
                </a:lnTo>
                <a:lnTo>
                  <a:pt x="464" y="2394"/>
                </a:lnTo>
                <a:cubicBezTo>
                  <a:pt x="450" y="2391"/>
                  <a:pt x="436" y="2389"/>
                  <a:pt x="423" y="2389"/>
                </a:cubicBezTo>
                <a:cubicBezTo>
                  <a:pt x="378" y="2389"/>
                  <a:pt x="337" y="2405"/>
                  <a:pt x="310" y="2441"/>
                </a:cubicBezTo>
                <a:cubicBezTo>
                  <a:pt x="262" y="2489"/>
                  <a:pt x="250" y="2548"/>
                  <a:pt x="262" y="2596"/>
                </a:cubicBezTo>
                <a:lnTo>
                  <a:pt x="441" y="3382"/>
                </a:lnTo>
                <a:lnTo>
                  <a:pt x="179" y="3382"/>
                </a:lnTo>
                <a:cubicBezTo>
                  <a:pt x="131" y="3382"/>
                  <a:pt x="72" y="3406"/>
                  <a:pt x="48" y="3453"/>
                </a:cubicBezTo>
                <a:cubicBezTo>
                  <a:pt x="12" y="3501"/>
                  <a:pt x="0" y="3549"/>
                  <a:pt x="24" y="3608"/>
                </a:cubicBezTo>
                <a:cubicBezTo>
                  <a:pt x="48" y="3668"/>
                  <a:pt x="548" y="5132"/>
                  <a:pt x="1179" y="5763"/>
                </a:cubicBezTo>
                <a:lnTo>
                  <a:pt x="1238" y="5823"/>
                </a:lnTo>
                <a:cubicBezTo>
                  <a:pt x="953" y="5727"/>
                  <a:pt x="655" y="5656"/>
                  <a:pt x="345" y="5596"/>
                </a:cubicBezTo>
                <a:cubicBezTo>
                  <a:pt x="335" y="5594"/>
                  <a:pt x="325" y="5593"/>
                  <a:pt x="315" y="5593"/>
                </a:cubicBezTo>
                <a:cubicBezTo>
                  <a:pt x="266" y="5593"/>
                  <a:pt x="218" y="5616"/>
                  <a:pt x="179" y="5656"/>
                </a:cubicBezTo>
                <a:cubicBezTo>
                  <a:pt x="131" y="5704"/>
                  <a:pt x="131" y="5775"/>
                  <a:pt x="167" y="5835"/>
                </a:cubicBezTo>
                <a:cubicBezTo>
                  <a:pt x="179" y="5870"/>
                  <a:pt x="488" y="6442"/>
                  <a:pt x="1274" y="7085"/>
                </a:cubicBezTo>
                <a:cubicBezTo>
                  <a:pt x="1441" y="7216"/>
                  <a:pt x="1619" y="7359"/>
                  <a:pt x="1846" y="7501"/>
                </a:cubicBezTo>
                <a:cubicBezTo>
                  <a:pt x="1500" y="7501"/>
                  <a:pt x="1155" y="7549"/>
                  <a:pt x="822" y="7609"/>
                </a:cubicBezTo>
                <a:cubicBezTo>
                  <a:pt x="762" y="7620"/>
                  <a:pt x="714" y="7656"/>
                  <a:pt x="679" y="7716"/>
                </a:cubicBezTo>
                <a:cubicBezTo>
                  <a:pt x="655" y="7775"/>
                  <a:pt x="679" y="7835"/>
                  <a:pt x="714" y="7871"/>
                </a:cubicBezTo>
                <a:cubicBezTo>
                  <a:pt x="726" y="7894"/>
                  <a:pt x="1131" y="8323"/>
                  <a:pt x="1893" y="8668"/>
                </a:cubicBezTo>
                <a:cubicBezTo>
                  <a:pt x="2346" y="8871"/>
                  <a:pt x="3024" y="9061"/>
                  <a:pt x="3858" y="9061"/>
                </a:cubicBezTo>
                <a:cubicBezTo>
                  <a:pt x="4155" y="9061"/>
                  <a:pt x="4465" y="9037"/>
                  <a:pt x="4786" y="8990"/>
                </a:cubicBezTo>
                <a:lnTo>
                  <a:pt x="4786" y="8990"/>
                </a:lnTo>
                <a:lnTo>
                  <a:pt x="4513" y="10990"/>
                </a:lnTo>
                <a:cubicBezTo>
                  <a:pt x="4513" y="11026"/>
                  <a:pt x="4513" y="11073"/>
                  <a:pt x="4548" y="11121"/>
                </a:cubicBezTo>
                <a:cubicBezTo>
                  <a:pt x="4584" y="11145"/>
                  <a:pt x="4632" y="11180"/>
                  <a:pt x="4667" y="11180"/>
                </a:cubicBezTo>
                <a:lnTo>
                  <a:pt x="5715" y="11180"/>
                </a:lnTo>
                <a:cubicBezTo>
                  <a:pt x="5763" y="11180"/>
                  <a:pt x="5798" y="11169"/>
                  <a:pt x="5834" y="11121"/>
                </a:cubicBezTo>
                <a:cubicBezTo>
                  <a:pt x="5858" y="11085"/>
                  <a:pt x="5882" y="11026"/>
                  <a:pt x="5882" y="10990"/>
                </a:cubicBezTo>
                <a:lnTo>
                  <a:pt x="5596" y="8990"/>
                </a:lnTo>
                <a:lnTo>
                  <a:pt x="5596" y="8990"/>
                </a:lnTo>
                <a:cubicBezTo>
                  <a:pt x="5918" y="9049"/>
                  <a:pt x="6251" y="9061"/>
                  <a:pt x="6537" y="9061"/>
                </a:cubicBezTo>
                <a:cubicBezTo>
                  <a:pt x="7370" y="9061"/>
                  <a:pt x="8037" y="8871"/>
                  <a:pt x="8501" y="8668"/>
                </a:cubicBezTo>
                <a:cubicBezTo>
                  <a:pt x="9251" y="8323"/>
                  <a:pt x="9656" y="7894"/>
                  <a:pt x="9668" y="7871"/>
                </a:cubicBezTo>
                <a:cubicBezTo>
                  <a:pt x="9716" y="7835"/>
                  <a:pt x="9728" y="7775"/>
                  <a:pt x="9704" y="7716"/>
                </a:cubicBezTo>
                <a:cubicBezTo>
                  <a:pt x="9668" y="7656"/>
                  <a:pt x="9632" y="7609"/>
                  <a:pt x="9573" y="7609"/>
                </a:cubicBezTo>
                <a:cubicBezTo>
                  <a:pt x="9227" y="7549"/>
                  <a:pt x="8882" y="7513"/>
                  <a:pt x="8537" y="7501"/>
                </a:cubicBezTo>
                <a:cubicBezTo>
                  <a:pt x="8751" y="7359"/>
                  <a:pt x="8942" y="7216"/>
                  <a:pt x="9108" y="7085"/>
                </a:cubicBezTo>
                <a:cubicBezTo>
                  <a:pt x="9882" y="6442"/>
                  <a:pt x="10204" y="5870"/>
                  <a:pt x="10228" y="5835"/>
                </a:cubicBezTo>
                <a:cubicBezTo>
                  <a:pt x="10251" y="5775"/>
                  <a:pt x="10251" y="5715"/>
                  <a:pt x="10204" y="5656"/>
                </a:cubicBezTo>
                <a:cubicBezTo>
                  <a:pt x="10174" y="5616"/>
                  <a:pt x="10128" y="5593"/>
                  <a:pt x="10079" y="5593"/>
                </a:cubicBezTo>
                <a:cubicBezTo>
                  <a:pt x="10069" y="5593"/>
                  <a:pt x="10059" y="5594"/>
                  <a:pt x="10049" y="5596"/>
                </a:cubicBezTo>
                <a:cubicBezTo>
                  <a:pt x="9728" y="5656"/>
                  <a:pt x="9430" y="5727"/>
                  <a:pt x="9156" y="5823"/>
                </a:cubicBezTo>
                <a:cubicBezTo>
                  <a:pt x="9168" y="5811"/>
                  <a:pt x="9192" y="5787"/>
                  <a:pt x="9216" y="5763"/>
                </a:cubicBezTo>
                <a:cubicBezTo>
                  <a:pt x="9835" y="5120"/>
                  <a:pt x="10323" y="3668"/>
                  <a:pt x="10359" y="3608"/>
                </a:cubicBezTo>
                <a:cubicBezTo>
                  <a:pt x="10370" y="3560"/>
                  <a:pt x="10370" y="3501"/>
                  <a:pt x="10347" y="3453"/>
                </a:cubicBezTo>
                <a:cubicBezTo>
                  <a:pt x="10311" y="3406"/>
                  <a:pt x="10263" y="3382"/>
                  <a:pt x="10204" y="3382"/>
                </a:cubicBezTo>
                <a:lnTo>
                  <a:pt x="9942" y="3382"/>
                </a:lnTo>
                <a:lnTo>
                  <a:pt x="10120" y="2596"/>
                </a:lnTo>
                <a:cubicBezTo>
                  <a:pt x="10132" y="2537"/>
                  <a:pt x="10120" y="2477"/>
                  <a:pt x="10073" y="2441"/>
                </a:cubicBezTo>
                <a:cubicBezTo>
                  <a:pt x="10036" y="2405"/>
                  <a:pt x="9993" y="2389"/>
                  <a:pt x="9959" y="2389"/>
                </a:cubicBezTo>
                <a:cubicBezTo>
                  <a:pt x="9948" y="2389"/>
                  <a:pt x="9938" y="2391"/>
                  <a:pt x="9930" y="2394"/>
                </a:cubicBezTo>
                <a:lnTo>
                  <a:pt x="9132" y="2572"/>
                </a:lnTo>
                <a:lnTo>
                  <a:pt x="9132" y="2310"/>
                </a:lnTo>
                <a:cubicBezTo>
                  <a:pt x="9132" y="2263"/>
                  <a:pt x="9108" y="2203"/>
                  <a:pt x="9061" y="2179"/>
                </a:cubicBezTo>
                <a:cubicBezTo>
                  <a:pt x="9030" y="2156"/>
                  <a:pt x="9004" y="2143"/>
                  <a:pt x="8974" y="2143"/>
                </a:cubicBezTo>
                <a:cubicBezTo>
                  <a:pt x="8957" y="2143"/>
                  <a:pt x="8939" y="2147"/>
                  <a:pt x="8918" y="2156"/>
                </a:cubicBezTo>
                <a:cubicBezTo>
                  <a:pt x="8858" y="2179"/>
                  <a:pt x="7608" y="2608"/>
                  <a:pt x="6906" y="3168"/>
                </a:cubicBezTo>
                <a:cubicBezTo>
                  <a:pt x="6918" y="3096"/>
                  <a:pt x="6918" y="3037"/>
                  <a:pt x="6918" y="2965"/>
                </a:cubicBezTo>
                <a:cubicBezTo>
                  <a:pt x="6918" y="2060"/>
                  <a:pt x="6239" y="667"/>
                  <a:pt x="6203" y="608"/>
                </a:cubicBezTo>
                <a:cubicBezTo>
                  <a:pt x="6179" y="572"/>
                  <a:pt x="6144" y="536"/>
                  <a:pt x="6084" y="524"/>
                </a:cubicBezTo>
                <a:cubicBezTo>
                  <a:pt x="6070" y="522"/>
                  <a:pt x="6057" y="520"/>
                  <a:pt x="6044" y="520"/>
                </a:cubicBezTo>
                <a:cubicBezTo>
                  <a:pt x="6004" y="520"/>
                  <a:pt x="5971" y="536"/>
                  <a:pt x="5953" y="572"/>
                </a:cubicBezTo>
                <a:lnTo>
                  <a:pt x="5763" y="762"/>
                </a:lnTo>
                <a:lnTo>
                  <a:pt x="5322" y="72"/>
                </a:lnTo>
                <a:cubicBezTo>
                  <a:pt x="5298" y="36"/>
                  <a:pt x="5239" y="0"/>
                  <a:pt x="5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98" name="Google Shape;12698;p67"/>
          <p:cNvGrpSpPr/>
          <p:nvPr/>
        </p:nvGrpSpPr>
        <p:grpSpPr>
          <a:xfrm>
            <a:off x="4959533" y="3446426"/>
            <a:ext cx="357408" cy="323488"/>
            <a:chOff x="4959533" y="3370226"/>
            <a:chExt cx="357408" cy="323488"/>
          </a:xfrm>
        </p:grpSpPr>
        <p:sp>
          <p:nvSpPr>
            <p:cNvPr id="12699" name="Google Shape;12699;p67"/>
            <p:cNvSpPr/>
            <p:nvPr/>
          </p:nvSpPr>
          <p:spPr>
            <a:xfrm>
              <a:off x="4959533" y="3370226"/>
              <a:ext cx="357408" cy="323488"/>
            </a:xfrm>
            <a:custGeom>
              <a:avLst/>
              <a:gdLst/>
              <a:ahLst/>
              <a:cxnLst/>
              <a:rect l="l" t="t" r="r" b="b"/>
              <a:pathLst>
                <a:path w="11169" h="10109" extrusionOk="0">
                  <a:moveTo>
                    <a:pt x="7906" y="738"/>
                  </a:moveTo>
                  <a:cubicBezTo>
                    <a:pt x="8596" y="1012"/>
                    <a:pt x="9192" y="1393"/>
                    <a:pt x="9680" y="1870"/>
                  </a:cubicBezTo>
                  <a:cubicBezTo>
                    <a:pt x="9521" y="2137"/>
                    <a:pt x="9210" y="2287"/>
                    <a:pt x="8870" y="2287"/>
                  </a:cubicBezTo>
                  <a:cubicBezTo>
                    <a:pt x="8725" y="2287"/>
                    <a:pt x="8575" y="2260"/>
                    <a:pt x="8430" y="2203"/>
                  </a:cubicBezTo>
                  <a:cubicBezTo>
                    <a:pt x="8168" y="2096"/>
                    <a:pt x="7942" y="1917"/>
                    <a:pt x="7823" y="1679"/>
                  </a:cubicBezTo>
                  <a:cubicBezTo>
                    <a:pt x="7692" y="1465"/>
                    <a:pt x="7656" y="1203"/>
                    <a:pt x="7751" y="1000"/>
                  </a:cubicBezTo>
                  <a:cubicBezTo>
                    <a:pt x="7775" y="905"/>
                    <a:pt x="7834" y="822"/>
                    <a:pt x="7906" y="738"/>
                  </a:cubicBezTo>
                  <a:close/>
                  <a:moveTo>
                    <a:pt x="1024" y="2441"/>
                  </a:moveTo>
                  <a:cubicBezTo>
                    <a:pt x="1048" y="2441"/>
                    <a:pt x="1060" y="2453"/>
                    <a:pt x="1095" y="2477"/>
                  </a:cubicBezTo>
                  <a:cubicBezTo>
                    <a:pt x="1512" y="2620"/>
                    <a:pt x="1703" y="3132"/>
                    <a:pt x="1524" y="3584"/>
                  </a:cubicBezTo>
                  <a:cubicBezTo>
                    <a:pt x="1441" y="3810"/>
                    <a:pt x="1286" y="3989"/>
                    <a:pt x="1084" y="4096"/>
                  </a:cubicBezTo>
                  <a:cubicBezTo>
                    <a:pt x="965" y="4159"/>
                    <a:pt x="843" y="4189"/>
                    <a:pt x="722" y="4189"/>
                  </a:cubicBezTo>
                  <a:cubicBezTo>
                    <a:pt x="635" y="4189"/>
                    <a:pt x="549" y="4173"/>
                    <a:pt x="464" y="4144"/>
                  </a:cubicBezTo>
                  <a:cubicBezTo>
                    <a:pt x="441" y="4120"/>
                    <a:pt x="393" y="4108"/>
                    <a:pt x="369" y="4096"/>
                  </a:cubicBezTo>
                  <a:cubicBezTo>
                    <a:pt x="441" y="3489"/>
                    <a:pt x="679" y="2929"/>
                    <a:pt x="1024" y="2441"/>
                  </a:cubicBezTo>
                  <a:close/>
                  <a:moveTo>
                    <a:pt x="5596" y="310"/>
                  </a:moveTo>
                  <a:cubicBezTo>
                    <a:pt x="6299" y="310"/>
                    <a:pt x="6965" y="417"/>
                    <a:pt x="7596" y="619"/>
                  </a:cubicBezTo>
                  <a:cubicBezTo>
                    <a:pt x="7537" y="703"/>
                    <a:pt x="7489" y="786"/>
                    <a:pt x="7465" y="881"/>
                  </a:cubicBezTo>
                  <a:cubicBezTo>
                    <a:pt x="7346" y="1191"/>
                    <a:pt x="7370" y="1512"/>
                    <a:pt x="7537" y="1834"/>
                  </a:cubicBezTo>
                  <a:cubicBezTo>
                    <a:pt x="7703" y="2131"/>
                    <a:pt x="7977" y="2370"/>
                    <a:pt x="8323" y="2501"/>
                  </a:cubicBezTo>
                  <a:cubicBezTo>
                    <a:pt x="8513" y="2572"/>
                    <a:pt x="8692" y="2608"/>
                    <a:pt x="8894" y="2608"/>
                  </a:cubicBezTo>
                  <a:cubicBezTo>
                    <a:pt x="9311" y="2608"/>
                    <a:pt x="9692" y="2429"/>
                    <a:pt x="9930" y="2120"/>
                  </a:cubicBezTo>
                  <a:cubicBezTo>
                    <a:pt x="10501" y="2798"/>
                    <a:pt x="10847" y="3632"/>
                    <a:pt x="10847" y="4525"/>
                  </a:cubicBezTo>
                  <a:cubicBezTo>
                    <a:pt x="10847" y="4918"/>
                    <a:pt x="10513" y="5227"/>
                    <a:pt x="10109" y="5227"/>
                  </a:cubicBezTo>
                  <a:lnTo>
                    <a:pt x="9930" y="5227"/>
                  </a:lnTo>
                  <a:cubicBezTo>
                    <a:pt x="9930" y="5168"/>
                    <a:pt x="9942" y="5108"/>
                    <a:pt x="9942" y="5049"/>
                  </a:cubicBezTo>
                  <a:cubicBezTo>
                    <a:pt x="9942" y="4691"/>
                    <a:pt x="9823" y="4346"/>
                    <a:pt x="9608" y="4048"/>
                  </a:cubicBezTo>
                  <a:cubicBezTo>
                    <a:pt x="9573" y="4006"/>
                    <a:pt x="9520" y="3984"/>
                    <a:pt x="9470" y="3984"/>
                  </a:cubicBezTo>
                  <a:cubicBezTo>
                    <a:pt x="9437" y="3984"/>
                    <a:pt x="9406" y="3994"/>
                    <a:pt x="9382" y="4013"/>
                  </a:cubicBezTo>
                  <a:cubicBezTo>
                    <a:pt x="9311" y="4072"/>
                    <a:pt x="9287" y="4179"/>
                    <a:pt x="9347" y="4239"/>
                  </a:cubicBezTo>
                  <a:cubicBezTo>
                    <a:pt x="9525" y="4477"/>
                    <a:pt x="9620" y="4751"/>
                    <a:pt x="9620" y="5025"/>
                  </a:cubicBezTo>
                  <a:cubicBezTo>
                    <a:pt x="9620" y="5084"/>
                    <a:pt x="9620" y="5144"/>
                    <a:pt x="9608" y="5203"/>
                  </a:cubicBezTo>
                  <a:lnTo>
                    <a:pt x="6465" y="5203"/>
                  </a:lnTo>
                  <a:cubicBezTo>
                    <a:pt x="6453" y="5156"/>
                    <a:pt x="6453" y="5096"/>
                    <a:pt x="6453" y="5025"/>
                  </a:cubicBezTo>
                  <a:cubicBezTo>
                    <a:pt x="6453" y="4251"/>
                    <a:pt x="7168" y="3620"/>
                    <a:pt x="8025" y="3620"/>
                  </a:cubicBezTo>
                  <a:cubicBezTo>
                    <a:pt x="8323" y="3620"/>
                    <a:pt x="8608" y="3691"/>
                    <a:pt x="8858" y="3822"/>
                  </a:cubicBezTo>
                  <a:cubicBezTo>
                    <a:pt x="8881" y="3837"/>
                    <a:pt x="8907" y="3844"/>
                    <a:pt x="8933" y="3844"/>
                  </a:cubicBezTo>
                  <a:cubicBezTo>
                    <a:pt x="8991" y="3844"/>
                    <a:pt x="9052" y="3812"/>
                    <a:pt x="9085" y="3763"/>
                  </a:cubicBezTo>
                  <a:cubicBezTo>
                    <a:pt x="9132" y="3691"/>
                    <a:pt x="9096" y="3584"/>
                    <a:pt x="9025" y="3536"/>
                  </a:cubicBezTo>
                  <a:cubicBezTo>
                    <a:pt x="8727" y="3382"/>
                    <a:pt x="8382" y="3286"/>
                    <a:pt x="8025" y="3286"/>
                  </a:cubicBezTo>
                  <a:cubicBezTo>
                    <a:pt x="6965" y="3286"/>
                    <a:pt x="6120" y="4060"/>
                    <a:pt x="6120" y="5025"/>
                  </a:cubicBezTo>
                  <a:cubicBezTo>
                    <a:pt x="6120" y="5084"/>
                    <a:pt x="6120" y="5144"/>
                    <a:pt x="6132" y="5203"/>
                  </a:cubicBezTo>
                  <a:lnTo>
                    <a:pt x="1060" y="5203"/>
                  </a:lnTo>
                  <a:cubicBezTo>
                    <a:pt x="655" y="5203"/>
                    <a:pt x="333" y="4894"/>
                    <a:pt x="333" y="4513"/>
                  </a:cubicBezTo>
                  <a:lnTo>
                    <a:pt x="333" y="4417"/>
                  </a:lnTo>
                  <a:lnTo>
                    <a:pt x="345" y="4417"/>
                  </a:lnTo>
                  <a:cubicBezTo>
                    <a:pt x="464" y="4465"/>
                    <a:pt x="595" y="4501"/>
                    <a:pt x="714" y="4501"/>
                  </a:cubicBezTo>
                  <a:cubicBezTo>
                    <a:pt x="881" y="4501"/>
                    <a:pt x="1060" y="4453"/>
                    <a:pt x="1226" y="4382"/>
                  </a:cubicBezTo>
                  <a:cubicBezTo>
                    <a:pt x="1512" y="4239"/>
                    <a:pt x="1715" y="3989"/>
                    <a:pt x="1834" y="3691"/>
                  </a:cubicBezTo>
                  <a:cubicBezTo>
                    <a:pt x="2072" y="3084"/>
                    <a:pt x="1810" y="2393"/>
                    <a:pt x="1238" y="2167"/>
                  </a:cubicBezTo>
                  <a:cubicBezTo>
                    <a:pt x="2179" y="1060"/>
                    <a:pt x="3786" y="310"/>
                    <a:pt x="5596" y="310"/>
                  </a:cubicBezTo>
                  <a:close/>
                  <a:moveTo>
                    <a:pt x="6894" y="5572"/>
                  </a:moveTo>
                  <a:lnTo>
                    <a:pt x="7334" y="8573"/>
                  </a:lnTo>
                  <a:cubicBezTo>
                    <a:pt x="7370" y="8870"/>
                    <a:pt x="7287" y="9180"/>
                    <a:pt x="7072" y="9418"/>
                  </a:cubicBezTo>
                  <a:cubicBezTo>
                    <a:pt x="6870" y="9656"/>
                    <a:pt x="6584" y="9775"/>
                    <a:pt x="6275" y="9775"/>
                  </a:cubicBezTo>
                  <a:lnTo>
                    <a:pt x="4894" y="9775"/>
                  </a:lnTo>
                  <a:cubicBezTo>
                    <a:pt x="4572" y="9775"/>
                    <a:pt x="4298" y="9644"/>
                    <a:pt x="4084" y="9418"/>
                  </a:cubicBezTo>
                  <a:cubicBezTo>
                    <a:pt x="3870" y="9180"/>
                    <a:pt x="3786" y="8882"/>
                    <a:pt x="3834" y="8573"/>
                  </a:cubicBezTo>
                  <a:lnTo>
                    <a:pt x="4251" y="5572"/>
                  </a:lnTo>
                  <a:close/>
                  <a:moveTo>
                    <a:pt x="5584" y="0"/>
                  </a:moveTo>
                  <a:cubicBezTo>
                    <a:pt x="4096" y="0"/>
                    <a:pt x="2703" y="465"/>
                    <a:pt x="1655" y="1310"/>
                  </a:cubicBezTo>
                  <a:cubicBezTo>
                    <a:pt x="595" y="2167"/>
                    <a:pt x="0" y="3310"/>
                    <a:pt x="0" y="4525"/>
                  </a:cubicBezTo>
                  <a:lnTo>
                    <a:pt x="0" y="4537"/>
                  </a:lnTo>
                  <a:cubicBezTo>
                    <a:pt x="0" y="5108"/>
                    <a:pt x="476" y="5572"/>
                    <a:pt x="1060" y="5572"/>
                  </a:cubicBezTo>
                  <a:lnTo>
                    <a:pt x="3929" y="5572"/>
                  </a:lnTo>
                  <a:lnTo>
                    <a:pt x="3512" y="8525"/>
                  </a:lnTo>
                  <a:cubicBezTo>
                    <a:pt x="3453" y="8930"/>
                    <a:pt x="3572" y="9335"/>
                    <a:pt x="3846" y="9632"/>
                  </a:cubicBezTo>
                  <a:cubicBezTo>
                    <a:pt x="4108" y="9930"/>
                    <a:pt x="4489" y="10109"/>
                    <a:pt x="4882" y="10109"/>
                  </a:cubicBezTo>
                  <a:lnTo>
                    <a:pt x="6275" y="10109"/>
                  </a:lnTo>
                  <a:cubicBezTo>
                    <a:pt x="6668" y="10109"/>
                    <a:pt x="7061" y="9930"/>
                    <a:pt x="7311" y="9632"/>
                  </a:cubicBezTo>
                  <a:cubicBezTo>
                    <a:pt x="7584" y="9335"/>
                    <a:pt x="7703" y="8930"/>
                    <a:pt x="7644" y="8525"/>
                  </a:cubicBezTo>
                  <a:lnTo>
                    <a:pt x="7227" y="5572"/>
                  </a:lnTo>
                  <a:lnTo>
                    <a:pt x="10097" y="5572"/>
                  </a:lnTo>
                  <a:cubicBezTo>
                    <a:pt x="10680" y="5572"/>
                    <a:pt x="11132" y="5108"/>
                    <a:pt x="11156" y="4537"/>
                  </a:cubicBezTo>
                  <a:lnTo>
                    <a:pt x="11156" y="4525"/>
                  </a:lnTo>
                  <a:cubicBezTo>
                    <a:pt x="11168" y="3310"/>
                    <a:pt x="10585" y="2155"/>
                    <a:pt x="9513" y="1310"/>
                  </a:cubicBezTo>
                  <a:cubicBezTo>
                    <a:pt x="8465" y="465"/>
                    <a:pt x="7061"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0" name="Google Shape;12700;p67"/>
            <p:cNvSpPr/>
            <p:nvPr/>
          </p:nvSpPr>
          <p:spPr>
            <a:xfrm>
              <a:off x="5055149" y="3409458"/>
              <a:ext cx="99840" cy="88416"/>
            </a:xfrm>
            <a:custGeom>
              <a:avLst/>
              <a:gdLst/>
              <a:ahLst/>
              <a:cxnLst/>
              <a:rect l="l" t="t" r="r" b="b"/>
              <a:pathLst>
                <a:path w="3120" h="2763" extrusionOk="0">
                  <a:moveTo>
                    <a:pt x="1560" y="1"/>
                  </a:moveTo>
                  <a:cubicBezTo>
                    <a:pt x="691" y="1"/>
                    <a:pt x="1" y="620"/>
                    <a:pt x="1" y="1382"/>
                  </a:cubicBezTo>
                  <a:cubicBezTo>
                    <a:pt x="1" y="2144"/>
                    <a:pt x="691" y="2763"/>
                    <a:pt x="1560" y="2763"/>
                  </a:cubicBezTo>
                  <a:cubicBezTo>
                    <a:pt x="2418" y="2763"/>
                    <a:pt x="3120" y="2144"/>
                    <a:pt x="3120" y="1382"/>
                  </a:cubicBezTo>
                  <a:cubicBezTo>
                    <a:pt x="3108" y="1084"/>
                    <a:pt x="3013" y="798"/>
                    <a:pt x="2822" y="560"/>
                  </a:cubicBezTo>
                  <a:cubicBezTo>
                    <a:pt x="2790" y="521"/>
                    <a:pt x="2742" y="503"/>
                    <a:pt x="2697" y="503"/>
                  </a:cubicBezTo>
                  <a:cubicBezTo>
                    <a:pt x="2659" y="503"/>
                    <a:pt x="2623" y="515"/>
                    <a:pt x="2596" y="536"/>
                  </a:cubicBezTo>
                  <a:cubicBezTo>
                    <a:pt x="2525" y="584"/>
                    <a:pt x="2525" y="691"/>
                    <a:pt x="2572" y="751"/>
                  </a:cubicBezTo>
                  <a:cubicBezTo>
                    <a:pt x="2715" y="929"/>
                    <a:pt x="2799" y="1144"/>
                    <a:pt x="2799" y="1370"/>
                  </a:cubicBezTo>
                  <a:cubicBezTo>
                    <a:pt x="2799" y="1941"/>
                    <a:pt x="2239" y="2418"/>
                    <a:pt x="1560" y="2418"/>
                  </a:cubicBezTo>
                  <a:cubicBezTo>
                    <a:pt x="870" y="2418"/>
                    <a:pt x="322" y="1941"/>
                    <a:pt x="322" y="1370"/>
                  </a:cubicBezTo>
                  <a:cubicBezTo>
                    <a:pt x="322" y="786"/>
                    <a:pt x="870" y="310"/>
                    <a:pt x="1560" y="310"/>
                  </a:cubicBezTo>
                  <a:cubicBezTo>
                    <a:pt x="1739" y="310"/>
                    <a:pt x="1917" y="334"/>
                    <a:pt x="2084" y="417"/>
                  </a:cubicBezTo>
                  <a:cubicBezTo>
                    <a:pt x="2104" y="423"/>
                    <a:pt x="2124" y="426"/>
                    <a:pt x="2144" y="426"/>
                  </a:cubicBezTo>
                  <a:cubicBezTo>
                    <a:pt x="2208" y="426"/>
                    <a:pt x="2268" y="395"/>
                    <a:pt x="2287" y="322"/>
                  </a:cubicBezTo>
                  <a:cubicBezTo>
                    <a:pt x="2322" y="239"/>
                    <a:pt x="2287" y="143"/>
                    <a:pt x="2203" y="120"/>
                  </a:cubicBezTo>
                  <a:cubicBezTo>
                    <a:pt x="1989" y="24"/>
                    <a:pt x="1787"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1" name="Google Shape;12701;p67"/>
          <p:cNvGrpSpPr/>
          <p:nvPr/>
        </p:nvGrpSpPr>
        <p:grpSpPr>
          <a:xfrm>
            <a:off x="7158637" y="3429274"/>
            <a:ext cx="357056" cy="357408"/>
            <a:chOff x="7158637" y="3353074"/>
            <a:chExt cx="357056" cy="357408"/>
          </a:xfrm>
        </p:grpSpPr>
        <p:sp>
          <p:nvSpPr>
            <p:cNvPr id="12702" name="Google Shape;12702;p67"/>
            <p:cNvSpPr/>
            <p:nvPr/>
          </p:nvSpPr>
          <p:spPr>
            <a:xfrm>
              <a:off x="7158637" y="3353074"/>
              <a:ext cx="357056" cy="357408"/>
            </a:xfrm>
            <a:custGeom>
              <a:avLst/>
              <a:gdLst/>
              <a:ahLst/>
              <a:cxnLst/>
              <a:rect l="l" t="t" r="r" b="b"/>
              <a:pathLst>
                <a:path w="11158" h="11169" extrusionOk="0">
                  <a:moveTo>
                    <a:pt x="7157" y="2489"/>
                  </a:moveTo>
                  <a:cubicBezTo>
                    <a:pt x="7192" y="2489"/>
                    <a:pt x="7204" y="2501"/>
                    <a:pt x="7204" y="2501"/>
                  </a:cubicBezTo>
                  <a:cubicBezTo>
                    <a:pt x="7216" y="2513"/>
                    <a:pt x="7228" y="2537"/>
                    <a:pt x="7228" y="2560"/>
                  </a:cubicBezTo>
                  <a:cubicBezTo>
                    <a:pt x="7228" y="2608"/>
                    <a:pt x="7204" y="2632"/>
                    <a:pt x="7157" y="2656"/>
                  </a:cubicBezTo>
                  <a:lnTo>
                    <a:pt x="6776" y="2691"/>
                  </a:lnTo>
                  <a:lnTo>
                    <a:pt x="6788" y="2656"/>
                  </a:lnTo>
                  <a:cubicBezTo>
                    <a:pt x="6811" y="2596"/>
                    <a:pt x="6859" y="2548"/>
                    <a:pt x="6919" y="2537"/>
                  </a:cubicBezTo>
                  <a:lnTo>
                    <a:pt x="7145" y="2489"/>
                  </a:lnTo>
                  <a:close/>
                  <a:moveTo>
                    <a:pt x="5192" y="2632"/>
                  </a:moveTo>
                  <a:cubicBezTo>
                    <a:pt x="5014" y="3084"/>
                    <a:pt x="5014" y="3108"/>
                    <a:pt x="5014" y="3144"/>
                  </a:cubicBezTo>
                  <a:cubicBezTo>
                    <a:pt x="5002" y="3227"/>
                    <a:pt x="5073" y="3310"/>
                    <a:pt x="5168" y="3310"/>
                  </a:cubicBezTo>
                  <a:cubicBezTo>
                    <a:pt x="5240" y="3310"/>
                    <a:pt x="5311" y="3251"/>
                    <a:pt x="5323" y="3168"/>
                  </a:cubicBezTo>
                  <a:cubicBezTo>
                    <a:pt x="5335" y="3132"/>
                    <a:pt x="5395" y="2989"/>
                    <a:pt x="5466" y="2810"/>
                  </a:cubicBezTo>
                  <a:lnTo>
                    <a:pt x="5549" y="2953"/>
                  </a:lnTo>
                  <a:cubicBezTo>
                    <a:pt x="5641" y="3100"/>
                    <a:pt x="5803" y="3176"/>
                    <a:pt x="5966" y="3176"/>
                  </a:cubicBezTo>
                  <a:cubicBezTo>
                    <a:pt x="6014" y="3176"/>
                    <a:pt x="6062" y="3169"/>
                    <a:pt x="6109" y="3156"/>
                  </a:cubicBezTo>
                  <a:lnTo>
                    <a:pt x="6347" y="3096"/>
                  </a:lnTo>
                  <a:cubicBezTo>
                    <a:pt x="6347" y="3156"/>
                    <a:pt x="6383" y="3215"/>
                    <a:pt x="6442" y="3251"/>
                  </a:cubicBezTo>
                  <a:lnTo>
                    <a:pt x="6811" y="3441"/>
                  </a:lnTo>
                  <a:lnTo>
                    <a:pt x="6788" y="3489"/>
                  </a:lnTo>
                  <a:lnTo>
                    <a:pt x="5264" y="3489"/>
                  </a:lnTo>
                  <a:lnTo>
                    <a:pt x="4049" y="3013"/>
                  </a:lnTo>
                  <a:lnTo>
                    <a:pt x="4299" y="2667"/>
                  </a:lnTo>
                  <a:lnTo>
                    <a:pt x="5192" y="2632"/>
                  </a:lnTo>
                  <a:close/>
                  <a:moveTo>
                    <a:pt x="382" y="6442"/>
                  </a:moveTo>
                  <a:lnTo>
                    <a:pt x="1001" y="7025"/>
                  </a:lnTo>
                  <a:cubicBezTo>
                    <a:pt x="1037" y="7073"/>
                    <a:pt x="1061" y="7132"/>
                    <a:pt x="1061" y="7192"/>
                  </a:cubicBezTo>
                  <a:lnTo>
                    <a:pt x="953" y="8085"/>
                  </a:lnTo>
                  <a:cubicBezTo>
                    <a:pt x="668" y="7573"/>
                    <a:pt x="489" y="7025"/>
                    <a:pt x="382" y="6442"/>
                  </a:cubicBezTo>
                  <a:close/>
                  <a:moveTo>
                    <a:pt x="5537" y="310"/>
                  </a:moveTo>
                  <a:cubicBezTo>
                    <a:pt x="6930" y="310"/>
                    <a:pt x="8228" y="870"/>
                    <a:pt x="9228" y="1846"/>
                  </a:cubicBezTo>
                  <a:cubicBezTo>
                    <a:pt x="10193" y="2810"/>
                    <a:pt x="10729" y="4084"/>
                    <a:pt x="10752" y="5430"/>
                  </a:cubicBezTo>
                  <a:cubicBezTo>
                    <a:pt x="10717" y="5418"/>
                    <a:pt x="10669" y="5394"/>
                    <a:pt x="10657" y="5346"/>
                  </a:cubicBezTo>
                  <a:lnTo>
                    <a:pt x="10419" y="4894"/>
                  </a:lnTo>
                  <a:cubicBezTo>
                    <a:pt x="10386" y="4845"/>
                    <a:pt x="10325" y="4818"/>
                    <a:pt x="10267" y="4818"/>
                  </a:cubicBezTo>
                  <a:cubicBezTo>
                    <a:pt x="10240" y="4818"/>
                    <a:pt x="10215" y="4823"/>
                    <a:pt x="10193" y="4834"/>
                  </a:cubicBezTo>
                  <a:cubicBezTo>
                    <a:pt x="10181" y="4894"/>
                    <a:pt x="10145" y="4989"/>
                    <a:pt x="10193" y="5073"/>
                  </a:cubicBezTo>
                  <a:lnTo>
                    <a:pt x="10431" y="5525"/>
                  </a:lnTo>
                  <a:cubicBezTo>
                    <a:pt x="10490" y="5644"/>
                    <a:pt x="10598" y="5727"/>
                    <a:pt x="10729" y="5763"/>
                  </a:cubicBezTo>
                  <a:lnTo>
                    <a:pt x="10824" y="5787"/>
                  </a:lnTo>
                  <a:cubicBezTo>
                    <a:pt x="10752" y="7120"/>
                    <a:pt x="10228" y="8347"/>
                    <a:pt x="9288" y="9287"/>
                  </a:cubicBezTo>
                  <a:cubicBezTo>
                    <a:pt x="8288" y="10287"/>
                    <a:pt x="6978" y="10823"/>
                    <a:pt x="5561" y="10823"/>
                  </a:cubicBezTo>
                  <a:cubicBezTo>
                    <a:pt x="4168" y="10823"/>
                    <a:pt x="2847" y="10276"/>
                    <a:pt x="1846" y="9287"/>
                  </a:cubicBezTo>
                  <a:cubicBezTo>
                    <a:pt x="1608" y="9049"/>
                    <a:pt x="1394" y="8799"/>
                    <a:pt x="1215" y="8525"/>
                  </a:cubicBezTo>
                  <a:lnTo>
                    <a:pt x="1370" y="7216"/>
                  </a:lnTo>
                  <a:cubicBezTo>
                    <a:pt x="1382" y="7061"/>
                    <a:pt x="1323" y="6906"/>
                    <a:pt x="1215" y="6787"/>
                  </a:cubicBezTo>
                  <a:lnTo>
                    <a:pt x="322" y="5930"/>
                  </a:lnTo>
                  <a:cubicBezTo>
                    <a:pt x="311" y="5811"/>
                    <a:pt x="311" y="5692"/>
                    <a:pt x="311" y="5573"/>
                  </a:cubicBezTo>
                  <a:cubicBezTo>
                    <a:pt x="311" y="4168"/>
                    <a:pt x="858" y="2846"/>
                    <a:pt x="1846" y="1846"/>
                  </a:cubicBezTo>
                  <a:cubicBezTo>
                    <a:pt x="2466" y="1227"/>
                    <a:pt x="3216" y="774"/>
                    <a:pt x="4037" y="536"/>
                  </a:cubicBezTo>
                  <a:lnTo>
                    <a:pt x="4037" y="536"/>
                  </a:lnTo>
                  <a:lnTo>
                    <a:pt x="3930" y="822"/>
                  </a:lnTo>
                  <a:cubicBezTo>
                    <a:pt x="3894" y="905"/>
                    <a:pt x="3942" y="1001"/>
                    <a:pt x="4013" y="1024"/>
                  </a:cubicBezTo>
                  <a:cubicBezTo>
                    <a:pt x="4025" y="1024"/>
                    <a:pt x="4061" y="1048"/>
                    <a:pt x="4073" y="1048"/>
                  </a:cubicBezTo>
                  <a:cubicBezTo>
                    <a:pt x="4132" y="1048"/>
                    <a:pt x="4216" y="1001"/>
                    <a:pt x="4228" y="941"/>
                  </a:cubicBezTo>
                  <a:lnTo>
                    <a:pt x="4418" y="453"/>
                  </a:lnTo>
                  <a:cubicBezTo>
                    <a:pt x="4692" y="393"/>
                    <a:pt x="4966" y="346"/>
                    <a:pt x="5252" y="334"/>
                  </a:cubicBezTo>
                  <a:lnTo>
                    <a:pt x="5252" y="334"/>
                  </a:lnTo>
                  <a:lnTo>
                    <a:pt x="5025" y="1227"/>
                  </a:lnTo>
                  <a:lnTo>
                    <a:pt x="4966" y="1239"/>
                  </a:lnTo>
                  <a:lnTo>
                    <a:pt x="4073" y="1239"/>
                  </a:lnTo>
                  <a:cubicBezTo>
                    <a:pt x="3906" y="1239"/>
                    <a:pt x="3763" y="1358"/>
                    <a:pt x="3728" y="1536"/>
                  </a:cubicBezTo>
                  <a:lnTo>
                    <a:pt x="3656" y="2120"/>
                  </a:lnTo>
                  <a:lnTo>
                    <a:pt x="3251" y="2132"/>
                  </a:lnTo>
                  <a:cubicBezTo>
                    <a:pt x="3073" y="2144"/>
                    <a:pt x="2942" y="2275"/>
                    <a:pt x="2930" y="2453"/>
                  </a:cubicBezTo>
                  <a:lnTo>
                    <a:pt x="2918" y="2918"/>
                  </a:lnTo>
                  <a:cubicBezTo>
                    <a:pt x="2918" y="3025"/>
                    <a:pt x="2942" y="3108"/>
                    <a:pt x="3013" y="3168"/>
                  </a:cubicBezTo>
                  <a:cubicBezTo>
                    <a:pt x="3083" y="3238"/>
                    <a:pt x="3154" y="3266"/>
                    <a:pt x="3238" y="3266"/>
                  </a:cubicBezTo>
                  <a:cubicBezTo>
                    <a:pt x="3254" y="3266"/>
                    <a:pt x="3270" y="3265"/>
                    <a:pt x="3287" y="3263"/>
                  </a:cubicBezTo>
                  <a:lnTo>
                    <a:pt x="3311" y="3263"/>
                  </a:lnTo>
                  <a:lnTo>
                    <a:pt x="2989" y="3572"/>
                  </a:lnTo>
                  <a:cubicBezTo>
                    <a:pt x="2930" y="3632"/>
                    <a:pt x="2918" y="3739"/>
                    <a:pt x="2978" y="3810"/>
                  </a:cubicBezTo>
                  <a:cubicBezTo>
                    <a:pt x="3001" y="3846"/>
                    <a:pt x="3049" y="3870"/>
                    <a:pt x="3097" y="3870"/>
                  </a:cubicBezTo>
                  <a:cubicBezTo>
                    <a:pt x="3132" y="3870"/>
                    <a:pt x="3168" y="3858"/>
                    <a:pt x="3204" y="3822"/>
                  </a:cubicBezTo>
                  <a:lnTo>
                    <a:pt x="3811" y="3263"/>
                  </a:lnTo>
                  <a:lnTo>
                    <a:pt x="5144" y="3799"/>
                  </a:lnTo>
                  <a:cubicBezTo>
                    <a:pt x="5156" y="3810"/>
                    <a:pt x="5192" y="3810"/>
                    <a:pt x="5204" y="3810"/>
                  </a:cubicBezTo>
                  <a:lnTo>
                    <a:pt x="6847" y="3810"/>
                  </a:lnTo>
                  <a:cubicBezTo>
                    <a:pt x="6907" y="3810"/>
                    <a:pt x="6954" y="3787"/>
                    <a:pt x="6978" y="3739"/>
                  </a:cubicBezTo>
                  <a:lnTo>
                    <a:pt x="7157" y="3465"/>
                  </a:lnTo>
                  <a:cubicBezTo>
                    <a:pt x="7192" y="3429"/>
                    <a:pt x="7192" y="3382"/>
                    <a:pt x="7192" y="3334"/>
                  </a:cubicBezTo>
                  <a:cubicBezTo>
                    <a:pt x="7169" y="3287"/>
                    <a:pt x="7145" y="3251"/>
                    <a:pt x="7097" y="3227"/>
                  </a:cubicBezTo>
                  <a:lnTo>
                    <a:pt x="6680" y="3025"/>
                  </a:lnTo>
                  <a:lnTo>
                    <a:pt x="7169" y="2965"/>
                  </a:lnTo>
                  <a:cubicBezTo>
                    <a:pt x="7383" y="2929"/>
                    <a:pt x="7550" y="2751"/>
                    <a:pt x="7526" y="2548"/>
                  </a:cubicBezTo>
                  <a:cubicBezTo>
                    <a:pt x="7526" y="2429"/>
                    <a:pt x="7466" y="2322"/>
                    <a:pt x="7371" y="2251"/>
                  </a:cubicBezTo>
                  <a:cubicBezTo>
                    <a:pt x="7301" y="2198"/>
                    <a:pt x="7219" y="2165"/>
                    <a:pt x="7133" y="2165"/>
                  </a:cubicBezTo>
                  <a:cubicBezTo>
                    <a:pt x="7101" y="2165"/>
                    <a:pt x="7069" y="2170"/>
                    <a:pt x="7038" y="2179"/>
                  </a:cubicBezTo>
                  <a:lnTo>
                    <a:pt x="6811" y="2215"/>
                  </a:lnTo>
                  <a:cubicBezTo>
                    <a:pt x="6633" y="2251"/>
                    <a:pt x="6502" y="2370"/>
                    <a:pt x="6442" y="2548"/>
                  </a:cubicBezTo>
                  <a:lnTo>
                    <a:pt x="6371" y="2751"/>
                  </a:lnTo>
                  <a:lnTo>
                    <a:pt x="6002" y="2858"/>
                  </a:lnTo>
                  <a:cubicBezTo>
                    <a:pt x="5988" y="2860"/>
                    <a:pt x="5974" y="2861"/>
                    <a:pt x="5960" y="2861"/>
                  </a:cubicBezTo>
                  <a:cubicBezTo>
                    <a:pt x="5892" y="2861"/>
                    <a:pt x="5827" y="2836"/>
                    <a:pt x="5787" y="2787"/>
                  </a:cubicBezTo>
                  <a:lnTo>
                    <a:pt x="5525" y="2382"/>
                  </a:lnTo>
                  <a:cubicBezTo>
                    <a:pt x="5490" y="2334"/>
                    <a:pt x="5430" y="2310"/>
                    <a:pt x="5371" y="2310"/>
                  </a:cubicBezTo>
                  <a:lnTo>
                    <a:pt x="4156" y="2358"/>
                  </a:lnTo>
                  <a:cubicBezTo>
                    <a:pt x="4109" y="2358"/>
                    <a:pt x="4049" y="2382"/>
                    <a:pt x="4013" y="2429"/>
                  </a:cubicBezTo>
                  <a:lnTo>
                    <a:pt x="3644" y="2953"/>
                  </a:lnTo>
                  <a:lnTo>
                    <a:pt x="3216" y="2977"/>
                  </a:lnTo>
                  <a:lnTo>
                    <a:pt x="3204" y="2977"/>
                  </a:lnTo>
                  <a:lnTo>
                    <a:pt x="3204" y="2965"/>
                  </a:lnTo>
                  <a:lnTo>
                    <a:pt x="3216" y="2501"/>
                  </a:lnTo>
                  <a:cubicBezTo>
                    <a:pt x="3216" y="2501"/>
                    <a:pt x="3216" y="2489"/>
                    <a:pt x="3228" y="2489"/>
                  </a:cubicBezTo>
                  <a:lnTo>
                    <a:pt x="3763" y="2453"/>
                  </a:lnTo>
                  <a:cubicBezTo>
                    <a:pt x="3835" y="2453"/>
                    <a:pt x="3906" y="2394"/>
                    <a:pt x="3906" y="2310"/>
                  </a:cubicBezTo>
                  <a:lnTo>
                    <a:pt x="4001" y="1584"/>
                  </a:lnTo>
                  <a:cubicBezTo>
                    <a:pt x="4001" y="1584"/>
                    <a:pt x="4001" y="1560"/>
                    <a:pt x="4013" y="1560"/>
                  </a:cubicBezTo>
                  <a:lnTo>
                    <a:pt x="4966" y="1560"/>
                  </a:lnTo>
                  <a:lnTo>
                    <a:pt x="5871" y="1310"/>
                  </a:lnTo>
                  <a:cubicBezTo>
                    <a:pt x="5918" y="1298"/>
                    <a:pt x="5966" y="1263"/>
                    <a:pt x="5978" y="1203"/>
                  </a:cubicBezTo>
                  <a:lnTo>
                    <a:pt x="6097" y="882"/>
                  </a:lnTo>
                  <a:cubicBezTo>
                    <a:pt x="6133" y="786"/>
                    <a:pt x="6085" y="703"/>
                    <a:pt x="5990" y="667"/>
                  </a:cubicBezTo>
                  <a:cubicBezTo>
                    <a:pt x="5975" y="663"/>
                    <a:pt x="5960" y="661"/>
                    <a:pt x="5946" y="661"/>
                  </a:cubicBezTo>
                  <a:cubicBezTo>
                    <a:pt x="5875" y="661"/>
                    <a:pt x="5807" y="706"/>
                    <a:pt x="5787" y="774"/>
                  </a:cubicBezTo>
                  <a:lnTo>
                    <a:pt x="5692" y="1013"/>
                  </a:lnTo>
                  <a:lnTo>
                    <a:pt x="5323" y="1120"/>
                  </a:lnTo>
                  <a:lnTo>
                    <a:pt x="5537" y="310"/>
                  </a:lnTo>
                  <a:close/>
                  <a:moveTo>
                    <a:pt x="5585" y="0"/>
                  </a:moveTo>
                  <a:cubicBezTo>
                    <a:pt x="4097" y="0"/>
                    <a:pt x="2692" y="584"/>
                    <a:pt x="1632" y="1644"/>
                  </a:cubicBezTo>
                  <a:cubicBezTo>
                    <a:pt x="584" y="2691"/>
                    <a:pt x="1" y="4096"/>
                    <a:pt x="1" y="5585"/>
                  </a:cubicBezTo>
                  <a:cubicBezTo>
                    <a:pt x="1" y="7073"/>
                    <a:pt x="584" y="8466"/>
                    <a:pt x="1632" y="9525"/>
                  </a:cubicBezTo>
                  <a:cubicBezTo>
                    <a:pt x="2692" y="10585"/>
                    <a:pt x="4097" y="11169"/>
                    <a:pt x="5585" y="11169"/>
                  </a:cubicBezTo>
                  <a:cubicBezTo>
                    <a:pt x="7073" y="11169"/>
                    <a:pt x="8466" y="10585"/>
                    <a:pt x="9526" y="9525"/>
                  </a:cubicBezTo>
                  <a:cubicBezTo>
                    <a:pt x="10586" y="8466"/>
                    <a:pt x="11157" y="7073"/>
                    <a:pt x="11157" y="5585"/>
                  </a:cubicBezTo>
                  <a:cubicBezTo>
                    <a:pt x="11157" y="4096"/>
                    <a:pt x="10586" y="2691"/>
                    <a:pt x="9526" y="1644"/>
                  </a:cubicBezTo>
                  <a:cubicBezTo>
                    <a:pt x="8466" y="584"/>
                    <a:pt x="7073" y="0"/>
                    <a:pt x="5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67"/>
            <p:cNvSpPr/>
            <p:nvPr/>
          </p:nvSpPr>
          <p:spPr>
            <a:xfrm>
              <a:off x="7406669" y="3594898"/>
              <a:ext cx="26336" cy="27968"/>
            </a:xfrm>
            <a:custGeom>
              <a:avLst/>
              <a:gdLst/>
              <a:ahLst/>
              <a:cxnLst/>
              <a:rect l="l" t="t" r="r" b="b"/>
              <a:pathLst>
                <a:path w="823" h="874" extrusionOk="0">
                  <a:moveTo>
                    <a:pt x="637" y="1"/>
                  </a:moveTo>
                  <a:cubicBezTo>
                    <a:pt x="592" y="1"/>
                    <a:pt x="551" y="19"/>
                    <a:pt x="525" y="52"/>
                  </a:cubicBezTo>
                  <a:lnTo>
                    <a:pt x="60" y="599"/>
                  </a:lnTo>
                  <a:cubicBezTo>
                    <a:pt x="1" y="671"/>
                    <a:pt x="13" y="778"/>
                    <a:pt x="72" y="825"/>
                  </a:cubicBezTo>
                  <a:cubicBezTo>
                    <a:pt x="108" y="849"/>
                    <a:pt x="156" y="873"/>
                    <a:pt x="180" y="873"/>
                  </a:cubicBezTo>
                  <a:cubicBezTo>
                    <a:pt x="227" y="873"/>
                    <a:pt x="275" y="849"/>
                    <a:pt x="299" y="814"/>
                  </a:cubicBezTo>
                  <a:lnTo>
                    <a:pt x="763" y="254"/>
                  </a:lnTo>
                  <a:cubicBezTo>
                    <a:pt x="822" y="194"/>
                    <a:pt x="822" y="99"/>
                    <a:pt x="751" y="40"/>
                  </a:cubicBezTo>
                  <a:cubicBezTo>
                    <a:pt x="713" y="13"/>
                    <a:pt x="674" y="1"/>
                    <a:pt x="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67"/>
            <p:cNvSpPr/>
            <p:nvPr/>
          </p:nvSpPr>
          <p:spPr>
            <a:xfrm>
              <a:off x="7229133" y="3469074"/>
              <a:ext cx="254912" cy="180832"/>
            </a:xfrm>
            <a:custGeom>
              <a:avLst/>
              <a:gdLst/>
              <a:ahLst/>
              <a:cxnLst/>
              <a:rect l="l" t="t" r="r" b="b"/>
              <a:pathLst>
                <a:path w="7966" h="5651" extrusionOk="0">
                  <a:moveTo>
                    <a:pt x="5980" y="1"/>
                  </a:moveTo>
                  <a:cubicBezTo>
                    <a:pt x="5931" y="1"/>
                    <a:pt x="5884" y="21"/>
                    <a:pt x="5859" y="66"/>
                  </a:cubicBezTo>
                  <a:cubicBezTo>
                    <a:pt x="5823" y="138"/>
                    <a:pt x="5835" y="233"/>
                    <a:pt x="5894" y="293"/>
                  </a:cubicBezTo>
                  <a:lnTo>
                    <a:pt x="6442" y="781"/>
                  </a:lnTo>
                  <a:cubicBezTo>
                    <a:pt x="6478" y="817"/>
                    <a:pt x="6513" y="828"/>
                    <a:pt x="6573" y="828"/>
                  </a:cubicBezTo>
                  <a:lnTo>
                    <a:pt x="6859" y="793"/>
                  </a:lnTo>
                  <a:lnTo>
                    <a:pt x="6978" y="959"/>
                  </a:lnTo>
                  <a:lnTo>
                    <a:pt x="5942" y="1662"/>
                  </a:lnTo>
                  <a:cubicBezTo>
                    <a:pt x="5927" y="1667"/>
                    <a:pt x="5910" y="1670"/>
                    <a:pt x="5895" y="1670"/>
                  </a:cubicBezTo>
                  <a:cubicBezTo>
                    <a:pt x="5873" y="1670"/>
                    <a:pt x="5854" y="1664"/>
                    <a:pt x="5847" y="1650"/>
                  </a:cubicBezTo>
                  <a:lnTo>
                    <a:pt x="5168" y="555"/>
                  </a:lnTo>
                  <a:cubicBezTo>
                    <a:pt x="5139" y="511"/>
                    <a:pt x="5088" y="485"/>
                    <a:pt x="5036" y="485"/>
                  </a:cubicBezTo>
                  <a:cubicBezTo>
                    <a:pt x="5003" y="485"/>
                    <a:pt x="4970" y="496"/>
                    <a:pt x="4942" y="519"/>
                  </a:cubicBezTo>
                  <a:cubicBezTo>
                    <a:pt x="4870" y="555"/>
                    <a:pt x="4846" y="662"/>
                    <a:pt x="4894" y="733"/>
                  </a:cubicBezTo>
                  <a:lnTo>
                    <a:pt x="5644" y="1912"/>
                  </a:lnTo>
                  <a:cubicBezTo>
                    <a:pt x="5668" y="1960"/>
                    <a:pt x="5704" y="1983"/>
                    <a:pt x="5763" y="1983"/>
                  </a:cubicBezTo>
                  <a:lnTo>
                    <a:pt x="6132" y="2043"/>
                  </a:lnTo>
                  <a:lnTo>
                    <a:pt x="6144" y="2043"/>
                  </a:lnTo>
                  <a:lnTo>
                    <a:pt x="6144" y="2067"/>
                  </a:lnTo>
                  <a:lnTo>
                    <a:pt x="5299" y="2995"/>
                  </a:lnTo>
                  <a:lnTo>
                    <a:pt x="5251" y="3091"/>
                  </a:lnTo>
                  <a:lnTo>
                    <a:pt x="5132" y="3948"/>
                  </a:lnTo>
                  <a:cubicBezTo>
                    <a:pt x="5120" y="4043"/>
                    <a:pt x="5073" y="4115"/>
                    <a:pt x="5013" y="4162"/>
                  </a:cubicBezTo>
                  <a:lnTo>
                    <a:pt x="3834" y="5234"/>
                  </a:lnTo>
                  <a:cubicBezTo>
                    <a:pt x="3775" y="5293"/>
                    <a:pt x="3692" y="5317"/>
                    <a:pt x="3596" y="5317"/>
                  </a:cubicBezTo>
                  <a:cubicBezTo>
                    <a:pt x="3453" y="5317"/>
                    <a:pt x="3334" y="5234"/>
                    <a:pt x="3275" y="5103"/>
                  </a:cubicBezTo>
                  <a:lnTo>
                    <a:pt x="2846" y="3972"/>
                  </a:lnTo>
                  <a:lnTo>
                    <a:pt x="2739" y="2781"/>
                  </a:lnTo>
                  <a:cubicBezTo>
                    <a:pt x="2703" y="2436"/>
                    <a:pt x="2430" y="2162"/>
                    <a:pt x="2084" y="2150"/>
                  </a:cubicBezTo>
                  <a:lnTo>
                    <a:pt x="763" y="2079"/>
                  </a:lnTo>
                  <a:cubicBezTo>
                    <a:pt x="667" y="2079"/>
                    <a:pt x="608" y="2019"/>
                    <a:pt x="596" y="1948"/>
                  </a:cubicBezTo>
                  <a:lnTo>
                    <a:pt x="358" y="971"/>
                  </a:lnTo>
                  <a:cubicBezTo>
                    <a:pt x="346" y="912"/>
                    <a:pt x="358" y="840"/>
                    <a:pt x="417" y="793"/>
                  </a:cubicBezTo>
                  <a:lnTo>
                    <a:pt x="548" y="674"/>
                  </a:lnTo>
                  <a:cubicBezTo>
                    <a:pt x="608" y="614"/>
                    <a:pt x="620" y="519"/>
                    <a:pt x="560" y="436"/>
                  </a:cubicBezTo>
                  <a:cubicBezTo>
                    <a:pt x="529" y="398"/>
                    <a:pt x="488" y="380"/>
                    <a:pt x="444" y="380"/>
                  </a:cubicBezTo>
                  <a:cubicBezTo>
                    <a:pt x="404" y="380"/>
                    <a:pt x="362" y="395"/>
                    <a:pt x="322" y="424"/>
                  </a:cubicBezTo>
                  <a:lnTo>
                    <a:pt x="191" y="543"/>
                  </a:lnTo>
                  <a:cubicBezTo>
                    <a:pt x="60" y="674"/>
                    <a:pt x="1" y="852"/>
                    <a:pt x="48" y="1043"/>
                  </a:cubicBezTo>
                  <a:lnTo>
                    <a:pt x="286" y="2019"/>
                  </a:lnTo>
                  <a:cubicBezTo>
                    <a:pt x="346" y="2233"/>
                    <a:pt x="525" y="2388"/>
                    <a:pt x="763" y="2400"/>
                  </a:cubicBezTo>
                  <a:lnTo>
                    <a:pt x="2084" y="2471"/>
                  </a:lnTo>
                  <a:cubicBezTo>
                    <a:pt x="2263" y="2495"/>
                    <a:pt x="2406" y="2626"/>
                    <a:pt x="2430" y="2805"/>
                  </a:cubicBezTo>
                  <a:lnTo>
                    <a:pt x="2525" y="4007"/>
                  </a:lnTo>
                  <a:cubicBezTo>
                    <a:pt x="2525" y="4031"/>
                    <a:pt x="2525" y="4043"/>
                    <a:pt x="2549" y="4055"/>
                  </a:cubicBezTo>
                  <a:lnTo>
                    <a:pt x="2989" y="5210"/>
                  </a:lnTo>
                  <a:cubicBezTo>
                    <a:pt x="3096" y="5472"/>
                    <a:pt x="3346" y="5650"/>
                    <a:pt x="3620" y="5650"/>
                  </a:cubicBezTo>
                  <a:cubicBezTo>
                    <a:pt x="3775" y="5650"/>
                    <a:pt x="3942" y="5591"/>
                    <a:pt x="4061" y="5472"/>
                  </a:cubicBezTo>
                  <a:lnTo>
                    <a:pt x="5239" y="4400"/>
                  </a:lnTo>
                  <a:cubicBezTo>
                    <a:pt x="5358" y="4293"/>
                    <a:pt x="5430" y="4138"/>
                    <a:pt x="5466" y="3984"/>
                  </a:cubicBezTo>
                  <a:lnTo>
                    <a:pt x="5585" y="3162"/>
                  </a:lnTo>
                  <a:lnTo>
                    <a:pt x="6394" y="2257"/>
                  </a:lnTo>
                  <a:cubicBezTo>
                    <a:pt x="6490" y="2162"/>
                    <a:pt x="6501" y="2031"/>
                    <a:pt x="6478" y="1912"/>
                  </a:cubicBezTo>
                  <a:cubicBezTo>
                    <a:pt x="6454" y="1852"/>
                    <a:pt x="6418" y="1793"/>
                    <a:pt x="6370" y="1757"/>
                  </a:cubicBezTo>
                  <a:lnTo>
                    <a:pt x="7335" y="1102"/>
                  </a:lnTo>
                  <a:lnTo>
                    <a:pt x="7383" y="1067"/>
                  </a:lnTo>
                  <a:cubicBezTo>
                    <a:pt x="7430" y="1007"/>
                    <a:pt x="7406" y="924"/>
                    <a:pt x="7383" y="888"/>
                  </a:cubicBezTo>
                  <a:lnTo>
                    <a:pt x="7263" y="733"/>
                  </a:lnTo>
                  <a:lnTo>
                    <a:pt x="7466" y="709"/>
                  </a:lnTo>
                  <a:cubicBezTo>
                    <a:pt x="7481" y="705"/>
                    <a:pt x="7496" y="703"/>
                    <a:pt x="7510" y="703"/>
                  </a:cubicBezTo>
                  <a:cubicBezTo>
                    <a:pt x="7573" y="703"/>
                    <a:pt x="7625" y="744"/>
                    <a:pt x="7644" y="793"/>
                  </a:cubicBezTo>
                  <a:cubicBezTo>
                    <a:pt x="7680" y="852"/>
                    <a:pt x="7740" y="888"/>
                    <a:pt x="7799" y="888"/>
                  </a:cubicBezTo>
                  <a:cubicBezTo>
                    <a:pt x="7823" y="888"/>
                    <a:pt x="7859" y="864"/>
                    <a:pt x="7883" y="852"/>
                  </a:cubicBezTo>
                  <a:cubicBezTo>
                    <a:pt x="7942" y="817"/>
                    <a:pt x="7966" y="709"/>
                    <a:pt x="7918" y="650"/>
                  </a:cubicBezTo>
                  <a:cubicBezTo>
                    <a:pt x="7825" y="494"/>
                    <a:pt x="7668" y="393"/>
                    <a:pt x="7488" y="393"/>
                  </a:cubicBezTo>
                  <a:cubicBezTo>
                    <a:pt x="7461" y="393"/>
                    <a:pt x="7434" y="395"/>
                    <a:pt x="7406" y="400"/>
                  </a:cubicBezTo>
                  <a:lnTo>
                    <a:pt x="6609" y="483"/>
                  </a:lnTo>
                  <a:lnTo>
                    <a:pt x="6097" y="43"/>
                  </a:lnTo>
                  <a:cubicBezTo>
                    <a:pt x="6064" y="15"/>
                    <a:pt x="6021" y="1"/>
                    <a:pt x="5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67"/>
            <p:cNvSpPr/>
            <p:nvPr/>
          </p:nvSpPr>
          <p:spPr>
            <a:xfrm>
              <a:off x="7409741" y="3428370"/>
              <a:ext cx="22880" cy="27616"/>
            </a:xfrm>
            <a:custGeom>
              <a:avLst/>
              <a:gdLst/>
              <a:ahLst/>
              <a:cxnLst/>
              <a:rect l="l" t="t" r="r" b="b"/>
              <a:pathLst>
                <a:path w="715" h="863" extrusionOk="0">
                  <a:moveTo>
                    <a:pt x="177" y="1"/>
                  </a:moveTo>
                  <a:cubicBezTo>
                    <a:pt x="144" y="1"/>
                    <a:pt x="111" y="10"/>
                    <a:pt x="84" y="29"/>
                  </a:cubicBezTo>
                  <a:cubicBezTo>
                    <a:pt x="12" y="76"/>
                    <a:pt x="0" y="184"/>
                    <a:pt x="36" y="255"/>
                  </a:cubicBezTo>
                  <a:lnTo>
                    <a:pt x="393" y="791"/>
                  </a:lnTo>
                  <a:cubicBezTo>
                    <a:pt x="429" y="838"/>
                    <a:pt x="488" y="862"/>
                    <a:pt x="536" y="862"/>
                  </a:cubicBezTo>
                  <a:cubicBezTo>
                    <a:pt x="560" y="862"/>
                    <a:pt x="596" y="850"/>
                    <a:pt x="619" y="838"/>
                  </a:cubicBezTo>
                  <a:cubicBezTo>
                    <a:pt x="691" y="779"/>
                    <a:pt x="715" y="684"/>
                    <a:pt x="667" y="612"/>
                  </a:cubicBezTo>
                  <a:lnTo>
                    <a:pt x="310" y="76"/>
                  </a:lnTo>
                  <a:cubicBezTo>
                    <a:pt x="280" y="25"/>
                    <a:pt x="229"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6" name="Google Shape;12706;p67"/>
          <p:cNvGrpSpPr/>
          <p:nvPr/>
        </p:nvGrpSpPr>
        <p:grpSpPr>
          <a:xfrm>
            <a:off x="3316269" y="3428602"/>
            <a:ext cx="344832" cy="356544"/>
            <a:chOff x="3316269" y="3352402"/>
            <a:chExt cx="344832" cy="356544"/>
          </a:xfrm>
        </p:grpSpPr>
        <p:sp>
          <p:nvSpPr>
            <p:cNvPr id="12707" name="Google Shape;12707;p67"/>
            <p:cNvSpPr/>
            <p:nvPr/>
          </p:nvSpPr>
          <p:spPr>
            <a:xfrm>
              <a:off x="3546381" y="3557138"/>
              <a:ext cx="19840" cy="16576"/>
            </a:xfrm>
            <a:custGeom>
              <a:avLst/>
              <a:gdLst/>
              <a:ahLst/>
              <a:cxnLst/>
              <a:rect l="l" t="t" r="r" b="b"/>
              <a:pathLst>
                <a:path w="620" h="518" extrusionOk="0">
                  <a:moveTo>
                    <a:pt x="166" y="0"/>
                  </a:moveTo>
                  <a:cubicBezTo>
                    <a:pt x="115" y="0"/>
                    <a:pt x="65" y="22"/>
                    <a:pt x="37" y="65"/>
                  </a:cubicBezTo>
                  <a:cubicBezTo>
                    <a:pt x="1" y="148"/>
                    <a:pt x="13" y="243"/>
                    <a:pt x="84" y="291"/>
                  </a:cubicBezTo>
                  <a:lnTo>
                    <a:pt x="358" y="481"/>
                  </a:lnTo>
                  <a:cubicBezTo>
                    <a:pt x="382" y="505"/>
                    <a:pt x="418" y="517"/>
                    <a:pt x="441" y="517"/>
                  </a:cubicBezTo>
                  <a:cubicBezTo>
                    <a:pt x="489" y="517"/>
                    <a:pt x="549" y="481"/>
                    <a:pt x="572" y="446"/>
                  </a:cubicBezTo>
                  <a:cubicBezTo>
                    <a:pt x="620" y="362"/>
                    <a:pt x="596" y="267"/>
                    <a:pt x="537" y="220"/>
                  </a:cubicBezTo>
                  <a:lnTo>
                    <a:pt x="263" y="29"/>
                  </a:lnTo>
                  <a:cubicBezTo>
                    <a:pt x="234" y="10"/>
                    <a:pt x="200" y="0"/>
                    <a:pt x="1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67"/>
            <p:cNvSpPr/>
            <p:nvPr/>
          </p:nvSpPr>
          <p:spPr>
            <a:xfrm>
              <a:off x="3449997" y="3423730"/>
              <a:ext cx="14496" cy="18144"/>
            </a:xfrm>
            <a:custGeom>
              <a:avLst/>
              <a:gdLst/>
              <a:ahLst/>
              <a:cxnLst/>
              <a:rect l="l" t="t" r="r" b="b"/>
              <a:pathLst>
                <a:path w="453" h="567" extrusionOk="0">
                  <a:moveTo>
                    <a:pt x="180" y="1"/>
                  </a:moveTo>
                  <a:cubicBezTo>
                    <a:pt x="164" y="1"/>
                    <a:pt x="148" y="3"/>
                    <a:pt x="132" y="7"/>
                  </a:cubicBezTo>
                  <a:cubicBezTo>
                    <a:pt x="48" y="43"/>
                    <a:pt x="1" y="126"/>
                    <a:pt x="36" y="221"/>
                  </a:cubicBezTo>
                  <a:lnTo>
                    <a:pt x="108" y="459"/>
                  </a:lnTo>
                  <a:cubicBezTo>
                    <a:pt x="132" y="531"/>
                    <a:pt x="191" y="567"/>
                    <a:pt x="251" y="567"/>
                  </a:cubicBezTo>
                  <a:cubicBezTo>
                    <a:pt x="274" y="567"/>
                    <a:pt x="286" y="567"/>
                    <a:pt x="310" y="543"/>
                  </a:cubicBezTo>
                  <a:cubicBezTo>
                    <a:pt x="405" y="531"/>
                    <a:pt x="453" y="436"/>
                    <a:pt x="417" y="352"/>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9" name="Google Shape;12709;p67"/>
            <p:cNvSpPr/>
            <p:nvPr/>
          </p:nvSpPr>
          <p:spPr>
            <a:xfrm>
              <a:off x="3316269" y="3352402"/>
              <a:ext cx="344832" cy="356544"/>
            </a:xfrm>
            <a:custGeom>
              <a:avLst/>
              <a:gdLst/>
              <a:ahLst/>
              <a:cxnLst/>
              <a:rect l="l" t="t" r="r" b="b"/>
              <a:pathLst>
                <a:path w="10776" h="11142" extrusionOk="0">
                  <a:moveTo>
                    <a:pt x="2870" y="2819"/>
                  </a:moveTo>
                  <a:cubicBezTo>
                    <a:pt x="2941" y="2819"/>
                    <a:pt x="3013" y="2867"/>
                    <a:pt x="3048" y="2950"/>
                  </a:cubicBezTo>
                  <a:cubicBezTo>
                    <a:pt x="3084" y="2998"/>
                    <a:pt x="3060" y="3046"/>
                    <a:pt x="3048" y="3093"/>
                  </a:cubicBezTo>
                  <a:cubicBezTo>
                    <a:pt x="3025" y="3129"/>
                    <a:pt x="2989" y="3165"/>
                    <a:pt x="2941" y="3189"/>
                  </a:cubicBezTo>
                  <a:cubicBezTo>
                    <a:pt x="2925" y="3199"/>
                    <a:pt x="2904" y="3205"/>
                    <a:pt x="2882" y="3205"/>
                  </a:cubicBezTo>
                  <a:cubicBezTo>
                    <a:pt x="2854" y="3205"/>
                    <a:pt x="2825" y="3196"/>
                    <a:pt x="2798" y="3177"/>
                  </a:cubicBezTo>
                  <a:cubicBezTo>
                    <a:pt x="2751" y="3153"/>
                    <a:pt x="2727" y="3117"/>
                    <a:pt x="2691" y="3069"/>
                  </a:cubicBezTo>
                  <a:cubicBezTo>
                    <a:pt x="2656" y="2974"/>
                    <a:pt x="2703" y="2867"/>
                    <a:pt x="2810" y="2831"/>
                  </a:cubicBezTo>
                  <a:cubicBezTo>
                    <a:pt x="2822" y="2831"/>
                    <a:pt x="2858" y="2819"/>
                    <a:pt x="2870" y="2819"/>
                  </a:cubicBezTo>
                  <a:close/>
                  <a:moveTo>
                    <a:pt x="2310" y="3367"/>
                  </a:moveTo>
                  <a:cubicBezTo>
                    <a:pt x="2382" y="3367"/>
                    <a:pt x="2453" y="3415"/>
                    <a:pt x="2489" y="3498"/>
                  </a:cubicBezTo>
                  <a:cubicBezTo>
                    <a:pt x="2501" y="3546"/>
                    <a:pt x="2501" y="3605"/>
                    <a:pt x="2465" y="3653"/>
                  </a:cubicBezTo>
                  <a:cubicBezTo>
                    <a:pt x="2441" y="3701"/>
                    <a:pt x="2406" y="3724"/>
                    <a:pt x="2370" y="3760"/>
                  </a:cubicBezTo>
                  <a:cubicBezTo>
                    <a:pt x="2352" y="3764"/>
                    <a:pt x="2333" y="3767"/>
                    <a:pt x="2314" y="3767"/>
                  </a:cubicBezTo>
                  <a:cubicBezTo>
                    <a:pt x="2280" y="3767"/>
                    <a:pt x="2245" y="3759"/>
                    <a:pt x="2215" y="3736"/>
                  </a:cubicBezTo>
                  <a:cubicBezTo>
                    <a:pt x="2167" y="3712"/>
                    <a:pt x="2144" y="3677"/>
                    <a:pt x="2108" y="3641"/>
                  </a:cubicBezTo>
                  <a:cubicBezTo>
                    <a:pt x="2108" y="3593"/>
                    <a:pt x="2108" y="3534"/>
                    <a:pt x="2144" y="3486"/>
                  </a:cubicBezTo>
                  <a:cubicBezTo>
                    <a:pt x="2167" y="3450"/>
                    <a:pt x="2203" y="3415"/>
                    <a:pt x="2251" y="3379"/>
                  </a:cubicBezTo>
                  <a:cubicBezTo>
                    <a:pt x="2263" y="3379"/>
                    <a:pt x="2286" y="3367"/>
                    <a:pt x="2310" y="3367"/>
                  </a:cubicBezTo>
                  <a:close/>
                  <a:moveTo>
                    <a:pt x="3060" y="3546"/>
                  </a:moveTo>
                  <a:cubicBezTo>
                    <a:pt x="3096" y="3546"/>
                    <a:pt x="3120" y="3546"/>
                    <a:pt x="3156" y="3570"/>
                  </a:cubicBezTo>
                  <a:cubicBezTo>
                    <a:pt x="3191" y="3593"/>
                    <a:pt x="3227" y="3629"/>
                    <a:pt x="3263" y="3665"/>
                  </a:cubicBezTo>
                  <a:cubicBezTo>
                    <a:pt x="3275" y="3724"/>
                    <a:pt x="3263" y="3772"/>
                    <a:pt x="3239" y="3831"/>
                  </a:cubicBezTo>
                  <a:cubicBezTo>
                    <a:pt x="3215" y="3879"/>
                    <a:pt x="3179" y="3903"/>
                    <a:pt x="3144" y="3939"/>
                  </a:cubicBezTo>
                  <a:cubicBezTo>
                    <a:pt x="3124" y="3944"/>
                    <a:pt x="3102" y="3946"/>
                    <a:pt x="3080" y="3946"/>
                  </a:cubicBezTo>
                  <a:cubicBezTo>
                    <a:pt x="3049" y="3946"/>
                    <a:pt x="3017" y="3941"/>
                    <a:pt x="2989" y="3927"/>
                  </a:cubicBezTo>
                  <a:cubicBezTo>
                    <a:pt x="2941" y="3891"/>
                    <a:pt x="2917" y="3867"/>
                    <a:pt x="2882" y="3820"/>
                  </a:cubicBezTo>
                  <a:cubicBezTo>
                    <a:pt x="2870" y="3772"/>
                    <a:pt x="2870" y="3712"/>
                    <a:pt x="2894" y="3665"/>
                  </a:cubicBezTo>
                  <a:cubicBezTo>
                    <a:pt x="2929" y="3629"/>
                    <a:pt x="2953" y="3593"/>
                    <a:pt x="3001" y="3570"/>
                  </a:cubicBezTo>
                  <a:cubicBezTo>
                    <a:pt x="3025" y="3570"/>
                    <a:pt x="3048" y="3546"/>
                    <a:pt x="3060" y="3546"/>
                  </a:cubicBezTo>
                  <a:close/>
                  <a:moveTo>
                    <a:pt x="3584" y="3843"/>
                  </a:moveTo>
                  <a:lnTo>
                    <a:pt x="4191" y="4343"/>
                  </a:lnTo>
                  <a:lnTo>
                    <a:pt x="3501" y="4046"/>
                  </a:lnTo>
                  <a:cubicBezTo>
                    <a:pt x="3513" y="4022"/>
                    <a:pt x="3525" y="3998"/>
                    <a:pt x="3537" y="3962"/>
                  </a:cubicBezTo>
                  <a:cubicBezTo>
                    <a:pt x="3560" y="3939"/>
                    <a:pt x="3572" y="3891"/>
                    <a:pt x="3584" y="3843"/>
                  </a:cubicBezTo>
                  <a:close/>
                  <a:moveTo>
                    <a:pt x="9478" y="3974"/>
                  </a:moveTo>
                  <a:cubicBezTo>
                    <a:pt x="9835" y="4141"/>
                    <a:pt x="10145" y="4391"/>
                    <a:pt x="10418" y="4713"/>
                  </a:cubicBezTo>
                  <a:cubicBezTo>
                    <a:pt x="10228" y="4998"/>
                    <a:pt x="9966" y="5260"/>
                    <a:pt x="9704" y="5451"/>
                  </a:cubicBezTo>
                  <a:cubicBezTo>
                    <a:pt x="9597" y="5332"/>
                    <a:pt x="9478" y="5248"/>
                    <a:pt x="9347" y="5153"/>
                  </a:cubicBezTo>
                  <a:cubicBezTo>
                    <a:pt x="9228" y="5094"/>
                    <a:pt x="9097" y="5022"/>
                    <a:pt x="8918" y="4963"/>
                  </a:cubicBezTo>
                  <a:lnTo>
                    <a:pt x="9406" y="4939"/>
                  </a:lnTo>
                  <a:cubicBezTo>
                    <a:pt x="9490" y="4939"/>
                    <a:pt x="9573" y="4844"/>
                    <a:pt x="9549" y="4760"/>
                  </a:cubicBezTo>
                  <a:cubicBezTo>
                    <a:pt x="9549" y="4672"/>
                    <a:pt x="9478" y="4604"/>
                    <a:pt x="9391" y="4604"/>
                  </a:cubicBezTo>
                  <a:cubicBezTo>
                    <a:pt x="9385" y="4604"/>
                    <a:pt x="9378" y="4605"/>
                    <a:pt x="9371" y="4605"/>
                  </a:cubicBezTo>
                  <a:lnTo>
                    <a:pt x="8656" y="4665"/>
                  </a:lnTo>
                  <a:cubicBezTo>
                    <a:pt x="8871" y="4546"/>
                    <a:pt x="9061" y="4427"/>
                    <a:pt x="9192" y="4308"/>
                  </a:cubicBezTo>
                  <a:cubicBezTo>
                    <a:pt x="9299" y="4201"/>
                    <a:pt x="9394" y="4105"/>
                    <a:pt x="9478" y="3974"/>
                  </a:cubicBezTo>
                  <a:close/>
                  <a:moveTo>
                    <a:pt x="4245" y="304"/>
                  </a:moveTo>
                  <a:cubicBezTo>
                    <a:pt x="4475" y="304"/>
                    <a:pt x="4701" y="348"/>
                    <a:pt x="4906" y="438"/>
                  </a:cubicBezTo>
                  <a:cubicBezTo>
                    <a:pt x="5299" y="605"/>
                    <a:pt x="5561" y="903"/>
                    <a:pt x="5704" y="1260"/>
                  </a:cubicBezTo>
                  <a:cubicBezTo>
                    <a:pt x="5787" y="1522"/>
                    <a:pt x="5835" y="1867"/>
                    <a:pt x="5799" y="2284"/>
                  </a:cubicBezTo>
                  <a:cubicBezTo>
                    <a:pt x="5537" y="2819"/>
                    <a:pt x="5370" y="3367"/>
                    <a:pt x="5287" y="3665"/>
                  </a:cubicBezTo>
                  <a:cubicBezTo>
                    <a:pt x="5251" y="3760"/>
                    <a:pt x="5311" y="3843"/>
                    <a:pt x="5406" y="3879"/>
                  </a:cubicBezTo>
                  <a:cubicBezTo>
                    <a:pt x="5418" y="3883"/>
                    <a:pt x="5431" y="3884"/>
                    <a:pt x="5444" y="3884"/>
                  </a:cubicBezTo>
                  <a:cubicBezTo>
                    <a:pt x="5516" y="3884"/>
                    <a:pt x="5588" y="3831"/>
                    <a:pt x="5608" y="3760"/>
                  </a:cubicBezTo>
                  <a:cubicBezTo>
                    <a:pt x="5894" y="2748"/>
                    <a:pt x="6311" y="1926"/>
                    <a:pt x="6727" y="1534"/>
                  </a:cubicBezTo>
                  <a:cubicBezTo>
                    <a:pt x="6972" y="1309"/>
                    <a:pt x="7286" y="1190"/>
                    <a:pt x="7633" y="1190"/>
                  </a:cubicBezTo>
                  <a:cubicBezTo>
                    <a:pt x="7691" y="1190"/>
                    <a:pt x="7751" y="1193"/>
                    <a:pt x="7811" y="1200"/>
                  </a:cubicBezTo>
                  <a:cubicBezTo>
                    <a:pt x="8228" y="1236"/>
                    <a:pt x="8632" y="1450"/>
                    <a:pt x="8930" y="1772"/>
                  </a:cubicBezTo>
                  <a:cubicBezTo>
                    <a:pt x="9228" y="2105"/>
                    <a:pt x="9394" y="2522"/>
                    <a:pt x="9394" y="2939"/>
                  </a:cubicBezTo>
                  <a:cubicBezTo>
                    <a:pt x="9394" y="3355"/>
                    <a:pt x="9228" y="3724"/>
                    <a:pt x="8942" y="3974"/>
                  </a:cubicBezTo>
                  <a:cubicBezTo>
                    <a:pt x="8656" y="4236"/>
                    <a:pt x="8180" y="4474"/>
                    <a:pt x="7561" y="4653"/>
                  </a:cubicBezTo>
                  <a:lnTo>
                    <a:pt x="7549" y="4653"/>
                  </a:lnTo>
                  <a:cubicBezTo>
                    <a:pt x="7430" y="4641"/>
                    <a:pt x="7299" y="4635"/>
                    <a:pt x="7161" y="4635"/>
                  </a:cubicBezTo>
                  <a:cubicBezTo>
                    <a:pt x="7022" y="4635"/>
                    <a:pt x="6876" y="4641"/>
                    <a:pt x="6727" y="4653"/>
                  </a:cubicBezTo>
                  <a:cubicBezTo>
                    <a:pt x="6632" y="4653"/>
                    <a:pt x="6561" y="4724"/>
                    <a:pt x="6561" y="4808"/>
                  </a:cubicBezTo>
                  <a:cubicBezTo>
                    <a:pt x="6561" y="4903"/>
                    <a:pt x="6632" y="4974"/>
                    <a:pt x="6727" y="4974"/>
                  </a:cubicBezTo>
                  <a:cubicBezTo>
                    <a:pt x="6825" y="4971"/>
                    <a:pt x="6935" y="4968"/>
                    <a:pt x="7055" y="4968"/>
                  </a:cubicBezTo>
                  <a:cubicBezTo>
                    <a:pt x="7682" y="4968"/>
                    <a:pt x="8561" y="5039"/>
                    <a:pt x="9121" y="5379"/>
                  </a:cubicBezTo>
                  <a:cubicBezTo>
                    <a:pt x="9871" y="5856"/>
                    <a:pt x="10061" y="6844"/>
                    <a:pt x="9597" y="7630"/>
                  </a:cubicBezTo>
                  <a:cubicBezTo>
                    <a:pt x="9275" y="8174"/>
                    <a:pt x="8718" y="8485"/>
                    <a:pt x="8177" y="8485"/>
                  </a:cubicBezTo>
                  <a:cubicBezTo>
                    <a:pt x="7937" y="8485"/>
                    <a:pt x="7701" y="8424"/>
                    <a:pt x="7489" y="8296"/>
                  </a:cubicBezTo>
                  <a:cubicBezTo>
                    <a:pt x="6870" y="7939"/>
                    <a:pt x="6156" y="6975"/>
                    <a:pt x="5954" y="6487"/>
                  </a:cubicBezTo>
                  <a:cubicBezTo>
                    <a:pt x="5954" y="6463"/>
                    <a:pt x="5942" y="6463"/>
                    <a:pt x="5942" y="6451"/>
                  </a:cubicBezTo>
                  <a:cubicBezTo>
                    <a:pt x="5918" y="6356"/>
                    <a:pt x="5906" y="6284"/>
                    <a:pt x="5894" y="6213"/>
                  </a:cubicBezTo>
                  <a:cubicBezTo>
                    <a:pt x="5884" y="6132"/>
                    <a:pt x="5813" y="6077"/>
                    <a:pt x="5741" y="6077"/>
                  </a:cubicBezTo>
                  <a:cubicBezTo>
                    <a:pt x="5729" y="6077"/>
                    <a:pt x="5716" y="6078"/>
                    <a:pt x="5704" y="6082"/>
                  </a:cubicBezTo>
                  <a:cubicBezTo>
                    <a:pt x="5608" y="6094"/>
                    <a:pt x="5549" y="6189"/>
                    <a:pt x="5561" y="6272"/>
                  </a:cubicBezTo>
                  <a:cubicBezTo>
                    <a:pt x="5823" y="7463"/>
                    <a:pt x="5739" y="8475"/>
                    <a:pt x="5549" y="8951"/>
                  </a:cubicBezTo>
                  <a:cubicBezTo>
                    <a:pt x="5323" y="9499"/>
                    <a:pt x="4763" y="9844"/>
                    <a:pt x="4132" y="9844"/>
                  </a:cubicBezTo>
                  <a:cubicBezTo>
                    <a:pt x="3918" y="9844"/>
                    <a:pt x="3691" y="9797"/>
                    <a:pt x="3465" y="9713"/>
                  </a:cubicBezTo>
                  <a:cubicBezTo>
                    <a:pt x="2620" y="9368"/>
                    <a:pt x="2167" y="8487"/>
                    <a:pt x="2465" y="7737"/>
                  </a:cubicBezTo>
                  <a:cubicBezTo>
                    <a:pt x="2620" y="7356"/>
                    <a:pt x="2965" y="6927"/>
                    <a:pt x="3465" y="6463"/>
                  </a:cubicBezTo>
                  <a:cubicBezTo>
                    <a:pt x="3691" y="6379"/>
                    <a:pt x="3894" y="6272"/>
                    <a:pt x="4072" y="6165"/>
                  </a:cubicBezTo>
                  <a:cubicBezTo>
                    <a:pt x="4156" y="6129"/>
                    <a:pt x="4180" y="6034"/>
                    <a:pt x="4156" y="5951"/>
                  </a:cubicBezTo>
                  <a:cubicBezTo>
                    <a:pt x="4120" y="5888"/>
                    <a:pt x="4056" y="5859"/>
                    <a:pt x="3991" y="5859"/>
                  </a:cubicBezTo>
                  <a:cubicBezTo>
                    <a:pt x="3971" y="5859"/>
                    <a:pt x="3950" y="5862"/>
                    <a:pt x="3930" y="5867"/>
                  </a:cubicBezTo>
                  <a:cubicBezTo>
                    <a:pt x="3136" y="6291"/>
                    <a:pt x="2413" y="6517"/>
                    <a:pt x="1867" y="6517"/>
                  </a:cubicBezTo>
                  <a:cubicBezTo>
                    <a:pt x="1815" y="6517"/>
                    <a:pt x="1764" y="6515"/>
                    <a:pt x="1715" y="6510"/>
                  </a:cubicBezTo>
                  <a:cubicBezTo>
                    <a:pt x="1322" y="6475"/>
                    <a:pt x="965" y="6284"/>
                    <a:pt x="715" y="5963"/>
                  </a:cubicBezTo>
                  <a:cubicBezTo>
                    <a:pt x="465" y="5629"/>
                    <a:pt x="322" y="5201"/>
                    <a:pt x="370" y="4748"/>
                  </a:cubicBezTo>
                  <a:cubicBezTo>
                    <a:pt x="439" y="3885"/>
                    <a:pt x="1086" y="3222"/>
                    <a:pt x="1839" y="3222"/>
                  </a:cubicBezTo>
                  <a:cubicBezTo>
                    <a:pt x="1865" y="3222"/>
                    <a:pt x="1891" y="3223"/>
                    <a:pt x="1917" y="3224"/>
                  </a:cubicBezTo>
                  <a:cubicBezTo>
                    <a:pt x="1894" y="3248"/>
                    <a:pt x="1858" y="3296"/>
                    <a:pt x="1846" y="3343"/>
                  </a:cubicBezTo>
                  <a:cubicBezTo>
                    <a:pt x="1786" y="3462"/>
                    <a:pt x="1774" y="3605"/>
                    <a:pt x="1810" y="3736"/>
                  </a:cubicBezTo>
                  <a:cubicBezTo>
                    <a:pt x="1858" y="3879"/>
                    <a:pt x="1953" y="3974"/>
                    <a:pt x="2084" y="4034"/>
                  </a:cubicBezTo>
                  <a:cubicBezTo>
                    <a:pt x="2155" y="4070"/>
                    <a:pt x="2227" y="4093"/>
                    <a:pt x="2310" y="4093"/>
                  </a:cubicBezTo>
                  <a:cubicBezTo>
                    <a:pt x="2370" y="4093"/>
                    <a:pt x="2429" y="4082"/>
                    <a:pt x="2465" y="4070"/>
                  </a:cubicBezTo>
                  <a:cubicBezTo>
                    <a:pt x="2513" y="4058"/>
                    <a:pt x="2560" y="4022"/>
                    <a:pt x="2608" y="3998"/>
                  </a:cubicBezTo>
                  <a:cubicBezTo>
                    <a:pt x="2644" y="4082"/>
                    <a:pt x="2739" y="4153"/>
                    <a:pt x="2822" y="4201"/>
                  </a:cubicBezTo>
                  <a:cubicBezTo>
                    <a:pt x="2906" y="4236"/>
                    <a:pt x="2977" y="4260"/>
                    <a:pt x="3048" y="4260"/>
                  </a:cubicBezTo>
                  <a:cubicBezTo>
                    <a:pt x="3084" y="4260"/>
                    <a:pt x="3120" y="4260"/>
                    <a:pt x="3156" y="4248"/>
                  </a:cubicBezTo>
                  <a:lnTo>
                    <a:pt x="4692" y="4951"/>
                  </a:lnTo>
                  <a:lnTo>
                    <a:pt x="2406" y="4974"/>
                  </a:lnTo>
                  <a:cubicBezTo>
                    <a:pt x="2322" y="4974"/>
                    <a:pt x="2251" y="5046"/>
                    <a:pt x="2251" y="5141"/>
                  </a:cubicBezTo>
                  <a:cubicBezTo>
                    <a:pt x="2251" y="5225"/>
                    <a:pt x="2322" y="5308"/>
                    <a:pt x="2406" y="5308"/>
                  </a:cubicBezTo>
                  <a:lnTo>
                    <a:pt x="5049" y="5260"/>
                  </a:lnTo>
                  <a:lnTo>
                    <a:pt x="4275" y="7772"/>
                  </a:lnTo>
                  <a:lnTo>
                    <a:pt x="4275" y="7820"/>
                  </a:lnTo>
                  <a:cubicBezTo>
                    <a:pt x="4275" y="7892"/>
                    <a:pt x="4311" y="7951"/>
                    <a:pt x="4394" y="7963"/>
                  </a:cubicBezTo>
                  <a:lnTo>
                    <a:pt x="4430" y="7963"/>
                  </a:lnTo>
                  <a:cubicBezTo>
                    <a:pt x="4513" y="7963"/>
                    <a:pt x="4572" y="7927"/>
                    <a:pt x="4584" y="7844"/>
                  </a:cubicBezTo>
                  <a:lnTo>
                    <a:pt x="5358" y="5332"/>
                  </a:lnTo>
                  <a:lnTo>
                    <a:pt x="6668" y="6260"/>
                  </a:lnTo>
                  <a:cubicBezTo>
                    <a:pt x="6692" y="6272"/>
                    <a:pt x="6727" y="6284"/>
                    <a:pt x="6751" y="6284"/>
                  </a:cubicBezTo>
                  <a:cubicBezTo>
                    <a:pt x="6799" y="6284"/>
                    <a:pt x="6858" y="6260"/>
                    <a:pt x="6894" y="6213"/>
                  </a:cubicBezTo>
                  <a:cubicBezTo>
                    <a:pt x="6930" y="6141"/>
                    <a:pt x="6918" y="6034"/>
                    <a:pt x="6847" y="5987"/>
                  </a:cubicBezTo>
                  <a:lnTo>
                    <a:pt x="5537" y="5070"/>
                  </a:lnTo>
                  <a:lnTo>
                    <a:pt x="7644" y="3486"/>
                  </a:lnTo>
                  <a:cubicBezTo>
                    <a:pt x="7692" y="3462"/>
                    <a:pt x="7704" y="3415"/>
                    <a:pt x="7704" y="3355"/>
                  </a:cubicBezTo>
                  <a:cubicBezTo>
                    <a:pt x="7704" y="3331"/>
                    <a:pt x="7692" y="3284"/>
                    <a:pt x="7680" y="3248"/>
                  </a:cubicBezTo>
                  <a:cubicBezTo>
                    <a:pt x="7646" y="3208"/>
                    <a:pt x="7597" y="3186"/>
                    <a:pt x="7550" y="3186"/>
                  </a:cubicBezTo>
                  <a:cubicBezTo>
                    <a:pt x="7514" y="3186"/>
                    <a:pt x="7479" y="3199"/>
                    <a:pt x="7454" y="3224"/>
                  </a:cubicBezTo>
                  <a:lnTo>
                    <a:pt x="5346" y="4796"/>
                  </a:lnTo>
                  <a:lnTo>
                    <a:pt x="4775" y="3141"/>
                  </a:lnTo>
                  <a:cubicBezTo>
                    <a:pt x="4756" y="3077"/>
                    <a:pt x="4696" y="3034"/>
                    <a:pt x="4631" y="3034"/>
                  </a:cubicBezTo>
                  <a:cubicBezTo>
                    <a:pt x="4611" y="3034"/>
                    <a:pt x="4592" y="3037"/>
                    <a:pt x="4572" y="3046"/>
                  </a:cubicBezTo>
                  <a:cubicBezTo>
                    <a:pt x="4477" y="3069"/>
                    <a:pt x="4430" y="3165"/>
                    <a:pt x="4465" y="3248"/>
                  </a:cubicBezTo>
                  <a:lnTo>
                    <a:pt x="4882" y="4486"/>
                  </a:lnTo>
                  <a:lnTo>
                    <a:pt x="3298" y="3189"/>
                  </a:lnTo>
                  <a:cubicBezTo>
                    <a:pt x="3358" y="3069"/>
                    <a:pt x="3382" y="2927"/>
                    <a:pt x="3334" y="2784"/>
                  </a:cubicBezTo>
                  <a:cubicBezTo>
                    <a:pt x="3258" y="2575"/>
                    <a:pt x="3053" y="2434"/>
                    <a:pt x="2841" y="2434"/>
                  </a:cubicBezTo>
                  <a:cubicBezTo>
                    <a:pt x="2787" y="2434"/>
                    <a:pt x="2732" y="2443"/>
                    <a:pt x="2679" y="2462"/>
                  </a:cubicBezTo>
                  <a:cubicBezTo>
                    <a:pt x="2667" y="2462"/>
                    <a:pt x="2644" y="2474"/>
                    <a:pt x="2632" y="2474"/>
                  </a:cubicBezTo>
                  <a:cubicBezTo>
                    <a:pt x="2608" y="2415"/>
                    <a:pt x="2584" y="2367"/>
                    <a:pt x="2572" y="2331"/>
                  </a:cubicBezTo>
                  <a:cubicBezTo>
                    <a:pt x="2453" y="1950"/>
                    <a:pt x="2489" y="1557"/>
                    <a:pt x="2691" y="1200"/>
                  </a:cubicBezTo>
                  <a:cubicBezTo>
                    <a:pt x="2906" y="819"/>
                    <a:pt x="3239" y="545"/>
                    <a:pt x="3656" y="402"/>
                  </a:cubicBezTo>
                  <a:cubicBezTo>
                    <a:pt x="3848" y="337"/>
                    <a:pt x="4048" y="304"/>
                    <a:pt x="4245" y="304"/>
                  </a:cubicBezTo>
                  <a:close/>
                  <a:moveTo>
                    <a:pt x="6323" y="7677"/>
                  </a:moveTo>
                  <a:lnTo>
                    <a:pt x="6323" y="7677"/>
                  </a:lnTo>
                  <a:cubicBezTo>
                    <a:pt x="6620" y="8046"/>
                    <a:pt x="6978" y="8392"/>
                    <a:pt x="7311" y="8582"/>
                  </a:cubicBezTo>
                  <a:cubicBezTo>
                    <a:pt x="7501" y="8701"/>
                    <a:pt x="7704" y="8773"/>
                    <a:pt x="7930" y="8808"/>
                  </a:cubicBezTo>
                  <a:cubicBezTo>
                    <a:pt x="7930" y="9368"/>
                    <a:pt x="7704" y="9951"/>
                    <a:pt x="7263" y="10547"/>
                  </a:cubicBezTo>
                  <a:cubicBezTo>
                    <a:pt x="6454" y="10428"/>
                    <a:pt x="5787" y="9951"/>
                    <a:pt x="5442" y="9666"/>
                  </a:cubicBezTo>
                  <a:cubicBezTo>
                    <a:pt x="5608" y="9499"/>
                    <a:pt x="5739" y="9308"/>
                    <a:pt x="5846" y="9082"/>
                  </a:cubicBezTo>
                  <a:cubicBezTo>
                    <a:pt x="5965" y="8773"/>
                    <a:pt x="6037" y="8356"/>
                    <a:pt x="6037" y="7856"/>
                  </a:cubicBezTo>
                  <a:lnTo>
                    <a:pt x="6525" y="9308"/>
                  </a:lnTo>
                  <a:cubicBezTo>
                    <a:pt x="6561" y="9380"/>
                    <a:pt x="6620" y="9416"/>
                    <a:pt x="6680" y="9416"/>
                  </a:cubicBezTo>
                  <a:cubicBezTo>
                    <a:pt x="6692" y="9416"/>
                    <a:pt x="6716" y="9416"/>
                    <a:pt x="6739" y="9404"/>
                  </a:cubicBezTo>
                  <a:cubicBezTo>
                    <a:pt x="6823" y="9368"/>
                    <a:pt x="6870" y="9285"/>
                    <a:pt x="6847" y="9189"/>
                  </a:cubicBezTo>
                  <a:lnTo>
                    <a:pt x="6323" y="7677"/>
                  </a:lnTo>
                  <a:close/>
                  <a:moveTo>
                    <a:pt x="2096" y="8606"/>
                  </a:moveTo>
                  <a:cubicBezTo>
                    <a:pt x="2191" y="8987"/>
                    <a:pt x="2394" y="9332"/>
                    <a:pt x="2691" y="9618"/>
                  </a:cubicBezTo>
                  <a:lnTo>
                    <a:pt x="2572" y="9797"/>
                  </a:lnTo>
                  <a:cubicBezTo>
                    <a:pt x="2525" y="9880"/>
                    <a:pt x="2548" y="9975"/>
                    <a:pt x="2620" y="10023"/>
                  </a:cubicBezTo>
                  <a:cubicBezTo>
                    <a:pt x="2644" y="10035"/>
                    <a:pt x="2679" y="10058"/>
                    <a:pt x="2703" y="10058"/>
                  </a:cubicBezTo>
                  <a:cubicBezTo>
                    <a:pt x="2763" y="10058"/>
                    <a:pt x="2810" y="10023"/>
                    <a:pt x="2846" y="9975"/>
                  </a:cubicBezTo>
                  <a:lnTo>
                    <a:pt x="2941" y="9820"/>
                  </a:lnTo>
                  <a:cubicBezTo>
                    <a:pt x="3060" y="9892"/>
                    <a:pt x="3203" y="9963"/>
                    <a:pt x="3334" y="10023"/>
                  </a:cubicBezTo>
                  <a:cubicBezTo>
                    <a:pt x="3513" y="10094"/>
                    <a:pt x="3703" y="10142"/>
                    <a:pt x="3882" y="10154"/>
                  </a:cubicBezTo>
                  <a:cubicBezTo>
                    <a:pt x="3406" y="10570"/>
                    <a:pt x="2751" y="10832"/>
                    <a:pt x="2084" y="10856"/>
                  </a:cubicBezTo>
                  <a:cubicBezTo>
                    <a:pt x="1798" y="10118"/>
                    <a:pt x="1810" y="9308"/>
                    <a:pt x="2096" y="8606"/>
                  </a:cubicBezTo>
                  <a:close/>
                  <a:moveTo>
                    <a:pt x="4287" y="0"/>
                  </a:moveTo>
                  <a:cubicBezTo>
                    <a:pt x="4050" y="0"/>
                    <a:pt x="3812" y="39"/>
                    <a:pt x="3584" y="117"/>
                  </a:cubicBezTo>
                  <a:cubicBezTo>
                    <a:pt x="3096" y="272"/>
                    <a:pt x="2679" y="617"/>
                    <a:pt x="2441" y="1045"/>
                  </a:cubicBezTo>
                  <a:cubicBezTo>
                    <a:pt x="2191" y="1498"/>
                    <a:pt x="2144" y="1986"/>
                    <a:pt x="2286" y="2450"/>
                  </a:cubicBezTo>
                  <a:cubicBezTo>
                    <a:pt x="2322" y="2534"/>
                    <a:pt x="2370" y="2629"/>
                    <a:pt x="2406" y="2724"/>
                  </a:cubicBezTo>
                  <a:cubicBezTo>
                    <a:pt x="2406" y="2724"/>
                    <a:pt x="2406" y="2748"/>
                    <a:pt x="2394" y="2748"/>
                  </a:cubicBezTo>
                  <a:cubicBezTo>
                    <a:pt x="2358" y="2808"/>
                    <a:pt x="2346" y="2867"/>
                    <a:pt x="2346" y="2927"/>
                  </a:cubicBezTo>
                  <a:cubicBezTo>
                    <a:pt x="2227" y="2891"/>
                    <a:pt x="2108" y="2879"/>
                    <a:pt x="1989" y="2867"/>
                  </a:cubicBezTo>
                  <a:cubicBezTo>
                    <a:pt x="1949" y="2864"/>
                    <a:pt x="1909" y="2863"/>
                    <a:pt x="1869" y="2863"/>
                  </a:cubicBezTo>
                  <a:cubicBezTo>
                    <a:pt x="941" y="2863"/>
                    <a:pt x="128" y="3650"/>
                    <a:pt x="48" y="4701"/>
                  </a:cubicBezTo>
                  <a:cubicBezTo>
                    <a:pt x="0" y="5213"/>
                    <a:pt x="143" y="5725"/>
                    <a:pt x="465" y="6129"/>
                  </a:cubicBezTo>
                  <a:cubicBezTo>
                    <a:pt x="774" y="6522"/>
                    <a:pt x="1203" y="6760"/>
                    <a:pt x="1691" y="6808"/>
                  </a:cubicBezTo>
                  <a:lnTo>
                    <a:pt x="1858" y="6808"/>
                  </a:lnTo>
                  <a:cubicBezTo>
                    <a:pt x="2144" y="6808"/>
                    <a:pt x="2453" y="6749"/>
                    <a:pt x="2751" y="6677"/>
                  </a:cubicBezTo>
                  <a:lnTo>
                    <a:pt x="2751" y="6677"/>
                  </a:lnTo>
                  <a:cubicBezTo>
                    <a:pt x="2513" y="6939"/>
                    <a:pt x="2286" y="7260"/>
                    <a:pt x="2155" y="7570"/>
                  </a:cubicBezTo>
                  <a:cubicBezTo>
                    <a:pt x="2108" y="7677"/>
                    <a:pt x="2084" y="7796"/>
                    <a:pt x="2060" y="7892"/>
                  </a:cubicBezTo>
                  <a:cubicBezTo>
                    <a:pt x="1453" y="8820"/>
                    <a:pt x="1370" y="9999"/>
                    <a:pt x="1810" y="11035"/>
                  </a:cubicBezTo>
                  <a:cubicBezTo>
                    <a:pt x="1846" y="11094"/>
                    <a:pt x="1905" y="11142"/>
                    <a:pt x="1965" y="11142"/>
                  </a:cubicBezTo>
                  <a:cubicBezTo>
                    <a:pt x="2882" y="11130"/>
                    <a:pt x="3763" y="10749"/>
                    <a:pt x="4370" y="10118"/>
                  </a:cubicBezTo>
                  <a:cubicBezTo>
                    <a:pt x="4668" y="10082"/>
                    <a:pt x="4953" y="9975"/>
                    <a:pt x="5192" y="9832"/>
                  </a:cubicBezTo>
                  <a:cubicBezTo>
                    <a:pt x="5549" y="10142"/>
                    <a:pt x="6335" y="10725"/>
                    <a:pt x="7323" y="10844"/>
                  </a:cubicBezTo>
                  <a:lnTo>
                    <a:pt x="7335" y="10844"/>
                  </a:lnTo>
                  <a:cubicBezTo>
                    <a:pt x="7382" y="10844"/>
                    <a:pt x="7442" y="10809"/>
                    <a:pt x="7466" y="10785"/>
                  </a:cubicBezTo>
                  <a:cubicBezTo>
                    <a:pt x="7990" y="10118"/>
                    <a:pt x="8251" y="9439"/>
                    <a:pt x="8275" y="8773"/>
                  </a:cubicBezTo>
                  <a:cubicBezTo>
                    <a:pt x="8894" y="8749"/>
                    <a:pt x="9525" y="8368"/>
                    <a:pt x="9883" y="7761"/>
                  </a:cubicBezTo>
                  <a:cubicBezTo>
                    <a:pt x="10276" y="7082"/>
                    <a:pt x="10264" y="6272"/>
                    <a:pt x="9906" y="5689"/>
                  </a:cubicBezTo>
                  <a:cubicBezTo>
                    <a:pt x="10252" y="5439"/>
                    <a:pt x="10537" y="5117"/>
                    <a:pt x="10752" y="4724"/>
                  </a:cubicBezTo>
                  <a:cubicBezTo>
                    <a:pt x="10776" y="4701"/>
                    <a:pt x="10776" y="4617"/>
                    <a:pt x="10728" y="4582"/>
                  </a:cubicBezTo>
                  <a:cubicBezTo>
                    <a:pt x="10430" y="4189"/>
                    <a:pt x="10049" y="3891"/>
                    <a:pt x="9609" y="3689"/>
                  </a:cubicBezTo>
                  <a:cubicBezTo>
                    <a:pt x="9704" y="3474"/>
                    <a:pt x="9752" y="3248"/>
                    <a:pt x="9752" y="2998"/>
                  </a:cubicBezTo>
                  <a:cubicBezTo>
                    <a:pt x="9752" y="2498"/>
                    <a:pt x="9549" y="1998"/>
                    <a:pt x="9192" y="1617"/>
                  </a:cubicBezTo>
                  <a:cubicBezTo>
                    <a:pt x="8835" y="1224"/>
                    <a:pt x="8382" y="974"/>
                    <a:pt x="7870" y="926"/>
                  </a:cubicBezTo>
                  <a:cubicBezTo>
                    <a:pt x="7803" y="918"/>
                    <a:pt x="7736" y="914"/>
                    <a:pt x="7670" y="914"/>
                  </a:cubicBezTo>
                  <a:cubicBezTo>
                    <a:pt x="7244" y="914"/>
                    <a:pt x="6846" y="1075"/>
                    <a:pt x="6537" y="1343"/>
                  </a:cubicBezTo>
                  <a:cubicBezTo>
                    <a:pt x="6394" y="1462"/>
                    <a:pt x="6263" y="1617"/>
                    <a:pt x="6156" y="1772"/>
                  </a:cubicBezTo>
                  <a:cubicBezTo>
                    <a:pt x="6144" y="1557"/>
                    <a:pt x="6096" y="1367"/>
                    <a:pt x="6037" y="1176"/>
                  </a:cubicBezTo>
                  <a:cubicBezTo>
                    <a:pt x="5882" y="724"/>
                    <a:pt x="5537" y="367"/>
                    <a:pt x="5073" y="152"/>
                  </a:cubicBezTo>
                  <a:cubicBezTo>
                    <a:pt x="4825" y="51"/>
                    <a:pt x="4557"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10" name="Google Shape;12710;p67"/>
          <p:cNvGrpSpPr/>
          <p:nvPr/>
        </p:nvGrpSpPr>
        <p:grpSpPr>
          <a:xfrm>
            <a:off x="5508909" y="3447706"/>
            <a:ext cx="358560" cy="319552"/>
            <a:chOff x="5508909" y="3371506"/>
            <a:chExt cx="358560" cy="319552"/>
          </a:xfrm>
        </p:grpSpPr>
        <p:sp>
          <p:nvSpPr>
            <p:cNvPr id="12711" name="Google Shape;12711;p67"/>
            <p:cNvSpPr/>
            <p:nvPr/>
          </p:nvSpPr>
          <p:spPr>
            <a:xfrm>
              <a:off x="5545485" y="3384178"/>
              <a:ext cx="57184" cy="60736"/>
            </a:xfrm>
            <a:custGeom>
              <a:avLst/>
              <a:gdLst/>
              <a:ahLst/>
              <a:cxnLst/>
              <a:rect l="l" t="t" r="r" b="b"/>
              <a:pathLst>
                <a:path w="1787" h="1898" extrusionOk="0">
                  <a:moveTo>
                    <a:pt x="763" y="338"/>
                  </a:moveTo>
                  <a:cubicBezTo>
                    <a:pt x="942" y="338"/>
                    <a:pt x="1120" y="445"/>
                    <a:pt x="1239" y="636"/>
                  </a:cubicBezTo>
                  <a:cubicBezTo>
                    <a:pt x="1382" y="850"/>
                    <a:pt x="1465" y="1160"/>
                    <a:pt x="1394" y="1362"/>
                  </a:cubicBezTo>
                  <a:cubicBezTo>
                    <a:pt x="1382" y="1422"/>
                    <a:pt x="1358" y="1505"/>
                    <a:pt x="1299" y="1541"/>
                  </a:cubicBezTo>
                  <a:cubicBezTo>
                    <a:pt x="1263" y="1565"/>
                    <a:pt x="1215" y="1576"/>
                    <a:pt x="1180" y="1576"/>
                  </a:cubicBezTo>
                  <a:cubicBezTo>
                    <a:pt x="965" y="1576"/>
                    <a:pt x="644" y="1362"/>
                    <a:pt x="465" y="1100"/>
                  </a:cubicBezTo>
                  <a:cubicBezTo>
                    <a:pt x="370" y="945"/>
                    <a:pt x="322" y="791"/>
                    <a:pt x="358" y="648"/>
                  </a:cubicBezTo>
                  <a:cubicBezTo>
                    <a:pt x="394" y="552"/>
                    <a:pt x="441" y="457"/>
                    <a:pt x="537" y="398"/>
                  </a:cubicBezTo>
                  <a:cubicBezTo>
                    <a:pt x="608" y="350"/>
                    <a:pt x="691" y="338"/>
                    <a:pt x="763" y="338"/>
                  </a:cubicBezTo>
                  <a:close/>
                  <a:moveTo>
                    <a:pt x="780" y="0"/>
                  </a:moveTo>
                  <a:cubicBezTo>
                    <a:pt x="647" y="0"/>
                    <a:pt x="515" y="36"/>
                    <a:pt x="394" y="112"/>
                  </a:cubicBezTo>
                  <a:cubicBezTo>
                    <a:pt x="227" y="219"/>
                    <a:pt x="108" y="386"/>
                    <a:pt x="60" y="576"/>
                  </a:cubicBezTo>
                  <a:cubicBezTo>
                    <a:pt x="1" y="803"/>
                    <a:pt x="60" y="1053"/>
                    <a:pt x="191" y="1279"/>
                  </a:cubicBezTo>
                  <a:cubicBezTo>
                    <a:pt x="334" y="1481"/>
                    <a:pt x="537" y="1684"/>
                    <a:pt x="763" y="1779"/>
                  </a:cubicBezTo>
                  <a:cubicBezTo>
                    <a:pt x="906" y="1862"/>
                    <a:pt x="1061" y="1898"/>
                    <a:pt x="1180" y="1898"/>
                  </a:cubicBezTo>
                  <a:cubicBezTo>
                    <a:pt x="1287" y="1898"/>
                    <a:pt x="1382" y="1874"/>
                    <a:pt x="1465" y="1826"/>
                  </a:cubicBezTo>
                  <a:cubicBezTo>
                    <a:pt x="1596" y="1755"/>
                    <a:pt x="1668" y="1624"/>
                    <a:pt x="1715" y="1445"/>
                  </a:cubicBezTo>
                  <a:cubicBezTo>
                    <a:pt x="1787" y="1148"/>
                    <a:pt x="1715" y="755"/>
                    <a:pt x="1537" y="457"/>
                  </a:cubicBezTo>
                  <a:cubicBezTo>
                    <a:pt x="1350" y="165"/>
                    <a:pt x="1064" y="0"/>
                    <a:pt x="7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67"/>
            <p:cNvSpPr/>
            <p:nvPr/>
          </p:nvSpPr>
          <p:spPr>
            <a:xfrm>
              <a:off x="5508909" y="3429362"/>
              <a:ext cx="53760" cy="50624"/>
            </a:xfrm>
            <a:custGeom>
              <a:avLst/>
              <a:gdLst/>
              <a:ahLst/>
              <a:cxnLst/>
              <a:rect l="l" t="t" r="r" b="b"/>
              <a:pathLst>
                <a:path w="1680" h="1582" extrusionOk="0">
                  <a:moveTo>
                    <a:pt x="668" y="307"/>
                  </a:moveTo>
                  <a:cubicBezTo>
                    <a:pt x="775" y="307"/>
                    <a:pt x="906" y="355"/>
                    <a:pt x="1013" y="462"/>
                  </a:cubicBezTo>
                  <a:cubicBezTo>
                    <a:pt x="1215" y="641"/>
                    <a:pt x="1394" y="1045"/>
                    <a:pt x="1275" y="1176"/>
                  </a:cubicBezTo>
                  <a:cubicBezTo>
                    <a:pt x="1250" y="1217"/>
                    <a:pt x="1187" y="1236"/>
                    <a:pt x="1104" y="1236"/>
                  </a:cubicBezTo>
                  <a:cubicBezTo>
                    <a:pt x="1065" y="1236"/>
                    <a:pt x="1022" y="1232"/>
                    <a:pt x="977" y="1224"/>
                  </a:cubicBezTo>
                  <a:cubicBezTo>
                    <a:pt x="822" y="1188"/>
                    <a:pt x="656" y="1105"/>
                    <a:pt x="537" y="998"/>
                  </a:cubicBezTo>
                  <a:cubicBezTo>
                    <a:pt x="430" y="903"/>
                    <a:pt x="358" y="784"/>
                    <a:pt x="346" y="676"/>
                  </a:cubicBezTo>
                  <a:cubicBezTo>
                    <a:pt x="322" y="581"/>
                    <a:pt x="358" y="486"/>
                    <a:pt x="418" y="414"/>
                  </a:cubicBezTo>
                  <a:cubicBezTo>
                    <a:pt x="477" y="343"/>
                    <a:pt x="561" y="307"/>
                    <a:pt x="668" y="307"/>
                  </a:cubicBezTo>
                  <a:close/>
                  <a:moveTo>
                    <a:pt x="666" y="1"/>
                  </a:moveTo>
                  <a:cubicBezTo>
                    <a:pt x="480" y="1"/>
                    <a:pt x="305" y="75"/>
                    <a:pt x="180" y="224"/>
                  </a:cubicBezTo>
                  <a:cubicBezTo>
                    <a:pt x="60" y="367"/>
                    <a:pt x="1" y="545"/>
                    <a:pt x="25" y="748"/>
                  </a:cubicBezTo>
                  <a:cubicBezTo>
                    <a:pt x="60" y="938"/>
                    <a:pt x="168" y="1117"/>
                    <a:pt x="322" y="1260"/>
                  </a:cubicBezTo>
                  <a:cubicBezTo>
                    <a:pt x="489" y="1403"/>
                    <a:pt x="715" y="1522"/>
                    <a:pt x="918" y="1557"/>
                  </a:cubicBezTo>
                  <a:cubicBezTo>
                    <a:pt x="977" y="1581"/>
                    <a:pt x="1061" y="1581"/>
                    <a:pt x="1120" y="1581"/>
                  </a:cubicBezTo>
                  <a:cubicBezTo>
                    <a:pt x="1299" y="1581"/>
                    <a:pt x="1442" y="1522"/>
                    <a:pt x="1537" y="1415"/>
                  </a:cubicBezTo>
                  <a:cubicBezTo>
                    <a:pt x="1644" y="1236"/>
                    <a:pt x="1680" y="1022"/>
                    <a:pt x="1596" y="772"/>
                  </a:cubicBezTo>
                  <a:cubicBezTo>
                    <a:pt x="1513" y="569"/>
                    <a:pt x="1382" y="355"/>
                    <a:pt x="1215" y="224"/>
                  </a:cubicBezTo>
                  <a:cubicBezTo>
                    <a:pt x="1049" y="75"/>
                    <a:pt x="852" y="1"/>
                    <a:pt x="6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67"/>
            <p:cNvSpPr/>
            <p:nvPr/>
          </p:nvSpPr>
          <p:spPr>
            <a:xfrm>
              <a:off x="5606829" y="3371506"/>
              <a:ext cx="51104" cy="63520"/>
            </a:xfrm>
            <a:custGeom>
              <a:avLst/>
              <a:gdLst/>
              <a:ahLst/>
              <a:cxnLst/>
              <a:rect l="l" t="t" r="r" b="b"/>
              <a:pathLst>
                <a:path w="1597" h="1985" extrusionOk="0">
                  <a:moveTo>
                    <a:pt x="811" y="0"/>
                  </a:moveTo>
                  <a:cubicBezTo>
                    <a:pt x="519" y="0"/>
                    <a:pt x="257" y="172"/>
                    <a:pt x="108" y="448"/>
                  </a:cubicBezTo>
                  <a:cubicBezTo>
                    <a:pt x="60" y="532"/>
                    <a:pt x="96" y="627"/>
                    <a:pt x="179" y="675"/>
                  </a:cubicBezTo>
                  <a:cubicBezTo>
                    <a:pt x="205" y="689"/>
                    <a:pt x="231" y="696"/>
                    <a:pt x="257" y="696"/>
                  </a:cubicBezTo>
                  <a:cubicBezTo>
                    <a:pt x="317" y="696"/>
                    <a:pt x="373" y="661"/>
                    <a:pt x="406" y="603"/>
                  </a:cubicBezTo>
                  <a:cubicBezTo>
                    <a:pt x="503" y="430"/>
                    <a:pt x="659" y="326"/>
                    <a:pt x="829" y="326"/>
                  </a:cubicBezTo>
                  <a:cubicBezTo>
                    <a:pt x="847" y="326"/>
                    <a:pt x="864" y="327"/>
                    <a:pt x="882" y="329"/>
                  </a:cubicBezTo>
                  <a:cubicBezTo>
                    <a:pt x="989" y="353"/>
                    <a:pt x="1096" y="413"/>
                    <a:pt x="1156" y="496"/>
                  </a:cubicBezTo>
                  <a:cubicBezTo>
                    <a:pt x="1239" y="615"/>
                    <a:pt x="1263" y="782"/>
                    <a:pt x="1239" y="948"/>
                  </a:cubicBezTo>
                  <a:cubicBezTo>
                    <a:pt x="1181" y="1307"/>
                    <a:pt x="888" y="1676"/>
                    <a:pt x="675" y="1676"/>
                  </a:cubicBezTo>
                  <a:cubicBezTo>
                    <a:pt x="669" y="1676"/>
                    <a:pt x="662" y="1675"/>
                    <a:pt x="656" y="1675"/>
                  </a:cubicBezTo>
                  <a:cubicBezTo>
                    <a:pt x="513" y="1663"/>
                    <a:pt x="370" y="1401"/>
                    <a:pt x="334" y="1103"/>
                  </a:cubicBezTo>
                  <a:cubicBezTo>
                    <a:pt x="310" y="1020"/>
                    <a:pt x="239" y="960"/>
                    <a:pt x="156" y="960"/>
                  </a:cubicBezTo>
                  <a:cubicBezTo>
                    <a:pt x="60" y="972"/>
                    <a:pt x="1" y="1044"/>
                    <a:pt x="1" y="1139"/>
                  </a:cubicBezTo>
                  <a:cubicBezTo>
                    <a:pt x="48" y="1520"/>
                    <a:pt x="251" y="1937"/>
                    <a:pt x="608" y="1984"/>
                  </a:cubicBezTo>
                  <a:lnTo>
                    <a:pt x="691" y="1984"/>
                  </a:lnTo>
                  <a:cubicBezTo>
                    <a:pt x="882" y="1984"/>
                    <a:pt x="1072" y="1877"/>
                    <a:pt x="1251" y="1675"/>
                  </a:cubicBezTo>
                  <a:cubicBezTo>
                    <a:pt x="1418" y="1484"/>
                    <a:pt x="1537" y="1222"/>
                    <a:pt x="1561" y="984"/>
                  </a:cubicBezTo>
                  <a:cubicBezTo>
                    <a:pt x="1596" y="734"/>
                    <a:pt x="1537" y="484"/>
                    <a:pt x="1406" y="306"/>
                  </a:cubicBezTo>
                  <a:cubicBezTo>
                    <a:pt x="1287" y="139"/>
                    <a:pt x="1108" y="32"/>
                    <a:pt x="918" y="8"/>
                  </a:cubicBezTo>
                  <a:cubicBezTo>
                    <a:pt x="882" y="3"/>
                    <a:pt x="84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67"/>
            <p:cNvSpPr/>
            <p:nvPr/>
          </p:nvSpPr>
          <p:spPr>
            <a:xfrm>
              <a:off x="5659789" y="3396786"/>
              <a:ext cx="48032" cy="55392"/>
            </a:xfrm>
            <a:custGeom>
              <a:avLst/>
              <a:gdLst/>
              <a:ahLst/>
              <a:cxnLst/>
              <a:rect l="l" t="t" r="r" b="b"/>
              <a:pathLst>
                <a:path w="1501" h="1731" extrusionOk="0">
                  <a:moveTo>
                    <a:pt x="834" y="313"/>
                  </a:moveTo>
                  <a:cubicBezTo>
                    <a:pt x="882" y="313"/>
                    <a:pt x="929" y="337"/>
                    <a:pt x="965" y="349"/>
                  </a:cubicBezTo>
                  <a:cubicBezTo>
                    <a:pt x="1060" y="385"/>
                    <a:pt x="1120" y="468"/>
                    <a:pt x="1144" y="551"/>
                  </a:cubicBezTo>
                  <a:cubicBezTo>
                    <a:pt x="1168" y="670"/>
                    <a:pt x="1144" y="813"/>
                    <a:pt x="1084" y="932"/>
                  </a:cubicBezTo>
                  <a:cubicBezTo>
                    <a:pt x="981" y="1149"/>
                    <a:pt x="718" y="1392"/>
                    <a:pt x="549" y="1392"/>
                  </a:cubicBezTo>
                  <a:cubicBezTo>
                    <a:pt x="522" y="1392"/>
                    <a:pt x="498" y="1386"/>
                    <a:pt x="477" y="1373"/>
                  </a:cubicBezTo>
                  <a:cubicBezTo>
                    <a:pt x="310" y="1301"/>
                    <a:pt x="334" y="873"/>
                    <a:pt x="453" y="611"/>
                  </a:cubicBezTo>
                  <a:cubicBezTo>
                    <a:pt x="513" y="492"/>
                    <a:pt x="596" y="385"/>
                    <a:pt x="703" y="349"/>
                  </a:cubicBezTo>
                  <a:cubicBezTo>
                    <a:pt x="751" y="337"/>
                    <a:pt x="787" y="313"/>
                    <a:pt x="834" y="313"/>
                  </a:cubicBezTo>
                  <a:close/>
                  <a:moveTo>
                    <a:pt x="828" y="1"/>
                  </a:moveTo>
                  <a:cubicBezTo>
                    <a:pt x="733" y="1"/>
                    <a:pt x="638" y="22"/>
                    <a:pt x="548" y="63"/>
                  </a:cubicBezTo>
                  <a:cubicBezTo>
                    <a:pt x="370" y="135"/>
                    <a:pt x="227" y="289"/>
                    <a:pt x="132" y="480"/>
                  </a:cubicBezTo>
                  <a:cubicBezTo>
                    <a:pt x="48" y="670"/>
                    <a:pt x="1" y="909"/>
                    <a:pt x="13" y="1135"/>
                  </a:cubicBezTo>
                  <a:cubicBezTo>
                    <a:pt x="37" y="1397"/>
                    <a:pt x="156" y="1599"/>
                    <a:pt x="334" y="1682"/>
                  </a:cubicBezTo>
                  <a:cubicBezTo>
                    <a:pt x="394" y="1718"/>
                    <a:pt x="465" y="1730"/>
                    <a:pt x="537" y="1730"/>
                  </a:cubicBezTo>
                  <a:cubicBezTo>
                    <a:pt x="882" y="1730"/>
                    <a:pt x="1239" y="1385"/>
                    <a:pt x="1382" y="1075"/>
                  </a:cubicBezTo>
                  <a:cubicBezTo>
                    <a:pt x="1477" y="885"/>
                    <a:pt x="1501" y="670"/>
                    <a:pt x="1441" y="480"/>
                  </a:cubicBezTo>
                  <a:cubicBezTo>
                    <a:pt x="1406" y="289"/>
                    <a:pt x="1263" y="135"/>
                    <a:pt x="1108" y="63"/>
                  </a:cubicBezTo>
                  <a:cubicBezTo>
                    <a:pt x="1019" y="22"/>
                    <a:pt x="924" y="1"/>
                    <a:pt x="8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67"/>
            <p:cNvSpPr/>
            <p:nvPr/>
          </p:nvSpPr>
          <p:spPr>
            <a:xfrm>
              <a:off x="5556941" y="3444402"/>
              <a:ext cx="131840" cy="93856"/>
            </a:xfrm>
            <a:custGeom>
              <a:avLst/>
              <a:gdLst/>
              <a:ahLst/>
              <a:cxnLst/>
              <a:rect l="l" t="t" r="r" b="b"/>
              <a:pathLst>
                <a:path w="4120" h="2933" extrusionOk="0">
                  <a:moveTo>
                    <a:pt x="2169" y="1"/>
                  </a:moveTo>
                  <a:cubicBezTo>
                    <a:pt x="2019" y="1"/>
                    <a:pt x="1871" y="17"/>
                    <a:pt x="1727" y="52"/>
                  </a:cubicBezTo>
                  <a:cubicBezTo>
                    <a:pt x="1203" y="159"/>
                    <a:pt x="750" y="433"/>
                    <a:pt x="429" y="849"/>
                  </a:cubicBezTo>
                  <a:cubicBezTo>
                    <a:pt x="119" y="1254"/>
                    <a:pt x="0" y="1730"/>
                    <a:pt x="72" y="2147"/>
                  </a:cubicBezTo>
                  <a:cubicBezTo>
                    <a:pt x="167" y="2564"/>
                    <a:pt x="429" y="2838"/>
                    <a:pt x="893" y="2909"/>
                  </a:cubicBezTo>
                  <a:cubicBezTo>
                    <a:pt x="1012" y="2921"/>
                    <a:pt x="1131" y="2933"/>
                    <a:pt x="1286" y="2933"/>
                  </a:cubicBezTo>
                  <a:cubicBezTo>
                    <a:pt x="1560" y="2933"/>
                    <a:pt x="1893" y="2897"/>
                    <a:pt x="2298" y="2814"/>
                  </a:cubicBezTo>
                  <a:cubicBezTo>
                    <a:pt x="2905" y="2695"/>
                    <a:pt x="3334" y="2552"/>
                    <a:pt x="3620" y="2361"/>
                  </a:cubicBezTo>
                  <a:cubicBezTo>
                    <a:pt x="3965" y="2135"/>
                    <a:pt x="4120" y="1790"/>
                    <a:pt x="4036" y="1361"/>
                  </a:cubicBezTo>
                  <a:cubicBezTo>
                    <a:pt x="3965" y="1016"/>
                    <a:pt x="3739" y="695"/>
                    <a:pt x="3405" y="433"/>
                  </a:cubicBezTo>
                  <a:cubicBezTo>
                    <a:pt x="3377" y="409"/>
                    <a:pt x="3344" y="399"/>
                    <a:pt x="3312" y="399"/>
                  </a:cubicBezTo>
                  <a:cubicBezTo>
                    <a:pt x="3261" y="399"/>
                    <a:pt x="3213" y="425"/>
                    <a:pt x="3191" y="468"/>
                  </a:cubicBezTo>
                  <a:cubicBezTo>
                    <a:pt x="3120" y="540"/>
                    <a:pt x="3143" y="647"/>
                    <a:pt x="3215" y="695"/>
                  </a:cubicBezTo>
                  <a:cubicBezTo>
                    <a:pt x="3489" y="885"/>
                    <a:pt x="3667" y="1135"/>
                    <a:pt x="3727" y="1397"/>
                  </a:cubicBezTo>
                  <a:cubicBezTo>
                    <a:pt x="3786" y="1683"/>
                    <a:pt x="3679" y="1909"/>
                    <a:pt x="3405" y="2088"/>
                  </a:cubicBezTo>
                  <a:cubicBezTo>
                    <a:pt x="3155" y="2254"/>
                    <a:pt x="2774" y="2385"/>
                    <a:pt x="2203" y="2504"/>
                  </a:cubicBezTo>
                  <a:cubicBezTo>
                    <a:pt x="1798" y="2576"/>
                    <a:pt x="1488" y="2623"/>
                    <a:pt x="1250" y="2623"/>
                  </a:cubicBezTo>
                  <a:cubicBezTo>
                    <a:pt x="595" y="2623"/>
                    <a:pt x="429" y="2373"/>
                    <a:pt x="369" y="2088"/>
                  </a:cubicBezTo>
                  <a:cubicBezTo>
                    <a:pt x="238" y="1433"/>
                    <a:pt x="810" y="564"/>
                    <a:pt x="1774" y="373"/>
                  </a:cubicBezTo>
                  <a:cubicBezTo>
                    <a:pt x="1898" y="348"/>
                    <a:pt x="2024" y="336"/>
                    <a:pt x="2151" y="336"/>
                  </a:cubicBezTo>
                  <a:cubicBezTo>
                    <a:pt x="2328" y="336"/>
                    <a:pt x="2505" y="360"/>
                    <a:pt x="2679" y="409"/>
                  </a:cubicBezTo>
                  <a:cubicBezTo>
                    <a:pt x="2694" y="412"/>
                    <a:pt x="2708" y="414"/>
                    <a:pt x="2722" y="414"/>
                  </a:cubicBezTo>
                  <a:cubicBezTo>
                    <a:pt x="2799" y="414"/>
                    <a:pt x="2863" y="362"/>
                    <a:pt x="2893" y="302"/>
                  </a:cubicBezTo>
                  <a:cubicBezTo>
                    <a:pt x="2917" y="206"/>
                    <a:pt x="2858" y="123"/>
                    <a:pt x="2786" y="87"/>
                  </a:cubicBezTo>
                  <a:cubicBezTo>
                    <a:pt x="2585" y="32"/>
                    <a:pt x="2376" y="1"/>
                    <a:pt x="2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67"/>
            <p:cNvSpPr/>
            <p:nvPr/>
          </p:nvSpPr>
          <p:spPr>
            <a:xfrm>
              <a:off x="5730285" y="3518386"/>
              <a:ext cx="50336" cy="64832"/>
            </a:xfrm>
            <a:custGeom>
              <a:avLst/>
              <a:gdLst/>
              <a:ahLst/>
              <a:cxnLst/>
              <a:rect l="l" t="t" r="r" b="b"/>
              <a:pathLst>
                <a:path w="1573" h="2026" extrusionOk="0">
                  <a:moveTo>
                    <a:pt x="786" y="311"/>
                  </a:moveTo>
                  <a:cubicBezTo>
                    <a:pt x="1060" y="323"/>
                    <a:pt x="1239" y="585"/>
                    <a:pt x="1239" y="907"/>
                  </a:cubicBezTo>
                  <a:cubicBezTo>
                    <a:pt x="1239" y="1157"/>
                    <a:pt x="1120" y="1454"/>
                    <a:pt x="953" y="1597"/>
                  </a:cubicBezTo>
                  <a:cubicBezTo>
                    <a:pt x="905" y="1633"/>
                    <a:pt x="834" y="1681"/>
                    <a:pt x="762" y="1681"/>
                  </a:cubicBezTo>
                  <a:cubicBezTo>
                    <a:pt x="548" y="1669"/>
                    <a:pt x="310" y="1240"/>
                    <a:pt x="322" y="847"/>
                  </a:cubicBezTo>
                  <a:cubicBezTo>
                    <a:pt x="322" y="669"/>
                    <a:pt x="381" y="526"/>
                    <a:pt x="489" y="419"/>
                  </a:cubicBezTo>
                  <a:cubicBezTo>
                    <a:pt x="560" y="347"/>
                    <a:pt x="667" y="311"/>
                    <a:pt x="774" y="311"/>
                  </a:cubicBezTo>
                  <a:close/>
                  <a:moveTo>
                    <a:pt x="766" y="1"/>
                  </a:moveTo>
                  <a:cubicBezTo>
                    <a:pt x="580" y="1"/>
                    <a:pt x="407" y="71"/>
                    <a:pt x="274" y="192"/>
                  </a:cubicBezTo>
                  <a:cubicBezTo>
                    <a:pt x="108" y="359"/>
                    <a:pt x="0" y="585"/>
                    <a:pt x="0" y="847"/>
                  </a:cubicBezTo>
                  <a:cubicBezTo>
                    <a:pt x="0" y="1085"/>
                    <a:pt x="60" y="1371"/>
                    <a:pt x="179" y="1597"/>
                  </a:cubicBezTo>
                  <a:cubicBezTo>
                    <a:pt x="334" y="1859"/>
                    <a:pt x="524" y="2014"/>
                    <a:pt x="751" y="2026"/>
                  </a:cubicBezTo>
                  <a:lnTo>
                    <a:pt x="774" y="2026"/>
                  </a:lnTo>
                  <a:cubicBezTo>
                    <a:pt x="905" y="2026"/>
                    <a:pt x="1060" y="1966"/>
                    <a:pt x="1179" y="1847"/>
                  </a:cubicBezTo>
                  <a:cubicBezTo>
                    <a:pt x="1405" y="1633"/>
                    <a:pt x="1560" y="1264"/>
                    <a:pt x="1560" y="919"/>
                  </a:cubicBezTo>
                  <a:cubicBezTo>
                    <a:pt x="1572" y="419"/>
                    <a:pt x="1251" y="14"/>
                    <a:pt x="810" y="2"/>
                  </a:cubicBezTo>
                  <a:cubicBezTo>
                    <a:pt x="795" y="1"/>
                    <a:pt x="781" y="1"/>
                    <a:pt x="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67"/>
            <p:cNvSpPr/>
            <p:nvPr/>
          </p:nvSpPr>
          <p:spPr>
            <a:xfrm>
              <a:off x="5674669" y="3533234"/>
              <a:ext cx="49920" cy="56480"/>
            </a:xfrm>
            <a:custGeom>
              <a:avLst/>
              <a:gdLst/>
              <a:ahLst/>
              <a:cxnLst/>
              <a:rect l="l" t="t" r="r" b="b"/>
              <a:pathLst>
                <a:path w="1560" h="1765" extrusionOk="0">
                  <a:moveTo>
                    <a:pt x="726" y="324"/>
                  </a:moveTo>
                  <a:cubicBezTo>
                    <a:pt x="786" y="324"/>
                    <a:pt x="857" y="336"/>
                    <a:pt x="917" y="383"/>
                  </a:cubicBezTo>
                  <a:cubicBezTo>
                    <a:pt x="1012" y="443"/>
                    <a:pt x="1084" y="562"/>
                    <a:pt x="1119" y="693"/>
                  </a:cubicBezTo>
                  <a:cubicBezTo>
                    <a:pt x="1203" y="967"/>
                    <a:pt x="1131" y="1395"/>
                    <a:pt x="953" y="1443"/>
                  </a:cubicBezTo>
                  <a:cubicBezTo>
                    <a:pt x="945" y="1444"/>
                    <a:pt x="938" y="1445"/>
                    <a:pt x="930" y="1445"/>
                  </a:cubicBezTo>
                  <a:cubicBezTo>
                    <a:pt x="860" y="1445"/>
                    <a:pt x="764" y="1397"/>
                    <a:pt x="679" y="1312"/>
                  </a:cubicBezTo>
                  <a:cubicBezTo>
                    <a:pt x="560" y="1193"/>
                    <a:pt x="476" y="1026"/>
                    <a:pt x="429" y="871"/>
                  </a:cubicBezTo>
                  <a:cubicBezTo>
                    <a:pt x="357" y="621"/>
                    <a:pt x="464" y="383"/>
                    <a:pt x="655" y="336"/>
                  </a:cubicBezTo>
                  <a:cubicBezTo>
                    <a:pt x="679" y="336"/>
                    <a:pt x="715" y="324"/>
                    <a:pt x="726" y="324"/>
                  </a:cubicBezTo>
                  <a:close/>
                  <a:moveTo>
                    <a:pt x="740" y="0"/>
                  </a:moveTo>
                  <a:cubicBezTo>
                    <a:pt x="686" y="0"/>
                    <a:pt x="633" y="8"/>
                    <a:pt x="584" y="26"/>
                  </a:cubicBezTo>
                  <a:cubicBezTo>
                    <a:pt x="203" y="133"/>
                    <a:pt x="0" y="538"/>
                    <a:pt x="119" y="967"/>
                  </a:cubicBezTo>
                  <a:cubicBezTo>
                    <a:pt x="179" y="1169"/>
                    <a:pt x="298" y="1383"/>
                    <a:pt x="464" y="1550"/>
                  </a:cubicBezTo>
                  <a:cubicBezTo>
                    <a:pt x="607" y="1693"/>
                    <a:pt x="774" y="1764"/>
                    <a:pt x="941" y="1764"/>
                  </a:cubicBezTo>
                  <a:cubicBezTo>
                    <a:pt x="976" y="1764"/>
                    <a:pt x="1012" y="1764"/>
                    <a:pt x="1060" y="1752"/>
                  </a:cubicBezTo>
                  <a:cubicBezTo>
                    <a:pt x="1453" y="1645"/>
                    <a:pt x="1560" y="1014"/>
                    <a:pt x="1441" y="609"/>
                  </a:cubicBezTo>
                  <a:cubicBezTo>
                    <a:pt x="1381" y="395"/>
                    <a:pt x="1262" y="216"/>
                    <a:pt x="1119" y="121"/>
                  </a:cubicBezTo>
                  <a:cubicBezTo>
                    <a:pt x="1002" y="46"/>
                    <a:pt x="867"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67"/>
            <p:cNvSpPr/>
            <p:nvPr/>
          </p:nvSpPr>
          <p:spPr>
            <a:xfrm>
              <a:off x="5777133" y="3542162"/>
              <a:ext cx="60608" cy="57440"/>
            </a:xfrm>
            <a:custGeom>
              <a:avLst/>
              <a:gdLst/>
              <a:ahLst/>
              <a:cxnLst/>
              <a:rect l="l" t="t" r="r" b="b"/>
              <a:pathLst>
                <a:path w="1894" h="1795" extrusionOk="0">
                  <a:moveTo>
                    <a:pt x="1132" y="0"/>
                  </a:moveTo>
                  <a:cubicBezTo>
                    <a:pt x="996" y="0"/>
                    <a:pt x="856" y="35"/>
                    <a:pt x="727" y="104"/>
                  </a:cubicBezTo>
                  <a:cubicBezTo>
                    <a:pt x="656" y="152"/>
                    <a:pt x="620" y="259"/>
                    <a:pt x="668" y="330"/>
                  </a:cubicBezTo>
                  <a:cubicBezTo>
                    <a:pt x="692" y="379"/>
                    <a:pt x="750" y="412"/>
                    <a:pt x="811" y="412"/>
                  </a:cubicBezTo>
                  <a:cubicBezTo>
                    <a:pt x="839" y="412"/>
                    <a:pt x="868" y="405"/>
                    <a:pt x="894" y="390"/>
                  </a:cubicBezTo>
                  <a:cubicBezTo>
                    <a:pt x="980" y="342"/>
                    <a:pt x="1068" y="318"/>
                    <a:pt x="1151" y="318"/>
                  </a:cubicBezTo>
                  <a:cubicBezTo>
                    <a:pt x="1252" y="318"/>
                    <a:pt x="1346" y="354"/>
                    <a:pt x="1418" y="426"/>
                  </a:cubicBezTo>
                  <a:cubicBezTo>
                    <a:pt x="1513" y="509"/>
                    <a:pt x="1561" y="616"/>
                    <a:pt x="1561" y="711"/>
                  </a:cubicBezTo>
                  <a:cubicBezTo>
                    <a:pt x="1561" y="866"/>
                    <a:pt x="1501" y="1009"/>
                    <a:pt x="1382" y="1140"/>
                  </a:cubicBezTo>
                  <a:cubicBezTo>
                    <a:pt x="1191" y="1348"/>
                    <a:pt x="886" y="1487"/>
                    <a:pt x="675" y="1487"/>
                  </a:cubicBezTo>
                  <a:cubicBezTo>
                    <a:pt x="597" y="1487"/>
                    <a:pt x="531" y="1468"/>
                    <a:pt x="489" y="1426"/>
                  </a:cubicBezTo>
                  <a:cubicBezTo>
                    <a:pt x="370" y="1319"/>
                    <a:pt x="394" y="1057"/>
                    <a:pt x="525" y="771"/>
                  </a:cubicBezTo>
                  <a:cubicBezTo>
                    <a:pt x="572" y="699"/>
                    <a:pt x="549" y="592"/>
                    <a:pt x="453" y="545"/>
                  </a:cubicBezTo>
                  <a:cubicBezTo>
                    <a:pt x="433" y="534"/>
                    <a:pt x="409" y="529"/>
                    <a:pt x="384" y="529"/>
                  </a:cubicBezTo>
                  <a:cubicBezTo>
                    <a:pt x="325" y="529"/>
                    <a:pt x="261" y="561"/>
                    <a:pt x="227" y="628"/>
                  </a:cubicBezTo>
                  <a:cubicBezTo>
                    <a:pt x="49" y="961"/>
                    <a:pt x="1" y="1426"/>
                    <a:pt x="263" y="1664"/>
                  </a:cubicBezTo>
                  <a:cubicBezTo>
                    <a:pt x="370" y="1759"/>
                    <a:pt x="501" y="1795"/>
                    <a:pt x="668" y="1795"/>
                  </a:cubicBezTo>
                  <a:cubicBezTo>
                    <a:pt x="751" y="1795"/>
                    <a:pt x="858" y="1783"/>
                    <a:pt x="965" y="1759"/>
                  </a:cubicBezTo>
                  <a:cubicBezTo>
                    <a:pt x="1203" y="1676"/>
                    <a:pt x="1442" y="1533"/>
                    <a:pt x="1620" y="1354"/>
                  </a:cubicBezTo>
                  <a:cubicBezTo>
                    <a:pt x="1811" y="1176"/>
                    <a:pt x="1894" y="938"/>
                    <a:pt x="1882" y="711"/>
                  </a:cubicBezTo>
                  <a:cubicBezTo>
                    <a:pt x="1870" y="521"/>
                    <a:pt x="1799" y="330"/>
                    <a:pt x="1644" y="199"/>
                  </a:cubicBezTo>
                  <a:cubicBezTo>
                    <a:pt x="1505" y="67"/>
                    <a:pt x="1322"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67"/>
            <p:cNvSpPr/>
            <p:nvPr/>
          </p:nvSpPr>
          <p:spPr>
            <a:xfrm>
              <a:off x="5811437" y="3593426"/>
              <a:ext cx="56032" cy="47328"/>
            </a:xfrm>
            <a:custGeom>
              <a:avLst/>
              <a:gdLst/>
              <a:ahLst/>
              <a:cxnLst/>
              <a:rect l="l" t="t" r="r" b="b"/>
              <a:pathLst>
                <a:path w="1751" h="1479" extrusionOk="0">
                  <a:moveTo>
                    <a:pt x="1079" y="312"/>
                  </a:moveTo>
                  <a:cubicBezTo>
                    <a:pt x="1202" y="312"/>
                    <a:pt x="1308" y="364"/>
                    <a:pt x="1370" y="467"/>
                  </a:cubicBezTo>
                  <a:cubicBezTo>
                    <a:pt x="1394" y="574"/>
                    <a:pt x="1405" y="657"/>
                    <a:pt x="1382" y="752"/>
                  </a:cubicBezTo>
                  <a:cubicBezTo>
                    <a:pt x="1346" y="860"/>
                    <a:pt x="1263" y="955"/>
                    <a:pt x="1143" y="1014"/>
                  </a:cubicBezTo>
                  <a:cubicBezTo>
                    <a:pt x="1013" y="1098"/>
                    <a:pt x="834" y="1157"/>
                    <a:pt x="667" y="1157"/>
                  </a:cubicBezTo>
                  <a:cubicBezTo>
                    <a:pt x="524" y="1157"/>
                    <a:pt x="417" y="1122"/>
                    <a:pt x="381" y="1050"/>
                  </a:cubicBezTo>
                  <a:cubicBezTo>
                    <a:pt x="346" y="991"/>
                    <a:pt x="370" y="871"/>
                    <a:pt x="441" y="752"/>
                  </a:cubicBezTo>
                  <a:cubicBezTo>
                    <a:pt x="512" y="610"/>
                    <a:pt x="655" y="467"/>
                    <a:pt x="786" y="395"/>
                  </a:cubicBezTo>
                  <a:cubicBezTo>
                    <a:pt x="887" y="340"/>
                    <a:pt x="988" y="312"/>
                    <a:pt x="1079" y="312"/>
                  </a:cubicBezTo>
                  <a:close/>
                  <a:moveTo>
                    <a:pt x="1052" y="0"/>
                  </a:moveTo>
                  <a:cubicBezTo>
                    <a:pt x="906" y="0"/>
                    <a:pt x="752" y="40"/>
                    <a:pt x="608" y="121"/>
                  </a:cubicBezTo>
                  <a:cubicBezTo>
                    <a:pt x="429" y="229"/>
                    <a:pt x="251" y="407"/>
                    <a:pt x="143" y="598"/>
                  </a:cubicBezTo>
                  <a:cubicBezTo>
                    <a:pt x="12" y="836"/>
                    <a:pt x="0" y="1062"/>
                    <a:pt x="96" y="1229"/>
                  </a:cubicBezTo>
                  <a:cubicBezTo>
                    <a:pt x="203" y="1395"/>
                    <a:pt x="393" y="1479"/>
                    <a:pt x="667" y="1479"/>
                  </a:cubicBezTo>
                  <a:cubicBezTo>
                    <a:pt x="893" y="1479"/>
                    <a:pt x="1120" y="1419"/>
                    <a:pt x="1310" y="1300"/>
                  </a:cubicBezTo>
                  <a:cubicBezTo>
                    <a:pt x="1501" y="1193"/>
                    <a:pt x="1632" y="1038"/>
                    <a:pt x="1691" y="860"/>
                  </a:cubicBezTo>
                  <a:cubicBezTo>
                    <a:pt x="1751" y="681"/>
                    <a:pt x="1739" y="479"/>
                    <a:pt x="1632" y="324"/>
                  </a:cubicBezTo>
                  <a:cubicBezTo>
                    <a:pt x="1513" y="109"/>
                    <a:pt x="1293" y="0"/>
                    <a:pt x="10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67"/>
            <p:cNvSpPr/>
            <p:nvPr/>
          </p:nvSpPr>
          <p:spPr>
            <a:xfrm>
              <a:off x="5679981" y="3591218"/>
              <a:ext cx="130720" cy="99840"/>
            </a:xfrm>
            <a:custGeom>
              <a:avLst/>
              <a:gdLst/>
              <a:ahLst/>
              <a:cxnLst/>
              <a:rect l="l" t="t" r="r" b="b"/>
              <a:pathLst>
                <a:path w="4085" h="3120" extrusionOk="0">
                  <a:moveTo>
                    <a:pt x="1842" y="0"/>
                  </a:moveTo>
                  <a:cubicBezTo>
                    <a:pt x="1616" y="0"/>
                    <a:pt x="1390" y="35"/>
                    <a:pt x="1168" y="107"/>
                  </a:cubicBezTo>
                  <a:cubicBezTo>
                    <a:pt x="691" y="274"/>
                    <a:pt x="322" y="583"/>
                    <a:pt x="156" y="976"/>
                  </a:cubicBezTo>
                  <a:cubicBezTo>
                    <a:pt x="1" y="1381"/>
                    <a:pt x="84" y="1738"/>
                    <a:pt x="418" y="2072"/>
                  </a:cubicBezTo>
                  <a:cubicBezTo>
                    <a:pt x="668" y="2310"/>
                    <a:pt x="1037" y="2524"/>
                    <a:pt x="1632" y="2762"/>
                  </a:cubicBezTo>
                  <a:cubicBezTo>
                    <a:pt x="2215" y="3012"/>
                    <a:pt x="2644" y="3107"/>
                    <a:pt x="2989" y="3119"/>
                  </a:cubicBezTo>
                  <a:cubicBezTo>
                    <a:pt x="3442" y="3119"/>
                    <a:pt x="3763" y="2917"/>
                    <a:pt x="3930" y="2524"/>
                  </a:cubicBezTo>
                  <a:cubicBezTo>
                    <a:pt x="4085" y="2214"/>
                    <a:pt x="4085" y="1833"/>
                    <a:pt x="3942" y="1429"/>
                  </a:cubicBezTo>
                  <a:cubicBezTo>
                    <a:pt x="3912" y="1360"/>
                    <a:pt x="3850" y="1315"/>
                    <a:pt x="3776" y="1315"/>
                  </a:cubicBezTo>
                  <a:cubicBezTo>
                    <a:pt x="3760" y="1315"/>
                    <a:pt x="3744" y="1317"/>
                    <a:pt x="3727" y="1321"/>
                  </a:cubicBezTo>
                  <a:cubicBezTo>
                    <a:pt x="3644" y="1357"/>
                    <a:pt x="3597" y="1441"/>
                    <a:pt x="3632" y="1536"/>
                  </a:cubicBezTo>
                  <a:cubicBezTo>
                    <a:pt x="3739" y="1845"/>
                    <a:pt x="3739" y="2155"/>
                    <a:pt x="3644" y="2417"/>
                  </a:cubicBezTo>
                  <a:cubicBezTo>
                    <a:pt x="3553" y="2621"/>
                    <a:pt x="3403" y="2804"/>
                    <a:pt x="3005" y="2804"/>
                  </a:cubicBezTo>
                  <a:cubicBezTo>
                    <a:pt x="2730" y="2804"/>
                    <a:pt x="2337" y="2717"/>
                    <a:pt x="1763" y="2488"/>
                  </a:cubicBezTo>
                  <a:cubicBezTo>
                    <a:pt x="1227" y="2262"/>
                    <a:pt x="870" y="2072"/>
                    <a:pt x="668" y="1845"/>
                  </a:cubicBezTo>
                  <a:cubicBezTo>
                    <a:pt x="429" y="1619"/>
                    <a:pt x="370" y="1381"/>
                    <a:pt x="489" y="1119"/>
                  </a:cubicBezTo>
                  <a:cubicBezTo>
                    <a:pt x="608" y="810"/>
                    <a:pt x="906" y="548"/>
                    <a:pt x="1299" y="417"/>
                  </a:cubicBezTo>
                  <a:cubicBezTo>
                    <a:pt x="1483" y="353"/>
                    <a:pt x="1677" y="323"/>
                    <a:pt x="1872" y="323"/>
                  </a:cubicBezTo>
                  <a:cubicBezTo>
                    <a:pt x="2117" y="323"/>
                    <a:pt x="2364" y="371"/>
                    <a:pt x="2596" y="464"/>
                  </a:cubicBezTo>
                  <a:cubicBezTo>
                    <a:pt x="2882" y="583"/>
                    <a:pt x="3132" y="762"/>
                    <a:pt x="3335" y="1000"/>
                  </a:cubicBezTo>
                  <a:cubicBezTo>
                    <a:pt x="3366" y="1037"/>
                    <a:pt x="3407" y="1055"/>
                    <a:pt x="3447" y="1055"/>
                  </a:cubicBezTo>
                  <a:cubicBezTo>
                    <a:pt x="3484" y="1055"/>
                    <a:pt x="3520" y="1040"/>
                    <a:pt x="3549" y="1012"/>
                  </a:cubicBezTo>
                  <a:cubicBezTo>
                    <a:pt x="3632" y="952"/>
                    <a:pt x="3632" y="845"/>
                    <a:pt x="3561" y="786"/>
                  </a:cubicBezTo>
                  <a:cubicBezTo>
                    <a:pt x="3346" y="512"/>
                    <a:pt x="3049" y="298"/>
                    <a:pt x="2704" y="167"/>
                  </a:cubicBezTo>
                  <a:cubicBezTo>
                    <a:pt x="2427" y="59"/>
                    <a:pt x="2136" y="0"/>
                    <a:pt x="1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21" name="Google Shape;12721;p67"/>
          <p:cNvSpPr txBox="1"/>
          <p:nvPr/>
        </p:nvSpPr>
        <p:spPr>
          <a:xfrm>
            <a:off x="1048350" y="721025"/>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Nature Icons</a:t>
            </a:r>
            <a:endParaRPr sz="2400">
              <a:solidFill>
                <a:srgbClr val="FFFFFF"/>
              </a:solidFil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725"/>
        <p:cNvGrpSpPr/>
        <p:nvPr/>
      </p:nvGrpSpPr>
      <p:grpSpPr>
        <a:xfrm>
          <a:off x="0" y="0"/>
          <a:ext cx="0" cy="0"/>
          <a:chOff x="0" y="0"/>
          <a:chExt cx="0" cy="0"/>
        </a:xfrm>
      </p:grpSpPr>
      <p:sp>
        <p:nvSpPr>
          <p:cNvPr id="12726" name="Google Shape;12726;p68"/>
          <p:cNvSpPr/>
          <p:nvPr/>
        </p:nvSpPr>
        <p:spPr>
          <a:xfrm>
            <a:off x="2601855" y="3893161"/>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27" name="Google Shape;12727;p68"/>
          <p:cNvGrpSpPr/>
          <p:nvPr/>
        </p:nvGrpSpPr>
        <p:grpSpPr>
          <a:xfrm>
            <a:off x="3051327" y="3893352"/>
            <a:ext cx="346056" cy="345674"/>
            <a:chOff x="3303268" y="3817349"/>
            <a:chExt cx="346056" cy="345674"/>
          </a:xfrm>
        </p:grpSpPr>
        <p:sp>
          <p:nvSpPr>
            <p:cNvPr id="12728" name="Google Shape;12728;p68"/>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68"/>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68"/>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68"/>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2" name="Google Shape;12732;p68"/>
          <p:cNvGrpSpPr/>
          <p:nvPr/>
        </p:nvGrpSpPr>
        <p:grpSpPr>
          <a:xfrm>
            <a:off x="3500416" y="3893352"/>
            <a:ext cx="346056" cy="345674"/>
            <a:chOff x="3752358" y="3817349"/>
            <a:chExt cx="346056" cy="345674"/>
          </a:xfrm>
        </p:grpSpPr>
        <p:sp>
          <p:nvSpPr>
            <p:cNvPr id="12733" name="Google Shape;12733;p68"/>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4" name="Google Shape;12734;p68"/>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5" name="Google Shape;12735;p68"/>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68"/>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7" name="Google Shape;12737;p68"/>
          <p:cNvGrpSpPr/>
          <p:nvPr/>
        </p:nvGrpSpPr>
        <p:grpSpPr>
          <a:xfrm>
            <a:off x="4848066" y="3893352"/>
            <a:ext cx="346024" cy="345674"/>
            <a:chOff x="5100008" y="3817349"/>
            <a:chExt cx="346024" cy="345674"/>
          </a:xfrm>
        </p:grpSpPr>
        <p:sp>
          <p:nvSpPr>
            <p:cNvPr id="12738" name="Google Shape;12738;p68"/>
            <p:cNvSpPr/>
            <p:nvPr/>
          </p:nvSpPr>
          <p:spPr>
            <a:xfrm>
              <a:off x="5100008" y="3817349"/>
              <a:ext cx="346024" cy="345674"/>
            </a:xfrm>
            <a:custGeom>
              <a:avLst/>
              <a:gdLst/>
              <a:ahLst/>
              <a:cxnLst/>
              <a:rect l="l" t="t" r="r" b="b"/>
              <a:pathLst>
                <a:path w="10871" h="10860" extrusionOk="0">
                  <a:moveTo>
                    <a:pt x="5441" y="334"/>
                  </a:moveTo>
                  <a:cubicBezTo>
                    <a:pt x="8251" y="334"/>
                    <a:pt x="10525" y="2608"/>
                    <a:pt x="10525" y="5430"/>
                  </a:cubicBezTo>
                  <a:cubicBezTo>
                    <a:pt x="10525" y="8240"/>
                    <a:pt x="8251" y="10514"/>
                    <a:pt x="5441" y="10514"/>
                  </a:cubicBezTo>
                  <a:cubicBezTo>
                    <a:pt x="2620" y="10514"/>
                    <a:pt x="346" y="8240"/>
                    <a:pt x="346" y="5430"/>
                  </a:cubicBezTo>
                  <a:cubicBezTo>
                    <a:pt x="346" y="2608"/>
                    <a:pt x="2620" y="334"/>
                    <a:pt x="5441" y="334"/>
                  </a:cubicBezTo>
                  <a:close/>
                  <a:moveTo>
                    <a:pt x="5441" y="1"/>
                  </a:moveTo>
                  <a:cubicBezTo>
                    <a:pt x="3989" y="1"/>
                    <a:pt x="2620" y="560"/>
                    <a:pt x="1596" y="1584"/>
                  </a:cubicBezTo>
                  <a:cubicBezTo>
                    <a:pt x="572" y="2620"/>
                    <a:pt x="0" y="3989"/>
                    <a:pt x="0" y="5430"/>
                  </a:cubicBezTo>
                  <a:cubicBezTo>
                    <a:pt x="0" y="6871"/>
                    <a:pt x="572" y="8240"/>
                    <a:pt x="1596" y="9264"/>
                  </a:cubicBezTo>
                  <a:cubicBezTo>
                    <a:pt x="2620" y="10300"/>
                    <a:pt x="3989" y="10859"/>
                    <a:pt x="5441"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68"/>
            <p:cNvSpPr/>
            <p:nvPr/>
          </p:nvSpPr>
          <p:spPr>
            <a:xfrm>
              <a:off x="5150777" y="3867767"/>
              <a:ext cx="244486" cy="243690"/>
            </a:xfrm>
            <a:custGeom>
              <a:avLst/>
              <a:gdLst/>
              <a:ahLst/>
              <a:cxnLst/>
              <a:rect l="l" t="t" r="r" b="b"/>
              <a:pathLst>
                <a:path w="7681" h="7656" extrusionOk="0">
                  <a:moveTo>
                    <a:pt x="3823" y="0"/>
                  </a:moveTo>
                  <a:cubicBezTo>
                    <a:pt x="1715" y="0"/>
                    <a:pt x="1" y="1715"/>
                    <a:pt x="1" y="3834"/>
                  </a:cubicBezTo>
                  <a:cubicBezTo>
                    <a:pt x="1" y="4429"/>
                    <a:pt x="132" y="5001"/>
                    <a:pt x="406" y="5537"/>
                  </a:cubicBezTo>
                  <a:lnTo>
                    <a:pt x="13" y="6513"/>
                  </a:lnTo>
                  <a:cubicBezTo>
                    <a:pt x="1" y="6537"/>
                    <a:pt x="1" y="6584"/>
                    <a:pt x="1" y="6632"/>
                  </a:cubicBezTo>
                  <a:cubicBezTo>
                    <a:pt x="13" y="6703"/>
                    <a:pt x="96" y="6751"/>
                    <a:pt x="167" y="6751"/>
                  </a:cubicBezTo>
                  <a:lnTo>
                    <a:pt x="1346" y="6751"/>
                  </a:lnTo>
                  <a:cubicBezTo>
                    <a:pt x="2037" y="7346"/>
                    <a:pt x="2918" y="7656"/>
                    <a:pt x="3823" y="7656"/>
                  </a:cubicBezTo>
                  <a:cubicBezTo>
                    <a:pt x="5942" y="7656"/>
                    <a:pt x="7656" y="5941"/>
                    <a:pt x="7656" y="3834"/>
                  </a:cubicBezTo>
                  <a:cubicBezTo>
                    <a:pt x="7680" y="2382"/>
                    <a:pt x="6847" y="1108"/>
                    <a:pt x="5644" y="465"/>
                  </a:cubicBezTo>
                  <a:cubicBezTo>
                    <a:pt x="5616" y="450"/>
                    <a:pt x="5586" y="444"/>
                    <a:pt x="5558" y="444"/>
                  </a:cubicBezTo>
                  <a:cubicBezTo>
                    <a:pt x="5470" y="444"/>
                    <a:pt x="5394" y="511"/>
                    <a:pt x="5394" y="619"/>
                  </a:cubicBezTo>
                  <a:cubicBezTo>
                    <a:pt x="5394" y="679"/>
                    <a:pt x="5418" y="727"/>
                    <a:pt x="5478" y="762"/>
                  </a:cubicBezTo>
                  <a:cubicBezTo>
                    <a:pt x="6585" y="1358"/>
                    <a:pt x="7323" y="2501"/>
                    <a:pt x="7323" y="3846"/>
                  </a:cubicBezTo>
                  <a:cubicBezTo>
                    <a:pt x="7323" y="5763"/>
                    <a:pt x="5763" y="7323"/>
                    <a:pt x="3846" y="7323"/>
                  </a:cubicBezTo>
                  <a:cubicBezTo>
                    <a:pt x="2989" y="7323"/>
                    <a:pt x="2168" y="7013"/>
                    <a:pt x="1537" y="6453"/>
                  </a:cubicBezTo>
                  <a:cubicBezTo>
                    <a:pt x="1501" y="6418"/>
                    <a:pt x="1465" y="6406"/>
                    <a:pt x="1418" y="6406"/>
                  </a:cubicBezTo>
                  <a:lnTo>
                    <a:pt x="429" y="6406"/>
                  </a:lnTo>
                  <a:lnTo>
                    <a:pt x="763" y="5596"/>
                  </a:lnTo>
                  <a:cubicBezTo>
                    <a:pt x="775" y="5560"/>
                    <a:pt x="775" y="5501"/>
                    <a:pt x="763" y="5453"/>
                  </a:cubicBezTo>
                  <a:cubicBezTo>
                    <a:pt x="489" y="4965"/>
                    <a:pt x="358" y="4394"/>
                    <a:pt x="358" y="3834"/>
                  </a:cubicBezTo>
                  <a:cubicBezTo>
                    <a:pt x="358" y="1905"/>
                    <a:pt x="1918" y="346"/>
                    <a:pt x="3846" y="346"/>
                  </a:cubicBezTo>
                  <a:cubicBezTo>
                    <a:pt x="4144" y="346"/>
                    <a:pt x="4418" y="381"/>
                    <a:pt x="4692" y="453"/>
                  </a:cubicBezTo>
                  <a:cubicBezTo>
                    <a:pt x="4704" y="455"/>
                    <a:pt x="4717" y="457"/>
                    <a:pt x="4729" y="457"/>
                  </a:cubicBezTo>
                  <a:cubicBezTo>
                    <a:pt x="4820" y="457"/>
                    <a:pt x="4894" y="381"/>
                    <a:pt x="4894" y="286"/>
                  </a:cubicBezTo>
                  <a:cubicBezTo>
                    <a:pt x="4894" y="215"/>
                    <a:pt x="4835" y="143"/>
                    <a:pt x="4763" y="119"/>
                  </a:cubicBezTo>
                  <a:cubicBezTo>
                    <a:pt x="4466" y="48"/>
                    <a:pt x="4156" y="0"/>
                    <a:pt x="3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0" name="Google Shape;12740;p68"/>
            <p:cNvSpPr/>
            <p:nvPr/>
          </p:nvSpPr>
          <p:spPr>
            <a:xfrm>
              <a:off x="5201960" y="3941167"/>
              <a:ext cx="135691" cy="91097"/>
            </a:xfrm>
            <a:custGeom>
              <a:avLst/>
              <a:gdLst/>
              <a:ahLst/>
              <a:cxnLst/>
              <a:rect l="l" t="t" r="r" b="b"/>
              <a:pathLst>
                <a:path w="4263" h="2862" extrusionOk="0">
                  <a:moveTo>
                    <a:pt x="4077" y="0"/>
                  </a:moveTo>
                  <a:cubicBezTo>
                    <a:pt x="4039" y="0"/>
                    <a:pt x="4000" y="12"/>
                    <a:pt x="3965" y="40"/>
                  </a:cubicBezTo>
                  <a:lnTo>
                    <a:pt x="2869" y="909"/>
                  </a:lnTo>
                  <a:lnTo>
                    <a:pt x="881" y="909"/>
                  </a:lnTo>
                  <a:cubicBezTo>
                    <a:pt x="810" y="909"/>
                    <a:pt x="750" y="957"/>
                    <a:pt x="714" y="1016"/>
                  </a:cubicBezTo>
                  <a:lnTo>
                    <a:pt x="36" y="2623"/>
                  </a:lnTo>
                  <a:cubicBezTo>
                    <a:pt x="0" y="2695"/>
                    <a:pt x="12" y="2778"/>
                    <a:pt x="72" y="2814"/>
                  </a:cubicBezTo>
                  <a:cubicBezTo>
                    <a:pt x="107" y="2850"/>
                    <a:pt x="155" y="2862"/>
                    <a:pt x="191" y="2862"/>
                  </a:cubicBezTo>
                  <a:cubicBezTo>
                    <a:pt x="226" y="2862"/>
                    <a:pt x="250" y="2850"/>
                    <a:pt x="286" y="2826"/>
                  </a:cubicBezTo>
                  <a:lnTo>
                    <a:pt x="1381" y="2171"/>
                  </a:lnTo>
                  <a:lnTo>
                    <a:pt x="1857" y="2171"/>
                  </a:lnTo>
                  <a:cubicBezTo>
                    <a:pt x="1953" y="2171"/>
                    <a:pt x="2036" y="2100"/>
                    <a:pt x="2036" y="1992"/>
                  </a:cubicBezTo>
                  <a:cubicBezTo>
                    <a:pt x="2036" y="1909"/>
                    <a:pt x="1965" y="1814"/>
                    <a:pt x="1857" y="1814"/>
                  </a:cubicBezTo>
                  <a:lnTo>
                    <a:pt x="1345" y="1814"/>
                  </a:lnTo>
                  <a:cubicBezTo>
                    <a:pt x="1310" y="1814"/>
                    <a:pt x="1286" y="1838"/>
                    <a:pt x="1250" y="1850"/>
                  </a:cubicBezTo>
                  <a:lnTo>
                    <a:pt x="572" y="2266"/>
                  </a:lnTo>
                  <a:lnTo>
                    <a:pt x="1000" y="1254"/>
                  </a:lnTo>
                  <a:lnTo>
                    <a:pt x="2953" y="1254"/>
                  </a:lnTo>
                  <a:cubicBezTo>
                    <a:pt x="2989" y="1254"/>
                    <a:pt x="3024" y="1242"/>
                    <a:pt x="3048" y="1207"/>
                  </a:cubicBezTo>
                  <a:lnTo>
                    <a:pt x="3584" y="778"/>
                  </a:lnTo>
                  <a:lnTo>
                    <a:pt x="3072" y="1814"/>
                  </a:lnTo>
                  <a:lnTo>
                    <a:pt x="2691" y="1814"/>
                  </a:lnTo>
                  <a:cubicBezTo>
                    <a:pt x="2608" y="1814"/>
                    <a:pt x="2512" y="1897"/>
                    <a:pt x="2512" y="1992"/>
                  </a:cubicBezTo>
                  <a:cubicBezTo>
                    <a:pt x="2512" y="2088"/>
                    <a:pt x="2596" y="2183"/>
                    <a:pt x="2691" y="2183"/>
                  </a:cubicBezTo>
                  <a:lnTo>
                    <a:pt x="3167" y="2183"/>
                  </a:lnTo>
                  <a:cubicBezTo>
                    <a:pt x="3227" y="2183"/>
                    <a:pt x="3286" y="2147"/>
                    <a:pt x="3322" y="2088"/>
                  </a:cubicBezTo>
                  <a:lnTo>
                    <a:pt x="4227" y="254"/>
                  </a:lnTo>
                  <a:cubicBezTo>
                    <a:pt x="4263" y="171"/>
                    <a:pt x="4227" y="64"/>
                    <a:pt x="4155" y="16"/>
                  </a:cubicBezTo>
                  <a:cubicBezTo>
                    <a:pt x="4131" y="6"/>
                    <a:pt x="4104" y="0"/>
                    <a:pt x="40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1" name="Google Shape;12741;p68"/>
          <p:cNvGrpSpPr/>
          <p:nvPr/>
        </p:nvGrpSpPr>
        <p:grpSpPr>
          <a:xfrm>
            <a:off x="5746977" y="3893352"/>
            <a:ext cx="345674" cy="345674"/>
            <a:chOff x="5998919" y="3817349"/>
            <a:chExt cx="345674" cy="345674"/>
          </a:xfrm>
        </p:grpSpPr>
        <p:sp>
          <p:nvSpPr>
            <p:cNvPr id="12742" name="Google Shape;12742;p68"/>
            <p:cNvSpPr/>
            <p:nvPr/>
          </p:nvSpPr>
          <p:spPr>
            <a:xfrm>
              <a:off x="5998919" y="3817349"/>
              <a:ext cx="345674" cy="345674"/>
            </a:xfrm>
            <a:custGeom>
              <a:avLst/>
              <a:gdLst/>
              <a:ahLst/>
              <a:cxnLst/>
              <a:rect l="l" t="t" r="r" b="b"/>
              <a:pathLst>
                <a:path w="10860" h="10860" extrusionOk="0">
                  <a:moveTo>
                    <a:pt x="5430" y="334"/>
                  </a:moveTo>
                  <a:cubicBezTo>
                    <a:pt x="8240" y="334"/>
                    <a:pt x="10514" y="2608"/>
                    <a:pt x="10514" y="5430"/>
                  </a:cubicBezTo>
                  <a:cubicBezTo>
                    <a:pt x="10514" y="8240"/>
                    <a:pt x="8240" y="10514"/>
                    <a:pt x="5430" y="10514"/>
                  </a:cubicBezTo>
                  <a:cubicBezTo>
                    <a:pt x="2608" y="10514"/>
                    <a:pt x="334" y="8240"/>
                    <a:pt x="334" y="5430"/>
                  </a:cubicBezTo>
                  <a:cubicBezTo>
                    <a:pt x="334" y="2608"/>
                    <a:pt x="2608" y="334"/>
                    <a:pt x="5430" y="334"/>
                  </a:cubicBezTo>
                  <a:close/>
                  <a:moveTo>
                    <a:pt x="5430" y="1"/>
                  </a:moveTo>
                  <a:cubicBezTo>
                    <a:pt x="3990" y="1"/>
                    <a:pt x="2608" y="560"/>
                    <a:pt x="1584" y="1584"/>
                  </a:cubicBezTo>
                  <a:cubicBezTo>
                    <a:pt x="561" y="2620"/>
                    <a:pt x="1" y="3989"/>
                    <a:pt x="1" y="5430"/>
                  </a:cubicBezTo>
                  <a:cubicBezTo>
                    <a:pt x="1" y="6871"/>
                    <a:pt x="561" y="8240"/>
                    <a:pt x="1584" y="9264"/>
                  </a:cubicBezTo>
                  <a:cubicBezTo>
                    <a:pt x="2620" y="10300"/>
                    <a:pt x="3990" y="10859"/>
                    <a:pt x="5430" y="10859"/>
                  </a:cubicBezTo>
                  <a:cubicBezTo>
                    <a:pt x="6871" y="10859"/>
                    <a:pt x="8240" y="10300"/>
                    <a:pt x="9264" y="9264"/>
                  </a:cubicBezTo>
                  <a:cubicBezTo>
                    <a:pt x="10300" y="8240"/>
                    <a:pt x="10859" y="6871"/>
                    <a:pt x="10859" y="5430"/>
                  </a:cubicBezTo>
                  <a:cubicBezTo>
                    <a:pt x="10859" y="3989"/>
                    <a:pt x="10300" y="2620"/>
                    <a:pt x="9264"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3" name="Google Shape;12743;p68"/>
            <p:cNvSpPr/>
            <p:nvPr/>
          </p:nvSpPr>
          <p:spPr>
            <a:xfrm>
              <a:off x="6051980" y="3874579"/>
              <a:ext cx="240698" cy="231595"/>
            </a:xfrm>
            <a:custGeom>
              <a:avLst/>
              <a:gdLst/>
              <a:ahLst/>
              <a:cxnLst/>
              <a:rect l="l" t="t" r="r" b="b"/>
              <a:pathLst>
                <a:path w="7562" h="7276" extrusionOk="0">
                  <a:moveTo>
                    <a:pt x="1680" y="1"/>
                  </a:moveTo>
                  <a:cubicBezTo>
                    <a:pt x="1263" y="1"/>
                    <a:pt x="870" y="167"/>
                    <a:pt x="596" y="441"/>
                  </a:cubicBezTo>
                  <a:cubicBezTo>
                    <a:pt x="1" y="1036"/>
                    <a:pt x="1" y="2013"/>
                    <a:pt x="572" y="2608"/>
                  </a:cubicBezTo>
                  <a:cubicBezTo>
                    <a:pt x="477" y="2930"/>
                    <a:pt x="418" y="3275"/>
                    <a:pt x="418" y="3632"/>
                  </a:cubicBezTo>
                  <a:cubicBezTo>
                    <a:pt x="418" y="5489"/>
                    <a:pt x="1930" y="7013"/>
                    <a:pt x="3787" y="7013"/>
                  </a:cubicBezTo>
                  <a:cubicBezTo>
                    <a:pt x="4144" y="7013"/>
                    <a:pt x="4489" y="6954"/>
                    <a:pt x="4823" y="6847"/>
                  </a:cubicBezTo>
                  <a:cubicBezTo>
                    <a:pt x="5097" y="7132"/>
                    <a:pt x="5490" y="7275"/>
                    <a:pt x="5894" y="7275"/>
                  </a:cubicBezTo>
                  <a:cubicBezTo>
                    <a:pt x="6311" y="7275"/>
                    <a:pt x="6692" y="7109"/>
                    <a:pt x="6978" y="6835"/>
                  </a:cubicBezTo>
                  <a:cubicBezTo>
                    <a:pt x="7561" y="6239"/>
                    <a:pt x="7561" y="5263"/>
                    <a:pt x="6978" y="4656"/>
                  </a:cubicBezTo>
                  <a:cubicBezTo>
                    <a:pt x="7037" y="4454"/>
                    <a:pt x="7085" y="4239"/>
                    <a:pt x="7109" y="4013"/>
                  </a:cubicBezTo>
                  <a:cubicBezTo>
                    <a:pt x="7121" y="3918"/>
                    <a:pt x="7037" y="3822"/>
                    <a:pt x="6942" y="3822"/>
                  </a:cubicBezTo>
                  <a:cubicBezTo>
                    <a:pt x="6859" y="3822"/>
                    <a:pt x="6787" y="3882"/>
                    <a:pt x="6787" y="3977"/>
                  </a:cubicBezTo>
                  <a:cubicBezTo>
                    <a:pt x="6752" y="4192"/>
                    <a:pt x="6704" y="4418"/>
                    <a:pt x="6633" y="4632"/>
                  </a:cubicBezTo>
                  <a:cubicBezTo>
                    <a:pt x="6609" y="4692"/>
                    <a:pt x="6633" y="4763"/>
                    <a:pt x="6680" y="4811"/>
                  </a:cubicBezTo>
                  <a:lnTo>
                    <a:pt x="6740" y="4870"/>
                  </a:lnTo>
                  <a:cubicBezTo>
                    <a:pt x="7204" y="5323"/>
                    <a:pt x="7204" y="6097"/>
                    <a:pt x="6740" y="6561"/>
                  </a:cubicBezTo>
                  <a:cubicBezTo>
                    <a:pt x="6514" y="6787"/>
                    <a:pt x="6204" y="6918"/>
                    <a:pt x="5894" y="6918"/>
                  </a:cubicBezTo>
                  <a:cubicBezTo>
                    <a:pt x="5561" y="6918"/>
                    <a:pt x="5251" y="6787"/>
                    <a:pt x="5025" y="6549"/>
                  </a:cubicBezTo>
                  <a:lnTo>
                    <a:pt x="4978" y="6501"/>
                  </a:lnTo>
                  <a:cubicBezTo>
                    <a:pt x="4954" y="6478"/>
                    <a:pt x="4906" y="6454"/>
                    <a:pt x="4859" y="6454"/>
                  </a:cubicBezTo>
                  <a:cubicBezTo>
                    <a:pt x="4847" y="6454"/>
                    <a:pt x="4823" y="6454"/>
                    <a:pt x="4799" y="6478"/>
                  </a:cubicBezTo>
                  <a:cubicBezTo>
                    <a:pt x="4466" y="6597"/>
                    <a:pt x="4108" y="6656"/>
                    <a:pt x="3751" y="6656"/>
                  </a:cubicBezTo>
                  <a:cubicBezTo>
                    <a:pt x="2084" y="6620"/>
                    <a:pt x="739" y="5251"/>
                    <a:pt x="751" y="3584"/>
                  </a:cubicBezTo>
                  <a:cubicBezTo>
                    <a:pt x="751" y="3239"/>
                    <a:pt x="810" y="2918"/>
                    <a:pt x="929" y="2608"/>
                  </a:cubicBezTo>
                  <a:cubicBezTo>
                    <a:pt x="965" y="2549"/>
                    <a:pt x="929" y="2465"/>
                    <a:pt x="894" y="2429"/>
                  </a:cubicBezTo>
                  <a:lnTo>
                    <a:pt x="834" y="2370"/>
                  </a:lnTo>
                  <a:cubicBezTo>
                    <a:pt x="370" y="1906"/>
                    <a:pt x="370" y="1132"/>
                    <a:pt x="834" y="667"/>
                  </a:cubicBezTo>
                  <a:cubicBezTo>
                    <a:pt x="1049" y="441"/>
                    <a:pt x="1370" y="310"/>
                    <a:pt x="1680" y="310"/>
                  </a:cubicBezTo>
                  <a:cubicBezTo>
                    <a:pt x="2001" y="310"/>
                    <a:pt x="2323" y="441"/>
                    <a:pt x="2537" y="679"/>
                  </a:cubicBezTo>
                  <a:lnTo>
                    <a:pt x="2584" y="727"/>
                  </a:lnTo>
                  <a:cubicBezTo>
                    <a:pt x="2621" y="763"/>
                    <a:pt x="2671" y="779"/>
                    <a:pt x="2719" y="779"/>
                  </a:cubicBezTo>
                  <a:cubicBezTo>
                    <a:pt x="2734" y="779"/>
                    <a:pt x="2749" y="777"/>
                    <a:pt x="2763" y="774"/>
                  </a:cubicBezTo>
                  <a:cubicBezTo>
                    <a:pt x="3096" y="655"/>
                    <a:pt x="3430" y="596"/>
                    <a:pt x="3775" y="596"/>
                  </a:cubicBezTo>
                  <a:cubicBezTo>
                    <a:pt x="5299" y="596"/>
                    <a:pt x="6561" y="1727"/>
                    <a:pt x="6787" y="3203"/>
                  </a:cubicBezTo>
                  <a:cubicBezTo>
                    <a:pt x="6799" y="3287"/>
                    <a:pt x="6871" y="3346"/>
                    <a:pt x="6942" y="3346"/>
                  </a:cubicBezTo>
                  <a:cubicBezTo>
                    <a:pt x="7049" y="3346"/>
                    <a:pt x="7121" y="3263"/>
                    <a:pt x="7109" y="3156"/>
                  </a:cubicBezTo>
                  <a:cubicBezTo>
                    <a:pt x="6871" y="1513"/>
                    <a:pt x="5478" y="263"/>
                    <a:pt x="3775" y="263"/>
                  </a:cubicBezTo>
                  <a:cubicBezTo>
                    <a:pt x="3418" y="263"/>
                    <a:pt x="3073" y="322"/>
                    <a:pt x="2751" y="429"/>
                  </a:cubicBezTo>
                  <a:cubicBezTo>
                    <a:pt x="2465" y="143"/>
                    <a:pt x="2084" y="1"/>
                    <a:pt x="1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4" name="Google Shape;12744;p68"/>
            <p:cNvSpPr/>
            <p:nvPr/>
          </p:nvSpPr>
          <p:spPr>
            <a:xfrm>
              <a:off x="6116786" y="3928404"/>
              <a:ext cx="109941" cy="123946"/>
            </a:xfrm>
            <a:custGeom>
              <a:avLst/>
              <a:gdLst/>
              <a:ahLst/>
              <a:cxnLst/>
              <a:rect l="l" t="t" r="r" b="b"/>
              <a:pathLst>
                <a:path w="3454" h="3894" extrusionOk="0">
                  <a:moveTo>
                    <a:pt x="2322" y="1131"/>
                  </a:moveTo>
                  <a:cubicBezTo>
                    <a:pt x="2334" y="1227"/>
                    <a:pt x="2382" y="1310"/>
                    <a:pt x="2442" y="1393"/>
                  </a:cubicBezTo>
                  <a:cubicBezTo>
                    <a:pt x="2346" y="1369"/>
                    <a:pt x="2263" y="1369"/>
                    <a:pt x="2180" y="1369"/>
                  </a:cubicBezTo>
                  <a:lnTo>
                    <a:pt x="1275" y="1369"/>
                  </a:lnTo>
                  <a:cubicBezTo>
                    <a:pt x="1215" y="1369"/>
                    <a:pt x="1156" y="1334"/>
                    <a:pt x="1156" y="1250"/>
                  </a:cubicBezTo>
                  <a:cubicBezTo>
                    <a:pt x="1156" y="1191"/>
                    <a:pt x="1203" y="1131"/>
                    <a:pt x="1275" y="1131"/>
                  </a:cubicBezTo>
                  <a:close/>
                  <a:moveTo>
                    <a:pt x="1013" y="2489"/>
                  </a:moveTo>
                  <a:lnTo>
                    <a:pt x="1013" y="2489"/>
                  </a:lnTo>
                  <a:cubicBezTo>
                    <a:pt x="1096" y="2501"/>
                    <a:pt x="1191" y="2501"/>
                    <a:pt x="1263" y="2501"/>
                  </a:cubicBezTo>
                  <a:lnTo>
                    <a:pt x="2168" y="2501"/>
                  </a:lnTo>
                  <a:cubicBezTo>
                    <a:pt x="2227" y="2501"/>
                    <a:pt x="2287" y="2548"/>
                    <a:pt x="2287" y="2620"/>
                  </a:cubicBezTo>
                  <a:cubicBezTo>
                    <a:pt x="2287" y="2691"/>
                    <a:pt x="2251" y="2739"/>
                    <a:pt x="2168" y="2739"/>
                  </a:cubicBezTo>
                  <a:lnTo>
                    <a:pt x="1132" y="2739"/>
                  </a:lnTo>
                  <a:cubicBezTo>
                    <a:pt x="1120" y="2655"/>
                    <a:pt x="1072" y="2560"/>
                    <a:pt x="1013" y="2489"/>
                  </a:cubicBezTo>
                  <a:close/>
                  <a:moveTo>
                    <a:pt x="1275" y="0"/>
                  </a:moveTo>
                  <a:cubicBezTo>
                    <a:pt x="572" y="0"/>
                    <a:pt x="13" y="560"/>
                    <a:pt x="1" y="1250"/>
                  </a:cubicBezTo>
                  <a:cubicBezTo>
                    <a:pt x="1" y="1691"/>
                    <a:pt x="203" y="2072"/>
                    <a:pt x="537" y="2298"/>
                  </a:cubicBezTo>
                  <a:cubicBezTo>
                    <a:pt x="239" y="2310"/>
                    <a:pt x="1" y="2560"/>
                    <a:pt x="1" y="2858"/>
                  </a:cubicBezTo>
                  <a:cubicBezTo>
                    <a:pt x="1" y="3429"/>
                    <a:pt x="453" y="3894"/>
                    <a:pt x="1025" y="3894"/>
                  </a:cubicBezTo>
                  <a:lnTo>
                    <a:pt x="2144" y="3894"/>
                  </a:lnTo>
                  <a:cubicBezTo>
                    <a:pt x="2846" y="3894"/>
                    <a:pt x="3406" y="3334"/>
                    <a:pt x="3418" y="2643"/>
                  </a:cubicBezTo>
                  <a:cubicBezTo>
                    <a:pt x="3454" y="2203"/>
                    <a:pt x="3227" y="1822"/>
                    <a:pt x="2906" y="1596"/>
                  </a:cubicBezTo>
                  <a:cubicBezTo>
                    <a:pt x="3204" y="1584"/>
                    <a:pt x="3442" y="1334"/>
                    <a:pt x="3442" y="1036"/>
                  </a:cubicBezTo>
                  <a:cubicBezTo>
                    <a:pt x="3442" y="465"/>
                    <a:pt x="2977" y="0"/>
                    <a:pt x="2406" y="0"/>
                  </a:cubicBezTo>
                  <a:lnTo>
                    <a:pt x="2203" y="0"/>
                  </a:lnTo>
                  <a:cubicBezTo>
                    <a:pt x="2108" y="0"/>
                    <a:pt x="2025" y="84"/>
                    <a:pt x="2025" y="179"/>
                  </a:cubicBezTo>
                  <a:cubicBezTo>
                    <a:pt x="2025" y="274"/>
                    <a:pt x="2096" y="357"/>
                    <a:pt x="2203" y="357"/>
                  </a:cubicBezTo>
                  <a:lnTo>
                    <a:pt x="2406" y="357"/>
                  </a:lnTo>
                  <a:cubicBezTo>
                    <a:pt x="2775" y="357"/>
                    <a:pt x="3096" y="655"/>
                    <a:pt x="3096" y="1036"/>
                  </a:cubicBezTo>
                  <a:cubicBezTo>
                    <a:pt x="3096" y="1167"/>
                    <a:pt x="3001" y="1274"/>
                    <a:pt x="2870" y="1274"/>
                  </a:cubicBezTo>
                  <a:cubicBezTo>
                    <a:pt x="2739" y="1274"/>
                    <a:pt x="2632" y="1167"/>
                    <a:pt x="2632" y="1048"/>
                  </a:cubicBezTo>
                  <a:cubicBezTo>
                    <a:pt x="2632" y="917"/>
                    <a:pt x="2525" y="822"/>
                    <a:pt x="2394" y="822"/>
                  </a:cubicBezTo>
                  <a:lnTo>
                    <a:pt x="1263" y="822"/>
                  </a:lnTo>
                  <a:cubicBezTo>
                    <a:pt x="1013" y="822"/>
                    <a:pt x="798" y="1012"/>
                    <a:pt x="798" y="1274"/>
                  </a:cubicBezTo>
                  <a:cubicBezTo>
                    <a:pt x="787" y="1524"/>
                    <a:pt x="1001" y="1750"/>
                    <a:pt x="1263" y="1750"/>
                  </a:cubicBezTo>
                  <a:lnTo>
                    <a:pt x="2156" y="1750"/>
                  </a:lnTo>
                  <a:cubicBezTo>
                    <a:pt x="2668" y="1750"/>
                    <a:pt x="3084" y="2131"/>
                    <a:pt x="3096" y="2643"/>
                  </a:cubicBezTo>
                  <a:cubicBezTo>
                    <a:pt x="3108" y="3155"/>
                    <a:pt x="2692" y="3572"/>
                    <a:pt x="2192" y="3572"/>
                  </a:cubicBezTo>
                  <a:lnTo>
                    <a:pt x="1037" y="3572"/>
                  </a:lnTo>
                  <a:cubicBezTo>
                    <a:pt x="668" y="3572"/>
                    <a:pt x="358" y="3274"/>
                    <a:pt x="358" y="2905"/>
                  </a:cubicBezTo>
                  <a:cubicBezTo>
                    <a:pt x="358" y="2774"/>
                    <a:pt x="441" y="2667"/>
                    <a:pt x="584" y="2667"/>
                  </a:cubicBezTo>
                  <a:cubicBezTo>
                    <a:pt x="715" y="2667"/>
                    <a:pt x="822" y="2774"/>
                    <a:pt x="822" y="2893"/>
                  </a:cubicBezTo>
                  <a:cubicBezTo>
                    <a:pt x="822" y="3024"/>
                    <a:pt x="918" y="3120"/>
                    <a:pt x="1060" y="3120"/>
                  </a:cubicBezTo>
                  <a:lnTo>
                    <a:pt x="2180" y="3120"/>
                  </a:lnTo>
                  <a:cubicBezTo>
                    <a:pt x="2442" y="3120"/>
                    <a:pt x="2644" y="2917"/>
                    <a:pt x="2644" y="2667"/>
                  </a:cubicBezTo>
                  <a:cubicBezTo>
                    <a:pt x="2656" y="2417"/>
                    <a:pt x="2453" y="2191"/>
                    <a:pt x="2180" y="2191"/>
                  </a:cubicBezTo>
                  <a:lnTo>
                    <a:pt x="1287" y="2191"/>
                  </a:lnTo>
                  <a:cubicBezTo>
                    <a:pt x="787" y="2191"/>
                    <a:pt x="370" y="1810"/>
                    <a:pt x="358" y="1298"/>
                  </a:cubicBezTo>
                  <a:cubicBezTo>
                    <a:pt x="346" y="774"/>
                    <a:pt x="763" y="357"/>
                    <a:pt x="1263" y="357"/>
                  </a:cubicBezTo>
                  <a:lnTo>
                    <a:pt x="1346" y="357"/>
                  </a:lnTo>
                  <a:cubicBezTo>
                    <a:pt x="1441" y="357"/>
                    <a:pt x="1525" y="286"/>
                    <a:pt x="1525" y="179"/>
                  </a:cubicBezTo>
                  <a:cubicBezTo>
                    <a:pt x="1525" y="96"/>
                    <a:pt x="1453"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5" name="Google Shape;12745;p68"/>
          <p:cNvGrpSpPr/>
          <p:nvPr/>
        </p:nvGrpSpPr>
        <p:grpSpPr>
          <a:xfrm>
            <a:off x="3949506" y="3893352"/>
            <a:ext cx="346024" cy="345674"/>
            <a:chOff x="4201447" y="3817349"/>
            <a:chExt cx="346024" cy="345674"/>
          </a:xfrm>
        </p:grpSpPr>
        <p:sp>
          <p:nvSpPr>
            <p:cNvPr id="12746" name="Google Shape;12746;p68"/>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7" name="Google Shape;12747;p68"/>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8" name="Google Shape;12748;p68"/>
          <p:cNvGrpSpPr/>
          <p:nvPr/>
        </p:nvGrpSpPr>
        <p:grpSpPr>
          <a:xfrm>
            <a:off x="4398977" y="3893352"/>
            <a:ext cx="346024" cy="345674"/>
            <a:chOff x="4650919" y="3817349"/>
            <a:chExt cx="346024" cy="345674"/>
          </a:xfrm>
        </p:grpSpPr>
        <p:sp>
          <p:nvSpPr>
            <p:cNvPr id="12749" name="Google Shape;12749;p68"/>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68"/>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1" name="Google Shape;12751;p68"/>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2" name="Google Shape;12752;p68"/>
          <p:cNvGrpSpPr/>
          <p:nvPr/>
        </p:nvGrpSpPr>
        <p:grpSpPr>
          <a:xfrm>
            <a:off x="5297920" y="3893352"/>
            <a:ext cx="345642" cy="345674"/>
            <a:chOff x="5549861" y="3817349"/>
            <a:chExt cx="345642" cy="345674"/>
          </a:xfrm>
        </p:grpSpPr>
        <p:sp>
          <p:nvSpPr>
            <p:cNvPr id="12753" name="Google Shape;12753;p68"/>
            <p:cNvSpPr/>
            <p:nvPr/>
          </p:nvSpPr>
          <p:spPr>
            <a:xfrm>
              <a:off x="5549861" y="3817349"/>
              <a:ext cx="345642" cy="345674"/>
            </a:xfrm>
            <a:custGeom>
              <a:avLst/>
              <a:gdLst/>
              <a:ahLst/>
              <a:cxnLst/>
              <a:rect l="l" t="t" r="r" b="b"/>
              <a:pathLst>
                <a:path w="10859" h="10860" extrusionOk="0">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68"/>
            <p:cNvSpPr/>
            <p:nvPr/>
          </p:nvSpPr>
          <p:spPr>
            <a:xfrm>
              <a:off x="5590763" y="3890208"/>
              <a:ext cx="262661" cy="200052"/>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68"/>
            <p:cNvSpPr/>
            <p:nvPr/>
          </p:nvSpPr>
          <p:spPr>
            <a:xfrm>
              <a:off x="5680587" y="3935024"/>
              <a:ext cx="105389" cy="110514"/>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6" name="Google Shape;12756;p68"/>
          <p:cNvGrpSpPr/>
          <p:nvPr/>
        </p:nvGrpSpPr>
        <p:grpSpPr>
          <a:xfrm>
            <a:off x="1306445" y="3474029"/>
            <a:ext cx="367255" cy="269855"/>
            <a:chOff x="1306445" y="3397829"/>
            <a:chExt cx="367255" cy="269855"/>
          </a:xfrm>
        </p:grpSpPr>
        <p:sp>
          <p:nvSpPr>
            <p:cNvPr id="12757" name="Google Shape;12757;p68"/>
            <p:cNvSpPr/>
            <p:nvPr/>
          </p:nvSpPr>
          <p:spPr>
            <a:xfrm>
              <a:off x="1588395" y="3513054"/>
              <a:ext cx="45517" cy="16297"/>
            </a:xfrm>
            <a:custGeom>
              <a:avLst/>
              <a:gdLst/>
              <a:ahLst/>
              <a:cxnLst/>
              <a:rect l="l" t="t" r="r" b="b"/>
              <a:pathLst>
                <a:path w="1430" h="512" extrusionOk="0">
                  <a:moveTo>
                    <a:pt x="168" y="0"/>
                  </a:moveTo>
                  <a:cubicBezTo>
                    <a:pt x="72" y="0"/>
                    <a:pt x="1" y="71"/>
                    <a:pt x="1" y="167"/>
                  </a:cubicBezTo>
                  <a:cubicBezTo>
                    <a:pt x="1" y="250"/>
                    <a:pt x="72" y="333"/>
                    <a:pt x="168" y="333"/>
                  </a:cubicBezTo>
                  <a:cubicBezTo>
                    <a:pt x="358" y="333"/>
                    <a:pt x="906" y="357"/>
                    <a:pt x="1180" y="488"/>
                  </a:cubicBezTo>
                  <a:cubicBezTo>
                    <a:pt x="1204" y="512"/>
                    <a:pt x="1227" y="512"/>
                    <a:pt x="1251" y="512"/>
                  </a:cubicBezTo>
                  <a:cubicBezTo>
                    <a:pt x="1311" y="512"/>
                    <a:pt x="1370" y="476"/>
                    <a:pt x="1406" y="417"/>
                  </a:cubicBezTo>
                  <a:cubicBezTo>
                    <a:pt x="1430" y="333"/>
                    <a:pt x="1406" y="226"/>
                    <a:pt x="1323" y="191"/>
                  </a:cubicBezTo>
                  <a:cubicBezTo>
                    <a:pt x="942" y="0"/>
                    <a:pt x="19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8" name="Google Shape;12758;p68"/>
            <p:cNvSpPr/>
            <p:nvPr/>
          </p:nvSpPr>
          <p:spPr>
            <a:xfrm>
              <a:off x="1306445" y="3397829"/>
              <a:ext cx="367255" cy="269091"/>
            </a:xfrm>
            <a:custGeom>
              <a:avLst/>
              <a:gdLst/>
              <a:ahLst/>
              <a:cxnLst/>
              <a:rect l="l" t="t" r="r" b="b"/>
              <a:pathLst>
                <a:path w="11538" h="8454" extrusionOk="0">
                  <a:moveTo>
                    <a:pt x="7573" y="334"/>
                  </a:moveTo>
                  <a:lnTo>
                    <a:pt x="7573" y="1965"/>
                  </a:lnTo>
                  <a:cubicBezTo>
                    <a:pt x="7573" y="2227"/>
                    <a:pt x="7525" y="2465"/>
                    <a:pt x="7418" y="2679"/>
                  </a:cubicBezTo>
                  <a:cubicBezTo>
                    <a:pt x="7395" y="2715"/>
                    <a:pt x="7395" y="2727"/>
                    <a:pt x="7395" y="2763"/>
                  </a:cubicBezTo>
                  <a:lnTo>
                    <a:pt x="7395" y="3239"/>
                  </a:lnTo>
                  <a:cubicBezTo>
                    <a:pt x="7395" y="3691"/>
                    <a:pt x="7216" y="4108"/>
                    <a:pt x="6883" y="4442"/>
                  </a:cubicBezTo>
                  <a:cubicBezTo>
                    <a:pt x="6835" y="4489"/>
                    <a:pt x="6787" y="4513"/>
                    <a:pt x="6740" y="4549"/>
                  </a:cubicBezTo>
                  <a:cubicBezTo>
                    <a:pt x="6466" y="4759"/>
                    <a:pt x="6137" y="4876"/>
                    <a:pt x="5785" y="4876"/>
                  </a:cubicBezTo>
                  <a:cubicBezTo>
                    <a:pt x="5739" y="4876"/>
                    <a:pt x="5692" y="4874"/>
                    <a:pt x="5644" y="4870"/>
                  </a:cubicBezTo>
                  <a:cubicBezTo>
                    <a:pt x="4787" y="4823"/>
                    <a:pt x="4108" y="4072"/>
                    <a:pt x="4108" y="3180"/>
                  </a:cubicBezTo>
                  <a:lnTo>
                    <a:pt x="4108" y="2763"/>
                  </a:lnTo>
                  <a:cubicBezTo>
                    <a:pt x="4108" y="2727"/>
                    <a:pt x="4108" y="2715"/>
                    <a:pt x="4096" y="2679"/>
                  </a:cubicBezTo>
                  <a:cubicBezTo>
                    <a:pt x="3989" y="2465"/>
                    <a:pt x="3930" y="2227"/>
                    <a:pt x="3930" y="1965"/>
                  </a:cubicBezTo>
                  <a:lnTo>
                    <a:pt x="3930" y="1608"/>
                  </a:lnTo>
                  <a:cubicBezTo>
                    <a:pt x="3930" y="917"/>
                    <a:pt x="4513" y="334"/>
                    <a:pt x="5216" y="334"/>
                  </a:cubicBezTo>
                  <a:close/>
                  <a:moveTo>
                    <a:pt x="1763" y="3025"/>
                  </a:moveTo>
                  <a:cubicBezTo>
                    <a:pt x="2049" y="3025"/>
                    <a:pt x="2311" y="3144"/>
                    <a:pt x="2525" y="3358"/>
                  </a:cubicBezTo>
                  <a:cubicBezTo>
                    <a:pt x="2715" y="3561"/>
                    <a:pt x="2846" y="3846"/>
                    <a:pt x="2858" y="4144"/>
                  </a:cubicBezTo>
                  <a:cubicBezTo>
                    <a:pt x="2858" y="4227"/>
                    <a:pt x="2882" y="4346"/>
                    <a:pt x="2882" y="4465"/>
                  </a:cubicBezTo>
                  <a:lnTo>
                    <a:pt x="2882" y="4501"/>
                  </a:lnTo>
                  <a:cubicBezTo>
                    <a:pt x="2703" y="4215"/>
                    <a:pt x="2406" y="4013"/>
                    <a:pt x="2049" y="3894"/>
                  </a:cubicBezTo>
                  <a:cubicBezTo>
                    <a:pt x="1703" y="3787"/>
                    <a:pt x="1406" y="3787"/>
                    <a:pt x="1406" y="3787"/>
                  </a:cubicBezTo>
                  <a:cubicBezTo>
                    <a:pt x="1358" y="3787"/>
                    <a:pt x="1310" y="3799"/>
                    <a:pt x="1287" y="3834"/>
                  </a:cubicBezTo>
                  <a:lnTo>
                    <a:pt x="977" y="4144"/>
                  </a:lnTo>
                  <a:cubicBezTo>
                    <a:pt x="918" y="4215"/>
                    <a:pt x="918" y="4323"/>
                    <a:pt x="977" y="4382"/>
                  </a:cubicBezTo>
                  <a:cubicBezTo>
                    <a:pt x="1013" y="4412"/>
                    <a:pt x="1057" y="4427"/>
                    <a:pt x="1101" y="4427"/>
                  </a:cubicBezTo>
                  <a:cubicBezTo>
                    <a:pt x="1144" y="4427"/>
                    <a:pt x="1185" y="4412"/>
                    <a:pt x="1215" y="4382"/>
                  </a:cubicBezTo>
                  <a:lnTo>
                    <a:pt x="1465" y="4108"/>
                  </a:lnTo>
                  <a:cubicBezTo>
                    <a:pt x="1691" y="4132"/>
                    <a:pt x="2382" y="4203"/>
                    <a:pt x="2668" y="4811"/>
                  </a:cubicBezTo>
                  <a:cubicBezTo>
                    <a:pt x="2596" y="5275"/>
                    <a:pt x="2215" y="5596"/>
                    <a:pt x="1763" y="5596"/>
                  </a:cubicBezTo>
                  <a:cubicBezTo>
                    <a:pt x="1251" y="5596"/>
                    <a:pt x="834" y="5180"/>
                    <a:pt x="834" y="4680"/>
                  </a:cubicBezTo>
                  <a:cubicBezTo>
                    <a:pt x="834" y="4584"/>
                    <a:pt x="763" y="4513"/>
                    <a:pt x="679" y="4513"/>
                  </a:cubicBezTo>
                  <a:lnTo>
                    <a:pt x="644" y="4513"/>
                  </a:lnTo>
                  <a:lnTo>
                    <a:pt x="644" y="4465"/>
                  </a:lnTo>
                  <a:cubicBezTo>
                    <a:pt x="644" y="4346"/>
                    <a:pt x="644" y="4251"/>
                    <a:pt x="656" y="4144"/>
                  </a:cubicBezTo>
                  <a:cubicBezTo>
                    <a:pt x="679" y="3846"/>
                    <a:pt x="810" y="3561"/>
                    <a:pt x="1001" y="3358"/>
                  </a:cubicBezTo>
                  <a:cubicBezTo>
                    <a:pt x="1215" y="3144"/>
                    <a:pt x="1477" y="3025"/>
                    <a:pt x="1763" y="3025"/>
                  </a:cubicBezTo>
                  <a:close/>
                  <a:moveTo>
                    <a:pt x="10657" y="3025"/>
                  </a:moveTo>
                  <a:lnTo>
                    <a:pt x="10657" y="3727"/>
                  </a:lnTo>
                  <a:cubicBezTo>
                    <a:pt x="10657" y="3846"/>
                    <a:pt x="10633" y="3953"/>
                    <a:pt x="10585" y="4049"/>
                  </a:cubicBezTo>
                  <a:lnTo>
                    <a:pt x="10502" y="4251"/>
                  </a:lnTo>
                  <a:cubicBezTo>
                    <a:pt x="10478" y="4275"/>
                    <a:pt x="10478" y="4287"/>
                    <a:pt x="10478" y="4323"/>
                  </a:cubicBezTo>
                  <a:lnTo>
                    <a:pt x="10478" y="4680"/>
                  </a:lnTo>
                  <a:cubicBezTo>
                    <a:pt x="10478" y="4930"/>
                    <a:pt x="10383" y="5168"/>
                    <a:pt x="10204" y="5346"/>
                  </a:cubicBezTo>
                  <a:cubicBezTo>
                    <a:pt x="10044" y="5507"/>
                    <a:pt x="9835" y="5600"/>
                    <a:pt x="9605" y="5600"/>
                  </a:cubicBezTo>
                  <a:cubicBezTo>
                    <a:pt x="9579" y="5600"/>
                    <a:pt x="9552" y="5599"/>
                    <a:pt x="9526" y="5596"/>
                  </a:cubicBezTo>
                  <a:cubicBezTo>
                    <a:pt x="9038" y="5585"/>
                    <a:pt x="8633" y="5156"/>
                    <a:pt x="8633" y="4632"/>
                  </a:cubicBezTo>
                  <a:lnTo>
                    <a:pt x="8633" y="4323"/>
                  </a:lnTo>
                  <a:cubicBezTo>
                    <a:pt x="8633" y="4287"/>
                    <a:pt x="8633" y="4263"/>
                    <a:pt x="8621" y="4251"/>
                  </a:cubicBezTo>
                  <a:lnTo>
                    <a:pt x="8514" y="4037"/>
                  </a:lnTo>
                  <a:cubicBezTo>
                    <a:pt x="8466" y="3965"/>
                    <a:pt x="8454" y="3870"/>
                    <a:pt x="8454" y="3787"/>
                  </a:cubicBezTo>
                  <a:lnTo>
                    <a:pt x="8454" y="3775"/>
                  </a:lnTo>
                  <a:cubicBezTo>
                    <a:pt x="8454" y="3370"/>
                    <a:pt x="8788" y="3025"/>
                    <a:pt x="9204" y="3025"/>
                  </a:cubicBezTo>
                  <a:close/>
                  <a:moveTo>
                    <a:pt x="584" y="5180"/>
                  </a:moveTo>
                  <a:cubicBezTo>
                    <a:pt x="679" y="5406"/>
                    <a:pt x="834" y="5596"/>
                    <a:pt x="1037" y="5739"/>
                  </a:cubicBezTo>
                  <a:lnTo>
                    <a:pt x="1037" y="5925"/>
                  </a:lnTo>
                  <a:lnTo>
                    <a:pt x="1037" y="5925"/>
                  </a:lnTo>
                  <a:cubicBezTo>
                    <a:pt x="723" y="5807"/>
                    <a:pt x="571" y="5655"/>
                    <a:pt x="501" y="5585"/>
                  </a:cubicBezTo>
                  <a:cubicBezTo>
                    <a:pt x="537" y="5466"/>
                    <a:pt x="572" y="5335"/>
                    <a:pt x="584" y="5180"/>
                  </a:cubicBezTo>
                  <a:close/>
                  <a:moveTo>
                    <a:pt x="2918" y="5168"/>
                  </a:moveTo>
                  <a:cubicBezTo>
                    <a:pt x="2942" y="5323"/>
                    <a:pt x="2965" y="5454"/>
                    <a:pt x="3013" y="5573"/>
                  </a:cubicBezTo>
                  <a:cubicBezTo>
                    <a:pt x="2953" y="5656"/>
                    <a:pt x="2787" y="5811"/>
                    <a:pt x="2477" y="5930"/>
                  </a:cubicBezTo>
                  <a:lnTo>
                    <a:pt x="2477" y="5716"/>
                  </a:lnTo>
                  <a:cubicBezTo>
                    <a:pt x="2668" y="5585"/>
                    <a:pt x="2834" y="5394"/>
                    <a:pt x="2918" y="5168"/>
                  </a:cubicBezTo>
                  <a:close/>
                  <a:moveTo>
                    <a:pt x="6668" y="4989"/>
                  </a:moveTo>
                  <a:lnTo>
                    <a:pt x="6668" y="5299"/>
                  </a:lnTo>
                  <a:lnTo>
                    <a:pt x="5751" y="5930"/>
                  </a:lnTo>
                  <a:lnTo>
                    <a:pt x="4823" y="5299"/>
                  </a:lnTo>
                  <a:lnTo>
                    <a:pt x="4823" y="4989"/>
                  </a:lnTo>
                  <a:cubicBezTo>
                    <a:pt x="5061" y="5120"/>
                    <a:pt x="5335" y="5204"/>
                    <a:pt x="5620" y="5215"/>
                  </a:cubicBezTo>
                  <a:lnTo>
                    <a:pt x="5751" y="5215"/>
                  </a:lnTo>
                  <a:cubicBezTo>
                    <a:pt x="6073" y="5215"/>
                    <a:pt x="6394" y="5144"/>
                    <a:pt x="6668" y="4989"/>
                  </a:cubicBezTo>
                  <a:close/>
                  <a:moveTo>
                    <a:pt x="9942" y="5882"/>
                  </a:moveTo>
                  <a:lnTo>
                    <a:pt x="9942" y="5954"/>
                  </a:lnTo>
                  <a:cubicBezTo>
                    <a:pt x="9942" y="5989"/>
                    <a:pt x="9942" y="6025"/>
                    <a:pt x="9966" y="6061"/>
                  </a:cubicBezTo>
                  <a:lnTo>
                    <a:pt x="9561" y="6454"/>
                  </a:lnTo>
                  <a:lnTo>
                    <a:pt x="9169" y="6061"/>
                  </a:lnTo>
                  <a:cubicBezTo>
                    <a:pt x="9169" y="6025"/>
                    <a:pt x="9192" y="6001"/>
                    <a:pt x="9192" y="5954"/>
                  </a:cubicBezTo>
                  <a:lnTo>
                    <a:pt x="9192" y="5882"/>
                  </a:lnTo>
                  <a:cubicBezTo>
                    <a:pt x="9288" y="5918"/>
                    <a:pt x="9407" y="5942"/>
                    <a:pt x="9526" y="5942"/>
                  </a:cubicBezTo>
                  <a:lnTo>
                    <a:pt x="9573" y="5942"/>
                  </a:lnTo>
                  <a:cubicBezTo>
                    <a:pt x="9704" y="5942"/>
                    <a:pt x="9823" y="5930"/>
                    <a:pt x="9942" y="5882"/>
                  </a:cubicBezTo>
                  <a:close/>
                  <a:moveTo>
                    <a:pt x="2120" y="5882"/>
                  </a:moveTo>
                  <a:lnTo>
                    <a:pt x="2120" y="6061"/>
                  </a:lnTo>
                  <a:cubicBezTo>
                    <a:pt x="2120" y="6120"/>
                    <a:pt x="2132" y="6180"/>
                    <a:pt x="2168" y="6228"/>
                  </a:cubicBezTo>
                  <a:lnTo>
                    <a:pt x="2013" y="6394"/>
                  </a:lnTo>
                  <a:cubicBezTo>
                    <a:pt x="1941" y="6460"/>
                    <a:pt x="1849" y="6492"/>
                    <a:pt x="1755" y="6492"/>
                  </a:cubicBezTo>
                  <a:cubicBezTo>
                    <a:pt x="1662" y="6492"/>
                    <a:pt x="1566" y="6460"/>
                    <a:pt x="1489" y="6394"/>
                  </a:cubicBezTo>
                  <a:lnTo>
                    <a:pt x="1322" y="6239"/>
                  </a:lnTo>
                  <a:cubicBezTo>
                    <a:pt x="1358" y="6192"/>
                    <a:pt x="1370" y="6132"/>
                    <a:pt x="1370" y="6073"/>
                  </a:cubicBezTo>
                  <a:lnTo>
                    <a:pt x="1370" y="5882"/>
                  </a:lnTo>
                  <a:cubicBezTo>
                    <a:pt x="1489" y="5918"/>
                    <a:pt x="1608" y="5942"/>
                    <a:pt x="1751" y="5942"/>
                  </a:cubicBezTo>
                  <a:cubicBezTo>
                    <a:pt x="1882" y="5942"/>
                    <a:pt x="2001" y="5930"/>
                    <a:pt x="2120" y="5882"/>
                  </a:cubicBezTo>
                  <a:close/>
                  <a:moveTo>
                    <a:pt x="4692" y="5620"/>
                  </a:moveTo>
                  <a:lnTo>
                    <a:pt x="5490" y="6168"/>
                  </a:lnTo>
                  <a:lnTo>
                    <a:pt x="5061" y="6585"/>
                  </a:lnTo>
                  <a:lnTo>
                    <a:pt x="5049" y="6585"/>
                  </a:lnTo>
                  <a:lnTo>
                    <a:pt x="4525" y="5799"/>
                  </a:lnTo>
                  <a:lnTo>
                    <a:pt x="4692" y="5620"/>
                  </a:lnTo>
                  <a:close/>
                  <a:moveTo>
                    <a:pt x="6823" y="5596"/>
                  </a:moveTo>
                  <a:lnTo>
                    <a:pt x="6978" y="5775"/>
                  </a:lnTo>
                  <a:lnTo>
                    <a:pt x="6466" y="6585"/>
                  </a:lnTo>
                  <a:lnTo>
                    <a:pt x="6442" y="6585"/>
                  </a:lnTo>
                  <a:lnTo>
                    <a:pt x="6013" y="6156"/>
                  </a:lnTo>
                  <a:lnTo>
                    <a:pt x="6823" y="5596"/>
                  </a:lnTo>
                  <a:close/>
                  <a:moveTo>
                    <a:pt x="5251" y="1"/>
                  </a:moveTo>
                  <a:cubicBezTo>
                    <a:pt x="4358" y="1"/>
                    <a:pt x="3632" y="739"/>
                    <a:pt x="3632" y="1632"/>
                  </a:cubicBezTo>
                  <a:lnTo>
                    <a:pt x="3632" y="1989"/>
                  </a:lnTo>
                  <a:cubicBezTo>
                    <a:pt x="3632" y="2263"/>
                    <a:pt x="3692" y="2548"/>
                    <a:pt x="3811" y="2799"/>
                  </a:cubicBezTo>
                  <a:lnTo>
                    <a:pt x="3811" y="3191"/>
                  </a:lnTo>
                  <a:cubicBezTo>
                    <a:pt x="3811" y="3834"/>
                    <a:pt x="4096" y="4394"/>
                    <a:pt x="4537" y="4763"/>
                  </a:cubicBezTo>
                  <a:lnTo>
                    <a:pt x="4537" y="5335"/>
                  </a:lnTo>
                  <a:lnTo>
                    <a:pt x="4227" y="5656"/>
                  </a:lnTo>
                  <a:cubicBezTo>
                    <a:pt x="4204" y="5692"/>
                    <a:pt x="4180" y="5751"/>
                    <a:pt x="4180" y="5799"/>
                  </a:cubicBezTo>
                  <a:lnTo>
                    <a:pt x="3144" y="6168"/>
                  </a:lnTo>
                  <a:cubicBezTo>
                    <a:pt x="3073" y="6192"/>
                    <a:pt x="2989" y="6228"/>
                    <a:pt x="2930" y="6275"/>
                  </a:cubicBezTo>
                  <a:lnTo>
                    <a:pt x="2775" y="6180"/>
                  </a:lnTo>
                  <a:cubicBezTo>
                    <a:pt x="3263" y="5977"/>
                    <a:pt x="3406" y="5680"/>
                    <a:pt x="3430" y="5656"/>
                  </a:cubicBezTo>
                  <a:cubicBezTo>
                    <a:pt x="3454" y="5620"/>
                    <a:pt x="3454" y="5561"/>
                    <a:pt x="3430" y="5513"/>
                  </a:cubicBezTo>
                  <a:cubicBezTo>
                    <a:pt x="3311" y="5275"/>
                    <a:pt x="3287" y="4811"/>
                    <a:pt x="3275" y="4453"/>
                  </a:cubicBezTo>
                  <a:cubicBezTo>
                    <a:pt x="3275" y="4334"/>
                    <a:pt x="3263" y="4215"/>
                    <a:pt x="3263" y="4132"/>
                  </a:cubicBezTo>
                  <a:cubicBezTo>
                    <a:pt x="3204" y="3310"/>
                    <a:pt x="2596" y="2691"/>
                    <a:pt x="1822" y="2691"/>
                  </a:cubicBezTo>
                  <a:cubicBezTo>
                    <a:pt x="1060" y="2691"/>
                    <a:pt x="429" y="3310"/>
                    <a:pt x="370" y="4132"/>
                  </a:cubicBezTo>
                  <a:cubicBezTo>
                    <a:pt x="370" y="4227"/>
                    <a:pt x="358" y="4334"/>
                    <a:pt x="358" y="4453"/>
                  </a:cubicBezTo>
                  <a:cubicBezTo>
                    <a:pt x="346" y="4811"/>
                    <a:pt x="334" y="5263"/>
                    <a:pt x="215" y="5513"/>
                  </a:cubicBezTo>
                  <a:cubicBezTo>
                    <a:pt x="179" y="5561"/>
                    <a:pt x="179" y="5620"/>
                    <a:pt x="215" y="5656"/>
                  </a:cubicBezTo>
                  <a:cubicBezTo>
                    <a:pt x="215" y="5680"/>
                    <a:pt x="370" y="5977"/>
                    <a:pt x="870" y="6180"/>
                  </a:cubicBezTo>
                  <a:lnTo>
                    <a:pt x="406" y="6406"/>
                  </a:lnTo>
                  <a:cubicBezTo>
                    <a:pt x="167" y="6525"/>
                    <a:pt x="1" y="6775"/>
                    <a:pt x="1" y="7049"/>
                  </a:cubicBezTo>
                  <a:lnTo>
                    <a:pt x="1" y="8299"/>
                  </a:lnTo>
                  <a:cubicBezTo>
                    <a:pt x="1" y="8383"/>
                    <a:pt x="72" y="8454"/>
                    <a:pt x="167" y="8454"/>
                  </a:cubicBezTo>
                  <a:cubicBezTo>
                    <a:pt x="251" y="8454"/>
                    <a:pt x="334" y="8383"/>
                    <a:pt x="334" y="8299"/>
                  </a:cubicBezTo>
                  <a:lnTo>
                    <a:pt x="334" y="7049"/>
                  </a:lnTo>
                  <a:cubicBezTo>
                    <a:pt x="334" y="6894"/>
                    <a:pt x="406" y="6775"/>
                    <a:pt x="537" y="6704"/>
                  </a:cubicBezTo>
                  <a:lnTo>
                    <a:pt x="1108" y="6418"/>
                  </a:lnTo>
                  <a:lnTo>
                    <a:pt x="1299" y="6609"/>
                  </a:lnTo>
                  <a:cubicBezTo>
                    <a:pt x="1429" y="6751"/>
                    <a:pt x="1608" y="6811"/>
                    <a:pt x="1787" y="6811"/>
                  </a:cubicBezTo>
                  <a:cubicBezTo>
                    <a:pt x="1965" y="6811"/>
                    <a:pt x="2144" y="6751"/>
                    <a:pt x="2275" y="6609"/>
                  </a:cubicBezTo>
                  <a:lnTo>
                    <a:pt x="2477" y="6418"/>
                  </a:lnTo>
                  <a:lnTo>
                    <a:pt x="2656" y="6513"/>
                  </a:lnTo>
                  <a:cubicBezTo>
                    <a:pt x="2561" y="6644"/>
                    <a:pt x="2513" y="6811"/>
                    <a:pt x="2513" y="6990"/>
                  </a:cubicBezTo>
                  <a:lnTo>
                    <a:pt x="2513" y="8299"/>
                  </a:lnTo>
                  <a:cubicBezTo>
                    <a:pt x="2513" y="8383"/>
                    <a:pt x="2596" y="8454"/>
                    <a:pt x="2680" y="8454"/>
                  </a:cubicBezTo>
                  <a:cubicBezTo>
                    <a:pt x="2775" y="8454"/>
                    <a:pt x="2846" y="8383"/>
                    <a:pt x="2846" y="8299"/>
                  </a:cubicBezTo>
                  <a:lnTo>
                    <a:pt x="2846" y="6990"/>
                  </a:lnTo>
                  <a:cubicBezTo>
                    <a:pt x="2846" y="6751"/>
                    <a:pt x="2989" y="6537"/>
                    <a:pt x="3215" y="6466"/>
                  </a:cubicBezTo>
                  <a:lnTo>
                    <a:pt x="4323" y="6061"/>
                  </a:lnTo>
                  <a:lnTo>
                    <a:pt x="4775" y="6751"/>
                  </a:lnTo>
                  <a:cubicBezTo>
                    <a:pt x="4835" y="6835"/>
                    <a:pt x="4930" y="6894"/>
                    <a:pt x="5037" y="6894"/>
                  </a:cubicBezTo>
                  <a:lnTo>
                    <a:pt x="5061" y="6894"/>
                  </a:lnTo>
                  <a:cubicBezTo>
                    <a:pt x="5156" y="6894"/>
                    <a:pt x="5239" y="6870"/>
                    <a:pt x="5311" y="6787"/>
                  </a:cubicBezTo>
                  <a:lnTo>
                    <a:pt x="5597" y="6513"/>
                  </a:lnTo>
                  <a:lnTo>
                    <a:pt x="5597" y="8275"/>
                  </a:lnTo>
                  <a:cubicBezTo>
                    <a:pt x="5597" y="8371"/>
                    <a:pt x="5668" y="8442"/>
                    <a:pt x="5763" y="8442"/>
                  </a:cubicBezTo>
                  <a:cubicBezTo>
                    <a:pt x="5847" y="8442"/>
                    <a:pt x="5930" y="8371"/>
                    <a:pt x="5930" y="8275"/>
                  </a:cubicBezTo>
                  <a:lnTo>
                    <a:pt x="5930" y="6513"/>
                  </a:lnTo>
                  <a:lnTo>
                    <a:pt x="6204" y="6787"/>
                  </a:lnTo>
                  <a:cubicBezTo>
                    <a:pt x="6263" y="6847"/>
                    <a:pt x="6359" y="6894"/>
                    <a:pt x="6466" y="6894"/>
                  </a:cubicBezTo>
                  <a:lnTo>
                    <a:pt x="6490" y="6894"/>
                  </a:lnTo>
                  <a:cubicBezTo>
                    <a:pt x="6597" y="6882"/>
                    <a:pt x="6680" y="6835"/>
                    <a:pt x="6740" y="6751"/>
                  </a:cubicBezTo>
                  <a:lnTo>
                    <a:pt x="7204" y="6061"/>
                  </a:lnTo>
                  <a:lnTo>
                    <a:pt x="8311" y="6466"/>
                  </a:lnTo>
                  <a:cubicBezTo>
                    <a:pt x="8526" y="6537"/>
                    <a:pt x="8680" y="6751"/>
                    <a:pt x="8680" y="6990"/>
                  </a:cubicBezTo>
                  <a:lnTo>
                    <a:pt x="8680" y="8299"/>
                  </a:lnTo>
                  <a:cubicBezTo>
                    <a:pt x="8680" y="8383"/>
                    <a:pt x="8752" y="8454"/>
                    <a:pt x="8847" y="8454"/>
                  </a:cubicBezTo>
                  <a:cubicBezTo>
                    <a:pt x="8930" y="8454"/>
                    <a:pt x="9002" y="8383"/>
                    <a:pt x="9002" y="8299"/>
                  </a:cubicBezTo>
                  <a:lnTo>
                    <a:pt x="9002" y="6990"/>
                  </a:lnTo>
                  <a:cubicBezTo>
                    <a:pt x="9002" y="6751"/>
                    <a:pt x="8919" y="6525"/>
                    <a:pt x="8752" y="6358"/>
                  </a:cubicBezTo>
                  <a:lnTo>
                    <a:pt x="8799" y="6347"/>
                  </a:lnTo>
                  <a:cubicBezTo>
                    <a:pt x="8847" y="6335"/>
                    <a:pt x="8907" y="6311"/>
                    <a:pt x="8966" y="6287"/>
                  </a:cubicBezTo>
                  <a:lnTo>
                    <a:pt x="9395" y="6716"/>
                  </a:lnTo>
                  <a:lnTo>
                    <a:pt x="9395" y="8275"/>
                  </a:lnTo>
                  <a:cubicBezTo>
                    <a:pt x="9395" y="8371"/>
                    <a:pt x="9466" y="8442"/>
                    <a:pt x="9561" y="8442"/>
                  </a:cubicBezTo>
                  <a:cubicBezTo>
                    <a:pt x="9645" y="8442"/>
                    <a:pt x="9728" y="8371"/>
                    <a:pt x="9728" y="8275"/>
                  </a:cubicBezTo>
                  <a:lnTo>
                    <a:pt x="9728" y="6716"/>
                  </a:lnTo>
                  <a:lnTo>
                    <a:pt x="10157" y="6287"/>
                  </a:lnTo>
                  <a:cubicBezTo>
                    <a:pt x="10181" y="6299"/>
                    <a:pt x="10204" y="6299"/>
                    <a:pt x="10228" y="6311"/>
                  </a:cubicBezTo>
                  <a:lnTo>
                    <a:pt x="10931" y="6513"/>
                  </a:lnTo>
                  <a:cubicBezTo>
                    <a:pt x="11097" y="6549"/>
                    <a:pt x="11193" y="6704"/>
                    <a:pt x="11193" y="6870"/>
                  </a:cubicBezTo>
                  <a:lnTo>
                    <a:pt x="11193" y="8263"/>
                  </a:lnTo>
                  <a:cubicBezTo>
                    <a:pt x="11193" y="8359"/>
                    <a:pt x="11276" y="8430"/>
                    <a:pt x="11359" y="8430"/>
                  </a:cubicBezTo>
                  <a:cubicBezTo>
                    <a:pt x="11455" y="8430"/>
                    <a:pt x="11526" y="8359"/>
                    <a:pt x="11526" y="8263"/>
                  </a:cubicBezTo>
                  <a:lnTo>
                    <a:pt x="11526" y="6870"/>
                  </a:lnTo>
                  <a:cubicBezTo>
                    <a:pt x="11538" y="6597"/>
                    <a:pt x="11335" y="6311"/>
                    <a:pt x="11014" y="6228"/>
                  </a:cubicBezTo>
                  <a:lnTo>
                    <a:pt x="10323" y="6037"/>
                  </a:lnTo>
                  <a:cubicBezTo>
                    <a:pt x="10288" y="6013"/>
                    <a:pt x="10276" y="6001"/>
                    <a:pt x="10276" y="5954"/>
                  </a:cubicBezTo>
                  <a:lnTo>
                    <a:pt x="10276" y="5716"/>
                  </a:lnTo>
                  <a:cubicBezTo>
                    <a:pt x="10335" y="5680"/>
                    <a:pt x="10383" y="5632"/>
                    <a:pt x="10443" y="5585"/>
                  </a:cubicBezTo>
                  <a:cubicBezTo>
                    <a:pt x="10693" y="5346"/>
                    <a:pt x="10824" y="5025"/>
                    <a:pt x="10824" y="4680"/>
                  </a:cubicBezTo>
                  <a:lnTo>
                    <a:pt x="10824" y="4346"/>
                  </a:lnTo>
                  <a:lnTo>
                    <a:pt x="10895" y="4215"/>
                  </a:lnTo>
                  <a:cubicBezTo>
                    <a:pt x="10978" y="4072"/>
                    <a:pt x="11014" y="3906"/>
                    <a:pt x="11014" y="3739"/>
                  </a:cubicBezTo>
                  <a:lnTo>
                    <a:pt x="11014" y="2858"/>
                  </a:lnTo>
                  <a:cubicBezTo>
                    <a:pt x="11014" y="2775"/>
                    <a:pt x="10943" y="2691"/>
                    <a:pt x="10859" y="2691"/>
                  </a:cubicBezTo>
                  <a:lnTo>
                    <a:pt x="9216" y="2691"/>
                  </a:lnTo>
                  <a:cubicBezTo>
                    <a:pt x="8621" y="2691"/>
                    <a:pt x="8145" y="3180"/>
                    <a:pt x="8145" y="3775"/>
                  </a:cubicBezTo>
                  <a:lnTo>
                    <a:pt x="8145" y="3787"/>
                  </a:lnTo>
                  <a:cubicBezTo>
                    <a:pt x="8145" y="3918"/>
                    <a:pt x="8180" y="4072"/>
                    <a:pt x="8240" y="4192"/>
                  </a:cubicBezTo>
                  <a:lnTo>
                    <a:pt x="8323" y="4370"/>
                  </a:lnTo>
                  <a:lnTo>
                    <a:pt x="8323" y="4644"/>
                  </a:lnTo>
                  <a:cubicBezTo>
                    <a:pt x="8323" y="5096"/>
                    <a:pt x="8549" y="5477"/>
                    <a:pt x="8871" y="5716"/>
                  </a:cubicBezTo>
                  <a:lnTo>
                    <a:pt x="8871" y="5954"/>
                  </a:lnTo>
                  <a:cubicBezTo>
                    <a:pt x="8871" y="6001"/>
                    <a:pt x="8871" y="6013"/>
                    <a:pt x="8740" y="6049"/>
                  </a:cubicBezTo>
                  <a:lnTo>
                    <a:pt x="8395" y="6156"/>
                  </a:lnTo>
                  <a:lnTo>
                    <a:pt x="7418" y="5799"/>
                  </a:lnTo>
                  <a:cubicBezTo>
                    <a:pt x="7418" y="5751"/>
                    <a:pt x="7406" y="5704"/>
                    <a:pt x="7371" y="5656"/>
                  </a:cubicBezTo>
                  <a:lnTo>
                    <a:pt x="7061" y="5335"/>
                  </a:lnTo>
                  <a:lnTo>
                    <a:pt x="7061" y="4787"/>
                  </a:lnTo>
                  <a:cubicBezTo>
                    <a:pt x="7085" y="4751"/>
                    <a:pt x="7121" y="4727"/>
                    <a:pt x="7168" y="4692"/>
                  </a:cubicBezTo>
                  <a:cubicBezTo>
                    <a:pt x="7561" y="4323"/>
                    <a:pt x="7787" y="3787"/>
                    <a:pt x="7787" y="3251"/>
                  </a:cubicBezTo>
                  <a:lnTo>
                    <a:pt x="7787" y="2799"/>
                  </a:lnTo>
                  <a:cubicBezTo>
                    <a:pt x="7906" y="2537"/>
                    <a:pt x="7966" y="2263"/>
                    <a:pt x="7966" y="1989"/>
                  </a:cubicBezTo>
                  <a:lnTo>
                    <a:pt x="7966" y="167"/>
                  </a:lnTo>
                  <a:cubicBezTo>
                    <a:pt x="7966" y="84"/>
                    <a:pt x="7895"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9" name="Google Shape;12759;p68"/>
            <p:cNvSpPr/>
            <p:nvPr/>
          </p:nvSpPr>
          <p:spPr>
            <a:xfrm>
              <a:off x="1639960" y="3622549"/>
              <a:ext cx="10631" cy="45135"/>
            </a:xfrm>
            <a:custGeom>
              <a:avLst/>
              <a:gdLst/>
              <a:ahLst/>
              <a:cxnLst/>
              <a:rect l="l" t="t" r="r" b="b"/>
              <a:pathLst>
                <a:path w="334" h="1418" extrusionOk="0">
                  <a:moveTo>
                    <a:pt x="167" y="1"/>
                  </a:moveTo>
                  <a:cubicBezTo>
                    <a:pt x="84" y="1"/>
                    <a:pt x="0" y="72"/>
                    <a:pt x="0" y="168"/>
                  </a:cubicBezTo>
                  <a:lnTo>
                    <a:pt x="0" y="1251"/>
                  </a:lnTo>
                  <a:cubicBezTo>
                    <a:pt x="0" y="1334"/>
                    <a:pt x="84" y="1418"/>
                    <a:pt x="167" y="1418"/>
                  </a:cubicBezTo>
                  <a:cubicBezTo>
                    <a:pt x="262" y="1418"/>
                    <a:pt x="334" y="1334"/>
                    <a:pt x="334" y="1251"/>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68"/>
            <p:cNvSpPr/>
            <p:nvPr/>
          </p:nvSpPr>
          <p:spPr>
            <a:xfrm>
              <a:off x="1444014" y="3446466"/>
              <a:ext cx="91734" cy="30589"/>
            </a:xfrm>
            <a:custGeom>
              <a:avLst/>
              <a:gdLst/>
              <a:ahLst/>
              <a:cxnLst/>
              <a:rect l="l" t="t" r="r" b="b"/>
              <a:pathLst>
                <a:path w="2882" h="961" extrusionOk="0">
                  <a:moveTo>
                    <a:pt x="1169" y="1"/>
                  </a:moveTo>
                  <a:cubicBezTo>
                    <a:pt x="820" y="1"/>
                    <a:pt x="503" y="37"/>
                    <a:pt x="298" y="68"/>
                  </a:cubicBezTo>
                  <a:cubicBezTo>
                    <a:pt x="120" y="104"/>
                    <a:pt x="1" y="247"/>
                    <a:pt x="1" y="413"/>
                  </a:cubicBezTo>
                  <a:lnTo>
                    <a:pt x="1" y="794"/>
                  </a:lnTo>
                  <a:cubicBezTo>
                    <a:pt x="1" y="890"/>
                    <a:pt x="72" y="961"/>
                    <a:pt x="167" y="961"/>
                  </a:cubicBezTo>
                  <a:cubicBezTo>
                    <a:pt x="251" y="961"/>
                    <a:pt x="322" y="890"/>
                    <a:pt x="322" y="794"/>
                  </a:cubicBezTo>
                  <a:lnTo>
                    <a:pt x="322" y="413"/>
                  </a:lnTo>
                  <a:cubicBezTo>
                    <a:pt x="322" y="413"/>
                    <a:pt x="322" y="401"/>
                    <a:pt x="346" y="401"/>
                  </a:cubicBezTo>
                  <a:cubicBezTo>
                    <a:pt x="514" y="373"/>
                    <a:pt x="820" y="331"/>
                    <a:pt x="1157" y="331"/>
                  </a:cubicBezTo>
                  <a:cubicBezTo>
                    <a:pt x="1250" y="331"/>
                    <a:pt x="1346" y="334"/>
                    <a:pt x="1441" y="342"/>
                  </a:cubicBezTo>
                  <a:cubicBezTo>
                    <a:pt x="1977" y="366"/>
                    <a:pt x="2346" y="497"/>
                    <a:pt x="2584" y="735"/>
                  </a:cubicBezTo>
                  <a:cubicBezTo>
                    <a:pt x="2614" y="765"/>
                    <a:pt x="2659" y="779"/>
                    <a:pt x="2703" y="779"/>
                  </a:cubicBezTo>
                  <a:cubicBezTo>
                    <a:pt x="2748" y="779"/>
                    <a:pt x="2793" y="765"/>
                    <a:pt x="2822" y="735"/>
                  </a:cubicBezTo>
                  <a:cubicBezTo>
                    <a:pt x="2882" y="675"/>
                    <a:pt x="2882" y="556"/>
                    <a:pt x="2822" y="497"/>
                  </a:cubicBezTo>
                  <a:cubicBezTo>
                    <a:pt x="2428" y="102"/>
                    <a:pt x="1753"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68"/>
            <p:cNvSpPr/>
            <p:nvPr/>
          </p:nvSpPr>
          <p:spPr>
            <a:xfrm>
              <a:off x="1420524" y="3633944"/>
              <a:ext cx="11013" cy="33740"/>
            </a:xfrm>
            <a:custGeom>
              <a:avLst/>
              <a:gdLst/>
              <a:ahLst/>
              <a:cxnLst/>
              <a:rect l="l" t="t" r="r" b="b"/>
              <a:pathLst>
                <a:path w="346" h="1060" extrusionOk="0">
                  <a:moveTo>
                    <a:pt x="167" y="0"/>
                  </a:moveTo>
                  <a:cubicBezTo>
                    <a:pt x="84" y="0"/>
                    <a:pt x="1" y="72"/>
                    <a:pt x="1" y="167"/>
                  </a:cubicBezTo>
                  <a:lnTo>
                    <a:pt x="1" y="893"/>
                  </a:lnTo>
                  <a:cubicBezTo>
                    <a:pt x="1" y="976"/>
                    <a:pt x="84" y="1060"/>
                    <a:pt x="167" y="1060"/>
                  </a:cubicBezTo>
                  <a:cubicBezTo>
                    <a:pt x="262" y="1060"/>
                    <a:pt x="334" y="976"/>
                    <a:pt x="334" y="893"/>
                  </a:cubicBezTo>
                  <a:lnTo>
                    <a:pt x="334" y="167"/>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68"/>
            <p:cNvSpPr/>
            <p:nvPr/>
          </p:nvSpPr>
          <p:spPr>
            <a:xfrm>
              <a:off x="1547494" y="3633944"/>
              <a:ext cx="11013" cy="33740"/>
            </a:xfrm>
            <a:custGeom>
              <a:avLst/>
              <a:gdLst/>
              <a:ahLst/>
              <a:cxnLst/>
              <a:rect l="l" t="t" r="r" b="b"/>
              <a:pathLst>
                <a:path w="346" h="1060" extrusionOk="0">
                  <a:moveTo>
                    <a:pt x="167" y="0"/>
                  </a:moveTo>
                  <a:cubicBezTo>
                    <a:pt x="83" y="0"/>
                    <a:pt x="0" y="72"/>
                    <a:pt x="0" y="167"/>
                  </a:cubicBezTo>
                  <a:lnTo>
                    <a:pt x="0" y="893"/>
                  </a:lnTo>
                  <a:cubicBezTo>
                    <a:pt x="0" y="976"/>
                    <a:pt x="83" y="1060"/>
                    <a:pt x="167" y="1060"/>
                  </a:cubicBezTo>
                  <a:cubicBezTo>
                    <a:pt x="262" y="1060"/>
                    <a:pt x="333" y="976"/>
                    <a:pt x="333" y="893"/>
                  </a:cubicBezTo>
                  <a:lnTo>
                    <a:pt x="333" y="167"/>
                  </a:lnTo>
                  <a:cubicBezTo>
                    <a:pt x="345"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3" name="Google Shape;12763;p68"/>
          <p:cNvGrpSpPr/>
          <p:nvPr/>
        </p:nvGrpSpPr>
        <p:grpSpPr>
          <a:xfrm>
            <a:off x="1781317" y="3467600"/>
            <a:ext cx="367255" cy="282364"/>
            <a:chOff x="1781317" y="3391400"/>
            <a:chExt cx="367255" cy="282364"/>
          </a:xfrm>
        </p:grpSpPr>
        <p:sp>
          <p:nvSpPr>
            <p:cNvPr id="12764" name="Google Shape;12764;p68"/>
            <p:cNvSpPr/>
            <p:nvPr/>
          </p:nvSpPr>
          <p:spPr>
            <a:xfrm>
              <a:off x="1901061" y="3639610"/>
              <a:ext cx="11013" cy="33772"/>
            </a:xfrm>
            <a:custGeom>
              <a:avLst/>
              <a:gdLst/>
              <a:ahLst/>
              <a:cxnLst/>
              <a:rect l="l" t="t" r="r" b="b"/>
              <a:pathLst>
                <a:path w="346" h="1061" extrusionOk="0">
                  <a:moveTo>
                    <a:pt x="167" y="1"/>
                  </a:moveTo>
                  <a:cubicBezTo>
                    <a:pt x="72" y="1"/>
                    <a:pt x="1" y="72"/>
                    <a:pt x="1" y="167"/>
                  </a:cubicBezTo>
                  <a:lnTo>
                    <a:pt x="1" y="894"/>
                  </a:lnTo>
                  <a:cubicBezTo>
                    <a:pt x="1" y="977"/>
                    <a:pt x="72" y="1060"/>
                    <a:pt x="167" y="1060"/>
                  </a:cubicBezTo>
                  <a:cubicBezTo>
                    <a:pt x="251" y="1060"/>
                    <a:pt x="334" y="977"/>
                    <a:pt x="334" y="894"/>
                  </a:cubicBezTo>
                  <a:lnTo>
                    <a:pt x="334" y="167"/>
                  </a:lnTo>
                  <a:cubicBezTo>
                    <a:pt x="346"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5" name="Google Shape;12765;p68"/>
            <p:cNvSpPr/>
            <p:nvPr/>
          </p:nvSpPr>
          <p:spPr>
            <a:xfrm>
              <a:off x="2016668" y="3639610"/>
              <a:ext cx="10631" cy="33772"/>
            </a:xfrm>
            <a:custGeom>
              <a:avLst/>
              <a:gdLst/>
              <a:ahLst/>
              <a:cxnLst/>
              <a:rect l="l" t="t" r="r" b="b"/>
              <a:pathLst>
                <a:path w="334" h="1061" extrusionOk="0">
                  <a:moveTo>
                    <a:pt x="167" y="1"/>
                  </a:moveTo>
                  <a:cubicBezTo>
                    <a:pt x="71" y="1"/>
                    <a:pt x="0" y="72"/>
                    <a:pt x="0" y="167"/>
                  </a:cubicBezTo>
                  <a:lnTo>
                    <a:pt x="0" y="894"/>
                  </a:lnTo>
                  <a:cubicBezTo>
                    <a:pt x="0" y="977"/>
                    <a:pt x="71" y="1060"/>
                    <a:pt x="167" y="1060"/>
                  </a:cubicBezTo>
                  <a:cubicBezTo>
                    <a:pt x="250" y="1060"/>
                    <a:pt x="333" y="977"/>
                    <a:pt x="333" y="894"/>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6" name="Google Shape;12766;p68"/>
            <p:cNvSpPr/>
            <p:nvPr/>
          </p:nvSpPr>
          <p:spPr>
            <a:xfrm>
              <a:off x="1820340" y="3518720"/>
              <a:ext cx="46281" cy="16329"/>
            </a:xfrm>
            <a:custGeom>
              <a:avLst/>
              <a:gdLst/>
              <a:ahLst/>
              <a:cxnLst/>
              <a:rect l="l" t="t" r="r" b="b"/>
              <a:pathLst>
                <a:path w="1454" h="513" extrusionOk="0">
                  <a:moveTo>
                    <a:pt x="167" y="1"/>
                  </a:moveTo>
                  <a:cubicBezTo>
                    <a:pt x="84" y="1"/>
                    <a:pt x="1" y="72"/>
                    <a:pt x="1" y="167"/>
                  </a:cubicBezTo>
                  <a:cubicBezTo>
                    <a:pt x="1" y="251"/>
                    <a:pt x="84" y="334"/>
                    <a:pt x="167" y="334"/>
                  </a:cubicBezTo>
                  <a:cubicBezTo>
                    <a:pt x="370" y="334"/>
                    <a:pt x="917" y="358"/>
                    <a:pt x="1179" y="489"/>
                  </a:cubicBezTo>
                  <a:cubicBezTo>
                    <a:pt x="1215" y="513"/>
                    <a:pt x="1227" y="513"/>
                    <a:pt x="1263" y="513"/>
                  </a:cubicBezTo>
                  <a:cubicBezTo>
                    <a:pt x="1310" y="513"/>
                    <a:pt x="1382" y="477"/>
                    <a:pt x="1406" y="417"/>
                  </a:cubicBezTo>
                  <a:cubicBezTo>
                    <a:pt x="1453" y="346"/>
                    <a:pt x="1417" y="239"/>
                    <a:pt x="1334" y="191"/>
                  </a:cubicBezTo>
                  <a:cubicBezTo>
                    <a:pt x="941"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7" name="Google Shape;12767;p68"/>
            <p:cNvSpPr/>
            <p:nvPr/>
          </p:nvSpPr>
          <p:spPr>
            <a:xfrm>
              <a:off x="1802898" y="3628247"/>
              <a:ext cx="11045" cy="45135"/>
            </a:xfrm>
            <a:custGeom>
              <a:avLst/>
              <a:gdLst/>
              <a:ahLst/>
              <a:cxnLst/>
              <a:rect l="l" t="t" r="r" b="b"/>
              <a:pathLst>
                <a:path w="347" h="1418" extrusionOk="0">
                  <a:moveTo>
                    <a:pt x="168" y="1"/>
                  </a:moveTo>
                  <a:cubicBezTo>
                    <a:pt x="72" y="1"/>
                    <a:pt x="1" y="72"/>
                    <a:pt x="1" y="167"/>
                  </a:cubicBezTo>
                  <a:lnTo>
                    <a:pt x="1" y="1251"/>
                  </a:lnTo>
                  <a:cubicBezTo>
                    <a:pt x="1" y="1334"/>
                    <a:pt x="72" y="1417"/>
                    <a:pt x="168" y="1417"/>
                  </a:cubicBezTo>
                  <a:cubicBezTo>
                    <a:pt x="263" y="1417"/>
                    <a:pt x="334" y="1334"/>
                    <a:pt x="334" y="1251"/>
                  </a:cubicBezTo>
                  <a:lnTo>
                    <a:pt x="334" y="167"/>
                  </a:ln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68"/>
            <p:cNvSpPr/>
            <p:nvPr/>
          </p:nvSpPr>
          <p:spPr>
            <a:xfrm>
              <a:off x="1781317" y="3391400"/>
              <a:ext cx="367255" cy="282364"/>
            </a:xfrm>
            <a:custGeom>
              <a:avLst/>
              <a:gdLst/>
              <a:ahLst/>
              <a:cxnLst/>
              <a:rect l="l" t="t" r="r" b="b"/>
              <a:pathLst>
                <a:path w="11538" h="8871" extrusionOk="0">
                  <a:moveTo>
                    <a:pt x="9728" y="2703"/>
                  </a:moveTo>
                  <a:cubicBezTo>
                    <a:pt x="10049" y="2703"/>
                    <a:pt x="10287" y="2917"/>
                    <a:pt x="10287" y="3167"/>
                  </a:cubicBezTo>
                  <a:lnTo>
                    <a:pt x="10287" y="3203"/>
                  </a:lnTo>
                  <a:cubicBezTo>
                    <a:pt x="10121" y="3120"/>
                    <a:pt x="9930" y="3096"/>
                    <a:pt x="9728" y="3096"/>
                  </a:cubicBezTo>
                  <a:cubicBezTo>
                    <a:pt x="9537" y="3096"/>
                    <a:pt x="9347" y="3143"/>
                    <a:pt x="9180" y="3203"/>
                  </a:cubicBezTo>
                  <a:lnTo>
                    <a:pt x="9180" y="3167"/>
                  </a:lnTo>
                  <a:cubicBezTo>
                    <a:pt x="9180" y="2917"/>
                    <a:pt x="9430" y="2703"/>
                    <a:pt x="9728" y="2703"/>
                  </a:cubicBezTo>
                  <a:close/>
                  <a:moveTo>
                    <a:pt x="9728" y="3405"/>
                  </a:moveTo>
                  <a:cubicBezTo>
                    <a:pt x="10347" y="3405"/>
                    <a:pt x="10835" y="3893"/>
                    <a:pt x="10835" y="4513"/>
                  </a:cubicBezTo>
                  <a:cubicBezTo>
                    <a:pt x="10835" y="4632"/>
                    <a:pt x="10811" y="4751"/>
                    <a:pt x="10775" y="4846"/>
                  </a:cubicBezTo>
                  <a:cubicBezTo>
                    <a:pt x="10299" y="4358"/>
                    <a:pt x="9454" y="4167"/>
                    <a:pt x="9406" y="4167"/>
                  </a:cubicBezTo>
                  <a:cubicBezTo>
                    <a:pt x="9392" y="4160"/>
                    <a:pt x="9377" y="4157"/>
                    <a:pt x="9362" y="4157"/>
                  </a:cubicBezTo>
                  <a:cubicBezTo>
                    <a:pt x="9325" y="4157"/>
                    <a:pt x="9285" y="4174"/>
                    <a:pt x="9251" y="4191"/>
                  </a:cubicBezTo>
                  <a:cubicBezTo>
                    <a:pt x="9216" y="4227"/>
                    <a:pt x="9192" y="4274"/>
                    <a:pt x="9192" y="4334"/>
                  </a:cubicBezTo>
                  <a:cubicBezTo>
                    <a:pt x="9192" y="4334"/>
                    <a:pt x="9180" y="4441"/>
                    <a:pt x="9061" y="4572"/>
                  </a:cubicBezTo>
                  <a:cubicBezTo>
                    <a:pt x="9001" y="4632"/>
                    <a:pt x="9001" y="4751"/>
                    <a:pt x="9061" y="4810"/>
                  </a:cubicBezTo>
                  <a:cubicBezTo>
                    <a:pt x="9091" y="4840"/>
                    <a:pt x="9135" y="4855"/>
                    <a:pt x="9180" y="4855"/>
                  </a:cubicBezTo>
                  <a:cubicBezTo>
                    <a:pt x="9225" y="4855"/>
                    <a:pt x="9269" y="4840"/>
                    <a:pt x="9299" y="4810"/>
                  </a:cubicBezTo>
                  <a:cubicBezTo>
                    <a:pt x="9394" y="4715"/>
                    <a:pt x="9454" y="4608"/>
                    <a:pt x="9478" y="4536"/>
                  </a:cubicBezTo>
                  <a:cubicBezTo>
                    <a:pt x="9763" y="4632"/>
                    <a:pt x="10359" y="4834"/>
                    <a:pt x="10621" y="5203"/>
                  </a:cubicBezTo>
                  <a:cubicBezTo>
                    <a:pt x="10561" y="5668"/>
                    <a:pt x="10192" y="5977"/>
                    <a:pt x="9728" y="5977"/>
                  </a:cubicBezTo>
                  <a:cubicBezTo>
                    <a:pt x="9251" y="5977"/>
                    <a:pt x="8870" y="5620"/>
                    <a:pt x="8823" y="5167"/>
                  </a:cubicBezTo>
                  <a:cubicBezTo>
                    <a:pt x="8823" y="5132"/>
                    <a:pt x="8811" y="5120"/>
                    <a:pt x="8799" y="5084"/>
                  </a:cubicBezTo>
                  <a:cubicBezTo>
                    <a:pt x="8692" y="4906"/>
                    <a:pt x="8632" y="4715"/>
                    <a:pt x="8632" y="4513"/>
                  </a:cubicBezTo>
                  <a:cubicBezTo>
                    <a:pt x="8632" y="3893"/>
                    <a:pt x="9120" y="3405"/>
                    <a:pt x="9728" y="3405"/>
                  </a:cubicBezTo>
                  <a:close/>
                  <a:moveTo>
                    <a:pt x="3048" y="3405"/>
                  </a:moveTo>
                  <a:lnTo>
                    <a:pt x="3048" y="4108"/>
                  </a:lnTo>
                  <a:cubicBezTo>
                    <a:pt x="3048" y="4227"/>
                    <a:pt x="3024" y="4334"/>
                    <a:pt x="2977" y="4429"/>
                  </a:cubicBezTo>
                  <a:lnTo>
                    <a:pt x="2882" y="4608"/>
                  </a:lnTo>
                  <a:cubicBezTo>
                    <a:pt x="2870" y="4644"/>
                    <a:pt x="2870" y="4655"/>
                    <a:pt x="2870" y="4691"/>
                  </a:cubicBezTo>
                  <a:lnTo>
                    <a:pt x="2870" y="5048"/>
                  </a:lnTo>
                  <a:cubicBezTo>
                    <a:pt x="2870" y="5298"/>
                    <a:pt x="2763" y="5537"/>
                    <a:pt x="2584" y="5703"/>
                  </a:cubicBezTo>
                  <a:cubicBezTo>
                    <a:pt x="2413" y="5885"/>
                    <a:pt x="2203" y="5981"/>
                    <a:pt x="1989" y="5981"/>
                  </a:cubicBezTo>
                  <a:cubicBezTo>
                    <a:pt x="1965" y="5981"/>
                    <a:pt x="1941" y="5979"/>
                    <a:pt x="1917" y="5977"/>
                  </a:cubicBezTo>
                  <a:cubicBezTo>
                    <a:pt x="1429" y="5965"/>
                    <a:pt x="1024" y="5537"/>
                    <a:pt x="1024" y="5013"/>
                  </a:cubicBezTo>
                  <a:lnTo>
                    <a:pt x="1024" y="4703"/>
                  </a:lnTo>
                  <a:cubicBezTo>
                    <a:pt x="1024" y="4667"/>
                    <a:pt x="1024" y="4644"/>
                    <a:pt x="1012" y="4632"/>
                  </a:cubicBezTo>
                  <a:lnTo>
                    <a:pt x="905" y="4417"/>
                  </a:lnTo>
                  <a:cubicBezTo>
                    <a:pt x="858" y="4346"/>
                    <a:pt x="846" y="4251"/>
                    <a:pt x="846" y="4167"/>
                  </a:cubicBezTo>
                  <a:lnTo>
                    <a:pt x="846" y="4144"/>
                  </a:lnTo>
                  <a:cubicBezTo>
                    <a:pt x="846" y="3751"/>
                    <a:pt x="1179" y="3405"/>
                    <a:pt x="1596" y="3405"/>
                  </a:cubicBezTo>
                  <a:close/>
                  <a:moveTo>
                    <a:pt x="5763" y="322"/>
                  </a:moveTo>
                  <a:cubicBezTo>
                    <a:pt x="6358" y="322"/>
                    <a:pt x="6870" y="536"/>
                    <a:pt x="7263" y="905"/>
                  </a:cubicBezTo>
                  <a:cubicBezTo>
                    <a:pt x="7668" y="1298"/>
                    <a:pt x="7882" y="1858"/>
                    <a:pt x="7942" y="2524"/>
                  </a:cubicBezTo>
                  <a:cubicBezTo>
                    <a:pt x="8085" y="4346"/>
                    <a:pt x="8227" y="5346"/>
                    <a:pt x="8287" y="5703"/>
                  </a:cubicBezTo>
                  <a:lnTo>
                    <a:pt x="8287" y="5715"/>
                  </a:lnTo>
                  <a:cubicBezTo>
                    <a:pt x="8108" y="5834"/>
                    <a:pt x="7763" y="6025"/>
                    <a:pt x="7215" y="6179"/>
                  </a:cubicBezTo>
                  <a:lnTo>
                    <a:pt x="6930" y="6060"/>
                  </a:lnTo>
                  <a:cubicBezTo>
                    <a:pt x="6858" y="6025"/>
                    <a:pt x="6811" y="5953"/>
                    <a:pt x="6811" y="5882"/>
                  </a:cubicBezTo>
                  <a:lnTo>
                    <a:pt x="6811" y="5298"/>
                  </a:lnTo>
                  <a:cubicBezTo>
                    <a:pt x="7370" y="4941"/>
                    <a:pt x="7727" y="4334"/>
                    <a:pt x="7727" y="3632"/>
                  </a:cubicBezTo>
                  <a:lnTo>
                    <a:pt x="7727" y="3322"/>
                  </a:lnTo>
                  <a:cubicBezTo>
                    <a:pt x="7727" y="3108"/>
                    <a:pt x="7632" y="2917"/>
                    <a:pt x="7489" y="2786"/>
                  </a:cubicBezTo>
                  <a:cubicBezTo>
                    <a:pt x="7144" y="2489"/>
                    <a:pt x="6370" y="1965"/>
                    <a:pt x="5025" y="1834"/>
                  </a:cubicBezTo>
                  <a:cubicBezTo>
                    <a:pt x="5015" y="1831"/>
                    <a:pt x="5005" y="1830"/>
                    <a:pt x="4995" y="1830"/>
                  </a:cubicBezTo>
                  <a:cubicBezTo>
                    <a:pt x="4920" y="1830"/>
                    <a:pt x="4846" y="1903"/>
                    <a:pt x="4846" y="1977"/>
                  </a:cubicBezTo>
                  <a:cubicBezTo>
                    <a:pt x="4834" y="2072"/>
                    <a:pt x="4906" y="2155"/>
                    <a:pt x="5001" y="2155"/>
                  </a:cubicBezTo>
                  <a:cubicBezTo>
                    <a:pt x="6251" y="2274"/>
                    <a:pt x="6954" y="2750"/>
                    <a:pt x="7263" y="3024"/>
                  </a:cubicBezTo>
                  <a:cubicBezTo>
                    <a:pt x="7335" y="3096"/>
                    <a:pt x="7382" y="3179"/>
                    <a:pt x="7382" y="3298"/>
                  </a:cubicBezTo>
                  <a:lnTo>
                    <a:pt x="7382" y="3620"/>
                  </a:lnTo>
                  <a:cubicBezTo>
                    <a:pt x="7382" y="4525"/>
                    <a:pt x="6632" y="5251"/>
                    <a:pt x="5739" y="5251"/>
                  </a:cubicBezTo>
                  <a:cubicBezTo>
                    <a:pt x="4846" y="5251"/>
                    <a:pt x="4108" y="4513"/>
                    <a:pt x="4108" y="3620"/>
                  </a:cubicBezTo>
                  <a:lnTo>
                    <a:pt x="4108" y="3465"/>
                  </a:lnTo>
                  <a:cubicBezTo>
                    <a:pt x="4108" y="3405"/>
                    <a:pt x="4132" y="3346"/>
                    <a:pt x="4191" y="3298"/>
                  </a:cubicBezTo>
                  <a:cubicBezTo>
                    <a:pt x="4406" y="3179"/>
                    <a:pt x="4691" y="2965"/>
                    <a:pt x="4822" y="2572"/>
                  </a:cubicBezTo>
                  <a:cubicBezTo>
                    <a:pt x="4846" y="2489"/>
                    <a:pt x="4810" y="2393"/>
                    <a:pt x="4715" y="2369"/>
                  </a:cubicBezTo>
                  <a:cubicBezTo>
                    <a:pt x="4696" y="2361"/>
                    <a:pt x="4676" y="2357"/>
                    <a:pt x="4657" y="2357"/>
                  </a:cubicBezTo>
                  <a:cubicBezTo>
                    <a:pt x="4592" y="2357"/>
                    <a:pt x="4531" y="2401"/>
                    <a:pt x="4513" y="2465"/>
                  </a:cubicBezTo>
                  <a:cubicBezTo>
                    <a:pt x="4417" y="2750"/>
                    <a:pt x="4191" y="2917"/>
                    <a:pt x="4048" y="3024"/>
                  </a:cubicBezTo>
                  <a:cubicBezTo>
                    <a:pt x="3882" y="3108"/>
                    <a:pt x="3775" y="3286"/>
                    <a:pt x="3775" y="3465"/>
                  </a:cubicBezTo>
                  <a:lnTo>
                    <a:pt x="3775" y="3620"/>
                  </a:lnTo>
                  <a:cubicBezTo>
                    <a:pt x="3775" y="4310"/>
                    <a:pt x="4132" y="4929"/>
                    <a:pt x="4691" y="5287"/>
                  </a:cubicBezTo>
                  <a:lnTo>
                    <a:pt x="4691" y="5858"/>
                  </a:lnTo>
                  <a:cubicBezTo>
                    <a:pt x="4691" y="5941"/>
                    <a:pt x="4644" y="6013"/>
                    <a:pt x="4572" y="6037"/>
                  </a:cubicBezTo>
                  <a:lnTo>
                    <a:pt x="4287" y="6156"/>
                  </a:lnTo>
                  <a:cubicBezTo>
                    <a:pt x="3739" y="6013"/>
                    <a:pt x="3394" y="5822"/>
                    <a:pt x="3227" y="5715"/>
                  </a:cubicBezTo>
                  <a:lnTo>
                    <a:pt x="3227" y="5703"/>
                  </a:lnTo>
                  <a:cubicBezTo>
                    <a:pt x="3286" y="5346"/>
                    <a:pt x="3441" y="4346"/>
                    <a:pt x="3572" y="2524"/>
                  </a:cubicBezTo>
                  <a:cubicBezTo>
                    <a:pt x="3620" y="1858"/>
                    <a:pt x="3858" y="1310"/>
                    <a:pt x="4251" y="905"/>
                  </a:cubicBezTo>
                  <a:cubicBezTo>
                    <a:pt x="4644" y="524"/>
                    <a:pt x="5168" y="322"/>
                    <a:pt x="5763" y="322"/>
                  </a:cubicBezTo>
                  <a:close/>
                  <a:moveTo>
                    <a:pt x="2917" y="5870"/>
                  </a:moveTo>
                  <a:cubicBezTo>
                    <a:pt x="2941" y="5929"/>
                    <a:pt x="2989" y="5977"/>
                    <a:pt x="3036" y="6013"/>
                  </a:cubicBezTo>
                  <a:cubicBezTo>
                    <a:pt x="3167" y="6096"/>
                    <a:pt x="3417" y="6251"/>
                    <a:pt x="3810" y="6382"/>
                  </a:cubicBezTo>
                  <a:lnTo>
                    <a:pt x="3334" y="6596"/>
                  </a:lnTo>
                  <a:lnTo>
                    <a:pt x="2798" y="6441"/>
                  </a:lnTo>
                  <a:cubicBezTo>
                    <a:pt x="2667" y="6394"/>
                    <a:pt x="2667" y="6382"/>
                    <a:pt x="2667" y="6358"/>
                  </a:cubicBezTo>
                  <a:lnTo>
                    <a:pt x="2667" y="6120"/>
                  </a:lnTo>
                  <a:cubicBezTo>
                    <a:pt x="2727" y="6072"/>
                    <a:pt x="2763" y="6025"/>
                    <a:pt x="2822" y="5977"/>
                  </a:cubicBezTo>
                  <a:cubicBezTo>
                    <a:pt x="2858" y="5953"/>
                    <a:pt x="2882" y="5906"/>
                    <a:pt x="2917" y="5870"/>
                  </a:cubicBezTo>
                  <a:close/>
                  <a:moveTo>
                    <a:pt x="8620" y="5620"/>
                  </a:moveTo>
                  <a:cubicBezTo>
                    <a:pt x="8704" y="5822"/>
                    <a:pt x="8859" y="5977"/>
                    <a:pt x="9037" y="6096"/>
                  </a:cubicBezTo>
                  <a:lnTo>
                    <a:pt x="9037" y="6453"/>
                  </a:lnTo>
                  <a:lnTo>
                    <a:pt x="9013" y="6453"/>
                  </a:lnTo>
                  <a:lnTo>
                    <a:pt x="8478" y="6739"/>
                  </a:lnTo>
                  <a:cubicBezTo>
                    <a:pt x="8478" y="6739"/>
                    <a:pt x="8466" y="6739"/>
                    <a:pt x="8466" y="6727"/>
                  </a:cubicBezTo>
                  <a:lnTo>
                    <a:pt x="7692" y="6382"/>
                  </a:lnTo>
                  <a:cubicBezTo>
                    <a:pt x="8061" y="6251"/>
                    <a:pt x="8335" y="6096"/>
                    <a:pt x="8466" y="6013"/>
                  </a:cubicBezTo>
                  <a:cubicBezTo>
                    <a:pt x="8585" y="5941"/>
                    <a:pt x="8644" y="5798"/>
                    <a:pt x="8620" y="5656"/>
                  </a:cubicBezTo>
                  <a:lnTo>
                    <a:pt x="8620" y="5620"/>
                  </a:lnTo>
                  <a:close/>
                  <a:moveTo>
                    <a:pt x="2322" y="6263"/>
                  </a:moveTo>
                  <a:lnTo>
                    <a:pt x="2322" y="6334"/>
                  </a:lnTo>
                  <a:cubicBezTo>
                    <a:pt x="2322" y="6370"/>
                    <a:pt x="2322" y="6418"/>
                    <a:pt x="2334" y="6441"/>
                  </a:cubicBezTo>
                  <a:lnTo>
                    <a:pt x="1929" y="6834"/>
                  </a:lnTo>
                  <a:lnTo>
                    <a:pt x="1548" y="6441"/>
                  </a:lnTo>
                  <a:cubicBezTo>
                    <a:pt x="1560" y="6418"/>
                    <a:pt x="1560" y="6382"/>
                    <a:pt x="1560" y="6334"/>
                  </a:cubicBezTo>
                  <a:lnTo>
                    <a:pt x="1560" y="6263"/>
                  </a:lnTo>
                  <a:cubicBezTo>
                    <a:pt x="1667" y="6299"/>
                    <a:pt x="1786" y="6322"/>
                    <a:pt x="1905" y="6322"/>
                  </a:cubicBezTo>
                  <a:lnTo>
                    <a:pt x="1953" y="6322"/>
                  </a:lnTo>
                  <a:cubicBezTo>
                    <a:pt x="2084" y="6322"/>
                    <a:pt x="2203" y="6310"/>
                    <a:pt x="2322" y="6263"/>
                  </a:cubicBezTo>
                  <a:close/>
                  <a:moveTo>
                    <a:pt x="10109" y="6275"/>
                  </a:moveTo>
                  <a:lnTo>
                    <a:pt x="10109" y="6453"/>
                  </a:lnTo>
                  <a:cubicBezTo>
                    <a:pt x="10109" y="6513"/>
                    <a:pt x="10121" y="6572"/>
                    <a:pt x="10144" y="6620"/>
                  </a:cubicBezTo>
                  <a:lnTo>
                    <a:pt x="10002" y="6775"/>
                  </a:lnTo>
                  <a:cubicBezTo>
                    <a:pt x="9924" y="6840"/>
                    <a:pt x="9832" y="6873"/>
                    <a:pt x="9740" y="6873"/>
                  </a:cubicBezTo>
                  <a:cubicBezTo>
                    <a:pt x="9647" y="6873"/>
                    <a:pt x="9555" y="6840"/>
                    <a:pt x="9478" y="6775"/>
                  </a:cubicBezTo>
                  <a:lnTo>
                    <a:pt x="9311" y="6620"/>
                  </a:lnTo>
                  <a:cubicBezTo>
                    <a:pt x="9347" y="6572"/>
                    <a:pt x="9359" y="6513"/>
                    <a:pt x="9359" y="6453"/>
                  </a:cubicBezTo>
                  <a:lnTo>
                    <a:pt x="9359" y="6275"/>
                  </a:lnTo>
                  <a:cubicBezTo>
                    <a:pt x="9478" y="6310"/>
                    <a:pt x="9597" y="6334"/>
                    <a:pt x="9728" y="6334"/>
                  </a:cubicBezTo>
                  <a:cubicBezTo>
                    <a:pt x="9859" y="6334"/>
                    <a:pt x="9978" y="6322"/>
                    <a:pt x="10109" y="6275"/>
                  </a:cubicBezTo>
                  <a:close/>
                  <a:moveTo>
                    <a:pt x="6501" y="5477"/>
                  </a:moveTo>
                  <a:lnTo>
                    <a:pt x="6501" y="5882"/>
                  </a:lnTo>
                  <a:cubicBezTo>
                    <a:pt x="6501" y="6084"/>
                    <a:pt x="6620" y="6275"/>
                    <a:pt x="6811" y="6370"/>
                  </a:cubicBezTo>
                  <a:lnTo>
                    <a:pt x="7073" y="6477"/>
                  </a:lnTo>
                  <a:cubicBezTo>
                    <a:pt x="6799" y="6953"/>
                    <a:pt x="6299" y="7263"/>
                    <a:pt x="5739" y="7263"/>
                  </a:cubicBezTo>
                  <a:cubicBezTo>
                    <a:pt x="5191" y="7263"/>
                    <a:pt x="4691" y="6953"/>
                    <a:pt x="4453" y="6477"/>
                  </a:cubicBezTo>
                  <a:lnTo>
                    <a:pt x="4703" y="6370"/>
                  </a:lnTo>
                  <a:cubicBezTo>
                    <a:pt x="4894" y="6275"/>
                    <a:pt x="5013" y="6084"/>
                    <a:pt x="5013" y="5882"/>
                  </a:cubicBezTo>
                  <a:lnTo>
                    <a:pt x="5013" y="5477"/>
                  </a:lnTo>
                  <a:cubicBezTo>
                    <a:pt x="5239" y="5560"/>
                    <a:pt x="5489" y="5620"/>
                    <a:pt x="5763" y="5620"/>
                  </a:cubicBezTo>
                  <a:cubicBezTo>
                    <a:pt x="6025" y="5620"/>
                    <a:pt x="6263" y="5584"/>
                    <a:pt x="6501" y="5477"/>
                  </a:cubicBezTo>
                  <a:close/>
                  <a:moveTo>
                    <a:pt x="5763" y="0"/>
                  </a:moveTo>
                  <a:cubicBezTo>
                    <a:pt x="5072" y="0"/>
                    <a:pt x="4465" y="238"/>
                    <a:pt x="4013" y="679"/>
                  </a:cubicBezTo>
                  <a:cubicBezTo>
                    <a:pt x="3560" y="1131"/>
                    <a:pt x="3286" y="1774"/>
                    <a:pt x="3239" y="2512"/>
                  </a:cubicBezTo>
                  <a:cubicBezTo>
                    <a:pt x="3227" y="2703"/>
                    <a:pt x="3215" y="2905"/>
                    <a:pt x="3203" y="3084"/>
                  </a:cubicBezTo>
                  <a:lnTo>
                    <a:pt x="1608" y="3084"/>
                  </a:lnTo>
                  <a:cubicBezTo>
                    <a:pt x="1012" y="3084"/>
                    <a:pt x="536" y="3560"/>
                    <a:pt x="536" y="4155"/>
                  </a:cubicBezTo>
                  <a:lnTo>
                    <a:pt x="536" y="4167"/>
                  </a:lnTo>
                  <a:cubicBezTo>
                    <a:pt x="536" y="4298"/>
                    <a:pt x="560" y="4453"/>
                    <a:pt x="619" y="4572"/>
                  </a:cubicBezTo>
                  <a:lnTo>
                    <a:pt x="715" y="4751"/>
                  </a:lnTo>
                  <a:lnTo>
                    <a:pt x="715" y="5025"/>
                  </a:lnTo>
                  <a:cubicBezTo>
                    <a:pt x="715" y="5465"/>
                    <a:pt x="941" y="5858"/>
                    <a:pt x="1262" y="6096"/>
                  </a:cubicBezTo>
                  <a:lnTo>
                    <a:pt x="1262" y="6334"/>
                  </a:lnTo>
                  <a:cubicBezTo>
                    <a:pt x="1262" y="6370"/>
                    <a:pt x="1250" y="6394"/>
                    <a:pt x="1215" y="6418"/>
                  </a:cubicBezTo>
                  <a:lnTo>
                    <a:pt x="524" y="6608"/>
                  </a:lnTo>
                  <a:cubicBezTo>
                    <a:pt x="226" y="6691"/>
                    <a:pt x="0" y="6977"/>
                    <a:pt x="0" y="7287"/>
                  </a:cubicBezTo>
                  <a:lnTo>
                    <a:pt x="0" y="8692"/>
                  </a:lnTo>
                  <a:cubicBezTo>
                    <a:pt x="0" y="8775"/>
                    <a:pt x="72" y="8858"/>
                    <a:pt x="167" y="8858"/>
                  </a:cubicBezTo>
                  <a:cubicBezTo>
                    <a:pt x="250" y="8858"/>
                    <a:pt x="322" y="8775"/>
                    <a:pt x="322" y="8692"/>
                  </a:cubicBezTo>
                  <a:lnTo>
                    <a:pt x="322" y="7287"/>
                  </a:lnTo>
                  <a:cubicBezTo>
                    <a:pt x="322" y="7132"/>
                    <a:pt x="441" y="6977"/>
                    <a:pt x="596" y="6930"/>
                  </a:cubicBezTo>
                  <a:lnTo>
                    <a:pt x="1298" y="6739"/>
                  </a:lnTo>
                  <a:cubicBezTo>
                    <a:pt x="1322" y="6739"/>
                    <a:pt x="1334" y="6727"/>
                    <a:pt x="1369" y="6715"/>
                  </a:cubicBezTo>
                  <a:lnTo>
                    <a:pt x="1798" y="7144"/>
                  </a:lnTo>
                  <a:lnTo>
                    <a:pt x="1798" y="8704"/>
                  </a:lnTo>
                  <a:cubicBezTo>
                    <a:pt x="1798" y="8799"/>
                    <a:pt x="1870" y="8870"/>
                    <a:pt x="1965" y="8870"/>
                  </a:cubicBezTo>
                  <a:cubicBezTo>
                    <a:pt x="2048" y="8870"/>
                    <a:pt x="2131" y="8799"/>
                    <a:pt x="2131" y="8704"/>
                  </a:cubicBezTo>
                  <a:lnTo>
                    <a:pt x="2131" y="7144"/>
                  </a:lnTo>
                  <a:lnTo>
                    <a:pt x="2560" y="6715"/>
                  </a:lnTo>
                  <a:cubicBezTo>
                    <a:pt x="2620" y="6739"/>
                    <a:pt x="2679" y="6751"/>
                    <a:pt x="2727" y="6775"/>
                  </a:cubicBezTo>
                  <a:lnTo>
                    <a:pt x="2905" y="6811"/>
                  </a:lnTo>
                  <a:cubicBezTo>
                    <a:pt x="2667" y="6977"/>
                    <a:pt x="2524" y="7251"/>
                    <a:pt x="2524" y="7549"/>
                  </a:cubicBezTo>
                  <a:lnTo>
                    <a:pt x="2524" y="8704"/>
                  </a:lnTo>
                  <a:cubicBezTo>
                    <a:pt x="2524" y="8799"/>
                    <a:pt x="2608" y="8870"/>
                    <a:pt x="2691" y="8870"/>
                  </a:cubicBezTo>
                  <a:cubicBezTo>
                    <a:pt x="2786" y="8870"/>
                    <a:pt x="2858" y="8799"/>
                    <a:pt x="2858" y="8704"/>
                  </a:cubicBezTo>
                  <a:lnTo>
                    <a:pt x="2858" y="7549"/>
                  </a:lnTo>
                  <a:cubicBezTo>
                    <a:pt x="2858" y="7322"/>
                    <a:pt x="2989" y="7132"/>
                    <a:pt x="3179" y="7037"/>
                  </a:cubicBezTo>
                  <a:lnTo>
                    <a:pt x="4156" y="6608"/>
                  </a:lnTo>
                  <a:cubicBezTo>
                    <a:pt x="4453" y="7215"/>
                    <a:pt x="5072" y="7608"/>
                    <a:pt x="5763" y="7608"/>
                  </a:cubicBezTo>
                  <a:cubicBezTo>
                    <a:pt x="6442" y="7608"/>
                    <a:pt x="7073" y="7215"/>
                    <a:pt x="7370" y="6608"/>
                  </a:cubicBezTo>
                  <a:lnTo>
                    <a:pt x="8335" y="7037"/>
                  </a:lnTo>
                  <a:cubicBezTo>
                    <a:pt x="8537" y="7132"/>
                    <a:pt x="8656" y="7322"/>
                    <a:pt x="8656" y="7549"/>
                  </a:cubicBezTo>
                  <a:lnTo>
                    <a:pt x="8656" y="8704"/>
                  </a:lnTo>
                  <a:cubicBezTo>
                    <a:pt x="8656" y="8799"/>
                    <a:pt x="8739" y="8870"/>
                    <a:pt x="8823" y="8870"/>
                  </a:cubicBezTo>
                  <a:cubicBezTo>
                    <a:pt x="8918" y="8870"/>
                    <a:pt x="8989" y="8799"/>
                    <a:pt x="8989" y="8704"/>
                  </a:cubicBezTo>
                  <a:lnTo>
                    <a:pt x="8989" y="7549"/>
                  </a:lnTo>
                  <a:cubicBezTo>
                    <a:pt x="8989" y="7322"/>
                    <a:pt x="8918" y="7132"/>
                    <a:pt x="8775" y="6965"/>
                  </a:cubicBezTo>
                  <a:lnTo>
                    <a:pt x="9049" y="6834"/>
                  </a:lnTo>
                  <a:lnTo>
                    <a:pt x="9240" y="7025"/>
                  </a:lnTo>
                  <a:cubicBezTo>
                    <a:pt x="9370" y="7156"/>
                    <a:pt x="9549" y="7215"/>
                    <a:pt x="9728" y="7215"/>
                  </a:cubicBezTo>
                  <a:cubicBezTo>
                    <a:pt x="9906" y="7215"/>
                    <a:pt x="10085" y="7156"/>
                    <a:pt x="10228" y="7025"/>
                  </a:cubicBezTo>
                  <a:lnTo>
                    <a:pt x="10418" y="6834"/>
                  </a:lnTo>
                  <a:lnTo>
                    <a:pt x="10978" y="7108"/>
                  </a:lnTo>
                  <a:cubicBezTo>
                    <a:pt x="11121" y="7168"/>
                    <a:pt x="11192" y="7311"/>
                    <a:pt x="11192" y="7442"/>
                  </a:cubicBezTo>
                  <a:lnTo>
                    <a:pt x="11192" y="8692"/>
                  </a:lnTo>
                  <a:cubicBezTo>
                    <a:pt x="11192" y="8775"/>
                    <a:pt x="11264" y="8858"/>
                    <a:pt x="11359" y="8858"/>
                  </a:cubicBezTo>
                  <a:cubicBezTo>
                    <a:pt x="11442" y="8858"/>
                    <a:pt x="11514" y="8775"/>
                    <a:pt x="11514" y="8692"/>
                  </a:cubicBezTo>
                  <a:lnTo>
                    <a:pt x="11514" y="7442"/>
                  </a:lnTo>
                  <a:cubicBezTo>
                    <a:pt x="11537" y="7168"/>
                    <a:pt x="11383" y="6930"/>
                    <a:pt x="11145" y="6799"/>
                  </a:cubicBezTo>
                  <a:lnTo>
                    <a:pt x="10466" y="6453"/>
                  </a:lnTo>
                  <a:lnTo>
                    <a:pt x="10466" y="6441"/>
                  </a:lnTo>
                  <a:lnTo>
                    <a:pt x="10466" y="6096"/>
                  </a:lnTo>
                  <a:cubicBezTo>
                    <a:pt x="10740" y="5906"/>
                    <a:pt x="10942" y="5596"/>
                    <a:pt x="11002" y="5239"/>
                  </a:cubicBezTo>
                  <a:cubicBezTo>
                    <a:pt x="11133" y="5013"/>
                    <a:pt x="11192" y="4775"/>
                    <a:pt x="11192" y="4525"/>
                  </a:cubicBezTo>
                  <a:cubicBezTo>
                    <a:pt x="11192" y="4048"/>
                    <a:pt x="10966" y="3632"/>
                    <a:pt x="10609" y="3382"/>
                  </a:cubicBezTo>
                  <a:cubicBezTo>
                    <a:pt x="10621" y="3298"/>
                    <a:pt x="10644" y="3239"/>
                    <a:pt x="10644" y="3167"/>
                  </a:cubicBezTo>
                  <a:cubicBezTo>
                    <a:pt x="10644" y="2727"/>
                    <a:pt x="10240" y="2369"/>
                    <a:pt x="9751" y="2369"/>
                  </a:cubicBezTo>
                  <a:cubicBezTo>
                    <a:pt x="9251" y="2369"/>
                    <a:pt x="8859" y="2727"/>
                    <a:pt x="8859" y="3167"/>
                  </a:cubicBezTo>
                  <a:cubicBezTo>
                    <a:pt x="8859" y="3239"/>
                    <a:pt x="8870" y="3322"/>
                    <a:pt x="8882" y="3382"/>
                  </a:cubicBezTo>
                  <a:cubicBezTo>
                    <a:pt x="8680" y="3536"/>
                    <a:pt x="8513" y="3751"/>
                    <a:pt x="8406" y="3989"/>
                  </a:cubicBezTo>
                  <a:cubicBezTo>
                    <a:pt x="8358" y="3572"/>
                    <a:pt x="8323" y="3084"/>
                    <a:pt x="8275" y="2512"/>
                  </a:cubicBezTo>
                  <a:cubicBezTo>
                    <a:pt x="8216" y="1774"/>
                    <a:pt x="7942" y="1131"/>
                    <a:pt x="7501" y="679"/>
                  </a:cubicBezTo>
                  <a:cubicBezTo>
                    <a:pt x="7049" y="238"/>
                    <a:pt x="6442"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68"/>
            <p:cNvSpPr/>
            <p:nvPr/>
          </p:nvSpPr>
          <p:spPr>
            <a:xfrm>
              <a:off x="2114800" y="3635440"/>
              <a:ext cx="11045" cy="37941"/>
            </a:xfrm>
            <a:custGeom>
              <a:avLst/>
              <a:gdLst/>
              <a:ahLst/>
              <a:cxnLst/>
              <a:rect l="l" t="t" r="r" b="b"/>
              <a:pathLst>
                <a:path w="347" h="1192" extrusionOk="0">
                  <a:moveTo>
                    <a:pt x="167" y="1"/>
                  </a:moveTo>
                  <a:cubicBezTo>
                    <a:pt x="72" y="1"/>
                    <a:pt x="1" y="72"/>
                    <a:pt x="1" y="156"/>
                  </a:cubicBezTo>
                  <a:lnTo>
                    <a:pt x="1" y="1025"/>
                  </a:lnTo>
                  <a:cubicBezTo>
                    <a:pt x="1" y="1108"/>
                    <a:pt x="72" y="1191"/>
                    <a:pt x="167" y="1191"/>
                  </a:cubicBezTo>
                  <a:cubicBezTo>
                    <a:pt x="251" y="1191"/>
                    <a:pt x="322" y="1108"/>
                    <a:pt x="322" y="1025"/>
                  </a:cubicBezTo>
                  <a:lnTo>
                    <a:pt x="322" y="156"/>
                  </a:lnTo>
                  <a:cubicBezTo>
                    <a:pt x="346"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70" name="Google Shape;12770;p68"/>
          <p:cNvGrpSpPr/>
          <p:nvPr/>
        </p:nvGrpSpPr>
        <p:grpSpPr>
          <a:xfrm>
            <a:off x="3678830" y="3447133"/>
            <a:ext cx="369164" cy="323297"/>
            <a:chOff x="3678830" y="3370933"/>
            <a:chExt cx="369164" cy="323297"/>
          </a:xfrm>
        </p:grpSpPr>
        <p:sp>
          <p:nvSpPr>
            <p:cNvPr id="12771" name="Google Shape;12771;p68"/>
            <p:cNvSpPr/>
            <p:nvPr/>
          </p:nvSpPr>
          <p:spPr>
            <a:xfrm>
              <a:off x="3678830" y="3370933"/>
              <a:ext cx="369164" cy="323297"/>
            </a:xfrm>
            <a:custGeom>
              <a:avLst/>
              <a:gdLst/>
              <a:ahLst/>
              <a:cxnLst/>
              <a:rect l="l" t="t" r="r" b="b"/>
              <a:pathLst>
                <a:path w="11598" h="10157" extrusionOk="0">
                  <a:moveTo>
                    <a:pt x="6514" y="357"/>
                  </a:moveTo>
                  <a:lnTo>
                    <a:pt x="6180" y="3274"/>
                  </a:lnTo>
                  <a:cubicBezTo>
                    <a:pt x="6180" y="3274"/>
                    <a:pt x="6180" y="3286"/>
                    <a:pt x="6168" y="3286"/>
                  </a:cubicBezTo>
                  <a:lnTo>
                    <a:pt x="5406" y="3286"/>
                  </a:lnTo>
                  <a:cubicBezTo>
                    <a:pt x="5406" y="3286"/>
                    <a:pt x="5394" y="3286"/>
                    <a:pt x="5394" y="3274"/>
                  </a:cubicBezTo>
                  <a:lnTo>
                    <a:pt x="5061" y="357"/>
                  </a:lnTo>
                  <a:close/>
                  <a:moveTo>
                    <a:pt x="11026" y="2893"/>
                  </a:moveTo>
                  <a:cubicBezTo>
                    <a:pt x="11133" y="2893"/>
                    <a:pt x="11228" y="2977"/>
                    <a:pt x="11228" y="3084"/>
                  </a:cubicBezTo>
                  <a:lnTo>
                    <a:pt x="11228" y="9620"/>
                  </a:lnTo>
                  <a:lnTo>
                    <a:pt x="11240" y="9620"/>
                  </a:lnTo>
                  <a:cubicBezTo>
                    <a:pt x="11240" y="9716"/>
                    <a:pt x="11157" y="9811"/>
                    <a:pt x="11050" y="9811"/>
                  </a:cubicBezTo>
                  <a:lnTo>
                    <a:pt x="525" y="9811"/>
                  </a:lnTo>
                  <a:cubicBezTo>
                    <a:pt x="418" y="9811"/>
                    <a:pt x="334" y="9716"/>
                    <a:pt x="334" y="9620"/>
                  </a:cubicBezTo>
                  <a:lnTo>
                    <a:pt x="334" y="3084"/>
                  </a:lnTo>
                  <a:cubicBezTo>
                    <a:pt x="334" y="2977"/>
                    <a:pt x="418" y="2893"/>
                    <a:pt x="525" y="2893"/>
                  </a:cubicBezTo>
                  <a:lnTo>
                    <a:pt x="5025" y="2893"/>
                  </a:lnTo>
                  <a:lnTo>
                    <a:pt x="5061" y="3310"/>
                  </a:lnTo>
                  <a:cubicBezTo>
                    <a:pt x="5085" y="3489"/>
                    <a:pt x="5228" y="3620"/>
                    <a:pt x="5406" y="3620"/>
                  </a:cubicBezTo>
                  <a:lnTo>
                    <a:pt x="6168" y="3620"/>
                  </a:lnTo>
                  <a:cubicBezTo>
                    <a:pt x="6347" y="3620"/>
                    <a:pt x="6490" y="3489"/>
                    <a:pt x="6502" y="3310"/>
                  </a:cubicBezTo>
                  <a:lnTo>
                    <a:pt x="6549" y="2893"/>
                  </a:lnTo>
                  <a:close/>
                  <a:moveTo>
                    <a:pt x="4882" y="0"/>
                  </a:moveTo>
                  <a:cubicBezTo>
                    <a:pt x="4847" y="0"/>
                    <a:pt x="4799" y="12"/>
                    <a:pt x="4763" y="60"/>
                  </a:cubicBezTo>
                  <a:cubicBezTo>
                    <a:pt x="4740" y="95"/>
                    <a:pt x="4728" y="155"/>
                    <a:pt x="4728" y="191"/>
                  </a:cubicBezTo>
                  <a:lnTo>
                    <a:pt x="4990" y="2548"/>
                  </a:lnTo>
                  <a:lnTo>
                    <a:pt x="537" y="2548"/>
                  </a:lnTo>
                  <a:cubicBezTo>
                    <a:pt x="239" y="2548"/>
                    <a:pt x="1" y="2786"/>
                    <a:pt x="1" y="3084"/>
                  </a:cubicBezTo>
                  <a:lnTo>
                    <a:pt x="1" y="9620"/>
                  </a:lnTo>
                  <a:cubicBezTo>
                    <a:pt x="1" y="9918"/>
                    <a:pt x="239" y="10156"/>
                    <a:pt x="537" y="10156"/>
                  </a:cubicBezTo>
                  <a:lnTo>
                    <a:pt x="11062" y="10156"/>
                  </a:lnTo>
                  <a:cubicBezTo>
                    <a:pt x="11359" y="10156"/>
                    <a:pt x="11598" y="9918"/>
                    <a:pt x="11598" y="9620"/>
                  </a:cubicBezTo>
                  <a:lnTo>
                    <a:pt x="11598" y="3084"/>
                  </a:lnTo>
                  <a:cubicBezTo>
                    <a:pt x="11586" y="2786"/>
                    <a:pt x="11348" y="2548"/>
                    <a:pt x="11050" y="2548"/>
                  </a:cubicBezTo>
                  <a:lnTo>
                    <a:pt x="6597" y="2548"/>
                  </a:lnTo>
                  <a:lnTo>
                    <a:pt x="6871" y="191"/>
                  </a:lnTo>
                  <a:cubicBezTo>
                    <a:pt x="6871" y="155"/>
                    <a:pt x="6847" y="107"/>
                    <a:pt x="6823" y="60"/>
                  </a:cubicBezTo>
                  <a:cubicBezTo>
                    <a:pt x="6787" y="36"/>
                    <a:pt x="6752" y="0"/>
                    <a:pt x="67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68"/>
            <p:cNvSpPr/>
            <p:nvPr/>
          </p:nvSpPr>
          <p:spPr>
            <a:xfrm>
              <a:off x="3713716" y="3498253"/>
              <a:ext cx="126206" cy="161092"/>
            </a:xfrm>
            <a:custGeom>
              <a:avLst/>
              <a:gdLst/>
              <a:ahLst/>
              <a:cxnLst/>
              <a:rect l="l" t="t" r="r" b="b"/>
              <a:pathLst>
                <a:path w="3965" h="5061" extrusionOk="0">
                  <a:moveTo>
                    <a:pt x="2155" y="1251"/>
                  </a:moveTo>
                  <a:cubicBezTo>
                    <a:pt x="2358" y="1251"/>
                    <a:pt x="2524" y="1418"/>
                    <a:pt x="2524" y="1632"/>
                  </a:cubicBezTo>
                  <a:lnTo>
                    <a:pt x="2524" y="1989"/>
                  </a:lnTo>
                  <a:cubicBezTo>
                    <a:pt x="2536" y="2299"/>
                    <a:pt x="2286" y="2537"/>
                    <a:pt x="1977" y="2537"/>
                  </a:cubicBezTo>
                  <a:cubicBezTo>
                    <a:pt x="1667" y="2537"/>
                    <a:pt x="1429" y="2287"/>
                    <a:pt x="1429" y="1989"/>
                  </a:cubicBezTo>
                  <a:lnTo>
                    <a:pt x="1429" y="1632"/>
                  </a:lnTo>
                  <a:cubicBezTo>
                    <a:pt x="1429" y="1418"/>
                    <a:pt x="1584" y="1251"/>
                    <a:pt x="1798" y="1251"/>
                  </a:cubicBezTo>
                  <a:close/>
                  <a:moveTo>
                    <a:pt x="2167" y="2846"/>
                  </a:moveTo>
                  <a:lnTo>
                    <a:pt x="2167" y="2953"/>
                  </a:lnTo>
                  <a:cubicBezTo>
                    <a:pt x="2167" y="3025"/>
                    <a:pt x="2179" y="3084"/>
                    <a:pt x="2227" y="3132"/>
                  </a:cubicBezTo>
                  <a:lnTo>
                    <a:pt x="1989" y="3370"/>
                  </a:lnTo>
                  <a:lnTo>
                    <a:pt x="1977" y="3370"/>
                  </a:lnTo>
                  <a:lnTo>
                    <a:pt x="1739" y="3132"/>
                  </a:lnTo>
                  <a:cubicBezTo>
                    <a:pt x="1762" y="3073"/>
                    <a:pt x="1774" y="3013"/>
                    <a:pt x="1774" y="2953"/>
                  </a:cubicBezTo>
                  <a:lnTo>
                    <a:pt x="1774" y="2846"/>
                  </a:lnTo>
                  <a:cubicBezTo>
                    <a:pt x="1834" y="2858"/>
                    <a:pt x="1917" y="2858"/>
                    <a:pt x="1977" y="2858"/>
                  </a:cubicBezTo>
                  <a:cubicBezTo>
                    <a:pt x="2036" y="2858"/>
                    <a:pt x="2108" y="2846"/>
                    <a:pt x="2167" y="2846"/>
                  </a:cubicBezTo>
                  <a:close/>
                  <a:moveTo>
                    <a:pt x="2512" y="3334"/>
                  </a:moveTo>
                  <a:lnTo>
                    <a:pt x="2810" y="3489"/>
                  </a:lnTo>
                  <a:cubicBezTo>
                    <a:pt x="2870" y="3513"/>
                    <a:pt x="2917" y="3596"/>
                    <a:pt x="2917" y="3668"/>
                  </a:cubicBezTo>
                  <a:lnTo>
                    <a:pt x="2917" y="4727"/>
                  </a:lnTo>
                  <a:lnTo>
                    <a:pt x="1072" y="4727"/>
                  </a:lnTo>
                  <a:lnTo>
                    <a:pt x="1072" y="3668"/>
                  </a:lnTo>
                  <a:cubicBezTo>
                    <a:pt x="1072" y="3596"/>
                    <a:pt x="1108" y="3537"/>
                    <a:pt x="1167" y="3489"/>
                  </a:cubicBezTo>
                  <a:lnTo>
                    <a:pt x="1465" y="3334"/>
                  </a:lnTo>
                  <a:lnTo>
                    <a:pt x="1739" y="3608"/>
                  </a:lnTo>
                  <a:cubicBezTo>
                    <a:pt x="1810" y="3680"/>
                    <a:pt x="1905" y="3704"/>
                    <a:pt x="1989" y="3704"/>
                  </a:cubicBezTo>
                  <a:cubicBezTo>
                    <a:pt x="2084" y="3704"/>
                    <a:pt x="2167" y="3680"/>
                    <a:pt x="2239" y="3608"/>
                  </a:cubicBezTo>
                  <a:lnTo>
                    <a:pt x="2512" y="3334"/>
                  </a:lnTo>
                  <a:close/>
                  <a:moveTo>
                    <a:pt x="3608" y="334"/>
                  </a:moveTo>
                  <a:cubicBezTo>
                    <a:pt x="3608" y="334"/>
                    <a:pt x="3632" y="334"/>
                    <a:pt x="3632" y="346"/>
                  </a:cubicBezTo>
                  <a:lnTo>
                    <a:pt x="3632" y="4704"/>
                  </a:lnTo>
                  <a:lnTo>
                    <a:pt x="3239" y="4727"/>
                  </a:lnTo>
                  <a:lnTo>
                    <a:pt x="3239" y="3668"/>
                  </a:lnTo>
                  <a:cubicBezTo>
                    <a:pt x="3239" y="3454"/>
                    <a:pt x="3120" y="3275"/>
                    <a:pt x="2941" y="3192"/>
                  </a:cubicBezTo>
                  <a:lnTo>
                    <a:pt x="2512" y="2977"/>
                  </a:lnTo>
                  <a:lnTo>
                    <a:pt x="2512" y="2965"/>
                  </a:lnTo>
                  <a:lnTo>
                    <a:pt x="2512" y="2715"/>
                  </a:lnTo>
                  <a:cubicBezTo>
                    <a:pt x="2739" y="2549"/>
                    <a:pt x="2870" y="2275"/>
                    <a:pt x="2870" y="2001"/>
                  </a:cubicBezTo>
                  <a:lnTo>
                    <a:pt x="2870" y="1644"/>
                  </a:lnTo>
                  <a:cubicBezTo>
                    <a:pt x="2870" y="1251"/>
                    <a:pt x="2536" y="929"/>
                    <a:pt x="2155" y="929"/>
                  </a:cubicBezTo>
                  <a:lnTo>
                    <a:pt x="1798" y="929"/>
                  </a:lnTo>
                  <a:cubicBezTo>
                    <a:pt x="1405" y="929"/>
                    <a:pt x="1084" y="1251"/>
                    <a:pt x="1084" y="1644"/>
                  </a:cubicBezTo>
                  <a:lnTo>
                    <a:pt x="1084" y="2001"/>
                  </a:lnTo>
                  <a:cubicBezTo>
                    <a:pt x="1084" y="2299"/>
                    <a:pt x="1227" y="2549"/>
                    <a:pt x="1441" y="2715"/>
                  </a:cubicBezTo>
                  <a:lnTo>
                    <a:pt x="1441" y="2965"/>
                  </a:lnTo>
                  <a:lnTo>
                    <a:pt x="1441" y="2977"/>
                  </a:lnTo>
                  <a:lnTo>
                    <a:pt x="1012" y="3192"/>
                  </a:lnTo>
                  <a:cubicBezTo>
                    <a:pt x="834" y="3275"/>
                    <a:pt x="715" y="3454"/>
                    <a:pt x="715" y="3668"/>
                  </a:cubicBezTo>
                  <a:lnTo>
                    <a:pt x="715" y="4727"/>
                  </a:lnTo>
                  <a:lnTo>
                    <a:pt x="357" y="4727"/>
                  </a:lnTo>
                  <a:cubicBezTo>
                    <a:pt x="357" y="4727"/>
                    <a:pt x="334" y="4727"/>
                    <a:pt x="334" y="4704"/>
                  </a:cubicBezTo>
                  <a:lnTo>
                    <a:pt x="334" y="346"/>
                  </a:lnTo>
                  <a:cubicBezTo>
                    <a:pt x="334" y="346"/>
                    <a:pt x="334" y="334"/>
                    <a:pt x="357" y="334"/>
                  </a:cubicBezTo>
                  <a:close/>
                  <a:moveTo>
                    <a:pt x="357" y="1"/>
                  </a:moveTo>
                  <a:cubicBezTo>
                    <a:pt x="155" y="1"/>
                    <a:pt x="0" y="167"/>
                    <a:pt x="0" y="358"/>
                  </a:cubicBezTo>
                  <a:lnTo>
                    <a:pt x="0" y="4704"/>
                  </a:lnTo>
                  <a:cubicBezTo>
                    <a:pt x="0" y="4906"/>
                    <a:pt x="155" y="5061"/>
                    <a:pt x="357" y="5061"/>
                  </a:cubicBezTo>
                  <a:lnTo>
                    <a:pt x="3608" y="5061"/>
                  </a:lnTo>
                  <a:cubicBezTo>
                    <a:pt x="3810" y="5061"/>
                    <a:pt x="3965" y="4906"/>
                    <a:pt x="3965" y="4704"/>
                  </a:cubicBezTo>
                  <a:lnTo>
                    <a:pt x="3965" y="346"/>
                  </a:lnTo>
                  <a:cubicBezTo>
                    <a:pt x="3965" y="155"/>
                    <a:pt x="3810"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68"/>
            <p:cNvSpPr/>
            <p:nvPr/>
          </p:nvSpPr>
          <p:spPr>
            <a:xfrm>
              <a:off x="3863795" y="3498253"/>
              <a:ext cx="149728" cy="34154"/>
            </a:xfrm>
            <a:custGeom>
              <a:avLst/>
              <a:gdLst/>
              <a:ahLst/>
              <a:cxnLst/>
              <a:rect l="l" t="t" r="r" b="b"/>
              <a:pathLst>
                <a:path w="4704" h="1073" extrusionOk="0">
                  <a:moveTo>
                    <a:pt x="4334" y="334"/>
                  </a:moveTo>
                  <a:cubicBezTo>
                    <a:pt x="4334" y="334"/>
                    <a:pt x="4346" y="334"/>
                    <a:pt x="4346" y="346"/>
                  </a:cubicBezTo>
                  <a:lnTo>
                    <a:pt x="4346" y="715"/>
                  </a:lnTo>
                  <a:lnTo>
                    <a:pt x="345" y="739"/>
                  </a:lnTo>
                  <a:cubicBezTo>
                    <a:pt x="345" y="739"/>
                    <a:pt x="322" y="739"/>
                    <a:pt x="322" y="715"/>
                  </a:cubicBezTo>
                  <a:lnTo>
                    <a:pt x="322" y="346"/>
                  </a:lnTo>
                  <a:cubicBezTo>
                    <a:pt x="322" y="346"/>
                    <a:pt x="322" y="334"/>
                    <a:pt x="345" y="334"/>
                  </a:cubicBezTo>
                  <a:close/>
                  <a:moveTo>
                    <a:pt x="357" y="1"/>
                  </a:moveTo>
                  <a:cubicBezTo>
                    <a:pt x="167" y="1"/>
                    <a:pt x="0" y="167"/>
                    <a:pt x="0" y="358"/>
                  </a:cubicBezTo>
                  <a:lnTo>
                    <a:pt x="0" y="715"/>
                  </a:lnTo>
                  <a:cubicBezTo>
                    <a:pt x="0" y="917"/>
                    <a:pt x="167" y="1072"/>
                    <a:pt x="357" y="1072"/>
                  </a:cubicBezTo>
                  <a:lnTo>
                    <a:pt x="4346" y="1072"/>
                  </a:lnTo>
                  <a:cubicBezTo>
                    <a:pt x="4536" y="1072"/>
                    <a:pt x="4703" y="917"/>
                    <a:pt x="4703" y="715"/>
                  </a:cubicBezTo>
                  <a:lnTo>
                    <a:pt x="4703" y="346"/>
                  </a:lnTo>
                  <a:cubicBezTo>
                    <a:pt x="4691" y="155"/>
                    <a:pt x="4536"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68"/>
            <p:cNvSpPr/>
            <p:nvPr/>
          </p:nvSpPr>
          <p:spPr>
            <a:xfrm>
              <a:off x="3863413" y="3544502"/>
              <a:ext cx="114843" cy="33740"/>
            </a:xfrm>
            <a:custGeom>
              <a:avLst/>
              <a:gdLst/>
              <a:ahLst/>
              <a:cxnLst/>
              <a:rect l="l" t="t" r="r" b="b"/>
              <a:pathLst>
                <a:path w="3608" h="1060" extrusionOk="0">
                  <a:moveTo>
                    <a:pt x="3251" y="334"/>
                  </a:moveTo>
                  <a:cubicBezTo>
                    <a:pt x="3251" y="334"/>
                    <a:pt x="3274" y="334"/>
                    <a:pt x="3274" y="357"/>
                  </a:cubicBezTo>
                  <a:lnTo>
                    <a:pt x="3274" y="715"/>
                  </a:lnTo>
                  <a:lnTo>
                    <a:pt x="357" y="727"/>
                  </a:lnTo>
                  <a:cubicBezTo>
                    <a:pt x="357" y="727"/>
                    <a:pt x="334" y="727"/>
                    <a:pt x="334" y="715"/>
                  </a:cubicBezTo>
                  <a:lnTo>
                    <a:pt x="334" y="357"/>
                  </a:lnTo>
                  <a:cubicBezTo>
                    <a:pt x="334" y="357"/>
                    <a:pt x="334" y="334"/>
                    <a:pt x="357" y="334"/>
                  </a:cubicBezTo>
                  <a:close/>
                  <a:moveTo>
                    <a:pt x="357" y="0"/>
                  </a:moveTo>
                  <a:cubicBezTo>
                    <a:pt x="155" y="0"/>
                    <a:pt x="0" y="155"/>
                    <a:pt x="0" y="357"/>
                  </a:cubicBezTo>
                  <a:lnTo>
                    <a:pt x="0" y="715"/>
                  </a:lnTo>
                  <a:cubicBezTo>
                    <a:pt x="0" y="905"/>
                    <a:pt x="155" y="1060"/>
                    <a:pt x="357" y="1060"/>
                  </a:cubicBezTo>
                  <a:lnTo>
                    <a:pt x="3251" y="1060"/>
                  </a:lnTo>
                  <a:cubicBezTo>
                    <a:pt x="3453" y="1060"/>
                    <a:pt x="3608" y="905"/>
                    <a:pt x="3608" y="715"/>
                  </a:cubicBezTo>
                  <a:lnTo>
                    <a:pt x="3608" y="357"/>
                  </a:lnTo>
                  <a:cubicBezTo>
                    <a:pt x="3608" y="155"/>
                    <a:pt x="3453"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68"/>
            <p:cNvSpPr/>
            <p:nvPr/>
          </p:nvSpPr>
          <p:spPr>
            <a:xfrm>
              <a:off x="3863795" y="3590719"/>
              <a:ext cx="68625" cy="10663"/>
            </a:xfrm>
            <a:custGeom>
              <a:avLst/>
              <a:gdLst/>
              <a:ahLst/>
              <a:cxnLst/>
              <a:rect l="l" t="t" r="r" b="b"/>
              <a:pathLst>
                <a:path w="2156" h="335" extrusionOk="0">
                  <a:moveTo>
                    <a:pt x="167" y="1"/>
                  </a:moveTo>
                  <a:cubicBezTo>
                    <a:pt x="72" y="1"/>
                    <a:pt x="0" y="72"/>
                    <a:pt x="0" y="168"/>
                  </a:cubicBezTo>
                  <a:cubicBezTo>
                    <a:pt x="0" y="251"/>
                    <a:pt x="72" y="334"/>
                    <a:pt x="167" y="334"/>
                  </a:cubicBezTo>
                  <a:lnTo>
                    <a:pt x="1977" y="334"/>
                  </a:lnTo>
                  <a:cubicBezTo>
                    <a:pt x="2072" y="334"/>
                    <a:pt x="2143" y="251"/>
                    <a:pt x="2143" y="168"/>
                  </a:cubicBezTo>
                  <a:cubicBezTo>
                    <a:pt x="2155" y="72"/>
                    <a:pt x="2072" y="1"/>
                    <a:pt x="1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6" name="Google Shape;12776;p68"/>
            <p:cNvSpPr/>
            <p:nvPr/>
          </p:nvSpPr>
          <p:spPr>
            <a:xfrm>
              <a:off x="3944897" y="3590719"/>
              <a:ext cx="33358" cy="10663"/>
            </a:xfrm>
            <a:custGeom>
              <a:avLst/>
              <a:gdLst/>
              <a:ahLst/>
              <a:cxnLst/>
              <a:rect l="l" t="t" r="r" b="b"/>
              <a:pathLst>
                <a:path w="1048" h="335" extrusionOk="0">
                  <a:moveTo>
                    <a:pt x="155" y="1"/>
                  </a:moveTo>
                  <a:cubicBezTo>
                    <a:pt x="71" y="1"/>
                    <a:pt x="0" y="72"/>
                    <a:pt x="0" y="168"/>
                  </a:cubicBezTo>
                  <a:cubicBezTo>
                    <a:pt x="0" y="251"/>
                    <a:pt x="71" y="334"/>
                    <a:pt x="155" y="334"/>
                  </a:cubicBezTo>
                  <a:lnTo>
                    <a:pt x="893" y="334"/>
                  </a:lnTo>
                  <a:cubicBezTo>
                    <a:pt x="976" y="334"/>
                    <a:pt x="1048" y="251"/>
                    <a:pt x="1048" y="168"/>
                  </a:cubicBezTo>
                  <a:cubicBezTo>
                    <a:pt x="1048" y="72"/>
                    <a:pt x="976"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7" name="Google Shape;12777;p68"/>
            <p:cNvSpPr/>
            <p:nvPr/>
          </p:nvSpPr>
          <p:spPr>
            <a:xfrm>
              <a:off x="3864176" y="3625223"/>
              <a:ext cx="21995" cy="10631"/>
            </a:xfrm>
            <a:custGeom>
              <a:avLst/>
              <a:gdLst/>
              <a:ahLst/>
              <a:cxnLst/>
              <a:rect l="l" t="t" r="r" b="b"/>
              <a:pathLst>
                <a:path w="691" h="334" extrusionOk="0">
                  <a:moveTo>
                    <a:pt x="167" y="0"/>
                  </a:moveTo>
                  <a:cubicBezTo>
                    <a:pt x="71" y="0"/>
                    <a:pt x="0" y="84"/>
                    <a:pt x="0" y="167"/>
                  </a:cubicBezTo>
                  <a:cubicBezTo>
                    <a:pt x="0" y="262"/>
                    <a:pt x="71" y="334"/>
                    <a:pt x="167" y="334"/>
                  </a:cubicBezTo>
                  <a:lnTo>
                    <a:pt x="524" y="334"/>
                  </a:lnTo>
                  <a:cubicBezTo>
                    <a:pt x="607" y="334"/>
                    <a:pt x="691" y="262"/>
                    <a:pt x="691" y="167"/>
                  </a:cubicBezTo>
                  <a:cubicBezTo>
                    <a:pt x="691" y="84"/>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68"/>
            <p:cNvSpPr/>
            <p:nvPr/>
          </p:nvSpPr>
          <p:spPr>
            <a:xfrm>
              <a:off x="3898648" y="3625223"/>
              <a:ext cx="56498" cy="10631"/>
            </a:xfrm>
            <a:custGeom>
              <a:avLst/>
              <a:gdLst/>
              <a:ahLst/>
              <a:cxnLst/>
              <a:rect l="l" t="t" r="r" b="b"/>
              <a:pathLst>
                <a:path w="1775" h="334" extrusionOk="0">
                  <a:moveTo>
                    <a:pt x="167" y="0"/>
                  </a:moveTo>
                  <a:cubicBezTo>
                    <a:pt x="84" y="0"/>
                    <a:pt x="0" y="84"/>
                    <a:pt x="0" y="167"/>
                  </a:cubicBezTo>
                  <a:cubicBezTo>
                    <a:pt x="0" y="262"/>
                    <a:pt x="84" y="334"/>
                    <a:pt x="167" y="334"/>
                  </a:cubicBezTo>
                  <a:lnTo>
                    <a:pt x="1608" y="334"/>
                  </a:lnTo>
                  <a:cubicBezTo>
                    <a:pt x="1703" y="334"/>
                    <a:pt x="1775" y="262"/>
                    <a:pt x="1775" y="167"/>
                  </a:cubicBezTo>
                  <a:cubicBezTo>
                    <a:pt x="1775" y="84"/>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68"/>
            <p:cNvSpPr/>
            <p:nvPr/>
          </p:nvSpPr>
          <p:spPr>
            <a:xfrm>
              <a:off x="3864176" y="3648713"/>
              <a:ext cx="21995" cy="10249"/>
            </a:xfrm>
            <a:custGeom>
              <a:avLst/>
              <a:gdLst/>
              <a:ahLst/>
              <a:cxnLst/>
              <a:rect l="l" t="t" r="r" b="b"/>
              <a:pathLst>
                <a:path w="691" h="322" extrusionOk="0">
                  <a:moveTo>
                    <a:pt x="167" y="0"/>
                  </a:moveTo>
                  <a:cubicBezTo>
                    <a:pt x="71" y="0"/>
                    <a:pt x="0" y="72"/>
                    <a:pt x="0" y="155"/>
                  </a:cubicBezTo>
                  <a:cubicBezTo>
                    <a:pt x="0" y="251"/>
                    <a:pt x="71" y="322"/>
                    <a:pt x="167" y="322"/>
                  </a:cubicBezTo>
                  <a:lnTo>
                    <a:pt x="524" y="322"/>
                  </a:lnTo>
                  <a:cubicBezTo>
                    <a:pt x="607" y="322"/>
                    <a:pt x="691" y="251"/>
                    <a:pt x="691" y="155"/>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68"/>
            <p:cNvSpPr/>
            <p:nvPr/>
          </p:nvSpPr>
          <p:spPr>
            <a:xfrm>
              <a:off x="3898648" y="3648713"/>
              <a:ext cx="56498" cy="10249"/>
            </a:xfrm>
            <a:custGeom>
              <a:avLst/>
              <a:gdLst/>
              <a:ahLst/>
              <a:cxnLst/>
              <a:rect l="l" t="t" r="r" b="b"/>
              <a:pathLst>
                <a:path w="1775" h="322" extrusionOk="0">
                  <a:moveTo>
                    <a:pt x="167" y="0"/>
                  </a:moveTo>
                  <a:cubicBezTo>
                    <a:pt x="84" y="0"/>
                    <a:pt x="0" y="72"/>
                    <a:pt x="0" y="155"/>
                  </a:cubicBezTo>
                  <a:cubicBezTo>
                    <a:pt x="0" y="251"/>
                    <a:pt x="84" y="322"/>
                    <a:pt x="167" y="322"/>
                  </a:cubicBezTo>
                  <a:lnTo>
                    <a:pt x="1608" y="322"/>
                  </a:lnTo>
                  <a:cubicBezTo>
                    <a:pt x="1703" y="322"/>
                    <a:pt x="1775" y="251"/>
                    <a:pt x="1775" y="155"/>
                  </a:cubicBezTo>
                  <a:cubicBezTo>
                    <a:pt x="1775"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68"/>
            <p:cNvSpPr/>
            <p:nvPr/>
          </p:nvSpPr>
          <p:spPr>
            <a:xfrm>
              <a:off x="3858097" y="3452036"/>
              <a:ext cx="11013" cy="10249"/>
            </a:xfrm>
            <a:custGeom>
              <a:avLst/>
              <a:gdLst/>
              <a:ahLst/>
              <a:cxnLst/>
              <a:rect l="l" t="t" r="r" b="b"/>
              <a:pathLst>
                <a:path w="346" h="322" extrusionOk="0">
                  <a:moveTo>
                    <a:pt x="167" y="0"/>
                  </a:moveTo>
                  <a:cubicBezTo>
                    <a:pt x="72" y="0"/>
                    <a:pt x="1" y="72"/>
                    <a:pt x="1" y="167"/>
                  </a:cubicBezTo>
                  <a:cubicBezTo>
                    <a:pt x="1" y="250"/>
                    <a:pt x="72" y="322"/>
                    <a:pt x="167" y="322"/>
                  </a:cubicBezTo>
                  <a:cubicBezTo>
                    <a:pt x="251" y="322"/>
                    <a:pt x="322" y="250"/>
                    <a:pt x="322" y="167"/>
                  </a:cubicBezTo>
                  <a:cubicBezTo>
                    <a:pt x="346"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2" name="Google Shape;12782;p68"/>
          <p:cNvGrpSpPr/>
          <p:nvPr/>
        </p:nvGrpSpPr>
        <p:grpSpPr>
          <a:xfrm>
            <a:off x="859265" y="3424375"/>
            <a:ext cx="312316" cy="368400"/>
            <a:chOff x="859265" y="3348175"/>
            <a:chExt cx="312316" cy="368400"/>
          </a:xfrm>
        </p:grpSpPr>
        <p:sp>
          <p:nvSpPr>
            <p:cNvPr id="12783" name="Google Shape;12783;p68"/>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68"/>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5" name="Google Shape;12785;p68"/>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6" name="Google Shape;12786;p68"/>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68"/>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88" name="Google Shape;12788;p68"/>
          <p:cNvSpPr/>
          <p:nvPr/>
        </p:nvSpPr>
        <p:spPr>
          <a:xfrm>
            <a:off x="2256921" y="3454327"/>
            <a:ext cx="372188" cy="309260"/>
          </a:xfrm>
          <a:custGeom>
            <a:avLst/>
            <a:gdLst/>
            <a:ahLst/>
            <a:cxnLst/>
            <a:rect l="l" t="t" r="r" b="b"/>
            <a:pathLst>
              <a:path w="11693" h="9716" extrusionOk="0">
                <a:moveTo>
                  <a:pt x="2906" y="346"/>
                </a:moveTo>
                <a:cubicBezTo>
                  <a:pt x="3120" y="346"/>
                  <a:pt x="3287" y="524"/>
                  <a:pt x="3287" y="727"/>
                </a:cubicBezTo>
                <a:lnTo>
                  <a:pt x="3287" y="1096"/>
                </a:lnTo>
                <a:cubicBezTo>
                  <a:pt x="3299" y="1429"/>
                  <a:pt x="3049" y="1679"/>
                  <a:pt x="2727" y="1679"/>
                </a:cubicBezTo>
                <a:cubicBezTo>
                  <a:pt x="2406" y="1679"/>
                  <a:pt x="2144" y="1429"/>
                  <a:pt x="2144" y="1096"/>
                </a:cubicBezTo>
                <a:lnTo>
                  <a:pt x="2144" y="727"/>
                </a:lnTo>
                <a:cubicBezTo>
                  <a:pt x="2144" y="500"/>
                  <a:pt x="2322" y="346"/>
                  <a:pt x="2525" y="346"/>
                </a:cubicBezTo>
                <a:close/>
                <a:moveTo>
                  <a:pt x="5894" y="346"/>
                </a:moveTo>
                <a:cubicBezTo>
                  <a:pt x="6120" y="346"/>
                  <a:pt x="6275" y="524"/>
                  <a:pt x="6275" y="727"/>
                </a:cubicBezTo>
                <a:lnTo>
                  <a:pt x="6275" y="1096"/>
                </a:lnTo>
                <a:cubicBezTo>
                  <a:pt x="6299" y="1429"/>
                  <a:pt x="6037" y="1679"/>
                  <a:pt x="5716" y="1679"/>
                </a:cubicBezTo>
                <a:cubicBezTo>
                  <a:pt x="5406" y="1679"/>
                  <a:pt x="5132" y="1429"/>
                  <a:pt x="5132" y="1096"/>
                </a:cubicBezTo>
                <a:lnTo>
                  <a:pt x="5132" y="727"/>
                </a:lnTo>
                <a:cubicBezTo>
                  <a:pt x="5132" y="500"/>
                  <a:pt x="5311" y="346"/>
                  <a:pt x="5525" y="346"/>
                </a:cubicBezTo>
                <a:close/>
                <a:moveTo>
                  <a:pt x="8895" y="346"/>
                </a:moveTo>
                <a:cubicBezTo>
                  <a:pt x="9121" y="346"/>
                  <a:pt x="9287" y="524"/>
                  <a:pt x="9287" y="727"/>
                </a:cubicBezTo>
                <a:lnTo>
                  <a:pt x="9287" y="1096"/>
                </a:lnTo>
                <a:cubicBezTo>
                  <a:pt x="9299" y="1429"/>
                  <a:pt x="9026" y="1679"/>
                  <a:pt x="8716" y="1679"/>
                </a:cubicBezTo>
                <a:cubicBezTo>
                  <a:pt x="8406" y="1679"/>
                  <a:pt x="8144" y="1429"/>
                  <a:pt x="8144" y="1096"/>
                </a:cubicBezTo>
                <a:lnTo>
                  <a:pt x="8144" y="727"/>
                </a:lnTo>
                <a:cubicBezTo>
                  <a:pt x="8144" y="500"/>
                  <a:pt x="8323" y="346"/>
                  <a:pt x="8525" y="346"/>
                </a:cubicBezTo>
                <a:close/>
                <a:moveTo>
                  <a:pt x="2930" y="2036"/>
                </a:moveTo>
                <a:lnTo>
                  <a:pt x="2930" y="2120"/>
                </a:lnTo>
                <a:cubicBezTo>
                  <a:pt x="2930" y="2179"/>
                  <a:pt x="2941" y="2263"/>
                  <a:pt x="2977" y="2310"/>
                </a:cubicBezTo>
                <a:lnTo>
                  <a:pt x="2739" y="2548"/>
                </a:lnTo>
                <a:lnTo>
                  <a:pt x="2703" y="2548"/>
                </a:lnTo>
                <a:lnTo>
                  <a:pt x="2465" y="2310"/>
                </a:lnTo>
                <a:cubicBezTo>
                  <a:pt x="2501" y="2251"/>
                  <a:pt x="2513" y="2191"/>
                  <a:pt x="2513" y="2120"/>
                </a:cubicBezTo>
                <a:lnTo>
                  <a:pt x="2513" y="2036"/>
                </a:lnTo>
                <a:close/>
                <a:moveTo>
                  <a:pt x="5918" y="2036"/>
                </a:moveTo>
                <a:lnTo>
                  <a:pt x="5918" y="2120"/>
                </a:lnTo>
                <a:cubicBezTo>
                  <a:pt x="5918" y="2179"/>
                  <a:pt x="5942" y="2263"/>
                  <a:pt x="5966" y="2310"/>
                </a:cubicBezTo>
                <a:lnTo>
                  <a:pt x="5728" y="2548"/>
                </a:lnTo>
                <a:lnTo>
                  <a:pt x="5704" y="2548"/>
                </a:lnTo>
                <a:lnTo>
                  <a:pt x="5466" y="2310"/>
                </a:lnTo>
                <a:cubicBezTo>
                  <a:pt x="5489" y="2251"/>
                  <a:pt x="5501" y="2191"/>
                  <a:pt x="5501" y="2120"/>
                </a:cubicBezTo>
                <a:lnTo>
                  <a:pt x="5501" y="2036"/>
                </a:lnTo>
                <a:close/>
                <a:moveTo>
                  <a:pt x="8930" y="2036"/>
                </a:moveTo>
                <a:lnTo>
                  <a:pt x="8930" y="2120"/>
                </a:lnTo>
                <a:cubicBezTo>
                  <a:pt x="8930" y="2179"/>
                  <a:pt x="8942" y="2263"/>
                  <a:pt x="8966" y="2310"/>
                </a:cubicBezTo>
                <a:lnTo>
                  <a:pt x="8728" y="2548"/>
                </a:lnTo>
                <a:lnTo>
                  <a:pt x="8704" y="2548"/>
                </a:lnTo>
                <a:lnTo>
                  <a:pt x="8466" y="2310"/>
                </a:lnTo>
                <a:cubicBezTo>
                  <a:pt x="8490" y="2251"/>
                  <a:pt x="8514" y="2191"/>
                  <a:pt x="8514" y="2120"/>
                </a:cubicBezTo>
                <a:lnTo>
                  <a:pt x="8514" y="2036"/>
                </a:lnTo>
                <a:close/>
                <a:moveTo>
                  <a:pt x="1394" y="3525"/>
                </a:moveTo>
                <a:cubicBezTo>
                  <a:pt x="1620" y="3525"/>
                  <a:pt x="1798" y="3703"/>
                  <a:pt x="1798" y="3918"/>
                </a:cubicBezTo>
                <a:lnTo>
                  <a:pt x="1798" y="4287"/>
                </a:lnTo>
                <a:cubicBezTo>
                  <a:pt x="1798" y="4596"/>
                  <a:pt x="1548" y="4870"/>
                  <a:pt x="1215" y="4870"/>
                </a:cubicBezTo>
                <a:cubicBezTo>
                  <a:pt x="905" y="4870"/>
                  <a:pt x="644" y="4608"/>
                  <a:pt x="644" y="4287"/>
                </a:cubicBezTo>
                <a:lnTo>
                  <a:pt x="644" y="3918"/>
                </a:lnTo>
                <a:cubicBezTo>
                  <a:pt x="644" y="3691"/>
                  <a:pt x="822" y="3525"/>
                  <a:pt x="1025" y="3525"/>
                </a:cubicBezTo>
                <a:close/>
                <a:moveTo>
                  <a:pt x="4406" y="3525"/>
                </a:moveTo>
                <a:cubicBezTo>
                  <a:pt x="4632" y="3525"/>
                  <a:pt x="4811" y="3703"/>
                  <a:pt x="4811" y="3918"/>
                </a:cubicBezTo>
                <a:lnTo>
                  <a:pt x="4811" y="4287"/>
                </a:lnTo>
                <a:cubicBezTo>
                  <a:pt x="4811" y="4596"/>
                  <a:pt x="4549" y="4870"/>
                  <a:pt x="4227" y="4870"/>
                </a:cubicBezTo>
                <a:cubicBezTo>
                  <a:pt x="3918" y="4870"/>
                  <a:pt x="3644" y="4608"/>
                  <a:pt x="3644" y="4287"/>
                </a:cubicBezTo>
                <a:lnTo>
                  <a:pt x="3644" y="3918"/>
                </a:lnTo>
                <a:cubicBezTo>
                  <a:pt x="3644" y="3691"/>
                  <a:pt x="3823" y="3525"/>
                  <a:pt x="4037" y="3525"/>
                </a:cubicBezTo>
                <a:close/>
                <a:moveTo>
                  <a:pt x="7394" y="3525"/>
                </a:moveTo>
                <a:cubicBezTo>
                  <a:pt x="7621" y="3525"/>
                  <a:pt x="7799" y="3703"/>
                  <a:pt x="7799" y="3918"/>
                </a:cubicBezTo>
                <a:lnTo>
                  <a:pt x="7799" y="4287"/>
                </a:lnTo>
                <a:cubicBezTo>
                  <a:pt x="7799" y="4596"/>
                  <a:pt x="7537" y="4870"/>
                  <a:pt x="7216" y="4870"/>
                </a:cubicBezTo>
                <a:cubicBezTo>
                  <a:pt x="6906" y="4870"/>
                  <a:pt x="6632" y="4608"/>
                  <a:pt x="6632" y="4287"/>
                </a:cubicBezTo>
                <a:lnTo>
                  <a:pt x="6632" y="3918"/>
                </a:lnTo>
                <a:cubicBezTo>
                  <a:pt x="6632" y="3691"/>
                  <a:pt x="6811" y="3525"/>
                  <a:pt x="7025" y="3525"/>
                </a:cubicBezTo>
                <a:close/>
                <a:moveTo>
                  <a:pt x="10407" y="3525"/>
                </a:moveTo>
                <a:cubicBezTo>
                  <a:pt x="10621" y="3525"/>
                  <a:pt x="10788" y="3703"/>
                  <a:pt x="10788" y="3918"/>
                </a:cubicBezTo>
                <a:lnTo>
                  <a:pt x="10788" y="4287"/>
                </a:lnTo>
                <a:cubicBezTo>
                  <a:pt x="10800" y="4608"/>
                  <a:pt x="10538" y="4870"/>
                  <a:pt x="10216" y="4870"/>
                </a:cubicBezTo>
                <a:cubicBezTo>
                  <a:pt x="9907" y="4870"/>
                  <a:pt x="9645" y="4608"/>
                  <a:pt x="9645" y="4287"/>
                </a:cubicBezTo>
                <a:lnTo>
                  <a:pt x="9645" y="3918"/>
                </a:lnTo>
                <a:cubicBezTo>
                  <a:pt x="9645" y="3691"/>
                  <a:pt x="9823" y="3525"/>
                  <a:pt x="10026" y="3525"/>
                </a:cubicBezTo>
                <a:close/>
                <a:moveTo>
                  <a:pt x="1429" y="5215"/>
                </a:moveTo>
                <a:lnTo>
                  <a:pt x="1429" y="5311"/>
                </a:lnTo>
                <a:cubicBezTo>
                  <a:pt x="1429" y="5370"/>
                  <a:pt x="1441" y="5442"/>
                  <a:pt x="1477" y="5489"/>
                </a:cubicBezTo>
                <a:lnTo>
                  <a:pt x="1239" y="5727"/>
                </a:lnTo>
                <a:lnTo>
                  <a:pt x="1203" y="5727"/>
                </a:lnTo>
                <a:lnTo>
                  <a:pt x="965" y="5489"/>
                </a:lnTo>
                <a:cubicBezTo>
                  <a:pt x="989" y="5430"/>
                  <a:pt x="1013" y="5370"/>
                  <a:pt x="1013" y="5311"/>
                </a:cubicBezTo>
                <a:lnTo>
                  <a:pt x="1013" y="5215"/>
                </a:lnTo>
                <a:close/>
                <a:moveTo>
                  <a:pt x="4430" y="5215"/>
                </a:moveTo>
                <a:lnTo>
                  <a:pt x="4430" y="5311"/>
                </a:lnTo>
                <a:cubicBezTo>
                  <a:pt x="4430" y="5370"/>
                  <a:pt x="4454" y="5442"/>
                  <a:pt x="4477" y="5489"/>
                </a:cubicBezTo>
                <a:lnTo>
                  <a:pt x="4239" y="5727"/>
                </a:lnTo>
                <a:lnTo>
                  <a:pt x="4215" y="5727"/>
                </a:lnTo>
                <a:lnTo>
                  <a:pt x="3977" y="5489"/>
                </a:lnTo>
                <a:cubicBezTo>
                  <a:pt x="4001" y="5430"/>
                  <a:pt x="4013" y="5370"/>
                  <a:pt x="4013" y="5311"/>
                </a:cubicBezTo>
                <a:lnTo>
                  <a:pt x="4013" y="5215"/>
                </a:lnTo>
                <a:close/>
                <a:moveTo>
                  <a:pt x="7418" y="5215"/>
                </a:moveTo>
                <a:lnTo>
                  <a:pt x="7418" y="5311"/>
                </a:lnTo>
                <a:cubicBezTo>
                  <a:pt x="7418" y="5370"/>
                  <a:pt x="7442" y="5442"/>
                  <a:pt x="7466" y="5489"/>
                </a:cubicBezTo>
                <a:lnTo>
                  <a:pt x="7228" y="5727"/>
                </a:lnTo>
                <a:lnTo>
                  <a:pt x="7204" y="5727"/>
                </a:lnTo>
                <a:lnTo>
                  <a:pt x="6966" y="5489"/>
                </a:lnTo>
                <a:cubicBezTo>
                  <a:pt x="6990" y="5430"/>
                  <a:pt x="7001" y="5370"/>
                  <a:pt x="7001" y="5311"/>
                </a:cubicBezTo>
                <a:lnTo>
                  <a:pt x="7001" y="5215"/>
                </a:lnTo>
                <a:close/>
                <a:moveTo>
                  <a:pt x="10419" y="5215"/>
                </a:moveTo>
                <a:lnTo>
                  <a:pt x="10419" y="5311"/>
                </a:lnTo>
                <a:cubicBezTo>
                  <a:pt x="10419" y="5370"/>
                  <a:pt x="10430" y="5442"/>
                  <a:pt x="10454" y="5489"/>
                </a:cubicBezTo>
                <a:lnTo>
                  <a:pt x="10216" y="5727"/>
                </a:lnTo>
                <a:lnTo>
                  <a:pt x="10192" y="5727"/>
                </a:lnTo>
                <a:lnTo>
                  <a:pt x="9954" y="5489"/>
                </a:lnTo>
                <a:cubicBezTo>
                  <a:pt x="9978" y="5430"/>
                  <a:pt x="10002" y="5370"/>
                  <a:pt x="10002" y="5311"/>
                </a:cubicBezTo>
                <a:lnTo>
                  <a:pt x="10002" y="5215"/>
                </a:lnTo>
                <a:close/>
                <a:moveTo>
                  <a:pt x="2584" y="0"/>
                </a:moveTo>
                <a:cubicBezTo>
                  <a:pt x="2191" y="0"/>
                  <a:pt x="1858" y="322"/>
                  <a:pt x="1858" y="727"/>
                </a:cubicBezTo>
                <a:lnTo>
                  <a:pt x="1858" y="1096"/>
                </a:lnTo>
                <a:cubicBezTo>
                  <a:pt x="1858" y="1393"/>
                  <a:pt x="2013" y="1667"/>
                  <a:pt x="2227" y="1846"/>
                </a:cubicBezTo>
                <a:lnTo>
                  <a:pt x="2227" y="2108"/>
                </a:lnTo>
                <a:cubicBezTo>
                  <a:pt x="2227" y="2108"/>
                  <a:pt x="2227" y="2132"/>
                  <a:pt x="2215" y="2132"/>
                </a:cubicBezTo>
                <a:lnTo>
                  <a:pt x="1787" y="2346"/>
                </a:lnTo>
                <a:cubicBezTo>
                  <a:pt x="1608" y="2441"/>
                  <a:pt x="1489" y="2632"/>
                  <a:pt x="1489" y="2846"/>
                </a:cubicBezTo>
                <a:lnTo>
                  <a:pt x="1489" y="3179"/>
                </a:lnTo>
                <a:lnTo>
                  <a:pt x="1096" y="3179"/>
                </a:lnTo>
                <a:cubicBezTo>
                  <a:pt x="703" y="3179"/>
                  <a:pt x="370" y="3513"/>
                  <a:pt x="370" y="3918"/>
                </a:cubicBezTo>
                <a:lnTo>
                  <a:pt x="370" y="4287"/>
                </a:lnTo>
                <a:cubicBezTo>
                  <a:pt x="370" y="4584"/>
                  <a:pt x="524" y="4846"/>
                  <a:pt x="739" y="5025"/>
                </a:cubicBezTo>
                <a:lnTo>
                  <a:pt x="739" y="5299"/>
                </a:lnTo>
                <a:cubicBezTo>
                  <a:pt x="739" y="5299"/>
                  <a:pt x="739" y="5311"/>
                  <a:pt x="727" y="5311"/>
                </a:cubicBezTo>
                <a:lnTo>
                  <a:pt x="298" y="5537"/>
                </a:lnTo>
                <a:cubicBezTo>
                  <a:pt x="120" y="5620"/>
                  <a:pt x="1" y="5823"/>
                  <a:pt x="1" y="6025"/>
                </a:cubicBezTo>
                <a:lnTo>
                  <a:pt x="1" y="7870"/>
                </a:lnTo>
                <a:cubicBezTo>
                  <a:pt x="1" y="8025"/>
                  <a:pt x="48" y="8156"/>
                  <a:pt x="120" y="8275"/>
                </a:cubicBezTo>
                <a:lnTo>
                  <a:pt x="298" y="8561"/>
                </a:lnTo>
                <a:cubicBezTo>
                  <a:pt x="346" y="8621"/>
                  <a:pt x="358" y="8692"/>
                  <a:pt x="358" y="8775"/>
                </a:cubicBezTo>
                <a:lnTo>
                  <a:pt x="358" y="9549"/>
                </a:lnTo>
                <a:cubicBezTo>
                  <a:pt x="358" y="9644"/>
                  <a:pt x="429" y="9716"/>
                  <a:pt x="524" y="9716"/>
                </a:cubicBezTo>
                <a:cubicBezTo>
                  <a:pt x="608" y="9716"/>
                  <a:pt x="679" y="9644"/>
                  <a:pt x="679" y="9549"/>
                </a:cubicBezTo>
                <a:lnTo>
                  <a:pt x="679" y="8775"/>
                </a:lnTo>
                <a:cubicBezTo>
                  <a:pt x="679" y="8632"/>
                  <a:pt x="644" y="8501"/>
                  <a:pt x="560" y="8371"/>
                </a:cubicBezTo>
                <a:lnTo>
                  <a:pt x="382" y="8097"/>
                </a:lnTo>
                <a:cubicBezTo>
                  <a:pt x="346" y="8037"/>
                  <a:pt x="322" y="7966"/>
                  <a:pt x="322" y="7870"/>
                </a:cubicBezTo>
                <a:lnTo>
                  <a:pt x="322" y="6025"/>
                </a:lnTo>
                <a:cubicBezTo>
                  <a:pt x="322" y="5954"/>
                  <a:pt x="370" y="5882"/>
                  <a:pt x="441" y="5846"/>
                </a:cubicBezTo>
                <a:lnTo>
                  <a:pt x="763" y="5692"/>
                </a:lnTo>
                <a:lnTo>
                  <a:pt x="1036" y="5977"/>
                </a:lnTo>
                <a:cubicBezTo>
                  <a:pt x="1120" y="6049"/>
                  <a:pt x="1203" y="6085"/>
                  <a:pt x="1298" y="6085"/>
                </a:cubicBezTo>
                <a:cubicBezTo>
                  <a:pt x="1382" y="6085"/>
                  <a:pt x="1477" y="6049"/>
                  <a:pt x="1548" y="5977"/>
                </a:cubicBezTo>
                <a:lnTo>
                  <a:pt x="1834" y="5692"/>
                </a:lnTo>
                <a:lnTo>
                  <a:pt x="2144" y="5846"/>
                </a:lnTo>
                <a:cubicBezTo>
                  <a:pt x="2215" y="5882"/>
                  <a:pt x="2263" y="5954"/>
                  <a:pt x="2263" y="6025"/>
                </a:cubicBezTo>
                <a:lnTo>
                  <a:pt x="2263" y="7870"/>
                </a:lnTo>
                <a:cubicBezTo>
                  <a:pt x="2263" y="7942"/>
                  <a:pt x="2227" y="8025"/>
                  <a:pt x="2203" y="8097"/>
                </a:cubicBezTo>
                <a:lnTo>
                  <a:pt x="2025" y="8371"/>
                </a:lnTo>
                <a:cubicBezTo>
                  <a:pt x="1953" y="8490"/>
                  <a:pt x="1906" y="8644"/>
                  <a:pt x="1906" y="8775"/>
                </a:cubicBezTo>
                <a:lnTo>
                  <a:pt x="1906" y="9549"/>
                </a:lnTo>
                <a:cubicBezTo>
                  <a:pt x="1906" y="9644"/>
                  <a:pt x="1977" y="9716"/>
                  <a:pt x="2072" y="9716"/>
                </a:cubicBezTo>
                <a:cubicBezTo>
                  <a:pt x="2156" y="9716"/>
                  <a:pt x="2227" y="9644"/>
                  <a:pt x="2227" y="9549"/>
                </a:cubicBezTo>
                <a:lnTo>
                  <a:pt x="2227" y="8775"/>
                </a:lnTo>
                <a:cubicBezTo>
                  <a:pt x="2227" y="8704"/>
                  <a:pt x="2263" y="8632"/>
                  <a:pt x="2287" y="8561"/>
                </a:cubicBezTo>
                <a:lnTo>
                  <a:pt x="2465" y="8275"/>
                </a:lnTo>
                <a:cubicBezTo>
                  <a:pt x="2549" y="8156"/>
                  <a:pt x="2584" y="8001"/>
                  <a:pt x="2584" y="7870"/>
                </a:cubicBezTo>
                <a:lnTo>
                  <a:pt x="2584" y="6025"/>
                </a:lnTo>
                <a:cubicBezTo>
                  <a:pt x="2584" y="5823"/>
                  <a:pt x="2465" y="5644"/>
                  <a:pt x="2287" y="5537"/>
                </a:cubicBezTo>
                <a:lnTo>
                  <a:pt x="1858" y="5311"/>
                </a:lnTo>
                <a:lnTo>
                  <a:pt x="1846" y="5299"/>
                </a:lnTo>
                <a:lnTo>
                  <a:pt x="1846" y="5025"/>
                </a:lnTo>
                <a:cubicBezTo>
                  <a:pt x="2072" y="4870"/>
                  <a:pt x="2215" y="4596"/>
                  <a:pt x="2215" y="4287"/>
                </a:cubicBezTo>
                <a:lnTo>
                  <a:pt x="2215" y="3918"/>
                </a:lnTo>
                <a:cubicBezTo>
                  <a:pt x="2215" y="3644"/>
                  <a:pt x="2072" y="3406"/>
                  <a:pt x="1846" y="3275"/>
                </a:cubicBezTo>
                <a:lnTo>
                  <a:pt x="1846" y="2822"/>
                </a:lnTo>
                <a:cubicBezTo>
                  <a:pt x="1846" y="2751"/>
                  <a:pt x="1894" y="2679"/>
                  <a:pt x="1965" y="2644"/>
                </a:cubicBezTo>
                <a:lnTo>
                  <a:pt x="2275" y="2501"/>
                </a:lnTo>
                <a:lnTo>
                  <a:pt x="2560" y="2786"/>
                </a:lnTo>
                <a:cubicBezTo>
                  <a:pt x="2632" y="2858"/>
                  <a:pt x="2727" y="2882"/>
                  <a:pt x="2810" y="2882"/>
                </a:cubicBezTo>
                <a:cubicBezTo>
                  <a:pt x="2906" y="2882"/>
                  <a:pt x="2989" y="2858"/>
                  <a:pt x="3061" y="2786"/>
                </a:cubicBezTo>
                <a:lnTo>
                  <a:pt x="3346" y="2501"/>
                </a:lnTo>
                <a:lnTo>
                  <a:pt x="3656" y="2644"/>
                </a:lnTo>
                <a:cubicBezTo>
                  <a:pt x="3739" y="2679"/>
                  <a:pt x="3775" y="2751"/>
                  <a:pt x="3775" y="2822"/>
                </a:cubicBezTo>
                <a:lnTo>
                  <a:pt x="3775" y="3275"/>
                </a:lnTo>
                <a:cubicBezTo>
                  <a:pt x="3561" y="3394"/>
                  <a:pt x="3406" y="3632"/>
                  <a:pt x="3406" y="3918"/>
                </a:cubicBezTo>
                <a:lnTo>
                  <a:pt x="3406" y="4287"/>
                </a:lnTo>
                <a:cubicBezTo>
                  <a:pt x="3406" y="4584"/>
                  <a:pt x="3561" y="4846"/>
                  <a:pt x="3775" y="5025"/>
                </a:cubicBezTo>
                <a:lnTo>
                  <a:pt x="3775" y="5299"/>
                </a:lnTo>
                <a:cubicBezTo>
                  <a:pt x="3775" y="5299"/>
                  <a:pt x="3775" y="5311"/>
                  <a:pt x="3763" y="5311"/>
                </a:cubicBezTo>
                <a:lnTo>
                  <a:pt x="3334" y="5537"/>
                </a:lnTo>
                <a:cubicBezTo>
                  <a:pt x="3156" y="5620"/>
                  <a:pt x="3037" y="5823"/>
                  <a:pt x="3037" y="6025"/>
                </a:cubicBezTo>
                <a:lnTo>
                  <a:pt x="3037" y="7870"/>
                </a:lnTo>
                <a:cubicBezTo>
                  <a:pt x="3037" y="8025"/>
                  <a:pt x="3084" y="8156"/>
                  <a:pt x="3156" y="8275"/>
                </a:cubicBezTo>
                <a:lnTo>
                  <a:pt x="3334" y="8561"/>
                </a:lnTo>
                <a:cubicBezTo>
                  <a:pt x="3382" y="8621"/>
                  <a:pt x="3394" y="8692"/>
                  <a:pt x="3394" y="8775"/>
                </a:cubicBezTo>
                <a:lnTo>
                  <a:pt x="3394" y="9549"/>
                </a:lnTo>
                <a:cubicBezTo>
                  <a:pt x="3394" y="9644"/>
                  <a:pt x="3465" y="9716"/>
                  <a:pt x="3561" y="9716"/>
                </a:cubicBezTo>
                <a:cubicBezTo>
                  <a:pt x="3644" y="9716"/>
                  <a:pt x="3715" y="9644"/>
                  <a:pt x="3715" y="9549"/>
                </a:cubicBezTo>
                <a:lnTo>
                  <a:pt x="3715" y="8775"/>
                </a:lnTo>
                <a:cubicBezTo>
                  <a:pt x="3715" y="8632"/>
                  <a:pt x="3680" y="8501"/>
                  <a:pt x="3596" y="8371"/>
                </a:cubicBezTo>
                <a:lnTo>
                  <a:pt x="3418" y="8097"/>
                </a:lnTo>
                <a:cubicBezTo>
                  <a:pt x="3382" y="8037"/>
                  <a:pt x="3358" y="7966"/>
                  <a:pt x="3358" y="7870"/>
                </a:cubicBezTo>
                <a:lnTo>
                  <a:pt x="3358" y="6025"/>
                </a:lnTo>
                <a:cubicBezTo>
                  <a:pt x="3358" y="5954"/>
                  <a:pt x="3406" y="5882"/>
                  <a:pt x="3477" y="5846"/>
                </a:cubicBezTo>
                <a:lnTo>
                  <a:pt x="3799" y="5692"/>
                </a:lnTo>
                <a:lnTo>
                  <a:pt x="4073" y="5977"/>
                </a:lnTo>
                <a:cubicBezTo>
                  <a:pt x="4156" y="6049"/>
                  <a:pt x="4239" y="6085"/>
                  <a:pt x="4334" y="6085"/>
                </a:cubicBezTo>
                <a:cubicBezTo>
                  <a:pt x="4418" y="6085"/>
                  <a:pt x="4513" y="6049"/>
                  <a:pt x="4585" y="5977"/>
                </a:cubicBezTo>
                <a:lnTo>
                  <a:pt x="4870" y="5692"/>
                </a:lnTo>
                <a:lnTo>
                  <a:pt x="5180" y="5846"/>
                </a:lnTo>
                <a:cubicBezTo>
                  <a:pt x="5251" y="5882"/>
                  <a:pt x="5299" y="5954"/>
                  <a:pt x="5299" y="6025"/>
                </a:cubicBezTo>
                <a:lnTo>
                  <a:pt x="5299" y="7870"/>
                </a:lnTo>
                <a:cubicBezTo>
                  <a:pt x="5299" y="7942"/>
                  <a:pt x="5263" y="8025"/>
                  <a:pt x="5239" y="8097"/>
                </a:cubicBezTo>
                <a:lnTo>
                  <a:pt x="5061" y="8371"/>
                </a:lnTo>
                <a:cubicBezTo>
                  <a:pt x="4989" y="8490"/>
                  <a:pt x="4942" y="8644"/>
                  <a:pt x="4942" y="8775"/>
                </a:cubicBezTo>
                <a:lnTo>
                  <a:pt x="4942" y="9549"/>
                </a:lnTo>
                <a:cubicBezTo>
                  <a:pt x="4942" y="9644"/>
                  <a:pt x="5013" y="9716"/>
                  <a:pt x="5108" y="9716"/>
                </a:cubicBezTo>
                <a:cubicBezTo>
                  <a:pt x="5192" y="9716"/>
                  <a:pt x="5263" y="9644"/>
                  <a:pt x="5263" y="9549"/>
                </a:cubicBezTo>
                <a:lnTo>
                  <a:pt x="5263" y="8775"/>
                </a:lnTo>
                <a:cubicBezTo>
                  <a:pt x="5263" y="8704"/>
                  <a:pt x="5299" y="8632"/>
                  <a:pt x="5323" y="8561"/>
                </a:cubicBezTo>
                <a:lnTo>
                  <a:pt x="5501" y="8275"/>
                </a:lnTo>
                <a:cubicBezTo>
                  <a:pt x="5585" y="8156"/>
                  <a:pt x="5620" y="8001"/>
                  <a:pt x="5620" y="7870"/>
                </a:cubicBezTo>
                <a:lnTo>
                  <a:pt x="5620" y="6025"/>
                </a:lnTo>
                <a:cubicBezTo>
                  <a:pt x="5620" y="5823"/>
                  <a:pt x="5501" y="5644"/>
                  <a:pt x="5323" y="5537"/>
                </a:cubicBezTo>
                <a:lnTo>
                  <a:pt x="4894" y="5311"/>
                </a:lnTo>
                <a:lnTo>
                  <a:pt x="4882" y="5299"/>
                </a:lnTo>
                <a:lnTo>
                  <a:pt x="4882" y="5025"/>
                </a:lnTo>
                <a:cubicBezTo>
                  <a:pt x="5108" y="4870"/>
                  <a:pt x="5251" y="4596"/>
                  <a:pt x="5251" y="4287"/>
                </a:cubicBezTo>
                <a:lnTo>
                  <a:pt x="5251" y="3918"/>
                </a:lnTo>
                <a:cubicBezTo>
                  <a:pt x="5251" y="3644"/>
                  <a:pt x="5108" y="3406"/>
                  <a:pt x="4882" y="3275"/>
                </a:cubicBezTo>
                <a:lnTo>
                  <a:pt x="4882" y="2822"/>
                </a:lnTo>
                <a:cubicBezTo>
                  <a:pt x="4882" y="2751"/>
                  <a:pt x="4930" y="2679"/>
                  <a:pt x="5001" y="2644"/>
                </a:cubicBezTo>
                <a:lnTo>
                  <a:pt x="5311" y="2501"/>
                </a:lnTo>
                <a:lnTo>
                  <a:pt x="5597" y="2786"/>
                </a:lnTo>
                <a:cubicBezTo>
                  <a:pt x="5668" y="2858"/>
                  <a:pt x="5763" y="2882"/>
                  <a:pt x="5847" y="2882"/>
                </a:cubicBezTo>
                <a:cubicBezTo>
                  <a:pt x="5942" y="2882"/>
                  <a:pt x="6025" y="2858"/>
                  <a:pt x="6097" y="2786"/>
                </a:cubicBezTo>
                <a:lnTo>
                  <a:pt x="6382" y="2501"/>
                </a:lnTo>
                <a:lnTo>
                  <a:pt x="6692" y="2644"/>
                </a:lnTo>
                <a:cubicBezTo>
                  <a:pt x="6775" y="2679"/>
                  <a:pt x="6811" y="2751"/>
                  <a:pt x="6811" y="2822"/>
                </a:cubicBezTo>
                <a:lnTo>
                  <a:pt x="6811" y="3275"/>
                </a:lnTo>
                <a:cubicBezTo>
                  <a:pt x="6597" y="3394"/>
                  <a:pt x="6442" y="3632"/>
                  <a:pt x="6442" y="3918"/>
                </a:cubicBezTo>
                <a:lnTo>
                  <a:pt x="6442" y="4287"/>
                </a:lnTo>
                <a:cubicBezTo>
                  <a:pt x="6442" y="4584"/>
                  <a:pt x="6597" y="4846"/>
                  <a:pt x="6811" y="5025"/>
                </a:cubicBezTo>
                <a:lnTo>
                  <a:pt x="6811" y="5299"/>
                </a:lnTo>
                <a:cubicBezTo>
                  <a:pt x="6811" y="5299"/>
                  <a:pt x="6811" y="5311"/>
                  <a:pt x="6799" y="5311"/>
                </a:cubicBezTo>
                <a:lnTo>
                  <a:pt x="6370" y="5537"/>
                </a:lnTo>
                <a:cubicBezTo>
                  <a:pt x="6192" y="5620"/>
                  <a:pt x="6073" y="5823"/>
                  <a:pt x="6073" y="6025"/>
                </a:cubicBezTo>
                <a:lnTo>
                  <a:pt x="6073" y="7870"/>
                </a:lnTo>
                <a:cubicBezTo>
                  <a:pt x="6073" y="8025"/>
                  <a:pt x="6120" y="8156"/>
                  <a:pt x="6192" y="8275"/>
                </a:cubicBezTo>
                <a:lnTo>
                  <a:pt x="6370" y="8561"/>
                </a:lnTo>
                <a:cubicBezTo>
                  <a:pt x="6418" y="8621"/>
                  <a:pt x="6430" y="8692"/>
                  <a:pt x="6430" y="8775"/>
                </a:cubicBezTo>
                <a:lnTo>
                  <a:pt x="6430" y="9549"/>
                </a:lnTo>
                <a:cubicBezTo>
                  <a:pt x="6430" y="9644"/>
                  <a:pt x="6501" y="9716"/>
                  <a:pt x="6597" y="9716"/>
                </a:cubicBezTo>
                <a:cubicBezTo>
                  <a:pt x="6680" y="9716"/>
                  <a:pt x="6751" y="9644"/>
                  <a:pt x="6751" y="9549"/>
                </a:cubicBezTo>
                <a:lnTo>
                  <a:pt x="6751" y="8775"/>
                </a:lnTo>
                <a:cubicBezTo>
                  <a:pt x="6751" y="8632"/>
                  <a:pt x="6716" y="8501"/>
                  <a:pt x="6632" y="8371"/>
                </a:cubicBezTo>
                <a:lnTo>
                  <a:pt x="6454" y="8097"/>
                </a:lnTo>
                <a:cubicBezTo>
                  <a:pt x="6418" y="8037"/>
                  <a:pt x="6394" y="7966"/>
                  <a:pt x="6394" y="7870"/>
                </a:cubicBezTo>
                <a:lnTo>
                  <a:pt x="6394" y="6025"/>
                </a:lnTo>
                <a:cubicBezTo>
                  <a:pt x="6394" y="5954"/>
                  <a:pt x="6442" y="5882"/>
                  <a:pt x="6513" y="5846"/>
                </a:cubicBezTo>
                <a:lnTo>
                  <a:pt x="6835" y="5692"/>
                </a:lnTo>
                <a:lnTo>
                  <a:pt x="7109" y="5977"/>
                </a:lnTo>
                <a:cubicBezTo>
                  <a:pt x="7192" y="6049"/>
                  <a:pt x="7275" y="6085"/>
                  <a:pt x="7371" y="6085"/>
                </a:cubicBezTo>
                <a:cubicBezTo>
                  <a:pt x="7454" y="6085"/>
                  <a:pt x="7549" y="6049"/>
                  <a:pt x="7621" y="5977"/>
                </a:cubicBezTo>
                <a:lnTo>
                  <a:pt x="7906" y="5692"/>
                </a:lnTo>
                <a:lnTo>
                  <a:pt x="8216" y="5846"/>
                </a:lnTo>
                <a:cubicBezTo>
                  <a:pt x="8287" y="5882"/>
                  <a:pt x="8335" y="5954"/>
                  <a:pt x="8335" y="6025"/>
                </a:cubicBezTo>
                <a:lnTo>
                  <a:pt x="8335" y="7870"/>
                </a:lnTo>
                <a:cubicBezTo>
                  <a:pt x="8335" y="7942"/>
                  <a:pt x="8299" y="8025"/>
                  <a:pt x="8275" y="8097"/>
                </a:cubicBezTo>
                <a:lnTo>
                  <a:pt x="8097" y="8371"/>
                </a:lnTo>
                <a:cubicBezTo>
                  <a:pt x="8025" y="8490"/>
                  <a:pt x="7978" y="8644"/>
                  <a:pt x="7978" y="8775"/>
                </a:cubicBezTo>
                <a:lnTo>
                  <a:pt x="7978" y="9549"/>
                </a:lnTo>
                <a:cubicBezTo>
                  <a:pt x="7978" y="9644"/>
                  <a:pt x="8049" y="9716"/>
                  <a:pt x="8144" y="9716"/>
                </a:cubicBezTo>
                <a:cubicBezTo>
                  <a:pt x="8228" y="9716"/>
                  <a:pt x="8299" y="9644"/>
                  <a:pt x="8299" y="9549"/>
                </a:cubicBezTo>
                <a:lnTo>
                  <a:pt x="8299" y="8775"/>
                </a:lnTo>
                <a:cubicBezTo>
                  <a:pt x="8299" y="8704"/>
                  <a:pt x="8335" y="8632"/>
                  <a:pt x="8359" y="8561"/>
                </a:cubicBezTo>
                <a:lnTo>
                  <a:pt x="8537" y="8275"/>
                </a:lnTo>
                <a:cubicBezTo>
                  <a:pt x="8621" y="8156"/>
                  <a:pt x="8656" y="8001"/>
                  <a:pt x="8656" y="7870"/>
                </a:cubicBezTo>
                <a:lnTo>
                  <a:pt x="8656" y="6025"/>
                </a:lnTo>
                <a:cubicBezTo>
                  <a:pt x="8656" y="5823"/>
                  <a:pt x="8537" y="5644"/>
                  <a:pt x="8359" y="5537"/>
                </a:cubicBezTo>
                <a:lnTo>
                  <a:pt x="7930" y="5311"/>
                </a:lnTo>
                <a:lnTo>
                  <a:pt x="7918" y="5299"/>
                </a:lnTo>
                <a:lnTo>
                  <a:pt x="7918" y="5025"/>
                </a:lnTo>
                <a:cubicBezTo>
                  <a:pt x="8144" y="4870"/>
                  <a:pt x="8287" y="4596"/>
                  <a:pt x="8287" y="4287"/>
                </a:cubicBezTo>
                <a:lnTo>
                  <a:pt x="8287" y="3918"/>
                </a:lnTo>
                <a:cubicBezTo>
                  <a:pt x="8287" y="3644"/>
                  <a:pt x="8144" y="3406"/>
                  <a:pt x="7918" y="3275"/>
                </a:cubicBezTo>
                <a:lnTo>
                  <a:pt x="7918" y="2822"/>
                </a:lnTo>
                <a:cubicBezTo>
                  <a:pt x="7918" y="2751"/>
                  <a:pt x="7966" y="2679"/>
                  <a:pt x="8037" y="2644"/>
                </a:cubicBezTo>
                <a:lnTo>
                  <a:pt x="8347" y="2501"/>
                </a:lnTo>
                <a:lnTo>
                  <a:pt x="8633" y="2786"/>
                </a:lnTo>
                <a:cubicBezTo>
                  <a:pt x="8704" y="2858"/>
                  <a:pt x="8799" y="2882"/>
                  <a:pt x="8883" y="2882"/>
                </a:cubicBezTo>
                <a:cubicBezTo>
                  <a:pt x="8978" y="2882"/>
                  <a:pt x="9061" y="2858"/>
                  <a:pt x="9133" y="2786"/>
                </a:cubicBezTo>
                <a:lnTo>
                  <a:pt x="9418" y="2501"/>
                </a:lnTo>
                <a:lnTo>
                  <a:pt x="9728" y="2644"/>
                </a:lnTo>
                <a:cubicBezTo>
                  <a:pt x="9811" y="2679"/>
                  <a:pt x="9847" y="2751"/>
                  <a:pt x="9847" y="2822"/>
                </a:cubicBezTo>
                <a:lnTo>
                  <a:pt x="9847" y="3275"/>
                </a:lnTo>
                <a:cubicBezTo>
                  <a:pt x="9633" y="3394"/>
                  <a:pt x="9478" y="3632"/>
                  <a:pt x="9478" y="3918"/>
                </a:cubicBezTo>
                <a:lnTo>
                  <a:pt x="9478" y="4287"/>
                </a:lnTo>
                <a:cubicBezTo>
                  <a:pt x="9478" y="4584"/>
                  <a:pt x="9633" y="4846"/>
                  <a:pt x="9847" y="5025"/>
                </a:cubicBezTo>
                <a:lnTo>
                  <a:pt x="9847" y="5299"/>
                </a:lnTo>
                <a:cubicBezTo>
                  <a:pt x="9847" y="5299"/>
                  <a:pt x="9847" y="5311"/>
                  <a:pt x="9835" y="5311"/>
                </a:cubicBezTo>
                <a:lnTo>
                  <a:pt x="9407" y="5537"/>
                </a:lnTo>
                <a:cubicBezTo>
                  <a:pt x="9228" y="5620"/>
                  <a:pt x="9109" y="5823"/>
                  <a:pt x="9109" y="6025"/>
                </a:cubicBezTo>
                <a:lnTo>
                  <a:pt x="9109" y="7870"/>
                </a:lnTo>
                <a:cubicBezTo>
                  <a:pt x="9109" y="8025"/>
                  <a:pt x="9157" y="8156"/>
                  <a:pt x="9228" y="8275"/>
                </a:cubicBezTo>
                <a:lnTo>
                  <a:pt x="9407" y="8561"/>
                </a:lnTo>
                <a:cubicBezTo>
                  <a:pt x="9454" y="8621"/>
                  <a:pt x="9466" y="8692"/>
                  <a:pt x="9466" y="8775"/>
                </a:cubicBezTo>
                <a:lnTo>
                  <a:pt x="9466" y="9549"/>
                </a:lnTo>
                <a:cubicBezTo>
                  <a:pt x="9466" y="9644"/>
                  <a:pt x="9538" y="9716"/>
                  <a:pt x="9633" y="9716"/>
                </a:cubicBezTo>
                <a:cubicBezTo>
                  <a:pt x="9716" y="9716"/>
                  <a:pt x="9788" y="9644"/>
                  <a:pt x="9788" y="9549"/>
                </a:cubicBezTo>
                <a:lnTo>
                  <a:pt x="9788" y="8775"/>
                </a:lnTo>
                <a:cubicBezTo>
                  <a:pt x="9788" y="8632"/>
                  <a:pt x="9752" y="8501"/>
                  <a:pt x="9668" y="8371"/>
                </a:cubicBezTo>
                <a:lnTo>
                  <a:pt x="9490" y="8097"/>
                </a:lnTo>
                <a:cubicBezTo>
                  <a:pt x="9454" y="8037"/>
                  <a:pt x="9430" y="7966"/>
                  <a:pt x="9430" y="7870"/>
                </a:cubicBezTo>
                <a:lnTo>
                  <a:pt x="9430" y="6025"/>
                </a:lnTo>
                <a:cubicBezTo>
                  <a:pt x="9430" y="5954"/>
                  <a:pt x="9478" y="5882"/>
                  <a:pt x="9549" y="5846"/>
                </a:cubicBezTo>
                <a:lnTo>
                  <a:pt x="9871" y="5692"/>
                </a:lnTo>
                <a:lnTo>
                  <a:pt x="10145" y="5977"/>
                </a:lnTo>
                <a:cubicBezTo>
                  <a:pt x="10228" y="6049"/>
                  <a:pt x="10311" y="6085"/>
                  <a:pt x="10407" y="6085"/>
                </a:cubicBezTo>
                <a:cubicBezTo>
                  <a:pt x="10490" y="6085"/>
                  <a:pt x="10585" y="6049"/>
                  <a:pt x="10657" y="5977"/>
                </a:cubicBezTo>
                <a:lnTo>
                  <a:pt x="10942" y="5692"/>
                </a:lnTo>
                <a:lnTo>
                  <a:pt x="11252" y="5846"/>
                </a:lnTo>
                <a:cubicBezTo>
                  <a:pt x="11323" y="5882"/>
                  <a:pt x="11371" y="5954"/>
                  <a:pt x="11371" y="6025"/>
                </a:cubicBezTo>
                <a:lnTo>
                  <a:pt x="11371" y="7870"/>
                </a:lnTo>
                <a:cubicBezTo>
                  <a:pt x="11371" y="7942"/>
                  <a:pt x="11335" y="8025"/>
                  <a:pt x="11312" y="8097"/>
                </a:cubicBezTo>
                <a:lnTo>
                  <a:pt x="11133" y="8371"/>
                </a:lnTo>
                <a:cubicBezTo>
                  <a:pt x="11062" y="8490"/>
                  <a:pt x="11014" y="8644"/>
                  <a:pt x="11014" y="8775"/>
                </a:cubicBezTo>
                <a:lnTo>
                  <a:pt x="11014" y="9549"/>
                </a:lnTo>
                <a:cubicBezTo>
                  <a:pt x="11014" y="9644"/>
                  <a:pt x="11085" y="9716"/>
                  <a:pt x="11181" y="9716"/>
                </a:cubicBezTo>
                <a:cubicBezTo>
                  <a:pt x="11264" y="9716"/>
                  <a:pt x="11335" y="9644"/>
                  <a:pt x="11335" y="9549"/>
                </a:cubicBezTo>
                <a:lnTo>
                  <a:pt x="11335" y="8775"/>
                </a:lnTo>
                <a:cubicBezTo>
                  <a:pt x="11335" y="8704"/>
                  <a:pt x="11371" y="8632"/>
                  <a:pt x="11395" y="8561"/>
                </a:cubicBezTo>
                <a:lnTo>
                  <a:pt x="11573" y="8275"/>
                </a:lnTo>
                <a:cubicBezTo>
                  <a:pt x="11657" y="8156"/>
                  <a:pt x="11693" y="8001"/>
                  <a:pt x="11693" y="7870"/>
                </a:cubicBezTo>
                <a:lnTo>
                  <a:pt x="11693" y="6025"/>
                </a:lnTo>
                <a:cubicBezTo>
                  <a:pt x="11514" y="5823"/>
                  <a:pt x="11395" y="5620"/>
                  <a:pt x="11204" y="5537"/>
                </a:cubicBezTo>
                <a:lnTo>
                  <a:pt x="10776" y="5311"/>
                </a:lnTo>
                <a:lnTo>
                  <a:pt x="10764" y="5299"/>
                </a:lnTo>
                <a:lnTo>
                  <a:pt x="10764" y="5025"/>
                </a:lnTo>
                <a:cubicBezTo>
                  <a:pt x="10978" y="4870"/>
                  <a:pt x="11133" y="4596"/>
                  <a:pt x="11133" y="4287"/>
                </a:cubicBezTo>
                <a:lnTo>
                  <a:pt x="11133" y="3918"/>
                </a:lnTo>
                <a:cubicBezTo>
                  <a:pt x="11133" y="3513"/>
                  <a:pt x="10800" y="3179"/>
                  <a:pt x="10407" y="3179"/>
                </a:cubicBezTo>
                <a:lnTo>
                  <a:pt x="10014" y="3179"/>
                </a:lnTo>
                <a:lnTo>
                  <a:pt x="10014" y="2846"/>
                </a:lnTo>
                <a:cubicBezTo>
                  <a:pt x="10014" y="2632"/>
                  <a:pt x="9895" y="2453"/>
                  <a:pt x="9716" y="2346"/>
                </a:cubicBezTo>
                <a:lnTo>
                  <a:pt x="9287" y="2132"/>
                </a:lnTo>
                <a:lnTo>
                  <a:pt x="9276" y="2108"/>
                </a:lnTo>
                <a:lnTo>
                  <a:pt x="9276" y="1846"/>
                </a:lnTo>
                <a:cubicBezTo>
                  <a:pt x="9490" y="1679"/>
                  <a:pt x="9645" y="1417"/>
                  <a:pt x="9645" y="1096"/>
                </a:cubicBezTo>
                <a:lnTo>
                  <a:pt x="9645" y="727"/>
                </a:lnTo>
                <a:cubicBezTo>
                  <a:pt x="9645" y="322"/>
                  <a:pt x="9311" y="0"/>
                  <a:pt x="8918" y="0"/>
                </a:cubicBezTo>
                <a:lnTo>
                  <a:pt x="8537" y="0"/>
                </a:lnTo>
                <a:cubicBezTo>
                  <a:pt x="8133" y="0"/>
                  <a:pt x="7811" y="322"/>
                  <a:pt x="7811" y="727"/>
                </a:cubicBezTo>
                <a:lnTo>
                  <a:pt x="7811" y="1096"/>
                </a:lnTo>
                <a:cubicBezTo>
                  <a:pt x="7811" y="1393"/>
                  <a:pt x="7966" y="1667"/>
                  <a:pt x="8180" y="1846"/>
                </a:cubicBezTo>
                <a:lnTo>
                  <a:pt x="8180" y="2108"/>
                </a:lnTo>
                <a:cubicBezTo>
                  <a:pt x="8180" y="2108"/>
                  <a:pt x="8180" y="2132"/>
                  <a:pt x="8168" y="2132"/>
                </a:cubicBezTo>
                <a:lnTo>
                  <a:pt x="7740" y="2346"/>
                </a:lnTo>
                <a:cubicBezTo>
                  <a:pt x="7561" y="2441"/>
                  <a:pt x="7442" y="2632"/>
                  <a:pt x="7442" y="2846"/>
                </a:cubicBezTo>
                <a:lnTo>
                  <a:pt x="7442" y="3179"/>
                </a:lnTo>
                <a:lnTo>
                  <a:pt x="7037" y="3179"/>
                </a:lnTo>
                <a:lnTo>
                  <a:pt x="7037" y="2846"/>
                </a:lnTo>
                <a:cubicBezTo>
                  <a:pt x="7037" y="2632"/>
                  <a:pt x="6918" y="2453"/>
                  <a:pt x="6740" y="2346"/>
                </a:cubicBezTo>
                <a:lnTo>
                  <a:pt x="6311" y="2132"/>
                </a:lnTo>
                <a:lnTo>
                  <a:pt x="6299" y="2108"/>
                </a:lnTo>
                <a:lnTo>
                  <a:pt x="6299" y="1846"/>
                </a:lnTo>
                <a:cubicBezTo>
                  <a:pt x="6513" y="1679"/>
                  <a:pt x="6668" y="1417"/>
                  <a:pt x="6668" y="1096"/>
                </a:cubicBezTo>
                <a:lnTo>
                  <a:pt x="6668" y="727"/>
                </a:lnTo>
                <a:cubicBezTo>
                  <a:pt x="6668" y="322"/>
                  <a:pt x="6335" y="0"/>
                  <a:pt x="5942" y="0"/>
                </a:cubicBezTo>
                <a:lnTo>
                  <a:pt x="5561" y="0"/>
                </a:lnTo>
                <a:cubicBezTo>
                  <a:pt x="5168" y="0"/>
                  <a:pt x="4835" y="322"/>
                  <a:pt x="4835" y="727"/>
                </a:cubicBezTo>
                <a:lnTo>
                  <a:pt x="4835" y="1096"/>
                </a:lnTo>
                <a:cubicBezTo>
                  <a:pt x="4835" y="1393"/>
                  <a:pt x="4989" y="1667"/>
                  <a:pt x="5204" y="1846"/>
                </a:cubicBezTo>
                <a:lnTo>
                  <a:pt x="5204" y="2108"/>
                </a:lnTo>
                <a:cubicBezTo>
                  <a:pt x="5204" y="2108"/>
                  <a:pt x="5204" y="2132"/>
                  <a:pt x="5192" y="2132"/>
                </a:cubicBezTo>
                <a:lnTo>
                  <a:pt x="4763" y="2346"/>
                </a:lnTo>
                <a:cubicBezTo>
                  <a:pt x="4585" y="2441"/>
                  <a:pt x="4465" y="2632"/>
                  <a:pt x="4465" y="2846"/>
                </a:cubicBezTo>
                <a:lnTo>
                  <a:pt x="4465" y="3179"/>
                </a:lnTo>
                <a:lnTo>
                  <a:pt x="4061" y="3179"/>
                </a:lnTo>
                <a:lnTo>
                  <a:pt x="4061" y="2846"/>
                </a:lnTo>
                <a:cubicBezTo>
                  <a:pt x="4061" y="2632"/>
                  <a:pt x="3942" y="2453"/>
                  <a:pt x="3763" y="2346"/>
                </a:cubicBezTo>
                <a:lnTo>
                  <a:pt x="3334" y="2132"/>
                </a:lnTo>
                <a:lnTo>
                  <a:pt x="3322" y="2108"/>
                </a:lnTo>
                <a:lnTo>
                  <a:pt x="3322" y="1846"/>
                </a:lnTo>
                <a:cubicBezTo>
                  <a:pt x="3537" y="1679"/>
                  <a:pt x="3692" y="1417"/>
                  <a:pt x="3692" y="1096"/>
                </a:cubicBezTo>
                <a:lnTo>
                  <a:pt x="3692" y="727"/>
                </a:lnTo>
                <a:cubicBezTo>
                  <a:pt x="3692" y="322"/>
                  <a:pt x="335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89" name="Google Shape;12789;p68"/>
          <p:cNvGrpSpPr/>
          <p:nvPr/>
        </p:nvGrpSpPr>
        <p:grpSpPr>
          <a:xfrm>
            <a:off x="2766374" y="3437213"/>
            <a:ext cx="330110" cy="308908"/>
            <a:chOff x="2766264" y="3394042"/>
            <a:chExt cx="294873" cy="275934"/>
          </a:xfrm>
        </p:grpSpPr>
        <p:sp>
          <p:nvSpPr>
            <p:cNvPr id="12790" name="Google Shape;12790;p68"/>
            <p:cNvSpPr/>
            <p:nvPr/>
          </p:nvSpPr>
          <p:spPr>
            <a:xfrm>
              <a:off x="2766264" y="3394042"/>
              <a:ext cx="253176" cy="275934"/>
            </a:xfrm>
            <a:custGeom>
              <a:avLst/>
              <a:gdLst/>
              <a:ahLst/>
              <a:cxnLst/>
              <a:rect l="l" t="t" r="r" b="b"/>
              <a:pathLst>
                <a:path w="7954" h="8669" extrusionOk="0">
                  <a:moveTo>
                    <a:pt x="6942" y="3489"/>
                  </a:moveTo>
                  <a:cubicBezTo>
                    <a:pt x="7371" y="3549"/>
                    <a:pt x="7692" y="3918"/>
                    <a:pt x="7692" y="4346"/>
                  </a:cubicBezTo>
                  <a:cubicBezTo>
                    <a:pt x="7692" y="4799"/>
                    <a:pt x="7382" y="5156"/>
                    <a:pt x="6942" y="5227"/>
                  </a:cubicBezTo>
                  <a:lnTo>
                    <a:pt x="6942" y="3489"/>
                  </a:lnTo>
                  <a:close/>
                  <a:moveTo>
                    <a:pt x="1013" y="3322"/>
                  </a:moveTo>
                  <a:lnTo>
                    <a:pt x="1013" y="5382"/>
                  </a:lnTo>
                  <a:lnTo>
                    <a:pt x="715" y="5382"/>
                  </a:lnTo>
                  <a:cubicBezTo>
                    <a:pt x="465" y="5382"/>
                    <a:pt x="263" y="5180"/>
                    <a:pt x="263" y="4930"/>
                  </a:cubicBezTo>
                  <a:lnTo>
                    <a:pt x="263" y="3775"/>
                  </a:lnTo>
                  <a:cubicBezTo>
                    <a:pt x="263" y="3537"/>
                    <a:pt x="453" y="3322"/>
                    <a:pt x="715" y="3322"/>
                  </a:cubicBezTo>
                  <a:close/>
                  <a:moveTo>
                    <a:pt x="2179" y="3322"/>
                  </a:moveTo>
                  <a:lnTo>
                    <a:pt x="2179" y="5382"/>
                  </a:lnTo>
                  <a:lnTo>
                    <a:pt x="1286" y="5382"/>
                  </a:lnTo>
                  <a:lnTo>
                    <a:pt x="1286" y="3322"/>
                  </a:lnTo>
                  <a:close/>
                  <a:moveTo>
                    <a:pt x="2322" y="6370"/>
                  </a:moveTo>
                  <a:lnTo>
                    <a:pt x="2322" y="6966"/>
                  </a:lnTo>
                  <a:lnTo>
                    <a:pt x="2060" y="6966"/>
                  </a:lnTo>
                  <a:lnTo>
                    <a:pt x="2227" y="6370"/>
                  </a:lnTo>
                  <a:close/>
                  <a:moveTo>
                    <a:pt x="2144" y="5644"/>
                  </a:moveTo>
                  <a:lnTo>
                    <a:pt x="1632" y="7549"/>
                  </a:lnTo>
                  <a:lnTo>
                    <a:pt x="1286" y="7549"/>
                  </a:lnTo>
                  <a:lnTo>
                    <a:pt x="1286" y="5644"/>
                  </a:lnTo>
                  <a:close/>
                  <a:moveTo>
                    <a:pt x="6680" y="274"/>
                  </a:moveTo>
                  <a:lnTo>
                    <a:pt x="6680" y="8430"/>
                  </a:lnTo>
                  <a:lnTo>
                    <a:pt x="6085" y="8430"/>
                  </a:lnTo>
                  <a:lnTo>
                    <a:pt x="6085" y="2703"/>
                  </a:lnTo>
                  <a:cubicBezTo>
                    <a:pt x="6085" y="2620"/>
                    <a:pt x="6025" y="2560"/>
                    <a:pt x="5954" y="2560"/>
                  </a:cubicBezTo>
                  <a:cubicBezTo>
                    <a:pt x="5870" y="2560"/>
                    <a:pt x="5811" y="2620"/>
                    <a:pt x="5811" y="2703"/>
                  </a:cubicBezTo>
                  <a:lnTo>
                    <a:pt x="5811" y="7549"/>
                  </a:lnTo>
                  <a:cubicBezTo>
                    <a:pt x="5632" y="7311"/>
                    <a:pt x="5382" y="6989"/>
                    <a:pt x="5037" y="6668"/>
                  </a:cubicBezTo>
                  <a:cubicBezTo>
                    <a:pt x="4668" y="6299"/>
                    <a:pt x="4263" y="6013"/>
                    <a:pt x="3870" y="5799"/>
                  </a:cubicBezTo>
                  <a:cubicBezTo>
                    <a:pt x="3406" y="5561"/>
                    <a:pt x="2930" y="5418"/>
                    <a:pt x="2453" y="5394"/>
                  </a:cubicBezTo>
                  <a:lnTo>
                    <a:pt x="2453" y="3322"/>
                  </a:lnTo>
                  <a:cubicBezTo>
                    <a:pt x="2930" y="3310"/>
                    <a:pt x="3406" y="3179"/>
                    <a:pt x="3870" y="2918"/>
                  </a:cubicBezTo>
                  <a:cubicBezTo>
                    <a:pt x="4263" y="2715"/>
                    <a:pt x="4668" y="2417"/>
                    <a:pt x="5037" y="2048"/>
                  </a:cubicBezTo>
                  <a:cubicBezTo>
                    <a:pt x="5370" y="1715"/>
                    <a:pt x="5632" y="1394"/>
                    <a:pt x="5811" y="1167"/>
                  </a:cubicBezTo>
                  <a:lnTo>
                    <a:pt x="5811" y="2025"/>
                  </a:lnTo>
                  <a:cubicBezTo>
                    <a:pt x="5811" y="2108"/>
                    <a:pt x="5870" y="2167"/>
                    <a:pt x="5954" y="2167"/>
                  </a:cubicBezTo>
                  <a:cubicBezTo>
                    <a:pt x="6025" y="2167"/>
                    <a:pt x="6085" y="2108"/>
                    <a:pt x="6085" y="2025"/>
                  </a:cubicBezTo>
                  <a:lnTo>
                    <a:pt x="6085" y="274"/>
                  </a:lnTo>
                  <a:close/>
                  <a:moveTo>
                    <a:pt x="5930" y="0"/>
                  </a:moveTo>
                  <a:cubicBezTo>
                    <a:pt x="5858" y="0"/>
                    <a:pt x="5799" y="60"/>
                    <a:pt x="5799" y="143"/>
                  </a:cubicBezTo>
                  <a:lnTo>
                    <a:pt x="5799" y="679"/>
                  </a:lnTo>
                  <a:cubicBezTo>
                    <a:pt x="5728" y="810"/>
                    <a:pt x="5370" y="1334"/>
                    <a:pt x="4835" y="1846"/>
                  </a:cubicBezTo>
                  <a:cubicBezTo>
                    <a:pt x="4263" y="2382"/>
                    <a:pt x="3370" y="3037"/>
                    <a:pt x="2299" y="3037"/>
                  </a:cubicBezTo>
                  <a:lnTo>
                    <a:pt x="715" y="3037"/>
                  </a:lnTo>
                  <a:cubicBezTo>
                    <a:pt x="310" y="3037"/>
                    <a:pt x="1" y="3370"/>
                    <a:pt x="1" y="3751"/>
                  </a:cubicBezTo>
                  <a:lnTo>
                    <a:pt x="1" y="4918"/>
                  </a:lnTo>
                  <a:cubicBezTo>
                    <a:pt x="1" y="5323"/>
                    <a:pt x="322" y="5632"/>
                    <a:pt x="715" y="5632"/>
                  </a:cubicBezTo>
                  <a:lnTo>
                    <a:pt x="1013" y="5632"/>
                  </a:lnTo>
                  <a:lnTo>
                    <a:pt x="1013" y="7668"/>
                  </a:lnTo>
                  <a:cubicBezTo>
                    <a:pt x="1013" y="7740"/>
                    <a:pt x="1072" y="7799"/>
                    <a:pt x="1144" y="7799"/>
                  </a:cubicBezTo>
                  <a:lnTo>
                    <a:pt x="1727" y="7799"/>
                  </a:lnTo>
                  <a:cubicBezTo>
                    <a:pt x="1787" y="7799"/>
                    <a:pt x="1846" y="7763"/>
                    <a:pt x="1858" y="7692"/>
                  </a:cubicBezTo>
                  <a:lnTo>
                    <a:pt x="1989" y="7216"/>
                  </a:lnTo>
                  <a:lnTo>
                    <a:pt x="2453" y="7216"/>
                  </a:lnTo>
                  <a:cubicBezTo>
                    <a:pt x="2525" y="7216"/>
                    <a:pt x="2584" y="7156"/>
                    <a:pt x="2584" y="7085"/>
                  </a:cubicBezTo>
                  <a:lnTo>
                    <a:pt x="2584" y="6204"/>
                  </a:lnTo>
                  <a:cubicBezTo>
                    <a:pt x="2584" y="6132"/>
                    <a:pt x="2525" y="6073"/>
                    <a:pt x="2453" y="6073"/>
                  </a:cubicBezTo>
                  <a:lnTo>
                    <a:pt x="2287" y="6073"/>
                  </a:lnTo>
                  <a:lnTo>
                    <a:pt x="2406" y="5632"/>
                  </a:lnTo>
                  <a:cubicBezTo>
                    <a:pt x="3430" y="5668"/>
                    <a:pt x="4299" y="6299"/>
                    <a:pt x="4835" y="6823"/>
                  </a:cubicBezTo>
                  <a:cubicBezTo>
                    <a:pt x="5370" y="7335"/>
                    <a:pt x="5704" y="7859"/>
                    <a:pt x="5799" y="7990"/>
                  </a:cubicBezTo>
                  <a:lnTo>
                    <a:pt x="5799" y="8525"/>
                  </a:lnTo>
                  <a:cubicBezTo>
                    <a:pt x="5799" y="8609"/>
                    <a:pt x="5858" y="8668"/>
                    <a:pt x="5930" y="8668"/>
                  </a:cubicBezTo>
                  <a:lnTo>
                    <a:pt x="6811" y="8668"/>
                  </a:lnTo>
                  <a:cubicBezTo>
                    <a:pt x="6882" y="8668"/>
                    <a:pt x="6942" y="8609"/>
                    <a:pt x="6942" y="8525"/>
                  </a:cubicBezTo>
                  <a:lnTo>
                    <a:pt x="6942" y="5465"/>
                  </a:lnTo>
                  <a:cubicBezTo>
                    <a:pt x="7525" y="5394"/>
                    <a:pt x="7954" y="4918"/>
                    <a:pt x="7954" y="4322"/>
                  </a:cubicBezTo>
                  <a:cubicBezTo>
                    <a:pt x="7954" y="3775"/>
                    <a:pt x="7525" y="3275"/>
                    <a:pt x="6942" y="3203"/>
                  </a:cubicBezTo>
                  <a:lnTo>
                    <a:pt x="6942" y="143"/>
                  </a:lnTo>
                  <a:cubicBezTo>
                    <a:pt x="6942" y="60"/>
                    <a:pt x="6882" y="0"/>
                    <a:pt x="6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68"/>
            <p:cNvSpPr/>
            <p:nvPr/>
          </p:nvSpPr>
          <p:spPr>
            <a:xfrm>
              <a:off x="3039143" y="3528205"/>
              <a:ext cx="21995" cy="8753"/>
            </a:xfrm>
            <a:custGeom>
              <a:avLst/>
              <a:gdLst/>
              <a:ahLst/>
              <a:cxnLst/>
              <a:rect l="l" t="t" r="r" b="b"/>
              <a:pathLst>
                <a:path w="691" h="275" extrusionOk="0">
                  <a:moveTo>
                    <a:pt x="131" y="0"/>
                  </a:moveTo>
                  <a:cubicBezTo>
                    <a:pt x="60" y="0"/>
                    <a:pt x="0" y="60"/>
                    <a:pt x="0" y="131"/>
                  </a:cubicBezTo>
                  <a:cubicBezTo>
                    <a:pt x="0" y="215"/>
                    <a:pt x="60" y="274"/>
                    <a:pt x="131" y="274"/>
                  </a:cubicBezTo>
                  <a:lnTo>
                    <a:pt x="560" y="274"/>
                  </a:lnTo>
                  <a:cubicBezTo>
                    <a:pt x="631" y="274"/>
                    <a:pt x="691" y="215"/>
                    <a:pt x="691" y="131"/>
                  </a:cubicBezTo>
                  <a:cubicBezTo>
                    <a:pt x="691" y="60"/>
                    <a:pt x="631"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68"/>
            <p:cNvSpPr/>
            <p:nvPr/>
          </p:nvSpPr>
          <p:spPr>
            <a:xfrm>
              <a:off x="3019408" y="3475622"/>
              <a:ext cx="20499" cy="18875"/>
            </a:xfrm>
            <a:custGeom>
              <a:avLst/>
              <a:gdLst/>
              <a:ahLst/>
              <a:cxnLst/>
              <a:rect l="l" t="t" r="r" b="b"/>
              <a:pathLst>
                <a:path w="644" h="593" extrusionOk="0">
                  <a:moveTo>
                    <a:pt x="501" y="0"/>
                  </a:moveTo>
                  <a:cubicBezTo>
                    <a:pt x="468" y="0"/>
                    <a:pt x="436" y="15"/>
                    <a:pt x="406" y="45"/>
                  </a:cubicBezTo>
                  <a:lnTo>
                    <a:pt x="96" y="355"/>
                  </a:lnTo>
                  <a:cubicBezTo>
                    <a:pt x="1" y="450"/>
                    <a:pt x="61" y="593"/>
                    <a:pt x="180" y="593"/>
                  </a:cubicBezTo>
                  <a:cubicBezTo>
                    <a:pt x="215" y="593"/>
                    <a:pt x="263" y="581"/>
                    <a:pt x="275" y="557"/>
                  </a:cubicBezTo>
                  <a:lnTo>
                    <a:pt x="584" y="235"/>
                  </a:lnTo>
                  <a:cubicBezTo>
                    <a:pt x="644" y="200"/>
                    <a:pt x="644" y="104"/>
                    <a:pt x="596" y="45"/>
                  </a:cubicBezTo>
                  <a:cubicBezTo>
                    <a:pt x="567" y="15"/>
                    <a:pt x="534"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68"/>
            <p:cNvSpPr/>
            <p:nvPr/>
          </p:nvSpPr>
          <p:spPr>
            <a:xfrm>
              <a:off x="3020554" y="3570348"/>
              <a:ext cx="19353" cy="18621"/>
            </a:xfrm>
            <a:custGeom>
              <a:avLst/>
              <a:gdLst/>
              <a:ahLst/>
              <a:cxnLst/>
              <a:rect l="l" t="t" r="r" b="b"/>
              <a:pathLst>
                <a:path w="608" h="585" extrusionOk="0">
                  <a:moveTo>
                    <a:pt x="155" y="1"/>
                  </a:moveTo>
                  <a:cubicBezTo>
                    <a:pt x="123" y="1"/>
                    <a:pt x="90" y="16"/>
                    <a:pt x="60" y="46"/>
                  </a:cubicBezTo>
                  <a:cubicBezTo>
                    <a:pt x="1" y="105"/>
                    <a:pt x="1" y="176"/>
                    <a:pt x="60" y="236"/>
                  </a:cubicBezTo>
                  <a:lnTo>
                    <a:pt x="370" y="546"/>
                  </a:lnTo>
                  <a:cubicBezTo>
                    <a:pt x="397" y="572"/>
                    <a:pt x="431" y="585"/>
                    <a:pt x="463" y="585"/>
                  </a:cubicBezTo>
                  <a:cubicBezTo>
                    <a:pt x="503" y="585"/>
                    <a:pt x="541" y="566"/>
                    <a:pt x="560" y="534"/>
                  </a:cubicBezTo>
                  <a:cubicBezTo>
                    <a:pt x="608" y="498"/>
                    <a:pt x="608" y="403"/>
                    <a:pt x="560" y="355"/>
                  </a:cubicBezTo>
                  <a:lnTo>
                    <a:pt x="251" y="46"/>
                  </a:lnTo>
                  <a:cubicBezTo>
                    <a:pt x="221" y="16"/>
                    <a:pt x="18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94" name="Google Shape;12794;p68"/>
          <p:cNvGrpSpPr/>
          <p:nvPr/>
        </p:nvGrpSpPr>
        <p:grpSpPr>
          <a:xfrm>
            <a:off x="3214972" y="3435388"/>
            <a:ext cx="346406" cy="347552"/>
            <a:chOff x="3214972" y="3359188"/>
            <a:chExt cx="346406" cy="347552"/>
          </a:xfrm>
        </p:grpSpPr>
        <p:sp>
          <p:nvSpPr>
            <p:cNvPr id="12795" name="Google Shape;12795;p68"/>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68"/>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7" name="Google Shape;12797;p68"/>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68"/>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68"/>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68"/>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1" name="Google Shape;12801;p68"/>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2" name="Google Shape;12802;p68"/>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3" name="Google Shape;12803;p68"/>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68"/>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68"/>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68"/>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68"/>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68"/>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9" name="Google Shape;12809;p68"/>
          <p:cNvGrpSpPr/>
          <p:nvPr/>
        </p:nvGrpSpPr>
        <p:grpSpPr>
          <a:xfrm>
            <a:off x="4629306" y="3485393"/>
            <a:ext cx="367255" cy="244486"/>
            <a:chOff x="4629306" y="3409193"/>
            <a:chExt cx="367255" cy="244486"/>
          </a:xfrm>
        </p:grpSpPr>
        <p:sp>
          <p:nvSpPr>
            <p:cNvPr id="12810" name="Google Shape;12810;p68"/>
            <p:cNvSpPr/>
            <p:nvPr/>
          </p:nvSpPr>
          <p:spPr>
            <a:xfrm>
              <a:off x="4629306" y="3409193"/>
              <a:ext cx="367255" cy="244486"/>
            </a:xfrm>
            <a:custGeom>
              <a:avLst/>
              <a:gdLst/>
              <a:ahLst/>
              <a:cxnLst/>
              <a:rect l="l" t="t" r="r" b="b"/>
              <a:pathLst>
                <a:path w="11538" h="7681" extrusionOk="0">
                  <a:moveTo>
                    <a:pt x="10966" y="358"/>
                  </a:moveTo>
                  <a:cubicBezTo>
                    <a:pt x="11085" y="358"/>
                    <a:pt x="11181" y="453"/>
                    <a:pt x="11181" y="572"/>
                  </a:cubicBezTo>
                  <a:lnTo>
                    <a:pt x="11181" y="7121"/>
                  </a:lnTo>
                  <a:cubicBezTo>
                    <a:pt x="11181" y="7240"/>
                    <a:pt x="11085" y="7323"/>
                    <a:pt x="10966" y="7323"/>
                  </a:cubicBezTo>
                  <a:lnTo>
                    <a:pt x="560" y="7323"/>
                  </a:lnTo>
                  <a:cubicBezTo>
                    <a:pt x="441" y="7323"/>
                    <a:pt x="358" y="7240"/>
                    <a:pt x="358" y="7121"/>
                  </a:cubicBezTo>
                  <a:lnTo>
                    <a:pt x="358" y="572"/>
                  </a:lnTo>
                  <a:cubicBezTo>
                    <a:pt x="358" y="453"/>
                    <a:pt x="441" y="358"/>
                    <a:pt x="560" y="358"/>
                  </a:cubicBezTo>
                  <a:close/>
                  <a:moveTo>
                    <a:pt x="560" y="1"/>
                  </a:moveTo>
                  <a:cubicBezTo>
                    <a:pt x="251" y="1"/>
                    <a:pt x="1" y="263"/>
                    <a:pt x="1" y="572"/>
                  </a:cubicBezTo>
                  <a:lnTo>
                    <a:pt x="1" y="7121"/>
                  </a:lnTo>
                  <a:cubicBezTo>
                    <a:pt x="1" y="7430"/>
                    <a:pt x="251" y="7680"/>
                    <a:pt x="560" y="7680"/>
                  </a:cubicBezTo>
                  <a:lnTo>
                    <a:pt x="10966" y="7680"/>
                  </a:lnTo>
                  <a:cubicBezTo>
                    <a:pt x="11276" y="7680"/>
                    <a:pt x="11526" y="7430"/>
                    <a:pt x="11526" y="7121"/>
                  </a:cubicBezTo>
                  <a:lnTo>
                    <a:pt x="11526" y="572"/>
                  </a:lnTo>
                  <a:cubicBezTo>
                    <a:pt x="11538" y="263"/>
                    <a:pt x="11276" y="1"/>
                    <a:pt x="10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1" name="Google Shape;12811;p68"/>
            <p:cNvSpPr/>
            <p:nvPr/>
          </p:nvSpPr>
          <p:spPr>
            <a:xfrm>
              <a:off x="4665688" y="3433447"/>
              <a:ext cx="294109" cy="195595"/>
            </a:xfrm>
            <a:custGeom>
              <a:avLst/>
              <a:gdLst/>
              <a:ahLst/>
              <a:cxnLst/>
              <a:rect l="l" t="t" r="r" b="b"/>
              <a:pathLst>
                <a:path w="9240" h="6145" extrusionOk="0">
                  <a:moveTo>
                    <a:pt x="8871" y="370"/>
                  </a:moveTo>
                  <a:lnTo>
                    <a:pt x="8871" y="5787"/>
                  </a:lnTo>
                  <a:lnTo>
                    <a:pt x="370" y="5787"/>
                  </a:lnTo>
                  <a:lnTo>
                    <a:pt x="370" y="370"/>
                  </a:lnTo>
                  <a:close/>
                  <a:moveTo>
                    <a:pt x="179" y="1"/>
                  </a:moveTo>
                  <a:cubicBezTo>
                    <a:pt x="72" y="1"/>
                    <a:pt x="1" y="72"/>
                    <a:pt x="1" y="179"/>
                  </a:cubicBezTo>
                  <a:lnTo>
                    <a:pt x="1" y="5966"/>
                  </a:lnTo>
                  <a:cubicBezTo>
                    <a:pt x="1" y="6073"/>
                    <a:pt x="72" y="6144"/>
                    <a:pt x="179" y="6144"/>
                  </a:cubicBezTo>
                  <a:lnTo>
                    <a:pt x="9049" y="6144"/>
                  </a:lnTo>
                  <a:cubicBezTo>
                    <a:pt x="9157" y="6144"/>
                    <a:pt x="9228" y="6073"/>
                    <a:pt x="9228" y="5966"/>
                  </a:cubicBezTo>
                  <a:lnTo>
                    <a:pt x="9228" y="179"/>
                  </a:lnTo>
                  <a:cubicBezTo>
                    <a:pt x="9240" y="96"/>
                    <a:pt x="9157"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2" name="Google Shape;12812;p68"/>
            <p:cNvSpPr/>
            <p:nvPr/>
          </p:nvSpPr>
          <p:spPr>
            <a:xfrm>
              <a:off x="4647895" y="3519866"/>
              <a:ext cx="11395" cy="23522"/>
            </a:xfrm>
            <a:custGeom>
              <a:avLst/>
              <a:gdLst/>
              <a:ahLst/>
              <a:cxnLst/>
              <a:rect l="l" t="t" r="r" b="b"/>
              <a:pathLst>
                <a:path w="358" h="739" extrusionOk="0">
                  <a:moveTo>
                    <a:pt x="179" y="0"/>
                  </a:moveTo>
                  <a:cubicBezTo>
                    <a:pt x="72" y="0"/>
                    <a:pt x="0" y="72"/>
                    <a:pt x="0" y="179"/>
                  </a:cubicBezTo>
                  <a:lnTo>
                    <a:pt x="0" y="560"/>
                  </a:lnTo>
                  <a:cubicBezTo>
                    <a:pt x="0" y="667"/>
                    <a:pt x="72" y="739"/>
                    <a:pt x="179" y="739"/>
                  </a:cubicBezTo>
                  <a:cubicBezTo>
                    <a:pt x="274" y="739"/>
                    <a:pt x="357" y="667"/>
                    <a:pt x="357" y="560"/>
                  </a:cubicBezTo>
                  <a:lnTo>
                    <a:pt x="357" y="179"/>
                  </a:lnTo>
                  <a:cubicBezTo>
                    <a:pt x="357"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68"/>
            <p:cNvSpPr/>
            <p:nvPr/>
          </p:nvSpPr>
          <p:spPr>
            <a:xfrm>
              <a:off x="4966609" y="3513404"/>
              <a:ext cx="11395" cy="36063"/>
            </a:xfrm>
            <a:custGeom>
              <a:avLst/>
              <a:gdLst/>
              <a:ahLst/>
              <a:cxnLst/>
              <a:rect l="l" t="t" r="r" b="b"/>
              <a:pathLst>
                <a:path w="358" h="1133" extrusionOk="0">
                  <a:moveTo>
                    <a:pt x="179" y="1"/>
                  </a:moveTo>
                  <a:cubicBezTo>
                    <a:pt x="72" y="1"/>
                    <a:pt x="0" y="84"/>
                    <a:pt x="0" y="180"/>
                  </a:cubicBezTo>
                  <a:lnTo>
                    <a:pt x="0" y="953"/>
                  </a:lnTo>
                  <a:cubicBezTo>
                    <a:pt x="0" y="1061"/>
                    <a:pt x="72" y="1132"/>
                    <a:pt x="179" y="1132"/>
                  </a:cubicBezTo>
                  <a:cubicBezTo>
                    <a:pt x="286" y="1132"/>
                    <a:pt x="357" y="1061"/>
                    <a:pt x="357" y="953"/>
                  </a:cubicBezTo>
                  <a:lnTo>
                    <a:pt x="357" y="180"/>
                  </a:lnTo>
                  <a:cubicBezTo>
                    <a:pt x="357" y="84"/>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68"/>
            <p:cNvSpPr/>
            <p:nvPr/>
          </p:nvSpPr>
          <p:spPr>
            <a:xfrm>
              <a:off x="4966609" y="3433447"/>
              <a:ext cx="11777" cy="11395"/>
            </a:xfrm>
            <a:custGeom>
              <a:avLst/>
              <a:gdLst/>
              <a:ahLst/>
              <a:cxnLst/>
              <a:rect l="l" t="t" r="r" b="b"/>
              <a:pathLst>
                <a:path w="370" h="358" extrusionOk="0">
                  <a:moveTo>
                    <a:pt x="179" y="1"/>
                  </a:moveTo>
                  <a:cubicBezTo>
                    <a:pt x="72" y="1"/>
                    <a:pt x="0" y="72"/>
                    <a:pt x="0" y="179"/>
                  </a:cubicBezTo>
                  <a:cubicBezTo>
                    <a:pt x="0" y="286"/>
                    <a:pt x="84" y="358"/>
                    <a:pt x="179" y="358"/>
                  </a:cubicBezTo>
                  <a:cubicBezTo>
                    <a:pt x="286" y="358"/>
                    <a:pt x="357" y="286"/>
                    <a:pt x="357" y="179"/>
                  </a:cubicBezTo>
                  <a:cubicBezTo>
                    <a:pt x="369"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68"/>
            <p:cNvSpPr/>
            <p:nvPr/>
          </p:nvSpPr>
          <p:spPr>
            <a:xfrm>
              <a:off x="4647895" y="3488799"/>
              <a:ext cx="11395" cy="17825"/>
            </a:xfrm>
            <a:custGeom>
              <a:avLst/>
              <a:gdLst/>
              <a:ahLst/>
              <a:cxnLst/>
              <a:rect l="l" t="t" r="r" b="b"/>
              <a:pathLst>
                <a:path w="358" h="560" extrusionOk="0">
                  <a:moveTo>
                    <a:pt x="179" y="0"/>
                  </a:moveTo>
                  <a:cubicBezTo>
                    <a:pt x="72" y="0"/>
                    <a:pt x="0" y="83"/>
                    <a:pt x="0" y="179"/>
                  </a:cubicBezTo>
                  <a:lnTo>
                    <a:pt x="0" y="381"/>
                  </a:lnTo>
                  <a:cubicBezTo>
                    <a:pt x="0" y="476"/>
                    <a:pt x="72" y="560"/>
                    <a:pt x="179" y="560"/>
                  </a:cubicBezTo>
                  <a:cubicBezTo>
                    <a:pt x="274" y="560"/>
                    <a:pt x="357" y="476"/>
                    <a:pt x="357" y="381"/>
                  </a:cubicBezTo>
                  <a:lnTo>
                    <a:pt x="357" y="179"/>
                  </a:lnTo>
                  <a:cubicBezTo>
                    <a:pt x="357" y="83"/>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68"/>
            <p:cNvSpPr/>
            <p:nvPr/>
          </p:nvSpPr>
          <p:spPr>
            <a:xfrm>
              <a:off x="4647895" y="3556247"/>
              <a:ext cx="11395" cy="17475"/>
            </a:xfrm>
            <a:custGeom>
              <a:avLst/>
              <a:gdLst/>
              <a:ahLst/>
              <a:cxnLst/>
              <a:rect l="l" t="t" r="r" b="b"/>
              <a:pathLst>
                <a:path w="358" h="549" extrusionOk="0">
                  <a:moveTo>
                    <a:pt x="179" y="0"/>
                  </a:moveTo>
                  <a:cubicBezTo>
                    <a:pt x="72" y="0"/>
                    <a:pt x="0" y="72"/>
                    <a:pt x="0" y="179"/>
                  </a:cubicBezTo>
                  <a:lnTo>
                    <a:pt x="0" y="369"/>
                  </a:lnTo>
                  <a:cubicBezTo>
                    <a:pt x="0" y="477"/>
                    <a:pt x="72" y="548"/>
                    <a:pt x="179" y="548"/>
                  </a:cubicBezTo>
                  <a:cubicBezTo>
                    <a:pt x="274" y="548"/>
                    <a:pt x="357" y="477"/>
                    <a:pt x="357" y="369"/>
                  </a:cubicBezTo>
                  <a:lnTo>
                    <a:pt x="357" y="179"/>
                  </a:ln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7" name="Google Shape;12817;p68"/>
            <p:cNvSpPr/>
            <p:nvPr/>
          </p:nvSpPr>
          <p:spPr>
            <a:xfrm>
              <a:off x="4690324" y="3574804"/>
              <a:ext cx="244486" cy="36032"/>
            </a:xfrm>
            <a:custGeom>
              <a:avLst/>
              <a:gdLst/>
              <a:ahLst/>
              <a:cxnLst/>
              <a:rect l="l" t="t" r="r" b="b"/>
              <a:pathLst>
                <a:path w="7681" h="1132" extrusionOk="0">
                  <a:moveTo>
                    <a:pt x="1727" y="358"/>
                  </a:moveTo>
                  <a:cubicBezTo>
                    <a:pt x="1846" y="358"/>
                    <a:pt x="1941" y="441"/>
                    <a:pt x="1941" y="560"/>
                  </a:cubicBezTo>
                  <a:cubicBezTo>
                    <a:pt x="1941" y="679"/>
                    <a:pt x="1846" y="775"/>
                    <a:pt x="1727" y="775"/>
                  </a:cubicBezTo>
                  <a:cubicBezTo>
                    <a:pt x="1608" y="775"/>
                    <a:pt x="1525" y="679"/>
                    <a:pt x="1525" y="560"/>
                  </a:cubicBezTo>
                  <a:cubicBezTo>
                    <a:pt x="1525" y="441"/>
                    <a:pt x="1608" y="358"/>
                    <a:pt x="1727" y="358"/>
                  </a:cubicBezTo>
                  <a:close/>
                  <a:moveTo>
                    <a:pt x="1727" y="1"/>
                  </a:moveTo>
                  <a:cubicBezTo>
                    <a:pt x="1477" y="1"/>
                    <a:pt x="1263" y="156"/>
                    <a:pt x="1191" y="382"/>
                  </a:cubicBezTo>
                  <a:lnTo>
                    <a:pt x="179" y="382"/>
                  </a:lnTo>
                  <a:cubicBezTo>
                    <a:pt x="72" y="382"/>
                    <a:pt x="1" y="453"/>
                    <a:pt x="1" y="560"/>
                  </a:cubicBezTo>
                  <a:cubicBezTo>
                    <a:pt x="1" y="668"/>
                    <a:pt x="72" y="739"/>
                    <a:pt x="179" y="739"/>
                  </a:cubicBezTo>
                  <a:lnTo>
                    <a:pt x="1191" y="739"/>
                  </a:lnTo>
                  <a:cubicBezTo>
                    <a:pt x="1263" y="965"/>
                    <a:pt x="1477" y="1132"/>
                    <a:pt x="1727" y="1132"/>
                  </a:cubicBezTo>
                  <a:cubicBezTo>
                    <a:pt x="1977" y="1132"/>
                    <a:pt x="2191" y="965"/>
                    <a:pt x="2263" y="739"/>
                  </a:cubicBezTo>
                  <a:lnTo>
                    <a:pt x="7502" y="739"/>
                  </a:lnTo>
                  <a:cubicBezTo>
                    <a:pt x="7609" y="739"/>
                    <a:pt x="7680" y="668"/>
                    <a:pt x="7680" y="560"/>
                  </a:cubicBezTo>
                  <a:cubicBezTo>
                    <a:pt x="7680" y="453"/>
                    <a:pt x="7609" y="382"/>
                    <a:pt x="7513" y="382"/>
                  </a:cubicBezTo>
                  <a:lnTo>
                    <a:pt x="2263" y="382"/>
                  </a:lnTo>
                  <a:cubicBezTo>
                    <a:pt x="2191" y="156"/>
                    <a:pt x="1977"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68"/>
            <p:cNvSpPr/>
            <p:nvPr/>
          </p:nvSpPr>
          <p:spPr>
            <a:xfrm>
              <a:off x="4788870" y="3486635"/>
              <a:ext cx="53092" cy="52965"/>
            </a:xfrm>
            <a:custGeom>
              <a:avLst/>
              <a:gdLst/>
              <a:ahLst/>
              <a:cxnLst/>
              <a:rect l="l" t="t" r="r" b="b"/>
              <a:pathLst>
                <a:path w="1668" h="1664" extrusionOk="0">
                  <a:moveTo>
                    <a:pt x="357" y="354"/>
                  </a:moveTo>
                  <a:lnTo>
                    <a:pt x="1286" y="818"/>
                  </a:lnTo>
                  <a:cubicBezTo>
                    <a:pt x="1298" y="818"/>
                    <a:pt x="1298" y="830"/>
                    <a:pt x="1298" y="842"/>
                  </a:cubicBezTo>
                  <a:lnTo>
                    <a:pt x="369" y="1306"/>
                  </a:lnTo>
                  <a:lnTo>
                    <a:pt x="357" y="1306"/>
                  </a:lnTo>
                  <a:lnTo>
                    <a:pt x="357" y="1294"/>
                  </a:lnTo>
                  <a:lnTo>
                    <a:pt x="357" y="366"/>
                  </a:lnTo>
                  <a:lnTo>
                    <a:pt x="357" y="354"/>
                  </a:lnTo>
                  <a:close/>
                  <a:moveTo>
                    <a:pt x="361" y="1"/>
                  </a:moveTo>
                  <a:cubicBezTo>
                    <a:pt x="297" y="1"/>
                    <a:pt x="235" y="19"/>
                    <a:pt x="179" y="56"/>
                  </a:cubicBezTo>
                  <a:cubicBezTo>
                    <a:pt x="72" y="128"/>
                    <a:pt x="0" y="247"/>
                    <a:pt x="0" y="366"/>
                  </a:cubicBezTo>
                  <a:lnTo>
                    <a:pt x="0" y="1294"/>
                  </a:lnTo>
                  <a:cubicBezTo>
                    <a:pt x="0" y="1425"/>
                    <a:pt x="60" y="1544"/>
                    <a:pt x="179" y="1604"/>
                  </a:cubicBezTo>
                  <a:cubicBezTo>
                    <a:pt x="238" y="1652"/>
                    <a:pt x="310" y="1663"/>
                    <a:pt x="369" y="1663"/>
                  </a:cubicBezTo>
                  <a:cubicBezTo>
                    <a:pt x="429" y="1663"/>
                    <a:pt x="488" y="1652"/>
                    <a:pt x="536" y="1616"/>
                  </a:cubicBezTo>
                  <a:lnTo>
                    <a:pt x="1465" y="1163"/>
                  </a:lnTo>
                  <a:cubicBezTo>
                    <a:pt x="1596" y="1104"/>
                    <a:pt x="1667" y="961"/>
                    <a:pt x="1667" y="830"/>
                  </a:cubicBezTo>
                  <a:cubicBezTo>
                    <a:pt x="1655" y="687"/>
                    <a:pt x="1584" y="568"/>
                    <a:pt x="1465" y="509"/>
                  </a:cubicBezTo>
                  <a:lnTo>
                    <a:pt x="536" y="44"/>
                  </a:lnTo>
                  <a:cubicBezTo>
                    <a:pt x="479" y="16"/>
                    <a:pt x="420"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68"/>
            <p:cNvSpPr/>
            <p:nvPr/>
          </p:nvSpPr>
          <p:spPr>
            <a:xfrm>
              <a:off x="4745645" y="3458084"/>
              <a:ext cx="134195" cy="109941"/>
            </a:xfrm>
            <a:custGeom>
              <a:avLst/>
              <a:gdLst/>
              <a:ahLst/>
              <a:cxnLst/>
              <a:rect l="l" t="t" r="r" b="b"/>
              <a:pathLst>
                <a:path w="4216" h="3454" extrusionOk="0">
                  <a:moveTo>
                    <a:pt x="3263" y="358"/>
                  </a:moveTo>
                  <a:cubicBezTo>
                    <a:pt x="3597" y="358"/>
                    <a:pt x="3859" y="632"/>
                    <a:pt x="3859" y="953"/>
                  </a:cubicBezTo>
                  <a:lnTo>
                    <a:pt x="3859" y="2501"/>
                  </a:lnTo>
                  <a:cubicBezTo>
                    <a:pt x="3859" y="2834"/>
                    <a:pt x="3597" y="3096"/>
                    <a:pt x="3263" y="3096"/>
                  </a:cubicBezTo>
                  <a:lnTo>
                    <a:pt x="953" y="3096"/>
                  </a:lnTo>
                  <a:cubicBezTo>
                    <a:pt x="632" y="3096"/>
                    <a:pt x="358" y="2834"/>
                    <a:pt x="358" y="2501"/>
                  </a:cubicBezTo>
                  <a:lnTo>
                    <a:pt x="358" y="953"/>
                  </a:lnTo>
                  <a:cubicBezTo>
                    <a:pt x="358" y="632"/>
                    <a:pt x="632" y="358"/>
                    <a:pt x="953" y="358"/>
                  </a:cubicBezTo>
                  <a:close/>
                  <a:moveTo>
                    <a:pt x="953" y="1"/>
                  </a:moveTo>
                  <a:cubicBezTo>
                    <a:pt x="441" y="1"/>
                    <a:pt x="1" y="429"/>
                    <a:pt x="1" y="953"/>
                  </a:cubicBezTo>
                  <a:lnTo>
                    <a:pt x="1" y="2501"/>
                  </a:lnTo>
                  <a:cubicBezTo>
                    <a:pt x="1" y="3025"/>
                    <a:pt x="441" y="3453"/>
                    <a:pt x="953" y="3453"/>
                  </a:cubicBezTo>
                  <a:lnTo>
                    <a:pt x="3263" y="3453"/>
                  </a:lnTo>
                  <a:cubicBezTo>
                    <a:pt x="3787" y="3453"/>
                    <a:pt x="4216" y="3025"/>
                    <a:pt x="4216" y="2501"/>
                  </a:cubicBezTo>
                  <a:lnTo>
                    <a:pt x="4216" y="953"/>
                  </a:lnTo>
                  <a:cubicBezTo>
                    <a:pt x="4216" y="429"/>
                    <a:pt x="3799"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0" name="Google Shape;12820;p68"/>
          <p:cNvGrpSpPr/>
          <p:nvPr/>
        </p:nvGrpSpPr>
        <p:grpSpPr>
          <a:xfrm>
            <a:off x="4193490" y="3426284"/>
            <a:ext cx="289939" cy="334661"/>
            <a:chOff x="4193490" y="3350084"/>
            <a:chExt cx="289939" cy="334661"/>
          </a:xfrm>
        </p:grpSpPr>
        <p:sp>
          <p:nvSpPr>
            <p:cNvPr id="12821" name="Google Shape;12821;p68"/>
            <p:cNvSpPr/>
            <p:nvPr/>
          </p:nvSpPr>
          <p:spPr>
            <a:xfrm>
              <a:off x="4193490" y="3350084"/>
              <a:ext cx="246364" cy="150110"/>
            </a:xfrm>
            <a:custGeom>
              <a:avLst/>
              <a:gdLst/>
              <a:ahLst/>
              <a:cxnLst/>
              <a:rect l="l" t="t" r="r" b="b"/>
              <a:pathLst>
                <a:path w="7740" h="4716" extrusionOk="0">
                  <a:moveTo>
                    <a:pt x="4382" y="298"/>
                  </a:moveTo>
                  <a:lnTo>
                    <a:pt x="4299" y="1048"/>
                  </a:lnTo>
                  <a:lnTo>
                    <a:pt x="3668" y="1048"/>
                  </a:lnTo>
                  <a:lnTo>
                    <a:pt x="3620" y="524"/>
                  </a:lnTo>
                  <a:lnTo>
                    <a:pt x="3584" y="298"/>
                  </a:lnTo>
                  <a:close/>
                  <a:moveTo>
                    <a:pt x="6013" y="929"/>
                  </a:moveTo>
                  <a:lnTo>
                    <a:pt x="7204" y="2120"/>
                  </a:lnTo>
                  <a:lnTo>
                    <a:pt x="6025" y="2096"/>
                  </a:lnTo>
                  <a:lnTo>
                    <a:pt x="6013" y="929"/>
                  </a:lnTo>
                  <a:close/>
                  <a:moveTo>
                    <a:pt x="3406" y="0"/>
                  </a:moveTo>
                  <a:cubicBezTo>
                    <a:pt x="3358" y="0"/>
                    <a:pt x="3322" y="12"/>
                    <a:pt x="3287" y="48"/>
                  </a:cubicBezTo>
                  <a:cubicBezTo>
                    <a:pt x="3263" y="72"/>
                    <a:pt x="3239" y="119"/>
                    <a:pt x="3239" y="167"/>
                  </a:cubicBezTo>
                  <a:lnTo>
                    <a:pt x="3275" y="393"/>
                  </a:lnTo>
                  <a:lnTo>
                    <a:pt x="143" y="393"/>
                  </a:lnTo>
                  <a:cubicBezTo>
                    <a:pt x="60" y="393"/>
                    <a:pt x="1" y="465"/>
                    <a:pt x="1" y="536"/>
                  </a:cubicBezTo>
                  <a:lnTo>
                    <a:pt x="1" y="1191"/>
                  </a:lnTo>
                  <a:cubicBezTo>
                    <a:pt x="1" y="1286"/>
                    <a:pt x="72" y="1346"/>
                    <a:pt x="143" y="1346"/>
                  </a:cubicBezTo>
                  <a:cubicBezTo>
                    <a:pt x="239" y="1346"/>
                    <a:pt x="298" y="1262"/>
                    <a:pt x="298" y="1191"/>
                  </a:cubicBezTo>
                  <a:lnTo>
                    <a:pt x="298" y="691"/>
                  </a:lnTo>
                  <a:lnTo>
                    <a:pt x="3299" y="691"/>
                  </a:lnTo>
                  <a:lnTo>
                    <a:pt x="3358" y="1203"/>
                  </a:lnTo>
                  <a:cubicBezTo>
                    <a:pt x="3382" y="1286"/>
                    <a:pt x="3441" y="1346"/>
                    <a:pt x="3513" y="1346"/>
                  </a:cubicBezTo>
                  <a:lnTo>
                    <a:pt x="4418" y="1346"/>
                  </a:lnTo>
                  <a:cubicBezTo>
                    <a:pt x="4489" y="1346"/>
                    <a:pt x="4573" y="1286"/>
                    <a:pt x="4573" y="1203"/>
                  </a:cubicBezTo>
                  <a:lnTo>
                    <a:pt x="4632" y="691"/>
                  </a:lnTo>
                  <a:lnTo>
                    <a:pt x="5680" y="691"/>
                  </a:lnTo>
                  <a:lnTo>
                    <a:pt x="5704" y="2239"/>
                  </a:lnTo>
                  <a:cubicBezTo>
                    <a:pt x="5704" y="2322"/>
                    <a:pt x="5775" y="2382"/>
                    <a:pt x="5847" y="2382"/>
                  </a:cubicBezTo>
                  <a:lnTo>
                    <a:pt x="7394" y="2394"/>
                  </a:lnTo>
                  <a:lnTo>
                    <a:pt x="7394" y="4572"/>
                  </a:lnTo>
                  <a:cubicBezTo>
                    <a:pt x="7394" y="4656"/>
                    <a:pt x="7466" y="4715"/>
                    <a:pt x="7549" y="4715"/>
                  </a:cubicBezTo>
                  <a:cubicBezTo>
                    <a:pt x="7632" y="4715"/>
                    <a:pt x="7692" y="4644"/>
                    <a:pt x="7692" y="4572"/>
                  </a:cubicBezTo>
                  <a:lnTo>
                    <a:pt x="7692" y="2251"/>
                  </a:lnTo>
                  <a:cubicBezTo>
                    <a:pt x="7740" y="2215"/>
                    <a:pt x="7728" y="2191"/>
                    <a:pt x="7692" y="2155"/>
                  </a:cubicBezTo>
                  <a:lnTo>
                    <a:pt x="5966" y="429"/>
                  </a:lnTo>
                  <a:cubicBezTo>
                    <a:pt x="5942" y="405"/>
                    <a:pt x="5894" y="393"/>
                    <a:pt x="5858" y="393"/>
                  </a:cubicBezTo>
                  <a:lnTo>
                    <a:pt x="4692" y="393"/>
                  </a:lnTo>
                  <a:lnTo>
                    <a:pt x="4715" y="167"/>
                  </a:lnTo>
                  <a:cubicBezTo>
                    <a:pt x="4715" y="119"/>
                    <a:pt x="4704" y="72"/>
                    <a:pt x="4668" y="48"/>
                  </a:cubicBezTo>
                  <a:cubicBezTo>
                    <a:pt x="4644" y="12"/>
                    <a:pt x="4596" y="0"/>
                    <a:pt x="4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68"/>
            <p:cNvSpPr/>
            <p:nvPr/>
          </p:nvSpPr>
          <p:spPr>
            <a:xfrm>
              <a:off x="4193872" y="3405023"/>
              <a:ext cx="9517" cy="44753"/>
            </a:xfrm>
            <a:custGeom>
              <a:avLst/>
              <a:gdLst/>
              <a:ahLst/>
              <a:cxnLst/>
              <a:rect l="l" t="t" r="r" b="b"/>
              <a:pathLst>
                <a:path w="299" h="1406" extrusionOk="0">
                  <a:moveTo>
                    <a:pt x="155" y="1"/>
                  </a:moveTo>
                  <a:cubicBezTo>
                    <a:pt x="60" y="1"/>
                    <a:pt x="0" y="72"/>
                    <a:pt x="0" y="156"/>
                  </a:cubicBezTo>
                  <a:lnTo>
                    <a:pt x="0" y="1251"/>
                  </a:lnTo>
                  <a:cubicBezTo>
                    <a:pt x="0" y="1346"/>
                    <a:pt x="72" y="1406"/>
                    <a:pt x="155" y="1406"/>
                  </a:cubicBezTo>
                  <a:cubicBezTo>
                    <a:pt x="239" y="1406"/>
                    <a:pt x="298" y="1322"/>
                    <a:pt x="298" y="1251"/>
                  </a:cubicBezTo>
                  <a:lnTo>
                    <a:pt x="298" y="156"/>
                  </a:lnTo>
                  <a:cubicBezTo>
                    <a:pt x="298" y="72"/>
                    <a:pt x="227"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68"/>
            <p:cNvSpPr/>
            <p:nvPr/>
          </p:nvSpPr>
          <p:spPr>
            <a:xfrm>
              <a:off x="4275356" y="3444460"/>
              <a:ext cx="128116" cy="9485"/>
            </a:xfrm>
            <a:custGeom>
              <a:avLst/>
              <a:gdLst/>
              <a:ahLst/>
              <a:cxnLst/>
              <a:rect l="l" t="t" r="r" b="b"/>
              <a:pathLst>
                <a:path w="4025" h="298" extrusionOk="0">
                  <a:moveTo>
                    <a:pt x="155" y="0"/>
                  </a:moveTo>
                  <a:cubicBezTo>
                    <a:pt x="60" y="0"/>
                    <a:pt x="0" y="71"/>
                    <a:pt x="0" y="143"/>
                  </a:cubicBezTo>
                  <a:cubicBezTo>
                    <a:pt x="0" y="226"/>
                    <a:pt x="72" y="298"/>
                    <a:pt x="155" y="298"/>
                  </a:cubicBezTo>
                  <a:lnTo>
                    <a:pt x="3870" y="298"/>
                  </a:lnTo>
                  <a:cubicBezTo>
                    <a:pt x="3965" y="298"/>
                    <a:pt x="4025" y="226"/>
                    <a:pt x="4025" y="143"/>
                  </a:cubicBezTo>
                  <a:cubicBezTo>
                    <a:pt x="4025" y="71"/>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4" name="Google Shape;12824;p68"/>
            <p:cNvSpPr/>
            <p:nvPr/>
          </p:nvSpPr>
          <p:spPr>
            <a:xfrm>
              <a:off x="4275356" y="3463781"/>
              <a:ext cx="128116" cy="9485"/>
            </a:xfrm>
            <a:custGeom>
              <a:avLst/>
              <a:gdLst/>
              <a:ahLst/>
              <a:cxnLst/>
              <a:rect l="l" t="t" r="r" b="b"/>
              <a:pathLst>
                <a:path w="4025" h="298" extrusionOk="0">
                  <a:moveTo>
                    <a:pt x="155" y="0"/>
                  </a:moveTo>
                  <a:cubicBezTo>
                    <a:pt x="60" y="0"/>
                    <a:pt x="0" y="72"/>
                    <a:pt x="0" y="155"/>
                  </a:cubicBezTo>
                  <a:cubicBezTo>
                    <a:pt x="0" y="226"/>
                    <a:pt x="72" y="298"/>
                    <a:pt x="155" y="298"/>
                  </a:cubicBezTo>
                  <a:lnTo>
                    <a:pt x="3870" y="298"/>
                  </a:lnTo>
                  <a:cubicBezTo>
                    <a:pt x="3965" y="298"/>
                    <a:pt x="4025" y="226"/>
                    <a:pt x="4025" y="155"/>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68"/>
            <p:cNvSpPr/>
            <p:nvPr/>
          </p:nvSpPr>
          <p:spPr>
            <a:xfrm>
              <a:off x="4223442" y="3439527"/>
              <a:ext cx="38673" cy="38673"/>
            </a:xfrm>
            <a:custGeom>
              <a:avLst/>
              <a:gdLst/>
              <a:ahLst/>
              <a:cxnLst/>
              <a:rect l="l" t="t" r="r" b="b"/>
              <a:pathLst>
                <a:path w="1215" h="1215" extrusionOk="0">
                  <a:moveTo>
                    <a:pt x="905" y="322"/>
                  </a:moveTo>
                  <a:lnTo>
                    <a:pt x="905" y="917"/>
                  </a:lnTo>
                  <a:lnTo>
                    <a:pt x="310" y="917"/>
                  </a:lnTo>
                  <a:lnTo>
                    <a:pt x="310" y="322"/>
                  </a:lnTo>
                  <a:close/>
                  <a:moveTo>
                    <a:pt x="143" y="0"/>
                  </a:moveTo>
                  <a:cubicBezTo>
                    <a:pt x="48" y="0"/>
                    <a:pt x="0" y="72"/>
                    <a:pt x="0" y="155"/>
                  </a:cubicBezTo>
                  <a:lnTo>
                    <a:pt x="0" y="1060"/>
                  </a:lnTo>
                  <a:cubicBezTo>
                    <a:pt x="0" y="1155"/>
                    <a:pt x="72" y="1215"/>
                    <a:pt x="143" y="1215"/>
                  </a:cubicBezTo>
                  <a:lnTo>
                    <a:pt x="1048" y="1215"/>
                  </a:lnTo>
                  <a:cubicBezTo>
                    <a:pt x="1143" y="1215"/>
                    <a:pt x="1203" y="1131"/>
                    <a:pt x="1203" y="1060"/>
                  </a:cubicBezTo>
                  <a:lnTo>
                    <a:pt x="1203" y="155"/>
                  </a:lnTo>
                  <a:cubicBezTo>
                    <a:pt x="1215" y="72"/>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68"/>
            <p:cNvSpPr/>
            <p:nvPr/>
          </p:nvSpPr>
          <p:spPr>
            <a:xfrm>
              <a:off x="4275356" y="3525913"/>
              <a:ext cx="128116" cy="9517"/>
            </a:xfrm>
            <a:custGeom>
              <a:avLst/>
              <a:gdLst/>
              <a:ahLst/>
              <a:cxnLst/>
              <a:rect l="l" t="t" r="r" b="b"/>
              <a:pathLst>
                <a:path w="4025" h="299" extrusionOk="0">
                  <a:moveTo>
                    <a:pt x="155" y="1"/>
                  </a:moveTo>
                  <a:cubicBezTo>
                    <a:pt x="60" y="1"/>
                    <a:pt x="0" y="72"/>
                    <a:pt x="0" y="144"/>
                  </a:cubicBezTo>
                  <a:cubicBezTo>
                    <a:pt x="0" y="227"/>
                    <a:pt x="72" y="299"/>
                    <a:pt x="155" y="299"/>
                  </a:cubicBezTo>
                  <a:lnTo>
                    <a:pt x="3870" y="299"/>
                  </a:lnTo>
                  <a:cubicBezTo>
                    <a:pt x="3965" y="299"/>
                    <a:pt x="4025" y="227"/>
                    <a:pt x="4025" y="144"/>
                  </a:cubicBezTo>
                  <a:cubicBezTo>
                    <a:pt x="4025" y="72"/>
                    <a:pt x="3965"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7" name="Google Shape;12827;p68"/>
            <p:cNvSpPr/>
            <p:nvPr/>
          </p:nvSpPr>
          <p:spPr>
            <a:xfrm>
              <a:off x="4275356" y="3544884"/>
              <a:ext cx="128116" cy="9485"/>
            </a:xfrm>
            <a:custGeom>
              <a:avLst/>
              <a:gdLst/>
              <a:ahLst/>
              <a:cxnLst/>
              <a:rect l="l" t="t" r="r" b="b"/>
              <a:pathLst>
                <a:path w="4025" h="298" extrusionOk="0">
                  <a:moveTo>
                    <a:pt x="155" y="0"/>
                  </a:moveTo>
                  <a:cubicBezTo>
                    <a:pt x="60" y="0"/>
                    <a:pt x="0" y="72"/>
                    <a:pt x="0" y="143"/>
                  </a:cubicBezTo>
                  <a:cubicBezTo>
                    <a:pt x="0" y="226"/>
                    <a:pt x="72" y="298"/>
                    <a:pt x="155" y="298"/>
                  </a:cubicBezTo>
                  <a:lnTo>
                    <a:pt x="3870" y="298"/>
                  </a:lnTo>
                  <a:cubicBezTo>
                    <a:pt x="3965" y="298"/>
                    <a:pt x="4025" y="226"/>
                    <a:pt x="4025" y="143"/>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8" name="Google Shape;12828;p68"/>
            <p:cNvSpPr/>
            <p:nvPr/>
          </p:nvSpPr>
          <p:spPr>
            <a:xfrm>
              <a:off x="4223442" y="3521011"/>
              <a:ext cx="38673" cy="38673"/>
            </a:xfrm>
            <a:custGeom>
              <a:avLst/>
              <a:gdLst/>
              <a:ahLst/>
              <a:cxnLst/>
              <a:rect l="l" t="t" r="r" b="b"/>
              <a:pathLst>
                <a:path w="1215" h="1215" extrusionOk="0">
                  <a:moveTo>
                    <a:pt x="905" y="298"/>
                  </a:moveTo>
                  <a:lnTo>
                    <a:pt x="905" y="893"/>
                  </a:lnTo>
                  <a:lnTo>
                    <a:pt x="310" y="893"/>
                  </a:lnTo>
                  <a:lnTo>
                    <a:pt x="310" y="298"/>
                  </a:lnTo>
                  <a:close/>
                  <a:moveTo>
                    <a:pt x="143" y="0"/>
                  </a:moveTo>
                  <a:cubicBezTo>
                    <a:pt x="48" y="0"/>
                    <a:pt x="0" y="83"/>
                    <a:pt x="0" y="155"/>
                  </a:cubicBezTo>
                  <a:lnTo>
                    <a:pt x="0" y="1060"/>
                  </a:lnTo>
                  <a:cubicBezTo>
                    <a:pt x="0" y="1155"/>
                    <a:pt x="72" y="1215"/>
                    <a:pt x="143" y="1215"/>
                  </a:cubicBezTo>
                  <a:lnTo>
                    <a:pt x="1048" y="1215"/>
                  </a:lnTo>
                  <a:cubicBezTo>
                    <a:pt x="1143" y="1215"/>
                    <a:pt x="1203" y="1131"/>
                    <a:pt x="1203" y="1060"/>
                  </a:cubicBezTo>
                  <a:lnTo>
                    <a:pt x="1203" y="155"/>
                  </a:lnTo>
                  <a:cubicBezTo>
                    <a:pt x="1215" y="83"/>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68"/>
            <p:cNvSpPr/>
            <p:nvPr/>
          </p:nvSpPr>
          <p:spPr>
            <a:xfrm>
              <a:off x="4223442" y="3602464"/>
              <a:ext cx="38673" cy="38705"/>
            </a:xfrm>
            <a:custGeom>
              <a:avLst/>
              <a:gdLst/>
              <a:ahLst/>
              <a:cxnLst/>
              <a:rect l="l" t="t" r="r" b="b"/>
              <a:pathLst>
                <a:path w="1215" h="1216" extrusionOk="0">
                  <a:moveTo>
                    <a:pt x="905" y="299"/>
                  </a:moveTo>
                  <a:lnTo>
                    <a:pt x="905" y="894"/>
                  </a:lnTo>
                  <a:lnTo>
                    <a:pt x="310" y="894"/>
                  </a:lnTo>
                  <a:lnTo>
                    <a:pt x="310" y="299"/>
                  </a:lnTo>
                  <a:close/>
                  <a:moveTo>
                    <a:pt x="143" y="1"/>
                  </a:moveTo>
                  <a:cubicBezTo>
                    <a:pt x="48" y="1"/>
                    <a:pt x="0" y="84"/>
                    <a:pt x="0" y="156"/>
                  </a:cubicBezTo>
                  <a:lnTo>
                    <a:pt x="0" y="1061"/>
                  </a:lnTo>
                  <a:cubicBezTo>
                    <a:pt x="0" y="1156"/>
                    <a:pt x="72" y="1215"/>
                    <a:pt x="143" y="1215"/>
                  </a:cubicBezTo>
                  <a:lnTo>
                    <a:pt x="1048" y="1215"/>
                  </a:lnTo>
                  <a:cubicBezTo>
                    <a:pt x="1143" y="1215"/>
                    <a:pt x="1203" y="1132"/>
                    <a:pt x="1203" y="1061"/>
                  </a:cubicBezTo>
                  <a:lnTo>
                    <a:pt x="1203" y="156"/>
                  </a:lnTo>
                  <a:cubicBezTo>
                    <a:pt x="1215" y="60"/>
                    <a:pt x="1143"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68"/>
            <p:cNvSpPr/>
            <p:nvPr/>
          </p:nvSpPr>
          <p:spPr>
            <a:xfrm>
              <a:off x="4193872" y="3460375"/>
              <a:ext cx="289558" cy="224370"/>
            </a:xfrm>
            <a:custGeom>
              <a:avLst/>
              <a:gdLst/>
              <a:ahLst/>
              <a:cxnLst/>
              <a:rect l="l" t="t" r="r" b="b"/>
              <a:pathLst>
                <a:path w="9097" h="7049" extrusionOk="0">
                  <a:moveTo>
                    <a:pt x="6108" y="3751"/>
                  </a:moveTo>
                  <a:lnTo>
                    <a:pt x="8502" y="4620"/>
                  </a:lnTo>
                  <a:lnTo>
                    <a:pt x="7894" y="4894"/>
                  </a:lnTo>
                  <a:cubicBezTo>
                    <a:pt x="7847" y="4917"/>
                    <a:pt x="7811" y="4953"/>
                    <a:pt x="7799" y="5013"/>
                  </a:cubicBezTo>
                  <a:cubicBezTo>
                    <a:pt x="7787" y="5060"/>
                    <a:pt x="7799" y="5120"/>
                    <a:pt x="7847" y="5155"/>
                  </a:cubicBezTo>
                  <a:lnTo>
                    <a:pt x="8752" y="6060"/>
                  </a:lnTo>
                  <a:lnTo>
                    <a:pt x="8406" y="6406"/>
                  </a:lnTo>
                  <a:lnTo>
                    <a:pt x="7501" y="5489"/>
                  </a:lnTo>
                  <a:cubicBezTo>
                    <a:pt x="7478" y="5465"/>
                    <a:pt x="7430" y="5453"/>
                    <a:pt x="7394" y="5453"/>
                  </a:cubicBezTo>
                  <a:lnTo>
                    <a:pt x="7370" y="5453"/>
                  </a:lnTo>
                  <a:cubicBezTo>
                    <a:pt x="7323" y="5465"/>
                    <a:pt x="7275" y="5489"/>
                    <a:pt x="7251" y="5536"/>
                  </a:cubicBezTo>
                  <a:lnTo>
                    <a:pt x="6966" y="6156"/>
                  </a:lnTo>
                  <a:lnTo>
                    <a:pt x="6108" y="3751"/>
                  </a:lnTo>
                  <a:close/>
                  <a:moveTo>
                    <a:pt x="155" y="0"/>
                  </a:moveTo>
                  <a:cubicBezTo>
                    <a:pt x="60" y="0"/>
                    <a:pt x="0" y="83"/>
                    <a:pt x="0" y="155"/>
                  </a:cubicBezTo>
                  <a:lnTo>
                    <a:pt x="0" y="6894"/>
                  </a:lnTo>
                  <a:cubicBezTo>
                    <a:pt x="0" y="6989"/>
                    <a:pt x="72" y="7049"/>
                    <a:pt x="155" y="7049"/>
                  </a:cubicBezTo>
                  <a:lnTo>
                    <a:pt x="7573" y="7049"/>
                  </a:lnTo>
                  <a:cubicBezTo>
                    <a:pt x="7668" y="7049"/>
                    <a:pt x="7728" y="6965"/>
                    <a:pt x="7728" y="6894"/>
                  </a:cubicBezTo>
                  <a:lnTo>
                    <a:pt x="7728" y="6156"/>
                  </a:lnTo>
                  <a:lnTo>
                    <a:pt x="8204" y="6632"/>
                  </a:lnTo>
                  <a:cubicBezTo>
                    <a:pt x="8263" y="6691"/>
                    <a:pt x="8335" y="6715"/>
                    <a:pt x="8430" y="6715"/>
                  </a:cubicBezTo>
                  <a:cubicBezTo>
                    <a:pt x="8513" y="6715"/>
                    <a:pt x="8585" y="6691"/>
                    <a:pt x="8644" y="6632"/>
                  </a:cubicBezTo>
                  <a:lnTo>
                    <a:pt x="8990" y="6287"/>
                  </a:lnTo>
                  <a:cubicBezTo>
                    <a:pt x="9097" y="6156"/>
                    <a:pt x="9097" y="5953"/>
                    <a:pt x="8978" y="5822"/>
                  </a:cubicBezTo>
                  <a:lnTo>
                    <a:pt x="8228" y="5084"/>
                  </a:lnTo>
                  <a:lnTo>
                    <a:pt x="8644" y="4882"/>
                  </a:lnTo>
                  <a:cubicBezTo>
                    <a:pt x="8763" y="4822"/>
                    <a:pt x="8835" y="4703"/>
                    <a:pt x="8823" y="4584"/>
                  </a:cubicBezTo>
                  <a:cubicBezTo>
                    <a:pt x="8811" y="4465"/>
                    <a:pt x="8740" y="4346"/>
                    <a:pt x="8621" y="4310"/>
                  </a:cubicBezTo>
                  <a:lnTo>
                    <a:pt x="7728" y="3989"/>
                  </a:lnTo>
                  <a:lnTo>
                    <a:pt x="7728" y="1762"/>
                  </a:lnTo>
                  <a:cubicBezTo>
                    <a:pt x="7728" y="1667"/>
                    <a:pt x="7656" y="1607"/>
                    <a:pt x="7573" y="1607"/>
                  </a:cubicBezTo>
                  <a:cubicBezTo>
                    <a:pt x="7489" y="1607"/>
                    <a:pt x="7430" y="1691"/>
                    <a:pt x="7430" y="1762"/>
                  </a:cubicBezTo>
                  <a:lnTo>
                    <a:pt x="7430" y="3893"/>
                  </a:lnTo>
                  <a:lnTo>
                    <a:pt x="6227" y="3453"/>
                  </a:lnTo>
                  <a:cubicBezTo>
                    <a:pt x="6193" y="3442"/>
                    <a:pt x="6158" y="3437"/>
                    <a:pt x="6124" y="3437"/>
                  </a:cubicBezTo>
                  <a:cubicBezTo>
                    <a:pt x="6041" y="3437"/>
                    <a:pt x="5962" y="3469"/>
                    <a:pt x="5894" y="3536"/>
                  </a:cubicBezTo>
                  <a:cubicBezTo>
                    <a:pt x="5799" y="3620"/>
                    <a:pt x="5775" y="3739"/>
                    <a:pt x="5823" y="3858"/>
                  </a:cubicBezTo>
                  <a:lnTo>
                    <a:pt x="6085" y="4620"/>
                  </a:lnTo>
                  <a:lnTo>
                    <a:pt x="2727" y="4620"/>
                  </a:lnTo>
                  <a:cubicBezTo>
                    <a:pt x="2632" y="4620"/>
                    <a:pt x="2572" y="4691"/>
                    <a:pt x="2572" y="4763"/>
                  </a:cubicBezTo>
                  <a:cubicBezTo>
                    <a:pt x="2572" y="4858"/>
                    <a:pt x="2644" y="4917"/>
                    <a:pt x="2727" y="4917"/>
                  </a:cubicBezTo>
                  <a:lnTo>
                    <a:pt x="6204" y="4917"/>
                  </a:lnTo>
                  <a:lnTo>
                    <a:pt x="6311" y="5215"/>
                  </a:lnTo>
                  <a:lnTo>
                    <a:pt x="2727" y="5215"/>
                  </a:lnTo>
                  <a:cubicBezTo>
                    <a:pt x="2632" y="5215"/>
                    <a:pt x="2572" y="5286"/>
                    <a:pt x="2572" y="5358"/>
                  </a:cubicBezTo>
                  <a:cubicBezTo>
                    <a:pt x="2572" y="5453"/>
                    <a:pt x="2644" y="5513"/>
                    <a:pt x="2727" y="5513"/>
                  </a:cubicBezTo>
                  <a:lnTo>
                    <a:pt x="6418" y="5513"/>
                  </a:lnTo>
                  <a:lnTo>
                    <a:pt x="6668" y="6239"/>
                  </a:lnTo>
                  <a:cubicBezTo>
                    <a:pt x="6716" y="6358"/>
                    <a:pt x="6811" y="6453"/>
                    <a:pt x="6954" y="6453"/>
                  </a:cubicBezTo>
                  <a:cubicBezTo>
                    <a:pt x="7085" y="6453"/>
                    <a:pt x="7204" y="6394"/>
                    <a:pt x="7251" y="6275"/>
                  </a:cubicBezTo>
                  <a:lnTo>
                    <a:pt x="7406" y="5929"/>
                  </a:lnTo>
                  <a:lnTo>
                    <a:pt x="7406" y="6727"/>
                  </a:lnTo>
                  <a:lnTo>
                    <a:pt x="298" y="6727"/>
                  </a:lnTo>
                  <a:lnTo>
                    <a:pt x="298" y="155"/>
                  </a:lnTo>
                  <a:cubicBezTo>
                    <a:pt x="298" y="60"/>
                    <a:pt x="227"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1" name="Google Shape;12831;p68"/>
          <p:cNvGrpSpPr/>
          <p:nvPr/>
        </p:nvGrpSpPr>
        <p:grpSpPr>
          <a:xfrm>
            <a:off x="6533281" y="3427430"/>
            <a:ext cx="357037" cy="357005"/>
            <a:chOff x="6533281" y="3351230"/>
            <a:chExt cx="357037" cy="357005"/>
          </a:xfrm>
        </p:grpSpPr>
        <p:sp>
          <p:nvSpPr>
            <p:cNvPr id="12832" name="Google Shape;12832;p68"/>
            <p:cNvSpPr/>
            <p:nvPr/>
          </p:nvSpPr>
          <p:spPr>
            <a:xfrm>
              <a:off x="6533281" y="3351230"/>
              <a:ext cx="357037" cy="357005"/>
            </a:xfrm>
            <a:custGeom>
              <a:avLst/>
              <a:gdLst/>
              <a:ahLst/>
              <a:cxnLst/>
              <a:rect l="l" t="t" r="r" b="b"/>
              <a:pathLst>
                <a:path w="11217" h="11216" extrusionOk="0">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68"/>
            <p:cNvSpPr/>
            <p:nvPr/>
          </p:nvSpPr>
          <p:spPr>
            <a:xfrm>
              <a:off x="6570427" y="3388344"/>
              <a:ext cx="282364" cy="282396"/>
            </a:xfrm>
            <a:custGeom>
              <a:avLst/>
              <a:gdLst/>
              <a:ahLst/>
              <a:cxnLst/>
              <a:rect l="l" t="t" r="r" b="b"/>
              <a:pathLst>
                <a:path w="8871" h="8872" extrusionOk="0">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68"/>
            <p:cNvSpPr/>
            <p:nvPr/>
          </p:nvSpPr>
          <p:spPr>
            <a:xfrm>
              <a:off x="6676166" y="3494083"/>
              <a:ext cx="71267" cy="71299"/>
            </a:xfrm>
            <a:custGeom>
              <a:avLst/>
              <a:gdLst/>
              <a:ahLst/>
              <a:cxnLst/>
              <a:rect l="l" t="t" r="r" b="b"/>
              <a:pathLst>
                <a:path w="2239" h="2240" extrusionOk="0">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5" name="Google Shape;12835;p68"/>
          <p:cNvGrpSpPr/>
          <p:nvPr/>
        </p:nvGrpSpPr>
        <p:grpSpPr>
          <a:xfrm>
            <a:off x="6058441" y="3427430"/>
            <a:ext cx="357387" cy="357005"/>
            <a:chOff x="6058441" y="3351230"/>
            <a:chExt cx="357387" cy="357005"/>
          </a:xfrm>
        </p:grpSpPr>
        <p:sp>
          <p:nvSpPr>
            <p:cNvPr id="12836" name="Google Shape;12836;p68"/>
            <p:cNvSpPr/>
            <p:nvPr/>
          </p:nvSpPr>
          <p:spPr>
            <a:xfrm>
              <a:off x="6058441" y="3351230"/>
              <a:ext cx="357387" cy="357005"/>
            </a:xfrm>
            <a:custGeom>
              <a:avLst/>
              <a:gdLst/>
              <a:ahLst/>
              <a:cxnLst/>
              <a:rect l="l" t="t" r="r" b="b"/>
              <a:pathLst>
                <a:path w="11228" h="11216" extrusionOk="0">
                  <a:moveTo>
                    <a:pt x="5608" y="357"/>
                  </a:moveTo>
                  <a:cubicBezTo>
                    <a:pt x="8513" y="357"/>
                    <a:pt x="10871" y="2703"/>
                    <a:pt x="10871" y="5608"/>
                  </a:cubicBezTo>
                  <a:cubicBezTo>
                    <a:pt x="10871" y="8513"/>
                    <a:pt x="8513" y="10859"/>
                    <a:pt x="5608" y="10859"/>
                  </a:cubicBezTo>
                  <a:cubicBezTo>
                    <a:pt x="2715" y="10859"/>
                    <a:pt x="357" y="8513"/>
                    <a:pt x="357" y="5608"/>
                  </a:cubicBezTo>
                  <a:cubicBezTo>
                    <a:pt x="357" y="2703"/>
                    <a:pt x="2715" y="357"/>
                    <a:pt x="5608" y="357"/>
                  </a:cubicBezTo>
                  <a:close/>
                  <a:moveTo>
                    <a:pt x="5608" y="0"/>
                  </a:moveTo>
                  <a:cubicBezTo>
                    <a:pt x="4108" y="0"/>
                    <a:pt x="2715" y="572"/>
                    <a:pt x="1631" y="1631"/>
                  </a:cubicBezTo>
                  <a:cubicBezTo>
                    <a:pt x="584" y="2691"/>
                    <a:pt x="0" y="4108"/>
                    <a:pt x="0" y="5608"/>
                  </a:cubicBezTo>
                  <a:cubicBezTo>
                    <a:pt x="0" y="7108"/>
                    <a:pt x="584" y="8513"/>
                    <a:pt x="1631" y="9585"/>
                  </a:cubicBezTo>
                  <a:cubicBezTo>
                    <a:pt x="2691" y="10632"/>
                    <a:pt x="4108" y="11216"/>
                    <a:pt x="5608" y="11216"/>
                  </a:cubicBezTo>
                  <a:cubicBezTo>
                    <a:pt x="7120" y="11216"/>
                    <a:pt x="8513" y="10632"/>
                    <a:pt x="9585" y="9585"/>
                  </a:cubicBezTo>
                  <a:cubicBezTo>
                    <a:pt x="10656" y="8525"/>
                    <a:pt x="11228" y="7108"/>
                    <a:pt x="11228" y="5608"/>
                  </a:cubicBezTo>
                  <a:cubicBezTo>
                    <a:pt x="11228" y="4108"/>
                    <a:pt x="10644"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68"/>
            <p:cNvSpPr/>
            <p:nvPr/>
          </p:nvSpPr>
          <p:spPr>
            <a:xfrm>
              <a:off x="6111120" y="3403527"/>
              <a:ext cx="252030" cy="252030"/>
            </a:xfrm>
            <a:custGeom>
              <a:avLst/>
              <a:gdLst/>
              <a:ahLst/>
              <a:cxnLst/>
              <a:rect l="l" t="t" r="r" b="b"/>
              <a:pathLst>
                <a:path w="7918" h="7918" extrusionOk="0">
                  <a:moveTo>
                    <a:pt x="3953" y="357"/>
                  </a:moveTo>
                  <a:cubicBezTo>
                    <a:pt x="4048" y="357"/>
                    <a:pt x="4132" y="357"/>
                    <a:pt x="4215" y="381"/>
                  </a:cubicBezTo>
                  <a:cubicBezTo>
                    <a:pt x="4239" y="560"/>
                    <a:pt x="4251" y="715"/>
                    <a:pt x="4251" y="893"/>
                  </a:cubicBezTo>
                  <a:cubicBezTo>
                    <a:pt x="4251" y="1584"/>
                    <a:pt x="4060" y="2203"/>
                    <a:pt x="3739" y="2762"/>
                  </a:cubicBezTo>
                  <a:cubicBezTo>
                    <a:pt x="2941" y="2239"/>
                    <a:pt x="2048" y="1905"/>
                    <a:pt x="1096" y="1774"/>
                  </a:cubicBezTo>
                  <a:cubicBezTo>
                    <a:pt x="1762" y="905"/>
                    <a:pt x="2798" y="357"/>
                    <a:pt x="3953" y="357"/>
                  </a:cubicBezTo>
                  <a:close/>
                  <a:moveTo>
                    <a:pt x="4584" y="405"/>
                  </a:moveTo>
                  <a:lnTo>
                    <a:pt x="4584" y="405"/>
                  </a:lnTo>
                  <a:cubicBezTo>
                    <a:pt x="6144" y="691"/>
                    <a:pt x="7346" y="1965"/>
                    <a:pt x="7549" y="3548"/>
                  </a:cubicBezTo>
                  <a:lnTo>
                    <a:pt x="7513" y="3548"/>
                  </a:lnTo>
                  <a:cubicBezTo>
                    <a:pt x="6715" y="3548"/>
                    <a:pt x="5953" y="3786"/>
                    <a:pt x="5322" y="4203"/>
                  </a:cubicBezTo>
                  <a:cubicBezTo>
                    <a:pt x="5084" y="3905"/>
                    <a:pt x="4822" y="3608"/>
                    <a:pt x="4525" y="3358"/>
                  </a:cubicBezTo>
                  <a:cubicBezTo>
                    <a:pt x="4358" y="3203"/>
                    <a:pt x="4191" y="3072"/>
                    <a:pt x="4036" y="2953"/>
                  </a:cubicBezTo>
                  <a:cubicBezTo>
                    <a:pt x="4405" y="2358"/>
                    <a:pt x="4608" y="1643"/>
                    <a:pt x="4608" y="881"/>
                  </a:cubicBezTo>
                  <a:cubicBezTo>
                    <a:pt x="4608" y="715"/>
                    <a:pt x="4596" y="572"/>
                    <a:pt x="4584" y="405"/>
                  </a:cubicBezTo>
                  <a:close/>
                  <a:moveTo>
                    <a:pt x="869" y="2084"/>
                  </a:moveTo>
                  <a:cubicBezTo>
                    <a:pt x="1846" y="2191"/>
                    <a:pt x="2751" y="2536"/>
                    <a:pt x="3536" y="3036"/>
                  </a:cubicBezTo>
                  <a:cubicBezTo>
                    <a:pt x="2881" y="3917"/>
                    <a:pt x="1834" y="4501"/>
                    <a:pt x="655" y="4501"/>
                  </a:cubicBezTo>
                  <a:cubicBezTo>
                    <a:pt x="560" y="4501"/>
                    <a:pt x="476" y="4501"/>
                    <a:pt x="393" y="4477"/>
                  </a:cubicBezTo>
                  <a:cubicBezTo>
                    <a:pt x="369" y="4322"/>
                    <a:pt x="357" y="4144"/>
                    <a:pt x="357" y="3965"/>
                  </a:cubicBezTo>
                  <a:cubicBezTo>
                    <a:pt x="357" y="3274"/>
                    <a:pt x="548" y="2643"/>
                    <a:pt x="869" y="2084"/>
                  </a:cubicBezTo>
                  <a:close/>
                  <a:moveTo>
                    <a:pt x="7561" y="3905"/>
                  </a:moveTo>
                  <a:lnTo>
                    <a:pt x="7561" y="3965"/>
                  </a:lnTo>
                  <a:cubicBezTo>
                    <a:pt x="7561" y="4977"/>
                    <a:pt x="7144" y="5882"/>
                    <a:pt x="6489" y="6537"/>
                  </a:cubicBezTo>
                  <a:cubicBezTo>
                    <a:pt x="6299" y="5798"/>
                    <a:pt x="5965" y="5108"/>
                    <a:pt x="5537" y="4501"/>
                  </a:cubicBezTo>
                  <a:cubicBezTo>
                    <a:pt x="6096" y="4132"/>
                    <a:pt x="6787" y="3905"/>
                    <a:pt x="7501" y="3905"/>
                  </a:cubicBezTo>
                  <a:close/>
                  <a:moveTo>
                    <a:pt x="3834" y="3251"/>
                  </a:moveTo>
                  <a:cubicBezTo>
                    <a:pt x="4286" y="3572"/>
                    <a:pt x="4703" y="3977"/>
                    <a:pt x="5037" y="4429"/>
                  </a:cubicBezTo>
                  <a:cubicBezTo>
                    <a:pt x="4727" y="4679"/>
                    <a:pt x="4465" y="4965"/>
                    <a:pt x="4239" y="5287"/>
                  </a:cubicBezTo>
                  <a:cubicBezTo>
                    <a:pt x="4191" y="5358"/>
                    <a:pt x="4191" y="5453"/>
                    <a:pt x="4251" y="5513"/>
                  </a:cubicBezTo>
                  <a:cubicBezTo>
                    <a:pt x="4281" y="5543"/>
                    <a:pt x="4325" y="5559"/>
                    <a:pt x="4370" y="5559"/>
                  </a:cubicBezTo>
                  <a:cubicBezTo>
                    <a:pt x="4429" y="5559"/>
                    <a:pt x="4491" y="5531"/>
                    <a:pt x="4525" y="5477"/>
                  </a:cubicBezTo>
                  <a:cubicBezTo>
                    <a:pt x="4727" y="5179"/>
                    <a:pt x="4965" y="4929"/>
                    <a:pt x="5239" y="4703"/>
                  </a:cubicBezTo>
                  <a:cubicBezTo>
                    <a:pt x="5668" y="5334"/>
                    <a:pt x="5977" y="6025"/>
                    <a:pt x="6168" y="6799"/>
                  </a:cubicBezTo>
                  <a:cubicBezTo>
                    <a:pt x="5560" y="7287"/>
                    <a:pt x="4786" y="7561"/>
                    <a:pt x="3953" y="7561"/>
                  </a:cubicBezTo>
                  <a:lnTo>
                    <a:pt x="3894" y="7561"/>
                  </a:lnTo>
                  <a:lnTo>
                    <a:pt x="3894" y="7501"/>
                  </a:lnTo>
                  <a:cubicBezTo>
                    <a:pt x="3894" y="7061"/>
                    <a:pt x="3965" y="6632"/>
                    <a:pt x="4120" y="6239"/>
                  </a:cubicBezTo>
                  <a:cubicBezTo>
                    <a:pt x="4144" y="6179"/>
                    <a:pt x="4132" y="6108"/>
                    <a:pt x="4072" y="6060"/>
                  </a:cubicBezTo>
                  <a:cubicBezTo>
                    <a:pt x="4039" y="6027"/>
                    <a:pt x="3995" y="6011"/>
                    <a:pt x="3950" y="6011"/>
                  </a:cubicBezTo>
                  <a:cubicBezTo>
                    <a:pt x="3883" y="6011"/>
                    <a:pt x="3815" y="6048"/>
                    <a:pt x="3786" y="6120"/>
                  </a:cubicBezTo>
                  <a:cubicBezTo>
                    <a:pt x="3632" y="6549"/>
                    <a:pt x="3536" y="7025"/>
                    <a:pt x="3536" y="7525"/>
                  </a:cubicBezTo>
                  <a:lnTo>
                    <a:pt x="3536" y="7549"/>
                  </a:lnTo>
                  <a:cubicBezTo>
                    <a:pt x="2036" y="7370"/>
                    <a:pt x="810" y="6287"/>
                    <a:pt x="453" y="4858"/>
                  </a:cubicBezTo>
                  <a:lnTo>
                    <a:pt x="655" y="4858"/>
                  </a:lnTo>
                  <a:cubicBezTo>
                    <a:pt x="1965" y="4858"/>
                    <a:pt x="3108" y="4215"/>
                    <a:pt x="3834" y="3251"/>
                  </a:cubicBezTo>
                  <a:close/>
                  <a:moveTo>
                    <a:pt x="3953" y="0"/>
                  </a:moveTo>
                  <a:cubicBezTo>
                    <a:pt x="1762" y="0"/>
                    <a:pt x="0" y="1774"/>
                    <a:pt x="0" y="3965"/>
                  </a:cubicBezTo>
                  <a:cubicBezTo>
                    <a:pt x="0" y="6156"/>
                    <a:pt x="1774" y="7918"/>
                    <a:pt x="3953" y="7918"/>
                  </a:cubicBezTo>
                  <a:cubicBezTo>
                    <a:pt x="6144" y="7918"/>
                    <a:pt x="7918" y="6156"/>
                    <a:pt x="7918" y="3965"/>
                  </a:cubicBezTo>
                  <a:cubicBezTo>
                    <a:pt x="7918" y="1774"/>
                    <a:pt x="6144" y="0"/>
                    <a:pt x="3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8" name="Google Shape;12838;p68"/>
          <p:cNvGrpSpPr/>
          <p:nvPr/>
        </p:nvGrpSpPr>
        <p:grpSpPr>
          <a:xfrm>
            <a:off x="7957483" y="3427048"/>
            <a:ext cx="357387" cy="357387"/>
            <a:chOff x="7957483" y="3350848"/>
            <a:chExt cx="357387" cy="357387"/>
          </a:xfrm>
        </p:grpSpPr>
        <p:sp>
          <p:nvSpPr>
            <p:cNvPr id="12839" name="Google Shape;12839;p68"/>
            <p:cNvSpPr/>
            <p:nvPr/>
          </p:nvSpPr>
          <p:spPr>
            <a:xfrm>
              <a:off x="8025312" y="3410721"/>
              <a:ext cx="71649" cy="71267"/>
            </a:xfrm>
            <a:custGeom>
              <a:avLst/>
              <a:gdLst/>
              <a:ahLst/>
              <a:cxnLst/>
              <a:rect l="l" t="t" r="r" b="b"/>
              <a:pathLst>
                <a:path w="2251" h="2239" extrusionOk="0">
                  <a:moveTo>
                    <a:pt x="1120" y="0"/>
                  </a:moveTo>
                  <a:cubicBezTo>
                    <a:pt x="489" y="0"/>
                    <a:pt x="1" y="500"/>
                    <a:pt x="1" y="1120"/>
                  </a:cubicBezTo>
                  <a:cubicBezTo>
                    <a:pt x="1" y="1727"/>
                    <a:pt x="513" y="2239"/>
                    <a:pt x="1120" y="2239"/>
                  </a:cubicBezTo>
                  <a:cubicBezTo>
                    <a:pt x="1739" y="2239"/>
                    <a:pt x="2239" y="1727"/>
                    <a:pt x="2239" y="1120"/>
                  </a:cubicBezTo>
                  <a:cubicBezTo>
                    <a:pt x="2251" y="1048"/>
                    <a:pt x="2156" y="953"/>
                    <a:pt x="2072" y="953"/>
                  </a:cubicBezTo>
                  <a:lnTo>
                    <a:pt x="1358" y="953"/>
                  </a:lnTo>
                  <a:cubicBezTo>
                    <a:pt x="1251" y="953"/>
                    <a:pt x="1179" y="1024"/>
                    <a:pt x="1179" y="1131"/>
                  </a:cubicBezTo>
                  <a:cubicBezTo>
                    <a:pt x="1179" y="1239"/>
                    <a:pt x="1251" y="1310"/>
                    <a:pt x="1358" y="1310"/>
                  </a:cubicBezTo>
                  <a:lnTo>
                    <a:pt x="1858" y="1310"/>
                  </a:lnTo>
                  <a:cubicBezTo>
                    <a:pt x="1787" y="1655"/>
                    <a:pt x="1477" y="1905"/>
                    <a:pt x="1120" y="1905"/>
                  </a:cubicBezTo>
                  <a:cubicBezTo>
                    <a:pt x="703" y="1905"/>
                    <a:pt x="346" y="1560"/>
                    <a:pt x="346" y="1131"/>
                  </a:cubicBezTo>
                  <a:cubicBezTo>
                    <a:pt x="346" y="715"/>
                    <a:pt x="691" y="358"/>
                    <a:pt x="1120" y="358"/>
                  </a:cubicBezTo>
                  <a:cubicBezTo>
                    <a:pt x="1310" y="358"/>
                    <a:pt x="1489" y="429"/>
                    <a:pt x="1620" y="548"/>
                  </a:cubicBezTo>
                  <a:cubicBezTo>
                    <a:pt x="1660" y="576"/>
                    <a:pt x="1702" y="591"/>
                    <a:pt x="1745" y="591"/>
                  </a:cubicBezTo>
                  <a:cubicBezTo>
                    <a:pt x="1791" y="591"/>
                    <a:pt x="1838" y="573"/>
                    <a:pt x="1882" y="536"/>
                  </a:cubicBezTo>
                  <a:cubicBezTo>
                    <a:pt x="1953" y="465"/>
                    <a:pt x="1941" y="358"/>
                    <a:pt x="1858" y="286"/>
                  </a:cubicBezTo>
                  <a:cubicBezTo>
                    <a:pt x="1656" y="108"/>
                    <a:pt x="14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68"/>
            <p:cNvSpPr/>
            <p:nvPr/>
          </p:nvSpPr>
          <p:spPr>
            <a:xfrm>
              <a:off x="8191306" y="3380768"/>
              <a:ext cx="70917" cy="71299"/>
            </a:xfrm>
            <a:custGeom>
              <a:avLst/>
              <a:gdLst/>
              <a:ahLst/>
              <a:cxnLst/>
              <a:rect l="l" t="t" r="r" b="b"/>
              <a:pathLst>
                <a:path w="2228" h="2240" extrusionOk="0">
                  <a:moveTo>
                    <a:pt x="1108" y="346"/>
                  </a:moveTo>
                  <a:cubicBezTo>
                    <a:pt x="1548" y="346"/>
                    <a:pt x="1882" y="691"/>
                    <a:pt x="1882" y="1120"/>
                  </a:cubicBezTo>
                  <a:cubicBezTo>
                    <a:pt x="1870" y="1549"/>
                    <a:pt x="1525" y="1894"/>
                    <a:pt x="1108" y="1894"/>
                  </a:cubicBezTo>
                  <a:cubicBezTo>
                    <a:pt x="691" y="1894"/>
                    <a:pt x="334" y="1549"/>
                    <a:pt x="334" y="1120"/>
                  </a:cubicBezTo>
                  <a:cubicBezTo>
                    <a:pt x="334" y="703"/>
                    <a:pt x="679" y="346"/>
                    <a:pt x="1108" y="346"/>
                  </a:cubicBezTo>
                  <a:close/>
                  <a:moveTo>
                    <a:pt x="1108" y="1"/>
                  </a:moveTo>
                  <a:cubicBezTo>
                    <a:pt x="489" y="1"/>
                    <a:pt x="1" y="513"/>
                    <a:pt x="1" y="1120"/>
                  </a:cubicBezTo>
                  <a:cubicBezTo>
                    <a:pt x="1" y="1751"/>
                    <a:pt x="501" y="2239"/>
                    <a:pt x="1108" y="2239"/>
                  </a:cubicBezTo>
                  <a:cubicBezTo>
                    <a:pt x="1739" y="2239"/>
                    <a:pt x="2227" y="1727"/>
                    <a:pt x="2227" y="1120"/>
                  </a:cubicBezTo>
                  <a:cubicBezTo>
                    <a:pt x="2227" y="513"/>
                    <a:pt x="1727"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68"/>
            <p:cNvSpPr/>
            <p:nvPr/>
          </p:nvSpPr>
          <p:spPr>
            <a:xfrm>
              <a:off x="7957483" y="3350848"/>
              <a:ext cx="357387" cy="357387"/>
            </a:xfrm>
            <a:custGeom>
              <a:avLst/>
              <a:gdLst/>
              <a:ahLst/>
              <a:cxnLst/>
              <a:rect l="l" t="t" r="r" b="b"/>
              <a:pathLst>
                <a:path w="11228" h="11228" extrusionOk="0">
                  <a:moveTo>
                    <a:pt x="8454" y="369"/>
                  </a:moveTo>
                  <a:cubicBezTo>
                    <a:pt x="9525" y="369"/>
                    <a:pt x="10406" y="1238"/>
                    <a:pt x="10406" y="2310"/>
                  </a:cubicBezTo>
                  <a:cubicBezTo>
                    <a:pt x="10406" y="3167"/>
                    <a:pt x="9097" y="4691"/>
                    <a:pt x="8454" y="5370"/>
                  </a:cubicBezTo>
                  <a:cubicBezTo>
                    <a:pt x="7823" y="4691"/>
                    <a:pt x="6513" y="3143"/>
                    <a:pt x="6513" y="2310"/>
                  </a:cubicBezTo>
                  <a:cubicBezTo>
                    <a:pt x="6513" y="1227"/>
                    <a:pt x="7370" y="369"/>
                    <a:pt x="8454" y="369"/>
                  </a:cubicBezTo>
                  <a:close/>
                  <a:moveTo>
                    <a:pt x="5620" y="369"/>
                  </a:moveTo>
                  <a:cubicBezTo>
                    <a:pt x="6073" y="369"/>
                    <a:pt x="6537" y="429"/>
                    <a:pt x="6989" y="548"/>
                  </a:cubicBezTo>
                  <a:cubicBezTo>
                    <a:pt x="6477" y="965"/>
                    <a:pt x="6156" y="1596"/>
                    <a:pt x="6156" y="2310"/>
                  </a:cubicBezTo>
                  <a:cubicBezTo>
                    <a:pt x="6156" y="2524"/>
                    <a:pt x="6215" y="2751"/>
                    <a:pt x="6299" y="2989"/>
                  </a:cubicBezTo>
                  <a:lnTo>
                    <a:pt x="536" y="6977"/>
                  </a:lnTo>
                  <a:cubicBezTo>
                    <a:pt x="417" y="6537"/>
                    <a:pt x="358" y="6084"/>
                    <a:pt x="358" y="5620"/>
                  </a:cubicBezTo>
                  <a:cubicBezTo>
                    <a:pt x="358" y="2715"/>
                    <a:pt x="2715" y="369"/>
                    <a:pt x="5620" y="369"/>
                  </a:cubicBezTo>
                  <a:close/>
                  <a:moveTo>
                    <a:pt x="10359" y="3417"/>
                  </a:moveTo>
                  <a:cubicBezTo>
                    <a:pt x="10668" y="4096"/>
                    <a:pt x="10835" y="4858"/>
                    <a:pt x="10835" y="5620"/>
                  </a:cubicBezTo>
                  <a:cubicBezTo>
                    <a:pt x="10871" y="7418"/>
                    <a:pt x="9966" y="9013"/>
                    <a:pt x="8561" y="9966"/>
                  </a:cubicBezTo>
                  <a:lnTo>
                    <a:pt x="5358" y="5394"/>
                  </a:lnTo>
                  <a:lnTo>
                    <a:pt x="7001" y="4191"/>
                  </a:lnTo>
                  <a:cubicBezTo>
                    <a:pt x="7585" y="4989"/>
                    <a:pt x="8263" y="5679"/>
                    <a:pt x="8311" y="5739"/>
                  </a:cubicBezTo>
                  <a:cubicBezTo>
                    <a:pt x="8335" y="5763"/>
                    <a:pt x="8382" y="5799"/>
                    <a:pt x="8430" y="5799"/>
                  </a:cubicBezTo>
                  <a:cubicBezTo>
                    <a:pt x="8478" y="5799"/>
                    <a:pt x="8513" y="5775"/>
                    <a:pt x="8549" y="5739"/>
                  </a:cubicBezTo>
                  <a:cubicBezTo>
                    <a:pt x="8609" y="5679"/>
                    <a:pt x="9764" y="4513"/>
                    <a:pt x="10359" y="3417"/>
                  </a:cubicBezTo>
                  <a:close/>
                  <a:moveTo>
                    <a:pt x="5096" y="5608"/>
                  </a:moveTo>
                  <a:lnTo>
                    <a:pt x="8275" y="10156"/>
                  </a:lnTo>
                  <a:cubicBezTo>
                    <a:pt x="8025" y="10287"/>
                    <a:pt x="7775" y="10406"/>
                    <a:pt x="7525" y="10513"/>
                  </a:cubicBezTo>
                  <a:lnTo>
                    <a:pt x="4430" y="6096"/>
                  </a:lnTo>
                  <a:lnTo>
                    <a:pt x="5096" y="5608"/>
                  </a:lnTo>
                  <a:close/>
                  <a:moveTo>
                    <a:pt x="6466" y="3310"/>
                  </a:moveTo>
                  <a:cubicBezTo>
                    <a:pt x="6573" y="3501"/>
                    <a:pt x="6692" y="3715"/>
                    <a:pt x="6823" y="3905"/>
                  </a:cubicBezTo>
                  <a:lnTo>
                    <a:pt x="3215" y="6537"/>
                  </a:lnTo>
                  <a:cubicBezTo>
                    <a:pt x="3132" y="6596"/>
                    <a:pt x="3132" y="6739"/>
                    <a:pt x="3203" y="6811"/>
                  </a:cubicBezTo>
                  <a:cubicBezTo>
                    <a:pt x="3236" y="6843"/>
                    <a:pt x="3283" y="6862"/>
                    <a:pt x="3329" y="6862"/>
                  </a:cubicBezTo>
                  <a:cubicBezTo>
                    <a:pt x="3366" y="6862"/>
                    <a:pt x="3403" y="6849"/>
                    <a:pt x="3429" y="6822"/>
                  </a:cubicBezTo>
                  <a:lnTo>
                    <a:pt x="4144" y="6299"/>
                  </a:lnTo>
                  <a:lnTo>
                    <a:pt x="7180" y="10632"/>
                  </a:lnTo>
                  <a:cubicBezTo>
                    <a:pt x="6668" y="10799"/>
                    <a:pt x="6156" y="10871"/>
                    <a:pt x="5620" y="10871"/>
                  </a:cubicBezTo>
                  <a:cubicBezTo>
                    <a:pt x="3751" y="10871"/>
                    <a:pt x="2132" y="9906"/>
                    <a:pt x="1191" y="8442"/>
                  </a:cubicBezTo>
                  <a:lnTo>
                    <a:pt x="2727" y="7334"/>
                  </a:lnTo>
                  <a:cubicBezTo>
                    <a:pt x="2822" y="7275"/>
                    <a:pt x="2822" y="7132"/>
                    <a:pt x="2739" y="7061"/>
                  </a:cubicBezTo>
                  <a:cubicBezTo>
                    <a:pt x="2706" y="7028"/>
                    <a:pt x="2663" y="7010"/>
                    <a:pt x="2620" y="7010"/>
                  </a:cubicBezTo>
                  <a:cubicBezTo>
                    <a:pt x="2585" y="7010"/>
                    <a:pt x="2551" y="7022"/>
                    <a:pt x="2525" y="7049"/>
                  </a:cubicBezTo>
                  <a:lnTo>
                    <a:pt x="1012" y="8144"/>
                  </a:lnTo>
                  <a:cubicBezTo>
                    <a:pt x="870" y="7894"/>
                    <a:pt x="751" y="7608"/>
                    <a:pt x="655" y="7334"/>
                  </a:cubicBezTo>
                  <a:lnTo>
                    <a:pt x="6466" y="3310"/>
                  </a:lnTo>
                  <a:close/>
                  <a:moveTo>
                    <a:pt x="5608" y="0"/>
                  </a:moveTo>
                  <a:cubicBezTo>
                    <a:pt x="4108" y="0"/>
                    <a:pt x="2715" y="584"/>
                    <a:pt x="1643" y="1643"/>
                  </a:cubicBezTo>
                  <a:cubicBezTo>
                    <a:pt x="584" y="2703"/>
                    <a:pt x="0" y="4120"/>
                    <a:pt x="0" y="5620"/>
                  </a:cubicBezTo>
                  <a:cubicBezTo>
                    <a:pt x="0" y="7120"/>
                    <a:pt x="584" y="8525"/>
                    <a:pt x="1643" y="9597"/>
                  </a:cubicBezTo>
                  <a:cubicBezTo>
                    <a:pt x="2691" y="10644"/>
                    <a:pt x="4108" y="11228"/>
                    <a:pt x="5608" y="11228"/>
                  </a:cubicBezTo>
                  <a:cubicBezTo>
                    <a:pt x="7120" y="11228"/>
                    <a:pt x="8513" y="10644"/>
                    <a:pt x="9585" y="9597"/>
                  </a:cubicBezTo>
                  <a:cubicBezTo>
                    <a:pt x="10645" y="8537"/>
                    <a:pt x="11228" y="7120"/>
                    <a:pt x="11228" y="5620"/>
                  </a:cubicBezTo>
                  <a:cubicBezTo>
                    <a:pt x="11228" y="4715"/>
                    <a:pt x="11002" y="3822"/>
                    <a:pt x="10585" y="3012"/>
                  </a:cubicBezTo>
                  <a:cubicBezTo>
                    <a:pt x="10692" y="2762"/>
                    <a:pt x="10752" y="2524"/>
                    <a:pt x="10752" y="2310"/>
                  </a:cubicBezTo>
                  <a:cubicBezTo>
                    <a:pt x="10752" y="1048"/>
                    <a:pt x="9716" y="0"/>
                    <a:pt x="8442" y="0"/>
                  </a:cubicBezTo>
                  <a:cubicBezTo>
                    <a:pt x="8037" y="0"/>
                    <a:pt x="7668" y="107"/>
                    <a:pt x="7358" y="286"/>
                  </a:cubicBezTo>
                  <a:cubicBezTo>
                    <a:pt x="6787" y="107"/>
                    <a:pt x="6204"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2" name="Google Shape;12842;p68"/>
          <p:cNvGrpSpPr/>
          <p:nvPr/>
        </p:nvGrpSpPr>
        <p:grpSpPr>
          <a:xfrm>
            <a:off x="7007771" y="3427430"/>
            <a:ext cx="357387" cy="357005"/>
            <a:chOff x="7007771" y="3351230"/>
            <a:chExt cx="357387" cy="357005"/>
          </a:xfrm>
        </p:grpSpPr>
        <p:sp>
          <p:nvSpPr>
            <p:cNvPr id="12843" name="Google Shape;12843;p68"/>
            <p:cNvSpPr/>
            <p:nvPr/>
          </p:nvSpPr>
          <p:spPr>
            <a:xfrm>
              <a:off x="7007771" y="3351230"/>
              <a:ext cx="357387" cy="357005"/>
            </a:xfrm>
            <a:custGeom>
              <a:avLst/>
              <a:gdLst/>
              <a:ahLst/>
              <a:cxnLst/>
              <a:rect l="l" t="t" r="r" b="b"/>
              <a:pathLst>
                <a:path w="11228" h="11216" extrusionOk="0">
                  <a:moveTo>
                    <a:pt x="5632" y="357"/>
                  </a:moveTo>
                  <a:cubicBezTo>
                    <a:pt x="8525" y="357"/>
                    <a:pt x="10883" y="2703"/>
                    <a:pt x="10883" y="5608"/>
                  </a:cubicBezTo>
                  <a:cubicBezTo>
                    <a:pt x="10883" y="8513"/>
                    <a:pt x="8513" y="10859"/>
                    <a:pt x="5632" y="10859"/>
                  </a:cubicBezTo>
                  <a:cubicBezTo>
                    <a:pt x="2727" y="10859"/>
                    <a:pt x="369" y="8513"/>
                    <a:pt x="369" y="5608"/>
                  </a:cubicBezTo>
                  <a:cubicBezTo>
                    <a:pt x="369" y="2703"/>
                    <a:pt x="2727" y="357"/>
                    <a:pt x="5632" y="357"/>
                  </a:cubicBezTo>
                  <a:close/>
                  <a:moveTo>
                    <a:pt x="5608" y="0"/>
                  </a:moveTo>
                  <a:cubicBezTo>
                    <a:pt x="4108" y="0"/>
                    <a:pt x="2715" y="572"/>
                    <a:pt x="1643" y="1631"/>
                  </a:cubicBezTo>
                  <a:cubicBezTo>
                    <a:pt x="584" y="2691"/>
                    <a:pt x="0" y="4108"/>
                    <a:pt x="0" y="5608"/>
                  </a:cubicBezTo>
                  <a:cubicBezTo>
                    <a:pt x="0" y="7108"/>
                    <a:pt x="584" y="8513"/>
                    <a:pt x="1643" y="9585"/>
                  </a:cubicBezTo>
                  <a:cubicBezTo>
                    <a:pt x="2691" y="10632"/>
                    <a:pt x="4108" y="11216"/>
                    <a:pt x="5608" y="11216"/>
                  </a:cubicBezTo>
                  <a:cubicBezTo>
                    <a:pt x="7120" y="11216"/>
                    <a:pt x="8513" y="10632"/>
                    <a:pt x="9585" y="9585"/>
                  </a:cubicBezTo>
                  <a:cubicBezTo>
                    <a:pt x="10645" y="8525"/>
                    <a:pt x="11228" y="7108"/>
                    <a:pt x="11228" y="5608"/>
                  </a:cubicBezTo>
                  <a:cubicBezTo>
                    <a:pt x="11228" y="4108"/>
                    <a:pt x="10645"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4" name="Google Shape;12844;p68"/>
            <p:cNvSpPr/>
            <p:nvPr/>
          </p:nvSpPr>
          <p:spPr>
            <a:xfrm>
              <a:off x="7060450" y="3456206"/>
              <a:ext cx="80371" cy="124710"/>
            </a:xfrm>
            <a:custGeom>
              <a:avLst/>
              <a:gdLst/>
              <a:ahLst/>
              <a:cxnLst/>
              <a:rect l="l" t="t" r="r" b="b"/>
              <a:pathLst>
                <a:path w="2525" h="3918" extrusionOk="0">
                  <a:moveTo>
                    <a:pt x="536" y="345"/>
                  </a:moveTo>
                  <a:cubicBezTo>
                    <a:pt x="619" y="345"/>
                    <a:pt x="691" y="417"/>
                    <a:pt x="691" y="512"/>
                  </a:cubicBezTo>
                  <a:lnTo>
                    <a:pt x="691" y="1953"/>
                  </a:lnTo>
                  <a:cubicBezTo>
                    <a:pt x="691" y="2024"/>
                    <a:pt x="739" y="2084"/>
                    <a:pt x="798" y="2119"/>
                  </a:cubicBezTo>
                  <a:cubicBezTo>
                    <a:pt x="817" y="2127"/>
                    <a:pt x="839" y="2131"/>
                    <a:pt x="862" y="2131"/>
                  </a:cubicBezTo>
                  <a:cubicBezTo>
                    <a:pt x="912" y="2131"/>
                    <a:pt x="964" y="2112"/>
                    <a:pt x="989" y="2072"/>
                  </a:cubicBezTo>
                  <a:lnTo>
                    <a:pt x="1727" y="1346"/>
                  </a:lnTo>
                  <a:cubicBezTo>
                    <a:pt x="1756" y="1316"/>
                    <a:pt x="1795" y="1301"/>
                    <a:pt x="1834" y="1301"/>
                  </a:cubicBezTo>
                  <a:cubicBezTo>
                    <a:pt x="1873" y="1301"/>
                    <a:pt x="1911" y="1316"/>
                    <a:pt x="1941" y="1346"/>
                  </a:cubicBezTo>
                  <a:cubicBezTo>
                    <a:pt x="2012" y="1405"/>
                    <a:pt x="2012" y="1500"/>
                    <a:pt x="1941" y="1560"/>
                  </a:cubicBezTo>
                  <a:lnTo>
                    <a:pt x="1489" y="2024"/>
                  </a:lnTo>
                  <a:cubicBezTo>
                    <a:pt x="1429" y="2084"/>
                    <a:pt x="1417" y="2191"/>
                    <a:pt x="1477" y="2262"/>
                  </a:cubicBezTo>
                  <a:lnTo>
                    <a:pt x="2084" y="3096"/>
                  </a:lnTo>
                  <a:cubicBezTo>
                    <a:pt x="2108" y="3143"/>
                    <a:pt x="2108" y="3191"/>
                    <a:pt x="2108" y="3227"/>
                  </a:cubicBezTo>
                  <a:cubicBezTo>
                    <a:pt x="2108" y="3274"/>
                    <a:pt x="2084" y="3310"/>
                    <a:pt x="2048" y="3334"/>
                  </a:cubicBezTo>
                  <a:cubicBezTo>
                    <a:pt x="2024" y="3370"/>
                    <a:pt x="1977" y="3370"/>
                    <a:pt x="1929" y="3370"/>
                  </a:cubicBezTo>
                  <a:cubicBezTo>
                    <a:pt x="1893" y="3370"/>
                    <a:pt x="1858" y="3334"/>
                    <a:pt x="1834" y="3310"/>
                  </a:cubicBezTo>
                  <a:lnTo>
                    <a:pt x="1274" y="2548"/>
                  </a:lnTo>
                  <a:cubicBezTo>
                    <a:pt x="1250" y="2500"/>
                    <a:pt x="1203" y="2477"/>
                    <a:pt x="1143" y="2477"/>
                  </a:cubicBezTo>
                  <a:cubicBezTo>
                    <a:pt x="1096" y="2477"/>
                    <a:pt x="1036" y="2489"/>
                    <a:pt x="1012" y="2512"/>
                  </a:cubicBezTo>
                  <a:lnTo>
                    <a:pt x="739" y="2786"/>
                  </a:lnTo>
                  <a:cubicBezTo>
                    <a:pt x="715" y="2810"/>
                    <a:pt x="691" y="2858"/>
                    <a:pt x="691" y="2905"/>
                  </a:cubicBezTo>
                  <a:lnTo>
                    <a:pt x="691" y="3381"/>
                  </a:lnTo>
                  <a:cubicBezTo>
                    <a:pt x="691" y="3465"/>
                    <a:pt x="619" y="3548"/>
                    <a:pt x="536" y="3548"/>
                  </a:cubicBezTo>
                  <a:cubicBezTo>
                    <a:pt x="441" y="3548"/>
                    <a:pt x="369" y="3465"/>
                    <a:pt x="369" y="3381"/>
                  </a:cubicBezTo>
                  <a:lnTo>
                    <a:pt x="369" y="512"/>
                  </a:lnTo>
                  <a:cubicBezTo>
                    <a:pt x="369" y="417"/>
                    <a:pt x="441" y="345"/>
                    <a:pt x="536" y="345"/>
                  </a:cubicBezTo>
                  <a:close/>
                  <a:moveTo>
                    <a:pt x="524" y="0"/>
                  </a:moveTo>
                  <a:cubicBezTo>
                    <a:pt x="238" y="0"/>
                    <a:pt x="0" y="238"/>
                    <a:pt x="0" y="524"/>
                  </a:cubicBezTo>
                  <a:lnTo>
                    <a:pt x="0" y="3393"/>
                  </a:lnTo>
                  <a:cubicBezTo>
                    <a:pt x="0" y="3679"/>
                    <a:pt x="238" y="3917"/>
                    <a:pt x="524" y="3917"/>
                  </a:cubicBezTo>
                  <a:cubicBezTo>
                    <a:pt x="798" y="3917"/>
                    <a:pt x="1036" y="3679"/>
                    <a:pt x="1036" y="3393"/>
                  </a:cubicBezTo>
                  <a:lnTo>
                    <a:pt x="1036" y="2989"/>
                  </a:lnTo>
                  <a:lnTo>
                    <a:pt x="1096" y="2929"/>
                  </a:lnTo>
                  <a:lnTo>
                    <a:pt x="1536" y="3512"/>
                  </a:lnTo>
                  <a:cubicBezTo>
                    <a:pt x="1608" y="3620"/>
                    <a:pt x="1739" y="3691"/>
                    <a:pt x="1870" y="3727"/>
                  </a:cubicBezTo>
                  <a:cubicBezTo>
                    <a:pt x="1888" y="3728"/>
                    <a:pt x="1906" y="3729"/>
                    <a:pt x="1923" y="3729"/>
                  </a:cubicBezTo>
                  <a:cubicBezTo>
                    <a:pt x="2046" y="3729"/>
                    <a:pt x="2159" y="3694"/>
                    <a:pt x="2263" y="3632"/>
                  </a:cubicBezTo>
                  <a:cubicBezTo>
                    <a:pt x="2489" y="3453"/>
                    <a:pt x="2524" y="3131"/>
                    <a:pt x="2370" y="2905"/>
                  </a:cubicBezTo>
                  <a:lnTo>
                    <a:pt x="1846" y="2191"/>
                  </a:lnTo>
                  <a:lnTo>
                    <a:pt x="2203" y="1834"/>
                  </a:lnTo>
                  <a:cubicBezTo>
                    <a:pt x="2393" y="1643"/>
                    <a:pt x="2393" y="1310"/>
                    <a:pt x="2203" y="1107"/>
                  </a:cubicBezTo>
                  <a:cubicBezTo>
                    <a:pt x="2108" y="1006"/>
                    <a:pt x="1977" y="956"/>
                    <a:pt x="1844" y="956"/>
                  </a:cubicBezTo>
                  <a:cubicBezTo>
                    <a:pt x="1712" y="956"/>
                    <a:pt x="1578" y="1006"/>
                    <a:pt x="1477" y="1107"/>
                  </a:cubicBezTo>
                  <a:lnTo>
                    <a:pt x="1036" y="1536"/>
                  </a:lnTo>
                  <a:lnTo>
                    <a:pt x="1036" y="524"/>
                  </a:ln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5" name="Google Shape;12845;p68"/>
            <p:cNvSpPr/>
            <p:nvPr/>
          </p:nvSpPr>
          <p:spPr>
            <a:xfrm>
              <a:off x="7203303" y="3456206"/>
              <a:ext cx="80753" cy="124710"/>
            </a:xfrm>
            <a:custGeom>
              <a:avLst/>
              <a:gdLst/>
              <a:ahLst/>
              <a:cxnLst/>
              <a:rect l="l" t="t" r="r" b="b"/>
              <a:pathLst>
                <a:path w="2537" h="3918" extrusionOk="0">
                  <a:moveTo>
                    <a:pt x="525" y="345"/>
                  </a:moveTo>
                  <a:cubicBezTo>
                    <a:pt x="620" y="345"/>
                    <a:pt x="692" y="417"/>
                    <a:pt x="692" y="512"/>
                  </a:cubicBezTo>
                  <a:lnTo>
                    <a:pt x="692" y="1953"/>
                  </a:lnTo>
                  <a:cubicBezTo>
                    <a:pt x="692" y="2024"/>
                    <a:pt x="727" y="2084"/>
                    <a:pt x="799" y="2119"/>
                  </a:cubicBezTo>
                  <a:cubicBezTo>
                    <a:pt x="818" y="2127"/>
                    <a:pt x="839" y="2131"/>
                    <a:pt x="861" y="2131"/>
                  </a:cubicBezTo>
                  <a:cubicBezTo>
                    <a:pt x="907" y="2131"/>
                    <a:pt x="957" y="2112"/>
                    <a:pt x="989" y="2072"/>
                  </a:cubicBezTo>
                  <a:lnTo>
                    <a:pt x="1715" y="1346"/>
                  </a:lnTo>
                  <a:cubicBezTo>
                    <a:pt x="1745" y="1316"/>
                    <a:pt x="1787" y="1301"/>
                    <a:pt x="1829" y="1301"/>
                  </a:cubicBezTo>
                  <a:cubicBezTo>
                    <a:pt x="1870" y="1301"/>
                    <a:pt x="1912" y="1316"/>
                    <a:pt x="1942" y="1346"/>
                  </a:cubicBezTo>
                  <a:cubicBezTo>
                    <a:pt x="2001" y="1405"/>
                    <a:pt x="2001" y="1500"/>
                    <a:pt x="1942" y="1560"/>
                  </a:cubicBezTo>
                  <a:lnTo>
                    <a:pt x="1477" y="2024"/>
                  </a:lnTo>
                  <a:cubicBezTo>
                    <a:pt x="1418" y="2084"/>
                    <a:pt x="1406" y="2191"/>
                    <a:pt x="1465" y="2262"/>
                  </a:cubicBezTo>
                  <a:lnTo>
                    <a:pt x="2073" y="3096"/>
                  </a:lnTo>
                  <a:cubicBezTo>
                    <a:pt x="2108" y="3143"/>
                    <a:pt x="2120" y="3191"/>
                    <a:pt x="2108" y="3227"/>
                  </a:cubicBezTo>
                  <a:cubicBezTo>
                    <a:pt x="2108" y="3274"/>
                    <a:pt x="2073" y="3310"/>
                    <a:pt x="2049" y="3334"/>
                  </a:cubicBezTo>
                  <a:cubicBezTo>
                    <a:pt x="2013" y="3370"/>
                    <a:pt x="1966" y="3370"/>
                    <a:pt x="1930" y="3370"/>
                  </a:cubicBezTo>
                  <a:cubicBezTo>
                    <a:pt x="1882" y="3370"/>
                    <a:pt x="1846" y="3334"/>
                    <a:pt x="1823" y="3310"/>
                  </a:cubicBezTo>
                  <a:lnTo>
                    <a:pt x="1275" y="2548"/>
                  </a:lnTo>
                  <a:cubicBezTo>
                    <a:pt x="1239" y="2500"/>
                    <a:pt x="1192" y="2477"/>
                    <a:pt x="1132" y="2477"/>
                  </a:cubicBezTo>
                  <a:cubicBezTo>
                    <a:pt x="1096" y="2477"/>
                    <a:pt x="1025" y="2489"/>
                    <a:pt x="1001" y="2512"/>
                  </a:cubicBezTo>
                  <a:lnTo>
                    <a:pt x="727" y="2786"/>
                  </a:lnTo>
                  <a:cubicBezTo>
                    <a:pt x="703" y="2810"/>
                    <a:pt x="692" y="2858"/>
                    <a:pt x="692" y="2905"/>
                  </a:cubicBezTo>
                  <a:lnTo>
                    <a:pt x="692" y="3381"/>
                  </a:lnTo>
                  <a:cubicBezTo>
                    <a:pt x="692" y="3465"/>
                    <a:pt x="620" y="3548"/>
                    <a:pt x="525" y="3548"/>
                  </a:cubicBezTo>
                  <a:cubicBezTo>
                    <a:pt x="442" y="3548"/>
                    <a:pt x="358" y="3465"/>
                    <a:pt x="358" y="3381"/>
                  </a:cubicBezTo>
                  <a:lnTo>
                    <a:pt x="358" y="512"/>
                  </a:lnTo>
                  <a:cubicBezTo>
                    <a:pt x="358" y="417"/>
                    <a:pt x="442" y="345"/>
                    <a:pt x="525" y="345"/>
                  </a:cubicBezTo>
                  <a:close/>
                  <a:moveTo>
                    <a:pt x="525" y="0"/>
                  </a:moveTo>
                  <a:cubicBezTo>
                    <a:pt x="239" y="0"/>
                    <a:pt x="1" y="238"/>
                    <a:pt x="1" y="524"/>
                  </a:cubicBezTo>
                  <a:lnTo>
                    <a:pt x="1" y="3393"/>
                  </a:lnTo>
                  <a:cubicBezTo>
                    <a:pt x="1" y="3679"/>
                    <a:pt x="239" y="3917"/>
                    <a:pt x="525" y="3917"/>
                  </a:cubicBezTo>
                  <a:cubicBezTo>
                    <a:pt x="811" y="3917"/>
                    <a:pt x="1049" y="3679"/>
                    <a:pt x="1049" y="3393"/>
                  </a:cubicBezTo>
                  <a:lnTo>
                    <a:pt x="1049" y="2989"/>
                  </a:lnTo>
                  <a:lnTo>
                    <a:pt x="1108" y="2929"/>
                  </a:lnTo>
                  <a:lnTo>
                    <a:pt x="1537" y="3512"/>
                  </a:lnTo>
                  <a:cubicBezTo>
                    <a:pt x="1608" y="3620"/>
                    <a:pt x="1751" y="3691"/>
                    <a:pt x="1882" y="3727"/>
                  </a:cubicBezTo>
                  <a:cubicBezTo>
                    <a:pt x="1899" y="3728"/>
                    <a:pt x="1915" y="3729"/>
                    <a:pt x="1932" y="3729"/>
                  </a:cubicBezTo>
                  <a:cubicBezTo>
                    <a:pt x="2046" y="3729"/>
                    <a:pt x="2159" y="3694"/>
                    <a:pt x="2263" y="3632"/>
                  </a:cubicBezTo>
                  <a:cubicBezTo>
                    <a:pt x="2489" y="3453"/>
                    <a:pt x="2537" y="3131"/>
                    <a:pt x="2370" y="2905"/>
                  </a:cubicBezTo>
                  <a:lnTo>
                    <a:pt x="1846" y="2191"/>
                  </a:lnTo>
                  <a:lnTo>
                    <a:pt x="2204" y="1834"/>
                  </a:lnTo>
                  <a:cubicBezTo>
                    <a:pt x="2406" y="1643"/>
                    <a:pt x="2406" y="1310"/>
                    <a:pt x="2204" y="1107"/>
                  </a:cubicBezTo>
                  <a:cubicBezTo>
                    <a:pt x="2108" y="1006"/>
                    <a:pt x="1980" y="956"/>
                    <a:pt x="1849" y="956"/>
                  </a:cubicBezTo>
                  <a:cubicBezTo>
                    <a:pt x="1718" y="956"/>
                    <a:pt x="1585" y="1006"/>
                    <a:pt x="1477" y="1107"/>
                  </a:cubicBezTo>
                  <a:lnTo>
                    <a:pt x="1049" y="1536"/>
                  </a:lnTo>
                  <a:lnTo>
                    <a:pt x="1049" y="524"/>
                  </a:lnTo>
                  <a:cubicBezTo>
                    <a:pt x="1049" y="238"/>
                    <a:pt x="81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68"/>
            <p:cNvSpPr/>
            <p:nvPr/>
          </p:nvSpPr>
          <p:spPr>
            <a:xfrm>
              <a:off x="7151388" y="3478518"/>
              <a:ext cx="33772" cy="102015"/>
            </a:xfrm>
            <a:custGeom>
              <a:avLst/>
              <a:gdLst/>
              <a:ahLst/>
              <a:cxnLst/>
              <a:rect l="l" t="t" r="r" b="b"/>
              <a:pathLst>
                <a:path w="1061" h="3205" extrusionOk="0">
                  <a:moveTo>
                    <a:pt x="511" y="0"/>
                  </a:moveTo>
                  <a:cubicBezTo>
                    <a:pt x="230" y="0"/>
                    <a:pt x="1" y="252"/>
                    <a:pt x="1" y="537"/>
                  </a:cubicBezTo>
                  <a:lnTo>
                    <a:pt x="1" y="2645"/>
                  </a:lnTo>
                  <a:cubicBezTo>
                    <a:pt x="1" y="2931"/>
                    <a:pt x="227" y="3181"/>
                    <a:pt x="501" y="3204"/>
                  </a:cubicBezTo>
                  <a:cubicBezTo>
                    <a:pt x="508" y="3205"/>
                    <a:pt x="515" y="3205"/>
                    <a:pt x="521" y="3205"/>
                  </a:cubicBezTo>
                  <a:cubicBezTo>
                    <a:pt x="810" y="3205"/>
                    <a:pt x="1060" y="2959"/>
                    <a:pt x="1060" y="2669"/>
                  </a:cubicBezTo>
                  <a:lnTo>
                    <a:pt x="1060" y="1621"/>
                  </a:lnTo>
                  <a:cubicBezTo>
                    <a:pt x="1060" y="1514"/>
                    <a:pt x="977" y="1442"/>
                    <a:pt x="882" y="1442"/>
                  </a:cubicBezTo>
                  <a:cubicBezTo>
                    <a:pt x="775" y="1442"/>
                    <a:pt x="703" y="1514"/>
                    <a:pt x="703" y="1621"/>
                  </a:cubicBezTo>
                  <a:lnTo>
                    <a:pt x="703" y="2669"/>
                  </a:lnTo>
                  <a:cubicBezTo>
                    <a:pt x="703" y="2752"/>
                    <a:pt x="644" y="2823"/>
                    <a:pt x="549" y="2847"/>
                  </a:cubicBezTo>
                  <a:cubicBezTo>
                    <a:pt x="542" y="2848"/>
                    <a:pt x="536" y="2848"/>
                    <a:pt x="530" y="2848"/>
                  </a:cubicBezTo>
                  <a:cubicBezTo>
                    <a:pt x="432" y="2848"/>
                    <a:pt x="358" y="2758"/>
                    <a:pt x="358" y="2669"/>
                  </a:cubicBezTo>
                  <a:lnTo>
                    <a:pt x="358" y="549"/>
                  </a:lnTo>
                  <a:cubicBezTo>
                    <a:pt x="358" y="454"/>
                    <a:pt x="418" y="383"/>
                    <a:pt x="501" y="371"/>
                  </a:cubicBezTo>
                  <a:cubicBezTo>
                    <a:pt x="508" y="370"/>
                    <a:pt x="515" y="370"/>
                    <a:pt x="521" y="370"/>
                  </a:cubicBezTo>
                  <a:cubicBezTo>
                    <a:pt x="620" y="370"/>
                    <a:pt x="703" y="449"/>
                    <a:pt x="703" y="549"/>
                  </a:cubicBezTo>
                  <a:lnTo>
                    <a:pt x="703" y="775"/>
                  </a:lnTo>
                  <a:cubicBezTo>
                    <a:pt x="703" y="859"/>
                    <a:pt x="775" y="942"/>
                    <a:pt x="882" y="942"/>
                  </a:cubicBezTo>
                  <a:cubicBezTo>
                    <a:pt x="977" y="942"/>
                    <a:pt x="1060" y="859"/>
                    <a:pt x="1060" y="752"/>
                  </a:cubicBezTo>
                  <a:lnTo>
                    <a:pt x="1060" y="549"/>
                  </a:lnTo>
                  <a:cubicBezTo>
                    <a:pt x="1060" y="264"/>
                    <a:pt x="834" y="13"/>
                    <a:pt x="549" y="2"/>
                  </a:cubicBezTo>
                  <a:cubicBezTo>
                    <a:pt x="536" y="1"/>
                    <a:pt x="523" y="0"/>
                    <a:pt x="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68"/>
            <p:cNvSpPr/>
            <p:nvPr/>
          </p:nvSpPr>
          <p:spPr>
            <a:xfrm>
              <a:off x="7293891" y="3508884"/>
              <a:ext cx="41729" cy="41697"/>
            </a:xfrm>
            <a:custGeom>
              <a:avLst/>
              <a:gdLst/>
              <a:ahLst/>
              <a:cxnLst/>
              <a:rect l="l" t="t" r="r" b="b"/>
              <a:pathLst>
                <a:path w="1311" h="1310" extrusionOk="0">
                  <a:moveTo>
                    <a:pt x="655" y="357"/>
                  </a:moveTo>
                  <a:cubicBezTo>
                    <a:pt x="822" y="357"/>
                    <a:pt x="953" y="488"/>
                    <a:pt x="953" y="655"/>
                  </a:cubicBezTo>
                  <a:cubicBezTo>
                    <a:pt x="953" y="822"/>
                    <a:pt x="810" y="953"/>
                    <a:pt x="655" y="953"/>
                  </a:cubicBezTo>
                  <a:cubicBezTo>
                    <a:pt x="489" y="953"/>
                    <a:pt x="358" y="822"/>
                    <a:pt x="358" y="655"/>
                  </a:cubicBezTo>
                  <a:cubicBezTo>
                    <a:pt x="358" y="488"/>
                    <a:pt x="489" y="357"/>
                    <a:pt x="655" y="357"/>
                  </a:cubicBezTo>
                  <a:close/>
                  <a:moveTo>
                    <a:pt x="655" y="0"/>
                  </a:moveTo>
                  <a:cubicBezTo>
                    <a:pt x="298" y="0"/>
                    <a:pt x="1" y="298"/>
                    <a:pt x="1" y="655"/>
                  </a:cubicBezTo>
                  <a:cubicBezTo>
                    <a:pt x="1"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8" name="Google Shape;12848;p68"/>
          <p:cNvGrpSpPr/>
          <p:nvPr/>
        </p:nvGrpSpPr>
        <p:grpSpPr>
          <a:xfrm>
            <a:off x="5108729" y="3427430"/>
            <a:ext cx="357005" cy="357005"/>
            <a:chOff x="5108729" y="3351230"/>
            <a:chExt cx="357005" cy="357005"/>
          </a:xfrm>
        </p:grpSpPr>
        <p:sp>
          <p:nvSpPr>
            <p:cNvPr id="12849" name="Google Shape;12849;p68"/>
            <p:cNvSpPr/>
            <p:nvPr/>
          </p:nvSpPr>
          <p:spPr>
            <a:xfrm>
              <a:off x="5108729" y="3351230"/>
              <a:ext cx="357005" cy="357005"/>
            </a:xfrm>
            <a:custGeom>
              <a:avLst/>
              <a:gdLst/>
              <a:ahLst/>
              <a:cxnLst/>
              <a:rect l="l" t="t" r="r" b="b"/>
              <a:pathLst>
                <a:path w="11216" h="11216" extrusionOk="0">
                  <a:moveTo>
                    <a:pt x="5620" y="357"/>
                  </a:moveTo>
                  <a:cubicBezTo>
                    <a:pt x="8525" y="357"/>
                    <a:pt x="10882" y="2703"/>
                    <a:pt x="10882" y="5608"/>
                  </a:cubicBezTo>
                  <a:cubicBezTo>
                    <a:pt x="10882" y="8513"/>
                    <a:pt x="8525" y="10859"/>
                    <a:pt x="5620" y="10859"/>
                  </a:cubicBezTo>
                  <a:cubicBezTo>
                    <a:pt x="2727" y="10859"/>
                    <a:pt x="369" y="8513"/>
                    <a:pt x="369" y="5608"/>
                  </a:cubicBezTo>
                  <a:cubicBezTo>
                    <a:pt x="369" y="2703"/>
                    <a:pt x="2727" y="357"/>
                    <a:pt x="5620" y="357"/>
                  </a:cubicBezTo>
                  <a:close/>
                  <a:moveTo>
                    <a:pt x="5608" y="0"/>
                  </a:moveTo>
                  <a:cubicBezTo>
                    <a:pt x="4108" y="0"/>
                    <a:pt x="2703" y="572"/>
                    <a:pt x="1631" y="1631"/>
                  </a:cubicBezTo>
                  <a:cubicBezTo>
                    <a:pt x="584" y="2691"/>
                    <a:pt x="0" y="4108"/>
                    <a:pt x="0" y="5608"/>
                  </a:cubicBezTo>
                  <a:cubicBezTo>
                    <a:pt x="0" y="7108"/>
                    <a:pt x="584" y="8513"/>
                    <a:pt x="1631" y="9585"/>
                  </a:cubicBezTo>
                  <a:cubicBezTo>
                    <a:pt x="2691" y="10632"/>
                    <a:pt x="4108" y="11216"/>
                    <a:pt x="5608" y="11216"/>
                  </a:cubicBezTo>
                  <a:cubicBezTo>
                    <a:pt x="7108" y="11216"/>
                    <a:pt x="8513" y="10632"/>
                    <a:pt x="9585" y="9585"/>
                  </a:cubicBezTo>
                  <a:cubicBezTo>
                    <a:pt x="10656" y="8525"/>
                    <a:pt x="11216" y="7108"/>
                    <a:pt x="11216" y="5608"/>
                  </a:cubicBezTo>
                  <a:cubicBezTo>
                    <a:pt x="11216" y="4108"/>
                    <a:pt x="10656" y="2703"/>
                    <a:pt x="9585" y="1631"/>
                  </a:cubicBezTo>
                  <a:cubicBezTo>
                    <a:pt x="8525" y="572"/>
                    <a:pt x="7108"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68"/>
            <p:cNvSpPr/>
            <p:nvPr/>
          </p:nvSpPr>
          <p:spPr>
            <a:xfrm>
              <a:off x="5163668" y="3402381"/>
              <a:ext cx="244104" cy="233473"/>
            </a:xfrm>
            <a:custGeom>
              <a:avLst/>
              <a:gdLst/>
              <a:ahLst/>
              <a:cxnLst/>
              <a:rect l="l" t="t" r="r" b="b"/>
              <a:pathLst>
                <a:path w="7669" h="7335" extrusionOk="0">
                  <a:moveTo>
                    <a:pt x="3775" y="0"/>
                  </a:moveTo>
                  <a:cubicBezTo>
                    <a:pt x="3334" y="24"/>
                    <a:pt x="1846" y="239"/>
                    <a:pt x="1751" y="1882"/>
                  </a:cubicBezTo>
                  <a:lnTo>
                    <a:pt x="1751" y="1905"/>
                  </a:lnTo>
                  <a:lnTo>
                    <a:pt x="1751" y="2834"/>
                  </a:lnTo>
                  <a:lnTo>
                    <a:pt x="1394" y="2739"/>
                  </a:lnTo>
                  <a:cubicBezTo>
                    <a:pt x="1347" y="2725"/>
                    <a:pt x="1299" y="2718"/>
                    <a:pt x="1252" y="2718"/>
                  </a:cubicBezTo>
                  <a:cubicBezTo>
                    <a:pt x="1097" y="2718"/>
                    <a:pt x="949" y="2792"/>
                    <a:pt x="858" y="2929"/>
                  </a:cubicBezTo>
                  <a:cubicBezTo>
                    <a:pt x="763" y="3072"/>
                    <a:pt x="739" y="3263"/>
                    <a:pt x="834" y="3429"/>
                  </a:cubicBezTo>
                  <a:cubicBezTo>
                    <a:pt x="882" y="3525"/>
                    <a:pt x="965" y="3596"/>
                    <a:pt x="1060" y="3656"/>
                  </a:cubicBezTo>
                  <a:lnTo>
                    <a:pt x="1536" y="3894"/>
                  </a:lnTo>
                  <a:cubicBezTo>
                    <a:pt x="1620" y="3941"/>
                    <a:pt x="1667" y="4037"/>
                    <a:pt x="1620" y="4144"/>
                  </a:cubicBezTo>
                  <a:cubicBezTo>
                    <a:pt x="1477" y="4501"/>
                    <a:pt x="1084" y="5144"/>
                    <a:pt x="143" y="5370"/>
                  </a:cubicBezTo>
                  <a:cubicBezTo>
                    <a:pt x="60" y="5382"/>
                    <a:pt x="1" y="5477"/>
                    <a:pt x="12" y="5561"/>
                  </a:cubicBezTo>
                  <a:cubicBezTo>
                    <a:pt x="12" y="5596"/>
                    <a:pt x="120" y="6168"/>
                    <a:pt x="1024" y="6215"/>
                  </a:cubicBezTo>
                  <a:cubicBezTo>
                    <a:pt x="1072" y="6382"/>
                    <a:pt x="1132" y="6585"/>
                    <a:pt x="1203" y="6668"/>
                  </a:cubicBezTo>
                  <a:cubicBezTo>
                    <a:pt x="1238" y="6703"/>
                    <a:pt x="1292" y="6725"/>
                    <a:pt x="1342" y="6725"/>
                  </a:cubicBezTo>
                  <a:cubicBezTo>
                    <a:pt x="1360" y="6725"/>
                    <a:pt x="1378" y="6722"/>
                    <a:pt x="1394" y="6716"/>
                  </a:cubicBezTo>
                  <a:cubicBezTo>
                    <a:pt x="1394" y="6716"/>
                    <a:pt x="1676" y="6624"/>
                    <a:pt x="1983" y="6624"/>
                  </a:cubicBezTo>
                  <a:cubicBezTo>
                    <a:pt x="2060" y="6624"/>
                    <a:pt x="2139" y="6630"/>
                    <a:pt x="2215" y="6644"/>
                  </a:cubicBezTo>
                  <a:cubicBezTo>
                    <a:pt x="2215" y="6644"/>
                    <a:pt x="2679" y="6739"/>
                    <a:pt x="2953" y="7013"/>
                  </a:cubicBezTo>
                  <a:cubicBezTo>
                    <a:pt x="3096" y="7156"/>
                    <a:pt x="3251" y="7239"/>
                    <a:pt x="3441" y="7287"/>
                  </a:cubicBezTo>
                  <a:cubicBezTo>
                    <a:pt x="3537" y="7311"/>
                    <a:pt x="3656" y="7335"/>
                    <a:pt x="3763" y="7335"/>
                  </a:cubicBezTo>
                  <a:cubicBezTo>
                    <a:pt x="3870" y="7335"/>
                    <a:pt x="3989" y="7311"/>
                    <a:pt x="4096" y="7287"/>
                  </a:cubicBezTo>
                  <a:cubicBezTo>
                    <a:pt x="4275" y="7239"/>
                    <a:pt x="4430" y="7156"/>
                    <a:pt x="4573" y="7013"/>
                  </a:cubicBezTo>
                  <a:cubicBezTo>
                    <a:pt x="4846" y="6739"/>
                    <a:pt x="5311" y="6644"/>
                    <a:pt x="5311" y="6644"/>
                  </a:cubicBezTo>
                  <a:cubicBezTo>
                    <a:pt x="5389" y="6630"/>
                    <a:pt x="5469" y="6624"/>
                    <a:pt x="5547" y="6624"/>
                  </a:cubicBezTo>
                  <a:cubicBezTo>
                    <a:pt x="5858" y="6624"/>
                    <a:pt x="6132" y="6716"/>
                    <a:pt x="6132" y="6716"/>
                  </a:cubicBezTo>
                  <a:cubicBezTo>
                    <a:pt x="6153" y="6726"/>
                    <a:pt x="6173" y="6730"/>
                    <a:pt x="6192" y="6730"/>
                  </a:cubicBezTo>
                  <a:cubicBezTo>
                    <a:pt x="6242" y="6730"/>
                    <a:pt x="6289" y="6702"/>
                    <a:pt x="6323" y="6668"/>
                  </a:cubicBezTo>
                  <a:cubicBezTo>
                    <a:pt x="6394" y="6573"/>
                    <a:pt x="6454" y="6370"/>
                    <a:pt x="6501" y="6215"/>
                  </a:cubicBezTo>
                  <a:cubicBezTo>
                    <a:pt x="7394" y="6168"/>
                    <a:pt x="7501" y="5584"/>
                    <a:pt x="7513" y="5561"/>
                  </a:cubicBezTo>
                  <a:cubicBezTo>
                    <a:pt x="7668" y="5501"/>
                    <a:pt x="7609" y="5430"/>
                    <a:pt x="7513" y="5394"/>
                  </a:cubicBezTo>
                  <a:cubicBezTo>
                    <a:pt x="6573" y="5180"/>
                    <a:pt x="6192" y="4537"/>
                    <a:pt x="6037" y="4180"/>
                  </a:cubicBezTo>
                  <a:cubicBezTo>
                    <a:pt x="6001" y="4084"/>
                    <a:pt x="6037" y="3965"/>
                    <a:pt x="6132" y="3929"/>
                  </a:cubicBezTo>
                  <a:lnTo>
                    <a:pt x="6609" y="3691"/>
                  </a:lnTo>
                  <a:cubicBezTo>
                    <a:pt x="6692" y="3644"/>
                    <a:pt x="6787" y="3572"/>
                    <a:pt x="6823" y="3465"/>
                  </a:cubicBezTo>
                  <a:cubicBezTo>
                    <a:pt x="6918" y="3298"/>
                    <a:pt x="6906" y="3108"/>
                    <a:pt x="6799" y="2953"/>
                  </a:cubicBezTo>
                  <a:cubicBezTo>
                    <a:pt x="6708" y="2816"/>
                    <a:pt x="6553" y="2742"/>
                    <a:pt x="6400" y="2742"/>
                  </a:cubicBezTo>
                  <a:cubicBezTo>
                    <a:pt x="6354" y="2742"/>
                    <a:pt x="6307" y="2749"/>
                    <a:pt x="6263" y="2763"/>
                  </a:cubicBezTo>
                  <a:lnTo>
                    <a:pt x="5906" y="2870"/>
                  </a:lnTo>
                  <a:lnTo>
                    <a:pt x="5906" y="2322"/>
                  </a:lnTo>
                  <a:cubicBezTo>
                    <a:pt x="5906" y="2215"/>
                    <a:pt x="5835" y="2144"/>
                    <a:pt x="5727" y="2144"/>
                  </a:cubicBezTo>
                  <a:cubicBezTo>
                    <a:pt x="5620" y="2144"/>
                    <a:pt x="5549" y="2215"/>
                    <a:pt x="5549" y="2322"/>
                  </a:cubicBezTo>
                  <a:lnTo>
                    <a:pt x="5549" y="3108"/>
                  </a:lnTo>
                  <a:cubicBezTo>
                    <a:pt x="5549" y="3144"/>
                    <a:pt x="5561" y="3179"/>
                    <a:pt x="5573" y="3215"/>
                  </a:cubicBezTo>
                  <a:cubicBezTo>
                    <a:pt x="5612" y="3265"/>
                    <a:pt x="5669" y="3290"/>
                    <a:pt x="5734" y="3290"/>
                  </a:cubicBezTo>
                  <a:cubicBezTo>
                    <a:pt x="5748" y="3290"/>
                    <a:pt x="5761" y="3289"/>
                    <a:pt x="5775" y="3287"/>
                  </a:cubicBezTo>
                  <a:lnTo>
                    <a:pt x="6347" y="3120"/>
                  </a:lnTo>
                  <a:cubicBezTo>
                    <a:pt x="6363" y="3117"/>
                    <a:pt x="6379" y="3116"/>
                    <a:pt x="6393" y="3116"/>
                  </a:cubicBezTo>
                  <a:cubicBezTo>
                    <a:pt x="6440" y="3116"/>
                    <a:pt x="6474" y="3131"/>
                    <a:pt x="6501" y="3167"/>
                  </a:cubicBezTo>
                  <a:cubicBezTo>
                    <a:pt x="6525" y="3203"/>
                    <a:pt x="6525" y="3251"/>
                    <a:pt x="6513" y="3275"/>
                  </a:cubicBezTo>
                  <a:cubicBezTo>
                    <a:pt x="6513" y="3298"/>
                    <a:pt x="6489" y="3334"/>
                    <a:pt x="6442" y="3358"/>
                  </a:cubicBezTo>
                  <a:lnTo>
                    <a:pt x="5954" y="3596"/>
                  </a:lnTo>
                  <a:cubicBezTo>
                    <a:pt x="5692" y="3727"/>
                    <a:pt x="5573" y="4025"/>
                    <a:pt x="5680" y="4299"/>
                  </a:cubicBezTo>
                  <a:cubicBezTo>
                    <a:pt x="5847" y="4680"/>
                    <a:pt x="6251" y="5358"/>
                    <a:pt x="7168" y="5668"/>
                  </a:cubicBezTo>
                  <a:cubicBezTo>
                    <a:pt x="7092" y="5766"/>
                    <a:pt x="6907" y="5873"/>
                    <a:pt x="6558" y="5873"/>
                  </a:cubicBezTo>
                  <a:cubicBezTo>
                    <a:pt x="6525" y="5873"/>
                    <a:pt x="6490" y="5872"/>
                    <a:pt x="6454" y="5870"/>
                  </a:cubicBezTo>
                  <a:cubicBezTo>
                    <a:pt x="6370" y="5870"/>
                    <a:pt x="6311" y="5930"/>
                    <a:pt x="6275" y="6013"/>
                  </a:cubicBezTo>
                  <a:cubicBezTo>
                    <a:pt x="6251" y="6132"/>
                    <a:pt x="6204" y="6263"/>
                    <a:pt x="6168" y="6346"/>
                  </a:cubicBezTo>
                  <a:cubicBezTo>
                    <a:pt x="6036" y="6322"/>
                    <a:pt x="5841" y="6285"/>
                    <a:pt x="5618" y="6285"/>
                  </a:cubicBezTo>
                  <a:cubicBezTo>
                    <a:pt x="5520" y="6285"/>
                    <a:pt x="5416" y="6292"/>
                    <a:pt x="5311" y="6311"/>
                  </a:cubicBezTo>
                  <a:cubicBezTo>
                    <a:pt x="5275" y="6311"/>
                    <a:pt x="4739" y="6430"/>
                    <a:pt x="4370" y="6787"/>
                  </a:cubicBezTo>
                  <a:cubicBezTo>
                    <a:pt x="4287" y="6870"/>
                    <a:pt x="4180" y="6930"/>
                    <a:pt x="4061" y="6966"/>
                  </a:cubicBezTo>
                  <a:cubicBezTo>
                    <a:pt x="3989" y="6977"/>
                    <a:pt x="3894" y="6989"/>
                    <a:pt x="3822" y="6989"/>
                  </a:cubicBezTo>
                  <a:cubicBezTo>
                    <a:pt x="3751" y="6989"/>
                    <a:pt x="3656" y="6977"/>
                    <a:pt x="3584" y="6966"/>
                  </a:cubicBezTo>
                  <a:cubicBezTo>
                    <a:pt x="3477" y="6930"/>
                    <a:pt x="3358" y="6870"/>
                    <a:pt x="3275" y="6787"/>
                  </a:cubicBezTo>
                  <a:cubicBezTo>
                    <a:pt x="2918" y="6430"/>
                    <a:pt x="2370" y="6323"/>
                    <a:pt x="2334" y="6311"/>
                  </a:cubicBezTo>
                  <a:cubicBezTo>
                    <a:pt x="2236" y="6292"/>
                    <a:pt x="2135" y="6285"/>
                    <a:pt x="2038" y="6285"/>
                  </a:cubicBezTo>
                  <a:cubicBezTo>
                    <a:pt x="1817" y="6285"/>
                    <a:pt x="1613" y="6322"/>
                    <a:pt x="1489" y="6346"/>
                  </a:cubicBezTo>
                  <a:cubicBezTo>
                    <a:pt x="1453" y="6263"/>
                    <a:pt x="1417" y="6132"/>
                    <a:pt x="1382" y="6013"/>
                  </a:cubicBezTo>
                  <a:cubicBezTo>
                    <a:pt x="1370" y="5930"/>
                    <a:pt x="1298" y="5870"/>
                    <a:pt x="1203" y="5870"/>
                  </a:cubicBezTo>
                  <a:cubicBezTo>
                    <a:pt x="786" y="5870"/>
                    <a:pt x="596" y="5751"/>
                    <a:pt x="489" y="5656"/>
                  </a:cubicBezTo>
                  <a:cubicBezTo>
                    <a:pt x="1429" y="5358"/>
                    <a:pt x="1834" y="4680"/>
                    <a:pt x="1977" y="4287"/>
                  </a:cubicBezTo>
                  <a:cubicBezTo>
                    <a:pt x="2084" y="4013"/>
                    <a:pt x="1977" y="3703"/>
                    <a:pt x="1715" y="3584"/>
                  </a:cubicBezTo>
                  <a:lnTo>
                    <a:pt x="1215" y="3346"/>
                  </a:lnTo>
                  <a:cubicBezTo>
                    <a:pt x="1179" y="3310"/>
                    <a:pt x="1155" y="3287"/>
                    <a:pt x="1144" y="3251"/>
                  </a:cubicBezTo>
                  <a:cubicBezTo>
                    <a:pt x="1144" y="3227"/>
                    <a:pt x="1132" y="3191"/>
                    <a:pt x="1155" y="3144"/>
                  </a:cubicBezTo>
                  <a:cubicBezTo>
                    <a:pt x="1181" y="3118"/>
                    <a:pt x="1218" y="3093"/>
                    <a:pt x="1259" y="3093"/>
                  </a:cubicBezTo>
                  <a:cubicBezTo>
                    <a:pt x="1275" y="3093"/>
                    <a:pt x="1293" y="3097"/>
                    <a:pt x="1310" y="3108"/>
                  </a:cubicBezTo>
                  <a:lnTo>
                    <a:pt x="1894" y="3275"/>
                  </a:lnTo>
                  <a:cubicBezTo>
                    <a:pt x="1908" y="3277"/>
                    <a:pt x="1923" y="3279"/>
                    <a:pt x="1938" y="3279"/>
                  </a:cubicBezTo>
                  <a:cubicBezTo>
                    <a:pt x="1994" y="3279"/>
                    <a:pt x="2046" y="3257"/>
                    <a:pt x="2084" y="3191"/>
                  </a:cubicBezTo>
                  <a:cubicBezTo>
                    <a:pt x="2096" y="3167"/>
                    <a:pt x="2108" y="3120"/>
                    <a:pt x="2108" y="3096"/>
                  </a:cubicBezTo>
                  <a:lnTo>
                    <a:pt x="2108" y="1917"/>
                  </a:lnTo>
                  <a:cubicBezTo>
                    <a:pt x="2191" y="596"/>
                    <a:pt x="3299" y="381"/>
                    <a:pt x="3799" y="346"/>
                  </a:cubicBezTo>
                  <a:cubicBezTo>
                    <a:pt x="4227" y="381"/>
                    <a:pt x="5132" y="548"/>
                    <a:pt x="5406" y="1465"/>
                  </a:cubicBezTo>
                  <a:cubicBezTo>
                    <a:pt x="5418" y="1548"/>
                    <a:pt x="5489" y="1608"/>
                    <a:pt x="5561" y="1608"/>
                  </a:cubicBezTo>
                  <a:cubicBezTo>
                    <a:pt x="5680" y="1608"/>
                    <a:pt x="5775" y="1489"/>
                    <a:pt x="5727" y="1382"/>
                  </a:cubicBezTo>
                  <a:cubicBezTo>
                    <a:pt x="5406" y="191"/>
                    <a:pt x="4192" y="24"/>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1" name="Google Shape;12851;p68"/>
          <p:cNvGrpSpPr/>
          <p:nvPr/>
        </p:nvGrpSpPr>
        <p:grpSpPr>
          <a:xfrm>
            <a:off x="5583569" y="3427430"/>
            <a:ext cx="357419" cy="357005"/>
            <a:chOff x="5583569" y="3351230"/>
            <a:chExt cx="357419" cy="357005"/>
          </a:xfrm>
        </p:grpSpPr>
        <p:sp>
          <p:nvSpPr>
            <p:cNvPr id="12852" name="Google Shape;12852;p68"/>
            <p:cNvSpPr/>
            <p:nvPr/>
          </p:nvSpPr>
          <p:spPr>
            <a:xfrm>
              <a:off x="5583569" y="3351230"/>
              <a:ext cx="357419" cy="357005"/>
            </a:xfrm>
            <a:custGeom>
              <a:avLst/>
              <a:gdLst/>
              <a:ahLst/>
              <a:cxnLst/>
              <a:rect l="l" t="t" r="r" b="b"/>
              <a:pathLst>
                <a:path w="11229" h="11216" extrusionOk="0">
                  <a:moveTo>
                    <a:pt x="5620" y="357"/>
                  </a:moveTo>
                  <a:cubicBezTo>
                    <a:pt x="8514" y="357"/>
                    <a:pt x="10871" y="2703"/>
                    <a:pt x="10871" y="5608"/>
                  </a:cubicBezTo>
                  <a:cubicBezTo>
                    <a:pt x="10871" y="8513"/>
                    <a:pt x="8514" y="10859"/>
                    <a:pt x="5620" y="10859"/>
                  </a:cubicBezTo>
                  <a:cubicBezTo>
                    <a:pt x="2715" y="10859"/>
                    <a:pt x="370" y="8513"/>
                    <a:pt x="370" y="5608"/>
                  </a:cubicBezTo>
                  <a:cubicBezTo>
                    <a:pt x="370" y="2703"/>
                    <a:pt x="2715" y="357"/>
                    <a:pt x="5620" y="357"/>
                  </a:cubicBezTo>
                  <a:close/>
                  <a:moveTo>
                    <a:pt x="5620" y="0"/>
                  </a:moveTo>
                  <a:cubicBezTo>
                    <a:pt x="4108" y="0"/>
                    <a:pt x="2715" y="572"/>
                    <a:pt x="1644" y="1631"/>
                  </a:cubicBezTo>
                  <a:cubicBezTo>
                    <a:pt x="584" y="2691"/>
                    <a:pt x="1" y="4108"/>
                    <a:pt x="1" y="5608"/>
                  </a:cubicBezTo>
                  <a:cubicBezTo>
                    <a:pt x="1" y="7108"/>
                    <a:pt x="584" y="8513"/>
                    <a:pt x="1644" y="9585"/>
                  </a:cubicBezTo>
                  <a:cubicBezTo>
                    <a:pt x="2703" y="10632"/>
                    <a:pt x="4108" y="11216"/>
                    <a:pt x="5620" y="11216"/>
                  </a:cubicBezTo>
                  <a:cubicBezTo>
                    <a:pt x="7121" y="11216"/>
                    <a:pt x="8514" y="10632"/>
                    <a:pt x="9597" y="9585"/>
                  </a:cubicBezTo>
                  <a:cubicBezTo>
                    <a:pt x="10669" y="8525"/>
                    <a:pt x="11228" y="7108"/>
                    <a:pt x="11228" y="5608"/>
                  </a:cubicBezTo>
                  <a:cubicBezTo>
                    <a:pt x="11228" y="4108"/>
                    <a:pt x="10645" y="2703"/>
                    <a:pt x="9597" y="1631"/>
                  </a:cubicBezTo>
                  <a:cubicBezTo>
                    <a:pt x="8537" y="572"/>
                    <a:pt x="7121"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68"/>
            <p:cNvSpPr/>
            <p:nvPr/>
          </p:nvSpPr>
          <p:spPr>
            <a:xfrm>
              <a:off x="5658625" y="3403527"/>
              <a:ext cx="172073" cy="243690"/>
            </a:xfrm>
            <a:custGeom>
              <a:avLst/>
              <a:gdLst/>
              <a:ahLst/>
              <a:cxnLst/>
              <a:rect l="l" t="t" r="r" b="b"/>
              <a:pathLst>
                <a:path w="5406" h="7656" extrusionOk="0">
                  <a:moveTo>
                    <a:pt x="1834" y="0"/>
                  </a:moveTo>
                  <a:cubicBezTo>
                    <a:pt x="1727" y="0"/>
                    <a:pt x="1655" y="72"/>
                    <a:pt x="1655" y="179"/>
                  </a:cubicBezTo>
                  <a:cubicBezTo>
                    <a:pt x="1655" y="1000"/>
                    <a:pt x="988" y="1655"/>
                    <a:pt x="179" y="1655"/>
                  </a:cubicBezTo>
                  <a:cubicBezTo>
                    <a:pt x="72" y="1655"/>
                    <a:pt x="0" y="1727"/>
                    <a:pt x="0" y="1834"/>
                  </a:cubicBezTo>
                  <a:lnTo>
                    <a:pt x="0" y="3489"/>
                  </a:lnTo>
                  <a:cubicBezTo>
                    <a:pt x="0" y="3596"/>
                    <a:pt x="72" y="3667"/>
                    <a:pt x="179" y="3667"/>
                  </a:cubicBezTo>
                  <a:lnTo>
                    <a:pt x="1655" y="3667"/>
                  </a:lnTo>
                  <a:lnTo>
                    <a:pt x="1655" y="4453"/>
                  </a:lnTo>
                  <a:cubicBezTo>
                    <a:pt x="1655" y="4560"/>
                    <a:pt x="1727" y="4632"/>
                    <a:pt x="1834" y="4632"/>
                  </a:cubicBezTo>
                  <a:cubicBezTo>
                    <a:pt x="1941" y="4632"/>
                    <a:pt x="2012" y="4560"/>
                    <a:pt x="2012" y="4453"/>
                  </a:cubicBezTo>
                  <a:lnTo>
                    <a:pt x="2012" y="3489"/>
                  </a:lnTo>
                  <a:cubicBezTo>
                    <a:pt x="2012" y="3382"/>
                    <a:pt x="1941" y="3310"/>
                    <a:pt x="1834" y="3310"/>
                  </a:cubicBezTo>
                  <a:lnTo>
                    <a:pt x="357" y="3310"/>
                  </a:lnTo>
                  <a:lnTo>
                    <a:pt x="357" y="2000"/>
                  </a:lnTo>
                  <a:cubicBezTo>
                    <a:pt x="1215" y="1905"/>
                    <a:pt x="1917" y="1226"/>
                    <a:pt x="2012" y="345"/>
                  </a:cubicBezTo>
                  <a:lnTo>
                    <a:pt x="3084" y="345"/>
                  </a:lnTo>
                  <a:lnTo>
                    <a:pt x="3084" y="1822"/>
                  </a:lnTo>
                  <a:cubicBezTo>
                    <a:pt x="3084" y="1929"/>
                    <a:pt x="3155" y="2000"/>
                    <a:pt x="3262" y="2000"/>
                  </a:cubicBezTo>
                  <a:lnTo>
                    <a:pt x="4739" y="2000"/>
                  </a:lnTo>
                  <a:lnTo>
                    <a:pt x="4739" y="3298"/>
                  </a:lnTo>
                  <a:lnTo>
                    <a:pt x="3262" y="3298"/>
                  </a:lnTo>
                  <a:cubicBezTo>
                    <a:pt x="3155" y="3298"/>
                    <a:pt x="3084" y="3370"/>
                    <a:pt x="3084" y="3477"/>
                  </a:cubicBezTo>
                  <a:lnTo>
                    <a:pt x="3084" y="5584"/>
                  </a:lnTo>
                  <a:cubicBezTo>
                    <a:pt x="3084" y="5941"/>
                    <a:pt x="3381" y="6251"/>
                    <a:pt x="3739" y="6251"/>
                  </a:cubicBezTo>
                  <a:cubicBezTo>
                    <a:pt x="3965" y="6251"/>
                    <a:pt x="4155" y="6132"/>
                    <a:pt x="4274" y="5953"/>
                  </a:cubicBezTo>
                  <a:lnTo>
                    <a:pt x="4965" y="6775"/>
                  </a:lnTo>
                  <a:cubicBezTo>
                    <a:pt x="4644" y="7120"/>
                    <a:pt x="4191" y="7311"/>
                    <a:pt x="3703" y="7311"/>
                  </a:cubicBezTo>
                  <a:cubicBezTo>
                    <a:pt x="2774" y="7299"/>
                    <a:pt x="2012" y="6525"/>
                    <a:pt x="2012" y="5572"/>
                  </a:cubicBezTo>
                  <a:lnTo>
                    <a:pt x="2012" y="5287"/>
                  </a:lnTo>
                  <a:cubicBezTo>
                    <a:pt x="2012" y="5179"/>
                    <a:pt x="1929" y="5108"/>
                    <a:pt x="1834" y="5108"/>
                  </a:cubicBezTo>
                  <a:cubicBezTo>
                    <a:pt x="1727" y="5108"/>
                    <a:pt x="1655" y="5179"/>
                    <a:pt x="1655" y="5287"/>
                  </a:cubicBezTo>
                  <a:lnTo>
                    <a:pt x="1655" y="5560"/>
                  </a:lnTo>
                  <a:cubicBezTo>
                    <a:pt x="1655" y="6703"/>
                    <a:pt x="2584" y="7656"/>
                    <a:pt x="3739" y="7656"/>
                  </a:cubicBezTo>
                  <a:cubicBezTo>
                    <a:pt x="4358" y="7656"/>
                    <a:pt x="4941" y="7370"/>
                    <a:pt x="5322" y="6882"/>
                  </a:cubicBezTo>
                  <a:cubicBezTo>
                    <a:pt x="5406" y="6834"/>
                    <a:pt x="5406" y="6751"/>
                    <a:pt x="5346" y="6691"/>
                  </a:cubicBezTo>
                  <a:lnTo>
                    <a:pt x="4489" y="5691"/>
                  </a:lnTo>
                  <a:cubicBezTo>
                    <a:pt x="4435" y="5627"/>
                    <a:pt x="4353" y="5582"/>
                    <a:pt x="4260" y="5582"/>
                  </a:cubicBezTo>
                  <a:cubicBezTo>
                    <a:pt x="4249" y="5582"/>
                    <a:pt x="4238" y="5583"/>
                    <a:pt x="4227" y="5584"/>
                  </a:cubicBezTo>
                  <a:cubicBezTo>
                    <a:pt x="4120" y="5596"/>
                    <a:pt x="4036" y="5656"/>
                    <a:pt x="3989" y="5751"/>
                  </a:cubicBezTo>
                  <a:cubicBezTo>
                    <a:pt x="3941" y="5834"/>
                    <a:pt x="3858" y="5894"/>
                    <a:pt x="3751" y="5918"/>
                  </a:cubicBezTo>
                  <a:cubicBezTo>
                    <a:pt x="3743" y="5918"/>
                    <a:pt x="3736" y="5918"/>
                    <a:pt x="3728" y="5918"/>
                  </a:cubicBezTo>
                  <a:cubicBezTo>
                    <a:pt x="3560" y="5918"/>
                    <a:pt x="3429" y="5791"/>
                    <a:pt x="3429" y="5620"/>
                  </a:cubicBezTo>
                  <a:lnTo>
                    <a:pt x="3429" y="3667"/>
                  </a:lnTo>
                  <a:lnTo>
                    <a:pt x="4894" y="3667"/>
                  </a:lnTo>
                  <a:cubicBezTo>
                    <a:pt x="5001" y="3667"/>
                    <a:pt x="5072" y="3596"/>
                    <a:pt x="5072" y="3489"/>
                  </a:cubicBezTo>
                  <a:lnTo>
                    <a:pt x="5072" y="1834"/>
                  </a:lnTo>
                  <a:cubicBezTo>
                    <a:pt x="5072" y="1727"/>
                    <a:pt x="5001" y="1655"/>
                    <a:pt x="4894" y="1655"/>
                  </a:cubicBezTo>
                  <a:lnTo>
                    <a:pt x="3429" y="1655"/>
                  </a:lnTo>
                  <a:lnTo>
                    <a:pt x="3429" y="179"/>
                  </a:lnTo>
                  <a:cubicBezTo>
                    <a:pt x="3429"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4" name="Google Shape;12854;p68"/>
          <p:cNvGrpSpPr/>
          <p:nvPr/>
        </p:nvGrpSpPr>
        <p:grpSpPr>
          <a:xfrm>
            <a:off x="7482229" y="3427430"/>
            <a:ext cx="357419" cy="357005"/>
            <a:chOff x="7482229" y="3351230"/>
            <a:chExt cx="357419" cy="357005"/>
          </a:xfrm>
        </p:grpSpPr>
        <p:sp>
          <p:nvSpPr>
            <p:cNvPr id="12855" name="Google Shape;12855;p68"/>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68"/>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68"/>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68"/>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9" name="Google Shape;12859;p68"/>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0" name="Google Shape;12860;p68"/>
          <p:cNvGrpSpPr/>
          <p:nvPr/>
        </p:nvGrpSpPr>
        <p:grpSpPr>
          <a:xfrm>
            <a:off x="3764485" y="2966882"/>
            <a:ext cx="222874" cy="345737"/>
            <a:chOff x="3764485" y="2890682"/>
            <a:chExt cx="222874" cy="345737"/>
          </a:xfrm>
        </p:grpSpPr>
        <p:sp>
          <p:nvSpPr>
            <p:cNvPr id="12861" name="Google Shape;12861;p68"/>
            <p:cNvSpPr/>
            <p:nvPr/>
          </p:nvSpPr>
          <p:spPr>
            <a:xfrm>
              <a:off x="3764485" y="2890682"/>
              <a:ext cx="222874" cy="345737"/>
            </a:xfrm>
            <a:custGeom>
              <a:avLst/>
              <a:gdLst/>
              <a:ahLst/>
              <a:cxnLst/>
              <a:rect l="l" t="t" r="r" b="b"/>
              <a:pathLst>
                <a:path w="7002" h="10862" extrusionOk="0">
                  <a:moveTo>
                    <a:pt x="3596" y="348"/>
                  </a:moveTo>
                  <a:lnTo>
                    <a:pt x="3727" y="396"/>
                  </a:lnTo>
                  <a:cubicBezTo>
                    <a:pt x="3882" y="467"/>
                    <a:pt x="4001" y="610"/>
                    <a:pt x="4073" y="801"/>
                  </a:cubicBezTo>
                  <a:cubicBezTo>
                    <a:pt x="3894" y="777"/>
                    <a:pt x="3739" y="753"/>
                    <a:pt x="3596" y="729"/>
                  </a:cubicBezTo>
                  <a:lnTo>
                    <a:pt x="3596" y="348"/>
                  </a:lnTo>
                  <a:close/>
                  <a:moveTo>
                    <a:pt x="6168" y="8504"/>
                  </a:moveTo>
                  <a:cubicBezTo>
                    <a:pt x="6275" y="8504"/>
                    <a:pt x="6347" y="8587"/>
                    <a:pt x="6347" y="8683"/>
                  </a:cubicBezTo>
                  <a:lnTo>
                    <a:pt x="6347" y="8861"/>
                  </a:lnTo>
                  <a:lnTo>
                    <a:pt x="6168" y="8861"/>
                  </a:lnTo>
                  <a:cubicBezTo>
                    <a:pt x="6085" y="8861"/>
                    <a:pt x="6001" y="8945"/>
                    <a:pt x="6001" y="9028"/>
                  </a:cubicBezTo>
                  <a:cubicBezTo>
                    <a:pt x="6001" y="9123"/>
                    <a:pt x="6085" y="9195"/>
                    <a:pt x="6168" y="9195"/>
                  </a:cubicBezTo>
                  <a:lnTo>
                    <a:pt x="6513" y="9195"/>
                  </a:lnTo>
                  <a:cubicBezTo>
                    <a:pt x="6621" y="9195"/>
                    <a:pt x="6692" y="9266"/>
                    <a:pt x="6692" y="9373"/>
                  </a:cubicBezTo>
                  <a:lnTo>
                    <a:pt x="6692" y="10397"/>
                  </a:lnTo>
                  <a:cubicBezTo>
                    <a:pt x="6680" y="10504"/>
                    <a:pt x="6597" y="10576"/>
                    <a:pt x="6501" y="10576"/>
                  </a:cubicBezTo>
                  <a:lnTo>
                    <a:pt x="1394" y="10576"/>
                  </a:lnTo>
                  <a:cubicBezTo>
                    <a:pt x="1287" y="10576"/>
                    <a:pt x="1215" y="10504"/>
                    <a:pt x="1215" y="10397"/>
                  </a:cubicBezTo>
                  <a:lnTo>
                    <a:pt x="1215" y="9373"/>
                  </a:lnTo>
                  <a:cubicBezTo>
                    <a:pt x="1215" y="9266"/>
                    <a:pt x="1287" y="9195"/>
                    <a:pt x="1394" y="9195"/>
                  </a:cubicBezTo>
                  <a:lnTo>
                    <a:pt x="5489" y="9195"/>
                  </a:lnTo>
                  <a:cubicBezTo>
                    <a:pt x="5573" y="9195"/>
                    <a:pt x="5644" y="9123"/>
                    <a:pt x="5644" y="9028"/>
                  </a:cubicBezTo>
                  <a:cubicBezTo>
                    <a:pt x="5644" y="8945"/>
                    <a:pt x="5573" y="8861"/>
                    <a:pt x="5489" y="8861"/>
                  </a:cubicBezTo>
                  <a:lnTo>
                    <a:pt x="1560" y="8861"/>
                  </a:lnTo>
                  <a:lnTo>
                    <a:pt x="1560" y="8683"/>
                  </a:lnTo>
                  <a:cubicBezTo>
                    <a:pt x="1560" y="8587"/>
                    <a:pt x="1632" y="8504"/>
                    <a:pt x="1739" y="8504"/>
                  </a:cubicBezTo>
                  <a:close/>
                  <a:moveTo>
                    <a:pt x="3471" y="1"/>
                  </a:moveTo>
                  <a:cubicBezTo>
                    <a:pt x="3436" y="1"/>
                    <a:pt x="3413" y="3"/>
                    <a:pt x="3406" y="3"/>
                  </a:cubicBezTo>
                  <a:cubicBezTo>
                    <a:pt x="3311" y="3"/>
                    <a:pt x="3251" y="74"/>
                    <a:pt x="3251" y="158"/>
                  </a:cubicBezTo>
                  <a:lnTo>
                    <a:pt x="3251" y="682"/>
                  </a:lnTo>
                  <a:cubicBezTo>
                    <a:pt x="3184" y="678"/>
                    <a:pt x="3123" y="676"/>
                    <a:pt x="3071" y="676"/>
                  </a:cubicBezTo>
                  <a:cubicBezTo>
                    <a:pt x="2968" y="676"/>
                    <a:pt x="2902" y="682"/>
                    <a:pt x="2894" y="682"/>
                  </a:cubicBezTo>
                  <a:cubicBezTo>
                    <a:pt x="2811" y="682"/>
                    <a:pt x="2751" y="753"/>
                    <a:pt x="2751" y="848"/>
                  </a:cubicBezTo>
                  <a:cubicBezTo>
                    <a:pt x="2751" y="932"/>
                    <a:pt x="2822" y="991"/>
                    <a:pt x="2906" y="991"/>
                  </a:cubicBezTo>
                  <a:cubicBezTo>
                    <a:pt x="2909" y="991"/>
                    <a:pt x="2939" y="990"/>
                    <a:pt x="2991" y="990"/>
                  </a:cubicBezTo>
                  <a:cubicBezTo>
                    <a:pt x="3356" y="990"/>
                    <a:pt x="4811" y="1045"/>
                    <a:pt x="5728" y="1920"/>
                  </a:cubicBezTo>
                  <a:cubicBezTo>
                    <a:pt x="6228" y="2408"/>
                    <a:pt x="6501" y="3063"/>
                    <a:pt x="6501" y="3896"/>
                  </a:cubicBezTo>
                  <a:cubicBezTo>
                    <a:pt x="6501" y="4789"/>
                    <a:pt x="6299" y="5361"/>
                    <a:pt x="6097" y="5968"/>
                  </a:cubicBezTo>
                  <a:cubicBezTo>
                    <a:pt x="5882" y="6575"/>
                    <a:pt x="5668" y="7194"/>
                    <a:pt x="5644" y="8171"/>
                  </a:cubicBezTo>
                  <a:lnTo>
                    <a:pt x="1989" y="8171"/>
                  </a:lnTo>
                  <a:cubicBezTo>
                    <a:pt x="1941" y="8075"/>
                    <a:pt x="1882" y="7909"/>
                    <a:pt x="1882" y="7647"/>
                  </a:cubicBezTo>
                  <a:cubicBezTo>
                    <a:pt x="1882" y="7230"/>
                    <a:pt x="2132" y="6266"/>
                    <a:pt x="3882" y="4515"/>
                  </a:cubicBezTo>
                  <a:cubicBezTo>
                    <a:pt x="3918" y="4480"/>
                    <a:pt x="3942" y="4385"/>
                    <a:pt x="3906" y="4325"/>
                  </a:cubicBezTo>
                  <a:cubicBezTo>
                    <a:pt x="3886" y="4275"/>
                    <a:pt x="3825" y="4251"/>
                    <a:pt x="3764" y="4251"/>
                  </a:cubicBezTo>
                  <a:cubicBezTo>
                    <a:pt x="3751" y="4251"/>
                    <a:pt x="3739" y="4252"/>
                    <a:pt x="3727" y="4254"/>
                  </a:cubicBezTo>
                  <a:cubicBezTo>
                    <a:pt x="3727" y="4254"/>
                    <a:pt x="3635" y="4276"/>
                    <a:pt x="3486" y="4276"/>
                  </a:cubicBezTo>
                  <a:cubicBezTo>
                    <a:pt x="3292" y="4276"/>
                    <a:pt x="3001" y="4238"/>
                    <a:pt x="2691" y="4063"/>
                  </a:cubicBezTo>
                  <a:cubicBezTo>
                    <a:pt x="2620" y="4020"/>
                    <a:pt x="2540" y="4000"/>
                    <a:pt x="2460" y="4000"/>
                  </a:cubicBezTo>
                  <a:cubicBezTo>
                    <a:pt x="2341" y="4000"/>
                    <a:pt x="2220" y="4044"/>
                    <a:pt x="2120" y="4123"/>
                  </a:cubicBezTo>
                  <a:cubicBezTo>
                    <a:pt x="1924" y="4281"/>
                    <a:pt x="1552" y="4499"/>
                    <a:pt x="998" y="4499"/>
                  </a:cubicBezTo>
                  <a:cubicBezTo>
                    <a:pt x="846" y="4499"/>
                    <a:pt x="680" y="4482"/>
                    <a:pt x="501" y="4444"/>
                  </a:cubicBezTo>
                  <a:lnTo>
                    <a:pt x="370" y="3777"/>
                  </a:lnTo>
                  <a:lnTo>
                    <a:pt x="2001" y="2146"/>
                  </a:lnTo>
                  <a:cubicBezTo>
                    <a:pt x="2037" y="2110"/>
                    <a:pt x="2049" y="2063"/>
                    <a:pt x="2049" y="2027"/>
                  </a:cubicBezTo>
                  <a:lnTo>
                    <a:pt x="2049" y="1813"/>
                  </a:lnTo>
                  <a:cubicBezTo>
                    <a:pt x="2049" y="1729"/>
                    <a:pt x="2120" y="1634"/>
                    <a:pt x="2215" y="1634"/>
                  </a:cubicBezTo>
                  <a:cubicBezTo>
                    <a:pt x="2327" y="1626"/>
                    <a:pt x="2501" y="1615"/>
                    <a:pt x="2715" y="1615"/>
                  </a:cubicBezTo>
                  <a:cubicBezTo>
                    <a:pt x="3115" y="1615"/>
                    <a:pt x="3656" y="1654"/>
                    <a:pt x="4192" y="1825"/>
                  </a:cubicBezTo>
                  <a:cubicBezTo>
                    <a:pt x="4211" y="1833"/>
                    <a:pt x="4231" y="1837"/>
                    <a:pt x="4250" y="1837"/>
                  </a:cubicBezTo>
                  <a:cubicBezTo>
                    <a:pt x="4314" y="1837"/>
                    <a:pt x="4373" y="1794"/>
                    <a:pt x="4382" y="1729"/>
                  </a:cubicBezTo>
                  <a:cubicBezTo>
                    <a:pt x="4418" y="1634"/>
                    <a:pt x="4370" y="1539"/>
                    <a:pt x="4275" y="1527"/>
                  </a:cubicBezTo>
                  <a:cubicBezTo>
                    <a:pt x="3701" y="1346"/>
                    <a:pt x="3117" y="1300"/>
                    <a:pt x="2687" y="1300"/>
                  </a:cubicBezTo>
                  <a:cubicBezTo>
                    <a:pt x="2465" y="1300"/>
                    <a:pt x="2285" y="1312"/>
                    <a:pt x="2168" y="1325"/>
                  </a:cubicBezTo>
                  <a:cubicBezTo>
                    <a:pt x="1906" y="1348"/>
                    <a:pt x="1715" y="1563"/>
                    <a:pt x="1715" y="1813"/>
                  </a:cubicBezTo>
                  <a:lnTo>
                    <a:pt x="1715" y="1968"/>
                  </a:lnTo>
                  <a:lnTo>
                    <a:pt x="60" y="3611"/>
                  </a:lnTo>
                  <a:cubicBezTo>
                    <a:pt x="24" y="3658"/>
                    <a:pt x="1" y="3706"/>
                    <a:pt x="24" y="3765"/>
                  </a:cubicBezTo>
                  <a:lnTo>
                    <a:pt x="179" y="4611"/>
                  </a:lnTo>
                  <a:cubicBezTo>
                    <a:pt x="203" y="4670"/>
                    <a:pt x="239" y="4718"/>
                    <a:pt x="298" y="4730"/>
                  </a:cubicBezTo>
                  <a:cubicBezTo>
                    <a:pt x="542" y="4788"/>
                    <a:pt x="764" y="4813"/>
                    <a:pt x="967" y="4813"/>
                  </a:cubicBezTo>
                  <a:cubicBezTo>
                    <a:pt x="1627" y="4813"/>
                    <a:pt x="2071" y="4552"/>
                    <a:pt x="2299" y="4361"/>
                  </a:cubicBezTo>
                  <a:cubicBezTo>
                    <a:pt x="2338" y="4329"/>
                    <a:pt x="2389" y="4313"/>
                    <a:pt x="2435" y="4313"/>
                  </a:cubicBezTo>
                  <a:cubicBezTo>
                    <a:pt x="2459" y="4313"/>
                    <a:pt x="2481" y="4317"/>
                    <a:pt x="2501" y="4325"/>
                  </a:cubicBezTo>
                  <a:cubicBezTo>
                    <a:pt x="2822" y="4504"/>
                    <a:pt x="3120" y="4563"/>
                    <a:pt x="3334" y="4587"/>
                  </a:cubicBezTo>
                  <a:cubicBezTo>
                    <a:pt x="1846" y="6135"/>
                    <a:pt x="1537" y="7099"/>
                    <a:pt x="1537" y="7635"/>
                  </a:cubicBezTo>
                  <a:cubicBezTo>
                    <a:pt x="1537" y="7861"/>
                    <a:pt x="1584" y="8040"/>
                    <a:pt x="1608" y="8159"/>
                  </a:cubicBezTo>
                  <a:cubicBezTo>
                    <a:pt x="1370" y="8195"/>
                    <a:pt x="1191" y="8397"/>
                    <a:pt x="1191" y="8647"/>
                  </a:cubicBezTo>
                  <a:lnTo>
                    <a:pt x="1191" y="8849"/>
                  </a:lnTo>
                  <a:cubicBezTo>
                    <a:pt x="1001" y="8909"/>
                    <a:pt x="858" y="9111"/>
                    <a:pt x="858" y="9326"/>
                  </a:cubicBezTo>
                  <a:lnTo>
                    <a:pt x="858" y="10361"/>
                  </a:lnTo>
                  <a:cubicBezTo>
                    <a:pt x="858" y="10635"/>
                    <a:pt x="1072" y="10861"/>
                    <a:pt x="1358" y="10861"/>
                  </a:cubicBezTo>
                  <a:lnTo>
                    <a:pt x="6501" y="10861"/>
                  </a:lnTo>
                  <a:cubicBezTo>
                    <a:pt x="6775" y="10861"/>
                    <a:pt x="7002" y="10635"/>
                    <a:pt x="7002" y="10361"/>
                  </a:cubicBezTo>
                  <a:lnTo>
                    <a:pt x="7002" y="9326"/>
                  </a:lnTo>
                  <a:cubicBezTo>
                    <a:pt x="7002" y="9171"/>
                    <a:pt x="6859" y="8968"/>
                    <a:pt x="6656" y="8897"/>
                  </a:cubicBezTo>
                  <a:lnTo>
                    <a:pt x="6656" y="8695"/>
                  </a:lnTo>
                  <a:cubicBezTo>
                    <a:pt x="6656" y="8409"/>
                    <a:pt x="6442" y="8183"/>
                    <a:pt x="6156" y="8183"/>
                  </a:cubicBezTo>
                  <a:lnTo>
                    <a:pt x="5978" y="8183"/>
                  </a:lnTo>
                  <a:cubicBezTo>
                    <a:pt x="5990" y="7266"/>
                    <a:pt x="6204" y="6671"/>
                    <a:pt x="6406" y="6087"/>
                  </a:cubicBezTo>
                  <a:cubicBezTo>
                    <a:pt x="6621" y="5492"/>
                    <a:pt x="6823" y="4861"/>
                    <a:pt x="6823" y="3908"/>
                  </a:cubicBezTo>
                  <a:cubicBezTo>
                    <a:pt x="6823" y="2991"/>
                    <a:pt x="6525" y="2241"/>
                    <a:pt x="5966" y="1694"/>
                  </a:cubicBezTo>
                  <a:cubicBezTo>
                    <a:pt x="5501" y="1265"/>
                    <a:pt x="4930" y="1015"/>
                    <a:pt x="4418" y="860"/>
                  </a:cubicBezTo>
                  <a:cubicBezTo>
                    <a:pt x="4311" y="396"/>
                    <a:pt x="4061" y="182"/>
                    <a:pt x="3846" y="86"/>
                  </a:cubicBezTo>
                  <a:cubicBezTo>
                    <a:pt x="3690" y="12"/>
                    <a:pt x="3550" y="1"/>
                    <a:pt x="3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2" name="Google Shape;12862;p68"/>
            <p:cNvSpPr/>
            <p:nvPr/>
          </p:nvSpPr>
          <p:spPr>
            <a:xfrm>
              <a:off x="3913799" y="2948231"/>
              <a:ext cx="20499" cy="14960"/>
            </a:xfrm>
            <a:custGeom>
              <a:avLst/>
              <a:gdLst/>
              <a:ahLst/>
              <a:cxnLst/>
              <a:rect l="l" t="t" r="r" b="b"/>
              <a:pathLst>
                <a:path w="644" h="470" extrusionOk="0">
                  <a:moveTo>
                    <a:pt x="184" y="0"/>
                  </a:moveTo>
                  <a:cubicBezTo>
                    <a:pt x="126" y="0"/>
                    <a:pt x="73" y="27"/>
                    <a:pt x="48" y="76"/>
                  </a:cubicBezTo>
                  <a:cubicBezTo>
                    <a:pt x="1" y="148"/>
                    <a:pt x="36" y="255"/>
                    <a:pt x="108" y="291"/>
                  </a:cubicBezTo>
                  <a:cubicBezTo>
                    <a:pt x="203" y="326"/>
                    <a:pt x="286" y="386"/>
                    <a:pt x="358" y="433"/>
                  </a:cubicBezTo>
                  <a:cubicBezTo>
                    <a:pt x="394" y="445"/>
                    <a:pt x="417" y="469"/>
                    <a:pt x="453" y="469"/>
                  </a:cubicBezTo>
                  <a:cubicBezTo>
                    <a:pt x="501" y="469"/>
                    <a:pt x="560" y="433"/>
                    <a:pt x="584" y="386"/>
                  </a:cubicBezTo>
                  <a:cubicBezTo>
                    <a:pt x="644" y="326"/>
                    <a:pt x="620" y="231"/>
                    <a:pt x="537" y="183"/>
                  </a:cubicBezTo>
                  <a:cubicBezTo>
                    <a:pt x="453" y="124"/>
                    <a:pt x="358" y="64"/>
                    <a:pt x="263" y="17"/>
                  </a:cubicBezTo>
                  <a:cubicBezTo>
                    <a:pt x="237" y="6"/>
                    <a:pt x="210"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68"/>
            <p:cNvSpPr/>
            <p:nvPr/>
          </p:nvSpPr>
          <p:spPr>
            <a:xfrm>
              <a:off x="3841418" y="2956315"/>
              <a:ext cx="10631" cy="15947"/>
            </a:xfrm>
            <a:custGeom>
              <a:avLst/>
              <a:gdLst/>
              <a:ahLst/>
              <a:cxnLst/>
              <a:rect l="l" t="t" r="r" b="b"/>
              <a:pathLst>
                <a:path w="334" h="501" extrusionOk="0">
                  <a:moveTo>
                    <a:pt x="167" y="1"/>
                  </a:moveTo>
                  <a:cubicBezTo>
                    <a:pt x="72" y="1"/>
                    <a:pt x="1" y="72"/>
                    <a:pt x="1" y="167"/>
                  </a:cubicBezTo>
                  <a:lnTo>
                    <a:pt x="1" y="334"/>
                  </a:lnTo>
                  <a:cubicBezTo>
                    <a:pt x="1" y="418"/>
                    <a:pt x="72" y="501"/>
                    <a:pt x="167" y="501"/>
                  </a:cubicBezTo>
                  <a:cubicBezTo>
                    <a:pt x="251" y="501"/>
                    <a:pt x="334" y="418"/>
                    <a:pt x="334" y="334"/>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4" name="Google Shape;12864;p68"/>
          <p:cNvGrpSpPr/>
          <p:nvPr/>
        </p:nvGrpSpPr>
        <p:grpSpPr>
          <a:xfrm>
            <a:off x="2238616" y="2984331"/>
            <a:ext cx="422596" cy="310382"/>
            <a:chOff x="2278533" y="2937377"/>
            <a:chExt cx="346788" cy="254704"/>
          </a:xfrm>
        </p:grpSpPr>
        <p:sp>
          <p:nvSpPr>
            <p:cNvPr id="12865" name="Google Shape;12865;p68"/>
            <p:cNvSpPr/>
            <p:nvPr/>
          </p:nvSpPr>
          <p:spPr>
            <a:xfrm>
              <a:off x="2317557" y="2958607"/>
              <a:ext cx="270619" cy="184200"/>
            </a:xfrm>
            <a:custGeom>
              <a:avLst/>
              <a:gdLst/>
              <a:ahLst/>
              <a:cxnLst/>
              <a:rect l="l" t="t" r="r" b="b"/>
              <a:pathLst>
                <a:path w="8502" h="5787" extrusionOk="0">
                  <a:moveTo>
                    <a:pt x="2691" y="1179"/>
                  </a:moveTo>
                  <a:cubicBezTo>
                    <a:pt x="2882" y="1179"/>
                    <a:pt x="3049" y="1346"/>
                    <a:pt x="3049" y="1536"/>
                  </a:cubicBezTo>
                  <a:lnTo>
                    <a:pt x="3049" y="1881"/>
                  </a:lnTo>
                  <a:cubicBezTo>
                    <a:pt x="3049" y="2167"/>
                    <a:pt x="2810" y="2405"/>
                    <a:pt x="2525" y="2405"/>
                  </a:cubicBezTo>
                  <a:cubicBezTo>
                    <a:pt x="2227" y="2405"/>
                    <a:pt x="1989" y="2167"/>
                    <a:pt x="1989" y="1881"/>
                  </a:cubicBezTo>
                  <a:lnTo>
                    <a:pt x="1989" y="1536"/>
                  </a:lnTo>
                  <a:cubicBezTo>
                    <a:pt x="1989" y="1346"/>
                    <a:pt x="2156" y="1179"/>
                    <a:pt x="2346" y="1179"/>
                  </a:cubicBezTo>
                  <a:close/>
                  <a:moveTo>
                    <a:pt x="6787" y="1036"/>
                  </a:moveTo>
                  <a:cubicBezTo>
                    <a:pt x="6894" y="1036"/>
                    <a:pt x="6966" y="1108"/>
                    <a:pt x="6966" y="1215"/>
                  </a:cubicBezTo>
                  <a:lnTo>
                    <a:pt x="6966" y="1715"/>
                  </a:lnTo>
                  <a:cubicBezTo>
                    <a:pt x="6966" y="1774"/>
                    <a:pt x="6930" y="1834"/>
                    <a:pt x="6871" y="1870"/>
                  </a:cubicBezTo>
                  <a:cubicBezTo>
                    <a:pt x="6835" y="1893"/>
                    <a:pt x="6799" y="1941"/>
                    <a:pt x="6799" y="2000"/>
                  </a:cubicBezTo>
                  <a:lnTo>
                    <a:pt x="6799" y="2251"/>
                  </a:lnTo>
                  <a:cubicBezTo>
                    <a:pt x="6799" y="2334"/>
                    <a:pt x="6847" y="2381"/>
                    <a:pt x="6918" y="2405"/>
                  </a:cubicBezTo>
                  <a:lnTo>
                    <a:pt x="7335" y="2512"/>
                  </a:lnTo>
                  <a:cubicBezTo>
                    <a:pt x="7406" y="2524"/>
                    <a:pt x="7466" y="2596"/>
                    <a:pt x="7466" y="2691"/>
                  </a:cubicBezTo>
                  <a:lnTo>
                    <a:pt x="7466" y="2727"/>
                  </a:lnTo>
                  <a:lnTo>
                    <a:pt x="5739" y="2727"/>
                  </a:lnTo>
                  <a:lnTo>
                    <a:pt x="5739" y="2691"/>
                  </a:lnTo>
                  <a:cubicBezTo>
                    <a:pt x="5739" y="2596"/>
                    <a:pt x="5799" y="2536"/>
                    <a:pt x="5870" y="2512"/>
                  </a:cubicBezTo>
                  <a:lnTo>
                    <a:pt x="6287" y="2405"/>
                  </a:lnTo>
                  <a:cubicBezTo>
                    <a:pt x="6370" y="2381"/>
                    <a:pt x="6406" y="2334"/>
                    <a:pt x="6406" y="2251"/>
                  </a:cubicBezTo>
                  <a:lnTo>
                    <a:pt x="6406" y="2000"/>
                  </a:lnTo>
                  <a:cubicBezTo>
                    <a:pt x="6430" y="1941"/>
                    <a:pt x="6394" y="1893"/>
                    <a:pt x="6359" y="1870"/>
                  </a:cubicBezTo>
                  <a:cubicBezTo>
                    <a:pt x="6299" y="1834"/>
                    <a:pt x="6263" y="1774"/>
                    <a:pt x="6263" y="1715"/>
                  </a:cubicBezTo>
                  <a:lnTo>
                    <a:pt x="6263" y="1215"/>
                  </a:lnTo>
                  <a:cubicBezTo>
                    <a:pt x="6263" y="1108"/>
                    <a:pt x="6335" y="1036"/>
                    <a:pt x="6442" y="1036"/>
                  </a:cubicBezTo>
                  <a:close/>
                  <a:moveTo>
                    <a:pt x="8144" y="334"/>
                  </a:moveTo>
                  <a:lnTo>
                    <a:pt x="8144" y="2751"/>
                  </a:lnTo>
                  <a:lnTo>
                    <a:pt x="7787" y="2751"/>
                  </a:lnTo>
                  <a:lnTo>
                    <a:pt x="7787" y="2703"/>
                  </a:lnTo>
                  <a:cubicBezTo>
                    <a:pt x="7787" y="2477"/>
                    <a:pt x="7633" y="2274"/>
                    <a:pt x="7406" y="2215"/>
                  </a:cubicBezTo>
                  <a:lnTo>
                    <a:pt x="7109" y="2131"/>
                  </a:lnTo>
                  <a:lnTo>
                    <a:pt x="7109" y="2096"/>
                  </a:lnTo>
                  <a:cubicBezTo>
                    <a:pt x="7216" y="2000"/>
                    <a:pt x="7275" y="1870"/>
                    <a:pt x="7275" y="1715"/>
                  </a:cubicBezTo>
                  <a:lnTo>
                    <a:pt x="7275" y="1215"/>
                  </a:lnTo>
                  <a:cubicBezTo>
                    <a:pt x="7275" y="929"/>
                    <a:pt x="7049" y="703"/>
                    <a:pt x="6775" y="703"/>
                  </a:cubicBezTo>
                  <a:lnTo>
                    <a:pt x="6430" y="703"/>
                  </a:lnTo>
                  <a:cubicBezTo>
                    <a:pt x="6144" y="703"/>
                    <a:pt x="5918" y="929"/>
                    <a:pt x="5918" y="1215"/>
                  </a:cubicBezTo>
                  <a:lnTo>
                    <a:pt x="5918" y="1715"/>
                  </a:lnTo>
                  <a:cubicBezTo>
                    <a:pt x="5918" y="1870"/>
                    <a:pt x="5978" y="2000"/>
                    <a:pt x="6085" y="2096"/>
                  </a:cubicBezTo>
                  <a:lnTo>
                    <a:pt x="6085" y="2131"/>
                  </a:lnTo>
                  <a:lnTo>
                    <a:pt x="5787" y="2215"/>
                  </a:lnTo>
                  <a:cubicBezTo>
                    <a:pt x="5561" y="2274"/>
                    <a:pt x="5418" y="2465"/>
                    <a:pt x="5418" y="2703"/>
                  </a:cubicBezTo>
                  <a:lnTo>
                    <a:pt x="5418" y="2751"/>
                  </a:lnTo>
                  <a:lnTo>
                    <a:pt x="5061" y="2751"/>
                  </a:lnTo>
                  <a:lnTo>
                    <a:pt x="5061" y="334"/>
                  </a:lnTo>
                  <a:close/>
                  <a:moveTo>
                    <a:pt x="2691" y="2715"/>
                  </a:moveTo>
                  <a:lnTo>
                    <a:pt x="2691" y="2786"/>
                  </a:lnTo>
                  <a:cubicBezTo>
                    <a:pt x="2703" y="2846"/>
                    <a:pt x="2727" y="2905"/>
                    <a:pt x="2751" y="2965"/>
                  </a:cubicBezTo>
                  <a:lnTo>
                    <a:pt x="2525" y="3191"/>
                  </a:lnTo>
                  <a:lnTo>
                    <a:pt x="2513" y="3191"/>
                  </a:lnTo>
                  <a:lnTo>
                    <a:pt x="2287" y="2965"/>
                  </a:lnTo>
                  <a:cubicBezTo>
                    <a:pt x="2322" y="2929"/>
                    <a:pt x="2334" y="2870"/>
                    <a:pt x="2334" y="2810"/>
                  </a:cubicBezTo>
                  <a:lnTo>
                    <a:pt x="2334" y="2715"/>
                  </a:lnTo>
                  <a:close/>
                  <a:moveTo>
                    <a:pt x="3037" y="3143"/>
                  </a:moveTo>
                  <a:lnTo>
                    <a:pt x="3346" y="3263"/>
                  </a:lnTo>
                  <a:cubicBezTo>
                    <a:pt x="3477" y="3310"/>
                    <a:pt x="3572" y="3441"/>
                    <a:pt x="3572" y="3596"/>
                  </a:cubicBezTo>
                  <a:lnTo>
                    <a:pt x="3572" y="4608"/>
                  </a:lnTo>
                  <a:cubicBezTo>
                    <a:pt x="3572" y="4715"/>
                    <a:pt x="3501" y="4787"/>
                    <a:pt x="3394" y="4787"/>
                  </a:cubicBezTo>
                  <a:lnTo>
                    <a:pt x="2691" y="4787"/>
                  </a:lnTo>
                  <a:lnTo>
                    <a:pt x="2691" y="4596"/>
                  </a:lnTo>
                  <a:lnTo>
                    <a:pt x="3049" y="4596"/>
                  </a:lnTo>
                  <a:cubicBezTo>
                    <a:pt x="3144" y="4596"/>
                    <a:pt x="3215" y="4513"/>
                    <a:pt x="3215" y="4429"/>
                  </a:cubicBezTo>
                  <a:lnTo>
                    <a:pt x="3215" y="3917"/>
                  </a:lnTo>
                  <a:cubicBezTo>
                    <a:pt x="3215" y="3834"/>
                    <a:pt x="3144" y="3763"/>
                    <a:pt x="3049" y="3763"/>
                  </a:cubicBezTo>
                  <a:cubicBezTo>
                    <a:pt x="2965" y="3763"/>
                    <a:pt x="2882" y="3834"/>
                    <a:pt x="2882" y="3917"/>
                  </a:cubicBezTo>
                  <a:lnTo>
                    <a:pt x="2882" y="4275"/>
                  </a:lnTo>
                  <a:lnTo>
                    <a:pt x="2191" y="4275"/>
                  </a:lnTo>
                  <a:lnTo>
                    <a:pt x="2191" y="3917"/>
                  </a:lnTo>
                  <a:cubicBezTo>
                    <a:pt x="2191" y="3834"/>
                    <a:pt x="2108" y="3763"/>
                    <a:pt x="2025" y="3763"/>
                  </a:cubicBezTo>
                  <a:cubicBezTo>
                    <a:pt x="1929" y="3763"/>
                    <a:pt x="1858" y="3834"/>
                    <a:pt x="1858" y="3917"/>
                  </a:cubicBezTo>
                  <a:lnTo>
                    <a:pt x="1858" y="4429"/>
                  </a:lnTo>
                  <a:cubicBezTo>
                    <a:pt x="1858" y="4513"/>
                    <a:pt x="1929" y="4596"/>
                    <a:pt x="2025" y="4596"/>
                  </a:cubicBezTo>
                  <a:lnTo>
                    <a:pt x="2382" y="4596"/>
                  </a:lnTo>
                  <a:lnTo>
                    <a:pt x="2382" y="4787"/>
                  </a:lnTo>
                  <a:lnTo>
                    <a:pt x="1679" y="4787"/>
                  </a:lnTo>
                  <a:cubicBezTo>
                    <a:pt x="1572" y="4787"/>
                    <a:pt x="1501" y="4715"/>
                    <a:pt x="1501" y="4608"/>
                  </a:cubicBezTo>
                  <a:lnTo>
                    <a:pt x="1501" y="3596"/>
                  </a:lnTo>
                  <a:lnTo>
                    <a:pt x="1489" y="3596"/>
                  </a:lnTo>
                  <a:cubicBezTo>
                    <a:pt x="1489" y="3441"/>
                    <a:pt x="1572" y="3310"/>
                    <a:pt x="1715" y="3263"/>
                  </a:cubicBezTo>
                  <a:lnTo>
                    <a:pt x="2025" y="3143"/>
                  </a:lnTo>
                  <a:lnTo>
                    <a:pt x="2287" y="3417"/>
                  </a:lnTo>
                  <a:cubicBezTo>
                    <a:pt x="2346" y="3477"/>
                    <a:pt x="2441" y="3501"/>
                    <a:pt x="2525" y="3501"/>
                  </a:cubicBezTo>
                  <a:cubicBezTo>
                    <a:pt x="2620" y="3501"/>
                    <a:pt x="2691" y="3477"/>
                    <a:pt x="2763" y="3417"/>
                  </a:cubicBezTo>
                  <a:lnTo>
                    <a:pt x="3037" y="3143"/>
                  </a:lnTo>
                  <a:close/>
                  <a:moveTo>
                    <a:pt x="4727" y="4763"/>
                  </a:moveTo>
                  <a:lnTo>
                    <a:pt x="4727" y="5465"/>
                  </a:lnTo>
                  <a:lnTo>
                    <a:pt x="298" y="5465"/>
                  </a:lnTo>
                  <a:lnTo>
                    <a:pt x="298" y="4763"/>
                  </a:lnTo>
                  <a:lnTo>
                    <a:pt x="1191" y="4763"/>
                  </a:lnTo>
                  <a:cubicBezTo>
                    <a:pt x="1251" y="4965"/>
                    <a:pt x="1441" y="5108"/>
                    <a:pt x="1667" y="5108"/>
                  </a:cubicBezTo>
                  <a:lnTo>
                    <a:pt x="3358" y="5108"/>
                  </a:lnTo>
                  <a:cubicBezTo>
                    <a:pt x="3584" y="5108"/>
                    <a:pt x="3763" y="4965"/>
                    <a:pt x="3834" y="4763"/>
                  </a:cubicBezTo>
                  <a:close/>
                  <a:moveTo>
                    <a:pt x="6763" y="3775"/>
                  </a:moveTo>
                  <a:cubicBezTo>
                    <a:pt x="6871" y="3775"/>
                    <a:pt x="6942" y="3846"/>
                    <a:pt x="6942" y="3953"/>
                  </a:cubicBezTo>
                  <a:lnTo>
                    <a:pt x="6942" y="4453"/>
                  </a:lnTo>
                  <a:cubicBezTo>
                    <a:pt x="6942" y="4513"/>
                    <a:pt x="6918" y="4572"/>
                    <a:pt x="6859" y="4608"/>
                  </a:cubicBezTo>
                  <a:cubicBezTo>
                    <a:pt x="6811" y="4632"/>
                    <a:pt x="6787" y="4679"/>
                    <a:pt x="6787" y="4739"/>
                  </a:cubicBezTo>
                  <a:lnTo>
                    <a:pt x="6787" y="4989"/>
                  </a:lnTo>
                  <a:cubicBezTo>
                    <a:pt x="6787" y="5060"/>
                    <a:pt x="6823" y="5120"/>
                    <a:pt x="6906" y="5144"/>
                  </a:cubicBezTo>
                  <a:lnTo>
                    <a:pt x="7323" y="5251"/>
                  </a:lnTo>
                  <a:cubicBezTo>
                    <a:pt x="7394" y="5263"/>
                    <a:pt x="7454" y="5334"/>
                    <a:pt x="7454" y="5429"/>
                  </a:cubicBezTo>
                  <a:lnTo>
                    <a:pt x="7454" y="5465"/>
                  </a:lnTo>
                  <a:lnTo>
                    <a:pt x="5739" y="5465"/>
                  </a:lnTo>
                  <a:lnTo>
                    <a:pt x="5739" y="5429"/>
                  </a:lnTo>
                  <a:cubicBezTo>
                    <a:pt x="5739" y="5334"/>
                    <a:pt x="5799" y="5275"/>
                    <a:pt x="5882" y="5251"/>
                  </a:cubicBezTo>
                  <a:lnTo>
                    <a:pt x="6287" y="5144"/>
                  </a:lnTo>
                  <a:cubicBezTo>
                    <a:pt x="6370" y="5120"/>
                    <a:pt x="6406" y="5060"/>
                    <a:pt x="6406" y="4989"/>
                  </a:cubicBezTo>
                  <a:lnTo>
                    <a:pt x="6406" y="4739"/>
                  </a:lnTo>
                  <a:cubicBezTo>
                    <a:pt x="6406" y="4679"/>
                    <a:pt x="6382" y="4632"/>
                    <a:pt x="6335" y="4608"/>
                  </a:cubicBezTo>
                  <a:cubicBezTo>
                    <a:pt x="6275" y="4572"/>
                    <a:pt x="6251" y="4513"/>
                    <a:pt x="6251" y="4453"/>
                  </a:cubicBezTo>
                  <a:lnTo>
                    <a:pt x="6251" y="3953"/>
                  </a:lnTo>
                  <a:cubicBezTo>
                    <a:pt x="6251" y="3846"/>
                    <a:pt x="6323" y="3775"/>
                    <a:pt x="6430" y="3775"/>
                  </a:cubicBezTo>
                  <a:close/>
                  <a:moveTo>
                    <a:pt x="8156" y="3060"/>
                  </a:moveTo>
                  <a:lnTo>
                    <a:pt x="8156" y="5465"/>
                  </a:lnTo>
                  <a:lnTo>
                    <a:pt x="7799" y="5465"/>
                  </a:lnTo>
                  <a:lnTo>
                    <a:pt x="7799" y="5429"/>
                  </a:lnTo>
                  <a:cubicBezTo>
                    <a:pt x="7799" y="5203"/>
                    <a:pt x="7644" y="4989"/>
                    <a:pt x="7430" y="4929"/>
                  </a:cubicBezTo>
                  <a:lnTo>
                    <a:pt x="7132" y="4858"/>
                  </a:lnTo>
                  <a:lnTo>
                    <a:pt x="7132" y="4810"/>
                  </a:lnTo>
                  <a:cubicBezTo>
                    <a:pt x="7228" y="4727"/>
                    <a:pt x="7287" y="4596"/>
                    <a:pt x="7287" y="4441"/>
                  </a:cubicBezTo>
                  <a:lnTo>
                    <a:pt x="7287" y="3941"/>
                  </a:lnTo>
                  <a:cubicBezTo>
                    <a:pt x="7287" y="3655"/>
                    <a:pt x="7073" y="3429"/>
                    <a:pt x="6787" y="3429"/>
                  </a:cubicBezTo>
                  <a:lnTo>
                    <a:pt x="6442" y="3429"/>
                  </a:lnTo>
                  <a:cubicBezTo>
                    <a:pt x="6156" y="3429"/>
                    <a:pt x="5942" y="3655"/>
                    <a:pt x="5942" y="3941"/>
                  </a:cubicBezTo>
                  <a:lnTo>
                    <a:pt x="5942" y="4441"/>
                  </a:lnTo>
                  <a:cubicBezTo>
                    <a:pt x="5942" y="4596"/>
                    <a:pt x="6001" y="4727"/>
                    <a:pt x="6097" y="4810"/>
                  </a:cubicBezTo>
                  <a:lnTo>
                    <a:pt x="6097" y="4858"/>
                  </a:lnTo>
                  <a:lnTo>
                    <a:pt x="5799" y="4929"/>
                  </a:lnTo>
                  <a:cubicBezTo>
                    <a:pt x="5585" y="4989"/>
                    <a:pt x="5430" y="5191"/>
                    <a:pt x="5430" y="5429"/>
                  </a:cubicBezTo>
                  <a:lnTo>
                    <a:pt x="5430" y="5465"/>
                  </a:lnTo>
                  <a:lnTo>
                    <a:pt x="5073" y="5465"/>
                  </a:lnTo>
                  <a:lnTo>
                    <a:pt x="5073" y="3060"/>
                  </a:lnTo>
                  <a:close/>
                  <a:moveTo>
                    <a:pt x="167" y="0"/>
                  </a:moveTo>
                  <a:cubicBezTo>
                    <a:pt x="72" y="0"/>
                    <a:pt x="1" y="84"/>
                    <a:pt x="1" y="167"/>
                  </a:cubicBezTo>
                  <a:lnTo>
                    <a:pt x="1" y="5620"/>
                  </a:lnTo>
                  <a:cubicBezTo>
                    <a:pt x="1" y="5703"/>
                    <a:pt x="72" y="5787"/>
                    <a:pt x="167" y="5787"/>
                  </a:cubicBezTo>
                  <a:lnTo>
                    <a:pt x="8335" y="5787"/>
                  </a:lnTo>
                  <a:cubicBezTo>
                    <a:pt x="8418" y="5787"/>
                    <a:pt x="8502" y="5703"/>
                    <a:pt x="8502" y="5620"/>
                  </a:cubicBezTo>
                  <a:lnTo>
                    <a:pt x="8502" y="167"/>
                  </a:lnTo>
                  <a:cubicBezTo>
                    <a:pt x="8466" y="84"/>
                    <a:pt x="8395" y="24"/>
                    <a:pt x="8311" y="24"/>
                  </a:cubicBezTo>
                  <a:lnTo>
                    <a:pt x="1334" y="24"/>
                  </a:lnTo>
                  <a:cubicBezTo>
                    <a:pt x="1251" y="24"/>
                    <a:pt x="1167" y="95"/>
                    <a:pt x="1167" y="191"/>
                  </a:cubicBezTo>
                  <a:cubicBezTo>
                    <a:pt x="1167" y="274"/>
                    <a:pt x="1251" y="346"/>
                    <a:pt x="1334" y="346"/>
                  </a:cubicBezTo>
                  <a:lnTo>
                    <a:pt x="4763" y="346"/>
                  </a:lnTo>
                  <a:lnTo>
                    <a:pt x="4763" y="4453"/>
                  </a:lnTo>
                  <a:lnTo>
                    <a:pt x="3882" y="4453"/>
                  </a:lnTo>
                  <a:lnTo>
                    <a:pt x="3882" y="3608"/>
                  </a:lnTo>
                  <a:cubicBezTo>
                    <a:pt x="3882" y="3346"/>
                    <a:pt x="3703" y="3084"/>
                    <a:pt x="3453" y="2977"/>
                  </a:cubicBezTo>
                  <a:lnTo>
                    <a:pt x="3037" y="2822"/>
                  </a:lnTo>
                  <a:lnTo>
                    <a:pt x="3037" y="2798"/>
                  </a:lnTo>
                  <a:lnTo>
                    <a:pt x="3037" y="2572"/>
                  </a:lnTo>
                  <a:cubicBezTo>
                    <a:pt x="3239" y="2417"/>
                    <a:pt x="3382" y="2167"/>
                    <a:pt x="3382" y="1893"/>
                  </a:cubicBezTo>
                  <a:lnTo>
                    <a:pt x="3382" y="1560"/>
                  </a:lnTo>
                  <a:cubicBezTo>
                    <a:pt x="3382" y="1179"/>
                    <a:pt x="3084" y="881"/>
                    <a:pt x="2703" y="881"/>
                  </a:cubicBezTo>
                  <a:lnTo>
                    <a:pt x="2370" y="881"/>
                  </a:lnTo>
                  <a:cubicBezTo>
                    <a:pt x="1989" y="881"/>
                    <a:pt x="1691" y="1179"/>
                    <a:pt x="1691" y="1560"/>
                  </a:cubicBezTo>
                  <a:lnTo>
                    <a:pt x="1691" y="1893"/>
                  </a:lnTo>
                  <a:cubicBezTo>
                    <a:pt x="1691" y="2179"/>
                    <a:pt x="1834" y="2417"/>
                    <a:pt x="2037" y="2572"/>
                  </a:cubicBezTo>
                  <a:lnTo>
                    <a:pt x="2037" y="2810"/>
                  </a:lnTo>
                  <a:lnTo>
                    <a:pt x="2037" y="2822"/>
                  </a:lnTo>
                  <a:lnTo>
                    <a:pt x="1620" y="2989"/>
                  </a:lnTo>
                  <a:cubicBezTo>
                    <a:pt x="1370" y="3084"/>
                    <a:pt x="1191" y="3346"/>
                    <a:pt x="1191" y="3608"/>
                  </a:cubicBezTo>
                  <a:lnTo>
                    <a:pt x="1191" y="4453"/>
                  </a:lnTo>
                  <a:lnTo>
                    <a:pt x="310" y="4453"/>
                  </a:lnTo>
                  <a:lnTo>
                    <a:pt x="310" y="334"/>
                  </a:lnTo>
                  <a:lnTo>
                    <a:pt x="667" y="334"/>
                  </a:lnTo>
                  <a:cubicBezTo>
                    <a:pt x="763" y="334"/>
                    <a:pt x="834" y="262"/>
                    <a:pt x="834" y="167"/>
                  </a:cubicBezTo>
                  <a:cubicBezTo>
                    <a:pt x="834" y="84"/>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6" name="Google Shape;12866;p68"/>
            <p:cNvSpPr/>
            <p:nvPr/>
          </p:nvSpPr>
          <p:spPr>
            <a:xfrm>
              <a:off x="2278533" y="2937377"/>
              <a:ext cx="346788" cy="254704"/>
            </a:xfrm>
            <a:custGeom>
              <a:avLst/>
              <a:gdLst/>
              <a:ahLst/>
              <a:cxnLst/>
              <a:rect l="l" t="t" r="r" b="b"/>
              <a:pathLst>
                <a:path w="10895" h="8002" extrusionOk="0">
                  <a:moveTo>
                    <a:pt x="9871" y="310"/>
                  </a:moveTo>
                  <a:cubicBezTo>
                    <a:pt x="9978" y="310"/>
                    <a:pt x="10049" y="393"/>
                    <a:pt x="10049" y="489"/>
                  </a:cubicBezTo>
                  <a:lnTo>
                    <a:pt x="10049" y="6799"/>
                  </a:lnTo>
                  <a:lnTo>
                    <a:pt x="9692" y="6799"/>
                  </a:lnTo>
                  <a:cubicBezTo>
                    <a:pt x="9609" y="6799"/>
                    <a:pt x="9525" y="6882"/>
                    <a:pt x="9525" y="6966"/>
                  </a:cubicBezTo>
                  <a:cubicBezTo>
                    <a:pt x="9525" y="7061"/>
                    <a:pt x="9609" y="7132"/>
                    <a:pt x="9692" y="7132"/>
                  </a:cubicBezTo>
                  <a:lnTo>
                    <a:pt x="10537" y="7132"/>
                  </a:lnTo>
                  <a:cubicBezTo>
                    <a:pt x="10537" y="7132"/>
                    <a:pt x="10561" y="7132"/>
                    <a:pt x="10561" y="7144"/>
                  </a:cubicBezTo>
                  <a:lnTo>
                    <a:pt x="10561" y="7490"/>
                  </a:lnTo>
                  <a:cubicBezTo>
                    <a:pt x="10573" y="7585"/>
                    <a:pt x="10478" y="7668"/>
                    <a:pt x="10394" y="7668"/>
                  </a:cubicBezTo>
                  <a:lnTo>
                    <a:pt x="512" y="7668"/>
                  </a:lnTo>
                  <a:cubicBezTo>
                    <a:pt x="405" y="7668"/>
                    <a:pt x="334" y="7597"/>
                    <a:pt x="334" y="7490"/>
                  </a:cubicBezTo>
                  <a:lnTo>
                    <a:pt x="334" y="7144"/>
                  </a:lnTo>
                  <a:cubicBezTo>
                    <a:pt x="334" y="7144"/>
                    <a:pt x="334" y="7132"/>
                    <a:pt x="346" y="7132"/>
                  </a:cubicBezTo>
                  <a:lnTo>
                    <a:pt x="9037" y="7132"/>
                  </a:lnTo>
                  <a:cubicBezTo>
                    <a:pt x="9132" y="7132"/>
                    <a:pt x="9204" y="7061"/>
                    <a:pt x="9204" y="6966"/>
                  </a:cubicBezTo>
                  <a:cubicBezTo>
                    <a:pt x="9204" y="6882"/>
                    <a:pt x="9132" y="6799"/>
                    <a:pt x="9037" y="6799"/>
                  </a:cubicBezTo>
                  <a:lnTo>
                    <a:pt x="858" y="6799"/>
                  </a:lnTo>
                  <a:lnTo>
                    <a:pt x="858" y="489"/>
                  </a:lnTo>
                  <a:cubicBezTo>
                    <a:pt x="858" y="393"/>
                    <a:pt x="929" y="310"/>
                    <a:pt x="1036" y="310"/>
                  </a:cubicBezTo>
                  <a:close/>
                  <a:moveTo>
                    <a:pt x="1012" y="0"/>
                  </a:moveTo>
                  <a:cubicBezTo>
                    <a:pt x="738" y="0"/>
                    <a:pt x="512" y="227"/>
                    <a:pt x="512" y="512"/>
                  </a:cubicBezTo>
                  <a:lnTo>
                    <a:pt x="512" y="6823"/>
                  </a:lnTo>
                  <a:lnTo>
                    <a:pt x="334" y="6823"/>
                  </a:lnTo>
                  <a:cubicBezTo>
                    <a:pt x="155" y="6823"/>
                    <a:pt x="0" y="6966"/>
                    <a:pt x="0" y="7144"/>
                  </a:cubicBezTo>
                  <a:lnTo>
                    <a:pt x="0" y="7490"/>
                  </a:lnTo>
                  <a:cubicBezTo>
                    <a:pt x="0" y="7775"/>
                    <a:pt x="226" y="8001"/>
                    <a:pt x="512" y="8001"/>
                  </a:cubicBezTo>
                  <a:lnTo>
                    <a:pt x="10394" y="8001"/>
                  </a:lnTo>
                  <a:cubicBezTo>
                    <a:pt x="10680" y="8001"/>
                    <a:pt x="10894" y="7775"/>
                    <a:pt x="10894" y="7490"/>
                  </a:cubicBezTo>
                  <a:lnTo>
                    <a:pt x="10894" y="7144"/>
                  </a:lnTo>
                  <a:cubicBezTo>
                    <a:pt x="10883" y="6966"/>
                    <a:pt x="10728" y="6823"/>
                    <a:pt x="10561" y="6823"/>
                  </a:cubicBezTo>
                  <a:lnTo>
                    <a:pt x="10383" y="6823"/>
                  </a:lnTo>
                  <a:lnTo>
                    <a:pt x="10383" y="512"/>
                  </a:lnTo>
                  <a:cubicBezTo>
                    <a:pt x="10383" y="227"/>
                    <a:pt x="10156" y="0"/>
                    <a:pt x="9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67" name="Google Shape;12867;p68"/>
          <p:cNvSpPr/>
          <p:nvPr/>
        </p:nvSpPr>
        <p:spPr>
          <a:xfrm>
            <a:off x="3227863" y="2967328"/>
            <a:ext cx="347552" cy="346438"/>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68" name="Google Shape;12868;p68"/>
          <p:cNvGrpSpPr/>
          <p:nvPr/>
        </p:nvGrpSpPr>
        <p:grpSpPr>
          <a:xfrm>
            <a:off x="1836637" y="2967710"/>
            <a:ext cx="286152" cy="346438"/>
            <a:chOff x="1836637" y="2891510"/>
            <a:chExt cx="286152" cy="346438"/>
          </a:xfrm>
        </p:grpSpPr>
        <p:sp>
          <p:nvSpPr>
            <p:cNvPr id="12869" name="Google Shape;12869;p68"/>
            <p:cNvSpPr/>
            <p:nvPr/>
          </p:nvSpPr>
          <p:spPr>
            <a:xfrm>
              <a:off x="1836637" y="3059413"/>
              <a:ext cx="286152" cy="178534"/>
            </a:xfrm>
            <a:custGeom>
              <a:avLst/>
              <a:gdLst/>
              <a:ahLst/>
              <a:cxnLst/>
              <a:rect l="l" t="t" r="r" b="b"/>
              <a:pathLst>
                <a:path w="8990" h="5609" extrusionOk="0">
                  <a:moveTo>
                    <a:pt x="3072" y="322"/>
                  </a:moveTo>
                  <a:cubicBezTo>
                    <a:pt x="3156" y="322"/>
                    <a:pt x="3251" y="357"/>
                    <a:pt x="3322" y="429"/>
                  </a:cubicBezTo>
                  <a:cubicBezTo>
                    <a:pt x="3382" y="488"/>
                    <a:pt x="3430" y="572"/>
                    <a:pt x="3430" y="679"/>
                  </a:cubicBezTo>
                  <a:lnTo>
                    <a:pt x="3430" y="1108"/>
                  </a:lnTo>
                  <a:cubicBezTo>
                    <a:pt x="3406" y="1286"/>
                    <a:pt x="3311" y="1453"/>
                    <a:pt x="3144" y="1560"/>
                  </a:cubicBezTo>
                  <a:cubicBezTo>
                    <a:pt x="3096" y="1584"/>
                    <a:pt x="3072" y="1631"/>
                    <a:pt x="3072" y="1691"/>
                  </a:cubicBezTo>
                  <a:lnTo>
                    <a:pt x="3072" y="1870"/>
                  </a:lnTo>
                  <a:lnTo>
                    <a:pt x="2715" y="1870"/>
                  </a:lnTo>
                  <a:lnTo>
                    <a:pt x="2715" y="1691"/>
                  </a:lnTo>
                  <a:cubicBezTo>
                    <a:pt x="2715" y="1631"/>
                    <a:pt x="2679" y="1584"/>
                    <a:pt x="2632" y="1560"/>
                  </a:cubicBezTo>
                  <a:cubicBezTo>
                    <a:pt x="2477" y="1465"/>
                    <a:pt x="2370" y="1286"/>
                    <a:pt x="2370" y="1108"/>
                  </a:cubicBezTo>
                  <a:lnTo>
                    <a:pt x="2370" y="679"/>
                  </a:lnTo>
                  <a:cubicBezTo>
                    <a:pt x="2370" y="488"/>
                    <a:pt x="2537" y="322"/>
                    <a:pt x="2727" y="322"/>
                  </a:cubicBezTo>
                  <a:close/>
                  <a:moveTo>
                    <a:pt x="6132" y="322"/>
                  </a:moveTo>
                  <a:cubicBezTo>
                    <a:pt x="6228" y="322"/>
                    <a:pt x="6311" y="357"/>
                    <a:pt x="6382" y="429"/>
                  </a:cubicBezTo>
                  <a:cubicBezTo>
                    <a:pt x="6442" y="488"/>
                    <a:pt x="6489" y="572"/>
                    <a:pt x="6489" y="679"/>
                  </a:cubicBezTo>
                  <a:lnTo>
                    <a:pt x="6489" y="1108"/>
                  </a:lnTo>
                  <a:cubicBezTo>
                    <a:pt x="6478" y="1286"/>
                    <a:pt x="6370" y="1453"/>
                    <a:pt x="6204" y="1560"/>
                  </a:cubicBezTo>
                  <a:cubicBezTo>
                    <a:pt x="6168" y="1584"/>
                    <a:pt x="6132" y="1631"/>
                    <a:pt x="6132" y="1691"/>
                  </a:cubicBezTo>
                  <a:lnTo>
                    <a:pt x="6132" y="1870"/>
                  </a:lnTo>
                  <a:lnTo>
                    <a:pt x="5775" y="1870"/>
                  </a:lnTo>
                  <a:lnTo>
                    <a:pt x="5775" y="1691"/>
                  </a:lnTo>
                  <a:cubicBezTo>
                    <a:pt x="5775" y="1631"/>
                    <a:pt x="5751" y="1584"/>
                    <a:pt x="5704" y="1560"/>
                  </a:cubicBezTo>
                  <a:cubicBezTo>
                    <a:pt x="5537" y="1465"/>
                    <a:pt x="5430" y="1286"/>
                    <a:pt x="5430" y="1108"/>
                  </a:cubicBezTo>
                  <a:lnTo>
                    <a:pt x="5430" y="679"/>
                  </a:lnTo>
                  <a:cubicBezTo>
                    <a:pt x="5430" y="488"/>
                    <a:pt x="5597" y="322"/>
                    <a:pt x="5787" y="322"/>
                  </a:cubicBezTo>
                  <a:close/>
                  <a:moveTo>
                    <a:pt x="1536" y="2024"/>
                  </a:moveTo>
                  <a:cubicBezTo>
                    <a:pt x="1620" y="2024"/>
                    <a:pt x="1715" y="2048"/>
                    <a:pt x="1787" y="2120"/>
                  </a:cubicBezTo>
                  <a:cubicBezTo>
                    <a:pt x="1846" y="2179"/>
                    <a:pt x="1894" y="2274"/>
                    <a:pt x="1894" y="2382"/>
                  </a:cubicBezTo>
                  <a:lnTo>
                    <a:pt x="1894" y="2810"/>
                  </a:lnTo>
                  <a:lnTo>
                    <a:pt x="1882" y="2810"/>
                  </a:lnTo>
                  <a:cubicBezTo>
                    <a:pt x="1882" y="2989"/>
                    <a:pt x="1775" y="3167"/>
                    <a:pt x="1608" y="3251"/>
                  </a:cubicBezTo>
                  <a:cubicBezTo>
                    <a:pt x="1560" y="3286"/>
                    <a:pt x="1536" y="3334"/>
                    <a:pt x="1536" y="3382"/>
                  </a:cubicBezTo>
                  <a:lnTo>
                    <a:pt x="1536" y="3572"/>
                  </a:lnTo>
                  <a:lnTo>
                    <a:pt x="1179" y="3572"/>
                  </a:lnTo>
                  <a:lnTo>
                    <a:pt x="1179" y="3382"/>
                  </a:lnTo>
                  <a:cubicBezTo>
                    <a:pt x="1179" y="3334"/>
                    <a:pt x="1144" y="3286"/>
                    <a:pt x="1108" y="3251"/>
                  </a:cubicBezTo>
                  <a:cubicBezTo>
                    <a:pt x="941" y="3167"/>
                    <a:pt x="834" y="2989"/>
                    <a:pt x="834" y="2810"/>
                  </a:cubicBezTo>
                  <a:lnTo>
                    <a:pt x="834" y="2382"/>
                  </a:lnTo>
                  <a:cubicBezTo>
                    <a:pt x="834" y="2179"/>
                    <a:pt x="1001" y="2024"/>
                    <a:pt x="1191" y="2024"/>
                  </a:cubicBezTo>
                  <a:close/>
                  <a:moveTo>
                    <a:pt x="4596" y="2024"/>
                  </a:moveTo>
                  <a:cubicBezTo>
                    <a:pt x="4692" y="2024"/>
                    <a:pt x="4775" y="2048"/>
                    <a:pt x="4858" y="2120"/>
                  </a:cubicBezTo>
                  <a:cubicBezTo>
                    <a:pt x="4918" y="2179"/>
                    <a:pt x="4954" y="2274"/>
                    <a:pt x="4954" y="2382"/>
                  </a:cubicBezTo>
                  <a:lnTo>
                    <a:pt x="4954" y="2810"/>
                  </a:lnTo>
                  <a:cubicBezTo>
                    <a:pt x="4942" y="3001"/>
                    <a:pt x="4835" y="3167"/>
                    <a:pt x="4680" y="3251"/>
                  </a:cubicBezTo>
                  <a:cubicBezTo>
                    <a:pt x="4632" y="3286"/>
                    <a:pt x="4596" y="3334"/>
                    <a:pt x="4596" y="3382"/>
                  </a:cubicBezTo>
                  <a:lnTo>
                    <a:pt x="4596" y="3572"/>
                  </a:lnTo>
                  <a:lnTo>
                    <a:pt x="4239" y="3572"/>
                  </a:lnTo>
                  <a:lnTo>
                    <a:pt x="4239" y="3382"/>
                  </a:lnTo>
                  <a:cubicBezTo>
                    <a:pt x="4239" y="3334"/>
                    <a:pt x="4215" y="3286"/>
                    <a:pt x="4168" y="3251"/>
                  </a:cubicBezTo>
                  <a:cubicBezTo>
                    <a:pt x="4001" y="3167"/>
                    <a:pt x="3906" y="2989"/>
                    <a:pt x="3906" y="2810"/>
                  </a:cubicBezTo>
                  <a:lnTo>
                    <a:pt x="3906" y="2382"/>
                  </a:lnTo>
                  <a:cubicBezTo>
                    <a:pt x="3906" y="2179"/>
                    <a:pt x="4061" y="2024"/>
                    <a:pt x="4263" y="2024"/>
                  </a:cubicBezTo>
                  <a:close/>
                  <a:moveTo>
                    <a:pt x="7668" y="2024"/>
                  </a:moveTo>
                  <a:cubicBezTo>
                    <a:pt x="7752" y="2024"/>
                    <a:pt x="7847" y="2048"/>
                    <a:pt x="7918" y="2120"/>
                  </a:cubicBezTo>
                  <a:cubicBezTo>
                    <a:pt x="7978" y="2179"/>
                    <a:pt x="8025" y="2274"/>
                    <a:pt x="8025" y="2382"/>
                  </a:cubicBezTo>
                  <a:lnTo>
                    <a:pt x="8025" y="2810"/>
                  </a:lnTo>
                  <a:cubicBezTo>
                    <a:pt x="8013" y="3001"/>
                    <a:pt x="7906" y="3167"/>
                    <a:pt x="7740" y="3251"/>
                  </a:cubicBezTo>
                  <a:cubicBezTo>
                    <a:pt x="7692" y="3286"/>
                    <a:pt x="7668" y="3334"/>
                    <a:pt x="7668" y="3382"/>
                  </a:cubicBezTo>
                  <a:lnTo>
                    <a:pt x="7668" y="3572"/>
                  </a:lnTo>
                  <a:lnTo>
                    <a:pt x="7311" y="3572"/>
                  </a:lnTo>
                  <a:lnTo>
                    <a:pt x="7311" y="3382"/>
                  </a:lnTo>
                  <a:cubicBezTo>
                    <a:pt x="7311" y="3334"/>
                    <a:pt x="7275" y="3286"/>
                    <a:pt x="7240" y="3251"/>
                  </a:cubicBezTo>
                  <a:cubicBezTo>
                    <a:pt x="7073" y="3167"/>
                    <a:pt x="6966" y="2989"/>
                    <a:pt x="6966" y="2810"/>
                  </a:cubicBezTo>
                  <a:lnTo>
                    <a:pt x="6966" y="2382"/>
                  </a:lnTo>
                  <a:cubicBezTo>
                    <a:pt x="6966" y="2179"/>
                    <a:pt x="7132" y="2024"/>
                    <a:pt x="7323" y="2024"/>
                  </a:cubicBezTo>
                  <a:close/>
                  <a:moveTo>
                    <a:pt x="2715" y="0"/>
                  </a:moveTo>
                  <a:cubicBezTo>
                    <a:pt x="2334" y="0"/>
                    <a:pt x="2037" y="298"/>
                    <a:pt x="2037" y="667"/>
                  </a:cubicBezTo>
                  <a:lnTo>
                    <a:pt x="2037" y="1096"/>
                  </a:lnTo>
                  <a:cubicBezTo>
                    <a:pt x="2037" y="1370"/>
                    <a:pt x="2179" y="1620"/>
                    <a:pt x="2382" y="1762"/>
                  </a:cubicBezTo>
                  <a:lnTo>
                    <a:pt x="2382" y="1917"/>
                  </a:lnTo>
                  <a:lnTo>
                    <a:pt x="2096" y="2036"/>
                  </a:lnTo>
                  <a:cubicBezTo>
                    <a:pt x="2072" y="1989"/>
                    <a:pt x="2037" y="1941"/>
                    <a:pt x="2001" y="1905"/>
                  </a:cubicBezTo>
                  <a:cubicBezTo>
                    <a:pt x="1858" y="1786"/>
                    <a:pt x="1703" y="1703"/>
                    <a:pt x="1525" y="1703"/>
                  </a:cubicBezTo>
                  <a:lnTo>
                    <a:pt x="1179" y="1703"/>
                  </a:lnTo>
                  <a:cubicBezTo>
                    <a:pt x="810" y="1703"/>
                    <a:pt x="513" y="2001"/>
                    <a:pt x="513" y="2382"/>
                  </a:cubicBezTo>
                  <a:lnTo>
                    <a:pt x="513" y="2810"/>
                  </a:lnTo>
                  <a:cubicBezTo>
                    <a:pt x="513" y="3072"/>
                    <a:pt x="644" y="3334"/>
                    <a:pt x="846" y="3477"/>
                  </a:cubicBezTo>
                  <a:lnTo>
                    <a:pt x="846" y="3632"/>
                  </a:lnTo>
                  <a:lnTo>
                    <a:pt x="417" y="3810"/>
                  </a:lnTo>
                  <a:cubicBezTo>
                    <a:pt x="167" y="3906"/>
                    <a:pt x="1" y="4144"/>
                    <a:pt x="1" y="4429"/>
                  </a:cubicBezTo>
                  <a:lnTo>
                    <a:pt x="1" y="5441"/>
                  </a:lnTo>
                  <a:cubicBezTo>
                    <a:pt x="1" y="5537"/>
                    <a:pt x="72" y="5608"/>
                    <a:pt x="167" y="5608"/>
                  </a:cubicBezTo>
                  <a:cubicBezTo>
                    <a:pt x="251" y="5608"/>
                    <a:pt x="334" y="5537"/>
                    <a:pt x="334" y="5441"/>
                  </a:cubicBezTo>
                  <a:lnTo>
                    <a:pt x="334" y="4429"/>
                  </a:lnTo>
                  <a:cubicBezTo>
                    <a:pt x="334" y="4287"/>
                    <a:pt x="417" y="4167"/>
                    <a:pt x="548" y="4108"/>
                  </a:cubicBezTo>
                  <a:lnTo>
                    <a:pt x="1060" y="3906"/>
                  </a:lnTo>
                  <a:lnTo>
                    <a:pt x="1679" y="3906"/>
                  </a:lnTo>
                  <a:lnTo>
                    <a:pt x="2191" y="4108"/>
                  </a:lnTo>
                  <a:cubicBezTo>
                    <a:pt x="2322" y="4167"/>
                    <a:pt x="2418" y="4287"/>
                    <a:pt x="2418" y="4429"/>
                  </a:cubicBezTo>
                  <a:lnTo>
                    <a:pt x="2418" y="5441"/>
                  </a:lnTo>
                  <a:cubicBezTo>
                    <a:pt x="2418" y="5537"/>
                    <a:pt x="2489" y="5608"/>
                    <a:pt x="2572" y="5608"/>
                  </a:cubicBezTo>
                  <a:cubicBezTo>
                    <a:pt x="2668" y="5608"/>
                    <a:pt x="2739" y="5537"/>
                    <a:pt x="2739" y="5441"/>
                  </a:cubicBezTo>
                  <a:lnTo>
                    <a:pt x="2739" y="4429"/>
                  </a:lnTo>
                  <a:cubicBezTo>
                    <a:pt x="2739" y="4144"/>
                    <a:pt x="2572" y="3906"/>
                    <a:pt x="2322" y="3810"/>
                  </a:cubicBezTo>
                  <a:lnTo>
                    <a:pt x="1894" y="3632"/>
                  </a:lnTo>
                  <a:lnTo>
                    <a:pt x="1894" y="3477"/>
                  </a:lnTo>
                  <a:cubicBezTo>
                    <a:pt x="2096" y="3310"/>
                    <a:pt x="2239" y="3072"/>
                    <a:pt x="2239" y="2810"/>
                  </a:cubicBezTo>
                  <a:lnTo>
                    <a:pt x="2239" y="2382"/>
                  </a:lnTo>
                  <a:lnTo>
                    <a:pt x="2239" y="2346"/>
                  </a:lnTo>
                  <a:lnTo>
                    <a:pt x="2620" y="2191"/>
                  </a:lnTo>
                  <a:lnTo>
                    <a:pt x="3251" y="2191"/>
                  </a:lnTo>
                  <a:lnTo>
                    <a:pt x="3632" y="2346"/>
                  </a:lnTo>
                  <a:lnTo>
                    <a:pt x="3632" y="2382"/>
                  </a:lnTo>
                  <a:lnTo>
                    <a:pt x="3632" y="2810"/>
                  </a:lnTo>
                  <a:cubicBezTo>
                    <a:pt x="3632" y="3072"/>
                    <a:pt x="3763" y="3334"/>
                    <a:pt x="3977" y="3477"/>
                  </a:cubicBezTo>
                  <a:lnTo>
                    <a:pt x="3977" y="3632"/>
                  </a:lnTo>
                  <a:lnTo>
                    <a:pt x="3549" y="3810"/>
                  </a:lnTo>
                  <a:cubicBezTo>
                    <a:pt x="3287" y="3906"/>
                    <a:pt x="3132" y="4144"/>
                    <a:pt x="3132" y="4429"/>
                  </a:cubicBezTo>
                  <a:lnTo>
                    <a:pt x="3132" y="5441"/>
                  </a:lnTo>
                  <a:cubicBezTo>
                    <a:pt x="3132" y="5537"/>
                    <a:pt x="3203" y="5608"/>
                    <a:pt x="3287" y="5608"/>
                  </a:cubicBezTo>
                  <a:cubicBezTo>
                    <a:pt x="3382" y="5608"/>
                    <a:pt x="3453" y="5537"/>
                    <a:pt x="3453" y="5441"/>
                  </a:cubicBezTo>
                  <a:lnTo>
                    <a:pt x="3453" y="4429"/>
                  </a:lnTo>
                  <a:cubicBezTo>
                    <a:pt x="3453" y="4287"/>
                    <a:pt x="3549" y="4167"/>
                    <a:pt x="3680" y="4108"/>
                  </a:cubicBezTo>
                  <a:lnTo>
                    <a:pt x="4180" y="3906"/>
                  </a:lnTo>
                  <a:lnTo>
                    <a:pt x="4811" y="3906"/>
                  </a:lnTo>
                  <a:lnTo>
                    <a:pt x="5311" y="4108"/>
                  </a:lnTo>
                  <a:cubicBezTo>
                    <a:pt x="5454" y="4167"/>
                    <a:pt x="5537" y="4287"/>
                    <a:pt x="5537" y="4429"/>
                  </a:cubicBezTo>
                  <a:lnTo>
                    <a:pt x="5537" y="5441"/>
                  </a:lnTo>
                  <a:cubicBezTo>
                    <a:pt x="5537" y="5537"/>
                    <a:pt x="5608" y="5608"/>
                    <a:pt x="5704" y="5608"/>
                  </a:cubicBezTo>
                  <a:cubicBezTo>
                    <a:pt x="5787" y="5608"/>
                    <a:pt x="5870" y="5537"/>
                    <a:pt x="5870" y="5441"/>
                  </a:cubicBezTo>
                  <a:lnTo>
                    <a:pt x="5870" y="4429"/>
                  </a:lnTo>
                  <a:cubicBezTo>
                    <a:pt x="5870" y="4144"/>
                    <a:pt x="5704" y="3906"/>
                    <a:pt x="5454" y="3810"/>
                  </a:cubicBezTo>
                  <a:lnTo>
                    <a:pt x="5013" y="3632"/>
                  </a:lnTo>
                  <a:lnTo>
                    <a:pt x="5013" y="3477"/>
                  </a:lnTo>
                  <a:cubicBezTo>
                    <a:pt x="5227" y="3310"/>
                    <a:pt x="5358" y="3072"/>
                    <a:pt x="5358" y="2810"/>
                  </a:cubicBezTo>
                  <a:lnTo>
                    <a:pt x="5358" y="2382"/>
                  </a:lnTo>
                  <a:lnTo>
                    <a:pt x="5358" y="2346"/>
                  </a:lnTo>
                  <a:lnTo>
                    <a:pt x="5751" y="2191"/>
                  </a:lnTo>
                  <a:lnTo>
                    <a:pt x="6370" y="2191"/>
                  </a:lnTo>
                  <a:lnTo>
                    <a:pt x="6763" y="2346"/>
                  </a:lnTo>
                  <a:lnTo>
                    <a:pt x="6763" y="2382"/>
                  </a:lnTo>
                  <a:lnTo>
                    <a:pt x="6763" y="2810"/>
                  </a:lnTo>
                  <a:cubicBezTo>
                    <a:pt x="6763" y="3072"/>
                    <a:pt x="6894" y="3334"/>
                    <a:pt x="7097" y="3477"/>
                  </a:cubicBezTo>
                  <a:lnTo>
                    <a:pt x="7097" y="3632"/>
                  </a:lnTo>
                  <a:lnTo>
                    <a:pt x="6668" y="3810"/>
                  </a:lnTo>
                  <a:cubicBezTo>
                    <a:pt x="6418" y="3906"/>
                    <a:pt x="6251" y="4144"/>
                    <a:pt x="6251" y="4429"/>
                  </a:cubicBezTo>
                  <a:lnTo>
                    <a:pt x="6251" y="5441"/>
                  </a:lnTo>
                  <a:cubicBezTo>
                    <a:pt x="6251" y="5537"/>
                    <a:pt x="6323" y="5608"/>
                    <a:pt x="6418" y="5608"/>
                  </a:cubicBezTo>
                  <a:cubicBezTo>
                    <a:pt x="6501" y="5608"/>
                    <a:pt x="6585" y="5537"/>
                    <a:pt x="6585" y="5441"/>
                  </a:cubicBezTo>
                  <a:lnTo>
                    <a:pt x="6585" y="4429"/>
                  </a:lnTo>
                  <a:cubicBezTo>
                    <a:pt x="6585" y="4287"/>
                    <a:pt x="6668" y="4167"/>
                    <a:pt x="6799" y="4108"/>
                  </a:cubicBezTo>
                  <a:lnTo>
                    <a:pt x="7311" y="3906"/>
                  </a:lnTo>
                  <a:lnTo>
                    <a:pt x="7930" y="3906"/>
                  </a:lnTo>
                  <a:lnTo>
                    <a:pt x="8442" y="4108"/>
                  </a:lnTo>
                  <a:cubicBezTo>
                    <a:pt x="8573" y="4167"/>
                    <a:pt x="8668" y="4287"/>
                    <a:pt x="8668" y="4429"/>
                  </a:cubicBezTo>
                  <a:lnTo>
                    <a:pt x="8668" y="5441"/>
                  </a:lnTo>
                  <a:cubicBezTo>
                    <a:pt x="8668" y="5537"/>
                    <a:pt x="8740" y="5608"/>
                    <a:pt x="8823" y="5608"/>
                  </a:cubicBezTo>
                  <a:cubicBezTo>
                    <a:pt x="8918" y="5608"/>
                    <a:pt x="8990" y="5537"/>
                    <a:pt x="8990" y="5441"/>
                  </a:cubicBezTo>
                  <a:lnTo>
                    <a:pt x="8990" y="4429"/>
                  </a:lnTo>
                  <a:cubicBezTo>
                    <a:pt x="8823" y="4144"/>
                    <a:pt x="8668" y="3906"/>
                    <a:pt x="8406" y="3810"/>
                  </a:cubicBezTo>
                  <a:lnTo>
                    <a:pt x="7978" y="3632"/>
                  </a:lnTo>
                  <a:lnTo>
                    <a:pt x="7978" y="3477"/>
                  </a:lnTo>
                  <a:cubicBezTo>
                    <a:pt x="8192" y="3310"/>
                    <a:pt x="8323" y="3072"/>
                    <a:pt x="8323" y="2810"/>
                  </a:cubicBezTo>
                  <a:lnTo>
                    <a:pt x="8323" y="2382"/>
                  </a:lnTo>
                  <a:cubicBezTo>
                    <a:pt x="8323" y="2191"/>
                    <a:pt x="8252" y="2036"/>
                    <a:pt x="8133" y="1893"/>
                  </a:cubicBezTo>
                  <a:cubicBezTo>
                    <a:pt x="7990" y="1786"/>
                    <a:pt x="7835" y="1703"/>
                    <a:pt x="7656" y="1703"/>
                  </a:cubicBezTo>
                  <a:lnTo>
                    <a:pt x="7311" y="1703"/>
                  </a:lnTo>
                  <a:cubicBezTo>
                    <a:pt x="7073" y="1703"/>
                    <a:pt x="6847" y="1846"/>
                    <a:pt x="6728" y="2036"/>
                  </a:cubicBezTo>
                  <a:lnTo>
                    <a:pt x="6442" y="1917"/>
                  </a:lnTo>
                  <a:lnTo>
                    <a:pt x="6442" y="1762"/>
                  </a:lnTo>
                  <a:cubicBezTo>
                    <a:pt x="6656" y="1608"/>
                    <a:pt x="6787" y="1370"/>
                    <a:pt x="6787" y="1096"/>
                  </a:cubicBezTo>
                  <a:lnTo>
                    <a:pt x="6787" y="667"/>
                  </a:lnTo>
                  <a:cubicBezTo>
                    <a:pt x="6787" y="488"/>
                    <a:pt x="6716" y="322"/>
                    <a:pt x="6597" y="191"/>
                  </a:cubicBezTo>
                  <a:cubicBezTo>
                    <a:pt x="6466" y="72"/>
                    <a:pt x="6299" y="0"/>
                    <a:pt x="6120" y="0"/>
                  </a:cubicBezTo>
                  <a:lnTo>
                    <a:pt x="5775" y="0"/>
                  </a:lnTo>
                  <a:cubicBezTo>
                    <a:pt x="5406" y="0"/>
                    <a:pt x="5108" y="298"/>
                    <a:pt x="5108" y="667"/>
                  </a:cubicBezTo>
                  <a:lnTo>
                    <a:pt x="5108" y="1096"/>
                  </a:lnTo>
                  <a:cubicBezTo>
                    <a:pt x="5108" y="1370"/>
                    <a:pt x="5239" y="1620"/>
                    <a:pt x="5454" y="1762"/>
                  </a:cubicBezTo>
                  <a:lnTo>
                    <a:pt x="5454" y="1917"/>
                  </a:lnTo>
                  <a:lnTo>
                    <a:pt x="5168" y="2036"/>
                  </a:lnTo>
                  <a:cubicBezTo>
                    <a:pt x="5132" y="1989"/>
                    <a:pt x="5108" y="1941"/>
                    <a:pt x="5061" y="1905"/>
                  </a:cubicBezTo>
                  <a:cubicBezTo>
                    <a:pt x="4930" y="1786"/>
                    <a:pt x="4763" y="1703"/>
                    <a:pt x="4584" y="1703"/>
                  </a:cubicBezTo>
                  <a:lnTo>
                    <a:pt x="4239" y="1703"/>
                  </a:lnTo>
                  <a:cubicBezTo>
                    <a:pt x="4001" y="1703"/>
                    <a:pt x="3787" y="1846"/>
                    <a:pt x="3668" y="2036"/>
                  </a:cubicBezTo>
                  <a:lnTo>
                    <a:pt x="3382" y="1917"/>
                  </a:lnTo>
                  <a:lnTo>
                    <a:pt x="3382" y="1762"/>
                  </a:lnTo>
                  <a:cubicBezTo>
                    <a:pt x="3584" y="1608"/>
                    <a:pt x="3727" y="1370"/>
                    <a:pt x="3727" y="1096"/>
                  </a:cubicBezTo>
                  <a:lnTo>
                    <a:pt x="3727" y="667"/>
                  </a:lnTo>
                  <a:cubicBezTo>
                    <a:pt x="3727" y="488"/>
                    <a:pt x="3644" y="322"/>
                    <a:pt x="3525" y="191"/>
                  </a:cubicBezTo>
                  <a:cubicBezTo>
                    <a:pt x="3394" y="72"/>
                    <a:pt x="3227"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68"/>
            <p:cNvSpPr/>
            <p:nvPr/>
          </p:nvSpPr>
          <p:spPr>
            <a:xfrm>
              <a:off x="1917740" y="2891510"/>
              <a:ext cx="119394" cy="161474"/>
            </a:xfrm>
            <a:custGeom>
              <a:avLst/>
              <a:gdLst/>
              <a:ahLst/>
              <a:cxnLst/>
              <a:rect l="l" t="t" r="r" b="b"/>
              <a:pathLst>
                <a:path w="3751" h="5073" extrusionOk="0">
                  <a:moveTo>
                    <a:pt x="2036" y="310"/>
                  </a:moveTo>
                  <a:cubicBezTo>
                    <a:pt x="2227" y="310"/>
                    <a:pt x="2394" y="477"/>
                    <a:pt x="2394" y="668"/>
                  </a:cubicBezTo>
                  <a:lnTo>
                    <a:pt x="2394" y="1013"/>
                  </a:lnTo>
                  <a:cubicBezTo>
                    <a:pt x="2394" y="1299"/>
                    <a:pt x="2156" y="1537"/>
                    <a:pt x="1870" y="1537"/>
                  </a:cubicBezTo>
                  <a:cubicBezTo>
                    <a:pt x="1596" y="1537"/>
                    <a:pt x="1334" y="1299"/>
                    <a:pt x="1334" y="1013"/>
                  </a:cubicBezTo>
                  <a:lnTo>
                    <a:pt x="1334" y="668"/>
                  </a:lnTo>
                  <a:cubicBezTo>
                    <a:pt x="1334" y="477"/>
                    <a:pt x="1501" y="310"/>
                    <a:pt x="1691" y="310"/>
                  </a:cubicBezTo>
                  <a:close/>
                  <a:moveTo>
                    <a:pt x="2036" y="1834"/>
                  </a:moveTo>
                  <a:lnTo>
                    <a:pt x="2036" y="1918"/>
                  </a:lnTo>
                  <a:cubicBezTo>
                    <a:pt x="2048" y="1977"/>
                    <a:pt x="2072" y="2037"/>
                    <a:pt x="2096" y="2084"/>
                  </a:cubicBezTo>
                  <a:lnTo>
                    <a:pt x="1870" y="2311"/>
                  </a:lnTo>
                  <a:lnTo>
                    <a:pt x="1858" y="2311"/>
                  </a:lnTo>
                  <a:lnTo>
                    <a:pt x="1632" y="2084"/>
                  </a:lnTo>
                  <a:cubicBezTo>
                    <a:pt x="1667" y="2037"/>
                    <a:pt x="1679" y="1977"/>
                    <a:pt x="1679" y="1918"/>
                  </a:cubicBezTo>
                  <a:lnTo>
                    <a:pt x="1679" y="1834"/>
                  </a:lnTo>
                  <a:cubicBezTo>
                    <a:pt x="1739" y="1846"/>
                    <a:pt x="1798" y="1846"/>
                    <a:pt x="1858" y="1846"/>
                  </a:cubicBezTo>
                  <a:cubicBezTo>
                    <a:pt x="1917" y="1846"/>
                    <a:pt x="1977" y="1846"/>
                    <a:pt x="2036" y="1834"/>
                  </a:cubicBezTo>
                  <a:close/>
                  <a:moveTo>
                    <a:pt x="2382" y="2275"/>
                  </a:moveTo>
                  <a:lnTo>
                    <a:pt x="2668" y="2406"/>
                  </a:lnTo>
                  <a:cubicBezTo>
                    <a:pt x="2715" y="2442"/>
                    <a:pt x="2763" y="2501"/>
                    <a:pt x="2763" y="2573"/>
                  </a:cubicBezTo>
                  <a:lnTo>
                    <a:pt x="2763" y="2894"/>
                  </a:lnTo>
                  <a:lnTo>
                    <a:pt x="1036" y="2894"/>
                  </a:lnTo>
                  <a:lnTo>
                    <a:pt x="1036" y="2573"/>
                  </a:lnTo>
                  <a:lnTo>
                    <a:pt x="1013" y="2573"/>
                  </a:lnTo>
                  <a:cubicBezTo>
                    <a:pt x="1013" y="2501"/>
                    <a:pt x="1060" y="2442"/>
                    <a:pt x="1120" y="2406"/>
                  </a:cubicBezTo>
                  <a:lnTo>
                    <a:pt x="1394" y="2275"/>
                  </a:lnTo>
                  <a:lnTo>
                    <a:pt x="1655" y="2537"/>
                  </a:lnTo>
                  <a:cubicBezTo>
                    <a:pt x="1703" y="2596"/>
                    <a:pt x="1798" y="2620"/>
                    <a:pt x="1894" y="2620"/>
                  </a:cubicBezTo>
                  <a:cubicBezTo>
                    <a:pt x="1977" y="2620"/>
                    <a:pt x="2048" y="2596"/>
                    <a:pt x="2132" y="2537"/>
                  </a:cubicBezTo>
                  <a:lnTo>
                    <a:pt x="2382" y="2275"/>
                  </a:lnTo>
                  <a:close/>
                  <a:moveTo>
                    <a:pt x="3299" y="3216"/>
                  </a:moveTo>
                  <a:lnTo>
                    <a:pt x="3120" y="3573"/>
                  </a:lnTo>
                  <a:lnTo>
                    <a:pt x="596" y="3573"/>
                  </a:lnTo>
                  <a:lnTo>
                    <a:pt x="417" y="3216"/>
                  </a:lnTo>
                  <a:close/>
                  <a:moveTo>
                    <a:pt x="1691" y="1"/>
                  </a:moveTo>
                  <a:cubicBezTo>
                    <a:pt x="1322" y="1"/>
                    <a:pt x="1024" y="298"/>
                    <a:pt x="1024" y="668"/>
                  </a:cubicBezTo>
                  <a:lnTo>
                    <a:pt x="1024" y="1013"/>
                  </a:lnTo>
                  <a:cubicBezTo>
                    <a:pt x="1024" y="1299"/>
                    <a:pt x="1155" y="1537"/>
                    <a:pt x="1370" y="1680"/>
                  </a:cubicBezTo>
                  <a:lnTo>
                    <a:pt x="1370" y="1918"/>
                  </a:lnTo>
                  <a:lnTo>
                    <a:pt x="1370" y="1942"/>
                  </a:lnTo>
                  <a:lnTo>
                    <a:pt x="965" y="2132"/>
                  </a:lnTo>
                  <a:cubicBezTo>
                    <a:pt x="798" y="2215"/>
                    <a:pt x="679" y="2382"/>
                    <a:pt x="679" y="2573"/>
                  </a:cubicBezTo>
                  <a:lnTo>
                    <a:pt x="679" y="2894"/>
                  </a:lnTo>
                  <a:lnTo>
                    <a:pt x="167" y="2894"/>
                  </a:lnTo>
                  <a:cubicBezTo>
                    <a:pt x="108" y="2894"/>
                    <a:pt x="60" y="2918"/>
                    <a:pt x="24" y="2965"/>
                  </a:cubicBezTo>
                  <a:cubicBezTo>
                    <a:pt x="1" y="3001"/>
                    <a:pt x="1" y="3073"/>
                    <a:pt x="24" y="3108"/>
                  </a:cubicBezTo>
                  <a:lnTo>
                    <a:pt x="370" y="3799"/>
                  </a:lnTo>
                  <a:cubicBezTo>
                    <a:pt x="405" y="3858"/>
                    <a:pt x="465" y="3882"/>
                    <a:pt x="524" y="3882"/>
                  </a:cubicBezTo>
                  <a:lnTo>
                    <a:pt x="703" y="3882"/>
                  </a:lnTo>
                  <a:lnTo>
                    <a:pt x="703" y="4918"/>
                  </a:lnTo>
                  <a:cubicBezTo>
                    <a:pt x="703" y="5001"/>
                    <a:pt x="774" y="5073"/>
                    <a:pt x="858" y="5073"/>
                  </a:cubicBezTo>
                  <a:cubicBezTo>
                    <a:pt x="953" y="5073"/>
                    <a:pt x="1024" y="5001"/>
                    <a:pt x="1024" y="4918"/>
                  </a:cubicBezTo>
                  <a:lnTo>
                    <a:pt x="1024" y="3882"/>
                  </a:lnTo>
                  <a:lnTo>
                    <a:pt x="2751" y="3882"/>
                  </a:lnTo>
                  <a:lnTo>
                    <a:pt x="2751" y="4918"/>
                  </a:lnTo>
                  <a:cubicBezTo>
                    <a:pt x="2751" y="5001"/>
                    <a:pt x="2822" y="5073"/>
                    <a:pt x="2918" y="5073"/>
                  </a:cubicBezTo>
                  <a:cubicBezTo>
                    <a:pt x="3001" y="5073"/>
                    <a:pt x="3084" y="5001"/>
                    <a:pt x="3084" y="4918"/>
                  </a:cubicBezTo>
                  <a:lnTo>
                    <a:pt x="3084" y="3882"/>
                  </a:lnTo>
                  <a:lnTo>
                    <a:pt x="3263" y="3882"/>
                  </a:lnTo>
                  <a:cubicBezTo>
                    <a:pt x="3322" y="3882"/>
                    <a:pt x="3382" y="3858"/>
                    <a:pt x="3406" y="3799"/>
                  </a:cubicBezTo>
                  <a:lnTo>
                    <a:pt x="3751" y="3108"/>
                  </a:lnTo>
                  <a:cubicBezTo>
                    <a:pt x="3739" y="3073"/>
                    <a:pt x="3739" y="3001"/>
                    <a:pt x="3703" y="2965"/>
                  </a:cubicBezTo>
                  <a:cubicBezTo>
                    <a:pt x="3680" y="2918"/>
                    <a:pt x="3632" y="2894"/>
                    <a:pt x="3572" y="2894"/>
                  </a:cubicBezTo>
                  <a:lnTo>
                    <a:pt x="3049" y="2894"/>
                  </a:lnTo>
                  <a:lnTo>
                    <a:pt x="3049" y="2573"/>
                  </a:lnTo>
                  <a:cubicBezTo>
                    <a:pt x="3049" y="2382"/>
                    <a:pt x="2941" y="2215"/>
                    <a:pt x="2763" y="2132"/>
                  </a:cubicBezTo>
                  <a:lnTo>
                    <a:pt x="2370" y="1942"/>
                  </a:lnTo>
                  <a:lnTo>
                    <a:pt x="2370" y="1918"/>
                  </a:lnTo>
                  <a:lnTo>
                    <a:pt x="2370" y="1680"/>
                  </a:lnTo>
                  <a:cubicBezTo>
                    <a:pt x="2572" y="1537"/>
                    <a:pt x="2703" y="1275"/>
                    <a:pt x="2703" y="1013"/>
                  </a:cubicBezTo>
                  <a:lnTo>
                    <a:pt x="2703" y="668"/>
                  </a:lnTo>
                  <a:cubicBezTo>
                    <a:pt x="2703" y="298"/>
                    <a:pt x="2406" y="1"/>
                    <a:pt x="2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68"/>
            <p:cNvSpPr/>
            <p:nvPr/>
          </p:nvSpPr>
          <p:spPr>
            <a:xfrm>
              <a:off x="1960933" y="3027201"/>
              <a:ext cx="32244" cy="10249"/>
            </a:xfrm>
            <a:custGeom>
              <a:avLst/>
              <a:gdLst/>
              <a:ahLst/>
              <a:cxnLst/>
              <a:rect l="l" t="t" r="r" b="b"/>
              <a:pathLst>
                <a:path w="1013" h="322" extrusionOk="0">
                  <a:moveTo>
                    <a:pt x="156" y="0"/>
                  </a:moveTo>
                  <a:cubicBezTo>
                    <a:pt x="72" y="0"/>
                    <a:pt x="1" y="72"/>
                    <a:pt x="1" y="155"/>
                  </a:cubicBezTo>
                  <a:cubicBezTo>
                    <a:pt x="1" y="250"/>
                    <a:pt x="72" y="322"/>
                    <a:pt x="156" y="322"/>
                  </a:cubicBezTo>
                  <a:lnTo>
                    <a:pt x="846" y="322"/>
                  </a:lnTo>
                  <a:cubicBezTo>
                    <a:pt x="930" y="322"/>
                    <a:pt x="1013" y="250"/>
                    <a:pt x="1013" y="155"/>
                  </a:cubicBezTo>
                  <a:cubicBezTo>
                    <a:pt x="1013" y="72"/>
                    <a:pt x="930"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2" name="Google Shape;12872;p68"/>
          <p:cNvGrpSpPr/>
          <p:nvPr/>
        </p:nvGrpSpPr>
        <p:grpSpPr>
          <a:xfrm>
            <a:off x="5585861" y="2982129"/>
            <a:ext cx="379764" cy="337684"/>
            <a:chOff x="5585861" y="2905929"/>
            <a:chExt cx="379764" cy="337684"/>
          </a:xfrm>
        </p:grpSpPr>
        <p:sp>
          <p:nvSpPr>
            <p:cNvPr id="12873" name="Google Shape;12873;p68"/>
            <p:cNvSpPr/>
            <p:nvPr/>
          </p:nvSpPr>
          <p:spPr>
            <a:xfrm>
              <a:off x="5609734" y="3198096"/>
              <a:ext cx="11395" cy="45517"/>
            </a:xfrm>
            <a:custGeom>
              <a:avLst/>
              <a:gdLst/>
              <a:ahLst/>
              <a:cxnLst/>
              <a:rect l="l" t="t" r="r" b="b"/>
              <a:pathLst>
                <a:path w="358" h="1430" extrusionOk="0">
                  <a:moveTo>
                    <a:pt x="179" y="1"/>
                  </a:moveTo>
                  <a:cubicBezTo>
                    <a:pt x="95" y="1"/>
                    <a:pt x="0" y="72"/>
                    <a:pt x="0" y="180"/>
                  </a:cubicBezTo>
                  <a:lnTo>
                    <a:pt x="0" y="1251"/>
                  </a:lnTo>
                  <a:cubicBezTo>
                    <a:pt x="0" y="1334"/>
                    <a:pt x="72" y="1430"/>
                    <a:pt x="179" y="1430"/>
                  </a:cubicBezTo>
                  <a:cubicBezTo>
                    <a:pt x="286" y="1430"/>
                    <a:pt x="357" y="1358"/>
                    <a:pt x="357" y="1251"/>
                  </a:cubicBezTo>
                  <a:lnTo>
                    <a:pt x="357" y="180"/>
                  </a:lnTo>
                  <a:cubicBezTo>
                    <a:pt x="345" y="84"/>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68"/>
            <p:cNvSpPr/>
            <p:nvPr/>
          </p:nvSpPr>
          <p:spPr>
            <a:xfrm>
              <a:off x="5585861" y="3048431"/>
              <a:ext cx="205431" cy="195182"/>
            </a:xfrm>
            <a:custGeom>
              <a:avLst/>
              <a:gdLst/>
              <a:ahLst/>
              <a:cxnLst/>
              <a:rect l="l" t="t" r="r" b="b"/>
              <a:pathLst>
                <a:path w="6454" h="6132" extrusionOk="0">
                  <a:moveTo>
                    <a:pt x="5965" y="964"/>
                  </a:moveTo>
                  <a:lnTo>
                    <a:pt x="6025" y="1238"/>
                  </a:lnTo>
                  <a:cubicBezTo>
                    <a:pt x="6048" y="1298"/>
                    <a:pt x="6025" y="1369"/>
                    <a:pt x="5977" y="1417"/>
                  </a:cubicBezTo>
                  <a:lnTo>
                    <a:pt x="5870" y="1512"/>
                  </a:lnTo>
                  <a:lnTo>
                    <a:pt x="5632" y="1274"/>
                  </a:lnTo>
                  <a:lnTo>
                    <a:pt x="5965" y="964"/>
                  </a:lnTo>
                  <a:close/>
                  <a:moveTo>
                    <a:pt x="1834" y="333"/>
                  </a:moveTo>
                  <a:cubicBezTo>
                    <a:pt x="2119" y="333"/>
                    <a:pt x="2405" y="452"/>
                    <a:pt x="2608" y="667"/>
                  </a:cubicBezTo>
                  <a:cubicBezTo>
                    <a:pt x="2822" y="869"/>
                    <a:pt x="2941" y="1167"/>
                    <a:pt x="2977" y="1488"/>
                  </a:cubicBezTo>
                  <a:cubicBezTo>
                    <a:pt x="2989" y="1595"/>
                    <a:pt x="3000" y="1738"/>
                    <a:pt x="3012" y="1905"/>
                  </a:cubicBezTo>
                  <a:cubicBezTo>
                    <a:pt x="2822" y="1584"/>
                    <a:pt x="2524" y="1345"/>
                    <a:pt x="2119" y="1214"/>
                  </a:cubicBezTo>
                  <a:cubicBezTo>
                    <a:pt x="1822" y="1115"/>
                    <a:pt x="1565" y="1107"/>
                    <a:pt x="1481" y="1107"/>
                  </a:cubicBezTo>
                  <a:cubicBezTo>
                    <a:pt x="1465" y="1107"/>
                    <a:pt x="1455" y="1107"/>
                    <a:pt x="1453" y="1107"/>
                  </a:cubicBezTo>
                  <a:cubicBezTo>
                    <a:pt x="1405" y="1107"/>
                    <a:pt x="1369" y="1131"/>
                    <a:pt x="1334" y="1167"/>
                  </a:cubicBezTo>
                  <a:lnTo>
                    <a:pt x="1024" y="1500"/>
                  </a:lnTo>
                  <a:cubicBezTo>
                    <a:pt x="953" y="1572"/>
                    <a:pt x="965" y="1679"/>
                    <a:pt x="1024" y="1750"/>
                  </a:cubicBezTo>
                  <a:cubicBezTo>
                    <a:pt x="1058" y="1784"/>
                    <a:pt x="1100" y="1799"/>
                    <a:pt x="1143" y="1799"/>
                  </a:cubicBezTo>
                  <a:cubicBezTo>
                    <a:pt x="1190" y="1799"/>
                    <a:pt x="1237" y="1781"/>
                    <a:pt x="1274" y="1750"/>
                  </a:cubicBezTo>
                  <a:lnTo>
                    <a:pt x="1548" y="1488"/>
                  </a:lnTo>
                  <a:cubicBezTo>
                    <a:pt x="1762" y="1500"/>
                    <a:pt x="2500" y="1572"/>
                    <a:pt x="2774" y="2203"/>
                  </a:cubicBezTo>
                  <a:cubicBezTo>
                    <a:pt x="2715" y="2643"/>
                    <a:pt x="2334" y="2988"/>
                    <a:pt x="1857" y="2988"/>
                  </a:cubicBezTo>
                  <a:cubicBezTo>
                    <a:pt x="1334" y="2988"/>
                    <a:pt x="905" y="2560"/>
                    <a:pt x="905" y="2036"/>
                  </a:cubicBezTo>
                  <a:cubicBezTo>
                    <a:pt x="905" y="1941"/>
                    <a:pt x="822" y="1857"/>
                    <a:pt x="726" y="1857"/>
                  </a:cubicBezTo>
                  <a:cubicBezTo>
                    <a:pt x="703" y="1857"/>
                    <a:pt x="679" y="1857"/>
                    <a:pt x="667" y="1869"/>
                  </a:cubicBezTo>
                  <a:cubicBezTo>
                    <a:pt x="679" y="1726"/>
                    <a:pt x="691" y="1595"/>
                    <a:pt x="703" y="1488"/>
                  </a:cubicBezTo>
                  <a:cubicBezTo>
                    <a:pt x="726" y="1167"/>
                    <a:pt x="857" y="869"/>
                    <a:pt x="1060" y="667"/>
                  </a:cubicBezTo>
                  <a:cubicBezTo>
                    <a:pt x="1274" y="452"/>
                    <a:pt x="1560" y="333"/>
                    <a:pt x="1834" y="333"/>
                  </a:cubicBezTo>
                  <a:close/>
                  <a:moveTo>
                    <a:pt x="607" y="2346"/>
                  </a:moveTo>
                  <a:cubicBezTo>
                    <a:pt x="679" y="2667"/>
                    <a:pt x="869" y="2929"/>
                    <a:pt x="1131" y="3108"/>
                  </a:cubicBezTo>
                  <a:lnTo>
                    <a:pt x="1131" y="3298"/>
                  </a:lnTo>
                  <a:cubicBezTo>
                    <a:pt x="798" y="3239"/>
                    <a:pt x="560" y="3155"/>
                    <a:pt x="417" y="3096"/>
                  </a:cubicBezTo>
                  <a:cubicBezTo>
                    <a:pt x="393" y="3096"/>
                    <a:pt x="417" y="3084"/>
                    <a:pt x="417" y="3084"/>
                  </a:cubicBezTo>
                  <a:cubicBezTo>
                    <a:pt x="488" y="2881"/>
                    <a:pt x="548" y="2619"/>
                    <a:pt x="607" y="2346"/>
                  </a:cubicBezTo>
                  <a:close/>
                  <a:moveTo>
                    <a:pt x="3120" y="2346"/>
                  </a:moveTo>
                  <a:cubicBezTo>
                    <a:pt x="3167" y="2584"/>
                    <a:pt x="3227" y="2810"/>
                    <a:pt x="3286" y="3000"/>
                  </a:cubicBezTo>
                  <a:lnTo>
                    <a:pt x="2977" y="3298"/>
                  </a:lnTo>
                  <a:cubicBezTo>
                    <a:pt x="2941" y="3334"/>
                    <a:pt x="2881" y="3358"/>
                    <a:pt x="2834" y="3358"/>
                  </a:cubicBezTo>
                  <a:lnTo>
                    <a:pt x="2786" y="3358"/>
                  </a:lnTo>
                  <a:cubicBezTo>
                    <a:pt x="2691" y="3358"/>
                    <a:pt x="2596" y="3274"/>
                    <a:pt x="2596" y="3167"/>
                  </a:cubicBezTo>
                  <a:lnTo>
                    <a:pt x="2596" y="3108"/>
                  </a:lnTo>
                  <a:cubicBezTo>
                    <a:pt x="2858" y="2929"/>
                    <a:pt x="3048" y="2667"/>
                    <a:pt x="3120" y="2346"/>
                  </a:cubicBezTo>
                  <a:close/>
                  <a:moveTo>
                    <a:pt x="2262" y="3274"/>
                  </a:moveTo>
                  <a:cubicBezTo>
                    <a:pt x="2274" y="3381"/>
                    <a:pt x="2334" y="3465"/>
                    <a:pt x="2393" y="3524"/>
                  </a:cubicBezTo>
                  <a:lnTo>
                    <a:pt x="2119" y="3774"/>
                  </a:lnTo>
                  <a:cubicBezTo>
                    <a:pt x="2048" y="3852"/>
                    <a:pt x="1953" y="3890"/>
                    <a:pt x="1856" y="3890"/>
                  </a:cubicBezTo>
                  <a:cubicBezTo>
                    <a:pt x="1759" y="3890"/>
                    <a:pt x="1661" y="3852"/>
                    <a:pt x="1584" y="3774"/>
                  </a:cubicBezTo>
                  <a:lnTo>
                    <a:pt x="1429" y="3631"/>
                  </a:lnTo>
                  <a:cubicBezTo>
                    <a:pt x="1453" y="3584"/>
                    <a:pt x="1465" y="3524"/>
                    <a:pt x="1465" y="3465"/>
                  </a:cubicBezTo>
                  <a:lnTo>
                    <a:pt x="1465" y="3274"/>
                  </a:lnTo>
                  <a:cubicBezTo>
                    <a:pt x="1584" y="3322"/>
                    <a:pt x="1727" y="3334"/>
                    <a:pt x="1857" y="3334"/>
                  </a:cubicBezTo>
                  <a:cubicBezTo>
                    <a:pt x="1988" y="3334"/>
                    <a:pt x="2119" y="3322"/>
                    <a:pt x="2262" y="3274"/>
                  </a:cubicBezTo>
                  <a:close/>
                  <a:moveTo>
                    <a:pt x="1857" y="0"/>
                  </a:moveTo>
                  <a:cubicBezTo>
                    <a:pt x="1072" y="0"/>
                    <a:pt x="429" y="619"/>
                    <a:pt x="369" y="1464"/>
                  </a:cubicBezTo>
                  <a:cubicBezTo>
                    <a:pt x="333" y="1810"/>
                    <a:pt x="214" y="2536"/>
                    <a:pt x="72" y="2941"/>
                  </a:cubicBezTo>
                  <a:cubicBezTo>
                    <a:pt x="0" y="3119"/>
                    <a:pt x="83" y="3310"/>
                    <a:pt x="262" y="3405"/>
                  </a:cubicBezTo>
                  <a:cubicBezTo>
                    <a:pt x="393" y="3465"/>
                    <a:pt x="595" y="3536"/>
                    <a:pt x="857" y="3596"/>
                  </a:cubicBezTo>
                  <a:lnTo>
                    <a:pt x="405" y="3822"/>
                  </a:lnTo>
                  <a:cubicBezTo>
                    <a:pt x="155" y="3941"/>
                    <a:pt x="12" y="4191"/>
                    <a:pt x="12" y="4477"/>
                  </a:cubicBezTo>
                  <a:lnTo>
                    <a:pt x="12" y="5953"/>
                  </a:lnTo>
                  <a:cubicBezTo>
                    <a:pt x="12" y="6036"/>
                    <a:pt x="83" y="6132"/>
                    <a:pt x="191" y="6132"/>
                  </a:cubicBezTo>
                  <a:cubicBezTo>
                    <a:pt x="274" y="6132"/>
                    <a:pt x="369" y="6048"/>
                    <a:pt x="369" y="5953"/>
                  </a:cubicBezTo>
                  <a:lnTo>
                    <a:pt x="369" y="4477"/>
                  </a:lnTo>
                  <a:cubicBezTo>
                    <a:pt x="369" y="4322"/>
                    <a:pt x="441" y="4191"/>
                    <a:pt x="572" y="4131"/>
                  </a:cubicBezTo>
                  <a:lnTo>
                    <a:pt x="1155" y="3834"/>
                  </a:lnTo>
                  <a:lnTo>
                    <a:pt x="1369" y="4024"/>
                  </a:lnTo>
                  <a:cubicBezTo>
                    <a:pt x="1512" y="4167"/>
                    <a:pt x="1691" y="4239"/>
                    <a:pt x="1869" y="4239"/>
                  </a:cubicBezTo>
                  <a:cubicBezTo>
                    <a:pt x="2048" y="4239"/>
                    <a:pt x="2238" y="4167"/>
                    <a:pt x="2381" y="4024"/>
                  </a:cubicBezTo>
                  <a:lnTo>
                    <a:pt x="2715" y="3691"/>
                  </a:lnTo>
                  <a:lnTo>
                    <a:pt x="2834" y="3691"/>
                  </a:lnTo>
                  <a:cubicBezTo>
                    <a:pt x="2977" y="3691"/>
                    <a:pt x="3108" y="3631"/>
                    <a:pt x="3215" y="3536"/>
                  </a:cubicBezTo>
                  <a:lnTo>
                    <a:pt x="5382" y="1488"/>
                  </a:lnTo>
                  <a:lnTo>
                    <a:pt x="5632" y="1738"/>
                  </a:lnTo>
                  <a:lnTo>
                    <a:pt x="2893" y="4477"/>
                  </a:lnTo>
                  <a:cubicBezTo>
                    <a:pt x="2715" y="4655"/>
                    <a:pt x="2631" y="4882"/>
                    <a:pt x="2631" y="5132"/>
                  </a:cubicBezTo>
                  <a:lnTo>
                    <a:pt x="2631" y="5929"/>
                  </a:lnTo>
                  <a:cubicBezTo>
                    <a:pt x="2631" y="6025"/>
                    <a:pt x="2703" y="6108"/>
                    <a:pt x="2810" y="6108"/>
                  </a:cubicBezTo>
                  <a:cubicBezTo>
                    <a:pt x="2893" y="6108"/>
                    <a:pt x="2989" y="6036"/>
                    <a:pt x="2989" y="5929"/>
                  </a:cubicBezTo>
                  <a:lnTo>
                    <a:pt x="2989" y="5132"/>
                  </a:lnTo>
                  <a:cubicBezTo>
                    <a:pt x="2989" y="4977"/>
                    <a:pt x="3048" y="4834"/>
                    <a:pt x="3155" y="4727"/>
                  </a:cubicBezTo>
                  <a:lnTo>
                    <a:pt x="6227" y="1643"/>
                  </a:lnTo>
                  <a:cubicBezTo>
                    <a:pt x="6370" y="1512"/>
                    <a:pt x="6429" y="1310"/>
                    <a:pt x="6382" y="1131"/>
                  </a:cubicBezTo>
                  <a:lnTo>
                    <a:pt x="6263" y="679"/>
                  </a:lnTo>
                  <a:lnTo>
                    <a:pt x="6382" y="572"/>
                  </a:lnTo>
                  <a:cubicBezTo>
                    <a:pt x="6453" y="512"/>
                    <a:pt x="6453" y="393"/>
                    <a:pt x="6382" y="321"/>
                  </a:cubicBezTo>
                  <a:cubicBezTo>
                    <a:pt x="6352" y="286"/>
                    <a:pt x="6307" y="268"/>
                    <a:pt x="6261" y="268"/>
                  </a:cubicBezTo>
                  <a:cubicBezTo>
                    <a:pt x="6215" y="268"/>
                    <a:pt x="6168" y="286"/>
                    <a:pt x="6132" y="321"/>
                  </a:cubicBezTo>
                  <a:lnTo>
                    <a:pt x="3572" y="2738"/>
                  </a:lnTo>
                  <a:cubicBezTo>
                    <a:pt x="3453" y="2322"/>
                    <a:pt x="3358" y="1750"/>
                    <a:pt x="3346" y="1464"/>
                  </a:cubicBezTo>
                  <a:cubicBezTo>
                    <a:pt x="3286" y="631"/>
                    <a:pt x="2643" y="0"/>
                    <a:pt x="1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68"/>
            <p:cNvSpPr/>
            <p:nvPr/>
          </p:nvSpPr>
          <p:spPr>
            <a:xfrm>
              <a:off x="5740078" y="2905929"/>
              <a:ext cx="225547" cy="189516"/>
            </a:xfrm>
            <a:custGeom>
              <a:avLst/>
              <a:gdLst/>
              <a:ahLst/>
              <a:cxnLst/>
              <a:rect l="l" t="t" r="r" b="b"/>
              <a:pathLst>
                <a:path w="7086" h="5954" extrusionOk="0">
                  <a:moveTo>
                    <a:pt x="549" y="0"/>
                  </a:moveTo>
                  <a:cubicBezTo>
                    <a:pt x="251" y="0"/>
                    <a:pt x="1" y="250"/>
                    <a:pt x="1" y="548"/>
                  </a:cubicBezTo>
                  <a:lnTo>
                    <a:pt x="1" y="5072"/>
                  </a:lnTo>
                  <a:cubicBezTo>
                    <a:pt x="1" y="5156"/>
                    <a:pt x="72" y="5251"/>
                    <a:pt x="180" y="5251"/>
                  </a:cubicBezTo>
                  <a:cubicBezTo>
                    <a:pt x="263" y="5251"/>
                    <a:pt x="358" y="5179"/>
                    <a:pt x="358" y="5072"/>
                  </a:cubicBezTo>
                  <a:lnTo>
                    <a:pt x="358" y="548"/>
                  </a:lnTo>
                  <a:cubicBezTo>
                    <a:pt x="358" y="441"/>
                    <a:pt x="441" y="357"/>
                    <a:pt x="549" y="357"/>
                  </a:cubicBezTo>
                  <a:lnTo>
                    <a:pt x="6537" y="357"/>
                  </a:lnTo>
                  <a:cubicBezTo>
                    <a:pt x="6645" y="357"/>
                    <a:pt x="6728" y="441"/>
                    <a:pt x="6728" y="548"/>
                  </a:cubicBezTo>
                  <a:lnTo>
                    <a:pt x="6728" y="5394"/>
                  </a:lnTo>
                  <a:cubicBezTo>
                    <a:pt x="6728" y="5501"/>
                    <a:pt x="6645" y="5596"/>
                    <a:pt x="6537" y="5596"/>
                  </a:cubicBezTo>
                  <a:lnTo>
                    <a:pt x="2108" y="5596"/>
                  </a:lnTo>
                  <a:cubicBezTo>
                    <a:pt x="2025" y="5596"/>
                    <a:pt x="1930" y="5668"/>
                    <a:pt x="1930" y="5775"/>
                  </a:cubicBezTo>
                  <a:cubicBezTo>
                    <a:pt x="1930" y="5870"/>
                    <a:pt x="2013" y="5953"/>
                    <a:pt x="2108" y="5953"/>
                  </a:cubicBezTo>
                  <a:lnTo>
                    <a:pt x="6537" y="5953"/>
                  </a:lnTo>
                  <a:cubicBezTo>
                    <a:pt x="6835" y="5953"/>
                    <a:pt x="7085" y="5691"/>
                    <a:pt x="7085" y="5394"/>
                  </a:cubicBezTo>
                  <a:lnTo>
                    <a:pt x="7085" y="548"/>
                  </a:lnTo>
                  <a:cubicBezTo>
                    <a:pt x="7085" y="238"/>
                    <a:pt x="6847" y="0"/>
                    <a:pt x="6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68"/>
            <p:cNvSpPr/>
            <p:nvPr/>
          </p:nvSpPr>
          <p:spPr>
            <a:xfrm>
              <a:off x="5793902" y="2928464"/>
              <a:ext cx="131553" cy="130598"/>
            </a:xfrm>
            <a:custGeom>
              <a:avLst/>
              <a:gdLst/>
              <a:ahLst/>
              <a:cxnLst/>
              <a:rect l="l" t="t" r="r" b="b"/>
              <a:pathLst>
                <a:path w="4133" h="4103" extrusionOk="0">
                  <a:moveTo>
                    <a:pt x="1870" y="757"/>
                  </a:moveTo>
                  <a:cubicBezTo>
                    <a:pt x="2227" y="757"/>
                    <a:pt x="2537" y="876"/>
                    <a:pt x="2811" y="1090"/>
                  </a:cubicBezTo>
                  <a:lnTo>
                    <a:pt x="1751" y="2150"/>
                  </a:lnTo>
                  <a:cubicBezTo>
                    <a:pt x="1679" y="2221"/>
                    <a:pt x="1679" y="2328"/>
                    <a:pt x="1751" y="2400"/>
                  </a:cubicBezTo>
                  <a:cubicBezTo>
                    <a:pt x="1775" y="2424"/>
                    <a:pt x="1822" y="2447"/>
                    <a:pt x="1870" y="2447"/>
                  </a:cubicBezTo>
                  <a:cubicBezTo>
                    <a:pt x="1918" y="2447"/>
                    <a:pt x="1953" y="2424"/>
                    <a:pt x="1989" y="2400"/>
                  </a:cubicBezTo>
                  <a:lnTo>
                    <a:pt x="2513" y="1876"/>
                  </a:lnTo>
                  <a:cubicBezTo>
                    <a:pt x="2584" y="1995"/>
                    <a:pt x="2632" y="2126"/>
                    <a:pt x="2632" y="2281"/>
                  </a:cubicBezTo>
                  <a:cubicBezTo>
                    <a:pt x="2632" y="2697"/>
                    <a:pt x="2287" y="3043"/>
                    <a:pt x="1870" y="3043"/>
                  </a:cubicBezTo>
                  <a:cubicBezTo>
                    <a:pt x="1453" y="3043"/>
                    <a:pt x="1108" y="2697"/>
                    <a:pt x="1108" y="2281"/>
                  </a:cubicBezTo>
                  <a:cubicBezTo>
                    <a:pt x="1108" y="1864"/>
                    <a:pt x="1453" y="1519"/>
                    <a:pt x="1870" y="1519"/>
                  </a:cubicBezTo>
                  <a:cubicBezTo>
                    <a:pt x="1953" y="1519"/>
                    <a:pt x="2049" y="1447"/>
                    <a:pt x="2049" y="1340"/>
                  </a:cubicBezTo>
                  <a:cubicBezTo>
                    <a:pt x="2049" y="1233"/>
                    <a:pt x="1977" y="1162"/>
                    <a:pt x="1870" y="1162"/>
                  </a:cubicBezTo>
                  <a:cubicBezTo>
                    <a:pt x="1263" y="1162"/>
                    <a:pt x="763" y="1650"/>
                    <a:pt x="763" y="2269"/>
                  </a:cubicBezTo>
                  <a:cubicBezTo>
                    <a:pt x="763" y="2876"/>
                    <a:pt x="1263" y="3364"/>
                    <a:pt x="1870" y="3364"/>
                  </a:cubicBezTo>
                  <a:cubicBezTo>
                    <a:pt x="2477" y="3364"/>
                    <a:pt x="2965" y="2876"/>
                    <a:pt x="2965" y="2269"/>
                  </a:cubicBezTo>
                  <a:cubicBezTo>
                    <a:pt x="2965" y="2031"/>
                    <a:pt x="2894" y="1804"/>
                    <a:pt x="2763" y="1614"/>
                  </a:cubicBezTo>
                  <a:lnTo>
                    <a:pt x="3049" y="1328"/>
                  </a:lnTo>
                  <a:cubicBezTo>
                    <a:pt x="3251" y="1578"/>
                    <a:pt x="3370" y="1912"/>
                    <a:pt x="3370" y="2269"/>
                  </a:cubicBezTo>
                  <a:cubicBezTo>
                    <a:pt x="3370" y="3102"/>
                    <a:pt x="2703" y="3769"/>
                    <a:pt x="1870" y="3769"/>
                  </a:cubicBezTo>
                  <a:cubicBezTo>
                    <a:pt x="1036" y="3769"/>
                    <a:pt x="370" y="3102"/>
                    <a:pt x="370" y="2269"/>
                  </a:cubicBezTo>
                  <a:cubicBezTo>
                    <a:pt x="370" y="1435"/>
                    <a:pt x="1036" y="757"/>
                    <a:pt x="1870" y="757"/>
                  </a:cubicBezTo>
                  <a:close/>
                  <a:moveTo>
                    <a:pt x="3924" y="1"/>
                  </a:moveTo>
                  <a:cubicBezTo>
                    <a:pt x="3879" y="1"/>
                    <a:pt x="3834" y="19"/>
                    <a:pt x="3799" y="54"/>
                  </a:cubicBezTo>
                  <a:lnTo>
                    <a:pt x="3537" y="328"/>
                  </a:lnTo>
                  <a:lnTo>
                    <a:pt x="3537" y="197"/>
                  </a:lnTo>
                  <a:cubicBezTo>
                    <a:pt x="3537" y="102"/>
                    <a:pt x="3453" y="19"/>
                    <a:pt x="3358" y="19"/>
                  </a:cubicBezTo>
                  <a:cubicBezTo>
                    <a:pt x="3263" y="19"/>
                    <a:pt x="3180" y="90"/>
                    <a:pt x="3180" y="197"/>
                  </a:cubicBezTo>
                  <a:lnTo>
                    <a:pt x="3180" y="685"/>
                  </a:lnTo>
                  <a:lnTo>
                    <a:pt x="3037" y="816"/>
                  </a:lnTo>
                  <a:cubicBezTo>
                    <a:pt x="2715" y="554"/>
                    <a:pt x="2310" y="388"/>
                    <a:pt x="1870" y="388"/>
                  </a:cubicBezTo>
                  <a:cubicBezTo>
                    <a:pt x="834" y="388"/>
                    <a:pt x="1" y="1221"/>
                    <a:pt x="1" y="2245"/>
                  </a:cubicBezTo>
                  <a:cubicBezTo>
                    <a:pt x="1" y="3269"/>
                    <a:pt x="834" y="4102"/>
                    <a:pt x="1870" y="4102"/>
                  </a:cubicBezTo>
                  <a:cubicBezTo>
                    <a:pt x="2894" y="4102"/>
                    <a:pt x="3727" y="3269"/>
                    <a:pt x="3727" y="2245"/>
                  </a:cubicBezTo>
                  <a:cubicBezTo>
                    <a:pt x="3727" y="1804"/>
                    <a:pt x="3561" y="1388"/>
                    <a:pt x="3299" y="1066"/>
                  </a:cubicBezTo>
                  <a:lnTo>
                    <a:pt x="3430" y="935"/>
                  </a:lnTo>
                  <a:lnTo>
                    <a:pt x="3918" y="935"/>
                  </a:lnTo>
                  <a:cubicBezTo>
                    <a:pt x="4013" y="935"/>
                    <a:pt x="4096" y="864"/>
                    <a:pt x="4096" y="757"/>
                  </a:cubicBezTo>
                  <a:cubicBezTo>
                    <a:pt x="4084" y="673"/>
                    <a:pt x="4013" y="578"/>
                    <a:pt x="3918" y="578"/>
                  </a:cubicBezTo>
                  <a:lnTo>
                    <a:pt x="3787" y="578"/>
                  </a:lnTo>
                  <a:lnTo>
                    <a:pt x="4049" y="316"/>
                  </a:lnTo>
                  <a:cubicBezTo>
                    <a:pt x="4132" y="245"/>
                    <a:pt x="4132" y="138"/>
                    <a:pt x="4049" y="54"/>
                  </a:cubicBezTo>
                  <a:cubicBezTo>
                    <a:pt x="4013" y="19"/>
                    <a:pt x="3968" y="1"/>
                    <a:pt x="3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7" name="Google Shape;12877;p68"/>
          <p:cNvGrpSpPr/>
          <p:nvPr/>
        </p:nvGrpSpPr>
        <p:grpSpPr>
          <a:xfrm>
            <a:off x="1327676" y="2986680"/>
            <a:ext cx="347934" cy="310024"/>
            <a:chOff x="1327676" y="2910480"/>
            <a:chExt cx="347934" cy="310024"/>
          </a:xfrm>
        </p:grpSpPr>
        <p:sp>
          <p:nvSpPr>
            <p:cNvPr id="12878" name="Google Shape;12878;p68"/>
            <p:cNvSpPr/>
            <p:nvPr/>
          </p:nvSpPr>
          <p:spPr>
            <a:xfrm>
              <a:off x="1367081" y="3067370"/>
              <a:ext cx="43257" cy="15565"/>
            </a:xfrm>
            <a:custGeom>
              <a:avLst/>
              <a:gdLst/>
              <a:ahLst/>
              <a:cxnLst/>
              <a:rect l="l" t="t" r="r" b="b"/>
              <a:pathLst>
                <a:path w="1359" h="489" extrusionOk="0">
                  <a:moveTo>
                    <a:pt x="167" y="0"/>
                  </a:moveTo>
                  <a:cubicBezTo>
                    <a:pt x="72" y="0"/>
                    <a:pt x="1" y="72"/>
                    <a:pt x="1" y="167"/>
                  </a:cubicBezTo>
                  <a:cubicBezTo>
                    <a:pt x="1" y="250"/>
                    <a:pt x="72" y="322"/>
                    <a:pt x="167" y="322"/>
                  </a:cubicBezTo>
                  <a:cubicBezTo>
                    <a:pt x="346" y="322"/>
                    <a:pt x="870" y="358"/>
                    <a:pt x="1120" y="477"/>
                  </a:cubicBezTo>
                  <a:cubicBezTo>
                    <a:pt x="1144" y="488"/>
                    <a:pt x="1168" y="488"/>
                    <a:pt x="1191" y="488"/>
                  </a:cubicBezTo>
                  <a:cubicBezTo>
                    <a:pt x="1251" y="488"/>
                    <a:pt x="1310" y="465"/>
                    <a:pt x="1346" y="405"/>
                  </a:cubicBezTo>
                  <a:cubicBezTo>
                    <a:pt x="1358" y="322"/>
                    <a:pt x="1334" y="238"/>
                    <a:pt x="1251" y="191"/>
                  </a:cubicBezTo>
                  <a:cubicBezTo>
                    <a:pt x="882" y="12"/>
                    <a:pt x="19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9" name="Google Shape;12879;p68"/>
            <p:cNvSpPr/>
            <p:nvPr/>
          </p:nvSpPr>
          <p:spPr>
            <a:xfrm>
              <a:off x="1350402" y="3170436"/>
              <a:ext cx="10663" cy="48541"/>
            </a:xfrm>
            <a:custGeom>
              <a:avLst/>
              <a:gdLst/>
              <a:ahLst/>
              <a:cxnLst/>
              <a:rect l="l" t="t" r="r" b="b"/>
              <a:pathLst>
                <a:path w="335" h="1525" extrusionOk="0">
                  <a:moveTo>
                    <a:pt x="168" y="1"/>
                  </a:moveTo>
                  <a:cubicBezTo>
                    <a:pt x="84" y="1"/>
                    <a:pt x="1" y="84"/>
                    <a:pt x="1" y="168"/>
                  </a:cubicBezTo>
                  <a:lnTo>
                    <a:pt x="1" y="1358"/>
                  </a:lnTo>
                  <a:cubicBezTo>
                    <a:pt x="1" y="1453"/>
                    <a:pt x="84" y="1525"/>
                    <a:pt x="168" y="1525"/>
                  </a:cubicBezTo>
                  <a:cubicBezTo>
                    <a:pt x="263" y="1525"/>
                    <a:pt x="334" y="1453"/>
                    <a:pt x="334" y="1358"/>
                  </a:cubicBezTo>
                  <a:lnTo>
                    <a:pt x="334" y="168"/>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0" name="Google Shape;12880;p68"/>
            <p:cNvSpPr/>
            <p:nvPr/>
          </p:nvSpPr>
          <p:spPr>
            <a:xfrm>
              <a:off x="1327676" y="3040187"/>
              <a:ext cx="201643" cy="180317"/>
            </a:xfrm>
            <a:custGeom>
              <a:avLst/>
              <a:gdLst/>
              <a:ahLst/>
              <a:cxnLst/>
              <a:rect l="l" t="t" r="r" b="b"/>
              <a:pathLst>
                <a:path w="6335" h="5665" extrusionOk="0">
                  <a:moveTo>
                    <a:pt x="5894" y="628"/>
                  </a:moveTo>
                  <a:lnTo>
                    <a:pt x="5954" y="866"/>
                  </a:lnTo>
                  <a:cubicBezTo>
                    <a:pt x="5977" y="926"/>
                    <a:pt x="5966" y="997"/>
                    <a:pt x="5918" y="1045"/>
                  </a:cubicBezTo>
                  <a:lnTo>
                    <a:pt x="5823" y="1140"/>
                  </a:lnTo>
                  <a:lnTo>
                    <a:pt x="5596" y="914"/>
                  </a:lnTo>
                  <a:lnTo>
                    <a:pt x="5894" y="628"/>
                  </a:lnTo>
                  <a:close/>
                  <a:moveTo>
                    <a:pt x="2941" y="307"/>
                  </a:moveTo>
                  <a:lnTo>
                    <a:pt x="2941" y="961"/>
                  </a:lnTo>
                  <a:cubicBezTo>
                    <a:pt x="2941" y="1057"/>
                    <a:pt x="2906" y="1164"/>
                    <a:pt x="2870" y="1271"/>
                  </a:cubicBezTo>
                  <a:lnTo>
                    <a:pt x="2787" y="1438"/>
                  </a:lnTo>
                  <a:cubicBezTo>
                    <a:pt x="2775" y="1450"/>
                    <a:pt x="2775" y="1473"/>
                    <a:pt x="2775" y="1509"/>
                  </a:cubicBezTo>
                  <a:lnTo>
                    <a:pt x="2775" y="1854"/>
                  </a:lnTo>
                  <a:cubicBezTo>
                    <a:pt x="2775" y="2104"/>
                    <a:pt x="2667" y="2331"/>
                    <a:pt x="2513" y="2485"/>
                  </a:cubicBezTo>
                  <a:cubicBezTo>
                    <a:pt x="2363" y="2635"/>
                    <a:pt x="2165" y="2727"/>
                    <a:pt x="1954" y="2727"/>
                  </a:cubicBezTo>
                  <a:cubicBezTo>
                    <a:pt x="1930" y="2727"/>
                    <a:pt x="1906" y="2726"/>
                    <a:pt x="1882" y="2724"/>
                  </a:cubicBezTo>
                  <a:cubicBezTo>
                    <a:pt x="1417" y="2712"/>
                    <a:pt x="1048" y="2307"/>
                    <a:pt x="1048" y="1819"/>
                  </a:cubicBezTo>
                  <a:lnTo>
                    <a:pt x="1048" y="1521"/>
                  </a:lnTo>
                  <a:cubicBezTo>
                    <a:pt x="1048" y="1497"/>
                    <a:pt x="1048" y="1473"/>
                    <a:pt x="1036" y="1450"/>
                  </a:cubicBezTo>
                  <a:lnTo>
                    <a:pt x="929" y="1259"/>
                  </a:lnTo>
                  <a:cubicBezTo>
                    <a:pt x="905" y="1176"/>
                    <a:pt x="870" y="1104"/>
                    <a:pt x="870" y="1021"/>
                  </a:cubicBezTo>
                  <a:lnTo>
                    <a:pt x="870" y="997"/>
                  </a:lnTo>
                  <a:cubicBezTo>
                    <a:pt x="870" y="616"/>
                    <a:pt x="1179" y="307"/>
                    <a:pt x="1572" y="307"/>
                  </a:cubicBezTo>
                  <a:close/>
                  <a:moveTo>
                    <a:pt x="2275" y="2986"/>
                  </a:moveTo>
                  <a:cubicBezTo>
                    <a:pt x="2286" y="3045"/>
                    <a:pt x="2298" y="3081"/>
                    <a:pt x="2310" y="3117"/>
                  </a:cubicBezTo>
                  <a:lnTo>
                    <a:pt x="2167" y="3259"/>
                  </a:lnTo>
                  <a:cubicBezTo>
                    <a:pt x="2102" y="3325"/>
                    <a:pt x="2013" y="3358"/>
                    <a:pt x="1923" y="3358"/>
                  </a:cubicBezTo>
                  <a:cubicBezTo>
                    <a:pt x="1834" y="3358"/>
                    <a:pt x="1745" y="3325"/>
                    <a:pt x="1679" y="3259"/>
                  </a:cubicBezTo>
                  <a:lnTo>
                    <a:pt x="1536" y="3128"/>
                  </a:lnTo>
                  <a:cubicBezTo>
                    <a:pt x="1560" y="3081"/>
                    <a:pt x="1572" y="3045"/>
                    <a:pt x="1572" y="2986"/>
                  </a:cubicBezTo>
                  <a:cubicBezTo>
                    <a:pt x="1679" y="3009"/>
                    <a:pt x="1775" y="3045"/>
                    <a:pt x="1882" y="3045"/>
                  </a:cubicBezTo>
                  <a:lnTo>
                    <a:pt x="1917" y="3045"/>
                  </a:lnTo>
                  <a:cubicBezTo>
                    <a:pt x="2036" y="3045"/>
                    <a:pt x="2167" y="3021"/>
                    <a:pt x="2275" y="2986"/>
                  </a:cubicBezTo>
                  <a:close/>
                  <a:moveTo>
                    <a:pt x="6162" y="0"/>
                  </a:moveTo>
                  <a:cubicBezTo>
                    <a:pt x="6120" y="0"/>
                    <a:pt x="6079" y="15"/>
                    <a:pt x="6049" y="45"/>
                  </a:cubicBezTo>
                  <a:lnTo>
                    <a:pt x="2906" y="3021"/>
                  </a:lnTo>
                  <a:cubicBezTo>
                    <a:pt x="2882" y="3057"/>
                    <a:pt x="2834" y="3069"/>
                    <a:pt x="2787" y="3069"/>
                  </a:cubicBezTo>
                  <a:lnTo>
                    <a:pt x="2763" y="3069"/>
                  </a:lnTo>
                  <a:cubicBezTo>
                    <a:pt x="2656" y="3069"/>
                    <a:pt x="2584" y="2997"/>
                    <a:pt x="2584" y="2890"/>
                  </a:cubicBezTo>
                  <a:lnTo>
                    <a:pt x="2584" y="2843"/>
                  </a:lnTo>
                  <a:cubicBezTo>
                    <a:pt x="2644" y="2819"/>
                    <a:pt x="2679" y="2771"/>
                    <a:pt x="2727" y="2724"/>
                  </a:cubicBezTo>
                  <a:cubicBezTo>
                    <a:pt x="2965" y="2497"/>
                    <a:pt x="3084" y="2200"/>
                    <a:pt x="3084" y="1878"/>
                  </a:cubicBezTo>
                  <a:lnTo>
                    <a:pt x="3084" y="1581"/>
                  </a:lnTo>
                  <a:lnTo>
                    <a:pt x="3144" y="1450"/>
                  </a:lnTo>
                  <a:cubicBezTo>
                    <a:pt x="3215" y="1307"/>
                    <a:pt x="3251" y="1152"/>
                    <a:pt x="3251" y="997"/>
                  </a:cubicBezTo>
                  <a:lnTo>
                    <a:pt x="3251" y="176"/>
                  </a:lnTo>
                  <a:cubicBezTo>
                    <a:pt x="3251" y="92"/>
                    <a:pt x="3179" y="21"/>
                    <a:pt x="3084" y="21"/>
                  </a:cubicBezTo>
                  <a:lnTo>
                    <a:pt x="1548" y="21"/>
                  </a:lnTo>
                  <a:cubicBezTo>
                    <a:pt x="1001" y="21"/>
                    <a:pt x="536" y="461"/>
                    <a:pt x="536" y="1033"/>
                  </a:cubicBezTo>
                  <a:lnTo>
                    <a:pt x="536" y="1045"/>
                  </a:lnTo>
                  <a:cubicBezTo>
                    <a:pt x="536" y="1176"/>
                    <a:pt x="572" y="1295"/>
                    <a:pt x="632" y="1414"/>
                  </a:cubicBezTo>
                  <a:lnTo>
                    <a:pt x="703" y="1581"/>
                  </a:lnTo>
                  <a:lnTo>
                    <a:pt x="703" y="1831"/>
                  </a:lnTo>
                  <a:cubicBezTo>
                    <a:pt x="703" y="2247"/>
                    <a:pt x="917" y="2616"/>
                    <a:pt x="1215" y="2843"/>
                  </a:cubicBezTo>
                  <a:lnTo>
                    <a:pt x="1215" y="2997"/>
                  </a:lnTo>
                  <a:cubicBezTo>
                    <a:pt x="1215" y="3069"/>
                    <a:pt x="1155" y="3140"/>
                    <a:pt x="1072" y="3176"/>
                  </a:cubicBezTo>
                  <a:lnTo>
                    <a:pt x="501" y="3343"/>
                  </a:lnTo>
                  <a:cubicBezTo>
                    <a:pt x="215" y="3414"/>
                    <a:pt x="0" y="3676"/>
                    <a:pt x="0" y="3974"/>
                  </a:cubicBezTo>
                  <a:lnTo>
                    <a:pt x="0" y="5462"/>
                  </a:lnTo>
                  <a:cubicBezTo>
                    <a:pt x="0" y="5557"/>
                    <a:pt x="84" y="5629"/>
                    <a:pt x="167" y="5629"/>
                  </a:cubicBezTo>
                  <a:cubicBezTo>
                    <a:pt x="262" y="5629"/>
                    <a:pt x="334" y="5557"/>
                    <a:pt x="334" y="5462"/>
                  </a:cubicBezTo>
                  <a:lnTo>
                    <a:pt x="334" y="3974"/>
                  </a:lnTo>
                  <a:cubicBezTo>
                    <a:pt x="334" y="3831"/>
                    <a:pt x="441" y="3676"/>
                    <a:pt x="584" y="3640"/>
                  </a:cubicBezTo>
                  <a:lnTo>
                    <a:pt x="1167" y="3474"/>
                  </a:lnTo>
                  <a:cubicBezTo>
                    <a:pt x="1215" y="3450"/>
                    <a:pt x="1251" y="3438"/>
                    <a:pt x="1298" y="3414"/>
                  </a:cubicBezTo>
                  <a:lnTo>
                    <a:pt x="1405" y="3521"/>
                  </a:lnTo>
                  <a:cubicBezTo>
                    <a:pt x="1536" y="3652"/>
                    <a:pt x="1703" y="3712"/>
                    <a:pt x="1882" y="3712"/>
                  </a:cubicBezTo>
                  <a:cubicBezTo>
                    <a:pt x="2060" y="3712"/>
                    <a:pt x="2227" y="3652"/>
                    <a:pt x="2358" y="3521"/>
                  </a:cubicBezTo>
                  <a:lnTo>
                    <a:pt x="2501" y="3367"/>
                  </a:lnTo>
                  <a:cubicBezTo>
                    <a:pt x="2584" y="3402"/>
                    <a:pt x="2656" y="3426"/>
                    <a:pt x="2727" y="3426"/>
                  </a:cubicBezTo>
                  <a:lnTo>
                    <a:pt x="2763" y="3426"/>
                  </a:lnTo>
                  <a:cubicBezTo>
                    <a:pt x="2894" y="3426"/>
                    <a:pt x="3013" y="3378"/>
                    <a:pt x="3096" y="3295"/>
                  </a:cubicBezTo>
                  <a:lnTo>
                    <a:pt x="5334" y="1176"/>
                  </a:lnTo>
                  <a:lnTo>
                    <a:pt x="5561" y="1402"/>
                  </a:lnTo>
                  <a:lnTo>
                    <a:pt x="2965" y="3986"/>
                  </a:lnTo>
                  <a:cubicBezTo>
                    <a:pt x="2798" y="4152"/>
                    <a:pt x="2715" y="4367"/>
                    <a:pt x="2715" y="4581"/>
                  </a:cubicBezTo>
                  <a:lnTo>
                    <a:pt x="2715" y="5498"/>
                  </a:lnTo>
                  <a:cubicBezTo>
                    <a:pt x="2715" y="5581"/>
                    <a:pt x="2787" y="5664"/>
                    <a:pt x="2882" y="5664"/>
                  </a:cubicBezTo>
                  <a:cubicBezTo>
                    <a:pt x="2965" y="5664"/>
                    <a:pt x="3037" y="5581"/>
                    <a:pt x="3037" y="5498"/>
                  </a:cubicBezTo>
                  <a:lnTo>
                    <a:pt x="3037" y="4581"/>
                  </a:lnTo>
                  <a:cubicBezTo>
                    <a:pt x="3037" y="4450"/>
                    <a:pt x="3096" y="4319"/>
                    <a:pt x="3191" y="4212"/>
                  </a:cubicBezTo>
                  <a:lnTo>
                    <a:pt x="6096" y="1307"/>
                  </a:lnTo>
                  <a:cubicBezTo>
                    <a:pt x="6216" y="1200"/>
                    <a:pt x="6275" y="997"/>
                    <a:pt x="6227" y="831"/>
                  </a:cubicBezTo>
                  <a:lnTo>
                    <a:pt x="6168" y="378"/>
                  </a:lnTo>
                  <a:lnTo>
                    <a:pt x="6275" y="271"/>
                  </a:lnTo>
                  <a:cubicBezTo>
                    <a:pt x="6335" y="211"/>
                    <a:pt x="6335" y="104"/>
                    <a:pt x="6275" y="45"/>
                  </a:cubicBezTo>
                  <a:cubicBezTo>
                    <a:pt x="6245" y="15"/>
                    <a:pt x="6204"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1" name="Google Shape;12881;p68"/>
            <p:cNvSpPr/>
            <p:nvPr/>
          </p:nvSpPr>
          <p:spPr>
            <a:xfrm>
              <a:off x="1470179" y="2910480"/>
              <a:ext cx="205431" cy="173601"/>
            </a:xfrm>
            <a:custGeom>
              <a:avLst/>
              <a:gdLst/>
              <a:ahLst/>
              <a:cxnLst/>
              <a:rect l="l" t="t" r="r" b="b"/>
              <a:pathLst>
                <a:path w="6454" h="5454" extrusionOk="0">
                  <a:moveTo>
                    <a:pt x="500" y="0"/>
                  </a:moveTo>
                  <a:cubicBezTo>
                    <a:pt x="215" y="0"/>
                    <a:pt x="0" y="226"/>
                    <a:pt x="0" y="512"/>
                  </a:cubicBezTo>
                  <a:lnTo>
                    <a:pt x="0" y="4822"/>
                  </a:lnTo>
                  <a:cubicBezTo>
                    <a:pt x="0" y="4917"/>
                    <a:pt x="72" y="4989"/>
                    <a:pt x="155" y="4989"/>
                  </a:cubicBezTo>
                  <a:cubicBezTo>
                    <a:pt x="250" y="4989"/>
                    <a:pt x="322" y="4917"/>
                    <a:pt x="322" y="4822"/>
                  </a:cubicBezTo>
                  <a:lnTo>
                    <a:pt x="322" y="512"/>
                  </a:lnTo>
                  <a:cubicBezTo>
                    <a:pt x="322" y="405"/>
                    <a:pt x="393" y="322"/>
                    <a:pt x="500" y="322"/>
                  </a:cubicBezTo>
                  <a:lnTo>
                    <a:pt x="5953" y="322"/>
                  </a:lnTo>
                  <a:cubicBezTo>
                    <a:pt x="6049" y="322"/>
                    <a:pt x="6132" y="405"/>
                    <a:pt x="6132" y="512"/>
                  </a:cubicBezTo>
                  <a:lnTo>
                    <a:pt x="6132" y="4941"/>
                  </a:lnTo>
                  <a:cubicBezTo>
                    <a:pt x="6132" y="5048"/>
                    <a:pt x="6049" y="5120"/>
                    <a:pt x="5953" y="5120"/>
                  </a:cubicBezTo>
                  <a:lnTo>
                    <a:pt x="2298" y="5120"/>
                  </a:lnTo>
                  <a:cubicBezTo>
                    <a:pt x="2215" y="5120"/>
                    <a:pt x="2131" y="5191"/>
                    <a:pt x="2131" y="5287"/>
                  </a:cubicBezTo>
                  <a:cubicBezTo>
                    <a:pt x="2131" y="5370"/>
                    <a:pt x="2215" y="5453"/>
                    <a:pt x="2298" y="5453"/>
                  </a:cubicBezTo>
                  <a:lnTo>
                    <a:pt x="5953" y="5453"/>
                  </a:lnTo>
                  <a:cubicBezTo>
                    <a:pt x="6227" y="5453"/>
                    <a:pt x="6453" y="5227"/>
                    <a:pt x="6453" y="4941"/>
                  </a:cubicBezTo>
                  <a:lnTo>
                    <a:pt x="6453" y="512"/>
                  </a:lnTo>
                  <a:cubicBezTo>
                    <a:pt x="6453" y="226"/>
                    <a:pt x="6215" y="0"/>
                    <a:pt x="5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2" name="Google Shape;12882;p68"/>
            <p:cNvSpPr/>
            <p:nvPr/>
          </p:nvSpPr>
          <p:spPr>
            <a:xfrm>
              <a:off x="1497075" y="2942692"/>
              <a:ext cx="152370" cy="96668"/>
            </a:xfrm>
            <a:custGeom>
              <a:avLst/>
              <a:gdLst/>
              <a:ahLst/>
              <a:cxnLst/>
              <a:rect l="l" t="t" r="r" b="b"/>
              <a:pathLst>
                <a:path w="4787" h="3037" extrusionOk="0">
                  <a:moveTo>
                    <a:pt x="3751" y="0"/>
                  </a:moveTo>
                  <a:cubicBezTo>
                    <a:pt x="3656" y="0"/>
                    <a:pt x="3584" y="72"/>
                    <a:pt x="3584" y="167"/>
                  </a:cubicBezTo>
                  <a:cubicBezTo>
                    <a:pt x="3584" y="250"/>
                    <a:pt x="3656" y="334"/>
                    <a:pt x="3751" y="334"/>
                  </a:cubicBezTo>
                  <a:lnTo>
                    <a:pt x="4215" y="334"/>
                  </a:lnTo>
                  <a:lnTo>
                    <a:pt x="2465" y="2072"/>
                  </a:lnTo>
                  <a:lnTo>
                    <a:pt x="1727" y="1322"/>
                  </a:lnTo>
                  <a:cubicBezTo>
                    <a:pt x="1697" y="1292"/>
                    <a:pt x="1656" y="1277"/>
                    <a:pt x="1614" y="1277"/>
                  </a:cubicBezTo>
                  <a:cubicBezTo>
                    <a:pt x="1572" y="1277"/>
                    <a:pt x="1531" y="1292"/>
                    <a:pt x="1501" y="1322"/>
                  </a:cubicBezTo>
                  <a:lnTo>
                    <a:pt x="60" y="2774"/>
                  </a:lnTo>
                  <a:cubicBezTo>
                    <a:pt x="1" y="2834"/>
                    <a:pt x="1" y="2929"/>
                    <a:pt x="60" y="2989"/>
                  </a:cubicBezTo>
                  <a:cubicBezTo>
                    <a:pt x="84" y="3024"/>
                    <a:pt x="132" y="3036"/>
                    <a:pt x="179" y="3036"/>
                  </a:cubicBezTo>
                  <a:cubicBezTo>
                    <a:pt x="227" y="3036"/>
                    <a:pt x="251" y="3024"/>
                    <a:pt x="298" y="2989"/>
                  </a:cubicBezTo>
                  <a:lnTo>
                    <a:pt x="1632" y="1655"/>
                  </a:lnTo>
                  <a:lnTo>
                    <a:pt x="2382" y="2393"/>
                  </a:lnTo>
                  <a:cubicBezTo>
                    <a:pt x="2412" y="2423"/>
                    <a:pt x="2453" y="2438"/>
                    <a:pt x="2495" y="2438"/>
                  </a:cubicBezTo>
                  <a:cubicBezTo>
                    <a:pt x="2537" y="2438"/>
                    <a:pt x="2578" y="2423"/>
                    <a:pt x="2608" y="2393"/>
                  </a:cubicBezTo>
                  <a:lnTo>
                    <a:pt x="4465" y="536"/>
                  </a:lnTo>
                  <a:lnTo>
                    <a:pt x="4465" y="1000"/>
                  </a:lnTo>
                  <a:cubicBezTo>
                    <a:pt x="4465" y="1084"/>
                    <a:pt x="4537" y="1167"/>
                    <a:pt x="4632" y="1167"/>
                  </a:cubicBezTo>
                  <a:cubicBezTo>
                    <a:pt x="4715" y="1167"/>
                    <a:pt x="4787" y="1084"/>
                    <a:pt x="4787" y="1000"/>
                  </a:cubicBezTo>
                  <a:lnTo>
                    <a:pt x="4787" y="155"/>
                  </a:lnTo>
                  <a:cubicBezTo>
                    <a:pt x="4751" y="72"/>
                    <a:pt x="4692" y="0"/>
                    <a:pt x="4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83" name="Google Shape;12883;p68"/>
          <p:cNvSpPr/>
          <p:nvPr/>
        </p:nvSpPr>
        <p:spPr>
          <a:xfrm>
            <a:off x="2785967" y="3271272"/>
            <a:ext cx="10663" cy="32244"/>
          </a:xfrm>
          <a:custGeom>
            <a:avLst/>
            <a:gdLst/>
            <a:ahLst/>
            <a:cxnLst/>
            <a:rect l="l" t="t" r="r" b="b"/>
            <a:pathLst>
              <a:path w="335" h="1013" extrusionOk="0">
                <a:moveTo>
                  <a:pt x="167" y="1"/>
                </a:moveTo>
                <a:cubicBezTo>
                  <a:pt x="72" y="1"/>
                  <a:pt x="1" y="84"/>
                  <a:pt x="1" y="167"/>
                </a:cubicBezTo>
                <a:lnTo>
                  <a:pt x="1" y="858"/>
                </a:lnTo>
                <a:cubicBezTo>
                  <a:pt x="1" y="941"/>
                  <a:pt x="72" y="1013"/>
                  <a:pt x="167" y="1013"/>
                </a:cubicBezTo>
                <a:cubicBezTo>
                  <a:pt x="251" y="1013"/>
                  <a:pt x="334" y="941"/>
                  <a:pt x="334" y="858"/>
                </a:cubicBezTo>
                <a:lnTo>
                  <a:pt x="334" y="167"/>
                </a:lnTo>
                <a:cubicBezTo>
                  <a:pt x="334"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84" name="Google Shape;12884;p68"/>
          <p:cNvGrpSpPr/>
          <p:nvPr/>
        </p:nvGrpSpPr>
        <p:grpSpPr>
          <a:xfrm>
            <a:off x="2753401" y="2945764"/>
            <a:ext cx="382828" cy="358601"/>
            <a:chOff x="2753373" y="2902523"/>
            <a:chExt cx="347552" cy="325557"/>
          </a:xfrm>
        </p:grpSpPr>
        <p:sp>
          <p:nvSpPr>
            <p:cNvPr id="12885" name="Google Shape;12885;p68"/>
            <p:cNvSpPr/>
            <p:nvPr/>
          </p:nvSpPr>
          <p:spPr>
            <a:xfrm>
              <a:off x="2807962" y="3018575"/>
              <a:ext cx="86418" cy="29506"/>
            </a:xfrm>
            <a:custGeom>
              <a:avLst/>
              <a:gdLst/>
              <a:ahLst/>
              <a:cxnLst/>
              <a:rect l="l" t="t" r="r" b="b"/>
              <a:pathLst>
                <a:path w="2715" h="927" extrusionOk="0">
                  <a:moveTo>
                    <a:pt x="1070" y="0"/>
                  </a:moveTo>
                  <a:cubicBezTo>
                    <a:pt x="752" y="0"/>
                    <a:pt x="464" y="31"/>
                    <a:pt x="274" y="57"/>
                  </a:cubicBezTo>
                  <a:cubicBezTo>
                    <a:pt x="107" y="93"/>
                    <a:pt x="0" y="224"/>
                    <a:pt x="0" y="390"/>
                  </a:cubicBezTo>
                  <a:lnTo>
                    <a:pt x="0" y="759"/>
                  </a:lnTo>
                  <a:cubicBezTo>
                    <a:pt x="0" y="843"/>
                    <a:pt x="72" y="926"/>
                    <a:pt x="155" y="926"/>
                  </a:cubicBezTo>
                  <a:cubicBezTo>
                    <a:pt x="250" y="926"/>
                    <a:pt x="322" y="843"/>
                    <a:pt x="322" y="759"/>
                  </a:cubicBezTo>
                  <a:lnTo>
                    <a:pt x="322" y="390"/>
                  </a:lnTo>
                  <a:cubicBezTo>
                    <a:pt x="322" y="390"/>
                    <a:pt x="322" y="367"/>
                    <a:pt x="334" y="367"/>
                  </a:cubicBezTo>
                  <a:cubicBezTo>
                    <a:pt x="493" y="349"/>
                    <a:pt x="758" y="318"/>
                    <a:pt x="1059" y="318"/>
                  </a:cubicBezTo>
                  <a:cubicBezTo>
                    <a:pt x="1163" y="318"/>
                    <a:pt x="1271" y="322"/>
                    <a:pt x="1381" y="331"/>
                  </a:cubicBezTo>
                  <a:cubicBezTo>
                    <a:pt x="1870" y="355"/>
                    <a:pt x="2239" y="486"/>
                    <a:pt x="2453" y="700"/>
                  </a:cubicBezTo>
                  <a:cubicBezTo>
                    <a:pt x="2483" y="730"/>
                    <a:pt x="2524" y="745"/>
                    <a:pt x="2566" y="745"/>
                  </a:cubicBezTo>
                  <a:cubicBezTo>
                    <a:pt x="2608" y="745"/>
                    <a:pt x="2649" y="730"/>
                    <a:pt x="2679" y="700"/>
                  </a:cubicBezTo>
                  <a:cubicBezTo>
                    <a:pt x="2715" y="640"/>
                    <a:pt x="2715" y="533"/>
                    <a:pt x="2655" y="474"/>
                  </a:cubicBezTo>
                  <a:cubicBezTo>
                    <a:pt x="2276" y="95"/>
                    <a:pt x="1627" y="0"/>
                    <a:pt x="10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6" name="Google Shape;12886;p68"/>
            <p:cNvSpPr/>
            <p:nvPr/>
          </p:nvSpPr>
          <p:spPr>
            <a:xfrm>
              <a:off x="2753373" y="2973376"/>
              <a:ext cx="195213" cy="254704"/>
            </a:xfrm>
            <a:custGeom>
              <a:avLst/>
              <a:gdLst/>
              <a:ahLst/>
              <a:cxnLst/>
              <a:rect l="l" t="t" r="r" b="b"/>
              <a:pathLst>
                <a:path w="6133" h="8002" extrusionOk="0">
                  <a:moveTo>
                    <a:pt x="4787" y="298"/>
                  </a:moveTo>
                  <a:lnTo>
                    <a:pt x="4787" y="1846"/>
                  </a:lnTo>
                  <a:cubicBezTo>
                    <a:pt x="4787" y="2084"/>
                    <a:pt x="4751" y="2310"/>
                    <a:pt x="4644" y="2513"/>
                  </a:cubicBezTo>
                  <a:cubicBezTo>
                    <a:pt x="4632" y="2537"/>
                    <a:pt x="4632" y="2560"/>
                    <a:pt x="4632" y="2596"/>
                  </a:cubicBezTo>
                  <a:lnTo>
                    <a:pt x="4632" y="3037"/>
                  </a:lnTo>
                  <a:cubicBezTo>
                    <a:pt x="4632" y="3465"/>
                    <a:pt x="4442" y="3870"/>
                    <a:pt x="4132" y="4168"/>
                  </a:cubicBezTo>
                  <a:cubicBezTo>
                    <a:pt x="3852" y="4437"/>
                    <a:pt x="3484" y="4590"/>
                    <a:pt x="3099" y="4590"/>
                  </a:cubicBezTo>
                  <a:cubicBezTo>
                    <a:pt x="3059" y="4590"/>
                    <a:pt x="3018" y="4588"/>
                    <a:pt x="2977" y="4584"/>
                  </a:cubicBezTo>
                  <a:cubicBezTo>
                    <a:pt x="2156" y="4525"/>
                    <a:pt x="1513" y="3811"/>
                    <a:pt x="1513" y="2977"/>
                  </a:cubicBezTo>
                  <a:lnTo>
                    <a:pt x="1513" y="2572"/>
                  </a:lnTo>
                  <a:cubicBezTo>
                    <a:pt x="1513" y="2549"/>
                    <a:pt x="1513" y="2537"/>
                    <a:pt x="1501" y="2501"/>
                  </a:cubicBezTo>
                  <a:cubicBezTo>
                    <a:pt x="1394" y="2298"/>
                    <a:pt x="1358" y="2072"/>
                    <a:pt x="1358" y="1834"/>
                  </a:cubicBezTo>
                  <a:lnTo>
                    <a:pt x="1358" y="1513"/>
                  </a:lnTo>
                  <a:cubicBezTo>
                    <a:pt x="1358" y="834"/>
                    <a:pt x="1894" y="298"/>
                    <a:pt x="2561" y="298"/>
                  </a:cubicBezTo>
                  <a:close/>
                  <a:moveTo>
                    <a:pt x="3930" y="4680"/>
                  </a:moveTo>
                  <a:lnTo>
                    <a:pt x="3930" y="4977"/>
                  </a:lnTo>
                  <a:lnTo>
                    <a:pt x="3061" y="5573"/>
                  </a:lnTo>
                  <a:lnTo>
                    <a:pt x="2203" y="4977"/>
                  </a:lnTo>
                  <a:lnTo>
                    <a:pt x="2203" y="4680"/>
                  </a:lnTo>
                  <a:cubicBezTo>
                    <a:pt x="2430" y="4799"/>
                    <a:pt x="2680" y="4870"/>
                    <a:pt x="2942" y="4882"/>
                  </a:cubicBezTo>
                  <a:lnTo>
                    <a:pt x="3061" y="4882"/>
                  </a:lnTo>
                  <a:cubicBezTo>
                    <a:pt x="3358" y="4882"/>
                    <a:pt x="3656" y="4811"/>
                    <a:pt x="3930" y="4680"/>
                  </a:cubicBezTo>
                  <a:close/>
                  <a:moveTo>
                    <a:pt x="2084" y="5275"/>
                  </a:moveTo>
                  <a:lnTo>
                    <a:pt x="2846" y="5787"/>
                  </a:lnTo>
                  <a:lnTo>
                    <a:pt x="2430" y="6180"/>
                  </a:lnTo>
                  <a:lnTo>
                    <a:pt x="2406" y="6180"/>
                  </a:lnTo>
                  <a:lnTo>
                    <a:pt x="1918" y="5442"/>
                  </a:lnTo>
                  <a:lnTo>
                    <a:pt x="2084" y="5275"/>
                  </a:lnTo>
                  <a:close/>
                  <a:moveTo>
                    <a:pt x="4073" y="5251"/>
                  </a:moveTo>
                  <a:lnTo>
                    <a:pt x="4239" y="5418"/>
                  </a:lnTo>
                  <a:lnTo>
                    <a:pt x="3739" y="6180"/>
                  </a:lnTo>
                  <a:lnTo>
                    <a:pt x="3716" y="6180"/>
                  </a:lnTo>
                  <a:lnTo>
                    <a:pt x="3311" y="5775"/>
                  </a:lnTo>
                  <a:lnTo>
                    <a:pt x="4073" y="5251"/>
                  </a:lnTo>
                  <a:close/>
                  <a:moveTo>
                    <a:pt x="2549" y="1"/>
                  </a:moveTo>
                  <a:cubicBezTo>
                    <a:pt x="1715" y="1"/>
                    <a:pt x="1025" y="691"/>
                    <a:pt x="1025" y="1525"/>
                  </a:cubicBezTo>
                  <a:lnTo>
                    <a:pt x="1025" y="1870"/>
                  </a:lnTo>
                  <a:cubicBezTo>
                    <a:pt x="1025" y="2132"/>
                    <a:pt x="1084" y="2406"/>
                    <a:pt x="1191" y="2644"/>
                  </a:cubicBezTo>
                  <a:lnTo>
                    <a:pt x="1191" y="3001"/>
                  </a:lnTo>
                  <a:cubicBezTo>
                    <a:pt x="1191" y="3596"/>
                    <a:pt x="1453" y="4132"/>
                    <a:pt x="1870" y="4489"/>
                  </a:cubicBezTo>
                  <a:lnTo>
                    <a:pt x="1870" y="5025"/>
                  </a:lnTo>
                  <a:lnTo>
                    <a:pt x="1572" y="5335"/>
                  </a:lnTo>
                  <a:cubicBezTo>
                    <a:pt x="1549" y="5358"/>
                    <a:pt x="1537" y="5406"/>
                    <a:pt x="1537" y="5454"/>
                  </a:cubicBezTo>
                  <a:lnTo>
                    <a:pt x="548" y="5811"/>
                  </a:lnTo>
                  <a:cubicBezTo>
                    <a:pt x="227" y="5930"/>
                    <a:pt x="1" y="6239"/>
                    <a:pt x="1" y="6597"/>
                  </a:cubicBezTo>
                  <a:lnTo>
                    <a:pt x="1" y="7823"/>
                  </a:lnTo>
                  <a:cubicBezTo>
                    <a:pt x="1" y="7906"/>
                    <a:pt x="72" y="7978"/>
                    <a:pt x="167" y="7978"/>
                  </a:cubicBezTo>
                  <a:cubicBezTo>
                    <a:pt x="251" y="7978"/>
                    <a:pt x="322" y="7906"/>
                    <a:pt x="322" y="7823"/>
                  </a:cubicBezTo>
                  <a:lnTo>
                    <a:pt x="322" y="6597"/>
                  </a:lnTo>
                  <a:cubicBezTo>
                    <a:pt x="322" y="6370"/>
                    <a:pt x="465" y="6180"/>
                    <a:pt x="668" y="6108"/>
                  </a:cubicBezTo>
                  <a:lnTo>
                    <a:pt x="1691" y="5739"/>
                  </a:lnTo>
                  <a:lnTo>
                    <a:pt x="2120" y="6370"/>
                  </a:lnTo>
                  <a:cubicBezTo>
                    <a:pt x="2180" y="6466"/>
                    <a:pt x="2275" y="6501"/>
                    <a:pt x="2358" y="6525"/>
                  </a:cubicBezTo>
                  <a:lnTo>
                    <a:pt x="2394" y="6525"/>
                  </a:lnTo>
                  <a:cubicBezTo>
                    <a:pt x="2489" y="6525"/>
                    <a:pt x="2561" y="6489"/>
                    <a:pt x="2632" y="6430"/>
                  </a:cubicBezTo>
                  <a:lnTo>
                    <a:pt x="2906" y="6168"/>
                  </a:lnTo>
                  <a:lnTo>
                    <a:pt x="2906" y="7835"/>
                  </a:lnTo>
                  <a:cubicBezTo>
                    <a:pt x="2906" y="7918"/>
                    <a:pt x="2977" y="8002"/>
                    <a:pt x="3061" y="8002"/>
                  </a:cubicBezTo>
                  <a:cubicBezTo>
                    <a:pt x="3156" y="8002"/>
                    <a:pt x="3227" y="7918"/>
                    <a:pt x="3227" y="7835"/>
                  </a:cubicBezTo>
                  <a:lnTo>
                    <a:pt x="3227" y="6168"/>
                  </a:lnTo>
                  <a:lnTo>
                    <a:pt x="3501" y="6430"/>
                  </a:lnTo>
                  <a:cubicBezTo>
                    <a:pt x="3549" y="6489"/>
                    <a:pt x="3644" y="6525"/>
                    <a:pt x="3739" y="6525"/>
                  </a:cubicBezTo>
                  <a:lnTo>
                    <a:pt x="3763" y="6525"/>
                  </a:lnTo>
                  <a:cubicBezTo>
                    <a:pt x="3870" y="6501"/>
                    <a:pt x="3954" y="6466"/>
                    <a:pt x="4001" y="6370"/>
                  </a:cubicBezTo>
                  <a:lnTo>
                    <a:pt x="4430" y="5739"/>
                  </a:lnTo>
                  <a:lnTo>
                    <a:pt x="5466" y="6108"/>
                  </a:lnTo>
                  <a:cubicBezTo>
                    <a:pt x="5668" y="6180"/>
                    <a:pt x="5799" y="6370"/>
                    <a:pt x="5799" y="6597"/>
                  </a:cubicBezTo>
                  <a:lnTo>
                    <a:pt x="5799" y="7823"/>
                  </a:lnTo>
                  <a:cubicBezTo>
                    <a:pt x="5799" y="7906"/>
                    <a:pt x="5882" y="7978"/>
                    <a:pt x="5966" y="7978"/>
                  </a:cubicBezTo>
                  <a:cubicBezTo>
                    <a:pt x="6061" y="7978"/>
                    <a:pt x="6133" y="7906"/>
                    <a:pt x="6133" y="7823"/>
                  </a:cubicBezTo>
                  <a:lnTo>
                    <a:pt x="6133" y="6597"/>
                  </a:lnTo>
                  <a:cubicBezTo>
                    <a:pt x="6121" y="6228"/>
                    <a:pt x="5894" y="5918"/>
                    <a:pt x="5561" y="5787"/>
                  </a:cubicBezTo>
                  <a:lnTo>
                    <a:pt x="4585" y="5442"/>
                  </a:lnTo>
                  <a:cubicBezTo>
                    <a:pt x="4585" y="5394"/>
                    <a:pt x="4561" y="5346"/>
                    <a:pt x="4537" y="5323"/>
                  </a:cubicBezTo>
                  <a:lnTo>
                    <a:pt x="4239" y="5001"/>
                  </a:lnTo>
                  <a:lnTo>
                    <a:pt x="4239" y="4489"/>
                  </a:lnTo>
                  <a:cubicBezTo>
                    <a:pt x="4275" y="4454"/>
                    <a:pt x="4299" y="4430"/>
                    <a:pt x="4335" y="4406"/>
                  </a:cubicBezTo>
                  <a:cubicBezTo>
                    <a:pt x="4704" y="4049"/>
                    <a:pt x="4930" y="3561"/>
                    <a:pt x="4930" y="3060"/>
                  </a:cubicBezTo>
                  <a:lnTo>
                    <a:pt x="4930" y="2644"/>
                  </a:lnTo>
                  <a:cubicBezTo>
                    <a:pt x="5037" y="2382"/>
                    <a:pt x="5085" y="2132"/>
                    <a:pt x="5085" y="1870"/>
                  </a:cubicBezTo>
                  <a:lnTo>
                    <a:pt x="5085" y="167"/>
                  </a:lnTo>
                  <a:cubicBezTo>
                    <a:pt x="5085" y="84"/>
                    <a:pt x="5013" y="1"/>
                    <a:pt x="4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7" name="Google Shape;12887;p68"/>
            <p:cNvSpPr/>
            <p:nvPr/>
          </p:nvSpPr>
          <p:spPr>
            <a:xfrm>
              <a:off x="2905361" y="3195072"/>
              <a:ext cx="10631" cy="32244"/>
            </a:xfrm>
            <a:custGeom>
              <a:avLst/>
              <a:gdLst/>
              <a:ahLst/>
              <a:cxnLst/>
              <a:rect l="l" t="t" r="r" b="b"/>
              <a:pathLst>
                <a:path w="334" h="1013" extrusionOk="0">
                  <a:moveTo>
                    <a:pt x="167" y="1"/>
                  </a:moveTo>
                  <a:cubicBezTo>
                    <a:pt x="72" y="1"/>
                    <a:pt x="0" y="84"/>
                    <a:pt x="0" y="167"/>
                  </a:cubicBezTo>
                  <a:lnTo>
                    <a:pt x="0" y="858"/>
                  </a:lnTo>
                  <a:cubicBezTo>
                    <a:pt x="0" y="941"/>
                    <a:pt x="72" y="1013"/>
                    <a:pt x="167" y="1013"/>
                  </a:cubicBezTo>
                  <a:cubicBezTo>
                    <a:pt x="250" y="1013"/>
                    <a:pt x="334" y="941"/>
                    <a:pt x="334" y="858"/>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8" name="Google Shape;12888;p68"/>
            <p:cNvSpPr/>
            <p:nvPr/>
          </p:nvSpPr>
          <p:spPr>
            <a:xfrm>
              <a:off x="2939069" y="2934735"/>
              <a:ext cx="161856" cy="169049"/>
            </a:xfrm>
            <a:custGeom>
              <a:avLst/>
              <a:gdLst/>
              <a:ahLst/>
              <a:cxnLst/>
              <a:rect l="l" t="t" r="r" b="b"/>
              <a:pathLst>
                <a:path w="5085" h="5311" extrusionOk="0">
                  <a:moveTo>
                    <a:pt x="668" y="0"/>
                  </a:moveTo>
                  <a:cubicBezTo>
                    <a:pt x="299" y="0"/>
                    <a:pt x="1" y="298"/>
                    <a:pt x="1" y="667"/>
                  </a:cubicBezTo>
                  <a:lnTo>
                    <a:pt x="1" y="3393"/>
                  </a:lnTo>
                  <a:cubicBezTo>
                    <a:pt x="1" y="3763"/>
                    <a:pt x="299" y="4060"/>
                    <a:pt x="668" y="4060"/>
                  </a:cubicBezTo>
                  <a:lnTo>
                    <a:pt x="977" y="4060"/>
                  </a:lnTo>
                  <a:lnTo>
                    <a:pt x="739" y="5001"/>
                  </a:lnTo>
                  <a:cubicBezTo>
                    <a:pt x="715" y="5108"/>
                    <a:pt x="763" y="5203"/>
                    <a:pt x="846" y="5263"/>
                  </a:cubicBezTo>
                  <a:cubicBezTo>
                    <a:pt x="894" y="5298"/>
                    <a:pt x="941" y="5310"/>
                    <a:pt x="977" y="5310"/>
                  </a:cubicBezTo>
                  <a:cubicBezTo>
                    <a:pt x="1025" y="5310"/>
                    <a:pt x="1084" y="5298"/>
                    <a:pt x="1132" y="5263"/>
                  </a:cubicBezTo>
                  <a:lnTo>
                    <a:pt x="2763" y="4072"/>
                  </a:lnTo>
                  <a:lnTo>
                    <a:pt x="4418" y="4072"/>
                  </a:lnTo>
                  <a:cubicBezTo>
                    <a:pt x="4787" y="4072"/>
                    <a:pt x="5085" y="3774"/>
                    <a:pt x="5085" y="3405"/>
                  </a:cubicBezTo>
                  <a:lnTo>
                    <a:pt x="5085" y="679"/>
                  </a:lnTo>
                  <a:cubicBezTo>
                    <a:pt x="5061" y="298"/>
                    <a:pt x="4751" y="0"/>
                    <a:pt x="4394" y="0"/>
                  </a:cubicBezTo>
                  <a:lnTo>
                    <a:pt x="3537" y="0"/>
                  </a:lnTo>
                  <a:cubicBezTo>
                    <a:pt x="3454" y="0"/>
                    <a:pt x="3370" y="72"/>
                    <a:pt x="3370" y="167"/>
                  </a:cubicBezTo>
                  <a:cubicBezTo>
                    <a:pt x="3370" y="250"/>
                    <a:pt x="3454" y="322"/>
                    <a:pt x="3537" y="322"/>
                  </a:cubicBezTo>
                  <a:lnTo>
                    <a:pt x="4394" y="322"/>
                  </a:lnTo>
                  <a:cubicBezTo>
                    <a:pt x="4585" y="322"/>
                    <a:pt x="4751" y="488"/>
                    <a:pt x="4751" y="679"/>
                  </a:cubicBezTo>
                  <a:lnTo>
                    <a:pt x="4751" y="3405"/>
                  </a:lnTo>
                  <a:cubicBezTo>
                    <a:pt x="4751" y="3596"/>
                    <a:pt x="4585" y="3763"/>
                    <a:pt x="4394" y="3763"/>
                  </a:cubicBezTo>
                  <a:lnTo>
                    <a:pt x="2692" y="3763"/>
                  </a:lnTo>
                  <a:cubicBezTo>
                    <a:pt x="2668" y="3763"/>
                    <a:pt x="2632" y="3774"/>
                    <a:pt x="2608" y="3798"/>
                  </a:cubicBezTo>
                  <a:lnTo>
                    <a:pt x="1084" y="4894"/>
                  </a:lnTo>
                  <a:lnTo>
                    <a:pt x="1322" y="3953"/>
                  </a:lnTo>
                  <a:cubicBezTo>
                    <a:pt x="1334" y="3917"/>
                    <a:pt x="1322" y="3858"/>
                    <a:pt x="1287" y="3822"/>
                  </a:cubicBezTo>
                  <a:cubicBezTo>
                    <a:pt x="1263" y="3774"/>
                    <a:pt x="1215" y="3763"/>
                    <a:pt x="1180" y="3763"/>
                  </a:cubicBezTo>
                  <a:lnTo>
                    <a:pt x="668" y="3763"/>
                  </a:lnTo>
                  <a:cubicBezTo>
                    <a:pt x="477" y="3763"/>
                    <a:pt x="310" y="3596"/>
                    <a:pt x="310" y="3405"/>
                  </a:cubicBezTo>
                  <a:lnTo>
                    <a:pt x="310" y="679"/>
                  </a:lnTo>
                  <a:cubicBezTo>
                    <a:pt x="310" y="488"/>
                    <a:pt x="477" y="322"/>
                    <a:pt x="668" y="322"/>
                  </a:cubicBezTo>
                  <a:lnTo>
                    <a:pt x="1513" y="322"/>
                  </a:lnTo>
                  <a:cubicBezTo>
                    <a:pt x="1608" y="322"/>
                    <a:pt x="1680" y="250"/>
                    <a:pt x="1680" y="167"/>
                  </a:cubicBezTo>
                  <a:cubicBezTo>
                    <a:pt x="1680" y="72"/>
                    <a:pt x="1608"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9" name="Google Shape;12889;p68"/>
            <p:cNvSpPr/>
            <p:nvPr/>
          </p:nvSpPr>
          <p:spPr>
            <a:xfrm>
              <a:off x="3002379" y="2902523"/>
              <a:ext cx="32244" cy="96668"/>
            </a:xfrm>
            <a:custGeom>
              <a:avLst/>
              <a:gdLst/>
              <a:ahLst/>
              <a:cxnLst/>
              <a:rect l="l" t="t" r="r" b="b"/>
              <a:pathLst>
                <a:path w="1013" h="3037" extrusionOk="0">
                  <a:moveTo>
                    <a:pt x="691" y="310"/>
                  </a:moveTo>
                  <a:lnTo>
                    <a:pt x="536" y="2727"/>
                  </a:lnTo>
                  <a:lnTo>
                    <a:pt x="500" y="2727"/>
                  </a:lnTo>
                  <a:lnTo>
                    <a:pt x="345" y="310"/>
                  </a:lnTo>
                  <a:close/>
                  <a:moveTo>
                    <a:pt x="167" y="0"/>
                  </a:moveTo>
                  <a:cubicBezTo>
                    <a:pt x="119" y="0"/>
                    <a:pt x="84" y="12"/>
                    <a:pt x="48" y="48"/>
                  </a:cubicBezTo>
                  <a:cubicBezTo>
                    <a:pt x="24" y="72"/>
                    <a:pt x="0" y="119"/>
                    <a:pt x="0" y="167"/>
                  </a:cubicBezTo>
                  <a:lnTo>
                    <a:pt x="167" y="2881"/>
                  </a:lnTo>
                  <a:cubicBezTo>
                    <a:pt x="167" y="2977"/>
                    <a:pt x="238" y="3036"/>
                    <a:pt x="334" y="3036"/>
                  </a:cubicBezTo>
                  <a:lnTo>
                    <a:pt x="679" y="3036"/>
                  </a:lnTo>
                  <a:cubicBezTo>
                    <a:pt x="762" y="3036"/>
                    <a:pt x="822" y="2977"/>
                    <a:pt x="834" y="2881"/>
                  </a:cubicBezTo>
                  <a:lnTo>
                    <a:pt x="1000" y="167"/>
                  </a:lnTo>
                  <a:cubicBezTo>
                    <a:pt x="1012" y="119"/>
                    <a:pt x="1000" y="72"/>
                    <a:pt x="977" y="48"/>
                  </a:cubicBezTo>
                  <a:cubicBezTo>
                    <a:pt x="941" y="12"/>
                    <a:pt x="893"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68"/>
            <p:cNvSpPr/>
            <p:nvPr/>
          </p:nvSpPr>
          <p:spPr>
            <a:xfrm>
              <a:off x="3003143" y="3005206"/>
              <a:ext cx="32244" cy="32244"/>
            </a:xfrm>
            <a:custGeom>
              <a:avLst/>
              <a:gdLst/>
              <a:ahLst/>
              <a:cxnLst/>
              <a:rect l="l" t="t" r="r" b="b"/>
              <a:pathLst>
                <a:path w="1013" h="1013" extrusionOk="0">
                  <a:moveTo>
                    <a:pt x="500" y="322"/>
                  </a:moveTo>
                  <a:cubicBezTo>
                    <a:pt x="607" y="322"/>
                    <a:pt x="679" y="406"/>
                    <a:pt x="679" y="513"/>
                  </a:cubicBezTo>
                  <a:cubicBezTo>
                    <a:pt x="679" y="608"/>
                    <a:pt x="595" y="691"/>
                    <a:pt x="500" y="691"/>
                  </a:cubicBezTo>
                  <a:cubicBezTo>
                    <a:pt x="393" y="691"/>
                    <a:pt x="321" y="608"/>
                    <a:pt x="321" y="513"/>
                  </a:cubicBezTo>
                  <a:cubicBezTo>
                    <a:pt x="321" y="406"/>
                    <a:pt x="393" y="322"/>
                    <a:pt x="500" y="322"/>
                  </a:cubicBezTo>
                  <a:close/>
                  <a:moveTo>
                    <a:pt x="500" y="1"/>
                  </a:moveTo>
                  <a:cubicBezTo>
                    <a:pt x="214" y="1"/>
                    <a:pt x="0" y="227"/>
                    <a:pt x="0" y="513"/>
                  </a:cubicBezTo>
                  <a:cubicBezTo>
                    <a:pt x="0" y="787"/>
                    <a:pt x="214" y="1013"/>
                    <a:pt x="500" y="1013"/>
                  </a:cubicBezTo>
                  <a:cubicBezTo>
                    <a:pt x="786" y="1013"/>
                    <a:pt x="1012" y="787"/>
                    <a:pt x="1012" y="513"/>
                  </a:cubicBezTo>
                  <a:cubicBezTo>
                    <a:pt x="988"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1" name="Google Shape;12891;p68"/>
          <p:cNvGrpSpPr/>
          <p:nvPr/>
        </p:nvGrpSpPr>
        <p:grpSpPr>
          <a:xfrm>
            <a:off x="849016" y="2979455"/>
            <a:ext cx="356655" cy="335425"/>
            <a:chOff x="849016" y="2903255"/>
            <a:chExt cx="356655" cy="335425"/>
          </a:xfrm>
        </p:grpSpPr>
        <p:sp>
          <p:nvSpPr>
            <p:cNvPr id="12892" name="Google Shape;12892;p68"/>
            <p:cNvSpPr/>
            <p:nvPr/>
          </p:nvSpPr>
          <p:spPr>
            <a:xfrm>
              <a:off x="849016" y="2903255"/>
              <a:ext cx="356655" cy="335425"/>
            </a:xfrm>
            <a:custGeom>
              <a:avLst/>
              <a:gdLst/>
              <a:ahLst/>
              <a:cxnLst/>
              <a:rect l="l" t="t" r="r" b="b"/>
              <a:pathLst>
                <a:path w="11205" h="10538" extrusionOk="0">
                  <a:moveTo>
                    <a:pt x="9835" y="3192"/>
                  </a:moveTo>
                  <a:lnTo>
                    <a:pt x="9835" y="3680"/>
                  </a:lnTo>
                  <a:lnTo>
                    <a:pt x="2692" y="3680"/>
                  </a:lnTo>
                  <a:cubicBezTo>
                    <a:pt x="2608" y="3680"/>
                    <a:pt x="2525" y="3751"/>
                    <a:pt x="2525" y="3847"/>
                  </a:cubicBezTo>
                  <a:cubicBezTo>
                    <a:pt x="2525" y="3930"/>
                    <a:pt x="2608" y="4013"/>
                    <a:pt x="2692" y="4013"/>
                  </a:cubicBezTo>
                  <a:lnTo>
                    <a:pt x="10824" y="4013"/>
                  </a:lnTo>
                  <a:cubicBezTo>
                    <a:pt x="10847" y="4013"/>
                    <a:pt x="10883" y="4037"/>
                    <a:pt x="10883" y="4073"/>
                  </a:cubicBezTo>
                  <a:lnTo>
                    <a:pt x="10883" y="6478"/>
                  </a:lnTo>
                  <a:cubicBezTo>
                    <a:pt x="10883" y="6514"/>
                    <a:pt x="10847" y="6537"/>
                    <a:pt x="10824" y="6537"/>
                  </a:cubicBezTo>
                  <a:lnTo>
                    <a:pt x="382" y="6537"/>
                  </a:lnTo>
                  <a:cubicBezTo>
                    <a:pt x="358" y="6537"/>
                    <a:pt x="322" y="6502"/>
                    <a:pt x="322" y="6478"/>
                  </a:cubicBezTo>
                  <a:lnTo>
                    <a:pt x="322" y="4073"/>
                  </a:lnTo>
                  <a:cubicBezTo>
                    <a:pt x="322" y="4037"/>
                    <a:pt x="358" y="4013"/>
                    <a:pt x="382" y="4013"/>
                  </a:cubicBezTo>
                  <a:lnTo>
                    <a:pt x="2025" y="4013"/>
                  </a:lnTo>
                  <a:cubicBezTo>
                    <a:pt x="2108" y="4013"/>
                    <a:pt x="2192" y="3930"/>
                    <a:pt x="2192" y="3847"/>
                  </a:cubicBezTo>
                  <a:cubicBezTo>
                    <a:pt x="2192" y="3751"/>
                    <a:pt x="2108" y="3680"/>
                    <a:pt x="2025" y="3680"/>
                  </a:cubicBezTo>
                  <a:lnTo>
                    <a:pt x="1394" y="3680"/>
                  </a:lnTo>
                  <a:lnTo>
                    <a:pt x="1394" y="3192"/>
                  </a:lnTo>
                  <a:close/>
                  <a:moveTo>
                    <a:pt x="9824" y="6871"/>
                  </a:moveTo>
                  <a:lnTo>
                    <a:pt x="9824" y="7359"/>
                  </a:lnTo>
                  <a:lnTo>
                    <a:pt x="1382" y="7359"/>
                  </a:lnTo>
                  <a:lnTo>
                    <a:pt x="1382" y="6871"/>
                  </a:lnTo>
                  <a:close/>
                  <a:moveTo>
                    <a:pt x="382" y="1"/>
                  </a:moveTo>
                  <a:cubicBezTo>
                    <a:pt x="179" y="1"/>
                    <a:pt x="1" y="180"/>
                    <a:pt x="1" y="394"/>
                  </a:cubicBezTo>
                  <a:lnTo>
                    <a:pt x="1" y="2799"/>
                  </a:lnTo>
                  <a:cubicBezTo>
                    <a:pt x="1" y="3013"/>
                    <a:pt x="179" y="3192"/>
                    <a:pt x="382" y="3192"/>
                  </a:cubicBezTo>
                  <a:lnTo>
                    <a:pt x="1061" y="3192"/>
                  </a:lnTo>
                  <a:lnTo>
                    <a:pt x="1061" y="3680"/>
                  </a:lnTo>
                  <a:lnTo>
                    <a:pt x="382" y="3680"/>
                  </a:lnTo>
                  <a:cubicBezTo>
                    <a:pt x="179" y="3680"/>
                    <a:pt x="1" y="3859"/>
                    <a:pt x="1" y="4073"/>
                  </a:cubicBezTo>
                  <a:lnTo>
                    <a:pt x="1" y="6478"/>
                  </a:lnTo>
                  <a:cubicBezTo>
                    <a:pt x="1" y="6692"/>
                    <a:pt x="179" y="6871"/>
                    <a:pt x="382" y="6871"/>
                  </a:cubicBezTo>
                  <a:lnTo>
                    <a:pt x="1061" y="6871"/>
                  </a:lnTo>
                  <a:lnTo>
                    <a:pt x="1061" y="7359"/>
                  </a:lnTo>
                  <a:lnTo>
                    <a:pt x="382" y="7359"/>
                  </a:lnTo>
                  <a:cubicBezTo>
                    <a:pt x="179" y="7359"/>
                    <a:pt x="1" y="7538"/>
                    <a:pt x="1" y="7740"/>
                  </a:cubicBezTo>
                  <a:lnTo>
                    <a:pt x="1" y="10157"/>
                  </a:lnTo>
                  <a:cubicBezTo>
                    <a:pt x="1" y="10359"/>
                    <a:pt x="179" y="10538"/>
                    <a:pt x="382" y="10538"/>
                  </a:cubicBezTo>
                  <a:lnTo>
                    <a:pt x="5002" y="10538"/>
                  </a:lnTo>
                  <a:cubicBezTo>
                    <a:pt x="5085" y="10538"/>
                    <a:pt x="5168" y="10466"/>
                    <a:pt x="5168" y="10383"/>
                  </a:cubicBezTo>
                  <a:cubicBezTo>
                    <a:pt x="5168" y="10288"/>
                    <a:pt x="5085" y="10216"/>
                    <a:pt x="5002" y="10216"/>
                  </a:cubicBezTo>
                  <a:lnTo>
                    <a:pt x="382" y="10216"/>
                  </a:lnTo>
                  <a:cubicBezTo>
                    <a:pt x="358" y="10216"/>
                    <a:pt x="322" y="10181"/>
                    <a:pt x="322" y="10157"/>
                  </a:cubicBezTo>
                  <a:lnTo>
                    <a:pt x="322" y="7740"/>
                  </a:lnTo>
                  <a:cubicBezTo>
                    <a:pt x="322" y="7716"/>
                    <a:pt x="358" y="7680"/>
                    <a:pt x="382" y="7680"/>
                  </a:cubicBezTo>
                  <a:lnTo>
                    <a:pt x="10824" y="7680"/>
                  </a:lnTo>
                  <a:cubicBezTo>
                    <a:pt x="10847" y="7680"/>
                    <a:pt x="10883" y="7716"/>
                    <a:pt x="10883" y="7740"/>
                  </a:cubicBezTo>
                  <a:lnTo>
                    <a:pt x="10883" y="10157"/>
                  </a:lnTo>
                  <a:cubicBezTo>
                    <a:pt x="10883" y="10181"/>
                    <a:pt x="10847" y="10216"/>
                    <a:pt x="10824" y="10216"/>
                  </a:cubicBezTo>
                  <a:lnTo>
                    <a:pt x="5716" y="10216"/>
                  </a:lnTo>
                  <a:cubicBezTo>
                    <a:pt x="5621" y="10216"/>
                    <a:pt x="5549" y="10288"/>
                    <a:pt x="5549" y="10383"/>
                  </a:cubicBezTo>
                  <a:cubicBezTo>
                    <a:pt x="5549" y="10466"/>
                    <a:pt x="5621" y="10538"/>
                    <a:pt x="5716" y="10538"/>
                  </a:cubicBezTo>
                  <a:lnTo>
                    <a:pt x="10824" y="10538"/>
                  </a:lnTo>
                  <a:cubicBezTo>
                    <a:pt x="11026" y="10538"/>
                    <a:pt x="11205" y="10359"/>
                    <a:pt x="11205" y="10157"/>
                  </a:cubicBezTo>
                  <a:lnTo>
                    <a:pt x="11205" y="7740"/>
                  </a:lnTo>
                  <a:cubicBezTo>
                    <a:pt x="11205" y="7538"/>
                    <a:pt x="11026" y="7359"/>
                    <a:pt x="10824" y="7359"/>
                  </a:cubicBezTo>
                  <a:lnTo>
                    <a:pt x="10145" y="7359"/>
                  </a:lnTo>
                  <a:lnTo>
                    <a:pt x="10145" y="6871"/>
                  </a:lnTo>
                  <a:lnTo>
                    <a:pt x="10824" y="6871"/>
                  </a:lnTo>
                  <a:cubicBezTo>
                    <a:pt x="11026" y="6871"/>
                    <a:pt x="11205" y="6692"/>
                    <a:pt x="11205" y="6478"/>
                  </a:cubicBezTo>
                  <a:lnTo>
                    <a:pt x="11205" y="4073"/>
                  </a:lnTo>
                  <a:cubicBezTo>
                    <a:pt x="11205" y="3859"/>
                    <a:pt x="11026" y="3680"/>
                    <a:pt x="10824" y="3680"/>
                  </a:cubicBezTo>
                  <a:lnTo>
                    <a:pt x="10145" y="3680"/>
                  </a:lnTo>
                  <a:lnTo>
                    <a:pt x="10145" y="3192"/>
                  </a:lnTo>
                  <a:lnTo>
                    <a:pt x="10824" y="3192"/>
                  </a:lnTo>
                  <a:cubicBezTo>
                    <a:pt x="11026" y="3192"/>
                    <a:pt x="11205" y="3013"/>
                    <a:pt x="11205" y="2799"/>
                  </a:cubicBezTo>
                  <a:lnTo>
                    <a:pt x="11205" y="394"/>
                  </a:lnTo>
                  <a:cubicBezTo>
                    <a:pt x="11205" y="180"/>
                    <a:pt x="11026" y="1"/>
                    <a:pt x="10824" y="1"/>
                  </a:cubicBezTo>
                  <a:lnTo>
                    <a:pt x="9716" y="1"/>
                  </a:lnTo>
                  <a:cubicBezTo>
                    <a:pt x="9633" y="1"/>
                    <a:pt x="9550" y="72"/>
                    <a:pt x="9550" y="168"/>
                  </a:cubicBezTo>
                  <a:cubicBezTo>
                    <a:pt x="9550" y="251"/>
                    <a:pt x="9633" y="334"/>
                    <a:pt x="9716" y="334"/>
                  </a:cubicBezTo>
                  <a:lnTo>
                    <a:pt x="10824" y="334"/>
                  </a:lnTo>
                  <a:cubicBezTo>
                    <a:pt x="10847" y="334"/>
                    <a:pt x="10883" y="358"/>
                    <a:pt x="10883" y="394"/>
                  </a:cubicBezTo>
                  <a:lnTo>
                    <a:pt x="10883" y="2799"/>
                  </a:lnTo>
                  <a:cubicBezTo>
                    <a:pt x="10883" y="2835"/>
                    <a:pt x="10847" y="2858"/>
                    <a:pt x="10824" y="2858"/>
                  </a:cubicBezTo>
                  <a:lnTo>
                    <a:pt x="382" y="2858"/>
                  </a:lnTo>
                  <a:cubicBezTo>
                    <a:pt x="358" y="2858"/>
                    <a:pt x="322" y="2835"/>
                    <a:pt x="322" y="2799"/>
                  </a:cubicBezTo>
                  <a:lnTo>
                    <a:pt x="322" y="394"/>
                  </a:lnTo>
                  <a:cubicBezTo>
                    <a:pt x="322" y="358"/>
                    <a:pt x="358" y="334"/>
                    <a:pt x="382" y="334"/>
                  </a:cubicBezTo>
                  <a:lnTo>
                    <a:pt x="9062" y="334"/>
                  </a:lnTo>
                  <a:cubicBezTo>
                    <a:pt x="9157" y="334"/>
                    <a:pt x="9228" y="251"/>
                    <a:pt x="9228" y="168"/>
                  </a:cubicBezTo>
                  <a:cubicBezTo>
                    <a:pt x="9228" y="72"/>
                    <a:pt x="9157" y="1"/>
                    <a:pt x="9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3" name="Google Shape;12893;p68"/>
            <p:cNvSpPr/>
            <p:nvPr/>
          </p:nvSpPr>
          <p:spPr>
            <a:xfrm>
              <a:off x="1137046" y="2932825"/>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70"/>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4" name="Google Shape;12894;p68"/>
            <p:cNvSpPr/>
            <p:nvPr/>
          </p:nvSpPr>
          <p:spPr>
            <a:xfrm>
              <a:off x="1080579" y="2932825"/>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70"/>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68"/>
            <p:cNvSpPr/>
            <p:nvPr/>
          </p:nvSpPr>
          <p:spPr>
            <a:xfrm>
              <a:off x="879350" y="2949122"/>
              <a:ext cx="187988" cy="10631"/>
            </a:xfrm>
            <a:custGeom>
              <a:avLst/>
              <a:gdLst/>
              <a:ahLst/>
              <a:cxnLst/>
              <a:rect l="l" t="t" r="r" b="b"/>
              <a:pathLst>
                <a:path w="5906" h="334" extrusionOk="0">
                  <a:moveTo>
                    <a:pt x="167" y="1"/>
                  </a:moveTo>
                  <a:cubicBezTo>
                    <a:pt x="72" y="1"/>
                    <a:pt x="0" y="84"/>
                    <a:pt x="0" y="167"/>
                  </a:cubicBezTo>
                  <a:cubicBezTo>
                    <a:pt x="0" y="263"/>
                    <a:pt x="72" y="334"/>
                    <a:pt x="167" y="334"/>
                  </a:cubicBezTo>
                  <a:lnTo>
                    <a:pt x="5739" y="334"/>
                  </a:lnTo>
                  <a:cubicBezTo>
                    <a:pt x="5834" y="334"/>
                    <a:pt x="5906" y="263"/>
                    <a:pt x="5906" y="167"/>
                  </a:cubicBezTo>
                  <a:cubicBezTo>
                    <a:pt x="5906" y="84"/>
                    <a:pt x="5834"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68"/>
            <p:cNvSpPr/>
            <p:nvPr/>
          </p:nvSpPr>
          <p:spPr>
            <a:xfrm>
              <a:off x="1137046" y="3050309"/>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82"/>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68"/>
            <p:cNvSpPr/>
            <p:nvPr/>
          </p:nvSpPr>
          <p:spPr>
            <a:xfrm>
              <a:off x="1080579" y="3050309"/>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82"/>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68"/>
            <p:cNvSpPr/>
            <p:nvPr/>
          </p:nvSpPr>
          <p:spPr>
            <a:xfrm>
              <a:off x="879350" y="3066988"/>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72"/>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9" name="Google Shape;12899;p68"/>
            <p:cNvSpPr/>
            <p:nvPr/>
          </p:nvSpPr>
          <p:spPr>
            <a:xfrm>
              <a:off x="1137046" y="3167794"/>
              <a:ext cx="43607" cy="43607"/>
            </a:xfrm>
            <a:custGeom>
              <a:avLst/>
              <a:gdLst/>
              <a:ahLst/>
              <a:cxnLst/>
              <a:rect l="l" t="t" r="r" b="b"/>
              <a:pathLst>
                <a:path w="1370" h="1370" extrusionOk="0">
                  <a:moveTo>
                    <a:pt x="679" y="310"/>
                  </a:moveTo>
                  <a:cubicBezTo>
                    <a:pt x="882" y="310"/>
                    <a:pt x="1036" y="477"/>
                    <a:pt x="1036" y="667"/>
                  </a:cubicBezTo>
                  <a:cubicBezTo>
                    <a:pt x="1036" y="870"/>
                    <a:pt x="882" y="1024"/>
                    <a:pt x="679" y="1024"/>
                  </a:cubicBezTo>
                  <a:cubicBezTo>
                    <a:pt x="489" y="1024"/>
                    <a:pt x="322" y="858"/>
                    <a:pt x="322" y="667"/>
                  </a:cubicBezTo>
                  <a:cubicBezTo>
                    <a:pt x="322" y="477"/>
                    <a:pt x="489" y="310"/>
                    <a:pt x="679" y="310"/>
                  </a:cubicBezTo>
                  <a:close/>
                  <a:moveTo>
                    <a:pt x="679" y="0"/>
                  </a:moveTo>
                  <a:cubicBezTo>
                    <a:pt x="310" y="0"/>
                    <a:pt x="1" y="310"/>
                    <a:pt x="1" y="679"/>
                  </a:cubicBezTo>
                  <a:cubicBezTo>
                    <a:pt x="1" y="1060"/>
                    <a:pt x="310" y="1370"/>
                    <a:pt x="679" y="1370"/>
                  </a:cubicBezTo>
                  <a:cubicBezTo>
                    <a:pt x="1060" y="1370"/>
                    <a:pt x="1370" y="1060"/>
                    <a:pt x="1370" y="679"/>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0" name="Google Shape;12900;p68"/>
            <p:cNvSpPr/>
            <p:nvPr/>
          </p:nvSpPr>
          <p:spPr>
            <a:xfrm>
              <a:off x="1080579" y="3167794"/>
              <a:ext cx="43607" cy="43607"/>
            </a:xfrm>
            <a:custGeom>
              <a:avLst/>
              <a:gdLst/>
              <a:ahLst/>
              <a:cxnLst/>
              <a:rect l="l" t="t" r="r" b="b"/>
              <a:pathLst>
                <a:path w="1370" h="1370" extrusionOk="0">
                  <a:moveTo>
                    <a:pt x="691" y="310"/>
                  </a:moveTo>
                  <a:cubicBezTo>
                    <a:pt x="882" y="310"/>
                    <a:pt x="1048" y="477"/>
                    <a:pt x="1048" y="667"/>
                  </a:cubicBezTo>
                  <a:cubicBezTo>
                    <a:pt x="1048" y="870"/>
                    <a:pt x="882" y="1024"/>
                    <a:pt x="691" y="1024"/>
                  </a:cubicBezTo>
                  <a:cubicBezTo>
                    <a:pt x="489" y="1024"/>
                    <a:pt x="334" y="858"/>
                    <a:pt x="334" y="667"/>
                  </a:cubicBezTo>
                  <a:cubicBezTo>
                    <a:pt x="334" y="477"/>
                    <a:pt x="489" y="310"/>
                    <a:pt x="691" y="310"/>
                  </a:cubicBezTo>
                  <a:close/>
                  <a:moveTo>
                    <a:pt x="691" y="0"/>
                  </a:moveTo>
                  <a:cubicBezTo>
                    <a:pt x="310" y="0"/>
                    <a:pt x="1" y="310"/>
                    <a:pt x="1" y="679"/>
                  </a:cubicBezTo>
                  <a:cubicBezTo>
                    <a:pt x="1" y="1060"/>
                    <a:pt x="310" y="1370"/>
                    <a:pt x="691" y="1370"/>
                  </a:cubicBezTo>
                  <a:cubicBezTo>
                    <a:pt x="1060" y="1370"/>
                    <a:pt x="1370" y="1060"/>
                    <a:pt x="1370" y="679"/>
                  </a:cubicBezTo>
                  <a:cubicBezTo>
                    <a:pt x="1370" y="298"/>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1" name="Google Shape;12901;p68"/>
            <p:cNvSpPr/>
            <p:nvPr/>
          </p:nvSpPr>
          <p:spPr>
            <a:xfrm>
              <a:off x="879350" y="3184473"/>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48"/>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68"/>
            <p:cNvSpPr/>
            <p:nvPr/>
          </p:nvSpPr>
          <p:spPr>
            <a:xfrm>
              <a:off x="879350" y="3083285"/>
              <a:ext cx="25432" cy="10631"/>
            </a:xfrm>
            <a:custGeom>
              <a:avLst/>
              <a:gdLst/>
              <a:ahLst/>
              <a:cxnLst/>
              <a:rect l="l" t="t" r="r" b="b"/>
              <a:pathLst>
                <a:path w="799" h="334" extrusionOk="0">
                  <a:moveTo>
                    <a:pt x="167" y="0"/>
                  </a:moveTo>
                  <a:cubicBezTo>
                    <a:pt x="72" y="0"/>
                    <a:pt x="0" y="84"/>
                    <a:pt x="0" y="167"/>
                  </a:cubicBezTo>
                  <a:cubicBezTo>
                    <a:pt x="0" y="262"/>
                    <a:pt x="72" y="334"/>
                    <a:pt x="167" y="334"/>
                  </a:cubicBezTo>
                  <a:lnTo>
                    <a:pt x="643" y="334"/>
                  </a:lnTo>
                  <a:cubicBezTo>
                    <a:pt x="727" y="334"/>
                    <a:pt x="798" y="262"/>
                    <a:pt x="798" y="167"/>
                  </a:cubicBezTo>
                  <a:cubicBezTo>
                    <a:pt x="798" y="84"/>
                    <a:pt x="727"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3" name="Google Shape;12903;p68"/>
          <p:cNvGrpSpPr/>
          <p:nvPr/>
        </p:nvGrpSpPr>
        <p:grpSpPr>
          <a:xfrm>
            <a:off x="4210933" y="3002977"/>
            <a:ext cx="280072" cy="275520"/>
            <a:chOff x="4210933" y="2926777"/>
            <a:chExt cx="280072" cy="275520"/>
          </a:xfrm>
        </p:grpSpPr>
        <p:sp>
          <p:nvSpPr>
            <p:cNvPr id="12904" name="Google Shape;12904;p68"/>
            <p:cNvSpPr/>
            <p:nvPr/>
          </p:nvSpPr>
          <p:spPr>
            <a:xfrm>
              <a:off x="4490623" y="2970352"/>
              <a:ext cx="32" cy="414"/>
            </a:xfrm>
            <a:custGeom>
              <a:avLst/>
              <a:gdLst/>
              <a:ahLst/>
              <a:cxnLst/>
              <a:rect l="l" t="t" r="r" b="b"/>
              <a:pathLst>
                <a:path w="1" h="13" extrusionOk="0">
                  <a:moveTo>
                    <a:pt x="0" y="0"/>
                  </a:moveTo>
                  <a:cubicBezTo>
                    <a:pt x="0" y="12"/>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5" name="Google Shape;12905;p68"/>
            <p:cNvSpPr/>
            <p:nvPr/>
          </p:nvSpPr>
          <p:spPr>
            <a:xfrm>
              <a:off x="4489859" y="2969589"/>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6" name="Google Shape;12906;p68"/>
            <p:cNvSpPr/>
            <p:nvPr/>
          </p:nvSpPr>
          <p:spPr>
            <a:xfrm>
              <a:off x="4210933" y="2944952"/>
              <a:ext cx="280072" cy="257346"/>
            </a:xfrm>
            <a:custGeom>
              <a:avLst/>
              <a:gdLst/>
              <a:ahLst/>
              <a:cxnLst/>
              <a:rect l="l" t="t" r="r" b="b"/>
              <a:pathLst>
                <a:path w="8799" h="8085" extrusionOk="0">
                  <a:moveTo>
                    <a:pt x="7549" y="620"/>
                  </a:moveTo>
                  <a:lnTo>
                    <a:pt x="6596" y="6382"/>
                  </a:lnTo>
                  <a:lnTo>
                    <a:pt x="6596" y="620"/>
                  </a:lnTo>
                  <a:close/>
                  <a:moveTo>
                    <a:pt x="4965" y="1"/>
                  </a:moveTo>
                  <a:cubicBezTo>
                    <a:pt x="4894" y="1"/>
                    <a:pt x="4834" y="60"/>
                    <a:pt x="4834" y="143"/>
                  </a:cubicBezTo>
                  <a:cubicBezTo>
                    <a:pt x="4834" y="215"/>
                    <a:pt x="4894" y="274"/>
                    <a:pt x="4965" y="274"/>
                  </a:cubicBezTo>
                  <a:lnTo>
                    <a:pt x="6322" y="274"/>
                  </a:lnTo>
                  <a:lnTo>
                    <a:pt x="6322" y="7835"/>
                  </a:lnTo>
                  <a:lnTo>
                    <a:pt x="262" y="7835"/>
                  </a:lnTo>
                  <a:lnTo>
                    <a:pt x="262" y="7192"/>
                  </a:lnTo>
                  <a:cubicBezTo>
                    <a:pt x="262" y="7121"/>
                    <a:pt x="203" y="7061"/>
                    <a:pt x="131" y="7061"/>
                  </a:cubicBezTo>
                  <a:cubicBezTo>
                    <a:pt x="60" y="7061"/>
                    <a:pt x="0" y="7121"/>
                    <a:pt x="0" y="7192"/>
                  </a:cubicBezTo>
                  <a:lnTo>
                    <a:pt x="0" y="7954"/>
                  </a:lnTo>
                  <a:cubicBezTo>
                    <a:pt x="0" y="8025"/>
                    <a:pt x="60" y="8085"/>
                    <a:pt x="131" y="8085"/>
                  </a:cubicBezTo>
                  <a:lnTo>
                    <a:pt x="6465" y="8085"/>
                  </a:lnTo>
                  <a:cubicBezTo>
                    <a:pt x="6525" y="8085"/>
                    <a:pt x="6561" y="8037"/>
                    <a:pt x="6584" y="8002"/>
                  </a:cubicBezTo>
                  <a:lnTo>
                    <a:pt x="7906" y="3715"/>
                  </a:lnTo>
                  <a:cubicBezTo>
                    <a:pt x="7918" y="3632"/>
                    <a:pt x="7882" y="3572"/>
                    <a:pt x="7811" y="3549"/>
                  </a:cubicBezTo>
                  <a:cubicBezTo>
                    <a:pt x="7799" y="3547"/>
                    <a:pt x="7788" y="3546"/>
                    <a:pt x="7777" y="3546"/>
                  </a:cubicBezTo>
                  <a:cubicBezTo>
                    <a:pt x="7721" y="3546"/>
                    <a:pt x="7674" y="3572"/>
                    <a:pt x="7644" y="3632"/>
                  </a:cubicBezTo>
                  <a:lnTo>
                    <a:pt x="6870" y="6132"/>
                  </a:lnTo>
                  <a:lnTo>
                    <a:pt x="7727" y="989"/>
                  </a:lnTo>
                  <a:lnTo>
                    <a:pt x="8466" y="989"/>
                  </a:lnTo>
                  <a:lnTo>
                    <a:pt x="7799" y="3144"/>
                  </a:lnTo>
                  <a:cubicBezTo>
                    <a:pt x="7787" y="3215"/>
                    <a:pt x="7811" y="3275"/>
                    <a:pt x="7882" y="3311"/>
                  </a:cubicBezTo>
                  <a:lnTo>
                    <a:pt x="7930" y="3311"/>
                  </a:lnTo>
                  <a:cubicBezTo>
                    <a:pt x="7989" y="3311"/>
                    <a:pt x="8037" y="3275"/>
                    <a:pt x="8049" y="3215"/>
                  </a:cubicBezTo>
                  <a:lnTo>
                    <a:pt x="8763" y="894"/>
                  </a:lnTo>
                  <a:cubicBezTo>
                    <a:pt x="8799" y="870"/>
                    <a:pt x="8799" y="822"/>
                    <a:pt x="8763" y="798"/>
                  </a:cubicBezTo>
                  <a:cubicBezTo>
                    <a:pt x="8739" y="763"/>
                    <a:pt x="8704" y="739"/>
                    <a:pt x="8668" y="739"/>
                  </a:cubicBezTo>
                  <a:lnTo>
                    <a:pt x="7787" y="739"/>
                  </a:lnTo>
                  <a:lnTo>
                    <a:pt x="7835" y="501"/>
                  </a:lnTo>
                  <a:cubicBezTo>
                    <a:pt x="7835" y="453"/>
                    <a:pt x="7835" y="417"/>
                    <a:pt x="7799" y="394"/>
                  </a:cubicBezTo>
                  <a:cubicBezTo>
                    <a:pt x="7763" y="358"/>
                    <a:pt x="7739" y="346"/>
                    <a:pt x="7692" y="346"/>
                  </a:cubicBezTo>
                  <a:lnTo>
                    <a:pt x="6596" y="346"/>
                  </a:lnTo>
                  <a:lnTo>
                    <a:pt x="6596" y="143"/>
                  </a:lnTo>
                  <a:cubicBezTo>
                    <a:pt x="6596" y="60"/>
                    <a:pt x="6537" y="1"/>
                    <a:pt x="6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68"/>
            <p:cNvSpPr/>
            <p:nvPr/>
          </p:nvSpPr>
          <p:spPr>
            <a:xfrm>
              <a:off x="4212047" y="2926777"/>
              <a:ext cx="144826" cy="234619"/>
            </a:xfrm>
            <a:custGeom>
              <a:avLst/>
              <a:gdLst/>
              <a:ahLst/>
              <a:cxnLst/>
              <a:rect l="l" t="t" r="r" b="b"/>
              <a:pathLst>
                <a:path w="4550" h="7371" extrusionOk="0">
                  <a:moveTo>
                    <a:pt x="132" y="0"/>
                  </a:moveTo>
                  <a:cubicBezTo>
                    <a:pt x="60" y="0"/>
                    <a:pt x="1" y="60"/>
                    <a:pt x="1" y="131"/>
                  </a:cubicBezTo>
                  <a:lnTo>
                    <a:pt x="1" y="7239"/>
                  </a:lnTo>
                  <a:cubicBezTo>
                    <a:pt x="1" y="7311"/>
                    <a:pt x="60" y="7370"/>
                    <a:pt x="132" y="7370"/>
                  </a:cubicBezTo>
                  <a:cubicBezTo>
                    <a:pt x="203" y="7370"/>
                    <a:pt x="263" y="7311"/>
                    <a:pt x="263" y="7239"/>
                  </a:cubicBezTo>
                  <a:lnTo>
                    <a:pt x="263" y="262"/>
                  </a:lnTo>
                  <a:lnTo>
                    <a:pt x="1763" y="262"/>
                  </a:lnTo>
                  <a:lnTo>
                    <a:pt x="2299" y="810"/>
                  </a:lnTo>
                  <a:cubicBezTo>
                    <a:pt x="2335" y="845"/>
                    <a:pt x="2358" y="857"/>
                    <a:pt x="2394" y="857"/>
                  </a:cubicBezTo>
                  <a:lnTo>
                    <a:pt x="4418" y="857"/>
                  </a:lnTo>
                  <a:cubicBezTo>
                    <a:pt x="4490" y="857"/>
                    <a:pt x="4549" y="798"/>
                    <a:pt x="4549" y="726"/>
                  </a:cubicBezTo>
                  <a:cubicBezTo>
                    <a:pt x="4537" y="655"/>
                    <a:pt x="4478" y="595"/>
                    <a:pt x="4418" y="595"/>
                  </a:cubicBezTo>
                  <a:lnTo>
                    <a:pt x="2454" y="595"/>
                  </a:lnTo>
                  <a:lnTo>
                    <a:pt x="1918" y="36"/>
                  </a:lnTo>
                  <a:cubicBezTo>
                    <a:pt x="1882" y="12"/>
                    <a:pt x="1858" y="0"/>
                    <a:pt x="1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68"/>
            <p:cNvSpPr/>
            <p:nvPr/>
          </p:nvSpPr>
          <p:spPr>
            <a:xfrm>
              <a:off x="4246550" y="2996103"/>
              <a:ext cx="28074" cy="28106"/>
            </a:xfrm>
            <a:custGeom>
              <a:avLst/>
              <a:gdLst/>
              <a:ahLst/>
              <a:cxnLst/>
              <a:rect l="l" t="t" r="r" b="b"/>
              <a:pathLst>
                <a:path w="882" h="883" extrusionOk="0">
                  <a:moveTo>
                    <a:pt x="620" y="263"/>
                  </a:moveTo>
                  <a:lnTo>
                    <a:pt x="620" y="608"/>
                  </a:lnTo>
                  <a:lnTo>
                    <a:pt x="262" y="608"/>
                  </a:lnTo>
                  <a:lnTo>
                    <a:pt x="262" y="263"/>
                  </a:lnTo>
                  <a:close/>
                  <a:moveTo>
                    <a:pt x="131" y="1"/>
                  </a:moveTo>
                  <a:cubicBezTo>
                    <a:pt x="60" y="1"/>
                    <a:pt x="0" y="60"/>
                    <a:pt x="0" y="144"/>
                  </a:cubicBezTo>
                  <a:lnTo>
                    <a:pt x="0" y="751"/>
                  </a:lnTo>
                  <a:cubicBezTo>
                    <a:pt x="0" y="822"/>
                    <a:pt x="60" y="882"/>
                    <a:pt x="131" y="882"/>
                  </a:cubicBezTo>
                  <a:lnTo>
                    <a:pt x="739" y="882"/>
                  </a:lnTo>
                  <a:cubicBezTo>
                    <a:pt x="822" y="882"/>
                    <a:pt x="881" y="822"/>
                    <a:pt x="881" y="751"/>
                  </a:cubicBezTo>
                  <a:lnTo>
                    <a:pt x="881" y="144"/>
                  </a:lnTo>
                  <a:cubicBezTo>
                    <a:pt x="881" y="60"/>
                    <a:pt x="82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68"/>
            <p:cNvSpPr/>
            <p:nvPr/>
          </p:nvSpPr>
          <p:spPr>
            <a:xfrm>
              <a:off x="4285956" y="3015456"/>
              <a:ext cx="97814" cy="8753"/>
            </a:xfrm>
            <a:custGeom>
              <a:avLst/>
              <a:gdLst/>
              <a:ahLst/>
              <a:cxnLst/>
              <a:rect l="l" t="t" r="r" b="b"/>
              <a:pathLst>
                <a:path w="3073" h="275" extrusionOk="0">
                  <a:moveTo>
                    <a:pt x="132" y="0"/>
                  </a:moveTo>
                  <a:cubicBezTo>
                    <a:pt x="60" y="0"/>
                    <a:pt x="1" y="60"/>
                    <a:pt x="1" y="143"/>
                  </a:cubicBezTo>
                  <a:cubicBezTo>
                    <a:pt x="1" y="214"/>
                    <a:pt x="60" y="274"/>
                    <a:pt x="132" y="274"/>
                  </a:cubicBezTo>
                  <a:lnTo>
                    <a:pt x="2942" y="274"/>
                  </a:lnTo>
                  <a:cubicBezTo>
                    <a:pt x="3013" y="274"/>
                    <a:pt x="3072" y="214"/>
                    <a:pt x="3072" y="143"/>
                  </a:cubicBezTo>
                  <a:cubicBezTo>
                    <a:pt x="3072" y="72"/>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68"/>
            <p:cNvSpPr/>
            <p:nvPr/>
          </p:nvSpPr>
          <p:spPr>
            <a:xfrm>
              <a:off x="4285956" y="3001800"/>
              <a:ext cx="30366" cy="8753"/>
            </a:xfrm>
            <a:custGeom>
              <a:avLst/>
              <a:gdLst/>
              <a:ahLst/>
              <a:cxnLst/>
              <a:rect l="l" t="t" r="r" b="b"/>
              <a:pathLst>
                <a:path w="954" h="275" extrusionOk="0">
                  <a:moveTo>
                    <a:pt x="132" y="1"/>
                  </a:moveTo>
                  <a:cubicBezTo>
                    <a:pt x="60" y="1"/>
                    <a:pt x="1" y="60"/>
                    <a:pt x="1" y="132"/>
                  </a:cubicBezTo>
                  <a:cubicBezTo>
                    <a:pt x="1" y="215"/>
                    <a:pt x="60" y="274"/>
                    <a:pt x="132" y="274"/>
                  </a:cubicBezTo>
                  <a:lnTo>
                    <a:pt x="810" y="274"/>
                  </a:lnTo>
                  <a:cubicBezTo>
                    <a:pt x="894" y="274"/>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68"/>
            <p:cNvSpPr/>
            <p:nvPr/>
          </p:nvSpPr>
          <p:spPr>
            <a:xfrm>
              <a:off x="4246550" y="3060177"/>
              <a:ext cx="28074" cy="28074"/>
            </a:xfrm>
            <a:custGeom>
              <a:avLst/>
              <a:gdLst/>
              <a:ahLst/>
              <a:cxnLst/>
              <a:rect l="l" t="t" r="r" b="b"/>
              <a:pathLst>
                <a:path w="882" h="882" extrusionOk="0">
                  <a:moveTo>
                    <a:pt x="620" y="274"/>
                  </a:moveTo>
                  <a:lnTo>
                    <a:pt x="620" y="631"/>
                  </a:lnTo>
                  <a:lnTo>
                    <a:pt x="262" y="631"/>
                  </a:lnTo>
                  <a:lnTo>
                    <a:pt x="262" y="274"/>
                  </a:lnTo>
                  <a:close/>
                  <a:moveTo>
                    <a:pt x="131" y="0"/>
                  </a:moveTo>
                  <a:cubicBezTo>
                    <a:pt x="60" y="0"/>
                    <a:pt x="0" y="60"/>
                    <a:pt x="0" y="131"/>
                  </a:cubicBezTo>
                  <a:lnTo>
                    <a:pt x="0" y="750"/>
                  </a:lnTo>
                  <a:cubicBezTo>
                    <a:pt x="0" y="822"/>
                    <a:pt x="60" y="881"/>
                    <a:pt x="131" y="881"/>
                  </a:cubicBezTo>
                  <a:lnTo>
                    <a:pt x="739" y="881"/>
                  </a:lnTo>
                  <a:cubicBezTo>
                    <a:pt x="822" y="881"/>
                    <a:pt x="881" y="822"/>
                    <a:pt x="881" y="750"/>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68"/>
            <p:cNvSpPr/>
            <p:nvPr/>
          </p:nvSpPr>
          <p:spPr>
            <a:xfrm>
              <a:off x="4285956" y="3080261"/>
              <a:ext cx="97814" cy="8371"/>
            </a:xfrm>
            <a:custGeom>
              <a:avLst/>
              <a:gdLst/>
              <a:ahLst/>
              <a:cxnLst/>
              <a:rect l="l" t="t" r="r" b="b"/>
              <a:pathLst>
                <a:path w="3073" h="263" extrusionOk="0">
                  <a:moveTo>
                    <a:pt x="132" y="0"/>
                  </a:moveTo>
                  <a:cubicBezTo>
                    <a:pt x="60" y="0"/>
                    <a:pt x="1" y="48"/>
                    <a:pt x="1" y="131"/>
                  </a:cubicBezTo>
                  <a:cubicBezTo>
                    <a:pt x="1" y="203"/>
                    <a:pt x="60" y="262"/>
                    <a:pt x="132" y="262"/>
                  </a:cubicBezTo>
                  <a:lnTo>
                    <a:pt x="2942" y="262"/>
                  </a:lnTo>
                  <a:cubicBezTo>
                    <a:pt x="3013" y="262"/>
                    <a:pt x="3072" y="203"/>
                    <a:pt x="3072" y="131"/>
                  </a:cubicBezTo>
                  <a:cubicBezTo>
                    <a:pt x="3072" y="48"/>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3" name="Google Shape;12913;p68"/>
            <p:cNvSpPr/>
            <p:nvPr/>
          </p:nvSpPr>
          <p:spPr>
            <a:xfrm>
              <a:off x="4285956" y="3066224"/>
              <a:ext cx="30366" cy="8753"/>
            </a:xfrm>
            <a:custGeom>
              <a:avLst/>
              <a:gdLst/>
              <a:ahLst/>
              <a:cxnLst/>
              <a:rect l="l" t="t" r="r" b="b"/>
              <a:pathLst>
                <a:path w="954" h="275" extrusionOk="0">
                  <a:moveTo>
                    <a:pt x="132" y="1"/>
                  </a:moveTo>
                  <a:cubicBezTo>
                    <a:pt x="60" y="1"/>
                    <a:pt x="1" y="60"/>
                    <a:pt x="1" y="143"/>
                  </a:cubicBezTo>
                  <a:cubicBezTo>
                    <a:pt x="1" y="215"/>
                    <a:pt x="60" y="274"/>
                    <a:pt x="132" y="274"/>
                  </a:cubicBezTo>
                  <a:lnTo>
                    <a:pt x="810" y="274"/>
                  </a:lnTo>
                  <a:cubicBezTo>
                    <a:pt x="894" y="274"/>
                    <a:pt x="953" y="215"/>
                    <a:pt x="953" y="143"/>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4" name="Google Shape;12914;p68"/>
            <p:cNvSpPr/>
            <p:nvPr/>
          </p:nvSpPr>
          <p:spPr>
            <a:xfrm>
              <a:off x="4246550" y="3124601"/>
              <a:ext cx="28074" cy="28074"/>
            </a:xfrm>
            <a:custGeom>
              <a:avLst/>
              <a:gdLst/>
              <a:ahLst/>
              <a:cxnLst/>
              <a:rect l="l" t="t" r="r" b="b"/>
              <a:pathLst>
                <a:path w="882" h="882" extrusionOk="0">
                  <a:moveTo>
                    <a:pt x="620" y="250"/>
                  </a:moveTo>
                  <a:lnTo>
                    <a:pt x="620" y="607"/>
                  </a:lnTo>
                  <a:lnTo>
                    <a:pt x="262" y="607"/>
                  </a:lnTo>
                  <a:lnTo>
                    <a:pt x="262" y="250"/>
                  </a:lnTo>
                  <a:close/>
                  <a:moveTo>
                    <a:pt x="131" y="0"/>
                  </a:moveTo>
                  <a:cubicBezTo>
                    <a:pt x="60" y="0"/>
                    <a:pt x="0" y="60"/>
                    <a:pt x="0" y="131"/>
                  </a:cubicBezTo>
                  <a:lnTo>
                    <a:pt x="0" y="738"/>
                  </a:lnTo>
                  <a:cubicBezTo>
                    <a:pt x="0" y="822"/>
                    <a:pt x="60" y="881"/>
                    <a:pt x="131" y="881"/>
                  </a:cubicBezTo>
                  <a:lnTo>
                    <a:pt x="739" y="881"/>
                  </a:lnTo>
                  <a:cubicBezTo>
                    <a:pt x="822" y="881"/>
                    <a:pt x="881" y="822"/>
                    <a:pt x="881" y="738"/>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68"/>
            <p:cNvSpPr/>
            <p:nvPr/>
          </p:nvSpPr>
          <p:spPr>
            <a:xfrm>
              <a:off x="4285956" y="3143921"/>
              <a:ext cx="97814" cy="8753"/>
            </a:xfrm>
            <a:custGeom>
              <a:avLst/>
              <a:gdLst/>
              <a:ahLst/>
              <a:cxnLst/>
              <a:rect l="l" t="t" r="r" b="b"/>
              <a:pathLst>
                <a:path w="3073" h="275" extrusionOk="0">
                  <a:moveTo>
                    <a:pt x="132" y="0"/>
                  </a:moveTo>
                  <a:cubicBezTo>
                    <a:pt x="60" y="0"/>
                    <a:pt x="1" y="60"/>
                    <a:pt x="1" y="131"/>
                  </a:cubicBezTo>
                  <a:cubicBezTo>
                    <a:pt x="1" y="215"/>
                    <a:pt x="60" y="274"/>
                    <a:pt x="132" y="274"/>
                  </a:cubicBezTo>
                  <a:lnTo>
                    <a:pt x="2942" y="274"/>
                  </a:lnTo>
                  <a:cubicBezTo>
                    <a:pt x="3013" y="274"/>
                    <a:pt x="3072" y="215"/>
                    <a:pt x="3072" y="131"/>
                  </a:cubicBezTo>
                  <a:cubicBezTo>
                    <a:pt x="3072" y="60"/>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6" name="Google Shape;12916;p68"/>
            <p:cNvSpPr/>
            <p:nvPr/>
          </p:nvSpPr>
          <p:spPr>
            <a:xfrm>
              <a:off x="4285956" y="3130266"/>
              <a:ext cx="30366" cy="8371"/>
            </a:xfrm>
            <a:custGeom>
              <a:avLst/>
              <a:gdLst/>
              <a:ahLst/>
              <a:cxnLst/>
              <a:rect l="l" t="t" r="r" b="b"/>
              <a:pathLst>
                <a:path w="954" h="263" extrusionOk="0">
                  <a:moveTo>
                    <a:pt x="132" y="1"/>
                  </a:moveTo>
                  <a:cubicBezTo>
                    <a:pt x="60" y="1"/>
                    <a:pt x="1" y="60"/>
                    <a:pt x="1" y="132"/>
                  </a:cubicBezTo>
                  <a:cubicBezTo>
                    <a:pt x="1" y="215"/>
                    <a:pt x="60" y="263"/>
                    <a:pt x="132" y="263"/>
                  </a:cubicBezTo>
                  <a:lnTo>
                    <a:pt x="810" y="263"/>
                  </a:lnTo>
                  <a:cubicBezTo>
                    <a:pt x="894" y="263"/>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7" name="Google Shape;12917;p68"/>
          <p:cNvGrpSpPr/>
          <p:nvPr/>
        </p:nvGrpSpPr>
        <p:grpSpPr>
          <a:xfrm>
            <a:off x="4667216" y="2991582"/>
            <a:ext cx="320273" cy="318395"/>
            <a:chOff x="4667216" y="2915382"/>
            <a:chExt cx="320273" cy="318395"/>
          </a:xfrm>
        </p:grpSpPr>
        <p:sp>
          <p:nvSpPr>
            <p:cNvPr id="12918" name="Google Shape;12918;p68"/>
            <p:cNvSpPr/>
            <p:nvPr/>
          </p:nvSpPr>
          <p:spPr>
            <a:xfrm>
              <a:off x="4686154" y="2938140"/>
              <a:ext cx="166789" cy="163734"/>
            </a:xfrm>
            <a:custGeom>
              <a:avLst/>
              <a:gdLst/>
              <a:ahLst/>
              <a:cxnLst/>
              <a:rect l="l" t="t" r="r" b="b"/>
              <a:pathLst>
                <a:path w="5240" h="5144" extrusionOk="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68"/>
            <p:cNvSpPr/>
            <p:nvPr/>
          </p:nvSpPr>
          <p:spPr>
            <a:xfrm>
              <a:off x="4667216" y="2915382"/>
              <a:ext cx="320273" cy="318395"/>
            </a:xfrm>
            <a:custGeom>
              <a:avLst/>
              <a:gdLst/>
              <a:ahLst/>
              <a:cxnLst/>
              <a:rect l="l" t="t" r="r" b="b"/>
              <a:pathLst>
                <a:path w="10062" h="10003" extrusionOk="0">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68"/>
            <p:cNvSpPr/>
            <p:nvPr/>
          </p:nvSpPr>
          <p:spPr>
            <a:xfrm>
              <a:off x="4733899" y="2960772"/>
              <a:ext cx="75469" cy="86546"/>
            </a:xfrm>
            <a:custGeom>
              <a:avLst/>
              <a:gdLst/>
              <a:ahLst/>
              <a:cxnLst/>
              <a:rect l="l" t="t" r="r" b="b"/>
              <a:pathLst>
                <a:path w="2371" h="2719" extrusionOk="0">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68"/>
            <p:cNvSpPr/>
            <p:nvPr/>
          </p:nvSpPr>
          <p:spPr>
            <a:xfrm>
              <a:off x="4755894" y="3048431"/>
              <a:ext cx="31098" cy="32244"/>
            </a:xfrm>
            <a:custGeom>
              <a:avLst/>
              <a:gdLst/>
              <a:ahLst/>
              <a:cxnLst/>
              <a:rect l="l" t="t" r="r" b="b"/>
              <a:pathLst>
                <a:path w="977" h="1013" extrusionOk="0">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2" name="Google Shape;12922;p68"/>
          <p:cNvGrpSpPr/>
          <p:nvPr/>
        </p:nvGrpSpPr>
        <p:grpSpPr>
          <a:xfrm>
            <a:off x="5170480" y="3010839"/>
            <a:ext cx="261929" cy="280550"/>
            <a:chOff x="5170480" y="2934639"/>
            <a:chExt cx="261929" cy="280550"/>
          </a:xfrm>
        </p:grpSpPr>
        <p:sp>
          <p:nvSpPr>
            <p:cNvPr id="12923" name="Google Shape;12923;p68"/>
            <p:cNvSpPr/>
            <p:nvPr/>
          </p:nvSpPr>
          <p:spPr>
            <a:xfrm>
              <a:off x="5170480" y="2934639"/>
              <a:ext cx="243340" cy="280550"/>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68"/>
            <p:cNvSpPr/>
            <p:nvPr/>
          </p:nvSpPr>
          <p:spPr>
            <a:xfrm>
              <a:off x="5217493" y="3007116"/>
              <a:ext cx="34122" cy="34122"/>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68"/>
            <p:cNvSpPr/>
            <p:nvPr/>
          </p:nvSpPr>
          <p:spPr>
            <a:xfrm>
              <a:off x="5264474" y="3007116"/>
              <a:ext cx="26196" cy="8371"/>
            </a:xfrm>
            <a:custGeom>
              <a:avLst/>
              <a:gdLst/>
              <a:ahLst/>
              <a:cxnLst/>
              <a:rect l="l" t="t" r="r" b="b"/>
              <a:pathLst>
                <a:path w="823" h="263" extrusionOk="0">
                  <a:moveTo>
                    <a:pt x="132" y="0"/>
                  </a:moveTo>
                  <a:cubicBezTo>
                    <a:pt x="60" y="0"/>
                    <a:pt x="1" y="60"/>
                    <a:pt x="1" y="131"/>
                  </a:cubicBezTo>
                  <a:cubicBezTo>
                    <a:pt x="1" y="215"/>
                    <a:pt x="60" y="262"/>
                    <a:pt x="132" y="262"/>
                  </a:cubicBezTo>
                  <a:lnTo>
                    <a:pt x="679" y="262"/>
                  </a:lnTo>
                  <a:cubicBezTo>
                    <a:pt x="763" y="262"/>
                    <a:pt x="822" y="215"/>
                    <a:pt x="822" y="131"/>
                  </a:cubicBezTo>
                  <a:cubicBezTo>
                    <a:pt x="822" y="60"/>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68"/>
            <p:cNvSpPr/>
            <p:nvPr/>
          </p:nvSpPr>
          <p:spPr>
            <a:xfrm>
              <a:off x="5264856" y="3029079"/>
              <a:ext cx="86068" cy="8371"/>
            </a:xfrm>
            <a:custGeom>
              <a:avLst/>
              <a:gdLst/>
              <a:ahLst/>
              <a:cxnLst/>
              <a:rect l="l" t="t" r="r" b="b"/>
              <a:pathLst>
                <a:path w="2704" h="263" extrusionOk="0">
                  <a:moveTo>
                    <a:pt x="143" y="1"/>
                  </a:moveTo>
                  <a:cubicBezTo>
                    <a:pt x="60" y="1"/>
                    <a:pt x="1" y="60"/>
                    <a:pt x="1" y="132"/>
                  </a:cubicBezTo>
                  <a:cubicBezTo>
                    <a:pt x="1" y="203"/>
                    <a:pt x="60" y="263"/>
                    <a:pt x="143" y="263"/>
                  </a:cubicBezTo>
                  <a:lnTo>
                    <a:pt x="2560" y="263"/>
                  </a:lnTo>
                  <a:cubicBezTo>
                    <a:pt x="2644" y="263"/>
                    <a:pt x="2703" y="203"/>
                    <a:pt x="2703" y="132"/>
                  </a:cubicBezTo>
                  <a:cubicBezTo>
                    <a:pt x="2679" y="60"/>
                    <a:pt x="2620"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7" name="Google Shape;12927;p68"/>
            <p:cNvSpPr/>
            <p:nvPr/>
          </p:nvSpPr>
          <p:spPr>
            <a:xfrm>
              <a:off x="5227710" y="3062819"/>
              <a:ext cx="51565" cy="8753"/>
            </a:xfrm>
            <a:custGeom>
              <a:avLst/>
              <a:gdLst/>
              <a:ahLst/>
              <a:cxnLst/>
              <a:rect l="l" t="t" r="r" b="b"/>
              <a:pathLst>
                <a:path w="1620" h="275" extrusionOk="0">
                  <a:moveTo>
                    <a:pt x="132" y="0"/>
                  </a:moveTo>
                  <a:cubicBezTo>
                    <a:pt x="60" y="0"/>
                    <a:pt x="1" y="60"/>
                    <a:pt x="1" y="143"/>
                  </a:cubicBezTo>
                  <a:cubicBezTo>
                    <a:pt x="1" y="215"/>
                    <a:pt x="60" y="274"/>
                    <a:pt x="132" y="274"/>
                  </a:cubicBezTo>
                  <a:lnTo>
                    <a:pt x="1489" y="274"/>
                  </a:lnTo>
                  <a:cubicBezTo>
                    <a:pt x="1560" y="274"/>
                    <a:pt x="1620" y="215"/>
                    <a:pt x="1620" y="143"/>
                  </a:cubicBezTo>
                  <a:cubicBezTo>
                    <a:pt x="1620" y="72"/>
                    <a:pt x="1560"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8" name="Google Shape;12928;p68"/>
            <p:cNvSpPr/>
            <p:nvPr/>
          </p:nvSpPr>
          <p:spPr>
            <a:xfrm>
              <a:off x="5196644" y="3182945"/>
              <a:ext cx="42461" cy="8371"/>
            </a:xfrm>
            <a:custGeom>
              <a:avLst/>
              <a:gdLst/>
              <a:ahLst/>
              <a:cxnLst/>
              <a:rect l="l" t="t" r="r" b="b"/>
              <a:pathLst>
                <a:path w="1334" h="263" extrusionOk="0">
                  <a:moveTo>
                    <a:pt x="143" y="1"/>
                  </a:moveTo>
                  <a:cubicBezTo>
                    <a:pt x="60" y="1"/>
                    <a:pt x="0" y="60"/>
                    <a:pt x="0" y="132"/>
                  </a:cubicBezTo>
                  <a:cubicBezTo>
                    <a:pt x="0" y="203"/>
                    <a:pt x="60" y="263"/>
                    <a:pt x="143" y="263"/>
                  </a:cubicBezTo>
                  <a:lnTo>
                    <a:pt x="1191" y="263"/>
                  </a:lnTo>
                  <a:cubicBezTo>
                    <a:pt x="1274" y="263"/>
                    <a:pt x="1334" y="203"/>
                    <a:pt x="1334" y="132"/>
                  </a:cubicBezTo>
                  <a:cubicBezTo>
                    <a:pt x="1310" y="60"/>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68"/>
            <p:cNvSpPr/>
            <p:nvPr/>
          </p:nvSpPr>
          <p:spPr>
            <a:xfrm>
              <a:off x="5210299" y="3013928"/>
              <a:ext cx="222110" cy="201261"/>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0" name="Google Shape;12930;p68"/>
          <p:cNvGrpSpPr/>
          <p:nvPr/>
        </p:nvGrpSpPr>
        <p:grpSpPr>
          <a:xfrm>
            <a:off x="6069423" y="2968091"/>
            <a:ext cx="362321" cy="364231"/>
            <a:chOff x="6069423" y="2891892"/>
            <a:chExt cx="362321" cy="364231"/>
          </a:xfrm>
        </p:grpSpPr>
        <p:sp>
          <p:nvSpPr>
            <p:cNvPr id="12931" name="Google Shape;12931;p68"/>
            <p:cNvSpPr/>
            <p:nvPr/>
          </p:nvSpPr>
          <p:spPr>
            <a:xfrm>
              <a:off x="6069423" y="2891892"/>
              <a:ext cx="278958" cy="278958"/>
            </a:xfrm>
            <a:custGeom>
              <a:avLst/>
              <a:gdLst/>
              <a:ahLst/>
              <a:cxnLst/>
              <a:rect l="l" t="t" r="r" b="b"/>
              <a:pathLst>
                <a:path w="8764" h="8764" extrusionOk="0">
                  <a:moveTo>
                    <a:pt x="4120" y="1"/>
                  </a:moveTo>
                  <a:cubicBezTo>
                    <a:pt x="3858" y="1"/>
                    <a:pt x="3632" y="203"/>
                    <a:pt x="3572" y="453"/>
                  </a:cubicBezTo>
                  <a:lnTo>
                    <a:pt x="3406" y="1299"/>
                  </a:lnTo>
                  <a:cubicBezTo>
                    <a:pt x="3227" y="1358"/>
                    <a:pt x="3060" y="1418"/>
                    <a:pt x="2906" y="1513"/>
                  </a:cubicBezTo>
                  <a:lnTo>
                    <a:pt x="2191" y="1037"/>
                  </a:lnTo>
                  <a:cubicBezTo>
                    <a:pt x="2096" y="971"/>
                    <a:pt x="1987" y="940"/>
                    <a:pt x="1879" y="940"/>
                  </a:cubicBezTo>
                  <a:cubicBezTo>
                    <a:pt x="1732" y="940"/>
                    <a:pt x="1587" y="998"/>
                    <a:pt x="1477" y="1108"/>
                  </a:cubicBezTo>
                  <a:lnTo>
                    <a:pt x="1096" y="1477"/>
                  </a:lnTo>
                  <a:cubicBezTo>
                    <a:pt x="905" y="1668"/>
                    <a:pt x="882" y="1965"/>
                    <a:pt x="1024" y="2191"/>
                  </a:cubicBezTo>
                  <a:lnTo>
                    <a:pt x="1501" y="2906"/>
                  </a:lnTo>
                  <a:cubicBezTo>
                    <a:pt x="1417" y="3073"/>
                    <a:pt x="1358" y="3239"/>
                    <a:pt x="1298" y="3406"/>
                  </a:cubicBezTo>
                  <a:lnTo>
                    <a:pt x="441" y="3573"/>
                  </a:lnTo>
                  <a:cubicBezTo>
                    <a:pt x="179" y="3632"/>
                    <a:pt x="0" y="3858"/>
                    <a:pt x="0" y="4132"/>
                  </a:cubicBezTo>
                  <a:lnTo>
                    <a:pt x="0" y="4644"/>
                  </a:lnTo>
                  <a:cubicBezTo>
                    <a:pt x="0" y="4918"/>
                    <a:pt x="191" y="5132"/>
                    <a:pt x="441" y="5204"/>
                  </a:cubicBezTo>
                  <a:lnTo>
                    <a:pt x="1298" y="5359"/>
                  </a:lnTo>
                  <a:cubicBezTo>
                    <a:pt x="1358" y="5537"/>
                    <a:pt x="1417" y="5704"/>
                    <a:pt x="1501" y="5871"/>
                  </a:cubicBezTo>
                  <a:lnTo>
                    <a:pt x="1024" y="6585"/>
                  </a:lnTo>
                  <a:cubicBezTo>
                    <a:pt x="882" y="6811"/>
                    <a:pt x="905" y="7109"/>
                    <a:pt x="1096" y="7299"/>
                  </a:cubicBezTo>
                  <a:lnTo>
                    <a:pt x="1477" y="7668"/>
                  </a:lnTo>
                  <a:cubicBezTo>
                    <a:pt x="1587" y="7778"/>
                    <a:pt x="1732" y="7837"/>
                    <a:pt x="1879" y="7837"/>
                  </a:cubicBezTo>
                  <a:cubicBezTo>
                    <a:pt x="1987" y="7837"/>
                    <a:pt x="2096" y="7805"/>
                    <a:pt x="2191" y="7740"/>
                  </a:cubicBezTo>
                  <a:lnTo>
                    <a:pt x="2906" y="7264"/>
                  </a:lnTo>
                  <a:cubicBezTo>
                    <a:pt x="3060" y="7359"/>
                    <a:pt x="3227" y="7418"/>
                    <a:pt x="3406" y="7478"/>
                  </a:cubicBezTo>
                  <a:lnTo>
                    <a:pt x="3572" y="8323"/>
                  </a:lnTo>
                  <a:cubicBezTo>
                    <a:pt x="3632" y="8585"/>
                    <a:pt x="3858" y="8764"/>
                    <a:pt x="4120" y="8764"/>
                  </a:cubicBezTo>
                  <a:lnTo>
                    <a:pt x="4644" y="8764"/>
                  </a:lnTo>
                  <a:cubicBezTo>
                    <a:pt x="4906" y="8764"/>
                    <a:pt x="5132" y="8573"/>
                    <a:pt x="5192" y="8323"/>
                  </a:cubicBezTo>
                  <a:lnTo>
                    <a:pt x="5358" y="7478"/>
                  </a:lnTo>
                  <a:cubicBezTo>
                    <a:pt x="5489" y="7430"/>
                    <a:pt x="5620" y="7371"/>
                    <a:pt x="5763" y="7311"/>
                  </a:cubicBezTo>
                  <a:cubicBezTo>
                    <a:pt x="5846" y="7299"/>
                    <a:pt x="5894" y="7192"/>
                    <a:pt x="5846" y="7109"/>
                  </a:cubicBezTo>
                  <a:cubicBezTo>
                    <a:pt x="5812" y="7039"/>
                    <a:pt x="5751" y="6995"/>
                    <a:pt x="5684" y="6995"/>
                  </a:cubicBezTo>
                  <a:cubicBezTo>
                    <a:pt x="5659" y="6995"/>
                    <a:pt x="5634" y="7001"/>
                    <a:pt x="5608" y="7014"/>
                  </a:cubicBezTo>
                  <a:cubicBezTo>
                    <a:pt x="5465" y="7085"/>
                    <a:pt x="5311" y="7144"/>
                    <a:pt x="5144" y="7180"/>
                  </a:cubicBezTo>
                  <a:cubicBezTo>
                    <a:pt x="5084" y="7192"/>
                    <a:pt x="5025" y="7252"/>
                    <a:pt x="5013" y="7311"/>
                  </a:cubicBezTo>
                  <a:lnTo>
                    <a:pt x="4823" y="8264"/>
                  </a:lnTo>
                  <a:cubicBezTo>
                    <a:pt x="4811" y="8347"/>
                    <a:pt x="4715" y="8430"/>
                    <a:pt x="4632" y="8430"/>
                  </a:cubicBezTo>
                  <a:lnTo>
                    <a:pt x="4108" y="8430"/>
                  </a:lnTo>
                  <a:cubicBezTo>
                    <a:pt x="4013" y="8430"/>
                    <a:pt x="3930" y="8347"/>
                    <a:pt x="3918" y="8264"/>
                  </a:cubicBezTo>
                  <a:lnTo>
                    <a:pt x="3715" y="7311"/>
                  </a:lnTo>
                  <a:cubicBezTo>
                    <a:pt x="3703" y="7252"/>
                    <a:pt x="3656" y="7192"/>
                    <a:pt x="3584" y="7180"/>
                  </a:cubicBezTo>
                  <a:cubicBezTo>
                    <a:pt x="3358" y="7121"/>
                    <a:pt x="3156" y="7025"/>
                    <a:pt x="2965" y="6906"/>
                  </a:cubicBezTo>
                  <a:cubicBezTo>
                    <a:pt x="2935" y="6894"/>
                    <a:pt x="2900" y="6888"/>
                    <a:pt x="2864" y="6888"/>
                  </a:cubicBezTo>
                  <a:cubicBezTo>
                    <a:pt x="2828" y="6888"/>
                    <a:pt x="2792" y="6894"/>
                    <a:pt x="2763" y="6906"/>
                  </a:cubicBezTo>
                  <a:lnTo>
                    <a:pt x="1965" y="7442"/>
                  </a:lnTo>
                  <a:cubicBezTo>
                    <a:pt x="1934" y="7468"/>
                    <a:pt x="1894" y="7480"/>
                    <a:pt x="1854" y="7480"/>
                  </a:cubicBezTo>
                  <a:cubicBezTo>
                    <a:pt x="1802" y="7480"/>
                    <a:pt x="1749" y="7459"/>
                    <a:pt x="1715" y="7418"/>
                  </a:cubicBezTo>
                  <a:lnTo>
                    <a:pt x="1334" y="7049"/>
                  </a:lnTo>
                  <a:cubicBezTo>
                    <a:pt x="1263" y="6966"/>
                    <a:pt x="1263" y="6859"/>
                    <a:pt x="1310" y="6787"/>
                  </a:cubicBezTo>
                  <a:lnTo>
                    <a:pt x="1846" y="5990"/>
                  </a:lnTo>
                  <a:cubicBezTo>
                    <a:pt x="1882" y="5930"/>
                    <a:pt x="1882" y="5859"/>
                    <a:pt x="1846" y="5799"/>
                  </a:cubicBezTo>
                  <a:cubicBezTo>
                    <a:pt x="1727" y="5597"/>
                    <a:pt x="1655" y="5382"/>
                    <a:pt x="1572" y="5168"/>
                  </a:cubicBezTo>
                  <a:cubicBezTo>
                    <a:pt x="1560" y="5109"/>
                    <a:pt x="1501" y="5049"/>
                    <a:pt x="1441" y="5037"/>
                  </a:cubicBezTo>
                  <a:lnTo>
                    <a:pt x="489" y="4847"/>
                  </a:lnTo>
                  <a:cubicBezTo>
                    <a:pt x="393" y="4823"/>
                    <a:pt x="322" y="4739"/>
                    <a:pt x="322" y="4644"/>
                  </a:cubicBezTo>
                  <a:lnTo>
                    <a:pt x="322" y="4132"/>
                  </a:lnTo>
                  <a:cubicBezTo>
                    <a:pt x="322" y="4037"/>
                    <a:pt x="393" y="3954"/>
                    <a:pt x="489" y="3930"/>
                  </a:cubicBezTo>
                  <a:lnTo>
                    <a:pt x="1441" y="3739"/>
                  </a:lnTo>
                  <a:cubicBezTo>
                    <a:pt x="1501" y="3727"/>
                    <a:pt x="1560" y="3680"/>
                    <a:pt x="1572" y="3608"/>
                  </a:cubicBezTo>
                  <a:cubicBezTo>
                    <a:pt x="1632" y="3382"/>
                    <a:pt x="1727" y="3180"/>
                    <a:pt x="1846" y="2977"/>
                  </a:cubicBezTo>
                  <a:cubicBezTo>
                    <a:pt x="1870" y="2918"/>
                    <a:pt x="1870" y="2846"/>
                    <a:pt x="1846" y="2787"/>
                  </a:cubicBezTo>
                  <a:lnTo>
                    <a:pt x="1310" y="1989"/>
                  </a:lnTo>
                  <a:cubicBezTo>
                    <a:pt x="1251" y="1906"/>
                    <a:pt x="1263" y="1787"/>
                    <a:pt x="1334" y="1727"/>
                  </a:cubicBezTo>
                  <a:lnTo>
                    <a:pt x="1715" y="1358"/>
                  </a:lnTo>
                  <a:cubicBezTo>
                    <a:pt x="1754" y="1319"/>
                    <a:pt x="1804" y="1301"/>
                    <a:pt x="1854" y="1301"/>
                  </a:cubicBezTo>
                  <a:cubicBezTo>
                    <a:pt x="1894" y="1301"/>
                    <a:pt x="1933" y="1313"/>
                    <a:pt x="1965" y="1334"/>
                  </a:cubicBezTo>
                  <a:lnTo>
                    <a:pt x="2763" y="1870"/>
                  </a:lnTo>
                  <a:cubicBezTo>
                    <a:pt x="2792" y="1888"/>
                    <a:pt x="2828" y="1897"/>
                    <a:pt x="2864" y="1897"/>
                  </a:cubicBezTo>
                  <a:cubicBezTo>
                    <a:pt x="2900" y="1897"/>
                    <a:pt x="2935" y="1888"/>
                    <a:pt x="2965" y="1870"/>
                  </a:cubicBezTo>
                  <a:cubicBezTo>
                    <a:pt x="3156" y="1751"/>
                    <a:pt x="3382" y="1668"/>
                    <a:pt x="3584" y="1596"/>
                  </a:cubicBezTo>
                  <a:cubicBezTo>
                    <a:pt x="3644" y="1584"/>
                    <a:pt x="3703" y="1525"/>
                    <a:pt x="3715" y="1465"/>
                  </a:cubicBezTo>
                  <a:lnTo>
                    <a:pt x="3918" y="513"/>
                  </a:lnTo>
                  <a:cubicBezTo>
                    <a:pt x="3930" y="417"/>
                    <a:pt x="4013" y="346"/>
                    <a:pt x="4108" y="346"/>
                  </a:cubicBezTo>
                  <a:lnTo>
                    <a:pt x="4632" y="346"/>
                  </a:lnTo>
                  <a:cubicBezTo>
                    <a:pt x="4715" y="346"/>
                    <a:pt x="4811" y="417"/>
                    <a:pt x="4823" y="513"/>
                  </a:cubicBezTo>
                  <a:lnTo>
                    <a:pt x="5013" y="1465"/>
                  </a:lnTo>
                  <a:cubicBezTo>
                    <a:pt x="5025" y="1525"/>
                    <a:pt x="5073" y="1584"/>
                    <a:pt x="5144" y="1596"/>
                  </a:cubicBezTo>
                  <a:cubicBezTo>
                    <a:pt x="5370" y="1656"/>
                    <a:pt x="5585" y="1751"/>
                    <a:pt x="5775" y="1870"/>
                  </a:cubicBezTo>
                  <a:cubicBezTo>
                    <a:pt x="5805" y="1882"/>
                    <a:pt x="5838" y="1888"/>
                    <a:pt x="5870" y="1888"/>
                  </a:cubicBezTo>
                  <a:cubicBezTo>
                    <a:pt x="5903" y="1888"/>
                    <a:pt x="5936" y="1882"/>
                    <a:pt x="5966" y="1870"/>
                  </a:cubicBezTo>
                  <a:lnTo>
                    <a:pt x="6775" y="1334"/>
                  </a:lnTo>
                  <a:cubicBezTo>
                    <a:pt x="6806" y="1309"/>
                    <a:pt x="6846" y="1296"/>
                    <a:pt x="6886" y="1296"/>
                  </a:cubicBezTo>
                  <a:cubicBezTo>
                    <a:pt x="6938" y="1296"/>
                    <a:pt x="6991" y="1317"/>
                    <a:pt x="7025" y="1358"/>
                  </a:cubicBezTo>
                  <a:lnTo>
                    <a:pt x="7394" y="1727"/>
                  </a:lnTo>
                  <a:cubicBezTo>
                    <a:pt x="7466" y="1810"/>
                    <a:pt x="7466" y="1906"/>
                    <a:pt x="7430" y="1989"/>
                  </a:cubicBezTo>
                  <a:lnTo>
                    <a:pt x="6894" y="2787"/>
                  </a:lnTo>
                  <a:cubicBezTo>
                    <a:pt x="6847" y="2846"/>
                    <a:pt x="6847" y="2918"/>
                    <a:pt x="6894" y="2977"/>
                  </a:cubicBezTo>
                  <a:cubicBezTo>
                    <a:pt x="7013" y="3180"/>
                    <a:pt x="7085" y="3394"/>
                    <a:pt x="7156" y="3608"/>
                  </a:cubicBezTo>
                  <a:cubicBezTo>
                    <a:pt x="7168" y="3668"/>
                    <a:pt x="7228" y="3727"/>
                    <a:pt x="7287" y="3739"/>
                  </a:cubicBezTo>
                  <a:lnTo>
                    <a:pt x="8240" y="3930"/>
                  </a:lnTo>
                  <a:cubicBezTo>
                    <a:pt x="8335" y="3954"/>
                    <a:pt x="8406" y="4037"/>
                    <a:pt x="8406" y="4132"/>
                  </a:cubicBezTo>
                  <a:lnTo>
                    <a:pt x="8406" y="4644"/>
                  </a:lnTo>
                  <a:cubicBezTo>
                    <a:pt x="8406" y="4739"/>
                    <a:pt x="8335" y="4823"/>
                    <a:pt x="8240" y="4847"/>
                  </a:cubicBezTo>
                  <a:lnTo>
                    <a:pt x="7287" y="5037"/>
                  </a:lnTo>
                  <a:cubicBezTo>
                    <a:pt x="7228" y="5049"/>
                    <a:pt x="7168" y="5097"/>
                    <a:pt x="7156" y="5168"/>
                  </a:cubicBezTo>
                  <a:cubicBezTo>
                    <a:pt x="7109" y="5335"/>
                    <a:pt x="7049" y="5478"/>
                    <a:pt x="6978" y="5632"/>
                  </a:cubicBezTo>
                  <a:cubicBezTo>
                    <a:pt x="6930" y="5716"/>
                    <a:pt x="6978" y="5823"/>
                    <a:pt x="7073" y="5871"/>
                  </a:cubicBezTo>
                  <a:cubicBezTo>
                    <a:pt x="7095" y="5883"/>
                    <a:pt x="7119" y="5889"/>
                    <a:pt x="7143" y="5889"/>
                  </a:cubicBezTo>
                  <a:cubicBezTo>
                    <a:pt x="7209" y="5889"/>
                    <a:pt x="7276" y="5845"/>
                    <a:pt x="7311" y="5775"/>
                  </a:cubicBezTo>
                  <a:cubicBezTo>
                    <a:pt x="7370" y="5644"/>
                    <a:pt x="7430" y="5513"/>
                    <a:pt x="7466" y="5359"/>
                  </a:cubicBezTo>
                  <a:lnTo>
                    <a:pt x="8323" y="5204"/>
                  </a:lnTo>
                  <a:cubicBezTo>
                    <a:pt x="8585" y="5144"/>
                    <a:pt x="8763" y="4918"/>
                    <a:pt x="8763" y="4644"/>
                  </a:cubicBezTo>
                  <a:lnTo>
                    <a:pt x="8763" y="4132"/>
                  </a:lnTo>
                  <a:cubicBezTo>
                    <a:pt x="8763" y="3858"/>
                    <a:pt x="8573" y="3632"/>
                    <a:pt x="8323" y="3573"/>
                  </a:cubicBezTo>
                  <a:lnTo>
                    <a:pt x="7466" y="3406"/>
                  </a:lnTo>
                  <a:cubicBezTo>
                    <a:pt x="7406" y="3227"/>
                    <a:pt x="7347" y="3073"/>
                    <a:pt x="7263" y="2906"/>
                  </a:cubicBezTo>
                  <a:lnTo>
                    <a:pt x="7740" y="2191"/>
                  </a:lnTo>
                  <a:cubicBezTo>
                    <a:pt x="7882" y="1965"/>
                    <a:pt x="7859" y="1668"/>
                    <a:pt x="7668" y="1477"/>
                  </a:cubicBezTo>
                  <a:lnTo>
                    <a:pt x="7287" y="1108"/>
                  </a:lnTo>
                  <a:cubicBezTo>
                    <a:pt x="7177" y="998"/>
                    <a:pt x="7032" y="940"/>
                    <a:pt x="6885" y="940"/>
                  </a:cubicBezTo>
                  <a:cubicBezTo>
                    <a:pt x="6777" y="940"/>
                    <a:pt x="6668" y="971"/>
                    <a:pt x="6573" y="1037"/>
                  </a:cubicBezTo>
                  <a:lnTo>
                    <a:pt x="5858" y="1513"/>
                  </a:lnTo>
                  <a:cubicBezTo>
                    <a:pt x="5704" y="1418"/>
                    <a:pt x="5537" y="1358"/>
                    <a:pt x="5358" y="1299"/>
                  </a:cubicBezTo>
                  <a:lnTo>
                    <a:pt x="5192" y="453"/>
                  </a:lnTo>
                  <a:cubicBezTo>
                    <a:pt x="5132" y="179"/>
                    <a:pt x="4906"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2" name="Google Shape;12932;p68"/>
            <p:cNvSpPr/>
            <p:nvPr/>
          </p:nvSpPr>
          <p:spPr>
            <a:xfrm>
              <a:off x="6161507" y="2967679"/>
              <a:ext cx="111851" cy="97432"/>
            </a:xfrm>
            <a:custGeom>
              <a:avLst/>
              <a:gdLst/>
              <a:ahLst/>
              <a:cxnLst/>
              <a:rect l="l" t="t" r="r" b="b"/>
              <a:pathLst>
                <a:path w="3514" h="3061" extrusionOk="0">
                  <a:moveTo>
                    <a:pt x="1489" y="1"/>
                  </a:moveTo>
                  <a:cubicBezTo>
                    <a:pt x="965" y="1"/>
                    <a:pt x="465" y="215"/>
                    <a:pt x="84" y="584"/>
                  </a:cubicBezTo>
                  <a:cubicBezTo>
                    <a:pt x="1" y="656"/>
                    <a:pt x="1" y="763"/>
                    <a:pt x="84" y="834"/>
                  </a:cubicBezTo>
                  <a:cubicBezTo>
                    <a:pt x="120" y="870"/>
                    <a:pt x="164" y="888"/>
                    <a:pt x="209" y="888"/>
                  </a:cubicBezTo>
                  <a:cubicBezTo>
                    <a:pt x="254" y="888"/>
                    <a:pt x="298" y="870"/>
                    <a:pt x="334" y="834"/>
                  </a:cubicBezTo>
                  <a:cubicBezTo>
                    <a:pt x="644" y="537"/>
                    <a:pt x="1060" y="358"/>
                    <a:pt x="1489" y="358"/>
                  </a:cubicBezTo>
                  <a:cubicBezTo>
                    <a:pt x="2418" y="358"/>
                    <a:pt x="3168" y="1108"/>
                    <a:pt x="3168" y="2025"/>
                  </a:cubicBezTo>
                  <a:cubicBezTo>
                    <a:pt x="3168" y="2299"/>
                    <a:pt x="3096" y="2549"/>
                    <a:pt x="2989" y="2787"/>
                  </a:cubicBezTo>
                  <a:cubicBezTo>
                    <a:pt x="2930" y="2894"/>
                    <a:pt x="2953" y="2989"/>
                    <a:pt x="3049" y="3037"/>
                  </a:cubicBezTo>
                  <a:cubicBezTo>
                    <a:pt x="3073" y="3061"/>
                    <a:pt x="3108" y="3061"/>
                    <a:pt x="3132" y="3061"/>
                  </a:cubicBezTo>
                  <a:cubicBezTo>
                    <a:pt x="3192" y="3061"/>
                    <a:pt x="3263" y="3025"/>
                    <a:pt x="3299" y="2954"/>
                  </a:cubicBezTo>
                  <a:cubicBezTo>
                    <a:pt x="3442" y="2668"/>
                    <a:pt x="3513" y="2358"/>
                    <a:pt x="3513" y="2025"/>
                  </a:cubicBezTo>
                  <a:cubicBezTo>
                    <a:pt x="3513" y="906"/>
                    <a:pt x="2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68"/>
            <p:cNvSpPr/>
            <p:nvPr/>
          </p:nvSpPr>
          <p:spPr>
            <a:xfrm>
              <a:off x="6144828" y="3007848"/>
              <a:ext cx="105389" cy="88742"/>
            </a:xfrm>
            <a:custGeom>
              <a:avLst/>
              <a:gdLst/>
              <a:ahLst/>
              <a:cxnLst/>
              <a:rect l="l" t="t" r="r" b="b"/>
              <a:pathLst>
                <a:path w="3311" h="2788" extrusionOk="0">
                  <a:moveTo>
                    <a:pt x="262" y="1"/>
                  </a:moveTo>
                  <a:cubicBezTo>
                    <a:pt x="194" y="1"/>
                    <a:pt x="124" y="44"/>
                    <a:pt x="96" y="108"/>
                  </a:cubicBezTo>
                  <a:cubicBezTo>
                    <a:pt x="25" y="323"/>
                    <a:pt x="1" y="549"/>
                    <a:pt x="1" y="763"/>
                  </a:cubicBezTo>
                  <a:cubicBezTo>
                    <a:pt x="1" y="1882"/>
                    <a:pt x="906" y="2787"/>
                    <a:pt x="2013" y="2787"/>
                  </a:cubicBezTo>
                  <a:cubicBezTo>
                    <a:pt x="2454" y="2787"/>
                    <a:pt x="2846" y="2656"/>
                    <a:pt x="3204" y="2406"/>
                  </a:cubicBezTo>
                  <a:cubicBezTo>
                    <a:pt x="3287" y="2347"/>
                    <a:pt x="3311" y="2239"/>
                    <a:pt x="3251" y="2156"/>
                  </a:cubicBezTo>
                  <a:cubicBezTo>
                    <a:pt x="3214" y="2104"/>
                    <a:pt x="3159" y="2075"/>
                    <a:pt x="3102" y="2075"/>
                  </a:cubicBezTo>
                  <a:cubicBezTo>
                    <a:pt x="3068" y="2075"/>
                    <a:pt x="3033" y="2086"/>
                    <a:pt x="3001" y="2108"/>
                  </a:cubicBezTo>
                  <a:cubicBezTo>
                    <a:pt x="2715" y="2311"/>
                    <a:pt x="2370" y="2418"/>
                    <a:pt x="2037" y="2418"/>
                  </a:cubicBezTo>
                  <a:cubicBezTo>
                    <a:pt x="1108" y="2418"/>
                    <a:pt x="370" y="1680"/>
                    <a:pt x="370" y="751"/>
                  </a:cubicBezTo>
                  <a:cubicBezTo>
                    <a:pt x="370" y="573"/>
                    <a:pt x="394" y="382"/>
                    <a:pt x="453" y="215"/>
                  </a:cubicBezTo>
                  <a:cubicBezTo>
                    <a:pt x="477" y="144"/>
                    <a:pt x="406" y="37"/>
                    <a:pt x="322" y="13"/>
                  </a:cubicBezTo>
                  <a:cubicBezTo>
                    <a:pt x="303" y="5"/>
                    <a:pt x="28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68"/>
            <p:cNvSpPr/>
            <p:nvPr/>
          </p:nvSpPr>
          <p:spPr>
            <a:xfrm>
              <a:off x="6245633" y="3069248"/>
              <a:ext cx="186110" cy="186874"/>
            </a:xfrm>
            <a:custGeom>
              <a:avLst/>
              <a:gdLst/>
              <a:ahLst/>
              <a:cxnLst/>
              <a:rect l="l" t="t" r="r" b="b"/>
              <a:pathLst>
                <a:path w="5847" h="5871" extrusionOk="0">
                  <a:moveTo>
                    <a:pt x="2751" y="1"/>
                  </a:moveTo>
                  <a:cubicBezTo>
                    <a:pt x="2549" y="1"/>
                    <a:pt x="2370" y="144"/>
                    <a:pt x="2335" y="346"/>
                  </a:cubicBezTo>
                  <a:lnTo>
                    <a:pt x="2227" y="858"/>
                  </a:lnTo>
                  <a:cubicBezTo>
                    <a:pt x="2144" y="894"/>
                    <a:pt x="2037" y="941"/>
                    <a:pt x="1965" y="977"/>
                  </a:cubicBezTo>
                  <a:lnTo>
                    <a:pt x="1513" y="680"/>
                  </a:lnTo>
                  <a:cubicBezTo>
                    <a:pt x="1449" y="631"/>
                    <a:pt x="1372" y="608"/>
                    <a:pt x="1293" y="608"/>
                  </a:cubicBezTo>
                  <a:cubicBezTo>
                    <a:pt x="1179" y="608"/>
                    <a:pt x="1061" y="655"/>
                    <a:pt x="977" y="739"/>
                  </a:cubicBezTo>
                  <a:lnTo>
                    <a:pt x="739" y="977"/>
                  </a:lnTo>
                  <a:cubicBezTo>
                    <a:pt x="596" y="1132"/>
                    <a:pt x="584" y="1346"/>
                    <a:pt x="680" y="1513"/>
                  </a:cubicBezTo>
                  <a:lnTo>
                    <a:pt x="977" y="1965"/>
                  </a:lnTo>
                  <a:cubicBezTo>
                    <a:pt x="918" y="2084"/>
                    <a:pt x="882" y="2215"/>
                    <a:pt x="834" y="2346"/>
                  </a:cubicBezTo>
                  <a:cubicBezTo>
                    <a:pt x="799" y="2442"/>
                    <a:pt x="858" y="2537"/>
                    <a:pt x="953" y="2573"/>
                  </a:cubicBezTo>
                  <a:cubicBezTo>
                    <a:pt x="968" y="2579"/>
                    <a:pt x="984" y="2582"/>
                    <a:pt x="1000" y="2582"/>
                  </a:cubicBezTo>
                  <a:cubicBezTo>
                    <a:pt x="1073" y="2582"/>
                    <a:pt x="1150" y="2522"/>
                    <a:pt x="1180" y="2454"/>
                  </a:cubicBezTo>
                  <a:cubicBezTo>
                    <a:pt x="1215" y="2323"/>
                    <a:pt x="1263" y="2192"/>
                    <a:pt x="1334" y="2049"/>
                  </a:cubicBezTo>
                  <a:cubicBezTo>
                    <a:pt x="1370" y="1989"/>
                    <a:pt x="1370" y="1918"/>
                    <a:pt x="1334" y="1858"/>
                  </a:cubicBezTo>
                  <a:lnTo>
                    <a:pt x="977" y="1322"/>
                  </a:lnTo>
                  <a:cubicBezTo>
                    <a:pt x="965" y="1287"/>
                    <a:pt x="965" y="1263"/>
                    <a:pt x="1001" y="1239"/>
                  </a:cubicBezTo>
                  <a:lnTo>
                    <a:pt x="1239" y="989"/>
                  </a:lnTo>
                  <a:cubicBezTo>
                    <a:pt x="1253" y="975"/>
                    <a:pt x="1271" y="969"/>
                    <a:pt x="1288" y="969"/>
                  </a:cubicBezTo>
                  <a:cubicBezTo>
                    <a:pt x="1301" y="969"/>
                    <a:pt x="1313" y="972"/>
                    <a:pt x="1322" y="977"/>
                  </a:cubicBezTo>
                  <a:lnTo>
                    <a:pt x="1858" y="1334"/>
                  </a:lnTo>
                  <a:cubicBezTo>
                    <a:pt x="1888" y="1358"/>
                    <a:pt x="1921" y="1370"/>
                    <a:pt x="1954" y="1370"/>
                  </a:cubicBezTo>
                  <a:cubicBezTo>
                    <a:pt x="1986" y="1370"/>
                    <a:pt x="2019" y="1358"/>
                    <a:pt x="2049" y="1334"/>
                  </a:cubicBezTo>
                  <a:cubicBezTo>
                    <a:pt x="2168" y="1263"/>
                    <a:pt x="2323" y="1203"/>
                    <a:pt x="2454" y="1168"/>
                  </a:cubicBezTo>
                  <a:cubicBezTo>
                    <a:pt x="2513" y="1156"/>
                    <a:pt x="2573" y="1096"/>
                    <a:pt x="2585" y="1037"/>
                  </a:cubicBezTo>
                  <a:lnTo>
                    <a:pt x="2704" y="418"/>
                  </a:lnTo>
                  <a:cubicBezTo>
                    <a:pt x="2704" y="382"/>
                    <a:pt x="2739" y="358"/>
                    <a:pt x="2775" y="358"/>
                  </a:cubicBezTo>
                  <a:lnTo>
                    <a:pt x="3120" y="358"/>
                  </a:lnTo>
                  <a:cubicBezTo>
                    <a:pt x="3156" y="358"/>
                    <a:pt x="3180" y="382"/>
                    <a:pt x="3192" y="418"/>
                  </a:cubicBezTo>
                  <a:lnTo>
                    <a:pt x="3311" y="1037"/>
                  </a:lnTo>
                  <a:cubicBezTo>
                    <a:pt x="3335" y="1096"/>
                    <a:pt x="3370" y="1156"/>
                    <a:pt x="3454" y="1168"/>
                  </a:cubicBezTo>
                  <a:cubicBezTo>
                    <a:pt x="3585" y="1215"/>
                    <a:pt x="3716" y="1263"/>
                    <a:pt x="3847" y="1334"/>
                  </a:cubicBezTo>
                  <a:cubicBezTo>
                    <a:pt x="3882" y="1352"/>
                    <a:pt x="3918" y="1361"/>
                    <a:pt x="3952" y="1361"/>
                  </a:cubicBezTo>
                  <a:cubicBezTo>
                    <a:pt x="3987" y="1361"/>
                    <a:pt x="4019" y="1352"/>
                    <a:pt x="4049" y="1334"/>
                  </a:cubicBezTo>
                  <a:lnTo>
                    <a:pt x="4585" y="977"/>
                  </a:lnTo>
                  <a:cubicBezTo>
                    <a:pt x="4595" y="972"/>
                    <a:pt x="4607" y="969"/>
                    <a:pt x="4619" y="969"/>
                  </a:cubicBezTo>
                  <a:cubicBezTo>
                    <a:pt x="4636" y="969"/>
                    <a:pt x="4654" y="975"/>
                    <a:pt x="4668" y="989"/>
                  </a:cubicBezTo>
                  <a:lnTo>
                    <a:pt x="4906" y="1239"/>
                  </a:lnTo>
                  <a:cubicBezTo>
                    <a:pt x="4942" y="1263"/>
                    <a:pt x="4942" y="1287"/>
                    <a:pt x="4918" y="1322"/>
                  </a:cubicBezTo>
                  <a:lnTo>
                    <a:pt x="4561" y="1858"/>
                  </a:lnTo>
                  <a:cubicBezTo>
                    <a:pt x="4525" y="1918"/>
                    <a:pt x="4525" y="1989"/>
                    <a:pt x="4561" y="2049"/>
                  </a:cubicBezTo>
                  <a:cubicBezTo>
                    <a:pt x="4644" y="2168"/>
                    <a:pt x="4704" y="2323"/>
                    <a:pt x="4728" y="2454"/>
                  </a:cubicBezTo>
                  <a:cubicBezTo>
                    <a:pt x="4740" y="2513"/>
                    <a:pt x="4799" y="2573"/>
                    <a:pt x="4859" y="2585"/>
                  </a:cubicBezTo>
                  <a:lnTo>
                    <a:pt x="5490" y="2704"/>
                  </a:lnTo>
                  <a:cubicBezTo>
                    <a:pt x="5513" y="2704"/>
                    <a:pt x="5549" y="2739"/>
                    <a:pt x="5549" y="2775"/>
                  </a:cubicBezTo>
                  <a:lnTo>
                    <a:pt x="5549" y="3120"/>
                  </a:lnTo>
                  <a:cubicBezTo>
                    <a:pt x="5549" y="3156"/>
                    <a:pt x="5513" y="3180"/>
                    <a:pt x="5490" y="3192"/>
                  </a:cubicBezTo>
                  <a:lnTo>
                    <a:pt x="4859" y="3311"/>
                  </a:lnTo>
                  <a:cubicBezTo>
                    <a:pt x="4799" y="3335"/>
                    <a:pt x="4740" y="3370"/>
                    <a:pt x="4728" y="3454"/>
                  </a:cubicBezTo>
                  <a:cubicBezTo>
                    <a:pt x="4680" y="3585"/>
                    <a:pt x="4644" y="3716"/>
                    <a:pt x="4561" y="3847"/>
                  </a:cubicBezTo>
                  <a:cubicBezTo>
                    <a:pt x="4537" y="3906"/>
                    <a:pt x="4537" y="3989"/>
                    <a:pt x="4561" y="4049"/>
                  </a:cubicBezTo>
                  <a:lnTo>
                    <a:pt x="4918" y="4585"/>
                  </a:lnTo>
                  <a:cubicBezTo>
                    <a:pt x="4942" y="4609"/>
                    <a:pt x="4942" y="4644"/>
                    <a:pt x="4906" y="4668"/>
                  </a:cubicBezTo>
                  <a:lnTo>
                    <a:pt x="4668" y="4906"/>
                  </a:lnTo>
                  <a:cubicBezTo>
                    <a:pt x="4655" y="4926"/>
                    <a:pt x="4638" y="4935"/>
                    <a:pt x="4622" y="4935"/>
                  </a:cubicBezTo>
                  <a:cubicBezTo>
                    <a:pt x="4609" y="4935"/>
                    <a:pt x="4595" y="4929"/>
                    <a:pt x="4585" y="4918"/>
                  </a:cubicBezTo>
                  <a:lnTo>
                    <a:pt x="4049" y="4561"/>
                  </a:lnTo>
                  <a:cubicBezTo>
                    <a:pt x="4019" y="4543"/>
                    <a:pt x="3984" y="4534"/>
                    <a:pt x="3948" y="4534"/>
                  </a:cubicBezTo>
                  <a:cubicBezTo>
                    <a:pt x="3912" y="4534"/>
                    <a:pt x="3876" y="4543"/>
                    <a:pt x="3847" y="4561"/>
                  </a:cubicBezTo>
                  <a:cubicBezTo>
                    <a:pt x="3728" y="4644"/>
                    <a:pt x="3585" y="4704"/>
                    <a:pt x="3454" y="4728"/>
                  </a:cubicBezTo>
                  <a:cubicBezTo>
                    <a:pt x="3394" y="4751"/>
                    <a:pt x="3335" y="4811"/>
                    <a:pt x="3311" y="4859"/>
                  </a:cubicBezTo>
                  <a:lnTo>
                    <a:pt x="3192" y="5490"/>
                  </a:lnTo>
                  <a:cubicBezTo>
                    <a:pt x="3192" y="5525"/>
                    <a:pt x="3168" y="5549"/>
                    <a:pt x="3120" y="5549"/>
                  </a:cubicBezTo>
                  <a:lnTo>
                    <a:pt x="2775" y="5549"/>
                  </a:lnTo>
                  <a:cubicBezTo>
                    <a:pt x="2751" y="5549"/>
                    <a:pt x="2716" y="5513"/>
                    <a:pt x="2704" y="5490"/>
                  </a:cubicBezTo>
                  <a:lnTo>
                    <a:pt x="2585" y="4859"/>
                  </a:lnTo>
                  <a:cubicBezTo>
                    <a:pt x="2573" y="4811"/>
                    <a:pt x="2525" y="4751"/>
                    <a:pt x="2454" y="4728"/>
                  </a:cubicBezTo>
                  <a:cubicBezTo>
                    <a:pt x="2323" y="4692"/>
                    <a:pt x="2180" y="4644"/>
                    <a:pt x="2049" y="4561"/>
                  </a:cubicBezTo>
                  <a:cubicBezTo>
                    <a:pt x="2019" y="4549"/>
                    <a:pt x="1986" y="4543"/>
                    <a:pt x="1954" y="4543"/>
                  </a:cubicBezTo>
                  <a:cubicBezTo>
                    <a:pt x="1921" y="4543"/>
                    <a:pt x="1888" y="4549"/>
                    <a:pt x="1858" y="4561"/>
                  </a:cubicBezTo>
                  <a:lnTo>
                    <a:pt x="1322" y="4918"/>
                  </a:lnTo>
                  <a:cubicBezTo>
                    <a:pt x="1306" y="4929"/>
                    <a:pt x="1293" y="4935"/>
                    <a:pt x="1280" y="4935"/>
                  </a:cubicBezTo>
                  <a:cubicBezTo>
                    <a:pt x="1265" y="4935"/>
                    <a:pt x="1252" y="4926"/>
                    <a:pt x="1239" y="4906"/>
                  </a:cubicBezTo>
                  <a:lnTo>
                    <a:pt x="1001" y="4668"/>
                  </a:lnTo>
                  <a:cubicBezTo>
                    <a:pt x="965" y="4644"/>
                    <a:pt x="965" y="4609"/>
                    <a:pt x="977" y="4585"/>
                  </a:cubicBezTo>
                  <a:lnTo>
                    <a:pt x="1334" y="4049"/>
                  </a:lnTo>
                  <a:cubicBezTo>
                    <a:pt x="1382" y="3989"/>
                    <a:pt x="1382" y="3906"/>
                    <a:pt x="1334" y="3847"/>
                  </a:cubicBezTo>
                  <a:cubicBezTo>
                    <a:pt x="1263" y="3728"/>
                    <a:pt x="1203" y="3585"/>
                    <a:pt x="1180" y="3454"/>
                  </a:cubicBezTo>
                  <a:cubicBezTo>
                    <a:pt x="1156" y="3394"/>
                    <a:pt x="1096" y="3335"/>
                    <a:pt x="1037" y="3311"/>
                  </a:cubicBezTo>
                  <a:lnTo>
                    <a:pt x="418" y="3192"/>
                  </a:lnTo>
                  <a:cubicBezTo>
                    <a:pt x="382" y="3192"/>
                    <a:pt x="358" y="3168"/>
                    <a:pt x="358" y="3120"/>
                  </a:cubicBezTo>
                  <a:lnTo>
                    <a:pt x="358" y="2775"/>
                  </a:lnTo>
                  <a:cubicBezTo>
                    <a:pt x="358" y="2751"/>
                    <a:pt x="382" y="2727"/>
                    <a:pt x="418" y="2704"/>
                  </a:cubicBezTo>
                  <a:lnTo>
                    <a:pt x="465" y="2692"/>
                  </a:lnTo>
                  <a:cubicBezTo>
                    <a:pt x="560" y="2680"/>
                    <a:pt x="620" y="2573"/>
                    <a:pt x="596" y="2477"/>
                  </a:cubicBezTo>
                  <a:cubicBezTo>
                    <a:pt x="586" y="2396"/>
                    <a:pt x="507" y="2341"/>
                    <a:pt x="425" y="2341"/>
                  </a:cubicBezTo>
                  <a:cubicBezTo>
                    <a:pt x="411" y="2341"/>
                    <a:pt x="396" y="2343"/>
                    <a:pt x="382" y="2346"/>
                  </a:cubicBezTo>
                  <a:lnTo>
                    <a:pt x="346" y="2370"/>
                  </a:lnTo>
                  <a:cubicBezTo>
                    <a:pt x="144" y="2406"/>
                    <a:pt x="1" y="2585"/>
                    <a:pt x="1" y="2775"/>
                  </a:cubicBezTo>
                  <a:lnTo>
                    <a:pt x="1" y="3120"/>
                  </a:lnTo>
                  <a:cubicBezTo>
                    <a:pt x="1" y="3335"/>
                    <a:pt x="144" y="3513"/>
                    <a:pt x="346" y="3537"/>
                  </a:cubicBezTo>
                  <a:lnTo>
                    <a:pt x="858" y="3644"/>
                  </a:lnTo>
                  <a:cubicBezTo>
                    <a:pt x="894" y="3728"/>
                    <a:pt x="941" y="3835"/>
                    <a:pt x="977" y="3906"/>
                  </a:cubicBezTo>
                  <a:lnTo>
                    <a:pt x="680" y="4359"/>
                  </a:lnTo>
                  <a:cubicBezTo>
                    <a:pt x="560" y="4525"/>
                    <a:pt x="596" y="4763"/>
                    <a:pt x="739" y="4894"/>
                  </a:cubicBezTo>
                  <a:lnTo>
                    <a:pt x="977" y="5132"/>
                  </a:lnTo>
                  <a:cubicBezTo>
                    <a:pt x="1067" y="5216"/>
                    <a:pt x="1182" y="5259"/>
                    <a:pt x="1292" y="5259"/>
                  </a:cubicBezTo>
                  <a:cubicBezTo>
                    <a:pt x="1371" y="5259"/>
                    <a:pt x="1448" y="5237"/>
                    <a:pt x="1513" y="5192"/>
                  </a:cubicBezTo>
                  <a:lnTo>
                    <a:pt x="1965" y="4894"/>
                  </a:lnTo>
                  <a:cubicBezTo>
                    <a:pt x="2049" y="4942"/>
                    <a:pt x="2144" y="4978"/>
                    <a:pt x="2227" y="5013"/>
                  </a:cubicBezTo>
                  <a:lnTo>
                    <a:pt x="2335" y="5537"/>
                  </a:lnTo>
                  <a:cubicBezTo>
                    <a:pt x="2382" y="5728"/>
                    <a:pt x="2561" y="5871"/>
                    <a:pt x="2751" y="5871"/>
                  </a:cubicBezTo>
                  <a:lnTo>
                    <a:pt x="3097" y="5871"/>
                  </a:lnTo>
                  <a:cubicBezTo>
                    <a:pt x="3299" y="5871"/>
                    <a:pt x="3478" y="5728"/>
                    <a:pt x="3513" y="5537"/>
                  </a:cubicBezTo>
                  <a:lnTo>
                    <a:pt x="3620" y="5013"/>
                  </a:lnTo>
                  <a:cubicBezTo>
                    <a:pt x="3704" y="4978"/>
                    <a:pt x="3811" y="4942"/>
                    <a:pt x="3882" y="4894"/>
                  </a:cubicBezTo>
                  <a:lnTo>
                    <a:pt x="4323" y="5192"/>
                  </a:lnTo>
                  <a:cubicBezTo>
                    <a:pt x="4391" y="5241"/>
                    <a:pt x="4472" y="5264"/>
                    <a:pt x="4552" y="5264"/>
                  </a:cubicBezTo>
                  <a:cubicBezTo>
                    <a:pt x="4667" y="5264"/>
                    <a:pt x="4781" y="5217"/>
                    <a:pt x="4859" y="5132"/>
                  </a:cubicBezTo>
                  <a:lnTo>
                    <a:pt x="5097" y="4894"/>
                  </a:lnTo>
                  <a:cubicBezTo>
                    <a:pt x="5252" y="4740"/>
                    <a:pt x="5263" y="4525"/>
                    <a:pt x="5156" y="4359"/>
                  </a:cubicBezTo>
                  <a:lnTo>
                    <a:pt x="4859" y="3906"/>
                  </a:lnTo>
                  <a:cubicBezTo>
                    <a:pt x="4906" y="3823"/>
                    <a:pt x="4954" y="3728"/>
                    <a:pt x="4978" y="3644"/>
                  </a:cubicBezTo>
                  <a:lnTo>
                    <a:pt x="5502" y="3537"/>
                  </a:lnTo>
                  <a:cubicBezTo>
                    <a:pt x="5692" y="3489"/>
                    <a:pt x="5847" y="3311"/>
                    <a:pt x="5847" y="3120"/>
                  </a:cubicBezTo>
                  <a:lnTo>
                    <a:pt x="5847" y="2775"/>
                  </a:lnTo>
                  <a:cubicBezTo>
                    <a:pt x="5847" y="2549"/>
                    <a:pt x="5716" y="2382"/>
                    <a:pt x="5502" y="2334"/>
                  </a:cubicBezTo>
                  <a:lnTo>
                    <a:pt x="4990" y="2227"/>
                  </a:lnTo>
                  <a:cubicBezTo>
                    <a:pt x="4954" y="2144"/>
                    <a:pt x="4906" y="2037"/>
                    <a:pt x="4871" y="1965"/>
                  </a:cubicBezTo>
                  <a:lnTo>
                    <a:pt x="5168" y="1513"/>
                  </a:lnTo>
                  <a:cubicBezTo>
                    <a:pt x="5287" y="1346"/>
                    <a:pt x="5252" y="1108"/>
                    <a:pt x="5109" y="977"/>
                  </a:cubicBezTo>
                  <a:lnTo>
                    <a:pt x="4871" y="739"/>
                  </a:lnTo>
                  <a:cubicBezTo>
                    <a:pt x="4780" y="656"/>
                    <a:pt x="4666" y="613"/>
                    <a:pt x="4555" y="613"/>
                  </a:cubicBezTo>
                  <a:cubicBezTo>
                    <a:pt x="4476" y="613"/>
                    <a:pt x="4399" y="635"/>
                    <a:pt x="4335" y="680"/>
                  </a:cubicBezTo>
                  <a:lnTo>
                    <a:pt x="3882" y="977"/>
                  </a:lnTo>
                  <a:cubicBezTo>
                    <a:pt x="3799" y="941"/>
                    <a:pt x="3704" y="894"/>
                    <a:pt x="3620" y="858"/>
                  </a:cubicBezTo>
                  <a:lnTo>
                    <a:pt x="3513" y="346"/>
                  </a:lnTo>
                  <a:cubicBezTo>
                    <a:pt x="3466" y="144"/>
                    <a:pt x="3287" y="1"/>
                    <a:pt x="3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5" name="Google Shape;12935;p68"/>
            <p:cNvSpPr/>
            <p:nvPr/>
          </p:nvSpPr>
          <p:spPr>
            <a:xfrm>
              <a:off x="6305888" y="3129884"/>
              <a:ext cx="64488" cy="64456"/>
            </a:xfrm>
            <a:custGeom>
              <a:avLst/>
              <a:gdLst/>
              <a:ahLst/>
              <a:cxnLst/>
              <a:rect l="l" t="t" r="r" b="b"/>
              <a:pathLst>
                <a:path w="2026" h="2025" extrusionOk="0">
                  <a:moveTo>
                    <a:pt x="1013" y="1"/>
                  </a:moveTo>
                  <a:cubicBezTo>
                    <a:pt x="453" y="1"/>
                    <a:pt x="1" y="441"/>
                    <a:pt x="1" y="1013"/>
                  </a:cubicBezTo>
                  <a:cubicBezTo>
                    <a:pt x="1" y="1561"/>
                    <a:pt x="442" y="2025"/>
                    <a:pt x="1013" y="2025"/>
                  </a:cubicBezTo>
                  <a:cubicBezTo>
                    <a:pt x="1227" y="2025"/>
                    <a:pt x="1442" y="1942"/>
                    <a:pt x="1620" y="1811"/>
                  </a:cubicBezTo>
                  <a:cubicBezTo>
                    <a:pt x="1692" y="1751"/>
                    <a:pt x="1704" y="1632"/>
                    <a:pt x="1644" y="1561"/>
                  </a:cubicBezTo>
                  <a:cubicBezTo>
                    <a:pt x="1608" y="1517"/>
                    <a:pt x="1549" y="1491"/>
                    <a:pt x="1493" y="1491"/>
                  </a:cubicBezTo>
                  <a:cubicBezTo>
                    <a:pt x="1457" y="1491"/>
                    <a:pt x="1422" y="1502"/>
                    <a:pt x="1394" y="1525"/>
                  </a:cubicBezTo>
                  <a:cubicBezTo>
                    <a:pt x="1275" y="1620"/>
                    <a:pt x="1144" y="1668"/>
                    <a:pt x="989" y="1668"/>
                  </a:cubicBezTo>
                  <a:cubicBezTo>
                    <a:pt x="632" y="1668"/>
                    <a:pt x="358" y="1370"/>
                    <a:pt x="358" y="1025"/>
                  </a:cubicBezTo>
                  <a:cubicBezTo>
                    <a:pt x="382" y="668"/>
                    <a:pt x="668" y="370"/>
                    <a:pt x="1025" y="370"/>
                  </a:cubicBezTo>
                  <a:cubicBezTo>
                    <a:pt x="1382" y="370"/>
                    <a:pt x="1668" y="668"/>
                    <a:pt x="1668" y="1013"/>
                  </a:cubicBezTo>
                  <a:cubicBezTo>
                    <a:pt x="1668" y="1120"/>
                    <a:pt x="1739" y="1191"/>
                    <a:pt x="1846" y="1191"/>
                  </a:cubicBezTo>
                  <a:cubicBezTo>
                    <a:pt x="1942" y="1191"/>
                    <a:pt x="2025" y="1120"/>
                    <a:pt x="2025" y="1013"/>
                  </a:cubicBezTo>
                  <a:cubicBezTo>
                    <a:pt x="2025" y="453"/>
                    <a:pt x="1573"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6" name="Google Shape;12936;p68"/>
            <p:cNvSpPr/>
            <p:nvPr/>
          </p:nvSpPr>
          <p:spPr>
            <a:xfrm>
              <a:off x="6173634" y="2997631"/>
              <a:ext cx="70153" cy="70153"/>
            </a:xfrm>
            <a:custGeom>
              <a:avLst/>
              <a:gdLst/>
              <a:ahLst/>
              <a:cxnLst/>
              <a:rect l="l" t="t" r="r" b="b"/>
              <a:pathLst>
                <a:path w="2204" h="2204" extrusionOk="0">
                  <a:moveTo>
                    <a:pt x="1096" y="370"/>
                  </a:moveTo>
                  <a:cubicBezTo>
                    <a:pt x="1501" y="370"/>
                    <a:pt x="1834" y="703"/>
                    <a:pt x="1834" y="1108"/>
                  </a:cubicBezTo>
                  <a:cubicBezTo>
                    <a:pt x="1834" y="1501"/>
                    <a:pt x="1501" y="1834"/>
                    <a:pt x="1096" y="1834"/>
                  </a:cubicBezTo>
                  <a:cubicBezTo>
                    <a:pt x="691" y="1834"/>
                    <a:pt x="370" y="1501"/>
                    <a:pt x="370" y="1108"/>
                  </a:cubicBezTo>
                  <a:cubicBezTo>
                    <a:pt x="370" y="703"/>
                    <a:pt x="703" y="370"/>
                    <a:pt x="1096" y="370"/>
                  </a:cubicBezTo>
                  <a:close/>
                  <a:moveTo>
                    <a:pt x="1096" y="1"/>
                  </a:moveTo>
                  <a:cubicBezTo>
                    <a:pt x="489" y="1"/>
                    <a:pt x="1" y="489"/>
                    <a:pt x="1" y="1108"/>
                  </a:cubicBezTo>
                  <a:cubicBezTo>
                    <a:pt x="1" y="1715"/>
                    <a:pt x="489" y="2203"/>
                    <a:pt x="1096" y="2203"/>
                  </a:cubicBezTo>
                  <a:cubicBezTo>
                    <a:pt x="1715" y="2191"/>
                    <a:pt x="2203" y="1703"/>
                    <a:pt x="2203" y="1108"/>
                  </a:cubicBezTo>
                  <a:cubicBezTo>
                    <a:pt x="2203" y="489"/>
                    <a:pt x="1715"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7" name="Google Shape;12937;p68"/>
          <p:cNvGrpSpPr/>
          <p:nvPr/>
        </p:nvGrpSpPr>
        <p:grpSpPr>
          <a:xfrm>
            <a:off x="6571955" y="2995370"/>
            <a:ext cx="308878" cy="311170"/>
            <a:chOff x="6571955" y="2919170"/>
            <a:chExt cx="308878" cy="311170"/>
          </a:xfrm>
        </p:grpSpPr>
        <p:sp>
          <p:nvSpPr>
            <p:cNvPr id="12938" name="Google Shape;12938;p68"/>
            <p:cNvSpPr/>
            <p:nvPr/>
          </p:nvSpPr>
          <p:spPr>
            <a:xfrm>
              <a:off x="6571955" y="2919170"/>
              <a:ext cx="245982" cy="237675"/>
            </a:xfrm>
            <a:custGeom>
              <a:avLst/>
              <a:gdLst/>
              <a:ahLst/>
              <a:cxnLst/>
              <a:rect l="l" t="t" r="r" b="b"/>
              <a:pathLst>
                <a:path w="7728" h="7467" extrusionOk="0">
                  <a:moveTo>
                    <a:pt x="3084" y="1680"/>
                  </a:moveTo>
                  <a:cubicBezTo>
                    <a:pt x="3405" y="1680"/>
                    <a:pt x="3679" y="1942"/>
                    <a:pt x="3679" y="2275"/>
                  </a:cubicBezTo>
                  <a:lnTo>
                    <a:pt x="3679" y="4049"/>
                  </a:lnTo>
                  <a:cubicBezTo>
                    <a:pt x="3679" y="4371"/>
                    <a:pt x="3405" y="4644"/>
                    <a:pt x="3084" y="4644"/>
                  </a:cubicBezTo>
                  <a:lnTo>
                    <a:pt x="2203" y="4644"/>
                  </a:lnTo>
                  <a:cubicBezTo>
                    <a:pt x="2143" y="4644"/>
                    <a:pt x="2084" y="4680"/>
                    <a:pt x="2072" y="4740"/>
                  </a:cubicBezTo>
                  <a:cubicBezTo>
                    <a:pt x="2060" y="4787"/>
                    <a:pt x="1929" y="5204"/>
                    <a:pt x="2096" y="5490"/>
                  </a:cubicBezTo>
                  <a:cubicBezTo>
                    <a:pt x="2036" y="5478"/>
                    <a:pt x="1977" y="5442"/>
                    <a:pt x="1917" y="5395"/>
                  </a:cubicBezTo>
                  <a:cubicBezTo>
                    <a:pt x="1786" y="5299"/>
                    <a:pt x="1703" y="5073"/>
                    <a:pt x="1679" y="4775"/>
                  </a:cubicBezTo>
                  <a:cubicBezTo>
                    <a:pt x="1679" y="4704"/>
                    <a:pt x="1608" y="4644"/>
                    <a:pt x="1536" y="4644"/>
                  </a:cubicBezTo>
                  <a:lnTo>
                    <a:pt x="822" y="4644"/>
                  </a:lnTo>
                  <a:cubicBezTo>
                    <a:pt x="488" y="4644"/>
                    <a:pt x="226" y="4371"/>
                    <a:pt x="226" y="4049"/>
                  </a:cubicBezTo>
                  <a:lnTo>
                    <a:pt x="226" y="2275"/>
                  </a:lnTo>
                  <a:cubicBezTo>
                    <a:pt x="226" y="1942"/>
                    <a:pt x="488" y="1680"/>
                    <a:pt x="822" y="1680"/>
                  </a:cubicBezTo>
                  <a:close/>
                  <a:moveTo>
                    <a:pt x="2739" y="1"/>
                  </a:moveTo>
                  <a:cubicBezTo>
                    <a:pt x="2334" y="1"/>
                    <a:pt x="2024" y="322"/>
                    <a:pt x="2024" y="715"/>
                  </a:cubicBezTo>
                  <a:lnTo>
                    <a:pt x="2024" y="1382"/>
                  </a:lnTo>
                  <a:lnTo>
                    <a:pt x="881" y="1382"/>
                  </a:lnTo>
                  <a:cubicBezTo>
                    <a:pt x="393" y="1382"/>
                    <a:pt x="0" y="1763"/>
                    <a:pt x="0" y="2263"/>
                  </a:cubicBezTo>
                  <a:lnTo>
                    <a:pt x="0" y="4025"/>
                  </a:lnTo>
                  <a:cubicBezTo>
                    <a:pt x="0" y="4513"/>
                    <a:pt x="393" y="4906"/>
                    <a:pt x="881" y="4906"/>
                  </a:cubicBezTo>
                  <a:lnTo>
                    <a:pt x="1465" y="4906"/>
                  </a:lnTo>
                  <a:cubicBezTo>
                    <a:pt x="1500" y="5240"/>
                    <a:pt x="1619" y="5466"/>
                    <a:pt x="1822" y="5621"/>
                  </a:cubicBezTo>
                  <a:cubicBezTo>
                    <a:pt x="1893" y="5668"/>
                    <a:pt x="1953" y="5704"/>
                    <a:pt x="2024" y="5740"/>
                  </a:cubicBezTo>
                  <a:lnTo>
                    <a:pt x="2024" y="7323"/>
                  </a:lnTo>
                  <a:lnTo>
                    <a:pt x="1977" y="7323"/>
                  </a:lnTo>
                  <a:cubicBezTo>
                    <a:pt x="1977" y="7395"/>
                    <a:pt x="2036" y="7466"/>
                    <a:pt x="2131" y="7466"/>
                  </a:cubicBezTo>
                  <a:cubicBezTo>
                    <a:pt x="2215" y="7466"/>
                    <a:pt x="2274" y="7407"/>
                    <a:pt x="2274" y="7323"/>
                  </a:cubicBezTo>
                  <a:lnTo>
                    <a:pt x="2274" y="5787"/>
                  </a:lnTo>
                  <a:lnTo>
                    <a:pt x="2298" y="5787"/>
                  </a:lnTo>
                  <a:cubicBezTo>
                    <a:pt x="2393" y="5787"/>
                    <a:pt x="2489" y="5776"/>
                    <a:pt x="2548" y="5752"/>
                  </a:cubicBezTo>
                  <a:cubicBezTo>
                    <a:pt x="2620" y="5740"/>
                    <a:pt x="2679" y="5668"/>
                    <a:pt x="2679" y="5597"/>
                  </a:cubicBezTo>
                  <a:cubicBezTo>
                    <a:pt x="2679" y="5514"/>
                    <a:pt x="2620" y="5442"/>
                    <a:pt x="2548" y="5430"/>
                  </a:cubicBezTo>
                  <a:cubicBezTo>
                    <a:pt x="2477" y="5406"/>
                    <a:pt x="2429" y="5383"/>
                    <a:pt x="2393" y="5335"/>
                  </a:cubicBezTo>
                  <a:cubicBezTo>
                    <a:pt x="2322" y="5216"/>
                    <a:pt x="2334" y="5037"/>
                    <a:pt x="2370" y="4906"/>
                  </a:cubicBezTo>
                  <a:lnTo>
                    <a:pt x="3120" y="4906"/>
                  </a:lnTo>
                  <a:cubicBezTo>
                    <a:pt x="3620" y="4906"/>
                    <a:pt x="4001" y="4513"/>
                    <a:pt x="4001" y="4025"/>
                  </a:cubicBezTo>
                  <a:lnTo>
                    <a:pt x="4001" y="2263"/>
                  </a:lnTo>
                  <a:cubicBezTo>
                    <a:pt x="4001" y="1763"/>
                    <a:pt x="3620" y="1382"/>
                    <a:pt x="3120" y="1382"/>
                  </a:cubicBezTo>
                  <a:lnTo>
                    <a:pt x="2298" y="1382"/>
                  </a:lnTo>
                  <a:lnTo>
                    <a:pt x="2298" y="1156"/>
                  </a:lnTo>
                  <a:lnTo>
                    <a:pt x="3024" y="1156"/>
                  </a:lnTo>
                  <a:cubicBezTo>
                    <a:pt x="3096" y="1156"/>
                    <a:pt x="3167" y="1096"/>
                    <a:pt x="3167" y="1013"/>
                  </a:cubicBezTo>
                  <a:cubicBezTo>
                    <a:pt x="3167" y="930"/>
                    <a:pt x="3108" y="858"/>
                    <a:pt x="3024" y="858"/>
                  </a:cubicBezTo>
                  <a:lnTo>
                    <a:pt x="2298" y="858"/>
                  </a:lnTo>
                  <a:lnTo>
                    <a:pt x="2298" y="692"/>
                  </a:lnTo>
                  <a:cubicBezTo>
                    <a:pt x="2298" y="453"/>
                    <a:pt x="2489" y="263"/>
                    <a:pt x="2727" y="263"/>
                  </a:cubicBezTo>
                  <a:lnTo>
                    <a:pt x="7001" y="263"/>
                  </a:lnTo>
                  <a:cubicBezTo>
                    <a:pt x="7239" y="263"/>
                    <a:pt x="7430" y="453"/>
                    <a:pt x="7430" y="692"/>
                  </a:cubicBezTo>
                  <a:lnTo>
                    <a:pt x="7430" y="858"/>
                  </a:lnTo>
                  <a:lnTo>
                    <a:pt x="3632" y="858"/>
                  </a:lnTo>
                  <a:cubicBezTo>
                    <a:pt x="3560" y="858"/>
                    <a:pt x="3489" y="918"/>
                    <a:pt x="3489" y="1013"/>
                  </a:cubicBezTo>
                  <a:cubicBezTo>
                    <a:pt x="3489" y="1084"/>
                    <a:pt x="3548" y="1156"/>
                    <a:pt x="3632" y="1156"/>
                  </a:cubicBezTo>
                  <a:lnTo>
                    <a:pt x="7430" y="1156"/>
                  </a:lnTo>
                  <a:lnTo>
                    <a:pt x="7430" y="1823"/>
                  </a:lnTo>
                  <a:cubicBezTo>
                    <a:pt x="7430" y="1906"/>
                    <a:pt x="7489" y="1977"/>
                    <a:pt x="7573" y="1977"/>
                  </a:cubicBezTo>
                  <a:cubicBezTo>
                    <a:pt x="7656" y="1977"/>
                    <a:pt x="7727" y="1918"/>
                    <a:pt x="7727" y="1823"/>
                  </a:cubicBezTo>
                  <a:lnTo>
                    <a:pt x="7727" y="715"/>
                  </a:lnTo>
                  <a:cubicBezTo>
                    <a:pt x="7727" y="311"/>
                    <a:pt x="7394" y="1"/>
                    <a:pt x="7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68"/>
            <p:cNvSpPr/>
            <p:nvPr/>
          </p:nvSpPr>
          <p:spPr>
            <a:xfrm>
              <a:off x="6708760" y="3206436"/>
              <a:ext cx="33740" cy="9517"/>
            </a:xfrm>
            <a:custGeom>
              <a:avLst/>
              <a:gdLst/>
              <a:ahLst/>
              <a:cxnLst/>
              <a:rect l="l" t="t" r="r" b="b"/>
              <a:pathLst>
                <a:path w="1060" h="299" extrusionOk="0">
                  <a:moveTo>
                    <a:pt x="155" y="1"/>
                  </a:moveTo>
                  <a:cubicBezTo>
                    <a:pt x="84" y="1"/>
                    <a:pt x="0" y="60"/>
                    <a:pt x="0" y="156"/>
                  </a:cubicBezTo>
                  <a:cubicBezTo>
                    <a:pt x="0" y="239"/>
                    <a:pt x="60" y="299"/>
                    <a:pt x="155" y="299"/>
                  </a:cubicBezTo>
                  <a:lnTo>
                    <a:pt x="917" y="299"/>
                  </a:lnTo>
                  <a:cubicBezTo>
                    <a:pt x="989" y="299"/>
                    <a:pt x="1060" y="239"/>
                    <a:pt x="1060" y="156"/>
                  </a:cubicBezTo>
                  <a:cubicBezTo>
                    <a:pt x="1060" y="84"/>
                    <a:pt x="1000"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0" name="Google Shape;12940;p68"/>
            <p:cNvSpPr/>
            <p:nvPr/>
          </p:nvSpPr>
          <p:spPr>
            <a:xfrm>
              <a:off x="6604549" y="2993079"/>
              <a:ext cx="59904" cy="51565"/>
            </a:xfrm>
            <a:custGeom>
              <a:avLst/>
              <a:gdLst/>
              <a:ahLst/>
              <a:cxnLst/>
              <a:rect l="l" t="t" r="r" b="b"/>
              <a:pathLst>
                <a:path w="1882" h="1620" extrusionOk="0">
                  <a:moveTo>
                    <a:pt x="1346" y="275"/>
                  </a:moveTo>
                  <a:cubicBezTo>
                    <a:pt x="1512" y="275"/>
                    <a:pt x="1596" y="441"/>
                    <a:pt x="1596" y="596"/>
                  </a:cubicBezTo>
                  <a:cubicBezTo>
                    <a:pt x="1596" y="834"/>
                    <a:pt x="1357" y="1096"/>
                    <a:pt x="941" y="1322"/>
                  </a:cubicBezTo>
                  <a:cubicBezTo>
                    <a:pt x="524" y="1096"/>
                    <a:pt x="286" y="834"/>
                    <a:pt x="286" y="596"/>
                  </a:cubicBezTo>
                  <a:cubicBezTo>
                    <a:pt x="286" y="441"/>
                    <a:pt x="381" y="275"/>
                    <a:pt x="536" y="275"/>
                  </a:cubicBezTo>
                  <a:cubicBezTo>
                    <a:pt x="655" y="275"/>
                    <a:pt x="750" y="334"/>
                    <a:pt x="798" y="382"/>
                  </a:cubicBezTo>
                  <a:cubicBezTo>
                    <a:pt x="834" y="429"/>
                    <a:pt x="881" y="441"/>
                    <a:pt x="941" y="441"/>
                  </a:cubicBezTo>
                  <a:cubicBezTo>
                    <a:pt x="1000" y="441"/>
                    <a:pt x="1048" y="406"/>
                    <a:pt x="1095" y="382"/>
                  </a:cubicBezTo>
                  <a:cubicBezTo>
                    <a:pt x="1131" y="334"/>
                    <a:pt x="1226" y="275"/>
                    <a:pt x="1346" y="275"/>
                  </a:cubicBezTo>
                  <a:close/>
                  <a:moveTo>
                    <a:pt x="536" y="1"/>
                  </a:moveTo>
                  <a:cubicBezTo>
                    <a:pt x="238" y="1"/>
                    <a:pt x="0" y="263"/>
                    <a:pt x="0" y="596"/>
                  </a:cubicBezTo>
                  <a:cubicBezTo>
                    <a:pt x="0" y="798"/>
                    <a:pt x="107" y="1215"/>
                    <a:pt x="834" y="1584"/>
                  </a:cubicBezTo>
                  <a:cubicBezTo>
                    <a:pt x="869" y="1608"/>
                    <a:pt x="917" y="1620"/>
                    <a:pt x="941" y="1620"/>
                  </a:cubicBezTo>
                  <a:cubicBezTo>
                    <a:pt x="976" y="1620"/>
                    <a:pt x="1012" y="1608"/>
                    <a:pt x="1048" y="1584"/>
                  </a:cubicBezTo>
                  <a:cubicBezTo>
                    <a:pt x="1762" y="1215"/>
                    <a:pt x="1881" y="798"/>
                    <a:pt x="1881" y="596"/>
                  </a:cubicBezTo>
                  <a:cubicBezTo>
                    <a:pt x="1881" y="263"/>
                    <a:pt x="1643" y="1"/>
                    <a:pt x="1346" y="1"/>
                  </a:cubicBezTo>
                  <a:cubicBezTo>
                    <a:pt x="1167" y="1"/>
                    <a:pt x="1036" y="72"/>
                    <a:pt x="941" y="132"/>
                  </a:cubicBezTo>
                  <a:cubicBezTo>
                    <a:pt x="857" y="72"/>
                    <a:pt x="714"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1" name="Google Shape;12941;p68"/>
            <p:cNvSpPr/>
            <p:nvPr/>
          </p:nvSpPr>
          <p:spPr>
            <a:xfrm>
              <a:off x="6634469" y="2991933"/>
              <a:ext cx="246364" cy="238407"/>
            </a:xfrm>
            <a:custGeom>
              <a:avLst/>
              <a:gdLst/>
              <a:ahLst/>
              <a:cxnLst/>
              <a:rect l="l" t="t" r="r" b="b"/>
              <a:pathLst>
                <a:path w="7740" h="7490" extrusionOk="0">
                  <a:moveTo>
                    <a:pt x="6847" y="1727"/>
                  </a:moveTo>
                  <a:cubicBezTo>
                    <a:pt x="7180" y="1727"/>
                    <a:pt x="7442" y="1989"/>
                    <a:pt x="7442" y="2323"/>
                  </a:cubicBezTo>
                  <a:lnTo>
                    <a:pt x="7442" y="4085"/>
                  </a:lnTo>
                  <a:lnTo>
                    <a:pt x="7454" y="4085"/>
                  </a:lnTo>
                  <a:cubicBezTo>
                    <a:pt x="7454" y="4406"/>
                    <a:pt x="7192" y="4680"/>
                    <a:pt x="6859" y="4680"/>
                  </a:cubicBezTo>
                  <a:lnTo>
                    <a:pt x="6144" y="4680"/>
                  </a:lnTo>
                  <a:cubicBezTo>
                    <a:pt x="6073" y="4680"/>
                    <a:pt x="6013" y="4740"/>
                    <a:pt x="6001" y="4811"/>
                  </a:cubicBezTo>
                  <a:cubicBezTo>
                    <a:pt x="5990" y="5121"/>
                    <a:pt x="5894" y="5335"/>
                    <a:pt x="5751" y="5454"/>
                  </a:cubicBezTo>
                  <a:cubicBezTo>
                    <a:pt x="5692" y="5490"/>
                    <a:pt x="5632" y="5525"/>
                    <a:pt x="5573" y="5537"/>
                  </a:cubicBezTo>
                  <a:cubicBezTo>
                    <a:pt x="5728" y="5252"/>
                    <a:pt x="5609" y="4835"/>
                    <a:pt x="5597" y="4799"/>
                  </a:cubicBezTo>
                  <a:cubicBezTo>
                    <a:pt x="5585" y="4740"/>
                    <a:pt x="5525" y="4692"/>
                    <a:pt x="5466" y="4692"/>
                  </a:cubicBezTo>
                  <a:lnTo>
                    <a:pt x="4585" y="4692"/>
                  </a:lnTo>
                  <a:cubicBezTo>
                    <a:pt x="4251" y="4692"/>
                    <a:pt x="3989" y="4418"/>
                    <a:pt x="3989" y="4097"/>
                  </a:cubicBezTo>
                  <a:lnTo>
                    <a:pt x="3989" y="2323"/>
                  </a:lnTo>
                  <a:cubicBezTo>
                    <a:pt x="3989" y="1989"/>
                    <a:pt x="4251" y="1727"/>
                    <a:pt x="4585" y="1727"/>
                  </a:cubicBezTo>
                  <a:close/>
                  <a:moveTo>
                    <a:pt x="5430" y="6609"/>
                  </a:moveTo>
                  <a:lnTo>
                    <a:pt x="5430" y="6776"/>
                  </a:lnTo>
                  <a:cubicBezTo>
                    <a:pt x="5430" y="7014"/>
                    <a:pt x="5239" y="7204"/>
                    <a:pt x="5001" y="7204"/>
                  </a:cubicBezTo>
                  <a:lnTo>
                    <a:pt x="727" y="7204"/>
                  </a:lnTo>
                  <a:cubicBezTo>
                    <a:pt x="489" y="7204"/>
                    <a:pt x="298" y="7014"/>
                    <a:pt x="298" y="6776"/>
                  </a:cubicBezTo>
                  <a:lnTo>
                    <a:pt x="298" y="6609"/>
                  </a:lnTo>
                  <a:close/>
                  <a:moveTo>
                    <a:pt x="5573" y="1"/>
                  </a:moveTo>
                  <a:cubicBezTo>
                    <a:pt x="5489" y="1"/>
                    <a:pt x="5418" y="61"/>
                    <a:pt x="5418" y="144"/>
                  </a:cubicBezTo>
                  <a:lnTo>
                    <a:pt x="5418" y="1430"/>
                  </a:lnTo>
                  <a:lnTo>
                    <a:pt x="4585" y="1430"/>
                  </a:lnTo>
                  <a:cubicBezTo>
                    <a:pt x="4096" y="1430"/>
                    <a:pt x="3704" y="1823"/>
                    <a:pt x="3704" y="2311"/>
                  </a:cubicBezTo>
                  <a:lnTo>
                    <a:pt x="3704" y="4073"/>
                  </a:lnTo>
                  <a:cubicBezTo>
                    <a:pt x="3704" y="4573"/>
                    <a:pt x="4096" y="4954"/>
                    <a:pt x="4585" y="4954"/>
                  </a:cubicBezTo>
                  <a:lnTo>
                    <a:pt x="5347" y="4954"/>
                  </a:lnTo>
                  <a:cubicBezTo>
                    <a:pt x="5359" y="5073"/>
                    <a:pt x="5370" y="5264"/>
                    <a:pt x="5311" y="5383"/>
                  </a:cubicBezTo>
                  <a:cubicBezTo>
                    <a:pt x="5287" y="5442"/>
                    <a:pt x="5239" y="5478"/>
                    <a:pt x="5168" y="5478"/>
                  </a:cubicBezTo>
                  <a:cubicBezTo>
                    <a:pt x="5097" y="5490"/>
                    <a:pt x="5025" y="5549"/>
                    <a:pt x="5025" y="5645"/>
                  </a:cubicBezTo>
                  <a:cubicBezTo>
                    <a:pt x="5025" y="5716"/>
                    <a:pt x="5097" y="5787"/>
                    <a:pt x="5168" y="5799"/>
                  </a:cubicBezTo>
                  <a:cubicBezTo>
                    <a:pt x="5228" y="5823"/>
                    <a:pt x="5311" y="5835"/>
                    <a:pt x="5418" y="5835"/>
                  </a:cubicBezTo>
                  <a:lnTo>
                    <a:pt x="5430" y="5835"/>
                  </a:lnTo>
                  <a:lnTo>
                    <a:pt x="5430" y="6323"/>
                  </a:lnTo>
                  <a:lnTo>
                    <a:pt x="298" y="6323"/>
                  </a:lnTo>
                  <a:lnTo>
                    <a:pt x="298" y="5656"/>
                  </a:lnTo>
                  <a:cubicBezTo>
                    <a:pt x="298" y="5585"/>
                    <a:pt x="239" y="5502"/>
                    <a:pt x="144" y="5502"/>
                  </a:cubicBezTo>
                  <a:cubicBezTo>
                    <a:pt x="72" y="5502"/>
                    <a:pt x="1" y="5561"/>
                    <a:pt x="1" y="5656"/>
                  </a:cubicBezTo>
                  <a:lnTo>
                    <a:pt x="1" y="6776"/>
                  </a:lnTo>
                  <a:cubicBezTo>
                    <a:pt x="1" y="7180"/>
                    <a:pt x="334" y="7490"/>
                    <a:pt x="715" y="7490"/>
                  </a:cubicBezTo>
                  <a:lnTo>
                    <a:pt x="4989" y="7490"/>
                  </a:lnTo>
                  <a:cubicBezTo>
                    <a:pt x="5394" y="7490"/>
                    <a:pt x="5704" y="7157"/>
                    <a:pt x="5704" y="6776"/>
                  </a:cubicBezTo>
                  <a:lnTo>
                    <a:pt x="5704" y="5787"/>
                  </a:lnTo>
                  <a:cubicBezTo>
                    <a:pt x="5775" y="5764"/>
                    <a:pt x="5847" y="5728"/>
                    <a:pt x="5906" y="5668"/>
                  </a:cubicBezTo>
                  <a:cubicBezTo>
                    <a:pt x="6097" y="5525"/>
                    <a:pt x="6216" y="5287"/>
                    <a:pt x="6263" y="4954"/>
                  </a:cubicBezTo>
                  <a:lnTo>
                    <a:pt x="6847" y="4954"/>
                  </a:lnTo>
                  <a:cubicBezTo>
                    <a:pt x="7335" y="4954"/>
                    <a:pt x="7728" y="4573"/>
                    <a:pt x="7728" y="4085"/>
                  </a:cubicBezTo>
                  <a:lnTo>
                    <a:pt x="7728" y="2311"/>
                  </a:lnTo>
                  <a:cubicBezTo>
                    <a:pt x="7740" y="1835"/>
                    <a:pt x="7359" y="1430"/>
                    <a:pt x="6859" y="1430"/>
                  </a:cubicBezTo>
                  <a:lnTo>
                    <a:pt x="5716" y="1430"/>
                  </a:lnTo>
                  <a:lnTo>
                    <a:pt x="5716" y="144"/>
                  </a:lnTo>
                  <a:cubicBezTo>
                    <a:pt x="5716" y="72"/>
                    <a:pt x="5656"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68"/>
            <p:cNvSpPr/>
            <p:nvPr/>
          </p:nvSpPr>
          <p:spPr>
            <a:xfrm>
              <a:off x="6790627" y="3057885"/>
              <a:ext cx="52329" cy="60668"/>
            </a:xfrm>
            <a:custGeom>
              <a:avLst/>
              <a:gdLst/>
              <a:ahLst/>
              <a:cxnLst/>
              <a:rect l="l" t="t" r="r" b="b"/>
              <a:pathLst>
                <a:path w="1644" h="1906" extrusionOk="0">
                  <a:moveTo>
                    <a:pt x="822" y="286"/>
                  </a:moveTo>
                  <a:cubicBezTo>
                    <a:pt x="976" y="286"/>
                    <a:pt x="1084" y="405"/>
                    <a:pt x="1084" y="536"/>
                  </a:cubicBezTo>
                  <a:cubicBezTo>
                    <a:pt x="1084" y="679"/>
                    <a:pt x="964" y="786"/>
                    <a:pt x="822" y="786"/>
                  </a:cubicBezTo>
                  <a:cubicBezTo>
                    <a:pt x="691" y="786"/>
                    <a:pt x="572" y="667"/>
                    <a:pt x="572" y="536"/>
                  </a:cubicBezTo>
                  <a:cubicBezTo>
                    <a:pt x="572" y="405"/>
                    <a:pt x="691" y="286"/>
                    <a:pt x="822" y="286"/>
                  </a:cubicBezTo>
                  <a:close/>
                  <a:moveTo>
                    <a:pt x="936" y="1096"/>
                  </a:moveTo>
                  <a:cubicBezTo>
                    <a:pt x="1165" y="1096"/>
                    <a:pt x="1345" y="1305"/>
                    <a:pt x="1345" y="1548"/>
                  </a:cubicBezTo>
                  <a:cubicBezTo>
                    <a:pt x="1345" y="1572"/>
                    <a:pt x="1322" y="1608"/>
                    <a:pt x="1286" y="1608"/>
                  </a:cubicBezTo>
                  <a:lnTo>
                    <a:pt x="369" y="1608"/>
                  </a:lnTo>
                  <a:cubicBezTo>
                    <a:pt x="333" y="1608"/>
                    <a:pt x="298" y="1572"/>
                    <a:pt x="298" y="1548"/>
                  </a:cubicBezTo>
                  <a:lnTo>
                    <a:pt x="298" y="1537"/>
                  </a:lnTo>
                  <a:cubicBezTo>
                    <a:pt x="298" y="1298"/>
                    <a:pt x="500" y="1096"/>
                    <a:pt x="738" y="1096"/>
                  </a:cubicBezTo>
                  <a:lnTo>
                    <a:pt x="917" y="1096"/>
                  </a:lnTo>
                  <a:cubicBezTo>
                    <a:pt x="923" y="1096"/>
                    <a:pt x="929" y="1096"/>
                    <a:pt x="936" y="1096"/>
                  </a:cubicBezTo>
                  <a:close/>
                  <a:moveTo>
                    <a:pt x="822" y="1"/>
                  </a:moveTo>
                  <a:cubicBezTo>
                    <a:pt x="512" y="1"/>
                    <a:pt x="274" y="239"/>
                    <a:pt x="274" y="548"/>
                  </a:cubicBezTo>
                  <a:cubicBezTo>
                    <a:pt x="274" y="679"/>
                    <a:pt x="322" y="798"/>
                    <a:pt x="393" y="894"/>
                  </a:cubicBezTo>
                  <a:cubicBezTo>
                    <a:pt x="167" y="1013"/>
                    <a:pt x="0" y="1251"/>
                    <a:pt x="0" y="1537"/>
                  </a:cubicBezTo>
                  <a:lnTo>
                    <a:pt x="0" y="1548"/>
                  </a:lnTo>
                  <a:cubicBezTo>
                    <a:pt x="0" y="1739"/>
                    <a:pt x="167" y="1906"/>
                    <a:pt x="369" y="1906"/>
                  </a:cubicBezTo>
                  <a:lnTo>
                    <a:pt x="1286" y="1906"/>
                  </a:lnTo>
                  <a:cubicBezTo>
                    <a:pt x="1476" y="1906"/>
                    <a:pt x="1643" y="1739"/>
                    <a:pt x="1643" y="1548"/>
                  </a:cubicBezTo>
                  <a:lnTo>
                    <a:pt x="1643" y="1537"/>
                  </a:lnTo>
                  <a:cubicBezTo>
                    <a:pt x="1643" y="1251"/>
                    <a:pt x="1476" y="1013"/>
                    <a:pt x="1262" y="894"/>
                  </a:cubicBezTo>
                  <a:cubicBezTo>
                    <a:pt x="1334" y="798"/>
                    <a:pt x="1381" y="679"/>
                    <a:pt x="1381" y="548"/>
                  </a:cubicBezTo>
                  <a:cubicBezTo>
                    <a:pt x="1381" y="251"/>
                    <a:pt x="114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68"/>
            <p:cNvSpPr/>
            <p:nvPr/>
          </p:nvSpPr>
          <p:spPr>
            <a:xfrm>
              <a:off x="6712166" y="2975286"/>
              <a:ext cx="73941" cy="9485"/>
            </a:xfrm>
            <a:custGeom>
              <a:avLst/>
              <a:gdLst/>
              <a:ahLst/>
              <a:cxnLst/>
              <a:rect l="l" t="t" r="r" b="b"/>
              <a:pathLst>
                <a:path w="2323" h="298" extrusionOk="0">
                  <a:moveTo>
                    <a:pt x="155" y="0"/>
                  </a:moveTo>
                  <a:cubicBezTo>
                    <a:pt x="72" y="0"/>
                    <a:pt x="0" y="60"/>
                    <a:pt x="0" y="155"/>
                  </a:cubicBezTo>
                  <a:cubicBezTo>
                    <a:pt x="0" y="238"/>
                    <a:pt x="60" y="298"/>
                    <a:pt x="155" y="298"/>
                  </a:cubicBezTo>
                  <a:lnTo>
                    <a:pt x="2179" y="298"/>
                  </a:lnTo>
                  <a:cubicBezTo>
                    <a:pt x="2251" y="298"/>
                    <a:pt x="2322" y="238"/>
                    <a:pt x="2322" y="155"/>
                  </a:cubicBezTo>
                  <a:cubicBezTo>
                    <a:pt x="2322" y="60"/>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68"/>
            <p:cNvSpPr/>
            <p:nvPr/>
          </p:nvSpPr>
          <p:spPr>
            <a:xfrm>
              <a:off x="6712166" y="2993461"/>
              <a:ext cx="73941" cy="9517"/>
            </a:xfrm>
            <a:custGeom>
              <a:avLst/>
              <a:gdLst/>
              <a:ahLst/>
              <a:cxnLst/>
              <a:rect l="l" t="t" r="r" b="b"/>
              <a:pathLst>
                <a:path w="2323" h="299" extrusionOk="0">
                  <a:moveTo>
                    <a:pt x="155" y="1"/>
                  </a:moveTo>
                  <a:cubicBezTo>
                    <a:pt x="72" y="1"/>
                    <a:pt x="0" y="60"/>
                    <a:pt x="0" y="143"/>
                  </a:cubicBezTo>
                  <a:cubicBezTo>
                    <a:pt x="0" y="239"/>
                    <a:pt x="60" y="298"/>
                    <a:pt x="155" y="298"/>
                  </a:cubicBezTo>
                  <a:lnTo>
                    <a:pt x="2179" y="298"/>
                  </a:lnTo>
                  <a:cubicBezTo>
                    <a:pt x="2251" y="298"/>
                    <a:pt x="2322" y="239"/>
                    <a:pt x="2322" y="143"/>
                  </a:cubicBezTo>
                  <a:cubicBezTo>
                    <a:pt x="2322" y="60"/>
                    <a:pt x="2263"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68"/>
            <p:cNvSpPr/>
            <p:nvPr/>
          </p:nvSpPr>
          <p:spPr>
            <a:xfrm>
              <a:off x="6712166" y="3012050"/>
              <a:ext cx="73941" cy="9485"/>
            </a:xfrm>
            <a:custGeom>
              <a:avLst/>
              <a:gdLst/>
              <a:ahLst/>
              <a:cxnLst/>
              <a:rect l="l" t="t" r="r" b="b"/>
              <a:pathLst>
                <a:path w="2323" h="298" extrusionOk="0">
                  <a:moveTo>
                    <a:pt x="155" y="0"/>
                  </a:moveTo>
                  <a:cubicBezTo>
                    <a:pt x="72" y="0"/>
                    <a:pt x="0" y="60"/>
                    <a:pt x="0" y="143"/>
                  </a:cubicBezTo>
                  <a:cubicBezTo>
                    <a:pt x="0" y="238"/>
                    <a:pt x="60" y="298"/>
                    <a:pt x="155" y="298"/>
                  </a:cubicBezTo>
                  <a:lnTo>
                    <a:pt x="2179" y="298"/>
                  </a:lnTo>
                  <a:cubicBezTo>
                    <a:pt x="2263" y="274"/>
                    <a:pt x="2322" y="214"/>
                    <a:pt x="2322" y="143"/>
                  </a:cubicBezTo>
                  <a:cubicBezTo>
                    <a:pt x="2322" y="71"/>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68"/>
            <p:cNvSpPr/>
            <p:nvPr/>
          </p:nvSpPr>
          <p:spPr>
            <a:xfrm>
              <a:off x="6662511" y="3103752"/>
              <a:ext cx="73941" cy="27310"/>
            </a:xfrm>
            <a:custGeom>
              <a:avLst/>
              <a:gdLst/>
              <a:ahLst/>
              <a:cxnLst/>
              <a:rect l="l" t="t" r="r" b="b"/>
              <a:pathLst>
                <a:path w="2323" h="858" extrusionOk="0">
                  <a:moveTo>
                    <a:pt x="2037" y="298"/>
                  </a:moveTo>
                  <a:lnTo>
                    <a:pt x="2037" y="584"/>
                  </a:lnTo>
                  <a:lnTo>
                    <a:pt x="298" y="584"/>
                  </a:lnTo>
                  <a:lnTo>
                    <a:pt x="298" y="298"/>
                  </a:lnTo>
                  <a:close/>
                  <a:moveTo>
                    <a:pt x="144" y="0"/>
                  </a:moveTo>
                  <a:cubicBezTo>
                    <a:pt x="72" y="0"/>
                    <a:pt x="1" y="60"/>
                    <a:pt x="1" y="155"/>
                  </a:cubicBezTo>
                  <a:lnTo>
                    <a:pt x="1" y="715"/>
                  </a:lnTo>
                  <a:cubicBezTo>
                    <a:pt x="1" y="786"/>
                    <a:pt x="60" y="858"/>
                    <a:pt x="144" y="858"/>
                  </a:cubicBezTo>
                  <a:lnTo>
                    <a:pt x="2168" y="858"/>
                  </a:lnTo>
                  <a:cubicBezTo>
                    <a:pt x="2251" y="858"/>
                    <a:pt x="2322" y="798"/>
                    <a:pt x="2322" y="715"/>
                  </a:cubicBezTo>
                  <a:lnTo>
                    <a:pt x="2322" y="155"/>
                  </a:lnTo>
                  <a:cubicBezTo>
                    <a:pt x="2322" y="72"/>
                    <a:pt x="2263"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7" name="Google Shape;12947;p68"/>
            <p:cNvSpPr/>
            <p:nvPr/>
          </p:nvSpPr>
          <p:spPr>
            <a:xfrm>
              <a:off x="6662893" y="3140134"/>
              <a:ext cx="73941" cy="9485"/>
            </a:xfrm>
            <a:custGeom>
              <a:avLst/>
              <a:gdLst/>
              <a:ahLst/>
              <a:cxnLst/>
              <a:rect l="l" t="t" r="r" b="b"/>
              <a:pathLst>
                <a:path w="2323" h="298" extrusionOk="0">
                  <a:moveTo>
                    <a:pt x="155" y="0"/>
                  </a:moveTo>
                  <a:cubicBezTo>
                    <a:pt x="72" y="0"/>
                    <a:pt x="1" y="60"/>
                    <a:pt x="1" y="155"/>
                  </a:cubicBezTo>
                  <a:cubicBezTo>
                    <a:pt x="1" y="238"/>
                    <a:pt x="60" y="298"/>
                    <a:pt x="155" y="298"/>
                  </a:cubicBezTo>
                  <a:lnTo>
                    <a:pt x="2180" y="298"/>
                  </a:lnTo>
                  <a:cubicBezTo>
                    <a:pt x="2251" y="298"/>
                    <a:pt x="2322" y="238"/>
                    <a:pt x="2322" y="155"/>
                  </a:cubicBezTo>
                  <a:cubicBezTo>
                    <a:pt x="2322" y="60"/>
                    <a:pt x="2251" y="0"/>
                    <a:pt x="2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8" name="Google Shape;12948;p68"/>
          <p:cNvGrpSpPr/>
          <p:nvPr/>
        </p:nvGrpSpPr>
        <p:grpSpPr>
          <a:xfrm>
            <a:off x="7500054" y="3010935"/>
            <a:ext cx="350576" cy="280454"/>
            <a:chOff x="7500054" y="2934735"/>
            <a:chExt cx="350576" cy="280454"/>
          </a:xfrm>
        </p:grpSpPr>
        <p:sp>
          <p:nvSpPr>
            <p:cNvPr id="12949" name="Google Shape;12949;p68"/>
            <p:cNvSpPr/>
            <p:nvPr/>
          </p:nvSpPr>
          <p:spPr>
            <a:xfrm>
              <a:off x="7571671" y="2959371"/>
              <a:ext cx="191426" cy="10249"/>
            </a:xfrm>
            <a:custGeom>
              <a:avLst/>
              <a:gdLst/>
              <a:ahLst/>
              <a:cxnLst/>
              <a:rect l="l" t="t" r="r" b="b"/>
              <a:pathLst>
                <a:path w="6014" h="322" extrusionOk="0">
                  <a:moveTo>
                    <a:pt x="156" y="0"/>
                  </a:moveTo>
                  <a:cubicBezTo>
                    <a:pt x="72" y="0"/>
                    <a:pt x="1" y="71"/>
                    <a:pt x="1" y="167"/>
                  </a:cubicBezTo>
                  <a:cubicBezTo>
                    <a:pt x="1" y="250"/>
                    <a:pt x="72" y="322"/>
                    <a:pt x="156" y="322"/>
                  </a:cubicBezTo>
                  <a:lnTo>
                    <a:pt x="5847" y="322"/>
                  </a:lnTo>
                  <a:cubicBezTo>
                    <a:pt x="5930" y="322"/>
                    <a:pt x="6014" y="250"/>
                    <a:pt x="6014" y="167"/>
                  </a:cubicBezTo>
                  <a:cubicBezTo>
                    <a:pt x="6014" y="71"/>
                    <a:pt x="5930" y="0"/>
                    <a:pt x="58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68"/>
            <p:cNvSpPr/>
            <p:nvPr/>
          </p:nvSpPr>
          <p:spPr>
            <a:xfrm>
              <a:off x="7500054" y="2934735"/>
              <a:ext cx="350576" cy="280454"/>
            </a:xfrm>
            <a:custGeom>
              <a:avLst/>
              <a:gdLst/>
              <a:ahLst/>
              <a:cxnLst/>
              <a:rect l="l" t="t" r="r" b="b"/>
              <a:pathLst>
                <a:path w="11014" h="8811" extrusionOk="0">
                  <a:moveTo>
                    <a:pt x="1501" y="310"/>
                  </a:moveTo>
                  <a:lnTo>
                    <a:pt x="1501" y="1560"/>
                  </a:lnTo>
                  <a:lnTo>
                    <a:pt x="310" y="1560"/>
                  </a:lnTo>
                  <a:lnTo>
                    <a:pt x="310" y="417"/>
                  </a:lnTo>
                  <a:cubicBezTo>
                    <a:pt x="310" y="357"/>
                    <a:pt x="358" y="310"/>
                    <a:pt x="417" y="310"/>
                  </a:cubicBezTo>
                  <a:close/>
                  <a:moveTo>
                    <a:pt x="8990" y="310"/>
                  </a:moveTo>
                  <a:cubicBezTo>
                    <a:pt x="9049" y="310"/>
                    <a:pt x="9097" y="357"/>
                    <a:pt x="9097" y="417"/>
                  </a:cubicBezTo>
                  <a:lnTo>
                    <a:pt x="9097" y="1560"/>
                  </a:lnTo>
                  <a:lnTo>
                    <a:pt x="1834" y="1560"/>
                  </a:lnTo>
                  <a:lnTo>
                    <a:pt x="1834" y="310"/>
                  </a:lnTo>
                  <a:close/>
                  <a:moveTo>
                    <a:pt x="10419" y="3453"/>
                  </a:moveTo>
                  <a:cubicBezTo>
                    <a:pt x="10561" y="3453"/>
                    <a:pt x="10704" y="3572"/>
                    <a:pt x="10704" y="3739"/>
                  </a:cubicBezTo>
                  <a:cubicBezTo>
                    <a:pt x="10704" y="3893"/>
                    <a:pt x="10561" y="4013"/>
                    <a:pt x="10419" y="4013"/>
                  </a:cubicBezTo>
                  <a:cubicBezTo>
                    <a:pt x="10264" y="4013"/>
                    <a:pt x="10133" y="3893"/>
                    <a:pt x="10133" y="3739"/>
                  </a:cubicBezTo>
                  <a:cubicBezTo>
                    <a:pt x="10133" y="3572"/>
                    <a:pt x="10252" y="3453"/>
                    <a:pt x="10419" y="3453"/>
                  </a:cubicBezTo>
                  <a:close/>
                  <a:moveTo>
                    <a:pt x="6537" y="4786"/>
                  </a:moveTo>
                  <a:cubicBezTo>
                    <a:pt x="6680" y="4786"/>
                    <a:pt x="6811" y="4906"/>
                    <a:pt x="6811" y="5072"/>
                  </a:cubicBezTo>
                  <a:cubicBezTo>
                    <a:pt x="6811" y="5239"/>
                    <a:pt x="6680" y="5358"/>
                    <a:pt x="6537" y="5358"/>
                  </a:cubicBezTo>
                  <a:cubicBezTo>
                    <a:pt x="6382" y="5358"/>
                    <a:pt x="6251" y="5239"/>
                    <a:pt x="6251" y="5072"/>
                  </a:cubicBezTo>
                  <a:cubicBezTo>
                    <a:pt x="6251" y="4906"/>
                    <a:pt x="6370" y="4786"/>
                    <a:pt x="6537" y="4786"/>
                  </a:cubicBezTo>
                  <a:close/>
                  <a:moveTo>
                    <a:pt x="8240" y="6156"/>
                  </a:moveTo>
                  <a:cubicBezTo>
                    <a:pt x="8394" y="6156"/>
                    <a:pt x="8525" y="6275"/>
                    <a:pt x="8525" y="6441"/>
                  </a:cubicBezTo>
                  <a:cubicBezTo>
                    <a:pt x="8525" y="6608"/>
                    <a:pt x="8394" y="6727"/>
                    <a:pt x="8240" y="6727"/>
                  </a:cubicBezTo>
                  <a:cubicBezTo>
                    <a:pt x="8097" y="6727"/>
                    <a:pt x="7966" y="6608"/>
                    <a:pt x="7966" y="6441"/>
                  </a:cubicBezTo>
                  <a:cubicBezTo>
                    <a:pt x="7966" y="6299"/>
                    <a:pt x="8073" y="6156"/>
                    <a:pt x="8240" y="6156"/>
                  </a:cubicBezTo>
                  <a:close/>
                  <a:moveTo>
                    <a:pt x="4811" y="6382"/>
                  </a:moveTo>
                  <a:cubicBezTo>
                    <a:pt x="4954" y="6382"/>
                    <a:pt x="5085" y="6501"/>
                    <a:pt x="5085" y="6668"/>
                  </a:cubicBezTo>
                  <a:cubicBezTo>
                    <a:pt x="5085" y="6834"/>
                    <a:pt x="4954" y="6953"/>
                    <a:pt x="4811" y="6953"/>
                  </a:cubicBezTo>
                  <a:cubicBezTo>
                    <a:pt x="4656" y="6953"/>
                    <a:pt x="4525" y="6834"/>
                    <a:pt x="4525" y="6668"/>
                  </a:cubicBezTo>
                  <a:cubicBezTo>
                    <a:pt x="4525" y="6501"/>
                    <a:pt x="4644" y="6382"/>
                    <a:pt x="4811" y="6382"/>
                  </a:cubicBezTo>
                  <a:close/>
                  <a:moveTo>
                    <a:pt x="417" y="0"/>
                  </a:moveTo>
                  <a:cubicBezTo>
                    <a:pt x="179" y="0"/>
                    <a:pt x="1" y="143"/>
                    <a:pt x="1" y="417"/>
                  </a:cubicBezTo>
                  <a:lnTo>
                    <a:pt x="1" y="8382"/>
                  </a:lnTo>
                  <a:cubicBezTo>
                    <a:pt x="1" y="8620"/>
                    <a:pt x="191" y="8787"/>
                    <a:pt x="417" y="8787"/>
                  </a:cubicBezTo>
                  <a:lnTo>
                    <a:pt x="4513" y="8787"/>
                  </a:lnTo>
                  <a:cubicBezTo>
                    <a:pt x="4596" y="8787"/>
                    <a:pt x="4668" y="8715"/>
                    <a:pt x="4668" y="8632"/>
                  </a:cubicBezTo>
                  <a:cubicBezTo>
                    <a:pt x="4668" y="8537"/>
                    <a:pt x="4596" y="8465"/>
                    <a:pt x="4513" y="8465"/>
                  </a:cubicBezTo>
                  <a:lnTo>
                    <a:pt x="417" y="8465"/>
                  </a:lnTo>
                  <a:cubicBezTo>
                    <a:pt x="358" y="8465"/>
                    <a:pt x="310" y="8418"/>
                    <a:pt x="310" y="8358"/>
                  </a:cubicBezTo>
                  <a:lnTo>
                    <a:pt x="310" y="1869"/>
                  </a:lnTo>
                  <a:lnTo>
                    <a:pt x="9073" y="1869"/>
                  </a:lnTo>
                  <a:lnTo>
                    <a:pt x="9073" y="5144"/>
                  </a:lnTo>
                  <a:lnTo>
                    <a:pt x="8502" y="5894"/>
                  </a:lnTo>
                  <a:cubicBezTo>
                    <a:pt x="8418" y="5846"/>
                    <a:pt x="8335" y="5834"/>
                    <a:pt x="8240" y="5834"/>
                  </a:cubicBezTo>
                  <a:cubicBezTo>
                    <a:pt x="8109" y="5834"/>
                    <a:pt x="7978" y="5870"/>
                    <a:pt x="7871" y="5965"/>
                  </a:cubicBezTo>
                  <a:lnTo>
                    <a:pt x="7073" y="5322"/>
                  </a:lnTo>
                  <a:cubicBezTo>
                    <a:pt x="7109" y="5251"/>
                    <a:pt x="7132" y="5156"/>
                    <a:pt x="7132" y="5060"/>
                  </a:cubicBezTo>
                  <a:cubicBezTo>
                    <a:pt x="7132" y="4727"/>
                    <a:pt x="6859" y="4441"/>
                    <a:pt x="6513" y="4441"/>
                  </a:cubicBezTo>
                  <a:cubicBezTo>
                    <a:pt x="6192" y="4441"/>
                    <a:pt x="5906" y="4715"/>
                    <a:pt x="5906" y="5060"/>
                  </a:cubicBezTo>
                  <a:cubicBezTo>
                    <a:pt x="5906" y="5167"/>
                    <a:pt x="5942" y="5263"/>
                    <a:pt x="5978" y="5358"/>
                  </a:cubicBezTo>
                  <a:lnTo>
                    <a:pt x="5108" y="6144"/>
                  </a:lnTo>
                  <a:cubicBezTo>
                    <a:pt x="5013" y="6084"/>
                    <a:pt x="4906" y="6049"/>
                    <a:pt x="4787" y="6049"/>
                  </a:cubicBezTo>
                  <a:cubicBezTo>
                    <a:pt x="4465" y="6049"/>
                    <a:pt x="4180" y="6322"/>
                    <a:pt x="4180" y="6668"/>
                  </a:cubicBezTo>
                  <a:cubicBezTo>
                    <a:pt x="4180" y="6989"/>
                    <a:pt x="4454" y="7275"/>
                    <a:pt x="4787" y="7275"/>
                  </a:cubicBezTo>
                  <a:cubicBezTo>
                    <a:pt x="5132" y="7275"/>
                    <a:pt x="5406" y="7001"/>
                    <a:pt x="5406" y="6668"/>
                  </a:cubicBezTo>
                  <a:cubicBezTo>
                    <a:pt x="5406" y="6560"/>
                    <a:pt x="5370" y="6465"/>
                    <a:pt x="5323" y="6382"/>
                  </a:cubicBezTo>
                  <a:lnTo>
                    <a:pt x="6204" y="5572"/>
                  </a:lnTo>
                  <a:cubicBezTo>
                    <a:pt x="6299" y="5620"/>
                    <a:pt x="6394" y="5656"/>
                    <a:pt x="6501" y="5656"/>
                  </a:cubicBezTo>
                  <a:cubicBezTo>
                    <a:pt x="6620" y="5656"/>
                    <a:pt x="6740" y="5620"/>
                    <a:pt x="6835" y="5548"/>
                  </a:cubicBezTo>
                  <a:lnTo>
                    <a:pt x="7644" y="6203"/>
                  </a:lnTo>
                  <a:cubicBezTo>
                    <a:pt x="7621" y="6263"/>
                    <a:pt x="7609" y="6334"/>
                    <a:pt x="7609" y="6406"/>
                  </a:cubicBezTo>
                  <a:cubicBezTo>
                    <a:pt x="7609" y="6739"/>
                    <a:pt x="7871" y="7025"/>
                    <a:pt x="8216" y="7025"/>
                  </a:cubicBezTo>
                  <a:cubicBezTo>
                    <a:pt x="8561" y="7025"/>
                    <a:pt x="8823" y="6751"/>
                    <a:pt x="8823" y="6406"/>
                  </a:cubicBezTo>
                  <a:cubicBezTo>
                    <a:pt x="8823" y="6287"/>
                    <a:pt x="8799" y="6168"/>
                    <a:pt x="8716" y="6084"/>
                  </a:cubicBezTo>
                  <a:lnTo>
                    <a:pt x="9061" y="5656"/>
                  </a:lnTo>
                  <a:lnTo>
                    <a:pt x="9061" y="8382"/>
                  </a:lnTo>
                  <a:cubicBezTo>
                    <a:pt x="9061" y="8442"/>
                    <a:pt x="9014" y="8477"/>
                    <a:pt x="8954" y="8477"/>
                  </a:cubicBezTo>
                  <a:lnTo>
                    <a:pt x="5227" y="8477"/>
                  </a:lnTo>
                  <a:cubicBezTo>
                    <a:pt x="5132" y="8477"/>
                    <a:pt x="5061" y="8561"/>
                    <a:pt x="5061" y="8644"/>
                  </a:cubicBezTo>
                  <a:cubicBezTo>
                    <a:pt x="5061" y="8739"/>
                    <a:pt x="5132" y="8811"/>
                    <a:pt x="5227" y="8811"/>
                  </a:cubicBezTo>
                  <a:lnTo>
                    <a:pt x="8954" y="8811"/>
                  </a:lnTo>
                  <a:cubicBezTo>
                    <a:pt x="9192" y="8811"/>
                    <a:pt x="9371" y="8620"/>
                    <a:pt x="9371" y="8394"/>
                  </a:cubicBezTo>
                  <a:lnTo>
                    <a:pt x="9371" y="5287"/>
                  </a:lnTo>
                  <a:lnTo>
                    <a:pt x="10145" y="4298"/>
                  </a:lnTo>
                  <a:cubicBezTo>
                    <a:pt x="10228" y="4334"/>
                    <a:pt x="10299" y="4346"/>
                    <a:pt x="10383" y="4346"/>
                  </a:cubicBezTo>
                  <a:cubicBezTo>
                    <a:pt x="10716" y="4346"/>
                    <a:pt x="10990" y="4072"/>
                    <a:pt x="10990" y="3739"/>
                  </a:cubicBezTo>
                  <a:cubicBezTo>
                    <a:pt x="11014" y="3405"/>
                    <a:pt x="10740" y="3131"/>
                    <a:pt x="10419" y="3131"/>
                  </a:cubicBezTo>
                  <a:cubicBezTo>
                    <a:pt x="10085" y="3131"/>
                    <a:pt x="9811" y="3405"/>
                    <a:pt x="9811" y="3751"/>
                  </a:cubicBezTo>
                  <a:cubicBezTo>
                    <a:pt x="9811" y="3882"/>
                    <a:pt x="9847" y="4001"/>
                    <a:pt x="9930" y="4108"/>
                  </a:cubicBezTo>
                  <a:lnTo>
                    <a:pt x="9407" y="4763"/>
                  </a:lnTo>
                  <a:lnTo>
                    <a:pt x="9407" y="381"/>
                  </a:lnTo>
                  <a:cubicBezTo>
                    <a:pt x="9407" y="191"/>
                    <a:pt x="9276" y="0"/>
                    <a:pt x="8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68"/>
            <p:cNvSpPr/>
            <p:nvPr/>
          </p:nvSpPr>
          <p:spPr>
            <a:xfrm>
              <a:off x="7539459" y="3074564"/>
              <a:ext cx="82663" cy="10249"/>
            </a:xfrm>
            <a:custGeom>
              <a:avLst/>
              <a:gdLst/>
              <a:ahLst/>
              <a:cxnLst/>
              <a:rect l="l" t="t" r="r" b="b"/>
              <a:pathLst>
                <a:path w="2597" h="322"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68"/>
            <p:cNvSpPr/>
            <p:nvPr/>
          </p:nvSpPr>
          <p:spPr>
            <a:xfrm>
              <a:off x="7539459" y="3099582"/>
              <a:ext cx="82663" cy="10249"/>
            </a:xfrm>
            <a:custGeom>
              <a:avLst/>
              <a:gdLst/>
              <a:ahLst/>
              <a:cxnLst/>
              <a:rect l="l" t="t" r="r" b="b"/>
              <a:pathLst>
                <a:path w="2597" h="322" extrusionOk="0">
                  <a:moveTo>
                    <a:pt x="156" y="0"/>
                  </a:moveTo>
                  <a:cubicBezTo>
                    <a:pt x="72" y="0"/>
                    <a:pt x="1" y="72"/>
                    <a:pt x="1" y="167"/>
                  </a:cubicBezTo>
                  <a:cubicBezTo>
                    <a:pt x="1" y="250"/>
                    <a:pt x="72" y="322"/>
                    <a:pt x="156" y="322"/>
                  </a:cubicBezTo>
                  <a:lnTo>
                    <a:pt x="2442" y="322"/>
                  </a:lnTo>
                  <a:cubicBezTo>
                    <a:pt x="2525" y="322"/>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3" name="Google Shape;12953;p68"/>
            <p:cNvSpPr/>
            <p:nvPr/>
          </p:nvSpPr>
          <p:spPr>
            <a:xfrm>
              <a:off x="7539459" y="3124601"/>
              <a:ext cx="82663" cy="10631"/>
            </a:xfrm>
            <a:custGeom>
              <a:avLst/>
              <a:gdLst/>
              <a:ahLst/>
              <a:cxnLst/>
              <a:rect l="l" t="t" r="r" b="b"/>
              <a:pathLst>
                <a:path w="2597" h="334" extrusionOk="0">
                  <a:moveTo>
                    <a:pt x="156" y="0"/>
                  </a:moveTo>
                  <a:cubicBezTo>
                    <a:pt x="72" y="0"/>
                    <a:pt x="1" y="72"/>
                    <a:pt x="1" y="167"/>
                  </a:cubicBezTo>
                  <a:cubicBezTo>
                    <a:pt x="1" y="250"/>
                    <a:pt x="72" y="334"/>
                    <a:pt x="156" y="334"/>
                  </a:cubicBezTo>
                  <a:lnTo>
                    <a:pt x="2442" y="334"/>
                  </a:lnTo>
                  <a:cubicBezTo>
                    <a:pt x="2525" y="334"/>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68"/>
            <p:cNvSpPr/>
            <p:nvPr/>
          </p:nvSpPr>
          <p:spPr>
            <a:xfrm>
              <a:off x="7539459" y="3149587"/>
              <a:ext cx="82663" cy="10663"/>
            </a:xfrm>
            <a:custGeom>
              <a:avLst/>
              <a:gdLst/>
              <a:ahLst/>
              <a:cxnLst/>
              <a:rect l="l" t="t" r="r" b="b"/>
              <a:pathLst>
                <a:path w="2597" h="335" extrusionOk="0">
                  <a:moveTo>
                    <a:pt x="156" y="1"/>
                  </a:moveTo>
                  <a:cubicBezTo>
                    <a:pt x="72" y="1"/>
                    <a:pt x="1" y="84"/>
                    <a:pt x="1" y="168"/>
                  </a:cubicBezTo>
                  <a:cubicBezTo>
                    <a:pt x="1" y="263"/>
                    <a:pt x="72" y="334"/>
                    <a:pt x="156" y="334"/>
                  </a:cubicBezTo>
                  <a:lnTo>
                    <a:pt x="2442" y="334"/>
                  </a:lnTo>
                  <a:cubicBezTo>
                    <a:pt x="2525" y="334"/>
                    <a:pt x="2596" y="263"/>
                    <a:pt x="2596" y="168"/>
                  </a:cubicBezTo>
                  <a:cubicBezTo>
                    <a:pt x="2596" y="84"/>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5" name="Google Shape;12955;p68"/>
            <p:cNvSpPr/>
            <p:nvPr/>
          </p:nvSpPr>
          <p:spPr>
            <a:xfrm>
              <a:off x="7539459" y="3174988"/>
              <a:ext cx="82663" cy="10281"/>
            </a:xfrm>
            <a:custGeom>
              <a:avLst/>
              <a:gdLst/>
              <a:ahLst/>
              <a:cxnLst/>
              <a:rect l="l" t="t" r="r" b="b"/>
              <a:pathLst>
                <a:path w="2597" h="323"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68"/>
            <p:cNvSpPr/>
            <p:nvPr/>
          </p:nvSpPr>
          <p:spPr>
            <a:xfrm>
              <a:off x="7539459" y="3011286"/>
              <a:ext cx="220614" cy="47395"/>
            </a:xfrm>
            <a:custGeom>
              <a:avLst/>
              <a:gdLst/>
              <a:ahLst/>
              <a:cxnLst/>
              <a:rect l="l" t="t" r="r" b="b"/>
              <a:pathLst>
                <a:path w="6931" h="1489" extrusionOk="0">
                  <a:moveTo>
                    <a:pt x="418" y="0"/>
                  </a:moveTo>
                  <a:cubicBezTo>
                    <a:pt x="179" y="0"/>
                    <a:pt x="1" y="191"/>
                    <a:pt x="1" y="417"/>
                  </a:cubicBezTo>
                  <a:lnTo>
                    <a:pt x="1" y="1072"/>
                  </a:lnTo>
                  <a:cubicBezTo>
                    <a:pt x="1" y="1310"/>
                    <a:pt x="191" y="1488"/>
                    <a:pt x="418" y="1488"/>
                  </a:cubicBezTo>
                  <a:lnTo>
                    <a:pt x="3251" y="1488"/>
                  </a:lnTo>
                  <a:cubicBezTo>
                    <a:pt x="3346" y="1488"/>
                    <a:pt x="3418" y="1417"/>
                    <a:pt x="3418" y="1322"/>
                  </a:cubicBezTo>
                  <a:cubicBezTo>
                    <a:pt x="3418" y="1238"/>
                    <a:pt x="3346" y="1167"/>
                    <a:pt x="3251" y="1167"/>
                  </a:cubicBezTo>
                  <a:lnTo>
                    <a:pt x="418" y="1167"/>
                  </a:lnTo>
                  <a:cubicBezTo>
                    <a:pt x="358" y="1167"/>
                    <a:pt x="310" y="1119"/>
                    <a:pt x="310" y="1060"/>
                  </a:cubicBezTo>
                  <a:lnTo>
                    <a:pt x="310" y="405"/>
                  </a:lnTo>
                  <a:cubicBezTo>
                    <a:pt x="310" y="345"/>
                    <a:pt x="358" y="298"/>
                    <a:pt x="418" y="298"/>
                  </a:cubicBezTo>
                  <a:lnTo>
                    <a:pt x="6502" y="298"/>
                  </a:lnTo>
                  <a:cubicBezTo>
                    <a:pt x="6561" y="298"/>
                    <a:pt x="6609" y="345"/>
                    <a:pt x="6609" y="405"/>
                  </a:cubicBezTo>
                  <a:lnTo>
                    <a:pt x="6609" y="1060"/>
                  </a:lnTo>
                  <a:cubicBezTo>
                    <a:pt x="6609" y="1119"/>
                    <a:pt x="6561" y="1167"/>
                    <a:pt x="6502" y="1167"/>
                  </a:cubicBezTo>
                  <a:lnTo>
                    <a:pt x="4013" y="1167"/>
                  </a:lnTo>
                  <a:cubicBezTo>
                    <a:pt x="3930" y="1167"/>
                    <a:pt x="3847" y="1238"/>
                    <a:pt x="3847" y="1322"/>
                  </a:cubicBezTo>
                  <a:cubicBezTo>
                    <a:pt x="3847" y="1417"/>
                    <a:pt x="3930" y="1488"/>
                    <a:pt x="4013" y="1488"/>
                  </a:cubicBezTo>
                  <a:lnTo>
                    <a:pt x="6502" y="1488"/>
                  </a:lnTo>
                  <a:cubicBezTo>
                    <a:pt x="6740" y="1488"/>
                    <a:pt x="6918" y="1298"/>
                    <a:pt x="6918" y="1072"/>
                  </a:cubicBezTo>
                  <a:lnTo>
                    <a:pt x="6918" y="417"/>
                  </a:lnTo>
                  <a:cubicBezTo>
                    <a:pt x="6930" y="203"/>
                    <a:pt x="6740" y="0"/>
                    <a:pt x="6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7" name="Google Shape;12957;p68"/>
          <p:cNvGrpSpPr/>
          <p:nvPr/>
        </p:nvGrpSpPr>
        <p:grpSpPr>
          <a:xfrm>
            <a:off x="7024430" y="2950862"/>
            <a:ext cx="332012" cy="355454"/>
            <a:chOff x="7055134" y="2919170"/>
            <a:chExt cx="290321" cy="310820"/>
          </a:xfrm>
        </p:grpSpPr>
        <p:sp>
          <p:nvSpPr>
            <p:cNvPr id="12958" name="Google Shape;12958;p68"/>
            <p:cNvSpPr/>
            <p:nvPr/>
          </p:nvSpPr>
          <p:spPr>
            <a:xfrm>
              <a:off x="7102497" y="2970989"/>
              <a:ext cx="191044" cy="259001"/>
            </a:xfrm>
            <a:custGeom>
              <a:avLst/>
              <a:gdLst/>
              <a:ahLst/>
              <a:cxnLst/>
              <a:rect l="l" t="t" r="r" b="b"/>
              <a:pathLst>
                <a:path w="6002" h="8137" extrusionOk="0">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68"/>
            <p:cNvSpPr/>
            <p:nvPr/>
          </p:nvSpPr>
          <p:spPr>
            <a:xfrm>
              <a:off x="7304872" y="3059413"/>
              <a:ext cx="40583" cy="9485"/>
            </a:xfrm>
            <a:custGeom>
              <a:avLst/>
              <a:gdLst/>
              <a:ahLst/>
              <a:cxnLst/>
              <a:rect l="l" t="t" r="r" b="b"/>
              <a:pathLst>
                <a:path w="1275" h="298" extrusionOk="0">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68"/>
            <p:cNvSpPr/>
            <p:nvPr/>
          </p:nvSpPr>
          <p:spPr>
            <a:xfrm>
              <a:off x="7055134" y="3059413"/>
              <a:ext cx="41347" cy="9485"/>
            </a:xfrm>
            <a:custGeom>
              <a:avLst/>
              <a:gdLst/>
              <a:ahLst/>
              <a:cxnLst/>
              <a:rect l="l" t="t" r="r" b="b"/>
              <a:pathLst>
                <a:path w="1299" h="298" extrusionOk="0">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68"/>
            <p:cNvSpPr/>
            <p:nvPr/>
          </p:nvSpPr>
          <p:spPr>
            <a:xfrm>
              <a:off x="7195727" y="2919170"/>
              <a:ext cx="9517" cy="40583"/>
            </a:xfrm>
            <a:custGeom>
              <a:avLst/>
              <a:gdLst/>
              <a:ahLst/>
              <a:cxnLst/>
              <a:rect l="l" t="t" r="r" b="b"/>
              <a:pathLst>
                <a:path w="299" h="1275" extrusionOk="0">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68"/>
            <p:cNvSpPr/>
            <p:nvPr/>
          </p:nvSpPr>
          <p:spPr>
            <a:xfrm>
              <a:off x="7185128" y="3007116"/>
              <a:ext cx="30334" cy="92880"/>
            </a:xfrm>
            <a:custGeom>
              <a:avLst/>
              <a:gdLst/>
              <a:ahLst/>
              <a:cxnLst/>
              <a:rect l="l" t="t" r="r" b="b"/>
              <a:pathLst>
                <a:path w="953" h="2918" extrusionOk="0">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3" name="Google Shape;12963;p68"/>
            <p:cNvSpPr/>
            <p:nvPr/>
          </p:nvSpPr>
          <p:spPr>
            <a:xfrm>
              <a:off x="7187770" y="3111328"/>
              <a:ext cx="25814" cy="25814"/>
            </a:xfrm>
            <a:custGeom>
              <a:avLst/>
              <a:gdLst/>
              <a:ahLst/>
              <a:cxnLst/>
              <a:rect l="l" t="t" r="r" b="b"/>
              <a:pathLst>
                <a:path w="811" h="811" extrusionOk="0">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4" name="Google Shape;12964;p68"/>
            <p:cNvSpPr/>
            <p:nvPr/>
          </p:nvSpPr>
          <p:spPr>
            <a:xfrm>
              <a:off x="7249552" y="2951477"/>
              <a:ext cx="18971" cy="23077"/>
            </a:xfrm>
            <a:custGeom>
              <a:avLst/>
              <a:gdLst/>
              <a:ahLst/>
              <a:cxnLst/>
              <a:rect l="l" t="t" r="r" b="b"/>
              <a:pathLst>
                <a:path w="596" h="725" extrusionOk="0">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68"/>
            <p:cNvSpPr/>
            <p:nvPr/>
          </p:nvSpPr>
          <p:spPr>
            <a:xfrm>
              <a:off x="7132831" y="3153852"/>
              <a:ext cx="18589" cy="22695"/>
            </a:xfrm>
            <a:custGeom>
              <a:avLst/>
              <a:gdLst/>
              <a:ahLst/>
              <a:cxnLst/>
              <a:rect l="l" t="t" r="r" b="b"/>
              <a:pathLst>
                <a:path w="584" h="713" extrusionOk="0">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68"/>
            <p:cNvSpPr/>
            <p:nvPr/>
          </p:nvSpPr>
          <p:spPr>
            <a:xfrm>
              <a:off x="7132449" y="2951477"/>
              <a:ext cx="18971" cy="23077"/>
            </a:xfrm>
            <a:custGeom>
              <a:avLst/>
              <a:gdLst/>
              <a:ahLst/>
              <a:cxnLst/>
              <a:rect l="l" t="t" r="r" b="b"/>
              <a:pathLst>
                <a:path w="596" h="725" extrusionOk="0">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68"/>
            <p:cNvSpPr/>
            <p:nvPr/>
          </p:nvSpPr>
          <p:spPr>
            <a:xfrm>
              <a:off x="7249552" y="3153852"/>
              <a:ext cx="18971" cy="22695"/>
            </a:xfrm>
            <a:custGeom>
              <a:avLst/>
              <a:gdLst/>
              <a:ahLst/>
              <a:cxnLst/>
              <a:rect l="l" t="t" r="r" b="b"/>
              <a:pathLst>
                <a:path w="596" h="713" extrusionOk="0">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68"/>
            <p:cNvSpPr/>
            <p:nvPr/>
          </p:nvSpPr>
          <p:spPr>
            <a:xfrm>
              <a:off x="7289721" y="3113969"/>
              <a:ext cx="24286" cy="17093"/>
            </a:xfrm>
            <a:custGeom>
              <a:avLst/>
              <a:gdLst/>
              <a:ahLst/>
              <a:cxnLst/>
              <a:rect l="l" t="t" r="r" b="b"/>
              <a:pathLst>
                <a:path w="763" h="537" extrusionOk="0">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68"/>
            <p:cNvSpPr/>
            <p:nvPr/>
          </p:nvSpPr>
          <p:spPr>
            <a:xfrm>
              <a:off x="7086964" y="2996931"/>
              <a:ext cx="24668" cy="17411"/>
            </a:xfrm>
            <a:custGeom>
              <a:avLst/>
              <a:gdLst/>
              <a:ahLst/>
              <a:cxnLst/>
              <a:rect l="l" t="t" r="r" b="b"/>
              <a:pathLst>
                <a:path w="775" h="547" extrusionOk="0">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0" name="Google Shape;12970;p68"/>
            <p:cNvSpPr/>
            <p:nvPr/>
          </p:nvSpPr>
          <p:spPr>
            <a:xfrm>
              <a:off x="7289339" y="2996931"/>
              <a:ext cx="24668" cy="17411"/>
            </a:xfrm>
            <a:custGeom>
              <a:avLst/>
              <a:gdLst/>
              <a:ahLst/>
              <a:cxnLst/>
              <a:rect l="l" t="t" r="r" b="b"/>
              <a:pathLst>
                <a:path w="775" h="547" extrusionOk="0">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1" name="Google Shape;12971;p68"/>
            <p:cNvSpPr/>
            <p:nvPr/>
          </p:nvSpPr>
          <p:spPr>
            <a:xfrm>
              <a:off x="7086964" y="3113587"/>
              <a:ext cx="24668" cy="17093"/>
            </a:xfrm>
            <a:custGeom>
              <a:avLst/>
              <a:gdLst/>
              <a:ahLst/>
              <a:cxnLst/>
              <a:rect l="l" t="t" r="r" b="b"/>
              <a:pathLst>
                <a:path w="775" h="537" extrusionOk="0">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2" name="Google Shape;12972;p68"/>
          <p:cNvGrpSpPr/>
          <p:nvPr/>
        </p:nvGrpSpPr>
        <p:grpSpPr>
          <a:xfrm>
            <a:off x="7985143" y="2976813"/>
            <a:ext cx="330109" cy="347552"/>
            <a:chOff x="7985143" y="2900613"/>
            <a:chExt cx="330109" cy="347552"/>
          </a:xfrm>
        </p:grpSpPr>
        <p:sp>
          <p:nvSpPr>
            <p:cNvPr id="12973" name="Google Shape;12973;p68"/>
            <p:cNvSpPr/>
            <p:nvPr/>
          </p:nvSpPr>
          <p:spPr>
            <a:xfrm>
              <a:off x="8143943" y="3145449"/>
              <a:ext cx="13273" cy="10631"/>
            </a:xfrm>
            <a:custGeom>
              <a:avLst/>
              <a:gdLst/>
              <a:ahLst/>
              <a:cxnLst/>
              <a:rect l="l" t="t" r="r" b="b"/>
              <a:pathLst>
                <a:path w="417" h="334" extrusionOk="0">
                  <a:moveTo>
                    <a:pt x="155" y="0"/>
                  </a:moveTo>
                  <a:cubicBezTo>
                    <a:pt x="72" y="0"/>
                    <a:pt x="0" y="71"/>
                    <a:pt x="0" y="167"/>
                  </a:cubicBezTo>
                  <a:cubicBezTo>
                    <a:pt x="0" y="250"/>
                    <a:pt x="72" y="333"/>
                    <a:pt x="155" y="333"/>
                  </a:cubicBezTo>
                  <a:lnTo>
                    <a:pt x="250" y="333"/>
                  </a:lnTo>
                  <a:cubicBezTo>
                    <a:pt x="334" y="333"/>
                    <a:pt x="417" y="250"/>
                    <a:pt x="417" y="167"/>
                  </a:cubicBezTo>
                  <a:cubicBezTo>
                    <a:pt x="393" y="60"/>
                    <a:pt x="334"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4" name="Google Shape;12974;p68"/>
            <p:cNvSpPr/>
            <p:nvPr/>
          </p:nvSpPr>
          <p:spPr>
            <a:xfrm>
              <a:off x="8163264" y="3005970"/>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5" name="Google Shape;12975;p68"/>
            <p:cNvSpPr/>
            <p:nvPr/>
          </p:nvSpPr>
          <p:spPr>
            <a:xfrm>
              <a:off x="8163264" y="3005970"/>
              <a:ext cx="5347" cy="11013"/>
            </a:xfrm>
            <a:custGeom>
              <a:avLst/>
              <a:gdLst/>
              <a:ahLst/>
              <a:cxnLst/>
              <a:rect l="l" t="t" r="r" b="b"/>
              <a:pathLst>
                <a:path w="168" h="346" extrusionOk="0">
                  <a:moveTo>
                    <a:pt x="1" y="1"/>
                  </a:moveTo>
                  <a:cubicBezTo>
                    <a:pt x="20" y="70"/>
                    <a:pt x="97" y="228"/>
                    <a:pt x="143" y="308"/>
                  </a:cubicBezTo>
                  <a:lnTo>
                    <a:pt x="143" y="308"/>
                  </a:lnTo>
                  <a:cubicBezTo>
                    <a:pt x="118" y="259"/>
                    <a:pt x="78" y="164"/>
                    <a:pt x="1" y="1"/>
                  </a:cubicBezTo>
                  <a:close/>
                  <a:moveTo>
                    <a:pt x="143" y="308"/>
                  </a:moveTo>
                  <a:lnTo>
                    <a:pt x="143" y="308"/>
                  </a:lnTo>
                  <a:cubicBezTo>
                    <a:pt x="153" y="327"/>
                    <a:pt x="161" y="339"/>
                    <a:pt x="167" y="346"/>
                  </a:cubicBezTo>
                  <a:cubicBezTo>
                    <a:pt x="161" y="338"/>
                    <a:pt x="153" y="325"/>
                    <a:pt x="143" y="30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68"/>
            <p:cNvSpPr/>
            <p:nvPr/>
          </p:nvSpPr>
          <p:spPr>
            <a:xfrm>
              <a:off x="8163264" y="3005588"/>
              <a:ext cx="32" cy="414"/>
            </a:xfrm>
            <a:custGeom>
              <a:avLst/>
              <a:gdLst/>
              <a:ahLst/>
              <a:cxnLst/>
              <a:rect l="l" t="t" r="r" b="b"/>
              <a:pathLst>
                <a:path w="1" h="13" extrusionOk="0">
                  <a:moveTo>
                    <a:pt x="1" y="1"/>
                  </a:moveTo>
                  <a:cubicBezTo>
                    <a:pt x="1" y="13"/>
                    <a:pt x="1" y="13"/>
                    <a:pt x="1" y="1"/>
                  </a:cubicBezTo>
                  <a:cubicBezTo>
                    <a:pt x="1" y="13"/>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68"/>
            <p:cNvSpPr/>
            <p:nvPr/>
          </p:nvSpPr>
          <p:spPr>
            <a:xfrm>
              <a:off x="8168579" y="3016952"/>
              <a:ext cx="32" cy="796"/>
            </a:xfrm>
            <a:custGeom>
              <a:avLst/>
              <a:gdLst/>
              <a:ahLst/>
              <a:cxnLst/>
              <a:rect l="l" t="t" r="r" b="b"/>
              <a:pathLst>
                <a:path w="1" h="25" extrusionOk="0">
                  <a:moveTo>
                    <a:pt x="0" y="1"/>
                  </a:moveTo>
                  <a:cubicBezTo>
                    <a:pt x="0" y="25"/>
                    <a:pt x="0" y="25"/>
                    <a:pt x="0" y="1"/>
                  </a:cubicBezTo>
                  <a:cubicBezTo>
                    <a:pt x="0" y="25"/>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68"/>
            <p:cNvSpPr/>
            <p:nvPr/>
          </p:nvSpPr>
          <p:spPr>
            <a:xfrm>
              <a:off x="7985143" y="2900613"/>
              <a:ext cx="330109" cy="347552"/>
            </a:xfrm>
            <a:custGeom>
              <a:avLst/>
              <a:gdLst/>
              <a:ahLst/>
              <a:cxnLst/>
              <a:rect l="l" t="t" r="r" b="b"/>
              <a:pathLst>
                <a:path w="10371" h="10919" extrusionOk="0">
                  <a:moveTo>
                    <a:pt x="5120" y="3060"/>
                  </a:moveTo>
                  <a:lnTo>
                    <a:pt x="5358" y="3572"/>
                  </a:lnTo>
                  <a:lnTo>
                    <a:pt x="4882" y="3572"/>
                  </a:lnTo>
                  <a:lnTo>
                    <a:pt x="5120" y="3060"/>
                  </a:lnTo>
                  <a:close/>
                  <a:moveTo>
                    <a:pt x="5501" y="3882"/>
                  </a:moveTo>
                  <a:lnTo>
                    <a:pt x="5644" y="4180"/>
                  </a:lnTo>
                  <a:lnTo>
                    <a:pt x="4596" y="4180"/>
                  </a:lnTo>
                  <a:lnTo>
                    <a:pt x="4727" y="3882"/>
                  </a:lnTo>
                  <a:close/>
                  <a:moveTo>
                    <a:pt x="3120" y="2799"/>
                  </a:moveTo>
                  <a:lnTo>
                    <a:pt x="3703" y="3644"/>
                  </a:lnTo>
                  <a:lnTo>
                    <a:pt x="3334" y="4037"/>
                  </a:lnTo>
                  <a:cubicBezTo>
                    <a:pt x="3239" y="4120"/>
                    <a:pt x="3239" y="4227"/>
                    <a:pt x="3239" y="4299"/>
                  </a:cubicBezTo>
                  <a:lnTo>
                    <a:pt x="2703" y="4299"/>
                  </a:lnTo>
                  <a:cubicBezTo>
                    <a:pt x="2703" y="4227"/>
                    <a:pt x="2727" y="4120"/>
                    <a:pt x="2620" y="4037"/>
                  </a:cubicBezTo>
                  <a:lnTo>
                    <a:pt x="2227" y="3644"/>
                  </a:lnTo>
                  <a:lnTo>
                    <a:pt x="2810" y="2799"/>
                  </a:lnTo>
                  <a:lnTo>
                    <a:pt x="2810" y="3465"/>
                  </a:lnTo>
                  <a:cubicBezTo>
                    <a:pt x="2739" y="3477"/>
                    <a:pt x="2668" y="3537"/>
                    <a:pt x="2668" y="3632"/>
                  </a:cubicBezTo>
                  <a:cubicBezTo>
                    <a:pt x="2668" y="3715"/>
                    <a:pt x="2739" y="3799"/>
                    <a:pt x="2822" y="3799"/>
                  </a:cubicBezTo>
                  <a:lnTo>
                    <a:pt x="3096" y="3799"/>
                  </a:lnTo>
                  <a:cubicBezTo>
                    <a:pt x="3180" y="3799"/>
                    <a:pt x="3263" y="3715"/>
                    <a:pt x="3263" y="3632"/>
                  </a:cubicBezTo>
                  <a:cubicBezTo>
                    <a:pt x="3263" y="3561"/>
                    <a:pt x="3203" y="3477"/>
                    <a:pt x="3120" y="3465"/>
                  </a:cubicBezTo>
                  <a:lnTo>
                    <a:pt x="3120" y="2799"/>
                  </a:lnTo>
                  <a:close/>
                  <a:moveTo>
                    <a:pt x="2414" y="4793"/>
                  </a:moveTo>
                  <a:cubicBezTo>
                    <a:pt x="2416" y="4793"/>
                    <a:pt x="2422" y="4795"/>
                    <a:pt x="2429" y="4799"/>
                  </a:cubicBezTo>
                  <a:cubicBezTo>
                    <a:pt x="2414" y="4799"/>
                    <a:pt x="2408" y="4793"/>
                    <a:pt x="2414" y="4793"/>
                  </a:cubicBezTo>
                  <a:close/>
                  <a:moveTo>
                    <a:pt x="3549" y="4620"/>
                  </a:moveTo>
                  <a:cubicBezTo>
                    <a:pt x="3549" y="4620"/>
                    <a:pt x="3572" y="4620"/>
                    <a:pt x="3572" y="4644"/>
                  </a:cubicBezTo>
                  <a:lnTo>
                    <a:pt x="3572" y="4787"/>
                  </a:lnTo>
                  <a:cubicBezTo>
                    <a:pt x="3572" y="4787"/>
                    <a:pt x="3572" y="4799"/>
                    <a:pt x="3549" y="4799"/>
                  </a:cubicBezTo>
                  <a:lnTo>
                    <a:pt x="2429" y="4799"/>
                  </a:lnTo>
                  <a:lnTo>
                    <a:pt x="2406" y="4644"/>
                  </a:lnTo>
                  <a:cubicBezTo>
                    <a:pt x="2406" y="4644"/>
                    <a:pt x="2406" y="4620"/>
                    <a:pt x="2429" y="4620"/>
                  </a:cubicBezTo>
                  <a:close/>
                  <a:moveTo>
                    <a:pt x="3251" y="5120"/>
                  </a:moveTo>
                  <a:lnTo>
                    <a:pt x="3251" y="5537"/>
                  </a:lnTo>
                  <a:lnTo>
                    <a:pt x="2727" y="5537"/>
                  </a:lnTo>
                  <a:lnTo>
                    <a:pt x="2727" y="5120"/>
                  </a:lnTo>
                  <a:close/>
                  <a:moveTo>
                    <a:pt x="3394" y="5858"/>
                  </a:moveTo>
                  <a:cubicBezTo>
                    <a:pt x="3418" y="5858"/>
                    <a:pt x="3441" y="5882"/>
                    <a:pt x="3441" y="5882"/>
                  </a:cubicBezTo>
                  <a:cubicBezTo>
                    <a:pt x="3453" y="5894"/>
                    <a:pt x="3453" y="5906"/>
                    <a:pt x="3453" y="5918"/>
                  </a:cubicBezTo>
                  <a:lnTo>
                    <a:pt x="3418" y="6811"/>
                  </a:lnTo>
                  <a:lnTo>
                    <a:pt x="2525" y="6811"/>
                  </a:lnTo>
                  <a:lnTo>
                    <a:pt x="2501" y="5918"/>
                  </a:lnTo>
                  <a:cubicBezTo>
                    <a:pt x="2501" y="5894"/>
                    <a:pt x="2513" y="5882"/>
                    <a:pt x="2513" y="5882"/>
                  </a:cubicBezTo>
                  <a:cubicBezTo>
                    <a:pt x="2513" y="5882"/>
                    <a:pt x="2537" y="5858"/>
                    <a:pt x="2560" y="5858"/>
                  </a:cubicBezTo>
                  <a:close/>
                  <a:moveTo>
                    <a:pt x="4954" y="4501"/>
                  </a:moveTo>
                  <a:lnTo>
                    <a:pt x="4954" y="6835"/>
                  </a:lnTo>
                  <a:lnTo>
                    <a:pt x="4489" y="6835"/>
                  </a:lnTo>
                  <a:lnTo>
                    <a:pt x="4489" y="4501"/>
                  </a:lnTo>
                  <a:close/>
                  <a:moveTo>
                    <a:pt x="5739" y="4501"/>
                  </a:moveTo>
                  <a:lnTo>
                    <a:pt x="5739" y="6835"/>
                  </a:lnTo>
                  <a:lnTo>
                    <a:pt x="5287" y="6835"/>
                  </a:lnTo>
                  <a:lnTo>
                    <a:pt x="5287" y="4501"/>
                  </a:lnTo>
                  <a:close/>
                  <a:moveTo>
                    <a:pt x="9252" y="1120"/>
                  </a:moveTo>
                  <a:cubicBezTo>
                    <a:pt x="9287" y="1120"/>
                    <a:pt x="9311" y="1144"/>
                    <a:pt x="9311" y="1179"/>
                  </a:cubicBezTo>
                  <a:lnTo>
                    <a:pt x="9311" y="6835"/>
                  </a:lnTo>
                  <a:lnTo>
                    <a:pt x="8335" y="6835"/>
                  </a:lnTo>
                  <a:lnTo>
                    <a:pt x="8335" y="1822"/>
                  </a:lnTo>
                  <a:cubicBezTo>
                    <a:pt x="8335" y="1691"/>
                    <a:pt x="8216" y="1572"/>
                    <a:pt x="8085" y="1572"/>
                  </a:cubicBezTo>
                  <a:lnTo>
                    <a:pt x="6692" y="1572"/>
                  </a:lnTo>
                  <a:cubicBezTo>
                    <a:pt x="6561" y="1572"/>
                    <a:pt x="6442" y="1691"/>
                    <a:pt x="6442" y="1822"/>
                  </a:cubicBezTo>
                  <a:lnTo>
                    <a:pt x="6442" y="6835"/>
                  </a:lnTo>
                  <a:lnTo>
                    <a:pt x="6061" y="6835"/>
                  </a:lnTo>
                  <a:lnTo>
                    <a:pt x="6061" y="4346"/>
                  </a:lnTo>
                  <a:cubicBezTo>
                    <a:pt x="6061" y="4311"/>
                    <a:pt x="6061" y="4299"/>
                    <a:pt x="6037" y="4263"/>
                  </a:cubicBezTo>
                  <a:cubicBezTo>
                    <a:pt x="5690" y="3506"/>
                    <a:pt x="5585" y="3288"/>
                    <a:pt x="5581" y="3288"/>
                  </a:cubicBezTo>
                  <a:lnTo>
                    <a:pt x="5581" y="3288"/>
                  </a:lnTo>
                  <a:cubicBezTo>
                    <a:pt x="5580" y="3288"/>
                    <a:pt x="5582" y="3292"/>
                    <a:pt x="5585" y="3299"/>
                  </a:cubicBezTo>
                  <a:cubicBezTo>
                    <a:pt x="5525" y="3168"/>
                    <a:pt x="5430" y="3001"/>
                    <a:pt x="5323" y="2775"/>
                  </a:cubicBezTo>
                  <a:cubicBezTo>
                    <a:pt x="5281" y="2679"/>
                    <a:pt x="5192" y="2632"/>
                    <a:pt x="5102" y="2632"/>
                  </a:cubicBezTo>
                  <a:cubicBezTo>
                    <a:pt x="5013" y="2632"/>
                    <a:pt x="4924" y="2679"/>
                    <a:pt x="4882" y="2775"/>
                  </a:cubicBezTo>
                  <a:cubicBezTo>
                    <a:pt x="4811" y="2941"/>
                    <a:pt x="4239" y="4132"/>
                    <a:pt x="4180" y="4263"/>
                  </a:cubicBezTo>
                  <a:cubicBezTo>
                    <a:pt x="4168" y="4287"/>
                    <a:pt x="4168" y="4311"/>
                    <a:pt x="4168" y="4346"/>
                  </a:cubicBezTo>
                  <a:lnTo>
                    <a:pt x="4168" y="6835"/>
                  </a:lnTo>
                  <a:lnTo>
                    <a:pt x="3739" y="6835"/>
                  </a:lnTo>
                  <a:lnTo>
                    <a:pt x="3763" y="5954"/>
                  </a:lnTo>
                  <a:cubicBezTo>
                    <a:pt x="3763" y="5847"/>
                    <a:pt x="3739" y="5739"/>
                    <a:pt x="3656" y="5668"/>
                  </a:cubicBezTo>
                  <a:cubicBezTo>
                    <a:pt x="3632" y="5644"/>
                    <a:pt x="3596" y="5608"/>
                    <a:pt x="3561" y="5597"/>
                  </a:cubicBezTo>
                  <a:lnTo>
                    <a:pt x="3561" y="5132"/>
                  </a:lnTo>
                  <a:cubicBezTo>
                    <a:pt x="3739" y="5120"/>
                    <a:pt x="3870" y="4965"/>
                    <a:pt x="3870" y="4799"/>
                  </a:cubicBezTo>
                  <a:lnTo>
                    <a:pt x="3870" y="4656"/>
                  </a:lnTo>
                  <a:cubicBezTo>
                    <a:pt x="3870" y="4477"/>
                    <a:pt x="3739" y="4323"/>
                    <a:pt x="3561" y="4323"/>
                  </a:cubicBezTo>
                  <a:lnTo>
                    <a:pt x="3561" y="4263"/>
                  </a:lnTo>
                  <a:lnTo>
                    <a:pt x="3942" y="3870"/>
                  </a:lnTo>
                  <a:cubicBezTo>
                    <a:pt x="4049" y="3763"/>
                    <a:pt x="4061" y="3608"/>
                    <a:pt x="3977" y="3489"/>
                  </a:cubicBezTo>
                  <a:lnTo>
                    <a:pt x="3120" y="2263"/>
                  </a:lnTo>
                  <a:cubicBezTo>
                    <a:pt x="3078" y="2203"/>
                    <a:pt x="3013" y="2173"/>
                    <a:pt x="2949" y="2173"/>
                  </a:cubicBezTo>
                  <a:cubicBezTo>
                    <a:pt x="2885" y="2173"/>
                    <a:pt x="2822" y="2203"/>
                    <a:pt x="2787" y="2263"/>
                  </a:cubicBezTo>
                  <a:lnTo>
                    <a:pt x="1929" y="3489"/>
                  </a:lnTo>
                  <a:cubicBezTo>
                    <a:pt x="1858" y="3608"/>
                    <a:pt x="1870" y="3775"/>
                    <a:pt x="1965" y="3870"/>
                  </a:cubicBezTo>
                  <a:lnTo>
                    <a:pt x="2346" y="4263"/>
                  </a:lnTo>
                  <a:lnTo>
                    <a:pt x="2346" y="4323"/>
                  </a:lnTo>
                  <a:cubicBezTo>
                    <a:pt x="2168" y="4346"/>
                    <a:pt x="2037" y="4489"/>
                    <a:pt x="2037" y="4656"/>
                  </a:cubicBezTo>
                  <a:lnTo>
                    <a:pt x="2037" y="4799"/>
                  </a:lnTo>
                  <a:cubicBezTo>
                    <a:pt x="2037" y="4989"/>
                    <a:pt x="2168" y="5132"/>
                    <a:pt x="2346" y="5132"/>
                  </a:cubicBezTo>
                  <a:lnTo>
                    <a:pt x="2346" y="5597"/>
                  </a:lnTo>
                  <a:cubicBezTo>
                    <a:pt x="2310" y="5608"/>
                    <a:pt x="2275" y="5644"/>
                    <a:pt x="2251" y="5668"/>
                  </a:cubicBezTo>
                  <a:cubicBezTo>
                    <a:pt x="2168" y="5739"/>
                    <a:pt x="2132" y="5847"/>
                    <a:pt x="2144" y="5954"/>
                  </a:cubicBezTo>
                  <a:lnTo>
                    <a:pt x="2168" y="6835"/>
                  </a:lnTo>
                  <a:lnTo>
                    <a:pt x="1013" y="6835"/>
                  </a:lnTo>
                  <a:lnTo>
                    <a:pt x="1013" y="1179"/>
                  </a:lnTo>
                  <a:lnTo>
                    <a:pt x="1060" y="1179"/>
                  </a:lnTo>
                  <a:cubicBezTo>
                    <a:pt x="1060" y="1144"/>
                    <a:pt x="1084" y="1120"/>
                    <a:pt x="1120" y="1120"/>
                  </a:cubicBezTo>
                  <a:close/>
                  <a:moveTo>
                    <a:pt x="8002" y="1917"/>
                  </a:moveTo>
                  <a:lnTo>
                    <a:pt x="8002" y="2644"/>
                  </a:lnTo>
                  <a:lnTo>
                    <a:pt x="7752" y="2644"/>
                  </a:lnTo>
                  <a:cubicBezTo>
                    <a:pt x="7668" y="2644"/>
                    <a:pt x="7585" y="2715"/>
                    <a:pt x="7585" y="2810"/>
                  </a:cubicBezTo>
                  <a:cubicBezTo>
                    <a:pt x="7585" y="2870"/>
                    <a:pt x="7668" y="2941"/>
                    <a:pt x="7752" y="2941"/>
                  </a:cubicBezTo>
                  <a:lnTo>
                    <a:pt x="8002" y="2941"/>
                  </a:lnTo>
                  <a:lnTo>
                    <a:pt x="8002" y="3668"/>
                  </a:lnTo>
                  <a:lnTo>
                    <a:pt x="7752" y="3668"/>
                  </a:lnTo>
                  <a:cubicBezTo>
                    <a:pt x="7668" y="3668"/>
                    <a:pt x="7585" y="3751"/>
                    <a:pt x="7585" y="3834"/>
                  </a:cubicBezTo>
                  <a:cubicBezTo>
                    <a:pt x="7585" y="3930"/>
                    <a:pt x="7668" y="4001"/>
                    <a:pt x="7752" y="4001"/>
                  </a:cubicBezTo>
                  <a:lnTo>
                    <a:pt x="8002" y="4001"/>
                  </a:lnTo>
                  <a:lnTo>
                    <a:pt x="8002" y="4727"/>
                  </a:lnTo>
                  <a:lnTo>
                    <a:pt x="7752" y="4727"/>
                  </a:lnTo>
                  <a:cubicBezTo>
                    <a:pt x="7668" y="4727"/>
                    <a:pt x="7585" y="4799"/>
                    <a:pt x="7585" y="4894"/>
                  </a:cubicBezTo>
                  <a:cubicBezTo>
                    <a:pt x="7585" y="4989"/>
                    <a:pt x="7668" y="5061"/>
                    <a:pt x="7752" y="5061"/>
                  </a:cubicBezTo>
                  <a:lnTo>
                    <a:pt x="8002" y="5061"/>
                  </a:lnTo>
                  <a:lnTo>
                    <a:pt x="8002" y="5787"/>
                  </a:lnTo>
                  <a:lnTo>
                    <a:pt x="7752" y="5787"/>
                  </a:lnTo>
                  <a:cubicBezTo>
                    <a:pt x="7668" y="5787"/>
                    <a:pt x="7585" y="5858"/>
                    <a:pt x="7585" y="5954"/>
                  </a:cubicBezTo>
                  <a:cubicBezTo>
                    <a:pt x="7585" y="6037"/>
                    <a:pt x="7668" y="6120"/>
                    <a:pt x="7752" y="6120"/>
                  </a:cubicBezTo>
                  <a:lnTo>
                    <a:pt x="8002" y="6120"/>
                  </a:lnTo>
                  <a:lnTo>
                    <a:pt x="8002" y="6847"/>
                  </a:lnTo>
                  <a:lnTo>
                    <a:pt x="6775" y="6847"/>
                  </a:lnTo>
                  <a:lnTo>
                    <a:pt x="6775" y="1917"/>
                  </a:lnTo>
                  <a:close/>
                  <a:moveTo>
                    <a:pt x="10049" y="7144"/>
                  </a:moveTo>
                  <a:lnTo>
                    <a:pt x="10049" y="8347"/>
                  </a:lnTo>
                  <a:cubicBezTo>
                    <a:pt x="10049" y="8454"/>
                    <a:pt x="9954" y="8561"/>
                    <a:pt x="9835" y="8561"/>
                  </a:cubicBezTo>
                  <a:lnTo>
                    <a:pt x="501" y="8561"/>
                  </a:lnTo>
                  <a:cubicBezTo>
                    <a:pt x="393" y="8561"/>
                    <a:pt x="298" y="8466"/>
                    <a:pt x="298" y="8347"/>
                  </a:cubicBezTo>
                  <a:lnTo>
                    <a:pt x="298" y="7144"/>
                  </a:lnTo>
                  <a:close/>
                  <a:moveTo>
                    <a:pt x="5966" y="8871"/>
                  </a:moveTo>
                  <a:lnTo>
                    <a:pt x="5966" y="9787"/>
                  </a:lnTo>
                  <a:lnTo>
                    <a:pt x="4299" y="9787"/>
                  </a:lnTo>
                  <a:lnTo>
                    <a:pt x="4299" y="8871"/>
                  </a:lnTo>
                  <a:close/>
                  <a:moveTo>
                    <a:pt x="524" y="1"/>
                  </a:moveTo>
                  <a:cubicBezTo>
                    <a:pt x="239" y="1"/>
                    <a:pt x="1" y="239"/>
                    <a:pt x="1" y="524"/>
                  </a:cubicBezTo>
                  <a:lnTo>
                    <a:pt x="1" y="8347"/>
                  </a:lnTo>
                  <a:cubicBezTo>
                    <a:pt x="1" y="8633"/>
                    <a:pt x="239" y="8871"/>
                    <a:pt x="524" y="8871"/>
                  </a:cubicBezTo>
                  <a:lnTo>
                    <a:pt x="3989" y="8871"/>
                  </a:lnTo>
                  <a:lnTo>
                    <a:pt x="3989" y="9787"/>
                  </a:lnTo>
                  <a:lnTo>
                    <a:pt x="3465" y="9787"/>
                  </a:lnTo>
                  <a:cubicBezTo>
                    <a:pt x="3215" y="9787"/>
                    <a:pt x="3001" y="10002"/>
                    <a:pt x="3001" y="10252"/>
                  </a:cubicBezTo>
                  <a:lnTo>
                    <a:pt x="3001" y="10466"/>
                  </a:lnTo>
                  <a:cubicBezTo>
                    <a:pt x="3001" y="10716"/>
                    <a:pt x="3215" y="10919"/>
                    <a:pt x="3465" y="10919"/>
                  </a:cubicBezTo>
                  <a:lnTo>
                    <a:pt x="4739" y="10919"/>
                  </a:lnTo>
                  <a:cubicBezTo>
                    <a:pt x="4835" y="10919"/>
                    <a:pt x="4906" y="10847"/>
                    <a:pt x="4906" y="10764"/>
                  </a:cubicBezTo>
                  <a:cubicBezTo>
                    <a:pt x="4906" y="10669"/>
                    <a:pt x="4835" y="10597"/>
                    <a:pt x="4739" y="10597"/>
                  </a:cubicBezTo>
                  <a:lnTo>
                    <a:pt x="3465" y="10597"/>
                  </a:lnTo>
                  <a:cubicBezTo>
                    <a:pt x="3394" y="10597"/>
                    <a:pt x="3322" y="10538"/>
                    <a:pt x="3322" y="10442"/>
                  </a:cubicBezTo>
                  <a:lnTo>
                    <a:pt x="3322" y="10240"/>
                  </a:lnTo>
                  <a:cubicBezTo>
                    <a:pt x="3322" y="10168"/>
                    <a:pt x="3382" y="10085"/>
                    <a:pt x="3465" y="10085"/>
                  </a:cubicBezTo>
                  <a:lnTo>
                    <a:pt x="6811" y="10085"/>
                  </a:lnTo>
                  <a:cubicBezTo>
                    <a:pt x="6894" y="10085"/>
                    <a:pt x="6966" y="10145"/>
                    <a:pt x="6966" y="10240"/>
                  </a:cubicBezTo>
                  <a:lnTo>
                    <a:pt x="6966" y="10442"/>
                  </a:lnTo>
                  <a:cubicBezTo>
                    <a:pt x="6966" y="10526"/>
                    <a:pt x="6906" y="10597"/>
                    <a:pt x="6811" y="10597"/>
                  </a:cubicBezTo>
                  <a:lnTo>
                    <a:pt x="5489" y="10597"/>
                  </a:lnTo>
                  <a:cubicBezTo>
                    <a:pt x="5406" y="10597"/>
                    <a:pt x="5323" y="10669"/>
                    <a:pt x="5323" y="10764"/>
                  </a:cubicBezTo>
                  <a:cubicBezTo>
                    <a:pt x="5323" y="10847"/>
                    <a:pt x="5406" y="10919"/>
                    <a:pt x="5489" y="10919"/>
                  </a:cubicBezTo>
                  <a:lnTo>
                    <a:pt x="6811" y="10919"/>
                  </a:lnTo>
                  <a:cubicBezTo>
                    <a:pt x="7073" y="10919"/>
                    <a:pt x="7275" y="10716"/>
                    <a:pt x="7275" y="10466"/>
                  </a:cubicBezTo>
                  <a:lnTo>
                    <a:pt x="7275" y="10252"/>
                  </a:lnTo>
                  <a:cubicBezTo>
                    <a:pt x="7275" y="10002"/>
                    <a:pt x="7061" y="9787"/>
                    <a:pt x="6811" y="9787"/>
                  </a:cubicBezTo>
                  <a:lnTo>
                    <a:pt x="6299" y="9787"/>
                  </a:lnTo>
                  <a:lnTo>
                    <a:pt x="6299" y="8871"/>
                  </a:lnTo>
                  <a:lnTo>
                    <a:pt x="9847" y="8871"/>
                  </a:lnTo>
                  <a:cubicBezTo>
                    <a:pt x="10133" y="8871"/>
                    <a:pt x="10371" y="8633"/>
                    <a:pt x="10371" y="8347"/>
                  </a:cubicBezTo>
                  <a:lnTo>
                    <a:pt x="10371" y="4727"/>
                  </a:lnTo>
                  <a:cubicBezTo>
                    <a:pt x="10371" y="4644"/>
                    <a:pt x="10299" y="4573"/>
                    <a:pt x="10204" y="4573"/>
                  </a:cubicBezTo>
                  <a:cubicBezTo>
                    <a:pt x="10121" y="4573"/>
                    <a:pt x="10049" y="4644"/>
                    <a:pt x="10049" y="4727"/>
                  </a:cubicBezTo>
                  <a:lnTo>
                    <a:pt x="10049" y="6811"/>
                  </a:lnTo>
                  <a:lnTo>
                    <a:pt x="9633" y="6811"/>
                  </a:lnTo>
                  <a:lnTo>
                    <a:pt x="9633" y="1155"/>
                  </a:lnTo>
                  <a:cubicBezTo>
                    <a:pt x="9633" y="953"/>
                    <a:pt x="9466" y="786"/>
                    <a:pt x="9252" y="786"/>
                  </a:cubicBezTo>
                  <a:lnTo>
                    <a:pt x="1120" y="786"/>
                  </a:lnTo>
                  <a:cubicBezTo>
                    <a:pt x="905" y="786"/>
                    <a:pt x="739" y="953"/>
                    <a:pt x="739" y="1155"/>
                  </a:cubicBezTo>
                  <a:lnTo>
                    <a:pt x="739" y="6811"/>
                  </a:lnTo>
                  <a:lnTo>
                    <a:pt x="322" y="6811"/>
                  </a:lnTo>
                  <a:lnTo>
                    <a:pt x="322" y="524"/>
                  </a:lnTo>
                  <a:cubicBezTo>
                    <a:pt x="322" y="417"/>
                    <a:pt x="417" y="310"/>
                    <a:pt x="536" y="310"/>
                  </a:cubicBezTo>
                  <a:lnTo>
                    <a:pt x="9871" y="310"/>
                  </a:lnTo>
                  <a:cubicBezTo>
                    <a:pt x="9966" y="310"/>
                    <a:pt x="10073" y="405"/>
                    <a:pt x="10073" y="524"/>
                  </a:cubicBezTo>
                  <a:lnTo>
                    <a:pt x="10073" y="3977"/>
                  </a:lnTo>
                  <a:cubicBezTo>
                    <a:pt x="10049" y="4073"/>
                    <a:pt x="10121" y="4156"/>
                    <a:pt x="10204" y="4156"/>
                  </a:cubicBezTo>
                  <a:cubicBezTo>
                    <a:pt x="10299" y="4156"/>
                    <a:pt x="10371" y="4073"/>
                    <a:pt x="10371" y="3989"/>
                  </a:cubicBezTo>
                  <a:lnTo>
                    <a:pt x="10371" y="524"/>
                  </a:lnTo>
                  <a:cubicBezTo>
                    <a:pt x="10371" y="239"/>
                    <a:pt x="10133" y="1"/>
                    <a:pt x="98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68"/>
            <p:cNvSpPr/>
            <p:nvPr/>
          </p:nvSpPr>
          <p:spPr>
            <a:xfrm>
              <a:off x="8168579" y="3016952"/>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68"/>
            <p:cNvSpPr/>
            <p:nvPr/>
          </p:nvSpPr>
          <p:spPr>
            <a:xfrm>
              <a:off x="8168579" y="3017715"/>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1" name="Google Shape;12981;p68"/>
          <p:cNvGrpSpPr/>
          <p:nvPr/>
        </p:nvGrpSpPr>
        <p:grpSpPr>
          <a:xfrm>
            <a:off x="7990840" y="2511426"/>
            <a:ext cx="354363" cy="353631"/>
            <a:chOff x="7990840" y="2435226"/>
            <a:chExt cx="354363" cy="353631"/>
          </a:xfrm>
        </p:grpSpPr>
        <p:sp>
          <p:nvSpPr>
            <p:cNvPr id="12982" name="Google Shape;12982;p68"/>
            <p:cNvSpPr/>
            <p:nvPr/>
          </p:nvSpPr>
          <p:spPr>
            <a:xfrm>
              <a:off x="7990840" y="2435226"/>
              <a:ext cx="354363" cy="353631"/>
            </a:xfrm>
            <a:custGeom>
              <a:avLst/>
              <a:gdLst/>
              <a:ahLst/>
              <a:cxnLst/>
              <a:rect l="l" t="t" r="r" b="b"/>
              <a:pathLst>
                <a:path w="11133" h="11110" extrusionOk="0">
                  <a:moveTo>
                    <a:pt x="3477" y="1727"/>
                  </a:moveTo>
                  <a:cubicBezTo>
                    <a:pt x="3679" y="1727"/>
                    <a:pt x="3834" y="1894"/>
                    <a:pt x="3834" y="2084"/>
                  </a:cubicBezTo>
                  <a:lnTo>
                    <a:pt x="3834" y="2430"/>
                  </a:lnTo>
                  <a:cubicBezTo>
                    <a:pt x="3834" y="2727"/>
                    <a:pt x="3596" y="2965"/>
                    <a:pt x="3298" y="2965"/>
                  </a:cubicBezTo>
                  <a:cubicBezTo>
                    <a:pt x="3024" y="2965"/>
                    <a:pt x="2786" y="2727"/>
                    <a:pt x="2786" y="2430"/>
                  </a:cubicBezTo>
                  <a:lnTo>
                    <a:pt x="2786" y="2084"/>
                  </a:lnTo>
                  <a:cubicBezTo>
                    <a:pt x="2786" y="1894"/>
                    <a:pt x="2941" y="1727"/>
                    <a:pt x="3143" y="1727"/>
                  </a:cubicBezTo>
                  <a:close/>
                  <a:moveTo>
                    <a:pt x="3477" y="3299"/>
                  </a:moveTo>
                  <a:lnTo>
                    <a:pt x="3477" y="3311"/>
                  </a:lnTo>
                  <a:cubicBezTo>
                    <a:pt x="3501" y="3382"/>
                    <a:pt x="3513" y="3454"/>
                    <a:pt x="3536" y="3537"/>
                  </a:cubicBezTo>
                  <a:lnTo>
                    <a:pt x="3322" y="3751"/>
                  </a:lnTo>
                  <a:lnTo>
                    <a:pt x="3286" y="3751"/>
                  </a:lnTo>
                  <a:lnTo>
                    <a:pt x="3060" y="3537"/>
                  </a:lnTo>
                  <a:cubicBezTo>
                    <a:pt x="3096" y="3489"/>
                    <a:pt x="3108" y="3430"/>
                    <a:pt x="3108" y="3370"/>
                  </a:cubicBezTo>
                  <a:lnTo>
                    <a:pt x="3108" y="3299"/>
                  </a:lnTo>
                  <a:close/>
                  <a:moveTo>
                    <a:pt x="5418" y="4966"/>
                  </a:moveTo>
                  <a:lnTo>
                    <a:pt x="5418" y="7025"/>
                  </a:lnTo>
                  <a:lnTo>
                    <a:pt x="5406" y="7025"/>
                  </a:lnTo>
                  <a:lnTo>
                    <a:pt x="4346" y="7787"/>
                  </a:lnTo>
                  <a:lnTo>
                    <a:pt x="4346" y="5180"/>
                  </a:lnTo>
                  <a:cubicBezTo>
                    <a:pt x="4429" y="5239"/>
                    <a:pt x="4536" y="5287"/>
                    <a:pt x="4656" y="5299"/>
                  </a:cubicBezTo>
                  <a:lnTo>
                    <a:pt x="4786" y="5299"/>
                  </a:lnTo>
                  <a:cubicBezTo>
                    <a:pt x="4929" y="5287"/>
                    <a:pt x="5060" y="5239"/>
                    <a:pt x="5167" y="5156"/>
                  </a:cubicBezTo>
                  <a:lnTo>
                    <a:pt x="5418" y="4966"/>
                  </a:lnTo>
                  <a:close/>
                  <a:moveTo>
                    <a:pt x="2846" y="3739"/>
                  </a:moveTo>
                  <a:lnTo>
                    <a:pt x="3096" y="3989"/>
                  </a:lnTo>
                  <a:cubicBezTo>
                    <a:pt x="3155" y="4049"/>
                    <a:pt x="3239" y="4096"/>
                    <a:pt x="3334" y="4096"/>
                  </a:cubicBezTo>
                  <a:cubicBezTo>
                    <a:pt x="3417" y="4096"/>
                    <a:pt x="3513" y="4073"/>
                    <a:pt x="3572" y="3989"/>
                  </a:cubicBezTo>
                  <a:lnTo>
                    <a:pt x="3798" y="3775"/>
                  </a:lnTo>
                  <a:cubicBezTo>
                    <a:pt x="3870" y="3799"/>
                    <a:pt x="3941" y="3823"/>
                    <a:pt x="4013" y="3823"/>
                  </a:cubicBezTo>
                  <a:cubicBezTo>
                    <a:pt x="4072" y="3823"/>
                    <a:pt x="4120" y="3858"/>
                    <a:pt x="4167" y="3906"/>
                  </a:cubicBezTo>
                  <a:lnTo>
                    <a:pt x="4644" y="4501"/>
                  </a:lnTo>
                  <a:cubicBezTo>
                    <a:pt x="4676" y="4541"/>
                    <a:pt x="4724" y="4558"/>
                    <a:pt x="4769" y="4558"/>
                  </a:cubicBezTo>
                  <a:cubicBezTo>
                    <a:pt x="4807" y="4558"/>
                    <a:pt x="4843" y="4547"/>
                    <a:pt x="4870" y="4525"/>
                  </a:cubicBezTo>
                  <a:lnTo>
                    <a:pt x="5441" y="4061"/>
                  </a:lnTo>
                  <a:cubicBezTo>
                    <a:pt x="5483" y="4031"/>
                    <a:pt x="5534" y="4016"/>
                    <a:pt x="5581" y="4016"/>
                  </a:cubicBezTo>
                  <a:cubicBezTo>
                    <a:pt x="5629" y="4016"/>
                    <a:pt x="5674" y="4031"/>
                    <a:pt x="5703" y="4061"/>
                  </a:cubicBezTo>
                  <a:cubicBezTo>
                    <a:pt x="5739" y="4108"/>
                    <a:pt x="5763" y="4156"/>
                    <a:pt x="5763" y="4216"/>
                  </a:cubicBezTo>
                  <a:cubicBezTo>
                    <a:pt x="5739" y="4227"/>
                    <a:pt x="5727" y="4275"/>
                    <a:pt x="5679" y="4311"/>
                  </a:cubicBezTo>
                  <a:lnTo>
                    <a:pt x="4953" y="4882"/>
                  </a:lnTo>
                  <a:cubicBezTo>
                    <a:pt x="4894" y="4930"/>
                    <a:pt x="4834" y="4966"/>
                    <a:pt x="4763" y="4966"/>
                  </a:cubicBezTo>
                  <a:lnTo>
                    <a:pt x="4691" y="4966"/>
                  </a:lnTo>
                  <a:cubicBezTo>
                    <a:pt x="4596" y="4942"/>
                    <a:pt x="4513" y="4906"/>
                    <a:pt x="4453" y="4823"/>
                  </a:cubicBezTo>
                  <a:lnTo>
                    <a:pt x="4310" y="4644"/>
                  </a:lnTo>
                  <a:cubicBezTo>
                    <a:pt x="4288" y="4607"/>
                    <a:pt x="4247" y="4588"/>
                    <a:pt x="4205" y="4588"/>
                  </a:cubicBezTo>
                  <a:cubicBezTo>
                    <a:pt x="4180" y="4588"/>
                    <a:pt x="4154" y="4595"/>
                    <a:pt x="4132" y="4608"/>
                  </a:cubicBezTo>
                  <a:cubicBezTo>
                    <a:pt x="4072" y="4632"/>
                    <a:pt x="4036" y="4692"/>
                    <a:pt x="4036" y="4751"/>
                  </a:cubicBezTo>
                  <a:lnTo>
                    <a:pt x="4036" y="8014"/>
                  </a:lnTo>
                  <a:lnTo>
                    <a:pt x="3655" y="8276"/>
                  </a:lnTo>
                  <a:lnTo>
                    <a:pt x="3655" y="6763"/>
                  </a:lnTo>
                  <a:cubicBezTo>
                    <a:pt x="3655" y="6668"/>
                    <a:pt x="3584" y="6597"/>
                    <a:pt x="3501" y="6597"/>
                  </a:cubicBezTo>
                  <a:cubicBezTo>
                    <a:pt x="3405" y="6597"/>
                    <a:pt x="3334" y="6668"/>
                    <a:pt x="3334" y="6763"/>
                  </a:cubicBezTo>
                  <a:lnTo>
                    <a:pt x="3334" y="8502"/>
                  </a:lnTo>
                  <a:lnTo>
                    <a:pt x="2798" y="8895"/>
                  </a:lnTo>
                  <a:lnTo>
                    <a:pt x="2798" y="6811"/>
                  </a:lnTo>
                  <a:cubicBezTo>
                    <a:pt x="2798" y="6644"/>
                    <a:pt x="2751" y="6490"/>
                    <a:pt x="2691" y="6347"/>
                  </a:cubicBezTo>
                  <a:lnTo>
                    <a:pt x="2524" y="6013"/>
                  </a:lnTo>
                  <a:cubicBezTo>
                    <a:pt x="2489" y="5918"/>
                    <a:pt x="2453" y="5811"/>
                    <a:pt x="2453" y="5704"/>
                  </a:cubicBezTo>
                  <a:lnTo>
                    <a:pt x="2453" y="4037"/>
                  </a:lnTo>
                  <a:cubicBezTo>
                    <a:pt x="2453" y="3966"/>
                    <a:pt x="2500" y="3906"/>
                    <a:pt x="2560" y="3870"/>
                  </a:cubicBezTo>
                  <a:lnTo>
                    <a:pt x="2846" y="3739"/>
                  </a:lnTo>
                  <a:close/>
                  <a:moveTo>
                    <a:pt x="5560" y="1"/>
                  </a:moveTo>
                  <a:cubicBezTo>
                    <a:pt x="5477" y="1"/>
                    <a:pt x="5406" y="84"/>
                    <a:pt x="5406" y="167"/>
                  </a:cubicBezTo>
                  <a:lnTo>
                    <a:pt x="5406" y="3680"/>
                  </a:lnTo>
                  <a:cubicBezTo>
                    <a:pt x="5346" y="3692"/>
                    <a:pt x="5287" y="3727"/>
                    <a:pt x="5239" y="3775"/>
                  </a:cubicBezTo>
                  <a:lnTo>
                    <a:pt x="4775" y="4132"/>
                  </a:lnTo>
                  <a:lnTo>
                    <a:pt x="4405" y="3656"/>
                  </a:lnTo>
                  <a:cubicBezTo>
                    <a:pt x="4298" y="3537"/>
                    <a:pt x="4167" y="3454"/>
                    <a:pt x="4001" y="3454"/>
                  </a:cubicBezTo>
                  <a:cubicBezTo>
                    <a:pt x="3894" y="3454"/>
                    <a:pt x="3822" y="3370"/>
                    <a:pt x="3822" y="3275"/>
                  </a:cubicBezTo>
                  <a:lnTo>
                    <a:pt x="3822" y="3096"/>
                  </a:lnTo>
                  <a:cubicBezTo>
                    <a:pt x="4036" y="2953"/>
                    <a:pt x="4167" y="2703"/>
                    <a:pt x="4167" y="2418"/>
                  </a:cubicBezTo>
                  <a:lnTo>
                    <a:pt x="4167" y="2072"/>
                  </a:lnTo>
                  <a:cubicBezTo>
                    <a:pt x="4167" y="1703"/>
                    <a:pt x="3858" y="1394"/>
                    <a:pt x="3477" y="1394"/>
                  </a:cubicBezTo>
                  <a:lnTo>
                    <a:pt x="3143" y="1394"/>
                  </a:lnTo>
                  <a:cubicBezTo>
                    <a:pt x="2762" y="1394"/>
                    <a:pt x="2453" y="1703"/>
                    <a:pt x="2453" y="2072"/>
                  </a:cubicBezTo>
                  <a:lnTo>
                    <a:pt x="2453" y="2418"/>
                  </a:lnTo>
                  <a:cubicBezTo>
                    <a:pt x="2453" y="2703"/>
                    <a:pt x="2584" y="2953"/>
                    <a:pt x="2798" y="3096"/>
                  </a:cubicBezTo>
                  <a:lnTo>
                    <a:pt x="2798" y="3358"/>
                  </a:lnTo>
                  <a:lnTo>
                    <a:pt x="2798" y="3370"/>
                  </a:lnTo>
                  <a:lnTo>
                    <a:pt x="2393" y="3573"/>
                  </a:lnTo>
                  <a:cubicBezTo>
                    <a:pt x="2215" y="3668"/>
                    <a:pt x="2108" y="3846"/>
                    <a:pt x="2108" y="4037"/>
                  </a:cubicBezTo>
                  <a:lnTo>
                    <a:pt x="2108" y="5704"/>
                  </a:lnTo>
                  <a:cubicBezTo>
                    <a:pt x="2108" y="5871"/>
                    <a:pt x="2155" y="6013"/>
                    <a:pt x="2215" y="6168"/>
                  </a:cubicBezTo>
                  <a:lnTo>
                    <a:pt x="2381" y="6490"/>
                  </a:lnTo>
                  <a:cubicBezTo>
                    <a:pt x="2429" y="6597"/>
                    <a:pt x="2453" y="6704"/>
                    <a:pt x="2453" y="6811"/>
                  </a:cubicBezTo>
                  <a:lnTo>
                    <a:pt x="2453" y="9133"/>
                  </a:lnTo>
                  <a:lnTo>
                    <a:pt x="84" y="10812"/>
                  </a:lnTo>
                  <a:cubicBezTo>
                    <a:pt x="12" y="10859"/>
                    <a:pt x="0" y="10954"/>
                    <a:pt x="48" y="11038"/>
                  </a:cubicBezTo>
                  <a:cubicBezTo>
                    <a:pt x="69" y="11081"/>
                    <a:pt x="116" y="11102"/>
                    <a:pt x="166" y="11102"/>
                  </a:cubicBezTo>
                  <a:cubicBezTo>
                    <a:pt x="199" y="11102"/>
                    <a:pt x="234" y="11093"/>
                    <a:pt x="262" y="11074"/>
                  </a:cubicBezTo>
                  <a:lnTo>
                    <a:pt x="5548" y="7323"/>
                  </a:lnTo>
                  <a:lnTo>
                    <a:pt x="10835" y="11074"/>
                  </a:lnTo>
                  <a:cubicBezTo>
                    <a:pt x="10859" y="11097"/>
                    <a:pt x="10894" y="11109"/>
                    <a:pt x="10918" y="11109"/>
                  </a:cubicBezTo>
                  <a:cubicBezTo>
                    <a:pt x="10966" y="11109"/>
                    <a:pt x="11025" y="11074"/>
                    <a:pt x="11061" y="11038"/>
                  </a:cubicBezTo>
                  <a:cubicBezTo>
                    <a:pt x="11133" y="10954"/>
                    <a:pt x="11121" y="10859"/>
                    <a:pt x="11037" y="10812"/>
                  </a:cubicBezTo>
                  <a:lnTo>
                    <a:pt x="5727" y="7049"/>
                  </a:lnTo>
                  <a:lnTo>
                    <a:pt x="5727" y="4692"/>
                  </a:lnTo>
                  <a:lnTo>
                    <a:pt x="5882" y="4573"/>
                  </a:lnTo>
                  <a:cubicBezTo>
                    <a:pt x="6001" y="4477"/>
                    <a:pt x="6072" y="4335"/>
                    <a:pt x="6072" y="4180"/>
                  </a:cubicBezTo>
                  <a:cubicBezTo>
                    <a:pt x="6072" y="4037"/>
                    <a:pt x="6013" y="3882"/>
                    <a:pt x="5906" y="3787"/>
                  </a:cubicBezTo>
                  <a:cubicBezTo>
                    <a:pt x="5858" y="3739"/>
                    <a:pt x="5787" y="3704"/>
                    <a:pt x="5727" y="3680"/>
                  </a:cubicBezTo>
                  <a:lnTo>
                    <a:pt x="5727" y="667"/>
                  </a:lnTo>
                  <a:lnTo>
                    <a:pt x="7906" y="667"/>
                  </a:lnTo>
                  <a:lnTo>
                    <a:pt x="7680" y="1132"/>
                  </a:lnTo>
                  <a:cubicBezTo>
                    <a:pt x="7644" y="1179"/>
                    <a:pt x="7644" y="1239"/>
                    <a:pt x="7680" y="1287"/>
                  </a:cubicBezTo>
                  <a:lnTo>
                    <a:pt x="7906" y="1751"/>
                  </a:lnTo>
                  <a:lnTo>
                    <a:pt x="6251" y="1751"/>
                  </a:lnTo>
                  <a:cubicBezTo>
                    <a:pt x="6156" y="1751"/>
                    <a:pt x="6084" y="1822"/>
                    <a:pt x="6084" y="1906"/>
                  </a:cubicBezTo>
                  <a:cubicBezTo>
                    <a:pt x="6084" y="2001"/>
                    <a:pt x="6156" y="2072"/>
                    <a:pt x="6251" y="2072"/>
                  </a:cubicBezTo>
                  <a:lnTo>
                    <a:pt x="8156" y="2072"/>
                  </a:lnTo>
                  <a:cubicBezTo>
                    <a:pt x="8215" y="2072"/>
                    <a:pt x="8263" y="2049"/>
                    <a:pt x="8287" y="2001"/>
                  </a:cubicBezTo>
                  <a:cubicBezTo>
                    <a:pt x="8323" y="1953"/>
                    <a:pt x="8323" y="1894"/>
                    <a:pt x="8287" y="1834"/>
                  </a:cubicBezTo>
                  <a:lnTo>
                    <a:pt x="7977" y="1215"/>
                  </a:lnTo>
                  <a:lnTo>
                    <a:pt x="8287" y="584"/>
                  </a:lnTo>
                  <a:cubicBezTo>
                    <a:pt x="8323" y="537"/>
                    <a:pt x="8323" y="477"/>
                    <a:pt x="8287" y="417"/>
                  </a:cubicBezTo>
                  <a:cubicBezTo>
                    <a:pt x="8263" y="382"/>
                    <a:pt x="8204" y="346"/>
                    <a:pt x="8156" y="346"/>
                  </a:cubicBezTo>
                  <a:lnTo>
                    <a:pt x="5727" y="346"/>
                  </a:lnTo>
                  <a:lnTo>
                    <a:pt x="5727" y="167"/>
                  </a:lnTo>
                  <a:cubicBezTo>
                    <a:pt x="5727" y="84"/>
                    <a:pt x="5656"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3" name="Google Shape;12983;p68"/>
            <p:cNvSpPr/>
            <p:nvPr/>
          </p:nvSpPr>
          <p:spPr>
            <a:xfrm>
              <a:off x="8190160" y="2704158"/>
              <a:ext cx="61814" cy="45644"/>
            </a:xfrm>
            <a:custGeom>
              <a:avLst/>
              <a:gdLst/>
              <a:ahLst/>
              <a:cxnLst/>
              <a:rect l="l" t="t" r="r" b="b"/>
              <a:pathLst>
                <a:path w="1942" h="1434" extrusionOk="0">
                  <a:moveTo>
                    <a:pt x="173" y="0"/>
                  </a:moveTo>
                  <a:cubicBezTo>
                    <a:pt x="123" y="0"/>
                    <a:pt x="77" y="22"/>
                    <a:pt x="48" y="65"/>
                  </a:cubicBezTo>
                  <a:cubicBezTo>
                    <a:pt x="1" y="148"/>
                    <a:pt x="13" y="243"/>
                    <a:pt x="96" y="291"/>
                  </a:cubicBezTo>
                  <a:lnTo>
                    <a:pt x="1668" y="1410"/>
                  </a:lnTo>
                  <a:cubicBezTo>
                    <a:pt x="1703" y="1422"/>
                    <a:pt x="1727" y="1434"/>
                    <a:pt x="1763" y="1434"/>
                  </a:cubicBezTo>
                  <a:cubicBezTo>
                    <a:pt x="1799" y="1434"/>
                    <a:pt x="1858" y="1410"/>
                    <a:pt x="1894" y="1362"/>
                  </a:cubicBezTo>
                  <a:cubicBezTo>
                    <a:pt x="1942" y="1291"/>
                    <a:pt x="1918" y="1196"/>
                    <a:pt x="1846" y="1136"/>
                  </a:cubicBezTo>
                  <a:lnTo>
                    <a:pt x="275" y="29"/>
                  </a:lnTo>
                  <a:cubicBezTo>
                    <a:pt x="241" y="10"/>
                    <a:pt x="206"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68"/>
            <p:cNvSpPr/>
            <p:nvPr/>
          </p:nvSpPr>
          <p:spPr>
            <a:xfrm>
              <a:off x="8162882" y="2684201"/>
              <a:ext cx="22026" cy="18239"/>
            </a:xfrm>
            <a:custGeom>
              <a:avLst/>
              <a:gdLst/>
              <a:ahLst/>
              <a:cxnLst/>
              <a:rect l="l" t="t" r="r" b="b"/>
              <a:pathLst>
                <a:path w="692" h="573" extrusionOk="0">
                  <a:moveTo>
                    <a:pt x="177" y="0"/>
                  </a:moveTo>
                  <a:cubicBezTo>
                    <a:pt x="123" y="0"/>
                    <a:pt x="67" y="26"/>
                    <a:pt x="36" y="73"/>
                  </a:cubicBezTo>
                  <a:cubicBezTo>
                    <a:pt x="1" y="144"/>
                    <a:pt x="13" y="251"/>
                    <a:pt x="84" y="299"/>
                  </a:cubicBezTo>
                  <a:lnTo>
                    <a:pt x="429" y="549"/>
                  </a:lnTo>
                  <a:cubicBezTo>
                    <a:pt x="453" y="561"/>
                    <a:pt x="489" y="573"/>
                    <a:pt x="513" y="573"/>
                  </a:cubicBezTo>
                  <a:cubicBezTo>
                    <a:pt x="560" y="573"/>
                    <a:pt x="620" y="549"/>
                    <a:pt x="655" y="501"/>
                  </a:cubicBezTo>
                  <a:cubicBezTo>
                    <a:pt x="691" y="430"/>
                    <a:pt x="679" y="323"/>
                    <a:pt x="608" y="275"/>
                  </a:cubicBezTo>
                  <a:lnTo>
                    <a:pt x="263" y="25"/>
                  </a:lnTo>
                  <a:cubicBezTo>
                    <a:pt x="237" y="8"/>
                    <a:pt x="20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5" name="Google Shape;12985;p68"/>
          <p:cNvGrpSpPr/>
          <p:nvPr/>
        </p:nvGrpSpPr>
        <p:grpSpPr>
          <a:xfrm>
            <a:off x="1817317" y="2556530"/>
            <a:ext cx="350958" cy="263043"/>
            <a:chOff x="1817317" y="2480330"/>
            <a:chExt cx="350958" cy="263043"/>
          </a:xfrm>
        </p:grpSpPr>
        <p:sp>
          <p:nvSpPr>
            <p:cNvPr id="12986" name="Google Shape;12986;p68"/>
            <p:cNvSpPr/>
            <p:nvPr/>
          </p:nvSpPr>
          <p:spPr>
            <a:xfrm>
              <a:off x="1817317" y="2480330"/>
              <a:ext cx="350958" cy="191426"/>
            </a:xfrm>
            <a:custGeom>
              <a:avLst/>
              <a:gdLst/>
              <a:ahLst/>
              <a:cxnLst/>
              <a:rect l="l" t="t" r="r" b="b"/>
              <a:pathLst>
                <a:path w="11026" h="6014" extrusionOk="0">
                  <a:moveTo>
                    <a:pt x="4477" y="1"/>
                  </a:moveTo>
                  <a:cubicBezTo>
                    <a:pt x="3918" y="1"/>
                    <a:pt x="3382" y="179"/>
                    <a:pt x="2917" y="524"/>
                  </a:cubicBezTo>
                  <a:cubicBezTo>
                    <a:pt x="2513" y="834"/>
                    <a:pt x="2203" y="1251"/>
                    <a:pt x="2036" y="1727"/>
                  </a:cubicBezTo>
                  <a:cubicBezTo>
                    <a:pt x="905" y="1787"/>
                    <a:pt x="0" y="2727"/>
                    <a:pt x="0" y="3870"/>
                  </a:cubicBezTo>
                  <a:cubicBezTo>
                    <a:pt x="0" y="5061"/>
                    <a:pt x="965" y="6013"/>
                    <a:pt x="2143" y="6013"/>
                  </a:cubicBezTo>
                  <a:lnTo>
                    <a:pt x="2917" y="6013"/>
                  </a:lnTo>
                  <a:cubicBezTo>
                    <a:pt x="3001" y="6013"/>
                    <a:pt x="3084" y="5942"/>
                    <a:pt x="3084" y="5847"/>
                  </a:cubicBezTo>
                  <a:cubicBezTo>
                    <a:pt x="3084" y="5763"/>
                    <a:pt x="3001" y="5692"/>
                    <a:pt x="2917" y="5692"/>
                  </a:cubicBezTo>
                  <a:lnTo>
                    <a:pt x="2143" y="5692"/>
                  </a:lnTo>
                  <a:cubicBezTo>
                    <a:pt x="1131" y="5692"/>
                    <a:pt x="310" y="4870"/>
                    <a:pt x="310" y="3858"/>
                  </a:cubicBezTo>
                  <a:cubicBezTo>
                    <a:pt x="310" y="2846"/>
                    <a:pt x="1131" y="2025"/>
                    <a:pt x="2132" y="2025"/>
                  </a:cubicBezTo>
                  <a:lnTo>
                    <a:pt x="2143" y="2025"/>
                  </a:lnTo>
                  <a:cubicBezTo>
                    <a:pt x="2215" y="2025"/>
                    <a:pt x="2274" y="1977"/>
                    <a:pt x="2286" y="1906"/>
                  </a:cubicBezTo>
                  <a:cubicBezTo>
                    <a:pt x="2429" y="1441"/>
                    <a:pt x="2703" y="1036"/>
                    <a:pt x="3096" y="739"/>
                  </a:cubicBezTo>
                  <a:cubicBezTo>
                    <a:pt x="3477" y="441"/>
                    <a:pt x="3953" y="286"/>
                    <a:pt x="4453" y="286"/>
                  </a:cubicBezTo>
                  <a:cubicBezTo>
                    <a:pt x="5239" y="286"/>
                    <a:pt x="5953" y="679"/>
                    <a:pt x="6370" y="1334"/>
                  </a:cubicBezTo>
                  <a:cubicBezTo>
                    <a:pt x="6412" y="1386"/>
                    <a:pt x="6471" y="1420"/>
                    <a:pt x="6533" y="1420"/>
                  </a:cubicBezTo>
                  <a:cubicBezTo>
                    <a:pt x="6542" y="1420"/>
                    <a:pt x="6551" y="1419"/>
                    <a:pt x="6561" y="1417"/>
                  </a:cubicBezTo>
                  <a:cubicBezTo>
                    <a:pt x="6751" y="1358"/>
                    <a:pt x="6954" y="1322"/>
                    <a:pt x="7144" y="1322"/>
                  </a:cubicBezTo>
                  <a:cubicBezTo>
                    <a:pt x="7942" y="1322"/>
                    <a:pt x="8644" y="1846"/>
                    <a:pt x="8882" y="2608"/>
                  </a:cubicBezTo>
                  <a:cubicBezTo>
                    <a:pt x="8918" y="2679"/>
                    <a:pt x="8978" y="2727"/>
                    <a:pt x="9061" y="2727"/>
                  </a:cubicBezTo>
                  <a:cubicBezTo>
                    <a:pt x="9121" y="2727"/>
                    <a:pt x="9168" y="2703"/>
                    <a:pt x="9228" y="2703"/>
                  </a:cubicBezTo>
                  <a:cubicBezTo>
                    <a:pt x="10049" y="2703"/>
                    <a:pt x="10704" y="3382"/>
                    <a:pt x="10704" y="4180"/>
                  </a:cubicBezTo>
                  <a:cubicBezTo>
                    <a:pt x="10704" y="4989"/>
                    <a:pt x="10025" y="5656"/>
                    <a:pt x="9228" y="5656"/>
                  </a:cubicBezTo>
                  <a:lnTo>
                    <a:pt x="8109" y="5656"/>
                  </a:lnTo>
                  <a:cubicBezTo>
                    <a:pt x="8025" y="5656"/>
                    <a:pt x="7942" y="5727"/>
                    <a:pt x="7942" y="5823"/>
                  </a:cubicBezTo>
                  <a:cubicBezTo>
                    <a:pt x="7942" y="5906"/>
                    <a:pt x="8025" y="5978"/>
                    <a:pt x="8109" y="5978"/>
                  </a:cubicBezTo>
                  <a:lnTo>
                    <a:pt x="9228" y="5978"/>
                  </a:lnTo>
                  <a:cubicBezTo>
                    <a:pt x="10228" y="5978"/>
                    <a:pt x="11026" y="5180"/>
                    <a:pt x="11026" y="4180"/>
                  </a:cubicBezTo>
                  <a:cubicBezTo>
                    <a:pt x="11026" y="3180"/>
                    <a:pt x="10204" y="2429"/>
                    <a:pt x="9228" y="2429"/>
                  </a:cubicBezTo>
                  <a:lnTo>
                    <a:pt x="9168" y="2429"/>
                  </a:lnTo>
                  <a:cubicBezTo>
                    <a:pt x="9013" y="2060"/>
                    <a:pt x="8763" y="1715"/>
                    <a:pt x="8442" y="1477"/>
                  </a:cubicBezTo>
                  <a:cubicBezTo>
                    <a:pt x="8061" y="1191"/>
                    <a:pt x="7620" y="1048"/>
                    <a:pt x="7156" y="1048"/>
                  </a:cubicBezTo>
                  <a:cubicBezTo>
                    <a:pt x="6966" y="1048"/>
                    <a:pt x="6787" y="1072"/>
                    <a:pt x="6596" y="1120"/>
                  </a:cubicBezTo>
                  <a:cubicBezTo>
                    <a:pt x="6096" y="417"/>
                    <a:pt x="5322"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68"/>
            <p:cNvSpPr/>
            <p:nvPr/>
          </p:nvSpPr>
          <p:spPr>
            <a:xfrm>
              <a:off x="1926844" y="2568626"/>
              <a:ext cx="131140" cy="174747"/>
            </a:xfrm>
            <a:custGeom>
              <a:avLst/>
              <a:gdLst/>
              <a:ahLst/>
              <a:cxnLst/>
              <a:rect l="l" t="t" r="r" b="b"/>
              <a:pathLst>
                <a:path w="4120" h="5490" extrusionOk="0">
                  <a:moveTo>
                    <a:pt x="2417" y="322"/>
                  </a:moveTo>
                  <a:lnTo>
                    <a:pt x="2417" y="1370"/>
                  </a:lnTo>
                  <a:cubicBezTo>
                    <a:pt x="2417" y="1537"/>
                    <a:pt x="2572" y="1691"/>
                    <a:pt x="2751" y="1691"/>
                  </a:cubicBezTo>
                  <a:lnTo>
                    <a:pt x="3274" y="1691"/>
                  </a:lnTo>
                  <a:cubicBezTo>
                    <a:pt x="3358" y="1691"/>
                    <a:pt x="3429" y="1620"/>
                    <a:pt x="3429" y="1525"/>
                  </a:cubicBezTo>
                  <a:cubicBezTo>
                    <a:pt x="3429" y="1441"/>
                    <a:pt x="3358" y="1358"/>
                    <a:pt x="3274" y="1358"/>
                  </a:cubicBezTo>
                  <a:lnTo>
                    <a:pt x="2751" y="1358"/>
                  </a:lnTo>
                  <a:cubicBezTo>
                    <a:pt x="2751" y="1358"/>
                    <a:pt x="2727" y="1358"/>
                    <a:pt x="2727" y="1346"/>
                  </a:cubicBezTo>
                  <a:lnTo>
                    <a:pt x="2727" y="346"/>
                  </a:lnTo>
                  <a:lnTo>
                    <a:pt x="3751" y="1358"/>
                  </a:lnTo>
                  <a:cubicBezTo>
                    <a:pt x="3775" y="1394"/>
                    <a:pt x="3798" y="1441"/>
                    <a:pt x="3798" y="1501"/>
                  </a:cubicBezTo>
                  <a:lnTo>
                    <a:pt x="3798" y="5180"/>
                  </a:lnTo>
                  <a:lnTo>
                    <a:pt x="3810" y="5180"/>
                  </a:lnTo>
                  <a:lnTo>
                    <a:pt x="334" y="5192"/>
                  </a:lnTo>
                  <a:cubicBezTo>
                    <a:pt x="334" y="5192"/>
                    <a:pt x="322" y="5192"/>
                    <a:pt x="322" y="5180"/>
                  </a:cubicBezTo>
                  <a:lnTo>
                    <a:pt x="322" y="334"/>
                  </a:lnTo>
                  <a:cubicBezTo>
                    <a:pt x="322" y="334"/>
                    <a:pt x="322" y="322"/>
                    <a:pt x="334" y="322"/>
                  </a:cubicBezTo>
                  <a:close/>
                  <a:moveTo>
                    <a:pt x="322" y="1"/>
                  </a:moveTo>
                  <a:cubicBezTo>
                    <a:pt x="143" y="1"/>
                    <a:pt x="0" y="144"/>
                    <a:pt x="0" y="322"/>
                  </a:cubicBezTo>
                  <a:lnTo>
                    <a:pt x="0" y="5156"/>
                  </a:lnTo>
                  <a:cubicBezTo>
                    <a:pt x="0" y="5335"/>
                    <a:pt x="143" y="5489"/>
                    <a:pt x="322" y="5489"/>
                  </a:cubicBezTo>
                  <a:lnTo>
                    <a:pt x="3775" y="5489"/>
                  </a:lnTo>
                  <a:cubicBezTo>
                    <a:pt x="3953" y="5489"/>
                    <a:pt x="4108" y="5335"/>
                    <a:pt x="4108" y="5156"/>
                  </a:cubicBezTo>
                  <a:lnTo>
                    <a:pt x="4108" y="1501"/>
                  </a:lnTo>
                  <a:cubicBezTo>
                    <a:pt x="4120" y="1382"/>
                    <a:pt x="4072" y="1251"/>
                    <a:pt x="3965" y="1156"/>
                  </a:cubicBezTo>
                  <a:lnTo>
                    <a:pt x="2953" y="144"/>
                  </a:lnTo>
                  <a:cubicBezTo>
                    <a:pt x="2870" y="48"/>
                    <a:pt x="2739"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68"/>
            <p:cNvSpPr/>
            <p:nvPr/>
          </p:nvSpPr>
          <p:spPr>
            <a:xfrm>
              <a:off x="1965485" y="2639893"/>
              <a:ext cx="55002" cy="70885"/>
            </a:xfrm>
            <a:custGeom>
              <a:avLst/>
              <a:gdLst/>
              <a:ahLst/>
              <a:cxnLst/>
              <a:rect l="l" t="t" r="r" b="b"/>
              <a:pathLst>
                <a:path w="1728" h="2227" extrusionOk="0">
                  <a:moveTo>
                    <a:pt x="870" y="0"/>
                  </a:moveTo>
                  <a:cubicBezTo>
                    <a:pt x="822" y="0"/>
                    <a:pt x="775" y="36"/>
                    <a:pt x="751" y="60"/>
                  </a:cubicBezTo>
                  <a:lnTo>
                    <a:pt x="60" y="929"/>
                  </a:lnTo>
                  <a:cubicBezTo>
                    <a:pt x="1" y="1000"/>
                    <a:pt x="13" y="1107"/>
                    <a:pt x="84" y="1155"/>
                  </a:cubicBezTo>
                  <a:cubicBezTo>
                    <a:pt x="117" y="1178"/>
                    <a:pt x="151" y="1189"/>
                    <a:pt x="183" y="1189"/>
                  </a:cubicBezTo>
                  <a:cubicBezTo>
                    <a:pt x="234" y="1189"/>
                    <a:pt x="281" y="1163"/>
                    <a:pt x="310" y="1119"/>
                  </a:cubicBezTo>
                  <a:lnTo>
                    <a:pt x="715" y="619"/>
                  </a:lnTo>
                  <a:lnTo>
                    <a:pt x="715" y="2060"/>
                  </a:lnTo>
                  <a:cubicBezTo>
                    <a:pt x="715" y="2143"/>
                    <a:pt x="787" y="2227"/>
                    <a:pt x="882" y="2227"/>
                  </a:cubicBezTo>
                  <a:cubicBezTo>
                    <a:pt x="965" y="2227"/>
                    <a:pt x="1048" y="2143"/>
                    <a:pt x="1048" y="2060"/>
                  </a:cubicBezTo>
                  <a:lnTo>
                    <a:pt x="1048" y="619"/>
                  </a:lnTo>
                  <a:lnTo>
                    <a:pt x="1441" y="1119"/>
                  </a:lnTo>
                  <a:cubicBezTo>
                    <a:pt x="1477" y="1167"/>
                    <a:pt x="1513" y="1179"/>
                    <a:pt x="1560" y="1179"/>
                  </a:cubicBezTo>
                  <a:cubicBezTo>
                    <a:pt x="1596" y="1179"/>
                    <a:pt x="1644" y="1167"/>
                    <a:pt x="1668" y="1155"/>
                  </a:cubicBezTo>
                  <a:cubicBezTo>
                    <a:pt x="1715" y="1107"/>
                    <a:pt x="1727" y="1000"/>
                    <a:pt x="1668" y="929"/>
                  </a:cubicBezTo>
                  <a:lnTo>
                    <a:pt x="989" y="60"/>
                  </a:lnTo>
                  <a:cubicBezTo>
                    <a:pt x="953" y="24"/>
                    <a:pt x="90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9" name="Google Shape;12989;p68"/>
            <p:cNvSpPr/>
            <p:nvPr/>
          </p:nvSpPr>
          <p:spPr>
            <a:xfrm>
              <a:off x="1965103" y="2503406"/>
              <a:ext cx="43989" cy="31162"/>
            </a:xfrm>
            <a:custGeom>
              <a:avLst/>
              <a:gdLst/>
              <a:ahLst/>
              <a:cxnLst/>
              <a:rect l="l" t="t" r="r" b="b"/>
              <a:pathLst>
                <a:path w="1382" h="979" extrusionOk="0">
                  <a:moveTo>
                    <a:pt x="181" y="0"/>
                  </a:moveTo>
                  <a:cubicBezTo>
                    <a:pt x="104" y="0"/>
                    <a:pt x="24" y="56"/>
                    <a:pt x="13" y="121"/>
                  </a:cubicBezTo>
                  <a:cubicBezTo>
                    <a:pt x="1" y="216"/>
                    <a:pt x="60" y="300"/>
                    <a:pt x="132" y="323"/>
                  </a:cubicBezTo>
                  <a:cubicBezTo>
                    <a:pt x="501" y="395"/>
                    <a:pt x="846" y="597"/>
                    <a:pt x="1072" y="919"/>
                  </a:cubicBezTo>
                  <a:cubicBezTo>
                    <a:pt x="1096" y="954"/>
                    <a:pt x="1144" y="978"/>
                    <a:pt x="1203" y="978"/>
                  </a:cubicBezTo>
                  <a:cubicBezTo>
                    <a:pt x="1227" y="978"/>
                    <a:pt x="1275" y="954"/>
                    <a:pt x="1310" y="942"/>
                  </a:cubicBezTo>
                  <a:cubicBezTo>
                    <a:pt x="1370" y="895"/>
                    <a:pt x="1382" y="800"/>
                    <a:pt x="1334" y="716"/>
                  </a:cubicBezTo>
                  <a:cubicBezTo>
                    <a:pt x="1060" y="347"/>
                    <a:pt x="656" y="97"/>
                    <a:pt x="203" y="2"/>
                  </a:cubicBezTo>
                  <a:cubicBezTo>
                    <a:pt x="196" y="1"/>
                    <a:pt x="18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0" name="Google Shape;12990;p68"/>
            <p:cNvSpPr/>
            <p:nvPr/>
          </p:nvSpPr>
          <p:spPr>
            <a:xfrm>
              <a:off x="2052668" y="2537369"/>
              <a:ext cx="34504" cy="30175"/>
            </a:xfrm>
            <a:custGeom>
              <a:avLst/>
              <a:gdLst/>
              <a:ahLst/>
              <a:cxnLst/>
              <a:rect l="l" t="t" r="r" b="b"/>
              <a:pathLst>
                <a:path w="1084" h="948" extrusionOk="0">
                  <a:moveTo>
                    <a:pt x="194" y="0"/>
                  </a:moveTo>
                  <a:cubicBezTo>
                    <a:pt x="124" y="0"/>
                    <a:pt x="56" y="45"/>
                    <a:pt x="36" y="114"/>
                  </a:cubicBezTo>
                  <a:cubicBezTo>
                    <a:pt x="0" y="209"/>
                    <a:pt x="48" y="292"/>
                    <a:pt x="131" y="328"/>
                  </a:cubicBezTo>
                  <a:cubicBezTo>
                    <a:pt x="405" y="411"/>
                    <a:pt x="631" y="602"/>
                    <a:pt x="762" y="864"/>
                  </a:cubicBezTo>
                  <a:cubicBezTo>
                    <a:pt x="786" y="923"/>
                    <a:pt x="845" y="947"/>
                    <a:pt x="905" y="947"/>
                  </a:cubicBezTo>
                  <a:cubicBezTo>
                    <a:pt x="941" y="947"/>
                    <a:pt x="953" y="947"/>
                    <a:pt x="988" y="935"/>
                  </a:cubicBezTo>
                  <a:cubicBezTo>
                    <a:pt x="1060" y="887"/>
                    <a:pt x="1084" y="804"/>
                    <a:pt x="1048" y="709"/>
                  </a:cubicBezTo>
                  <a:cubicBezTo>
                    <a:pt x="869" y="387"/>
                    <a:pt x="584" y="149"/>
                    <a:pt x="238" y="6"/>
                  </a:cubicBezTo>
                  <a:cubicBezTo>
                    <a:pt x="224" y="2"/>
                    <a:pt x="209"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91" name="Google Shape;12991;p68"/>
          <p:cNvGrpSpPr/>
          <p:nvPr/>
        </p:nvGrpSpPr>
        <p:grpSpPr>
          <a:xfrm>
            <a:off x="1341727" y="2559549"/>
            <a:ext cx="419913" cy="308109"/>
            <a:chOff x="1341727" y="2483349"/>
            <a:chExt cx="419913" cy="308109"/>
          </a:xfrm>
        </p:grpSpPr>
        <p:sp>
          <p:nvSpPr>
            <p:cNvPr id="12992" name="Google Shape;12992;p68"/>
            <p:cNvSpPr/>
            <p:nvPr/>
          </p:nvSpPr>
          <p:spPr>
            <a:xfrm>
              <a:off x="1623896" y="2522310"/>
              <a:ext cx="53488" cy="18605"/>
            </a:xfrm>
            <a:custGeom>
              <a:avLst/>
              <a:gdLst/>
              <a:ahLst/>
              <a:cxnLst/>
              <a:rect l="l" t="t" r="r" b="b"/>
              <a:pathLst>
                <a:path w="1406" h="489" extrusionOk="0">
                  <a:moveTo>
                    <a:pt x="167" y="1"/>
                  </a:moveTo>
                  <a:cubicBezTo>
                    <a:pt x="84" y="1"/>
                    <a:pt x="1" y="72"/>
                    <a:pt x="1" y="167"/>
                  </a:cubicBezTo>
                  <a:cubicBezTo>
                    <a:pt x="1" y="251"/>
                    <a:pt x="84" y="322"/>
                    <a:pt x="167" y="322"/>
                  </a:cubicBezTo>
                  <a:cubicBezTo>
                    <a:pt x="346" y="322"/>
                    <a:pt x="882" y="358"/>
                    <a:pt x="1144" y="477"/>
                  </a:cubicBezTo>
                  <a:cubicBezTo>
                    <a:pt x="1167" y="489"/>
                    <a:pt x="1179" y="489"/>
                    <a:pt x="1215" y="489"/>
                  </a:cubicBezTo>
                  <a:cubicBezTo>
                    <a:pt x="1275" y="489"/>
                    <a:pt x="1334" y="465"/>
                    <a:pt x="1358" y="406"/>
                  </a:cubicBezTo>
                  <a:cubicBezTo>
                    <a:pt x="1406" y="346"/>
                    <a:pt x="1358" y="239"/>
                    <a:pt x="1286" y="191"/>
                  </a:cubicBezTo>
                  <a:cubicBezTo>
                    <a:pt x="917"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68"/>
            <p:cNvSpPr/>
            <p:nvPr/>
          </p:nvSpPr>
          <p:spPr>
            <a:xfrm>
              <a:off x="1341727" y="2483349"/>
              <a:ext cx="419913" cy="308109"/>
            </a:xfrm>
            <a:custGeom>
              <a:avLst/>
              <a:gdLst/>
              <a:ahLst/>
              <a:cxnLst/>
              <a:rect l="l" t="t" r="r" b="b"/>
              <a:pathLst>
                <a:path w="11038" h="8098" extrusionOk="0">
                  <a:moveTo>
                    <a:pt x="9156" y="501"/>
                  </a:moveTo>
                  <a:lnTo>
                    <a:pt x="9156" y="1168"/>
                  </a:lnTo>
                  <a:cubicBezTo>
                    <a:pt x="9156" y="1275"/>
                    <a:pt x="9120" y="1394"/>
                    <a:pt x="9073" y="1489"/>
                  </a:cubicBezTo>
                  <a:lnTo>
                    <a:pt x="9001" y="1644"/>
                  </a:lnTo>
                  <a:cubicBezTo>
                    <a:pt x="8989" y="1680"/>
                    <a:pt x="8989" y="1692"/>
                    <a:pt x="8989" y="1727"/>
                  </a:cubicBezTo>
                  <a:lnTo>
                    <a:pt x="8989" y="2061"/>
                  </a:lnTo>
                  <a:cubicBezTo>
                    <a:pt x="8989" y="2299"/>
                    <a:pt x="8894" y="2525"/>
                    <a:pt x="8715" y="2692"/>
                  </a:cubicBezTo>
                  <a:cubicBezTo>
                    <a:pt x="8537" y="2858"/>
                    <a:pt x="8311" y="2942"/>
                    <a:pt x="8072" y="2942"/>
                  </a:cubicBezTo>
                  <a:cubicBezTo>
                    <a:pt x="7620" y="2918"/>
                    <a:pt x="7227" y="2513"/>
                    <a:pt x="7227" y="2025"/>
                  </a:cubicBezTo>
                  <a:lnTo>
                    <a:pt x="7227" y="1727"/>
                  </a:lnTo>
                  <a:cubicBezTo>
                    <a:pt x="7227" y="1692"/>
                    <a:pt x="7227" y="1680"/>
                    <a:pt x="7215" y="1644"/>
                  </a:cubicBezTo>
                  <a:lnTo>
                    <a:pt x="7108" y="1453"/>
                  </a:lnTo>
                  <a:cubicBezTo>
                    <a:pt x="7084" y="1382"/>
                    <a:pt x="7049" y="1311"/>
                    <a:pt x="7049" y="1215"/>
                  </a:cubicBezTo>
                  <a:lnTo>
                    <a:pt x="7049" y="1203"/>
                  </a:lnTo>
                  <a:cubicBezTo>
                    <a:pt x="7049" y="810"/>
                    <a:pt x="7370" y="501"/>
                    <a:pt x="7751" y="501"/>
                  </a:cubicBezTo>
                  <a:close/>
                  <a:moveTo>
                    <a:pt x="3274" y="322"/>
                  </a:moveTo>
                  <a:cubicBezTo>
                    <a:pt x="3548" y="322"/>
                    <a:pt x="3786" y="429"/>
                    <a:pt x="3989" y="632"/>
                  </a:cubicBezTo>
                  <a:cubicBezTo>
                    <a:pt x="4179" y="834"/>
                    <a:pt x="4298" y="1108"/>
                    <a:pt x="4310" y="1394"/>
                  </a:cubicBezTo>
                  <a:cubicBezTo>
                    <a:pt x="4346" y="1739"/>
                    <a:pt x="4441" y="2442"/>
                    <a:pt x="4608" y="2858"/>
                  </a:cubicBezTo>
                  <a:cubicBezTo>
                    <a:pt x="4358" y="2942"/>
                    <a:pt x="3870" y="3096"/>
                    <a:pt x="3274" y="3096"/>
                  </a:cubicBezTo>
                  <a:cubicBezTo>
                    <a:pt x="3253" y="3097"/>
                    <a:pt x="3232" y="3097"/>
                    <a:pt x="3210" y="3097"/>
                  </a:cubicBezTo>
                  <a:cubicBezTo>
                    <a:pt x="2654" y="3097"/>
                    <a:pt x="2182" y="2951"/>
                    <a:pt x="1953" y="2870"/>
                  </a:cubicBezTo>
                  <a:cubicBezTo>
                    <a:pt x="2096" y="2442"/>
                    <a:pt x="2215" y="1739"/>
                    <a:pt x="2226" y="1394"/>
                  </a:cubicBezTo>
                  <a:cubicBezTo>
                    <a:pt x="2250" y="1096"/>
                    <a:pt x="2357" y="834"/>
                    <a:pt x="2560" y="632"/>
                  </a:cubicBezTo>
                  <a:cubicBezTo>
                    <a:pt x="2750" y="429"/>
                    <a:pt x="3000" y="322"/>
                    <a:pt x="3274" y="322"/>
                  </a:cubicBezTo>
                  <a:close/>
                  <a:moveTo>
                    <a:pt x="7751" y="3192"/>
                  </a:moveTo>
                  <a:cubicBezTo>
                    <a:pt x="7858" y="3227"/>
                    <a:pt x="7965" y="3251"/>
                    <a:pt x="8084" y="3251"/>
                  </a:cubicBezTo>
                  <a:lnTo>
                    <a:pt x="8120" y="3251"/>
                  </a:lnTo>
                  <a:cubicBezTo>
                    <a:pt x="8239" y="3251"/>
                    <a:pt x="8358" y="3239"/>
                    <a:pt x="8477" y="3192"/>
                  </a:cubicBezTo>
                  <a:lnTo>
                    <a:pt x="8477" y="3192"/>
                  </a:lnTo>
                  <a:cubicBezTo>
                    <a:pt x="8465" y="3251"/>
                    <a:pt x="8477" y="3299"/>
                    <a:pt x="8501" y="3346"/>
                  </a:cubicBezTo>
                  <a:lnTo>
                    <a:pt x="8358" y="3477"/>
                  </a:lnTo>
                  <a:cubicBezTo>
                    <a:pt x="8287" y="3549"/>
                    <a:pt x="8203" y="3585"/>
                    <a:pt x="8108" y="3585"/>
                  </a:cubicBezTo>
                  <a:cubicBezTo>
                    <a:pt x="8025" y="3585"/>
                    <a:pt x="7930" y="3549"/>
                    <a:pt x="7858" y="3477"/>
                  </a:cubicBezTo>
                  <a:lnTo>
                    <a:pt x="7727" y="3346"/>
                  </a:lnTo>
                  <a:cubicBezTo>
                    <a:pt x="7739" y="3299"/>
                    <a:pt x="7751" y="3251"/>
                    <a:pt x="7751" y="3192"/>
                  </a:cubicBezTo>
                  <a:close/>
                  <a:moveTo>
                    <a:pt x="3691" y="3418"/>
                  </a:moveTo>
                  <a:cubicBezTo>
                    <a:pt x="3750" y="3537"/>
                    <a:pt x="3870" y="3644"/>
                    <a:pt x="4001" y="3668"/>
                  </a:cubicBezTo>
                  <a:lnTo>
                    <a:pt x="4584" y="3835"/>
                  </a:lnTo>
                  <a:cubicBezTo>
                    <a:pt x="4727" y="3882"/>
                    <a:pt x="4834" y="4013"/>
                    <a:pt x="4834" y="4180"/>
                  </a:cubicBezTo>
                  <a:lnTo>
                    <a:pt x="4834" y="5680"/>
                  </a:lnTo>
                  <a:cubicBezTo>
                    <a:pt x="4834" y="5871"/>
                    <a:pt x="4667" y="6037"/>
                    <a:pt x="4477" y="6037"/>
                  </a:cubicBezTo>
                  <a:lnTo>
                    <a:pt x="4477" y="4811"/>
                  </a:lnTo>
                  <a:cubicBezTo>
                    <a:pt x="4477" y="4549"/>
                    <a:pt x="4239" y="4311"/>
                    <a:pt x="3977" y="4311"/>
                  </a:cubicBezTo>
                  <a:lnTo>
                    <a:pt x="2584" y="4311"/>
                  </a:lnTo>
                  <a:cubicBezTo>
                    <a:pt x="2310" y="4311"/>
                    <a:pt x="2084" y="4537"/>
                    <a:pt x="2084" y="4811"/>
                  </a:cubicBezTo>
                  <a:lnTo>
                    <a:pt x="2084" y="6037"/>
                  </a:lnTo>
                  <a:lnTo>
                    <a:pt x="2072" y="6037"/>
                  </a:lnTo>
                  <a:cubicBezTo>
                    <a:pt x="1869" y="6037"/>
                    <a:pt x="1715" y="5871"/>
                    <a:pt x="1715" y="5680"/>
                  </a:cubicBezTo>
                  <a:lnTo>
                    <a:pt x="1715" y="4180"/>
                  </a:lnTo>
                  <a:cubicBezTo>
                    <a:pt x="1715" y="4013"/>
                    <a:pt x="1810" y="3882"/>
                    <a:pt x="1965" y="3835"/>
                  </a:cubicBezTo>
                  <a:lnTo>
                    <a:pt x="2548" y="3668"/>
                  </a:lnTo>
                  <a:cubicBezTo>
                    <a:pt x="2679" y="3620"/>
                    <a:pt x="2798" y="3537"/>
                    <a:pt x="2858" y="3418"/>
                  </a:cubicBezTo>
                  <a:cubicBezTo>
                    <a:pt x="2988" y="3430"/>
                    <a:pt x="3119" y="3430"/>
                    <a:pt x="3274" y="3430"/>
                  </a:cubicBezTo>
                  <a:cubicBezTo>
                    <a:pt x="3417" y="3430"/>
                    <a:pt x="3560" y="3418"/>
                    <a:pt x="3691" y="3418"/>
                  </a:cubicBezTo>
                  <a:close/>
                  <a:moveTo>
                    <a:pt x="8668" y="3608"/>
                  </a:moveTo>
                  <a:cubicBezTo>
                    <a:pt x="8715" y="3644"/>
                    <a:pt x="8763" y="3656"/>
                    <a:pt x="8811" y="3668"/>
                  </a:cubicBezTo>
                  <a:lnTo>
                    <a:pt x="9382" y="3835"/>
                  </a:lnTo>
                  <a:cubicBezTo>
                    <a:pt x="9537" y="3882"/>
                    <a:pt x="9644" y="4013"/>
                    <a:pt x="9644" y="4180"/>
                  </a:cubicBezTo>
                  <a:lnTo>
                    <a:pt x="9644" y="5680"/>
                  </a:lnTo>
                  <a:cubicBezTo>
                    <a:pt x="9644" y="5871"/>
                    <a:pt x="9477" y="6037"/>
                    <a:pt x="9287" y="6037"/>
                  </a:cubicBezTo>
                  <a:lnTo>
                    <a:pt x="8584" y="6037"/>
                  </a:lnTo>
                  <a:lnTo>
                    <a:pt x="8584" y="6025"/>
                  </a:lnTo>
                  <a:lnTo>
                    <a:pt x="8584" y="5668"/>
                  </a:lnTo>
                  <a:lnTo>
                    <a:pt x="9120" y="5668"/>
                  </a:lnTo>
                  <a:cubicBezTo>
                    <a:pt x="9204" y="5668"/>
                    <a:pt x="9287" y="5597"/>
                    <a:pt x="9287" y="5502"/>
                  </a:cubicBezTo>
                  <a:lnTo>
                    <a:pt x="9287" y="4466"/>
                  </a:lnTo>
                  <a:cubicBezTo>
                    <a:pt x="9287" y="4370"/>
                    <a:pt x="9204" y="4299"/>
                    <a:pt x="9120" y="4299"/>
                  </a:cubicBezTo>
                  <a:cubicBezTo>
                    <a:pt x="9025" y="4299"/>
                    <a:pt x="8954" y="4370"/>
                    <a:pt x="8954" y="4466"/>
                  </a:cubicBezTo>
                  <a:lnTo>
                    <a:pt x="8954" y="5335"/>
                  </a:lnTo>
                  <a:lnTo>
                    <a:pt x="8584" y="5335"/>
                  </a:lnTo>
                  <a:lnTo>
                    <a:pt x="8584" y="4644"/>
                  </a:lnTo>
                  <a:cubicBezTo>
                    <a:pt x="8584" y="4466"/>
                    <a:pt x="8430" y="4311"/>
                    <a:pt x="8251" y="4311"/>
                  </a:cubicBezTo>
                  <a:lnTo>
                    <a:pt x="6513" y="4311"/>
                  </a:lnTo>
                  <a:lnTo>
                    <a:pt x="6513" y="4180"/>
                  </a:lnTo>
                  <a:lnTo>
                    <a:pt x="6548" y="4180"/>
                  </a:lnTo>
                  <a:cubicBezTo>
                    <a:pt x="6548" y="4013"/>
                    <a:pt x="6644" y="3882"/>
                    <a:pt x="6798" y="3835"/>
                  </a:cubicBezTo>
                  <a:lnTo>
                    <a:pt x="7382" y="3668"/>
                  </a:lnTo>
                  <a:cubicBezTo>
                    <a:pt x="7418" y="3656"/>
                    <a:pt x="7477" y="3644"/>
                    <a:pt x="7513" y="3608"/>
                  </a:cubicBezTo>
                  <a:lnTo>
                    <a:pt x="7620" y="3716"/>
                  </a:lnTo>
                  <a:cubicBezTo>
                    <a:pt x="7751" y="3847"/>
                    <a:pt x="7918" y="3906"/>
                    <a:pt x="8096" y="3906"/>
                  </a:cubicBezTo>
                  <a:cubicBezTo>
                    <a:pt x="8275" y="3906"/>
                    <a:pt x="8453" y="3835"/>
                    <a:pt x="8573" y="3716"/>
                  </a:cubicBezTo>
                  <a:lnTo>
                    <a:pt x="8668" y="3608"/>
                  </a:lnTo>
                  <a:close/>
                  <a:moveTo>
                    <a:pt x="8287" y="4644"/>
                  </a:moveTo>
                  <a:cubicBezTo>
                    <a:pt x="8287" y="4644"/>
                    <a:pt x="8299" y="4644"/>
                    <a:pt x="8299" y="4656"/>
                  </a:cubicBezTo>
                  <a:lnTo>
                    <a:pt x="8299" y="6037"/>
                  </a:lnTo>
                  <a:cubicBezTo>
                    <a:pt x="8299" y="6037"/>
                    <a:pt x="8299" y="6049"/>
                    <a:pt x="8287" y="6049"/>
                  </a:cubicBezTo>
                  <a:lnTo>
                    <a:pt x="6215" y="6049"/>
                  </a:lnTo>
                  <a:cubicBezTo>
                    <a:pt x="6215" y="6049"/>
                    <a:pt x="6203" y="6049"/>
                    <a:pt x="6203" y="6037"/>
                  </a:cubicBezTo>
                  <a:lnTo>
                    <a:pt x="6203" y="4656"/>
                  </a:lnTo>
                  <a:lnTo>
                    <a:pt x="8287" y="4644"/>
                  </a:lnTo>
                  <a:close/>
                  <a:moveTo>
                    <a:pt x="2084" y="6371"/>
                  </a:moveTo>
                  <a:lnTo>
                    <a:pt x="2084" y="6740"/>
                  </a:lnTo>
                  <a:lnTo>
                    <a:pt x="679" y="6740"/>
                  </a:lnTo>
                  <a:lnTo>
                    <a:pt x="679" y="6371"/>
                  </a:lnTo>
                  <a:close/>
                  <a:moveTo>
                    <a:pt x="10382" y="6371"/>
                  </a:moveTo>
                  <a:lnTo>
                    <a:pt x="10382" y="6740"/>
                  </a:lnTo>
                  <a:lnTo>
                    <a:pt x="4477" y="6740"/>
                  </a:lnTo>
                  <a:lnTo>
                    <a:pt x="4477" y="6371"/>
                  </a:lnTo>
                  <a:close/>
                  <a:moveTo>
                    <a:pt x="3953" y="4644"/>
                  </a:moveTo>
                  <a:cubicBezTo>
                    <a:pt x="4060" y="4644"/>
                    <a:pt x="4131" y="4728"/>
                    <a:pt x="4131" y="4823"/>
                  </a:cubicBezTo>
                  <a:lnTo>
                    <a:pt x="4131" y="7085"/>
                  </a:lnTo>
                  <a:lnTo>
                    <a:pt x="2393" y="7085"/>
                  </a:lnTo>
                  <a:lnTo>
                    <a:pt x="2393" y="4823"/>
                  </a:lnTo>
                  <a:cubicBezTo>
                    <a:pt x="2393" y="4716"/>
                    <a:pt x="2488" y="4644"/>
                    <a:pt x="2572" y="4644"/>
                  </a:cubicBezTo>
                  <a:close/>
                  <a:moveTo>
                    <a:pt x="3274" y="1"/>
                  </a:moveTo>
                  <a:cubicBezTo>
                    <a:pt x="2548" y="1"/>
                    <a:pt x="1965" y="596"/>
                    <a:pt x="1905" y="1370"/>
                  </a:cubicBezTo>
                  <a:cubicBezTo>
                    <a:pt x="1869" y="1692"/>
                    <a:pt x="1774" y="2346"/>
                    <a:pt x="1631" y="2751"/>
                  </a:cubicBezTo>
                  <a:cubicBezTo>
                    <a:pt x="1607" y="2835"/>
                    <a:pt x="1607" y="2930"/>
                    <a:pt x="1655" y="3001"/>
                  </a:cubicBezTo>
                  <a:cubicBezTo>
                    <a:pt x="1691" y="3073"/>
                    <a:pt x="1750" y="3156"/>
                    <a:pt x="1845" y="3180"/>
                  </a:cubicBezTo>
                  <a:cubicBezTo>
                    <a:pt x="1988" y="3227"/>
                    <a:pt x="2215" y="3299"/>
                    <a:pt x="2488" y="3358"/>
                  </a:cubicBezTo>
                  <a:lnTo>
                    <a:pt x="2465" y="3358"/>
                  </a:lnTo>
                  <a:lnTo>
                    <a:pt x="1893" y="3525"/>
                  </a:lnTo>
                  <a:cubicBezTo>
                    <a:pt x="1595" y="3608"/>
                    <a:pt x="1393" y="3882"/>
                    <a:pt x="1393" y="4180"/>
                  </a:cubicBezTo>
                  <a:lnTo>
                    <a:pt x="1393" y="5680"/>
                  </a:lnTo>
                  <a:cubicBezTo>
                    <a:pt x="1393" y="5811"/>
                    <a:pt x="1429" y="5930"/>
                    <a:pt x="1500" y="6037"/>
                  </a:cubicBezTo>
                  <a:lnTo>
                    <a:pt x="167" y="6037"/>
                  </a:lnTo>
                  <a:cubicBezTo>
                    <a:pt x="71" y="6037"/>
                    <a:pt x="0" y="6109"/>
                    <a:pt x="0" y="6204"/>
                  </a:cubicBezTo>
                  <a:cubicBezTo>
                    <a:pt x="0" y="6287"/>
                    <a:pt x="71" y="6371"/>
                    <a:pt x="167" y="6371"/>
                  </a:cubicBezTo>
                  <a:lnTo>
                    <a:pt x="345" y="6371"/>
                  </a:lnTo>
                  <a:lnTo>
                    <a:pt x="345" y="7930"/>
                  </a:lnTo>
                  <a:cubicBezTo>
                    <a:pt x="345" y="8014"/>
                    <a:pt x="417" y="8097"/>
                    <a:pt x="500" y="8097"/>
                  </a:cubicBezTo>
                  <a:cubicBezTo>
                    <a:pt x="595" y="8097"/>
                    <a:pt x="667" y="8014"/>
                    <a:pt x="667" y="7930"/>
                  </a:cubicBezTo>
                  <a:lnTo>
                    <a:pt x="667" y="7049"/>
                  </a:lnTo>
                  <a:lnTo>
                    <a:pt x="2072" y="7049"/>
                  </a:lnTo>
                  <a:lnTo>
                    <a:pt x="2072" y="7930"/>
                  </a:lnTo>
                  <a:cubicBezTo>
                    <a:pt x="2072" y="8014"/>
                    <a:pt x="2143" y="8097"/>
                    <a:pt x="2226" y="8097"/>
                  </a:cubicBezTo>
                  <a:cubicBezTo>
                    <a:pt x="2322" y="8097"/>
                    <a:pt x="2393" y="8014"/>
                    <a:pt x="2393" y="7930"/>
                  </a:cubicBezTo>
                  <a:lnTo>
                    <a:pt x="2393" y="7395"/>
                  </a:lnTo>
                  <a:lnTo>
                    <a:pt x="4155" y="7395"/>
                  </a:lnTo>
                  <a:lnTo>
                    <a:pt x="4155" y="7930"/>
                  </a:lnTo>
                  <a:cubicBezTo>
                    <a:pt x="4155" y="8014"/>
                    <a:pt x="4227" y="8097"/>
                    <a:pt x="4310" y="8097"/>
                  </a:cubicBezTo>
                  <a:cubicBezTo>
                    <a:pt x="4405" y="8097"/>
                    <a:pt x="4477" y="8014"/>
                    <a:pt x="4477" y="7930"/>
                  </a:cubicBezTo>
                  <a:lnTo>
                    <a:pt x="4477" y="7049"/>
                  </a:lnTo>
                  <a:lnTo>
                    <a:pt x="10370" y="7049"/>
                  </a:lnTo>
                  <a:lnTo>
                    <a:pt x="10370" y="7930"/>
                  </a:lnTo>
                  <a:cubicBezTo>
                    <a:pt x="10370" y="8014"/>
                    <a:pt x="10442" y="8097"/>
                    <a:pt x="10537" y="8097"/>
                  </a:cubicBezTo>
                  <a:cubicBezTo>
                    <a:pt x="10620" y="8097"/>
                    <a:pt x="10704" y="8014"/>
                    <a:pt x="10704" y="7930"/>
                  </a:cubicBezTo>
                  <a:lnTo>
                    <a:pt x="10704" y="6371"/>
                  </a:lnTo>
                  <a:lnTo>
                    <a:pt x="10882" y="6371"/>
                  </a:lnTo>
                  <a:cubicBezTo>
                    <a:pt x="10966" y="6371"/>
                    <a:pt x="11037" y="6287"/>
                    <a:pt x="11037" y="6204"/>
                  </a:cubicBezTo>
                  <a:cubicBezTo>
                    <a:pt x="11037" y="6109"/>
                    <a:pt x="10966" y="6037"/>
                    <a:pt x="10882" y="6037"/>
                  </a:cubicBezTo>
                  <a:lnTo>
                    <a:pt x="9894" y="6037"/>
                  </a:lnTo>
                  <a:cubicBezTo>
                    <a:pt x="9954" y="5930"/>
                    <a:pt x="10001" y="5811"/>
                    <a:pt x="10001" y="5680"/>
                  </a:cubicBezTo>
                  <a:lnTo>
                    <a:pt x="10001" y="4180"/>
                  </a:lnTo>
                  <a:cubicBezTo>
                    <a:pt x="10001" y="3882"/>
                    <a:pt x="9787" y="3608"/>
                    <a:pt x="9501" y="3525"/>
                  </a:cubicBezTo>
                  <a:lnTo>
                    <a:pt x="8930" y="3358"/>
                  </a:lnTo>
                  <a:cubicBezTo>
                    <a:pt x="8858" y="3335"/>
                    <a:pt x="8799" y="3275"/>
                    <a:pt x="8799" y="3180"/>
                  </a:cubicBezTo>
                  <a:lnTo>
                    <a:pt x="8799" y="3049"/>
                  </a:lnTo>
                  <a:cubicBezTo>
                    <a:pt x="8858" y="3001"/>
                    <a:pt x="8894" y="2977"/>
                    <a:pt x="8942" y="2918"/>
                  </a:cubicBezTo>
                  <a:cubicBezTo>
                    <a:pt x="9180" y="2692"/>
                    <a:pt x="9299" y="2382"/>
                    <a:pt x="9299" y="2049"/>
                  </a:cubicBezTo>
                  <a:lnTo>
                    <a:pt x="9299" y="1739"/>
                  </a:lnTo>
                  <a:lnTo>
                    <a:pt x="9358" y="1608"/>
                  </a:lnTo>
                  <a:cubicBezTo>
                    <a:pt x="9430" y="1453"/>
                    <a:pt x="9465" y="1311"/>
                    <a:pt x="9465" y="1144"/>
                  </a:cubicBezTo>
                  <a:lnTo>
                    <a:pt x="9465" y="310"/>
                  </a:lnTo>
                  <a:cubicBezTo>
                    <a:pt x="9465" y="215"/>
                    <a:pt x="9382" y="144"/>
                    <a:pt x="9299" y="144"/>
                  </a:cubicBezTo>
                  <a:lnTo>
                    <a:pt x="7739" y="144"/>
                  </a:lnTo>
                  <a:cubicBezTo>
                    <a:pt x="7168" y="144"/>
                    <a:pt x="6703" y="608"/>
                    <a:pt x="6703" y="1168"/>
                  </a:cubicBezTo>
                  <a:lnTo>
                    <a:pt x="6703" y="1191"/>
                  </a:lnTo>
                  <a:cubicBezTo>
                    <a:pt x="6703" y="1322"/>
                    <a:pt x="6739" y="1453"/>
                    <a:pt x="6798" y="1572"/>
                  </a:cubicBezTo>
                  <a:lnTo>
                    <a:pt x="6894" y="1739"/>
                  </a:lnTo>
                  <a:lnTo>
                    <a:pt x="6894" y="2001"/>
                  </a:lnTo>
                  <a:cubicBezTo>
                    <a:pt x="6894" y="2418"/>
                    <a:pt x="7096" y="2799"/>
                    <a:pt x="7406" y="3037"/>
                  </a:cubicBezTo>
                  <a:lnTo>
                    <a:pt x="7406" y="3180"/>
                  </a:lnTo>
                  <a:cubicBezTo>
                    <a:pt x="7406" y="3251"/>
                    <a:pt x="7346" y="3335"/>
                    <a:pt x="7275" y="3358"/>
                  </a:cubicBezTo>
                  <a:lnTo>
                    <a:pt x="6691" y="3525"/>
                  </a:lnTo>
                  <a:cubicBezTo>
                    <a:pt x="6394" y="3608"/>
                    <a:pt x="6203" y="3882"/>
                    <a:pt x="6203" y="4180"/>
                  </a:cubicBezTo>
                  <a:lnTo>
                    <a:pt x="6203" y="4311"/>
                  </a:lnTo>
                  <a:lnTo>
                    <a:pt x="6191" y="4311"/>
                  </a:lnTo>
                  <a:cubicBezTo>
                    <a:pt x="6013" y="4311"/>
                    <a:pt x="5858" y="4466"/>
                    <a:pt x="5858" y="4644"/>
                  </a:cubicBezTo>
                  <a:lnTo>
                    <a:pt x="5858" y="6025"/>
                  </a:lnTo>
                  <a:lnTo>
                    <a:pt x="5858" y="6037"/>
                  </a:lnTo>
                  <a:lnTo>
                    <a:pt x="5048" y="6037"/>
                  </a:lnTo>
                  <a:cubicBezTo>
                    <a:pt x="5108" y="5930"/>
                    <a:pt x="5144" y="5811"/>
                    <a:pt x="5144" y="5680"/>
                  </a:cubicBezTo>
                  <a:lnTo>
                    <a:pt x="5144" y="4180"/>
                  </a:lnTo>
                  <a:cubicBezTo>
                    <a:pt x="5144" y="3882"/>
                    <a:pt x="4941" y="3608"/>
                    <a:pt x="4655" y="3525"/>
                  </a:cubicBezTo>
                  <a:lnTo>
                    <a:pt x="4072" y="3358"/>
                  </a:lnTo>
                  <a:lnTo>
                    <a:pt x="4060" y="3358"/>
                  </a:lnTo>
                  <a:cubicBezTo>
                    <a:pt x="4346" y="3299"/>
                    <a:pt x="4560" y="3239"/>
                    <a:pt x="4703" y="3180"/>
                  </a:cubicBezTo>
                  <a:cubicBezTo>
                    <a:pt x="4786" y="3156"/>
                    <a:pt x="4846" y="3096"/>
                    <a:pt x="4893" y="3001"/>
                  </a:cubicBezTo>
                  <a:cubicBezTo>
                    <a:pt x="4941" y="2930"/>
                    <a:pt x="4941" y="2835"/>
                    <a:pt x="4905" y="2751"/>
                  </a:cubicBezTo>
                  <a:cubicBezTo>
                    <a:pt x="4763" y="2358"/>
                    <a:pt x="4655" y="1692"/>
                    <a:pt x="4643" y="1370"/>
                  </a:cubicBezTo>
                  <a:cubicBezTo>
                    <a:pt x="4584" y="572"/>
                    <a:pt x="4001" y="1"/>
                    <a:pt x="3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68"/>
            <p:cNvSpPr/>
            <p:nvPr/>
          </p:nvSpPr>
          <p:spPr>
            <a:xfrm>
              <a:off x="1611228" y="2679979"/>
              <a:ext cx="12250" cy="12708"/>
            </a:xfrm>
            <a:custGeom>
              <a:avLst/>
              <a:gdLst/>
              <a:ahLst/>
              <a:cxnLst/>
              <a:rect l="l" t="t" r="r" b="b"/>
              <a:pathLst>
                <a:path w="322" h="334" extrusionOk="0">
                  <a:moveTo>
                    <a:pt x="167" y="0"/>
                  </a:moveTo>
                  <a:cubicBezTo>
                    <a:pt x="72" y="0"/>
                    <a:pt x="0" y="83"/>
                    <a:pt x="0" y="167"/>
                  </a:cubicBezTo>
                  <a:cubicBezTo>
                    <a:pt x="0" y="262"/>
                    <a:pt x="72" y="334"/>
                    <a:pt x="167" y="334"/>
                  </a:cubicBezTo>
                  <a:cubicBezTo>
                    <a:pt x="250" y="334"/>
                    <a:pt x="322" y="262"/>
                    <a:pt x="322" y="167"/>
                  </a:cubicBez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95" name="Google Shape;12995;p68"/>
          <p:cNvGrpSpPr/>
          <p:nvPr/>
        </p:nvGrpSpPr>
        <p:grpSpPr>
          <a:xfrm>
            <a:off x="854332" y="2523936"/>
            <a:ext cx="376358" cy="330109"/>
            <a:chOff x="854332" y="2447736"/>
            <a:chExt cx="376358" cy="330109"/>
          </a:xfrm>
        </p:grpSpPr>
        <p:sp>
          <p:nvSpPr>
            <p:cNvPr id="12996" name="Google Shape;12996;p68"/>
            <p:cNvSpPr/>
            <p:nvPr/>
          </p:nvSpPr>
          <p:spPr>
            <a:xfrm>
              <a:off x="854332" y="2483353"/>
              <a:ext cx="376358" cy="294491"/>
            </a:xfrm>
            <a:custGeom>
              <a:avLst/>
              <a:gdLst/>
              <a:ahLst/>
              <a:cxnLst/>
              <a:rect l="l" t="t" r="r" b="b"/>
              <a:pathLst>
                <a:path w="11824" h="9252" extrusionOk="0">
                  <a:moveTo>
                    <a:pt x="3311" y="334"/>
                  </a:moveTo>
                  <a:cubicBezTo>
                    <a:pt x="3632" y="334"/>
                    <a:pt x="3882" y="549"/>
                    <a:pt x="3882" y="810"/>
                  </a:cubicBezTo>
                  <a:lnTo>
                    <a:pt x="3882" y="846"/>
                  </a:lnTo>
                  <a:cubicBezTo>
                    <a:pt x="3703" y="775"/>
                    <a:pt x="3513" y="727"/>
                    <a:pt x="3311" y="727"/>
                  </a:cubicBezTo>
                  <a:cubicBezTo>
                    <a:pt x="3120" y="727"/>
                    <a:pt x="2930" y="775"/>
                    <a:pt x="2751" y="846"/>
                  </a:cubicBezTo>
                  <a:lnTo>
                    <a:pt x="2751" y="810"/>
                  </a:lnTo>
                  <a:cubicBezTo>
                    <a:pt x="2751" y="549"/>
                    <a:pt x="3001" y="334"/>
                    <a:pt x="3311" y="334"/>
                  </a:cubicBezTo>
                  <a:close/>
                  <a:moveTo>
                    <a:pt x="3311" y="1084"/>
                  </a:moveTo>
                  <a:cubicBezTo>
                    <a:pt x="3942" y="1084"/>
                    <a:pt x="4430" y="1584"/>
                    <a:pt x="4430" y="2203"/>
                  </a:cubicBezTo>
                  <a:cubicBezTo>
                    <a:pt x="4430" y="2323"/>
                    <a:pt x="4418" y="2442"/>
                    <a:pt x="4370" y="2561"/>
                  </a:cubicBezTo>
                  <a:cubicBezTo>
                    <a:pt x="3882" y="2049"/>
                    <a:pt x="3013" y="1858"/>
                    <a:pt x="2977" y="1858"/>
                  </a:cubicBezTo>
                  <a:cubicBezTo>
                    <a:pt x="2961" y="1855"/>
                    <a:pt x="2946" y="1854"/>
                    <a:pt x="2932" y="1854"/>
                  </a:cubicBezTo>
                  <a:cubicBezTo>
                    <a:pt x="2892" y="1854"/>
                    <a:pt x="2857" y="1865"/>
                    <a:pt x="2822" y="1882"/>
                  </a:cubicBezTo>
                  <a:cubicBezTo>
                    <a:pt x="2775" y="1918"/>
                    <a:pt x="2763" y="1965"/>
                    <a:pt x="2763" y="2025"/>
                  </a:cubicBezTo>
                  <a:cubicBezTo>
                    <a:pt x="2763" y="2037"/>
                    <a:pt x="2751" y="2156"/>
                    <a:pt x="2632" y="2275"/>
                  </a:cubicBezTo>
                  <a:cubicBezTo>
                    <a:pt x="2560" y="2346"/>
                    <a:pt x="2560" y="2454"/>
                    <a:pt x="2632" y="2513"/>
                  </a:cubicBezTo>
                  <a:cubicBezTo>
                    <a:pt x="2668" y="2549"/>
                    <a:pt x="2712" y="2567"/>
                    <a:pt x="2755" y="2567"/>
                  </a:cubicBezTo>
                  <a:cubicBezTo>
                    <a:pt x="2799" y="2567"/>
                    <a:pt x="2840" y="2549"/>
                    <a:pt x="2870" y="2513"/>
                  </a:cubicBezTo>
                  <a:cubicBezTo>
                    <a:pt x="2965" y="2406"/>
                    <a:pt x="3013" y="2323"/>
                    <a:pt x="3060" y="2227"/>
                  </a:cubicBezTo>
                  <a:cubicBezTo>
                    <a:pt x="3358" y="2323"/>
                    <a:pt x="3953" y="2525"/>
                    <a:pt x="4227" y="2918"/>
                  </a:cubicBezTo>
                  <a:cubicBezTo>
                    <a:pt x="4144" y="3358"/>
                    <a:pt x="3763" y="3692"/>
                    <a:pt x="3299" y="3692"/>
                  </a:cubicBezTo>
                  <a:cubicBezTo>
                    <a:pt x="2834" y="3692"/>
                    <a:pt x="2441" y="3335"/>
                    <a:pt x="2394" y="2858"/>
                  </a:cubicBezTo>
                  <a:cubicBezTo>
                    <a:pt x="2394" y="2823"/>
                    <a:pt x="2382" y="2811"/>
                    <a:pt x="2358" y="2775"/>
                  </a:cubicBezTo>
                  <a:cubicBezTo>
                    <a:pt x="2263" y="2596"/>
                    <a:pt x="2203" y="2406"/>
                    <a:pt x="2203" y="2203"/>
                  </a:cubicBezTo>
                  <a:cubicBezTo>
                    <a:pt x="2203" y="1572"/>
                    <a:pt x="2703" y="1084"/>
                    <a:pt x="3311" y="1084"/>
                  </a:cubicBezTo>
                  <a:close/>
                  <a:moveTo>
                    <a:pt x="3715" y="3989"/>
                  </a:moveTo>
                  <a:lnTo>
                    <a:pt x="3715" y="4168"/>
                  </a:lnTo>
                  <a:cubicBezTo>
                    <a:pt x="3703" y="4228"/>
                    <a:pt x="3715" y="4287"/>
                    <a:pt x="3751" y="4323"/>
                  </a:cubicBezTo>
                  <a:lnTo>
                    <a:pt x="3584" y="4478"/>
                  </a:lnTo>
                  <a:cubicBezTo>
                    <a:pt x="3507" y="4543"/>
                    <a:pt x="3415" y="4576"/>
                    <a:pt x="3322" y="4576"/>
                  </a:cubicBezTo>
                  <a:cubicBezTo>
                    <a:pt x="3230" y="4576"/>
                    <a:pt x="3138" y="4543"/>
                    <a:pt x="3060" y="4478"/>
                  </a:cubicBezTo>
                  <a:lnTo>
                    <a:pt x="2894" y="4323"/>
                  </a:lnTo>
                  <a:cubicBezTo>
                    <a:pt x="2930" y="4287"/>
                    <a:pt x="2941" y="4228"/>
                    <a:pt x="2941" y="4168"/>
                  </a:cubicBezTo>
                  <a:lnTo>
                    <a:pt x="2941" y="3989"/>
                  </a:lnTo>
                  <a:cubicBezTo>
                    <a:pt x="3060" y="4025"/>
                    <a:pt x="3191" y="4049"/>
                    <a:pt x="3334" y="4049"/>
                  </a:cubicBezTo>
                  <a:cubicBezTo>
                    <a:pt x="3465" y="4049"/>
                    <a:pt x="3596" y="4025"/>
                    <a:pt x="3715" y="3989"/>
                  </a:cubicBezTo>
                  <a:close/>
                  <a:moveTo>
                    <a:pt x="4049" y="4549"/>
                  </a:moveTo>
                  <a:lnTo>
                    <a:pt x="4620" y="4835"/>
                  </a:lnTo>
                  <a:cubicBezTo>
                    <a:pt x="4763" y="4894"/>
                    <a:pt x="4835" y="5025"/>
                    <a:pt x="4835" y="5180"/>
                  </a:cubicBezTo>
                  <a:lnTo>
                    <a:pt x="3346" y="5180"/>
                  </a:lnTo>
                  <a:cubicBezTo>
                    <a:pt x="3156" y="5180"/>
                    <a:pt x="2989" y="5335"/>
                    <a:pt x="2989" y="5537"/>
                  </a:cubicBezTo>
                  <a:lnTo>
                    <a:pt x="2989" y="6275"/>
                  </a:lnTo>
                  <a:lnTo>
                    <a:pt x="2596" y="6275"/>
                  </a:lnTo>
                  <a:lnTo>
                    <a:pt x="2596" y="5561"/>
                  </a:lnTo>
                  <a:cubicBezTo>
                    <a:pt x="2596" y="5466"/>
                    <a:pt x="2525" y="5382"/>
                    <a:pt x="2418" y="5382"/>
                  </a:cubicBezTo>
                  <a:cubicBezTo>
                    <a:pt x="2322" y="5382"/>
                    <a:pt x="2239" y="5454"/>
                    <a:pt x="2239" y="5561"/>
                  </a:cubicBezTo>
                  <a:lnTo>
                    <a:pt x="2239" y="6442"/>
                  </a:lnTo>
                  <a:cubicBezTo>
                    <a:pt x="2239" y="6525"/>
                    <a:pt x="2322" y="6621"/>
                    <a:pt x="2418" y="6621"/>
                  </a:cubicBezTo>
                  <a:lnTo>
                    <a:pt x="2989" y="6621"/>
                  </a:lnTo>
                  <a:lnTo>
                    <a:pt x="2989" y="7002"/>
                  </a:lnTo>
                  <a:lnTo>
                    <a:pt x="2989" y="7026"/>
                  </a:lnTo>
                  <a:lnTo>
                    <a:pt x="2227" y="7026"/>
                  </a:lnTo>
                  <a:cubicBezTo>
                    <a:pt x="2025" y="7026"/>
                    <a:pt x="1846" y="6847"/>
                    <a:pt x="1846" y="6633"/>
                  </a:cubicBezTo>
                  <a:lnTo>
                    <a:pt x="1846" y="5180"/>
                  </a:lnTo>
                  <a:lnTo>
                    <a:pt x="1822" y="5180"/>
                  </a:lnTo>
                  <a:cubicBezTo>
                    <a:pt x="1822" y="5025"/>
                    <a:pt x="1906" y="4894"/>
                    <a:pt x="2037" y="4835"/>
                  </a:cubicBezTo>
                  <a:lnTo>
                    <a:pt x="2620" y="4549"/>
                  </a:lnTo>
                  <a:lnTo>
                    <a:pt x="2822" y="4740"/>
                  </a:lnTo>
                  <a:cubicBezTo>
                    <a:pt x="2953" y="4882"/>
                    <a:pt x="3156" y="4942"/>
                    <a:pt x="3334" y="4942"/>
                  </a:cubicBezTo>
                  <a:cubicBezTo>
                    <a:pt x="3513" y="4942"/>
                    <a:pt x="3692" y="4882"/>
                    <a:pt x="3834" y="4740"/>
                  </a:cubicBezTo>
                  <a:lnTo>
                    <a:pt x="4049" y="4549"/>
                  </a:lnTo>
                  <a:close/>
                  <a:moveTo>
                    <a:pt x="5537" y="5513"/>
                  </a:moveTo>
                  <a:lnTo>
                    <a:pt x="5549" y="7002"/>
                  </a:lnTo>
                  <a:cubicBezTo>
                    <a:pt x="5549" y="7002"/>
                    <a:pt x="5549" y="7026"/>
                    <a:pt x="5537" y="7026"/>
                  </a:cubicBezTo>
                  <a:lnTo>
                    <a:pt x="3311" y="7026"/>
                  </a:lnTo>
                  <a:cubicBezTo>
                    <a:pt x="3311" y="7026"/>
                    <a:pt x="3299" y="7026"/>
                    <a:pt x="3299" y="7002"/>
                  </a:cubicBezTo>
                  <a:lnTo>
                    <a:pt x="3299" y="5537"/>
                  </a:lnTo>
                  <a:cubicBezTo>
                    <a:pt x="3299" y="5537"/>
                    <a:pt x="3299" y="5513"/>
                    <a:pt x="3311" y="5513"/>
                  </a:cubicBezTo>
                  <a:close/>
                  <a:moveTo>
                    <a:pt x="11097" y="7359"/>
                  </a:moveTo>
                  <a:lnTo>
                    <a:pt x="11097" y="7752"/>
                  </a:lnTo>
                  <a:lnTo>
                    <a:pt x="727" y="7752"/>
                  </a:lnTo>
                  <a:lnTo>
                    <a:pt x="727" y="7359"/>
                  </a:lnTo>
                  <a:close/>
                  <a:moveTo>
                    <a:pt x="3311" y="1"/>
                  </a:moveTo>
                  <a:cubicBezTo>
                    <a:pt x="2810" y="1"/>
                    <a:pt x="2406" y="370"/>
                    <a:pt x="2406" y="810"/>
                  </a:cubicBezTo>
                  <a:cubicBezTo>
                    <a:pt x="2406" y="894"/>
                    <a:pt x="2418" y="965"/>
                    <a:pt x="2441" y="1025"/>
                  </a:cubicBezTo>
                  <a:cubicBezTo>
                    <a:pt x="2084" y="1287"/>
                    <a:pt x="1858" y="1727"/>
                    <a:pt x="1858" y="2203"/>
                  </a:cubicBezTo>
                  <a:cubicBezTo>
                    <a:pt x="1858" y="2454"/>
                    <a:pt x="1929" y="2704"/>
                    <a:pt x="2048" y="2930"/>
                  </a:cubicBezTo>
                  <a:cubicBezTo>
                    <a:pt x="2096" y="3299"/>
                    <a:pt x="2298" y="3608"/>
                    <a:pt x="2584" y="3811"/>
                  </a:cubicBezTo>
                  <a:lnTo>
                    <a:pt x="2584" y="4168"/>
                  </a:lnTo>
                  <a:lnTo>
                    <a:pt x="2584" y="4180"/>
                  </a:lnTo>
                  <a:lnTo>
                    <a:pt x="1882" y="4537"/>
                  </a:lnTo>
                  <a:cubicBezTo>
                    <a:pt x="1632" y="4656"/>
                    <a:pt x="1489" y="4906"/>
                    <a:pt x="1489" y="5192"/>
                  </a:cubicBezTo>
                  <a:lnTo>
                    <a:pt x="1489" y="6645"/>
                  </a:lnTo>
                  <a:cubicBezTo>
                    <a:pt x="1489" y="6787"/>
                    <a:pt x="1525" y="6918"/>
                    <a:pt x="1584" y="7037"/>
                  </a:cubicBezTo>
                  <a:lnTo>
                    <a:pt x="179" y="7037"/>
                  </a:lnTo>
                  <a:cubicBezTo>
                    <a:pt x="84" y="7037"/>
                    <a:pt x="1" y="7109"/>
                    <a:pt x="1" y="7216"/>
                  </a:cubicBezTo>
                  <a:cubicBezTo>
                    <a:pt x="1" y="7323"/>
                    <a:pt x="72" y="7395"/>
                    <a:pt x="179" y="7395"/>
                  </a:cubicBezTo>
                  <a:lnTo>
                    <a:pt x="370" y="7395"/>
                  </a:lnTo>
                  <a:lnTo>
                    <a:pt x="370" y="9073"/>
                  </a:lnTo>
                  <a:cubicBezTo>
                    <a:pt x="370" y="9169"/>
                    <a:pt x="441" y="9252"/>
                    <a:pt x="548" y="9252"/>
                  </a:cubicBezTo>
                  <a:cubicBezTo>
                    <a:pt x="655" y="9252"/>
                    <a:pt x="727" y="9181"/>
                    <a:pt x="727" y="9073"/>
                  </a:cubicBezTo>
                  <a:lnTo>
                    <a:pt x="727" y="8133"/>
                  </a:lnTo>
                  <a:lnTo>
                    <a:pt x="11097" y="8133"/>
                  </a:lnTo>
                  <a:lnTo>
                    <a:pt x="11097" y="9073"/>
                  </a:lnTo>
                  <a:cubicBezTo>
                    <a:pt x="11097" y="9169"/>
                    <a:pt x="11169" y="9252"/>
                    <a:pt x="11276" y="9252"/>
                  </a:cubicBezTo>
                  <a:cubicBezTo>
                    <a:pt x="11383" y="9252"/>
                    <a:pt x="11454" y="9181"/>
                    <a:pt x="11454" y="9073"/>
                  </a:cubicBezTo>
                  <a:lnTo>
                    <a:pt x="11454" y="7395"/>
                  </a:lnTo>
                  <a:lnTo>
                    <a:pt x="11645" y="7395"/>
                  </a:lnTo>
                  <a:cubicBezTo>
                    <a:pt x="11740" y="7395"/>
                    <a:pt x="11823" y="7323"/>
                    <a:pt x="11823" y="7216"/>
                  </a:cubicBezTo>
                  <a:cubicBezTo>
                    <a:pt x="11812" y="7097"/>
                    <a:pt x="11740" y="7026"/>
                    <a:pt x="11633" y="7026"/>
                  </a:cubicBezTo>
                  <a:lnTo>
                    <a:pt x="5894" y="7026"/>
                  </a:lnTo>
                  <a:lnTo>
                    <a:pt x="5894" y="7002"/>
                  </a:lnTo>
                  <a:lnTo>
                    <a:pt x="5894" y="5537"/>
                  </a:lnTo>
                  <a:cubicBezTo>
                    <a:pt x="5894" y="5335"/>
                    <a:pt x="5727" y="5180"/>
                    <a:pt x="5537" y="5180"/>
                  </a:cubicBezTo>
                  <a:lnTo>
                    <a:pt x="5144" y="5180"/>
                  </a:lnTo>
                  <a:cubicBezTo>
                    <a:pt x="5144" y="4894"/>
                    <a:pt x="5001" y="4656"/>
                    <a:pt x="4739" y="4537"/>
                  </a:cubicBezTo>
                  <a:lnTo>
                    <a:pt x="4049" y="4180"/>
                  </a:lnTo>
                  <a:lnTo>
                    <a:pt x="4049" y="4168"/>
                  </a:lnTo>
                  <a:lnTo>
                    <a:pt x="4049" y="3811"/>
                  </a:lnTo>
                  <a:cubicBezTo>
                    <a:pt x="4323" y="3608"/>
                    <a:pt x="4537" y="3299"/>
                    <a:pt x="4584" y="2930"/>
                  </a:cubicBezTo>
                  <a:cubicBezTo>
                    <a:pt x="4715" y="2704"/>
                    <a:pt x="4775" y="2454"/>
                    <a:pt x="4775" y="2203"/>
                  </a:cubicBezTo>
                  <a:cubicBezTo>
                    <a:pt x="4775" y="1727"/>
                    <a:pt x="4549" y="1287"/>
                    <a:pt x="4192" y="1025"/>
                  </a:cubicBezTo>
                  <a:cubicBezTo>
                    <a:pt x="4203" y="953"/>
                    <a:pt x="4227" y="894"/>
                    <a:pt x="4227" y="810"/>
                  </a:cubicBezTo>
                  <a:cubicBezTo>
                    <a:pt x="4227" y="370"/>
                    <a:pt x="3811" y="1"/>
                    <a:pt x="3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68"/>
            <p:cNvSpPr/>
            <p:nvPr/>
          </p:nvSpPr>
          <p:spPr>
            <a:xfrm>
              <a:off x="983561" y="2677389"/>
              <a:ext cx="23140" cy="11395"/>
            </a:xfrm>
            <a:custGeom>
              <a:avLst/>
              <a:gdLst/>
              <a:ahLst/>
              <a:cxnLst/>
              <a:rect l="l" t="t" r="r" b="b"/>
              <a:pathLst>
                <a:path w="727" h="358" extrusionOk="0">
                  <a:moveTo>
                    <a:pt x="179" y="1"/>
                  </a:moveTo>
                  <a:cubicBezTo>
                    <a:pt x="84" y="1"/>
                    <a:pt x="1" y="72"/>
                    <a:pt x="1" y="179"/>
                  </a:cubicBezTo>
                  <a:cubicBezTo>
                    <a:pt x="1" y="275"/>
                    <a:pt x="72" y="358"/>
                    <a:pt x="179" y="358"/>
                  </a:cubicBezTo>
                  <a:lnTo>
                    <a:pt x="548" y="358"/>
                  </a:lnTo>
                  <a:cubicBezTo>
                    <a:pt x="644" y="358"/>
                    <a:pt x="727" y="287"/>
                    <a:pt x="727" y="179"/>
                  </a:cubicBezTo>
                  <a:cubicBezTo>
                    <a:pt x="727" y="72"/>
                    <a:pt x="655" y="1"/>
                    <a:pt x="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68"/>
            <p:cNvSpPr/>
            <p:nvPr/>
          </p:nvSpPr>
          <p:spPr>
            <a:xfrm>
              <a:off x="1030925" y="2447736"/>
              <a:ext cx="187638" cy="183086"/>
            </a:xfrm>
            <a:custGeom>
              <a:avLst/>
              <a:gdLst/>
              <a:ahLst/>
              <a:cxnLst/>
              <a:rect l="l" t="t" r="r" b="b"/>
              <a:pathLst>
                <a:path w="5895" h="5752" extrusionOk="0">
                  <a:moveTo>
                    <a:pt x="5168" y="358"/>
                  </a:moveTo>
                  <a:cubicBezTo>
                    <a:pt x="5371" y="358"/>
                    <a:pt x="5549" y="536"/>
                    <a:pt x="5549" y="739"/>
                  </a:cubicBezTo>
                  <a:lnTo>
                    <a:pt x="5549" y="3692"/>
                  </a:lnTo>
                  <a:cubicBezTo>
                    <a:pt x="5549" y="3894"/>
                    <a:pt x="5371" y="4073"/>
                    <a:pt x="5168" y="4073"/>
                  </a:cubicBezTo>
                  <a:lnTo>
                    <a:pt x="2942" y="4073"/>
                  </a:lnTo>
                  <a:cubicBezTo>
                    <a:pt x="2918" y="4073"/>
                    <a:pt x="2870" y="4096"/>
                    <a:pt x="2846" y="4108"/>
                  </a:cubicBezTo>
                  <a:lnTo>
                    <a:pt x="1192" y="5311"/>
                  </a:lnTo>
                  <a:lnTo>
                    <a:pt x="1192" y="5311"/>
                  </a:lnTo>
                  <a:lnTo>
                    <a:pt x="1442" y="4299"/>
                  </a:lnTo>
                  <a:cubicBezTo>
                    <a:pt x="1453" y="4251"/>
                    <a:pt x="1442" y="4192"/>
                    <a:pt x="1418" y="4156"/>
                  </a:cubicBezTo>
                  <a:cubicBezTo>
                    <a:pt x="1382" y="4108"/>
                    <a:pt x="1322" y="4096"/>
                    <a:pt x="1275" y="4096"/>
                  </a:cubicBezTo>
                  <a:lnTo>
                    <a:pt x="727" y="4096"/>
                  </a:lnTo>
                  <a:cubicBezTo>
                    <a:pt x="525" y="4096"/>
                    <a:pt x="346" y="3918"/>
                    <a:pt x="346" y="3703"/>
                  </a:cubicBezTo>
                  <a:lnTo>
                    <a:pt x="346" y="739"/>
                  </a:lnTo>
                  <a:cubicBezTo>
                    <a:pt x="346" y="536"/>
                    <a:pt x="525" y="358"/>
                    <a:pt x="727" y="358"/>
                  </a:cubicBezTo>
                  <a:close/>
                  <a:moveTo>
                    <a:pt x="727" y="1"/>
                  </a:moveTo>
                  <a:cubicBezTo>
                    <a:pt x="322" y="1"/>
                    <a:pt x="1" y="322"/>
                    <a:pt x="1" y="727"/>
                  </a:cubicBezTo>
                  <a:lnTo>
                    <a:pt x="1" y="3692"/>
                  </a:lnTo>
                  <a:cubicBezTo>
                    <a:pt x="1" y="4084"/>
                    <a:pt x="322" y="4418"/>
                    <a:pt x="727" y="4418"/>
                  </a:cubicBezTo>
                  <a:lnTo>
                    <a:pt x="1049" y="4418"/>
                  </a:lnTo>
                  <a:lnTo>
                    <a:pt x="799" y="5430"/>
                  </a:lnTo>
                  <a:cubicBezTo>
                    <a:pt x="775" y="5537"/>
                    <a:pt x="822" y="5656"/>
                    <a:pt x="906" y="5716"/>
                  </a:cubicBezTo>
                  <a:cubicBezTo>
                    <a:pt x="953" y="5739"/>
                    <a:pt x="1013" y="5751"/>
                    <a:pt x="1049" y="5751"/>
                  </a:cubicBezTo>
                  <a:cubicBezTo>
                    <a:pt x="1120" y="5751"/>
                    <a:pt x="1156" y="5739"/>
                    <a:pt x="1203" y="5716"/>
                  </a:cubicBezTo>
                  <a:lnTo>
                    <a:pt x="2989" y="4418"/>
                  </a:lnTo>
                  <a:lnTo>
                    <a:pt x="5168" y="4418"/>
                  </a:lnTo>
                  <a:cubicBezTo>
                    <a:pt x="5561" y="4418"/>
                    <a:pt x="5894" y="4084"/>
                    <a:pt x="5894" y="3692"/>
                  </a:cubicBezTo>
                  <a:lnTo>
                    <a:pt x="5894" y="727"/>
                  </a:lnTo>
                  <a:cubicBezTo>
                    <a:pt x="5894" y="322"/>
                    <a:pt x="5561"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68"/>
            <p:cNvSpPr/>
            <p:nvPr/>
          </p:nvSpPr>
          <p:spPr>
            <a:xfrm>
              <a:off x="1066574" y="2483353"/>
              <a:ext cx="28806" cy="11045"/>
            </a:xfrm>
            <a:custGeom>
              <a:avLst/>
              <a:gdLst/>
              <a:ahLst/>
              <a:cxnLst/>
              <a:rect l="l" t="t" r="r" b="b"/>
              <a:pathLst>
                <a:path w="905" h="347" extrusionOk="0">
                  <a:moveTo>
                    <a:pt x="179" y="1"/>
                  </a:moveTo>
                  <a:cubicBezTo>
                    <a:pt x="83" y="1"/>
                    <a:pt x="0" y="72"/>
                    <a:pt x="0" y="179"/>
                  </a:cubicBezTo>
                  <a:cubicBezTo>
                    <a:pt x="0" y="263"/>
                    <a:pt x="72" y="346"/>
                    <a:pt x="179" y="346"/>
                  </a:cubicBezTo>
                  <a:lnTo>
                    <a:pt x="726" y="346"/>
                  </a:lnTo>
                  <a:cubicBezTo>
                    <a:pt x="810" y="346"/>
                    <a:pt x="905" y="275"/>
                    <a:pt x="905" y="179"/>
                  </a:cubicBezTo>
                  <a:cubicBezTo>
                    <a:pt x="893" y="72"/>
                    <a:pt x="810"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68"/>
            <p:cNvSpPr/>
            <p:nvPr/>
          </p:nvSpPr>
          <p:spPr>
            <a:xfrm>
              <a:off x="1107126" y="2483353"/>
              <a:ext cx="76201" cy="11045"/>
            </a:xfrm>
            <a:custGeom>
              <a:avLst/>
              <a:gdLst/>
              <a:ahLst/>
              <a:cxnLst/>
              <a:rect l="l" t="t" r="r" b="b"/>
              <a:pathLst>
                <a:path w="2394" h="347" extrusionOk="0">
                  <a:moveTo>
                    <a:pt x="179" y="1"/>
                  </a:moveTo>
                  <a:cubicBezTo>
                    <a:pt x="95" y="1"/>
                    <a:pt x="0" y="72"/>
                    <a:pt x="0" y="179"/>
                  </a:cubicBezTo>
                  <a:cubicBezTo>
                    <a:pt x="0" y="263"/>
                    <a:pt x="71" y="346"/>
                    <a:pt x="179" y="346"/>
                  </a:cubicBezTo>
                  <a:lnTo>
                    <a:pt x="2215" y="346"/>
                  </a:lnTo>
                  <a:cubicBezTo>
                    <a:pt x="2310" y="346"/>
                    <a:pt x="2393" y="275"/>
                    <a:pt x="2393" y="179"/>
                  </a:cubicBezTo>
                  <a:cubicBezTo>
                    <a:pt x="2393" y="72"/>
                    <a:pt x="2310" y="1"/>
                    <a:pt x="2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68"/>
            <p:cNvSpPr/>
            <p:nvPr/>
          </p:nvSpPr>
          <p:spPr>
            <a:xfrm>
              <a:off x="1065810" y="2512542"/>
              <a:ext cx="117516" cy="11395"/>
            </a:xfrm>
            <a:custGeom>
              <a:avLst/>
              <a:gdLst/>
              <a:ahLst/>
              <a:cxnLst/>
              <a:rect l="l" t="t" r="r" b="b"/>
              <a:pathLst>
                <a:path w="3692" h="358" extrusionOk="0">
                  <a:moveTo>
                    <a:pt x="179" y="1"/>
                  </a:moveTo>
                  <a:cubicBezTo>
                    <a:pt x="96" y="1"/>
                    <a:pt x="0" y="72"/>
                    <a:pt x="0" y="179"/>
                  </a:cubicBezTo>
                  <a:cubicBezTo>
                    <a:pt x="0" y="274"/>
                    <a:pt x="84" y="358"/>
                    <a:pt x="179" y="358"/>
                  </a:cubicBezTo>
                  <a:lnTo>
                    <a:pt x="3513" y="358"/>
                  </a:lnTo>
                  <a:cubicBezTo>
                    <a:pt x="3608" y="358"/>
                    <a:pt x="3691" y="286"/>
                    <a:pt x="3691" y="179"/>
                  </a:cubicBezTo>
                  <a:cubicBezTo>
                    <a:pt x="3691" y="72"/>
                    <a:pt x="3608" y="1"/>
                    <a:pt x="3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2" name="Google Shape;13002;p68"/>
            <p:cNvSpPr/>
            <p:nvPr/>
          </p:nvSpPr>
          <p:spPr>
            <a:xfrm>
              <a:off x="1065810" y="2542112"/>
              <a:ext cx="76583" cy="11395"/>
            </a:xfrm>
            <a:custGeom>
              <a:avLst/>
              <a:gdLst/>
              <a:ahLst/>
              <a:cxnLst/>
              <a:rect l="l" t="t" r="r" b="b"/>
              <a:pathLst>
                <a:path w="2406" h="358" extrusionOk="0">
                  <a:moveTo>
                    <a:pt x="179" y="0"/>
                  </a:moveTo>
                  <a:cubicBezTo>
                    <a:pt x="96" y="0"/>
                    <a:pt x="0" y="72"/>
                    <a:pt x="0" y="179"/>
                  </a:cubicBezTo>
                  <a:cubicBezTo>
                    <a:pt x="0" y="262"/>
                    <a:pt x="84" y="357"/>
                    <a:pt x="179" y="357"/>
                  </a:cubicBezTo>
                  <a:lnTo>
                    <a:pt x="2227" y="357"/>
                  </a:lnTo>
                  <a:cubicBezTo>
                    <a:pt x="2310" y="357"/>
                    <a:pt x="2405" y="274"/>
                    <a:pt x="2405" y="179"/>
                  </a:cubicBezTo>
                  <a:cubicBezTo>
                    <a:pt x="2405" y="72"/>
                    <a:pt x="2310" y="0"/>
                    <a:pt x="2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3" name="Google Shape;13003;p68"/>
            <p:cNvSpPr/>
            <p:nvPr/>
          </p:nvSpPr>
          <p:spPr>
            <a:xfrm>
              <a:off x="1154489" y="2542112"/>
              <a:ext cx="28838" cy="11395"/>
            </a:xfrm>
            <a:custGeom>
              <a:avLst/>
              <a:gdLst/>
              <a:ahLst/>
              <a:cxnLst/>
              <a:rect l="l" t="t" r="r" b="b"/>
              <a:pathLst>
                <a:path w="906" h="358" extrusionOk="0">
                  <a:moveTo>
                    <a:pt x="179" y="0"/>
                  </a:moveTo>
                  <a:cubicBezTo>
                    <a:pt x="96" y="0"/>
                    <a:pt x="0" y="72"/>
                    <a:pt x="0" y="179"/>
                  </a:cubicBezTo>
                  <a:cubicBezTo>
                    <a:pt x="0" y="262"/>
                    <a:pt x="72" y="357"/>
                    <a:pt x="179" y="357"/>
                  </a:cubicBezTo>
                  <a:lnTo>
                    <a:pt x="727" y="357"/>
                  </a:lnTo>
                  <a:cubicBezTo>
                    <a:pt x="822" y="357"/>
                    <a:pt x="905" y="274"/>
                    <a:pt x="905" y="179"/>
                  </a:cubicBezTo>
                  <a:cubicBezTo>
                    <a:pt x="905"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4" name="Google Shape;13004;p68"/>
          <p:cNvGrpSpPr/>
          <p:nvPr/>
        </p:nvGrpSpPr>
        <p:grpSpPr>
          <a:xfrm>
            <a:off x="4206763" y="2527151"/>
            <a:ext cx="322151" cy="322374"/>
            <a:chOff x="4206763" y="2450951"/>
            <a:chExt cx="322151" cy="322374"/>
          </a:xfrm>
        </p:grpSpPr>
        <p:sp>
          <p:nvSpPr>
            <p:cNvPr id="13005" name="Google Shape;13005;p68"/>
            <p:cNvSpPr/>
            <p:nvPr/>
          </p:nvSpPr>
          <p:spPr>
            <a:xfrm>
              <a:off x="4206763" y="2571650"/>
              <a:ext cx="322151" cy="201675"/>
            </a:xfrm>
            <a:custGeom>
              <a:avLst/>
              <a:gdLst/>
              <a:ahLst/>
              <a:cxnLst/>
              <a:rect l="l" t="t" r="r" b="b"/>
              <a:pathLst>
                <a:path w="10121" h="6336" extrusionOk="0">
                  <a:moveTo>
                    <a:pt x="2691" y="2847"/>
                  </a:moveTo>
                  <a:lnTo>
                    <a:pt x="2691" y="6037"/>
                  </a:lnTo>
                  <a:lnTo>
                    <a:pt x="1393" y="6037"/>
                  </a:lnTo>
                  <a:lnTo>
                    <a:pt x="1393" y="2847"/>
                  </a:lnTo>
                  <a:close/>
                  <a:moveTo>
                    <a:pt x="5703" y="2049"/>
                  </a:moveTo>
                  <a:lnTo>
                    <a:pt x="5703" y="6037"/>
                  </a:lnTo>
                  <a:lnTo>
                    <a:pt x="4406" y="6037"/>
                  </a:lnTo>
                  <a:lnTo>
                    <a:pt x="4406" y="2049"/>
                  </a:lnTo>
                  <a:close/>
                  <a:moveTo>
                    <a:pt x="8704" y="299"/>
                  </a:moveTo>
                  <a:lnTo>
                    <a:pt x="8704" y="6037"/>
                  </a:lnTo>
                  <a:lnTo>
                    <a:pt x="7406" y="6037"/>
                  </a:lnTo>
                  <a:lnTo>
                    <a:pt x="7406" y="299"/>
                  </a:lnTo>
                  <a:close/>
                  <a:moveTo>
                    <a:pt x="7275" y="1"/>
                  </a:moveTo>
                  <a:cubicBezTo>
                    <a:pt x="7192" y="1"/>
                    <a:pt x="7132" y="61"/>
                    <a:pt x="7132" y="156"/>
                  </a:cubicBezTo>
                  <a:lnTo>
                    <a:pt x="7132" y="6037"/>
                  </a:lnTo>
                  <a:lnTo>
                    <a:pt x="6001" y="6037"/>
                  </a:lnTo>
                  <a:lnTo>
                    <a:pt x="6001" y="1894"/>
                  </a:lnTo>
                  <a:cubicBezTo>
                    <a:pt x="6001" y="1811"/>
                    <a:pt x="5941" y="1751"/>
                    <a:pt x="5846" y="1751"/>
                  </a:cubicBezTo>
                  <a:lnTo>
                    <a:pt x="4275" y="1751"/>
                  </a:lnTo>
                  <a:cubicBezTo>
                    <a:pt x="4179" y="1751"/>
                    <a:pt x="4120" y="1811"/>
                    <a:pt x="4120" y="1894"/>
                  </a:cubicBezTo>
                  <a:lnTo>
                    <a:pt x="4120" y="6037"/>
                  </a:lnTo>
                  <a:lnTo>
                    <a:pt x="2989" y="6037"/>
                  </a:lnTo>
                  <a:lnTo>
                    <a:pt x="2989" y="2704"/>
                  </a:lnTo>
                  <a:cubicBezTo>
                    <a:pt x="2989" y="2608"/>
                    <a:pt x="2929" y="2549"/>
                    <a:pt x="2846" y="2549"/>
                  </a:cubicBezTo>
                  <a:lnTo>
                    <a:pt x="1262" y="2549"/>
                  </a:lnTo>
                  <a:cubicBezTo>
                    <a:pt x="1167" y="2549"/>
                    <a:pt x="1119" y="2608"/>
                    <a:pt x="1119" y="2704"/>
                  </a:cubicBezTo>
                  <a:lnTo>
                    <a:pt x="1119" y="6037"/>
                  </a:lnTo>
                  <a:lnTo>
                    <a:pt x="143" y="6037"/>
                  </a:lnTo>
                  <a:cubicBezTo>
                    <a:pt x="60" y="6037"/>
                    <a:pt x="0" y="6097"/>
                    <a:pt x="0" y="6180"/>
                  </a:cubicBezTo>
                  <a:cubicBezTo>
                    <a:pt x="0" y="6276"/>
                    <a:pt x="60" y="6335"/>
                    <a:pt x="143" y="6335"/>
                  </a:cubicBezTo>
                  <a:lnTo>
                    <a:pt x="9966" y="6335"/>
                  </a:lnTo>
                  <a:cubicBezTo>
                    <a:pt x="10061" y="6335"/>
                    <a:pt x="10121" y="6276"/>
                    <a:pt x="10121" y="6180"/>
                  </a:cubicBezTo>
                  <a:cubicBezTo>
                    <a:pt x="10121" y="6109"/>
                    <a:pt x="10049" y="6037"/>
                    <a:pt x="9966" y="6037"/>
                  </a:cubicBezTo>
                  <a:lnTo>
                    <a:pt x="9001" y="6037"/>
                  </a:lnTo>
                  <a:lnTo>
                    <a:pt x="9001" y="156"/>
                  </a:lnTo>
                  <a:cubicBezTo>
                    <a:pt x="9001" y="61"/>
                    <a:pt x="8942" y="1"/>
                    <a:pt x="88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68"/>
            <p:cNvSpPr/>
            <p:nvPr/>
          </p:nvSpPr>
          <p:spPr>
            <a:xfrm>
              <a:off x="4210933" y="2450951"/>
              <a:ext cx="308878" cy="185537"/>
            </a:xfrm>
            <a:custGeom>
              <a:avLst/>
              <a:gdLst/>
              <a:ahLst/>
              <a:cxnLst/>
              <a:rect l="l" t="t" r="r" b="b"/>
              <a:pathLst>
                <a:path w="9704" h="5829" extrusionOk="0">
                  <a:moveTo>
                    <a:pt x="9212" y="1"/>
                  </a:moveTo>
                  <a:cubicBezTo>
                    <a:pt x="9189" y="1"/>
                    <a:pt x="9167" y="3"/>
                    <a:pt x="9144" y="7"/>
                  </a:cubicBezTo>
                  <a:lnTo>
                    <a:pt x="7870" y="162"/>
                  </a:lnTo>
                  <a:cubicBezTo>
                    <a:pt x="7620" y="197"/>
                    <a:pt x="7442" y="435"/>
                    <a:pt x="7477" y="685"/>
                  </a:cubicBezTo>
                  <a:cubicBezTo>
                    <a:pt x="7500" y="920"/>
                    <a:pt x="7711" y="1092"/>
                    <a:pt x="7944" y="1092"/>
                  </a:cubicBezTo>
                  <a:cubicBezTo>
                    <a:pt x="7959" y="1092"/>
                    <a:pt x="7974" y="1092"/>
                    <a:pt x="7989" y="1090"/>
                  </a:cubicBezTo>
                  <a:lnTo>
                    <a:pt x="8096" y="1066"/>
                  </a:lnTo>
                  <a:lnTo>
                    <a:pt x="8096" y="1066"/>
                  </a:lnTo>
                  <a:cubicBezTo>
                    <a:pt x="6537" y="2876"/>
                    <a:pt x="4691" y="3805"/>
                    <a:pt x="3382" y="4269"/>
                  </a:cubicBezTo>
                  <a:cubicBezTo>
                    <a:pt x="1739" y="4853"/>
                    <a:pt x="476" y="4912"/>
                    <a:pt x="465" y="4912"/>
                  </a:cubicBezTo>
                  <a:cubicBezTo>
                    <a:pt x="203" y="4924"/>
                    <a:pt x="0" y="5138"/>
                    <a:pt x="12" y="5388"/>
                  </a:cubicBezTo>
                  <a:cubicBezTo>
                    <a:pt x="36" y="5638"/>
                    <a:pt x="226" y="5829"/>
                    <a:pt x="476" y="5829"/>
                  </a:cubicBezTo>
                  <a:lnTo>
                    <a:pt x="488" y="5829"/>
                  </a:lnTo>
                  <a:cubicBezTo>
                    <a:pt x="548" y="5829"/>
                    <a:pt x="1893" y="5793"/>
                    <a:pt x="3667" y="5150"/>
                  </a:cubicBezTo>
                  <a:cubicBezTo>
                    <a:pt x="4656" y="4793"/>
                    <a:pt x="5596" y="4317"/>
                    <a:pt x="6442" y="3745"/>
                  </a:cubicBezTo>
                  <a:cubicBezTo>
                    <a:pt x="6525" y="3710"/>
                    <a:pt x="6537" y="3614"/>
                    <a:pt x="6489" y="3543"/>
                  </a:cubicBezTo>
                  <a:cubicBezTo>
                    <a:pt x="6458" y="3497"/>
                    <a:pt x="6413" y="3471"/>
                    <a:pt x="6365" y="3471"/>
                  </a:cubicBezTo>
                  <a:cubicBezTo>
                    <a:pt x="6339" y="3471"/>
                    <a:pt x="6312" y="3478"/>
                    <a:pt x="6287" y="3495"/>
                  </a:cubicBezTo>
                  <a:cubicBezTo>
                    <a:pt x="5453" y="4067"/>
                    <a:pt x="4537" y="4519"/>
                    <a:pt x="3560" y="4865"/>
                  </a:cubicBezTo>
                  <a:cubicBezTo>
                    <a:pt x="1834" y="5484"/>
                    <a:pt x="536" y="5519"/>
                    <a:pt x="476" y="5531"/>
                  </a:cubicBezTo>
                  <a:cubicBezTo>
                    <a:pt x="393" y="5531"/>
                    <a:pt x="310" y="5460"/>
                    <a:pt x="310" y="5377"/>
                  </a:cubicBezTo>
                  <a:cubicBezTo>
                    <a:pt x="310" y="5281"/>
                    <a:pt x="393" y="5210"/>
                    <a:pt x="476" y="5198"/>
                  </a:cubicBezTo>
                  <a:cubicBezTo>
                    <a:pt x="488" y="5198"/>
                    <a:pt x="1798" y="5150"/>
                    <a:pt x="3489" y="4543"/>
                  </a:cubicBezTo>
                  <a:cubicBezTo>
                    <a:pt x="4894" y="4031"/>
                    <a:pt x="6918" y="3007"/>
                    <a:pt x="8573" y="947"/>
                  </a:cubicBezTo>
                  <a:cubicBezTo>
                    <a:pt x="8664" y="856"/>
                    <a:pt x="8579" y="709"/>
                    <a:pt x="8456" y="709"/>
                  </a:cubicBezTo>
                  <a:cubicBezTo>
                    <a:pt x="8451" y="709"/>
                    <a:pt x="8447" y="709"/>
                    <a:pt x="8442" y="709"/>
                  </a:cubicBezTo>
                  <a:lnTo>
                    <a:pt x="7966" y="769"/>
                  </a:lnTo>
                  <a:cubicBezTo>
                    <a:pt x="7951" y="772"/>
                    <a:pt x="7937" y="774"/>
                    <a:pt x="7924" y="774"/>
                  </a:cubicBezTo>
                  <a:cubicBezTo>
                    <a:pt x="7850" y="774"/>
                    <a:pt x="7797" y="720"/>
                    <a:pt x="7787" y="650"/>
                  </a:cubicBezTo>
                  <a:cubicBezTo>
                    <a:pt x="7751" y="554"/>
                    <a:pt x="7835" y="459"/>
                    <a:pt x="7930" y="447"/>
                  </a:cubicBezTo>
                  <a:lnTo>
                    <a:pt x="9204" y="281"/>
                  </a:lnTo>
                  <a:cubicBezTo>
                    <a:pt x="9210" y="280"/>
                    <a:pt x="9216" y="280"/>
                    <a:pt x="9222" y="280"/>
                  </a:cubicBezTo>
                  <a:cubicBezTo>
                    <a:pt x="9311" y="280"/>
                    <a:pt x="9394" y="358"/>
                    <a:pt x="9394" y="447"/>
                  </a:cubicBezTo>
                  <a:lnTo>
                    <a:pt x="9394" y="1709"/>
                  </a:lnTo>
                  <a:cubicBezTo>
                    <a:pt x="9394" y="1805"/>
                    <a:pt x="9323" y="1876"/>
                    <a:pt x="9228" y="1876"/>
                  </a:cubicBezTo>
                  <a:cubicBezTo>
                    <a:pt x="9132" y="1876"/>
                    <a:pt x="9061" y="1805"/>
                    <a:pt x="9061" y="1709"/>
                  </a:cubicBezTo>
                  <a:lnTo>
                    <a:pt x="9061" y="1328"/>
                  </a:lnTo>
                  <a:cubicBezTo>
                    <a:pt x="9061" y="1269"/>
                    <a:pt x="9025" y="1209"/>
                    <a:pt x="8978" y="1186"/>
                  </a:cubicBezTo>
                  <a:cubicBezTo>
                    <a:pt x="8963" y="1183"/>
                    <a:pt x="8948" y="1181"/>
                    <a:pt x="8932" y="1181"/>
                  </a:cubicBezTo>
                  <a:cubicBezTo>
                    <a:pt x="8882" y="1181"/>
                    <a:pt x="8829" y="1197"/>
                    <a:pt x="8811" y="1233"/>
                  </a:cubicBezTo>
                  <a:cubicBezTo>
                    <a:pt x="8263" y="1924"/>
                    <a:pt x="7620" y="2531"/>
                    <a:pt x="6930" y="3067"/>
                  </a:cubicBezTo>
                  <a:cubicBezTo>
                    <a:pt x="6870" y="3114"/>
                    <a:pt x="6858" y="3210"/>
                    <a:pt x="6906" y="3269"/>
                  </a:cubicBezTo>
                  <a:cubicBezTo>
                    <a:pt x="6936" y="3307"/>
                    <a:pt x="6985" y="3330"/>
                    <a:pt x="7032" y="3330"/>
                  </a:cubicBezTo>
                  <a:cubicBezTo>
                    <a:pt x="7060" y="3330"/>
                    <a:pt x="7086" y="3322"/>
                    <a:pt x="7108" y="3305"/>
                  </a:cubicBezTo>
                  <a:cubicBezTo>
                    <a:pt x="7704" y="2840"/>
                    <a:pt x="8275" y="2305"/>
                    <a:pt x="8775" y="1745"/>
                  </a:cubicBezTo>
                  <a:cubicBezTo>
                    <a:pt x="8799" y="1995"/>
                    <a:pt x="8989" y="2186"/>
                    <a:pt x="9239" y="2186"/>
                  </a:cubicBezTo>
                  <a:cubicBezTo>
                    <a:pt x="9490" y="2186"/>
                    <a:pt x="9704" y="1983"/>
                    <a:pt x="9704" y="1721"/>
                  </a:cubicBezTo>
                  <a:lnTo>
                    <a:pt x="9704" y="459"/>
                  </a:lnTo>
                  <a:cubicBezTo>
                    <a:pt x="9680" y="328"/>
                    <a:pt x="9620" y="209"/>
                    <a:pt x="9513" y="126"/>
                  </a:cubicBezTo>
                  <a:cubicBezTo>
                    <a:pt x="9425" y="47"/>
                    <a:pt x="9319" y="1"/>
                    <a:pt x="9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7" name="Google Shape;13007;p68"/>
          <p:cNvGrpSpPr/>
          <p:nvPr/>
        </p:nvGrpSpPr>
        <p:grpSpPr>
          <a:xfrm>
            <a:off x="7528096" y="2526259"/>
            <a:ext cx="327976" cy="324316"/>
            <a:chOff x="7528096" y="2450059"/>
            <a:chExt cx="327976" cy="324316"/>
          </a:xfrm>
        </p:grpSpPr>
        <p:sp>
          <p:nvSpPr>
            <p:cNvPr id="13008" name="Google Shape;13008;p68"/>
            <p:cNvSpPr/>
            <p:nvPr/>
          </p:nvSpPr>
          <p:spPr>
            <a:xfrm>
              <a:off x="7569411" y="2697187"/>
              <a:ext cx="26928" cy="25623"/>
            </a:xfrm>
            <a:custGeom>
              <a:avLst/>
              <a:gdLst/>
              <a:ahLst/>
              <a:cxnLst/>
              <a:rect l="l" t="t" r="r" b="b"/>
              <a:pathLst>
                <a:path w="846" h="805" extrusionOk="0">
                  <a:moveTo>
                    <a:pt x="679" y="1"/>
                  </a:moveTo>
                  <a:cubicBezTo>
                    <a:pt x="640" y="1"/>
                    <a:pt x="602" y="16"/>
                    <a:pt x="572" y="46"/>
                  </a:cubicBezTo>
                  <a:lnTo>
                    <a:pt x="60" y="558"/>
                  </a:lnTo>
                  <a:cubicBezTo>
                    <a:pt x="0" y="617"/>
                    <a:pt x="0" y="700"/>
                    <a:pt x="60" y="760"/>
                  </a:cubicBezTo>
                  <a:cubicBezTo>
                    <a:pt x="96" y="790"/>
                    <a:pt x="134" y="805"/>
                    <a:pt x="172" y="805"/>
                  </a:cubicBezTo>
                  <a:cubicBezTo>
                    <a:pt x="209" y="805"/>
                    <a:pt x="244" y="790"/>
                    <a:pt x="274" y="760"/>
                  </a:cubicBezTo>
                  <a:lnTo>
                    <a:pt x="786" y="260"/>
                  </a:lnTo>
                  <a:cubicBezTo>
                    <a:pt x="846" y="200"/>
                    <a:pt x="846" y="105"/>
                    <a:pt x="786" y="46"/>
                  </a:cubicBezTo>
                  <a:cubicBezTo>
                    <a:pt x="756" y="16"/>
                    <a:pt x="71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68"/>
            <p:cNvSpPr/>
            <p:nvPr/>
          </p:nvSpPr>
          <p:spPr>
            <a:xfrm>
              <a:off x="7600859" y="2728667"/>
              <a:ext cx="26578" cy="25591"/>
            </a:xfrm>
            <a:custGeom>
              <a:avLst/>
              <a:gdLst/>
              <a:ahLst/>
              <a:cxnLst/>
              <a:rect l="l" t="t" r="r" b="b"/>
              <a:pathLst>
                <a:path w="835" h="804" extrusionOk="0">
                  <a:moveTo>
                    <a:pt x="673" y="0"/>
                  </a:moveTo>
                  <a:cubicBezTo>
                    <a:pt x="638" y="0"/>
                    <a:pt x="602" y="15"/>
                    <a:pt x="572" y="45"/>
                  </a:cubicBezTo>
                  <a:lnTo>
                    <a:pt x="60" y="545"/>
                  </a:lnTo>
                  <a:cubicBezTo>
                    <a:pt x="1" y="604"/>
                    <a:pt x="1" y="700"/>
                    <a:pt x="60" y="759"/>
                  </a:cubicBezTo>
                  <a:cubicBezTo>
                    <a:pt x="90" y="789"/>
                    <a:pt x="129" y="804"/>
                    <a:pt x="167" y="804"/>
                  </a:cubicBezTo>
                  <a:cubicBezTo>
                    <a:pt x="206" y="804"/>
                    <a:pt x="245" y="789"/>
                    <a:pt x="274" y="759"/>
                  </a:cubicBezTo>
                  <a:lnTo>
                    <a:pt x="775" y="247"/>
                  </a:lnTo>
                  <a:cubicBezTo>
                    <a:pt x="834" y="188"/>
                    <a:pt x="834" y="104"/>
                    <a:pt x="775" y="45"/>
                  </a:cubicBezTo>
                  <a:cubicBezTo>
                    <a:pt x="745" y="15"/>
                    <a:pt x="709"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68"/>
            <p:cNvSpPr/>
            <p:nvPr/>
          </p:nvSpPr>
          <p:spPr>
            <a:xfrm>
              <a:off x="7585326" y="2713102"/>
              <a:ext cx="26546" cy="25241"/>
            </a:xfrm>
            <a:custGeom>
              <a:avLst/>
              <a:gdLst/>
              <a:ahLst/>
              <a:cxnLst/>
              <a:rect l="l" t="t" r="r" b="b"/>
              <a:pathLst>
                <a:path w="834" h="793" extrusionOk="0">
                  <a:moveTo>
                    <a:pt x="667" y="1"/>
                  </a:moveTo>
                  <a:cubicBezTo>
                    <a:pt x="629" y="1"/>
                    <a:pt x="590" y="16"/>
                    <a:pt x="560" y="46"/>
                  </a:cubicBezTo>
                  <a:lnTo>
                    <a:pt x="60" y="546"/>
                  </a:lnTo>
                  <a:cubicBezTo>
                    <a:pt x="0" y="605"/>
                    <a:pt x="0" y="700"/>
                    <a:pt x="60" y="748"/>
                  </a:cubicBezTo>
                  <a:cubicBezTo>
                    <a:pt x="90" y="778"/>
                    <a:pt x="125" y="793"/>
                    <a:pt x="161" y="793"/>
                  </a:cubicBezTo>
                  <a:cubicBezTo>
                    <a:pt x="197" y="793"/>
                    <a:pt x="233" y="778"/>
                    <a:pt x="262" y="748"/>
                  </a:cubicBezTo>
                  <a:lnTo>
                    <a:pt x="774" y="248"/>
                  </a:lnTo>
                  <a:cubicBezTo>
                    <a:pt x="834" y="189"/>
                    <a:pt x="834" y="105"/>
                    <a:pt x="774" y="46"/>
                  </a:cubicBezTo>
                  <a:cubicBezTo>
                    <a:pt x="745" y="16"/>
                    <a:pt x="706"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68"/>
            <p:cNvSpPr/>
            <p:nvPr/>
          </p:nvSpPr>
          <p:spPr>
            <a:xfrm>
              <a:off x="7528096" y="2450059"/>
              <a:ext cx="327976" cy="324316"/>
            </a:xfrm>
            <a:custGeom>
              <a:avLst/>
              <a:gdLst/>
              <a:ahLst/>
              <a:cxnLst/>
              <a:rect l="l" t="t" r="r" b="b"/>
              <a:pathLst>
                <a:path w="10304" h="10189" extrusionOk="0">
                  <a:moveTo>
                    <a:pt x="9954" y="309"/>
                  </a:moveTo>
                  <a:lnTo>
                    <a:pt x="9538" y="1761"/>
                  </a:lnTo>
                  <a:lnTo>
                    <a:pt x="8514" y="725"/>
                  </a:lnTo>
                  <a:lnTo>
                    <a:pt x="9954" y="309"/>
                  </a:lnTo>
                  <a:close/>
                  <a:moveTo>
                    <a:pt x="4311" y="3369"/>
                  </a:moveTo>
                  <a:lnTo>
                    <a:pt x="2501" y="5178"/>
                  </a:lnTo>
                  <a:lnTo>
                    <a:pt x="429" y="5012"/>
                  </a:lnTo>
                  <a:cubicBezTo>
                    <a:pt x="394" y="5012"/>
                    <a:pt x="382" y="4988"/>
                    <a:pt x="417" y="4952"/>
                  </a:cubicBezTo>
                  <a:cubicBezTo>
                    <a:pt x="1310" y="4059"/>
                    <a:pt x="2477" y="3523"/>
                    <a:pt x="3727" y="3404"/>
                  </a:cubicBezTo>
                  <a:lnTo>
                    <a:pt x="4311" y="3369"/>
                  </a:lnTo>
                  <a:close/>
                  <a:moveTo>
                    <a:pt x="2537" y="5571"/>
                  </a:moveTo>
                  <a:lnTo>
                    <a:pt x="3358" y="6381"/>
                  </a:lnTo>
                  <a:lnTo>
                    <a:pt x="3049" y="6702"/>
                  </a:lnTo>
                  <a:cubicBezTo>
                    <a:pt x="2715" y="6369"/>
                    <a:pt x="2299" y="5952"/>
                    <a:pt x="2227" y="5893"/>
                  </a:cubicBezTo>
                  <a:lnTo>
                    <a:pt x="2537" y="5571"/>
                  </a:lnTo>
                  <a:close/>
                  <a:moveTo>
                    <a:pt x="2418" y="6464"/>
                  </a:moveTo>
                  <a:lnTo>
                    <a:pt x="2834" y="6881"/>
                  </a:lnTo>
                  <a:lnTo>
                    <a:pt x="2465" y="7250"/>
                  </a:lnTo>
                  <a:cubicBezTo>
                    <a:pt x="2453" y="7262"/>
                    <a:pt x="2441" y="7298"/>
                    <a:pt x="2418" y="7310"/>
                  </a:cubicBezTo>
                  <a:lnTo>
                    <a:pt x="2049" y="6940"/>
                  </a:lnTo>
                  <a:cubicBezTo>
                    <a:pt x="2025" y="6905"/>
                    <a:pt x="2025" y="6857"/>
                    <a:pt x="2049" y="6833"/>
                  </a:cubicBezTo>
                  <a:lnTo>
                    <a:pt x="2418" y="6464"/>
                  </a:lnTo>
                  <a:close/>
                  <a:moveTo>
                    <a:pt x="8168" y="821"/>
                  </a:moveTo>
                  <a:lnTo>
                    <a:pt x="9418" y="2071"/>
                  </a:lnTo>
                  <a:lnTo>
                    <a:pt x="9061" y="3380"/>
                  </a:lnTo>
                  <a:lnTo>
                    <a:pt x="4906" y="7536"/>
                  </a:lnTo>
                  <a:lnTo>
                    <a:pt x="4084" y="6714"/>
                  </a:lnTo>
                  <a:lnTo>
                    <a:pt x="5978" y="4821"/>
                  </a:lnTo>
                  <a:cubicBezTo>
                    <a:pt x="6109" y="4690"/>
                    <a:pt x="6144" y="4452"/>
                    <a:pt x="5966" y="4273"/>
                  </a:cubicBezTo>
                  <a:cubicBezTo>
                    <a:pt x="5888" y="4196"/>
                    <a:pt x="5790" y="4157"/>
                    <a:pt x="5693" y="4157"/>
                  </a:cubicBezTo>
                  <a:cubicBezTo>
                    <a:pt x="5597" y="4157"/>
                    <a:pt x="5501" y="4196"/>
                    <a:pt x="5430" y="4273"/>
                  </a:cubicBezTo>
                  <a:lnTo>
                    <a:pt x="3537" y="6167"/>
                  </a:lnTo>
                  <a:lnTo>
                    <a:pt x="2715" y="5345"/>
                  </a:lnTo>
                  <a:lnTo>
                    <a:pt x="6871" y="1190"/>
                  </a:lnTo>
                  <a:lnTo>
                    <a:pt x="8168" y="821"/>
                  </a:lnTo>
                  <a:close/>
                  <a:moveTo>
                    <a:pt x="5711" y="4485"/>
                  </a:moveTo>
                  <a:cubicBezTo>
                    <a:pt x="5733" y="4485"/>
                    <a:pt x="5757" y="4494"/>
                    <a:pt x="5775" y="4512"/>
                  </a:cubicBezTo>
                  <a:cubicBezTo>
                    <a:pt x="5799" y="4535"/>
                    <a:pt x="5799" y="4595"/>
                    <a:pt x="5775" y="4631"/>
                  </a:cubicBezTo>
                  <a:lnTo>
                    <a:pt x="3775" y="6619"/>
                  </a:lnTo>
                  <a:cubicBezTo>
                    <a:pt x="3692" y="6714"/>
                    <a:pt x="2894" y="7488"/>
                    <a:pt x="2811" y="7595"/>
                  </a:cubicBezTo>
                  <a:cubicBezTo>
                    <a:pt x="2793" y="7607"/>
                    <a:pt x="2769" y="7613"/>
                    <a:pt x="2747" y="7613"/>
                  </a:cubicBezTo>
                  <a:cubicBezTo>
                    <a:pt x="2724" y="7613"/>
                    <a:pt x="2703" y="7607"/>
                    <a:pt x="2691" y="7595"/>
                  </a:cubicBezTo>
                  <a:cubicBezTo>
                    <a:pt x="2656" y="7560"/>
                    <a:pt x="2656" y="7500"/>
                    <a:pt x="2691" y="7476"/>
                  </a:cubicBezTo>
                  <a:lnTo>
                    <a:pt x="5656" y="4512"/>
                  </a:lnTo>
                  <a:cubicBezTo>
                    <a:pt x="5668" y="4494"/>
                    <a:pt x="5689" y="4485"/>
                    <a:pt x="5711" y="4485"/>
                  </a:cubicBezTo>
                  <a:close/>
                  <a:moveTo>
                    <a:pt x="3894" y="6917"/>
                  </a:moveTo>
                  <a:lnTo>
                    <a:pt x="4716" y="7738"/>
                  </a:lnTo>
                  <a:lnTo>
                    <a:pt x="4406" y="8036"/>
                  </a:lnTo>
                  <a:lnTo>
                    <a:pt x="4382" y="8036"/>
                  </a:lnTo>
                  <a:lnTo>
                    <a:pt x="3584" y="7238"/>
                  </a:lnTo>
                  <a:lnTo>
                    <a:pt x="3894" y="6917"/>
                  </a:lnTo>
                  <a:close/>
                  <a:moveTo>
                    <a:pt x="3394" y="7452"/>
                  </a:moveTo>
                  <a:lnTo>
                    <a:pt x="3811" y="7869"/>
                  </a:lnTo>
                  <a:lnTo>
                    <a:pt x="3430" y="8226"/>
                  </a:lnTo>
                  <a:cubicBezTo>
                    <a:pt x="3418" y="8250"/>
                    <a:pt x="3394" y="8250"/>
                    <a:pt x="3394" y="8250"/>
                  </a:cubicBezTo>
                  <a:cubicBezTo>
                    <a:pt x="3370" y="8250"/>
                    <a:pt x="3358" y="8250"/>
                    <a:pt x="3346" y="8226"/>
                  </a:cubicBezTo>
                  <a:lnTo>
                    <a:pt x="2977" y="7857"/>
                  </a:lnTo>
                  <a:cubicBezTo>
                    <a:pt x="2989" y="7845"/>
                    <a:pt x="3013" y="7833"/>
                    <a:pt x="3037" y="7810"/>
                  </a:cubicBezTo>
                  <a:lnTo>
                    <a:pt x="3394" y="7452"/>
                  </a:lnTo>
                  <a:close/>
                  <a:moveTo>
                    <a:pt x="9971" y="1"/>
                  </a:moveTo>
                  <a:cubicBezTo>
                    <a:pt x="9946" y="1"/>
                    <a:pt x="9921" y="4"/>
                    <a:pt x="9895" y="11"/>
                  </a:cubicBezTo>
                  <a:cubicBezTo>
                    <a:pt x="9252" y="213"/>
                    <a:pt x="7394" y="749"/>
                    <a:pt x="6787" y="928"/>
                  </a:cubicBezTo>
                  <a:cubicBezTo>
                    <a:pt x="6751" y="928"/>
                    <a:pt x="6740" y="940"/>
                    <a:pt x="6716" y="963"/>
                  </a:cubicBezTo>
                  <a:lnTo>
                    <a:pt x="4632" y="3047"/>
                  </a:lnTo>
                  <a:lnTo>
                    <a:pt x="3703" y="3130"/>
                  </a:lnTo>
                  <a:cubicBezTo>
                    <a:pt x="2370" y="3226"/>
                    <a:pt x="1144" y="3809"/>
                    <a:pt x="191" y="4750"/>
                  </a:cubicBezTo>
                  <a:cubicBezTo>
                    <a:pt x="1" y="4940"/>
                    <a:pt x="120" y="5285"/>
                    <a:pt x="394" y="5309"/>
                  </a:cubicBezTo>
                  <a:lnTo>
                    <a:pt x="2215" y="5476"/>
                  </a:lnTo>
                  <a:lnTo>
                    <a:pt x="2025" y="5666"/>
                  </a:lnTo>
                  <a:cubicBezTo>
                    <a:pt x="1906" y="5786"/>
                    <a:pt x="1906" y="5964"/>
                    <a:pt x="2025" y="6083"/>
                  </a:cubicBezTo>
                  <a:lnTo>
                    <a:pt x="2203" y="6262"/>
                  </a:lnTo>
                  <a:lnTo>
                    <a:pt x="1822" y="6643"/>
                  </a:lnTo>
                  <a:cubicBezTo>
                    <a:pt x="1679" y="6786"/>
                    <a:pt x="1679" y="7012"/>
                    <a:pt x="1822" y="7155"/>
                  </a:cubicBezTo>
                  <a:lnTo>
                    <a:pt x="3108" y="8441"/>
                  </a:lnTo>
                  <a:cubicBezTo>
                    <a:pt x="3180" y="8512"/>
                    <a:pt x="3272" y="8548"/>
                    <a:pt x="3366" y="8548"/>
                  </a:cubicBezTo>
                  <a:cubicBezTo>
                    <a:pt x="3459" y="8548"/>
                    <a:pt x="3555" y="8512"/>
                    <a:pt x="3632" y="8441"/>
                  </a:cubicBezTo>
                  <a:lnTo>
                    <a:pt x="4001" y="8072"/>
                  </a:lnTo>
                  <a:lnTo>
                    <a:pt x="4180" y="8250"/>
                  </a:lnTo>
                  <a:cubicBezTo>
                    <a:pt x="4239" y="8310"/>
                    <a:pt x="4317" y="8339"/>
                    <a:pt x="4396" y="8339"/>
                  </a:cubicBezTo>
                  <a:cubicBezTo>
                    <a:pt x="4474" y="8339"/>
                    <a:pt x="4555" y="8310"/>
                    <a:pt x="4620" y="8250"/>
                  </a:cubicBezTo>
                  <a:lnTo>
                    <a:pt x="4799" y="8072"/>
                  </a:lnTo>
                  <a:lnTo>
                    <a:pt x="4966" y="9881"/>
                  </a:lnTo>
                  <a:cubicBezTo>
                    <a:pt x="4977" y="10012"/>
                    <a:pt x="5061" y="10119"/>
                    <a:pt x="5180" y="10167"/>
                  </a:cubicBezTo>
                  <a:cubicBezTo>
                    <a:pt x="5216" y="10182"/>
                    <a:pt x="5254" y="10188"/>
                    <a:pt x="5291" y="10188"/>
                  </a:cubicBezTo>
                  <a:cubicBezTo>
                    <a:pt x="5375" y="10188"/>
                    <a:pt x="5455" y="10153"/>
                    <a:pt x="5513" y="10096"/>
                  </a:cubicBezTo>
                  <a:cubicBezTo>
                    <a:pt x="6097" y="9512"/>
                    <a:pt x="6525" y="8822"/>
                    <a:pt x="6811" y="8072"/>
                  </a:cubicBezTo>
                  <a:cubicBezTo>
                    <a:pt x="6847" y="7988"/>
                    <a:pt x="6799" y="7905"/>
                    <a:pt x="6728" y="7869"/>
                  </a:cubicBezTo>
                  <a:cubicBezTo>
                    <a:pt x="6713" y="7865"/>
                    <a:pt x="6698" y="7863"/>
                    <a:pt x="6684" y="7863"/>
                  </a:cubicBezTo>
                  <a:cubicBezTo>
                    <a:pt x="6616" y="7863"/>
                    <a:pt x="6555" y="7906"/>
                    <a:pt x="6525" y="7964"/>
                  </a:cubicBezTo>
                  <a:cubicBezTo>
                    <a:pt x="6263" y="8691"/>
                    <a:pt x="5847" y="9334"/>
                    <a:pt x="5299" y="9881"/>
                  </a:cubicBezTo>
                  <a:cubicBezTo>
                    <a:pt x="5292" y="9885"/>
                    <a:pt x="5285" y="9886"/>
                    <a:pt x="5278" y="9886"/>
                  </a:cubicBezTo>
                  <a:cubicBezTo>
                    <a:pt x="5262" y="9886"/>
                    <a:pt x="5248" y="9878"/>
                    <a:pt x="5239" y="9869"/>
                  </a:cubicBezTo>
                  <a:lnTo>
                    <a:pt x="5061" y="7810"/>
                  </a:lnTo>
                  <a:lnTo>
                    <a:pt x="6871" y="6000"/>
                  </a:lnTo>
                  <a:lnTo>
                    <a:pt x="6871" y="6000"/>
                  </a:lnTo>
                  <a:cubicBezTo>
                    <a:pt x="6811" y="6738"/>
                    <a:pt x="6799" y="6940"/>
                    <a:pt x="6704" y="7310"/>
                  </a:cubicBezTo>
                  <a:cubicBezTo>
                    <a:pt x="6692" y="7381"/>
                    <a:pt x="6740" y="7476"/>
                    <a:pt x="6823" y="7488"/>
                  </a:cubicBezTo>
                  <a:cubicBezTo>
                    <a:pt x="6831" y="7489"/>
                    <a:pt x="6840" y="7490"/>
                    <a:pt x="6848" y="7490"/>
                  </a:cubicBezTo>
                  <a:cubicBezTo>
                    <a:pt x="6923" y="7490"/>
                    <a:pt x="6991" y="7444"/>
                    <a:pt x="7002" y="7369"/>
                  </a:cubicBezTo>
                  <a:cubicBezTo>
                    <a:pt x="7109" y="6905"/>
                    <a:pt x="7109" y="6702"/>
                    <a:pt x="7204" y="5666"/>
                  </a:cubicBezTo>
                  <a:lnTo>
                    <a:pt x="9288" y="3583"/>
                  </a:lnTo>
                  <a:cubicBezTo>
                    <a:pt x="9299" y="3571"/>
                    <a:pt x="9311" y="3547"/>
                    <a:pt x="9323" y="3523"/>
                  </a:cubicBezTo>
                  <a:lnTo>
                    <a:pt x="9740" y="2118"/>
                  </a:lnTo>
                  <a:lnTo>
                    <a:pt x="10240" y="416"/>
                  </a:lnTo>
                  <a:cubicBezTo>
                    <a:pt x="10303" y="194"/>
                    <a:pt x="10161" y="1"/>
                    <a:pt x="9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68"/>
            <p:cNvSpPr/>
            <p:nvPr/>
          </p:nvSpPr>
          <p:spPr>
            <a:xfrm>
              <a:off x="7712296" y="2525528"/>
              <a:ext cx="79989" cy="60954"/>
            </a:xfrm>
            <a:custGeom>
              <a:avLst/>
              <a:gdLst/>
              <a:ahLst/>
              <a:cxnLst/>
              <a:rect l="l" t="t" r="r" b="b"/>
              <a:pathLst>
                <a:path w="2513" h="1915" extrusionOk="0">
                  <a:moveTo>
                    <a:pt x="842" y="0"/>
                  </a:moveTo>
                  <a:cubicBezTo>
                    <a:pt x="823" y="0"/>
                    <a:pt x="804" y="3"/>
                    <a:pt x="786" y="9"/>
                  </a:cubicBezTo>
                  <a:cubicBezTo>
                    <a:pt x="167" y="295"/>
                    <a:pt x="0" y="1129"/>
                    <a:pt x="488" y="1617"/>
                  </a:cubicBezTo>
                  <a:cubicBezTo>
                    <a:pt x="679" y="1807"/>
                    <a:pt x="941" y="1914"/>
                    <a:pt x="1191" y="1914"/>
                  </a:cubicBezTo>
                  <a:cubicBezTo>
                    <a:pt x="2072" y="1914"/>
                    <a:pt x="2512" y="843"/>
                    <a:pt x="1893" y="224"/>
                  </a:cubicBezTo>
                  <a:cubicBezTo>
                    <a:pt x="1798" y="128"/>
                    <a:pt x="1715" y="69"/>
                    <a:pt x="1596" y="9"/>
                  </a:cubicBezTo>
                  <a:cubicBezTo>
                    <a:pt x="1575" y="3"/>
                    <a:pt x="1554" y="0"/>
                    <a:pt x="1534" y="0"/>
                  </a:cubicBezTo>
                  <a:cubicBezTo>
                    <a:pt x="1473" y="0"/>
                    <a:pt x="1420" y="27"/>
                    <a:pt x="1393" y="81"/>
                  </a:cubicBezTo>
                  <a:cubicBezTo>
                    <a:pt x="1369" y="164"/>
                    <a:pt x="1393" y="247"/>
                    <a:pt x="1476" y="283"/>
                  </a:cubicBezTo>
                  <a:cubicBezTo>
                    <a:pt x="1917" y="474"/>
                    <a:pt x="2024" y="1069"/>
                    <a:pt x="1679" y="1414"/>
                  </a:cubicBezTo>
                  <a:cubicBezTo>
                    <a:pt x="1548" y="1545"/>
                    <a:pt x="1369" y="1611"/>
                    <a:pt x="1191" y="1611"/>
                  </a:cubicBezTo>
                  <a:cubicBezTo>
                    <a:pt x="1012" y="1611"/>
                    <a:pt x="834" y="1545"/>
                    <a:pt x="703" y="1414"/>
                  </a:cubicBezTo>
                  <a:cubicBezTo>
                    <a:pt x="357" y="1069"/>
                    <a:pt x="464" y="486"/>
                    <a:pt x="905" y="283"/>
                  </a:cubicBezTo>
                  <a:cubicBezTo>
                    <a:pt x="976" y="247"/>
                    <a:pt x="1012" y="164"/>
                    <a:pt x="976" y="81"/>
                  </a:cubicBezTo>
                  <a:cubicBezTo>
                    <a:pt x="959" y="27"/>
                    <a:pt x="900" y="0"/>
                    <a:pt x="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3" name="Google Shape;13013;p68"/>
          <p:cNvGrpSpPr/>
          <p:nvPr/>
        </p:nvGrpSpPr>
        <p:grpSpPr>
          <a:xfrm>
            <a:off x="7077129" y="2588742"/>
            <a:ext cx="282364" cy="198619"/>
            <a:chOff x="7077129" y="2512542"/>
            <a:chExt cx="282364" cy="198619"/>
          </a:xfrm>
        </p:grpSpPr>
        <p:sp>
          <p:nvSpPr>
            <p:cNvPr id="13014" name="Google Shape;13014;p68"/>
            <p:cNvSpPr/>
            <p:nvPr/>
          </p:nvSpPr>
          <p:spPr>
            <a:xfrm>
              <a:off x="7304872" y="2551533"/>
              <a:ext cx="25050" cy="19416"/>
            </a:xfrm>
            <a:custGeom>
              <a:avLst/>
              <a:gdLst/>
              <a:ahLst/>
              <a:cxnLst/>
              <a:rect l="l" t="t" r="r" b="b"/>
              <a:pathLst>
                <a:path w="787" h="610" extrusionOk="0">
                  <a:moveTo>
                    <a:pt x="166" y="1"/>
                  </a:moveTo>
                  <a:cubicBezTo>
                    <a:pt x="119" y="1"/>
                    <a:pt x="72" y="27"/>
                    <a:pt x="48" y="73"/>
                  </a:cubicBezTo>
                  <a:cubicBezTo>
                    <a:pt x="1" y="133"/>
                    <a:pt x="13" y="216"/>
                    <a:pt x="84" y="264"/>
                  </a:cubicBezTo>
                  <a:cubicBezTo>
                    <a:pt x="239" y="371"/>
                    <a:pt x="382" y="478"/>
                    <a:pt x="549" y="573"/>
                  </a:cubicBezTo>
                  <a:cubicBezTo>
                    <a:pt x="584" y="597"/>
                    <a:pt x="608" y="609"/>
                    <a:pt x="620" y="609"/>
                  </a:cubicBezTo>
                  <a:cubicBezTo>
                    <a:pt x="668" y="609"/>
                    <a:pt x="715" y="597"/>
                    <a:pt x="739" y="550"/>
                  </a:cubicBezTo>
                  <a:cubicBezTo>
                    <a:pt x="787" y="490"/>
                    <a:pt x="775" y="395"/>
                    <a:pt x="703" y="359"/>
                  </a:cubicBezTo>
                  <a:cubicBezTo>
                    <a:pt x="537" y="240"/>
                    <a:pt x="382" y="133"/>
                    <a:pt x="239" y="26"/>
                  </a:cubicBezTo>
                  <a:cubicBezTo>
                    <a:pt x="218" y="9"/>
                    <a:pt x="192"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5" name="Google Shape;13015;p68"/>
            <p:cNvSpPr/>
            <p:nvPr/>
          </p:nvSpPr>
          <p:spPr>
            <a:xfrm>
              <a:off x="7129043" y="2512542"/>
              <a:ext cx="164879" cy="42875"/>
            </a:xfrm>
            <a:custGeom>
              <a:avLst/>
              <a:gdLst/>
              <a:ahLst/>
              <a:cxnLst/>
              <a:rect l="l" t="t" r="r" b="b"/>
              <a:pathLst>
                <a:path w="5180" h="1347" extrusionOk="0">
                  <a:moveTo>
                    <a:pt x="2798" y="1"/>
                  </a:moveTo>
                  <a:cubicBezTo>
                    <a:pt x="2120" y="1"/>
                    <a:pt x="1227" y="358"/>
                    <a:pt x="96" y="1084"/>
                  </a:cubicBezTo>
                  <a:cubicBezTo>
                    <a:pt x="36" y="1132"/>
                    <a:pt x="0" y="1215"/>
                    <a:pt x="48" y="1286"/>
                  </a:cubicBezTo>
                  <a:cubicBezTo>
                    <a:pt x="72" y="1322"/>
                    <a:pt x="119" y="1346"/>
                    <a:pt x="167" y="1346"/>
                  </a:cubicBezTo>
                  <a:cubicBezTo>
                    <a:pt x="191" y="1346"/>
                    <a:pt x="215" y="1346"/>
                    <a:pt x="238" y="1322"/>
                  </a:cubicBezTo>
                  <a:cubicBezTo>
                    <a:pt x="1322" y="620"/>
                    <a:pt x="2179" y="286"/>
                    <a:pt x="2798" y="286"/>
                  </a:cubicBezTo>
                  <a:cubicBezTo>
                    <a:pt x="3346" y="286"/>
                    <a:pt x="4060" y="536"/>
                    <a:pt x="4953" y="1072"/>
                  </a:cubicBezTo>
                  <a:cubicBezTo>
                    <a:pt x="4973" y="1088"/>
                    <a:pt x="4996" y="1094"/>
                    <a:pt x="5019" y="1094"/>
                  </a:cubicBezTo>
                  <a:cubicBezTo>
                    <a:pt x="5069" y="1094"/>
                    <a:pt x="5124" y="1065"/>
                    <a:pt x="5156" y="1025"/>
                  </a:cubicBezTo>
                  <a:cubicBezTo>
                    <a:pt x="5180" y="965"/>
                    <a:pt x="5168" y="882"/>
                    <a:pt x="5108" y="834"/>
                  </a:cubicBezTo>
                  <a:cubicBezTo>
                    <a:pt x="4156" y="274"/>
                    <a:pt x="3406" y="1"/>
                    <a:pt x="2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68"/>
            <p:cNvSpPr/>
            <p:nvPr/>
          </p:nvSpPr>
          <p:spPr>
            <a:xfrm>
              <a:off x="7077129" y="2536796"/>
              <a:ext cx="282364" cy="174365"/>
            </a:xfrm>
            <a:custGeom>
              <a:avLst/>
              <a:gdLst/>
              <a:ahLst/>
              <a:cxnLst/>
              <a:rect l="l" t="t" r="r" b="b"/>
              <a:pathLst>
                <a:path w="8871" h="5478" extrusionOk="0">
                  <a:moveTo>
                    <a:pt x="4429" y="263"/>
                  </a:moveTo>
                  <a:cubicBezTo>
                    <a:pt x="5572" y="263"/>
                    <a:pt x="7858" y="2048"/>
                    <a:pt x="8525" y="2608"/>
                  </a:cubicBezTo>
                  <a:cubicBezTo>
                    <a:pt x="8573" y="2632"/>
                    <a:pt x="8585" y="2680"/>
                    <a:pt x="8585" y="2739"/>
                  </a:cubicBezTo>
                  <a:cubicBezTo>
                    <a:pt x="8585" y="2799"/>
                    <a:pt x="8549" y="2846"/>
                    <a:pt x="8525" y="2870"/>
                  </a:cubicBezTo>
                  <a:cubicBezTo>
                    <a:pt x="7858" y="3418"/>
                    <a:pt x="5572" y="5204"/>
                    <a:pt x="4429" y="5204"/>
                  </a:cubicBezTo>
                  <a:cubicBezTo>
                    <a:pt x="3286" y="5204"/>
                    <a:pt x="1012" y="3418"/>
                    <a:pt x="334" y="2870"/>
                  </a:cubicBezTo>
                  <a:cubicBezTo>
                    <a:pt x="298" y="2846"/>
                    <a:pt x="274" y="2799"/>
                    <a:pt x="274" y="2739"/>
                  </a:cubicBezTo>
                  <a:cubicBezTo>
                    <a:pt x="274" y="2691"/>
                    <a:pt x="310" y="2632"/>
                    <a:pt x="334" y="2608"/>
                  </a:cubicBezTo>
                  <a:cubicBezTo>
                    <a:pt x="1012" y="2048"/>
                    <a:pt x="3286" y="263"/>
                    <a:pt x="4429" y="263"/>
                  </a:cubicBezTo>
                  <a:close/>
                  <a:moveTo>
                    <a:pt x="4429" y="1"/>
                  </a:moveTo>
                  <a:cubicBezTo>
                    <a:pt x="3227" y="1"/>
                    <a:pt x="1036" y="1679"/>
                    <a:pt x="155" y="2394"/>
                  </a:cubicBezTo>
                  <a:cubicBezTo>
                    <a:pt x="48" y="2489"/>
                    <a:pt x="0" y="2608"/>
                    <a:pt x="0" y="2739"/>
                  </a:cubicBezTo>
                  <a:cubicBezTo>
                    <a:pt x="0" y="2870"/>
                    <a:pt x="60" y="3001"/>
                    <a:pt x="155" y="3084"/>
                  </a:cubicBezTo>
                  <a:cubicBezTo>
                    <a:pt x="1036" y="3811"/>
                    <a:pt x="3227" y="5477"/>
                    <a:pt x="4429" y="5477"/>
                  </a:cubicBezTo>
                  <a:cubicBezTo>
                    <a:pt x="5632" y="5477"/>
                    <a:pt x="7823" y="3799"/>
                    <a:pt x="8704" y="3084"/>
                  </a:cubicBezTo>
                  <a:cubicBezTo>
                    <a:pt x="8811" y="2989"/>
                    <a:pt x="8858" y="2870"/>
                    <a:pt x="8858" y="2739"/>
                  </a:cubicBezTo>
                  <a:cubicBezTo>
                    <a:pt x="8870" y="2608"/>
                    <a:pt x="8811" y="2489"/>
                    <a:pt x="8704" y="2394"/>
                  </a:cubicBezTo>
                  <a:cubicBezTo>
                    <a:pt x="7823" y="1667"/>
                    <a:pt x="5632"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68"/>
            <p:cNvSpPr/>
            <p:nvPr/>
          </p:nvSpPr>
          <p:spPr>
            <a:xfrm>
              <a:off x="7153680" y="2560255"/>
              <a:ext cx="129230" cy="127129"/>
            </a:xfrm>
            <a:custGeom>
              <a:avLst/>
              <a:gdLst/>
              <a:ahLst/>
              <a:cxnLst/>
              <a:rect l="l" t="t" r="r" b="b"/>
              <a:pathLst>
                <a:path w="4060" h="3994" extrusionOk="0">
                  <a:moveTo>
                    <a:pt x="2016" y="1"/>
                  </a:moveTo>
                  <a:cubicBezTo>
                    <a:pt x="1995" y="1"/>
                    <a:pt x="1974" y="1"/>
                    <a:pt x="1953" y="2"/>
                  </a:cubicBezTo>
                  <a:cubicBezTo>
                    <a:pt x="905" y="38"/>
                    <a:pt x="48" y="883"/>
                    <a:pt x="12" y="1943"/>
                  </a:cubicBezTo>
                  <a:cubicBezTo>
                    <a:pt x="0" y="2466"/>
                    <a:pt x="179" y="2955"/>
                    <a:pt x="488" y="3312"/>
                  </a:cubicBezTo>
                  <a:cubicBezTo>
                    <a:pt x="518" y="3341"/>
                    <a:pt x="557" y="3356"/>
                    <a:pt x="596" y="3356"/>
                  </a:cubicBezTo>
                  <a:cubicBezTo>
                    <a:pt x="634" y="3356"/>
                    <a:pt x="673" y="3341"/>
                    <a:pt x="703" y="3312"/>
                  </a:cubicBezTo>
                  <a:cubicBezTo>
                    <a:pt x="750" y="3264"/>
                    <a:pt x="762" y="3181"/>
                    <a:pt x="703" y="3121"/>
                  </a:cubicBezTo>
                  <a:cubicBezTo>
                    <a:pt x="429" y="2788"/>
                    <a:pt x="274" y="2371"/>
                    <a:pt x="286" y="1907"/>
                  </a:cubicBezTo>
                  <a:cubicBezTo>
                    <a:pt x="334" y="1038"/>
                    <a:pt x="1048" y="311"/>
                    <a:pt x="1917" y="276"/>
                  </a:cubicBezTo>
                  <a:cubicBezTo>
                    <a:pt x="1945" y="274"/>
                    <a:pt x="1973" y="274"/>
                    <a:pt x="2001" y="274"/>
                  </a:cubicBezTo>
                  <a:cubicBezTo>
                    <a:pt x="2963" y="274"/>
                    <a:pt x="3750" y="1065"/>
                    <a:pt x="3727" y="2026"/>
                  </a:cubicBezTo>
                  <a:cubicBezTo>
                    <a:pt x="3703" y="2943"/>
                    <a:pt x="2965" y="3681"/>
                    <a:pt x="2060" y="3717"/>
                  </a:cubicBezTo>
                  <a:cubicBezTo>
                    <a:pt x="2037" y="3717"/>
                    <a:pt x="2014" y="3718"/>
                    <a:pt x="1991" y="3718"/>
                  </a:cubicBezTo>
                  <a:cubicBezTo>
                    <a:pt x="1695" y="3718"/>
                    <a:pt x="1411" y="3646"/>
                    <a:pt x="1179" y="3502"/>
                  </a:cubicBezTo>
                  <a:cubicBezTo>
                    <a:pt x="1159" y="3494"/>
                    <a:pt x="1139" y="3490"/>
                    <a:pt x="1120" y="3490"/>
                  </a:cubicBezTo>
                  <a:cubicBezTo>
                    <a:pt x="1081" y="3490"/>
                    <a:pt x="1044" y="3506"/>
                    <a:pt x="1012" y="3538"/>
                  </a:cubicBezTo>
                  <a:cubicBezTo>
                    <a:pt x="953" y="3586"/>
                    <a:pt x="965" y="3717"/>
                    <a:pt x="1048" y="3752"/>
                  </a:cubicBezTo>
                  <a:cubicBezTo>
                    <a:pt x="1315" y="3902"/>
                    <a:pt x="1611" y="3994"/>
                    <a:pt x="1928" y="3994"/>
                  </a:cubicBezTo>
                  <a:cubicBezTo>
                    <a:pt x="1964" y="3994"/>
                    <a:pt x="2000" y="3993"/>
                    <a:pt x="2036" y="3990"/>
                  </a:cubicBezTo>
                  <a:cubicBezTo>
                    <a:pt x="3096" y="3967"/>
                    <a:pt x="3965" y="3121"/>
                    <a:pt x="4001" y="2062"/>
                  </a:cubicBezTo>
                  <a:cubicBezTo>
                    <a:pt x="4059" y="939"/>
                    <a:pt x="3142" y="1"/>
                    <a:pt x="20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68"/>
            <p:cNvSpPr/>
            <p:nvPr/>
          </p:nvSpPr>
          <p:spPr>
            <a:xfrm>
              <a:off x="7183982" y="2590239"/>
              <a:ext cx="68244" cy="6824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32" y="989"/>
                    <a:pt x="2072" y="929"/>
                    <a:pt x="2001" y="929"/>
                  </a:cubicBezTo>
                  <a:cubicBezTo>
                    <a:pt x="1918" y="929"/>
                    <a:pt x="1858" y="989"/>
                    <a:pt x="1858" y="1060"/>
                  </a:cubicBezTo>
                  <a:cubicBezTo>
                    <a:pt x="1858" y="1489"/>
                    <a:pt x="1501" y="1846"/>
                    <a:pt x="1072" y="1846"/>
                  </a:cubicBezTo>
                  <a:cubicBezTo>
                    <a:pt x="644" y="1846"/>
                    <a:pt x="287" y="1489"/>
                    <a:pt x="287" y="1060"/>
                  </a:cubicBezTo>
                  <a:cubicBezTo>
                    <a:pt x="287" y="620"/>
                    <a:pt x="644" y="262"/>
                    <a:pt x="1072" y="262"/>
                  </a:cubicBezTo>
                  <a:cubicBezTo>
                    <a:pt x="1144" y="262"/>
                    <a:pt x="1203" y="215"/>
                    <a:pt x="1203" y="131"/>
                  </a:cubicBezTo>
                  <a:cubicBezTo>
                    <a:pt x="1203" y="60"/>
                    <a:pt x="1144"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68"/>
            <p:cNvSpPr/>
            <p:nvPr/>
          </p:nvSpPr>
          <p:spPr>
            <a:xfrm>
              <a:off x="7225297" y="2595904"/>
              <a:ext cx="20880" cy="20880"/>
            </a:xfrm>
            <a:custGeom>
              <a:avLst/>
              <a:gdLst/>
              <a:ahLst/>
              <a:cxnLst/>
              <a:rect l="l" t="t" r="r" b="b"/>
              <a:pathLst>
                <a:path w="656" h="656" extrusionOk="0">
                  <a:moveTo>
                    <a:pt x="322" y="1"/>
                  </a:moveTo>
                  <a:cubicBezTo>
                    <a:pt x="143" y="1"/>
                    <a:pt x="1" y="156"/>
                    <a:pt x="1" y="334"/>
                  </a:cubicBezTo>
                  <a:cubicBezTo>
                    <a:pt x="1" y="513"/>
                    <a:pt x="143" y="656"/>
                    <a:pt x="322" y="656"/>
                  </a:cubicBezTo>
                  <a:cubicBezTo>
                    <a:pt x="501" y="656"/>
                    <a:pt x="655" y="513"/>
                    <a:pt x="655" y="334"/>
                  </a:cubicBezTo>
                  <a:cubicBezTo>
                    <a:pt x="655" y="132"/>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0" name="Google Shape;13020;p68"/>
          <p:cNvGrpSpPr/>
          <p:nvPr/>
        </p:nvGrpSpPr>
        <p:grpSpPr>
          <a:xfrm>
            <a:off x="3725461" y="2520912"/>
            <a:ext cx="334279" cy="334661"/>
            <a:chOff x="3725461" y="2444712"/>
            <a:chExt cx="334279" cy="334661"/>
          </a:xfrm>
        </p:grpSpPr>
        <p:sp>
          <p:nvSpPr>
            <p:cNvPr id="13021" name="Google Shape;13021;p68"/>
            <p:cNvSpPr/>
            <p:nvPr/>
          </p:nvSpPr>
          <p:spPr>
            <a:xfrm>
              <a:off x="3939200"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48" y="334"/>
                    <a:pt x="834" y="334"/>
                  </a:cubicBezTo>
                  <a:close/>
                  <a:moveTo>
                    <a:pt x="834" y="0"/>
                  </a:moveTo>
                  <a:cubicBezTo>
                    <a:pt x="370" y="0"/>
                    <a:pt x="0" y="369"/>
                    <a:pt x="0" y="834"/>
                  </a:cubicBezTo>
                  <a:cubicBezTo>
                    <a:pt x="0"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68"/>
            <p:cNvSpPr/>
            <p:nvPr/>
          </p:nvSpPr>
          <p:spPr>
            <a:xfrm>
              <a:off x="3941078" y="2618281"/>
              <a:ext cx="68625" cy="49305"/>
            </a:xfrm>
            <a:custGeom>
              <a:avLst/>
              <a:gdLst/>
              <a:ahLst/>
              <a:cxnLst/>
              <a:rect l="l" t="t" r="r" b="b"/>
              <a:pathLst>
                <a:path w="2156" h="1549" extrusionOk="0">
                  <a:moveTo>
                    <a:pt x="775" y="0"/>
                  </a:moveTo>
                  <a:cubicBezTo>
                    <a:pt x="549" y="0"/>
                    <a:pt x="311" y="60"/>
                    <a:pt x="120" y="167"/>
                  </a:cubicBezTo>
                  <a:cubicBezTo>
                    <a:pt x="37" y="203"/>
                    <a:pt x="1" y="310"/>
                    <a:pt x="37" y="381"/>
                  </a:cubicBezTo>
                  <a:cubicBezTo>
                    <a:pt x="72" y="443"/>
                    <a:pt x="140" y="479"/>
                    <a:pt x="201" y="479"/>
                  </a:cubicBezTo>
                  <a:cubicBezTo>
                    <a:pt x="223" y="479"/>
                    <a:pt x="244" y="474"/>
                    <a:pt x="263" y="465"/>
                  </a:cubicBezTo>
                  <a:cubicBezTo>
                    <a:pt x="418" y="381"/>
                    <a:pt x="596" y="346"/>
                    <a:pt x="751" y="346"/>
                  </a:cubicBezTo>
                  <a:cubicBezTo>
                    <a:pt x="1275" y="346"/>
                    <a:pt x="1704" y="727"/>
                    <a:pt x="1799" y="1215"/>
                  </a:cubicBezTo>
                  <a:lnTo>
                    <a:pt x="751" y="1215"/>
                  </a:lnTo>
                  <a:cubicBezTo>
                    <a:pt x="668" y="1215"/>
                    <a:pt x="584" y="1298"/>
                    <a:pt x="584" y="1382"/>
                  </a:cubicBezTo>
                  <a:cubicBezTo>
                    <a:pt x="584" y="1477"/>
                    <a:pt x="668" y="1548"/>
                    <a:pt x="751" y="1548"/>
                  </a:cubicBezTo>
                  <a:lnTo>
                    <a:pt x="1977" y="1548"/>
                  </a:lnTo>
                  <a:cubicBezTo>
                    <a:pt x="2061" y="1548"/>
                    <a:pt x="2144" y="1477"/>
                    <a:pt x="2144" y="1382"/>
                  </a:cubicBezTo>
                  <a:cubicBezTo>
                    <a:pt x="2156" y="620"/>
                    <a:pt x="1525" y="0"/>
                    <a:pt x="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68"/>
            <p:cNvSpPr/>
            <p:nvPr/>
          </p:nvSpPr>
          <p:spPr>
            <a:xfrm>
              <a:off x="3775116" y="2618281"/>
              <a:ext cx="68625" cy="49305"/>
            </a:xfrm>
            <a:custGeom>
              <a:avLst/>
              <a:gdLst/>
              <a:ahLst/>
              <a:cxnLst/>
              <a:rect l="l" t="t" r="r" b="b"/>
              <a:pathLst>
                <a:path w="2156" h="1549" extrusionOk="0">
                  <a:moveTo>
                    <a:pt x="1381" y="0"/>
                  </a:moveTo>
                  <a:cubicBezTo>
                    <a:pt x="631" y="0"/>
                    <a:pt x="0" y="620"/>
                    <a:pt x="0" y="1382"/>
                  </a:cubicBezTo>
                  <a:cubicBezTo>
                    <a:pt x="0" y="1477"/>
                    <a:pt x="71" y="1548"/>
                    <a:pt x="167" y="1548"/>
                  </a:cubicBezTo>
                  <a:lnTo>
                    <a:pt x="1405" y="1548"/>
                  </a:lnTo>
                  <a:cubicBezTo>
                    <a:pt x="1488" y="1548"/>
                    <a:pt x="1560" y="1477"/>
                    <a:pt x="1560" y="1382"/>
                  </a:cubicBezTo>
                  <a:cubicBezTo>
                    <a:pt x="1560" y="1298"/>
                    <a:pt x="1500" y="1215"/>
                    <a:pt x="1417" y="1215"/>
                  </a:cubicBezTo>
                  <a:lnTo>
                    <a:pt x="357" y="1215"/>
                  </a:lnTo>
                  <a:cubicBezTo>
                    <a:pt x="429" y="715"/>
                    <a:pt x="881" y="346"/>
                    <a:pt x="1405" y="346"/>
                  </a:cubicBezTo>
                  <a:cubicBezTo>
                    <a:pt x="1584" y="346"/>
                    <a:pt x="1738" y="381"/>
                    <a:pt x="1893" y="465"/>
                  </a:cubicBezTo>
                  <a:cubicBezTo>
                    <a:pt x="1914" y="475"/>
                    <a:pt x="1938" y="481"/>
                    <a:pt x="1962" y="481"/>
                  </a:cubicBezTo>
                  <a:cubicBezTo>
                    <a:pt x="2022" y="481"/>
                    <a:pt x="2086" y="449"/>
                    <a:pt x="2119" y="381"/>
                  </a:cubicBezTo>
                  <a:cubicBezTo>
                    <a:pt x="2155" y="310"/>
                    <a:pt x="2131" y="203"/>
                    <a:pt x="2036" y="167"/>
                  </a:cubicBezTo>
                  <a:cubicBezTo>
                    <a:pt x="1846" y="60"/>
                    <a:pt x="1607" y="0"/>
                    <a:pt x="1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68"/>
            <p:cNvSpPr/>
            <p:nvPr/>
          </p:nvSpPr>
          <p:spPr>
            <a:xfrm>
              <a:off x="3793291"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60" y="334"/>
                    <a:pt x="834" y="334"/>
                  </a:cubicBezTo>
                  <a:close/>
                  <a:moveTo>
                    <a:pt x="834" y="0"/>
                  </a:moveTo>
                  <a:cubicBezTo>
                    <a:pt x="370" y="0"/>
                    <a:pt x="1" y="369"/>
                    <a:pt x="1" y="834"/>
                  </a:cubicBezTo>
                  <a:cubicBezTo>
                    <a:pt x="1"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5" name="Google Shape;13025;p68"/>
            <p:cNvSpPr/>
            <p:nvPr/>
          </p:nvSpPr>
          <p:spPr>
            <a:xfrm>
              <a:off x="3858097" y="2540584"/>
              <a:ext cx="69007" cy="69007"/>
            </a:xfrm>
            <a:custGeom>
              <a:avLst/>
              <a:gdLst/>
              <a:ahLst/>
              <a:cxnLst/>
              <a:rect l="l" t="t" r="r" b="b"/>
              <a:pathLst>
                <a:path w="2168" h="2168" extrusionOk="0">
                  <a:moveTo>
                    <a:pt x="1084" y="346"/>
                  </a:moveTo>
                  <a:cubicBezTo>
                    <a:pt x="1501" y="346"/>
                    <a:pt x="1834" y="667"/>
                    <a:pt x="1834" y="1084"/>
                  </a:cubicBezTo>
                  <a:cubicBezTo>
                    <a:pt x="1834" y="1501"/>
                    <a:pt x="1501" y="1834"/>
                    <a:pt x="1084" y="1834"/>
                  </a:cubicBezTo>
                  <a:cubicBezTo>
                    <a:pt x="667" y="1834"/>
                    <a:pt x="346" y="1501"/>
                    <a:pt x="346" y="1084"/>
                  </a:cubicBezTo>
                  <a:cubicBezTo>
                    <a:pt x="346" y="667"/>
                    <a:pt x="667" y="346"/>
                    <a:pt x="1084" y="346"/>
                  </a:cubicBezTo>
                  <a:close/>
                  <a:moveTo>
                    <a:pt x="1084" y="1"/>
                  </a:moveTo>
                  <a:cubicBezTo>
                    <a:pt x="489" y="1"/>
                    <a:pt x="1" y="489"/>
                    <a:pt x="1" y="1084"/>
                  </a:cubicBezTo>
                  <a:cubicBezTo>
                    <a:pt x="1" y="1679"/>
                    <a:pt x="489" y="2168"/>
                    <a:pt x="1084" y="2168"/>
                  </a:cubicBezTo>
                  <a:cubicBezTo>
                    <a:pt x="1679" y="2168"/>
                    <a:pt x="2167" y="1679"/>
                    <a:pt x="2167" y="1084"/>
                  </a:cubicBezTo>
                  <a:cubicBezTo>
                    <a:pt x="2167" y="489"/>
                    <a:pt x="16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6" name="Google Shape;13026;p68"/>
            <p:cNvSpPr/>
            <p:nvPr/>
          </p:nvSpPr>
          <p:spPr>
            <a:xfrm>
              <a:off x="3834224" y="2620159"/>
              <a:ext cx="116752" cy="63342"/>
            </a:xfrm>
            <a:custGeom>
              <a:avLst/>
              <a:gdLst/>
              <a:ahLst/>
              <a:cxnLst/>
              <a:rect l="l" t="t" r="r" b="b"/>
              <a:pathLst>
                <a:path w="3668" h="1990" extrusionOk="0">
                  <a:moveTo>
                    <a:pt x="1834" y="322"/>
                  </a:moveTo>
                  <a:cubicBezTo>
                    <a:pt x="2596" y="322"/>
                    <a:pt x="3239" y="906"/>
                    <a:pt x="3310" y="1656"/>
                  </a:cubicBezTo>
                  <a:lnTo>
                    <a:pt x="358" y="1656"/>
                  </a:lnTo>
                  <a:cubicBezTo>
                    <a:pt x="453" y="906"/>
                    <a:pt x="1072" y="322"/>
                    <a:pt x="1834" y="322"/>
                  </a:cubicBezTo>
                  <a:close/>
                  <a:moveTo>
                    <a:pt x="1834" y="1"/>
                  </a:moveTo>
                  <a:cubicBezTo>
                    <a:pt x="822" y="1"/>
                    <a:pt x="0" y="823"/>
                    <a:pt x="0" y="1835"/>
                  </a:cubicBezTo>
                  <a:cubicBezTo>
                    <a:pt x="0" y="1918"/>
                    <a:pt x="84" y="1989"/>
                    <a:pt x="167" y="1989"/>
                  </a:cubicBezTo>
                  <a:lnTo>
                    <a:pt x="3489" y="1989"/>
                  </a:lnTo>
                  <a:cubicBezTo>
                    <a:pt x="3572" y="1989"/>
                    <a:pt x="3656" y="1918"/>
                    <a:pt x="3656" y="1835"/>
                  </a:cubicBezTo>
                  <a:cubicBezTo>
                    <a:pt x="3668" y="823"/>
                    <a:pt x="2846"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68"/>
            <p:cNvSpPr/>
            <p:nvPr/>
          </p:nvSpPr>
          <p:spPr>
            <a:xfrm>
              <a:off x="3725461" y="2444712"/>
              <a:ext cx="334279" cy="334661"/>
            </a:xfrm>
            <a:custGeom>
              <a:avLst/>
              <a:gdLst/>
              <a:ahLst/>
              <a:cxnLst/>
              <a:rect l="l" t="t" r="r" b="b"/>
              <a:pathLst>
                <a:path w="10502" h="10514" extrusionOk="0">
                  <a:moveTo>
                    <a:pt x="5418" y="905"/>
                  </a:moveTo>
                  <a:cubicBezTo>
                    <a:pt x="7680" y="1001"/>
                    <a:pt x="9513" y="2834"/>
                    <a:pt x="9597" y="5096"/>
                  </a:cubicBezTo>
                  <a:lnTo>
                    <a:pt x="9192" y="5096"/>
                  </a:lnTo>
                  <a:cubicBezTo>
                    <a:pt x="9109" y="5096"/>
                    <a:pt x="9037" y="5168"/>
                    <a:pt x="9037" y="5263"/>
                  </a:cubicBezTo>
                  <a:cubicBezTo>
                    <a:pt x="9037" y="5346"/>
                    <a:pt x="9109" y="5418"/>
                    <a:pt x="9192" y="5418"/>
                  </a:cubicBezTo>
                  <a:lnTo>
                    <a:pt x="9597" y="5418"/>
                  </a:lnTo>
                  <a:cubicBezTo>
                    <a:pt x="9513" y="7704"/>
                    <a:pt x="7692" y="9525"/>
                    <a:pt x="5418" y="9609"/>
                  </a:cubicBezTo>
                  <a:lnTo>
                    <a:pt x="5418" y="9204"/>
                  </a:lnTo>
                  <a:cubicBezTo>
                    <a:pt x="5418" y="9109"/>
                    <a:pt x="5346" y="9037"/>
                    <a:pt x="5251" y="9037"/>
                  </a:cubicBezTo>
                  <a:cubicBezTo>
                    <a:pt x="5168" y="9037"/>
                    <a:pt x="5084" y="9109"/>
                    <a:pt x="5084" y="9204"/>
                  </a:cubicBezTo>
                  <a:lnTo>
                    <a:pt x="5084" y="9609"/>
                  </a:lnTo>
                  <a:cubicBezTo>
                    <a:pt x="2822" y="9513"/>
                    <a:pt x="1000" y="7680"/>
                    <a:pt x="905" y="5418"/>
                  </a:cubicBezTo>
                  <a:lnTo>
                    <a:pt x="1310" y="5418"/>
                  </a:lnTo>
                  <a:cubicBezTo>
                    <a:pt x="1393" y="5418"/>
                    <a:pt x="1477" y="5346"/>
                    <a:pt x="1477" y="5263"/>
                  </a:cubicBezTo>
                  <a:cubicBezTo>
                    <a:pt x="1477" y="5168"/>
                    <a:pt x="1393" y="5096"/>
                    <a:pt x="1310" y="5096"/>
                  </a:cubicBezTo>
                  <a:lnTo>
                    <a:pt x="905" y="5096"/>
                  </a:lnTo>
                  <a:cubicBezTo>
                    <a:pt x="1000" y="2834"/>
                    <a:pt x="2822" y="1001"/>
                    <a:pt x="5084" y="905"/>
                  </a:cubicBezTo>
                  <a:lnTo>
                    <a:pt x="5084" y="1310"/>
                  </a:lnTo>
                  <a:cubicBezTo>
                    <a:pt x="5084" y="1405"/>
                    <a:pt x="5168" y="1477"/>
                    <a:pt x="5251" y="1477"/>
                  </a:cubicBezTo>
                  <a:cubicBezTo>
                    <a:pt x="5346" y="1477"/>
                    <a:pt x="5418" y="1405"/>
                    <a:pt x="5418" y="1310"/>
                  </a:cubicBezTo>
                  <a:lnTo>
                    <a:pt x="5418" y="905"/>
                  </a:lnTo>
                  <a:close/>
                  <a:moveTo>
                    <a:pt x="5251" y="0"/>
                  </a:moveTo>
                  <a:cubicBezTo>
                    <a:pt x="5168" y="0"/>
                    <a:pt x="5084" y="84"/>
                    <a:pt x="5084" y="167"/>
                  </a:cubicBezTo>
                  <a:lnTo>
                    <a:pt x="5084" y="572"/>
                  </a:lnTo>
                  <a:cubicBezTo>
                    <a:pt x="2632" y="655"/>
                    <a:pt x="655" y="2644"/>
                    <a:pt x="560" y="5096"/>
                  </a:cubicBezTo>
                  <a:lnTo>
                    <a:pt x="167" y="5096"/>
                  </a:lnTo>
                  <a:cubicBezTo>
                    <a:pt x="72" y="5096"/>
                    <a:pt x="0" y="5168"/>
                    <a:pt x="0" y="5263"/>
                  </a:cubicBezTo>
                  <a:cubicBezTo>
                    <a:pt x="0" y="5346"/>
                    <a:pt x="72" y="5418"/>
                    <a:pt x="167" y="5418"/>
                  </a:cubicBezTo>
                  <a:lnTo>
                    <a:pt x="560" y="5418"/>
                  </a:lnTo>
                  <a:cubicBezTo>
                    <a:pt x="655" y="7882"/>
                    <a:pt x="2632" y="9859"/>
                    <a:pt x="5084" y="9942"/>
                  </a:cubicBezTo>
                  <a:lnTo>
                    <a:pt x="5084" y="10347"/>
                  </a:lnTo>
                  <a:cubicBezTo>
                    <a:pt x="5084" y="10442"/>
                    <a:pt x="5168" y="10514"/>
                    <a:pt x="5251" y="10514"/>
                  </a:cubicBezTo>
                  <a:cubicBezTo>
                    <a:pt x="5346" y="10514"/>
                    <a:pt x="5418" y="10442"/>
                    <a:pt x="5418" y="10347"/>
                  </a:cubicBezTo>
                  <a:lnTo>
                    <a:pt x="5418" y="9942"/>
                  </a:lnTo>
                  <a:cubicBezTo>
                    <a:pt x="7870" y="9859"/>
                    <a:pt x="9847" y="7882"/>
                    <a:pt x="9942" y="5418"/>
                  </a:cubicBezTo>
                  <a:lnTo>
                    <a:pt x="10347" y="5418"/>
                  </a:lnTo>
                  <a:cubicBezTo>
                    <a:pt x="10430" y="5418"/>
                    <a:pt x="10502" y="5346"/>
                    <a:pt x="10502" y="5263"/>
                  </a:cubicBezTo>
                  <a:cubicBezTo>
                    <a:pt x="10502" y="5168"/>
                    <a:pt x="10442" y="5096"/>
                    <a:pt x="10347" y="5096"/>
                  </a:cubicBezTo>
                  <a:lnTo>
                    <a:pt x="9942" y="5096"/>
                  </a:lnTo>
                  <a:cubicBezTo>
                    <a:pt x="9847" y="2644"/>
                    <a:pt x="7870" y="655"/>
                    <a:pt x="5418" y="572"/>
                  </a:cubicBezTo>
                  <a:lnTo>
                    <a:pt x="5418" y="167"/>
                  </a:lnTo>
                  <a:cubicBezTo>
                    <a:pt x="5418" y="84"/>
                    <a:pt x="5346" y="0"/>
                    <a:pt x="5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8" name="Google Shape;13028;p68"/>
          <p:cNvGrpSpPr/>
          <p:nvPr/>
        </p:nvGrpSpPr>
        <p:grpSpPr>
          <a:xfrm>
            <a:off x="6577238" y="2533421"/>
            <a:ext cx="332019" cy="310788"/>
            <a:chOff x="6577238" y="2457221"/>
            <a:chExt cx="332019" cy="310788"/>
          </a:xfrm>
        </p:grpSpPr>
        <p:sp>
          <p:nvSpPr>
            <p:cNvPr id="13029" name="Google Shape;13029;p68"/>
            <p:cNvSpPr/>
            <p:nvPr/>
          </p:nvSpPr>
          <p:spPr>
            <a:xfrm>
              <a:off x="6577238" y="2457221"/>
              <a:ext cx="332019" cy="310788"/>
            </a:xfrm>
            <a:custGeom>
              <a:avLst/>
              <a:gdLst/>
              <a:ahLst/>
              <a:cxnLst/>
              <a:rect l="l" t="t" r="r" b="b"/>
              <a:pathLst>
                <a:path w="10431" h="9764" extrusionOk="0">
                  <a:moveTo>
                    <a:pt x="5478" y="346"/>
                  </a:moveTo>
                  <a:cubicBezTo>
                    <a:pt x="5823" y="346"/>
                    <a:pt x="6097" y="619"/>
                    <a:pt x="6097" y="965"/>
                  </a:cubicBezTo>
                  <a:lnTo>
                    <a:pt x="6097" y="1334"/>
                  </a:lnTo>
                  <a:cubicBezTo>
                    <a:pt x="6097" y="1620"/>
                    <a:pt x="6335" y="1858"/>
                    <a:pt x="6621" y="1858"/>
                  </a:cubicBezTo>
                  <a:lnTo>
                    <a:pt x="6776" y="1858"/>
                  </a:lnTo>
                  <a:cubicBezTo>
                    <a:pt x="6871" y="1858"/>
                    <a:pt x="6966" y="1953"/>
                    <a:pt x="6966" y="2048"/>
                  </a:cubicBezTo>
                  <a:lnTo>
                    <a:pt x="6966" y="3084"/>
                  </a:lnTo>
                  <a:cubicBezTo>
                    <a:pt x="6966" y="3179"/>
                    <a:pt x="6871" y="3275"/>
                    <a:pt x="6776" y="3275"/>
                  </a:cubicBezTo>
                  <a:lnTo>
                    <a:pt x="3537" y="3275"/>
                  </a:lnTo>
                  <a:cubicBezTo>
                    <a:pt x="3442" y="3275"/>
                    <a:pt x="3347" y="3179"/>
                    <a:pt x="3347" y="3084"/>
                  </a:cubicBezTo>
                  <a:lnTo>
                    <a:pt x="3394" y="2048"/>
                  </a:lnTo>
                  <a:cubicBezTo>
                    <a:pt x="3394" y="1953"/>
                    <a:pt x="3477" y="1858"/>
                    <a:pt x="3585" y="1858"/>
                  </a:cubicBezTo>
                  <a:lnTo>
                    <a:pt x="3739" y="1858"/>
                  </a:lnTo>
                  <a:cubicBezTo>
                    <a:pt x="4013" y="1858"/>
                    <a:pt x="4251" y="1620"/>
                    <a:pt x="4251" y="1334"/>
                  </a:cubicBezTo>
                  <a:lnTo>
                    <a:pt x="4251" y="965"/>
                  </a:lnTo>
                  <a:cubicBezTo>
                    <a:pt x="4251" y="619"/>
                    <a:pt x="4537" y="346"/>
                    <a:pt x="4882" y="346"/>
                  </a:cubicBezTo>
                  <a:close/>
                  <a:moveTo>
                    <a:pt x="9538" y="2286"/>
                  </a:moveTo>
                  <a:cubicBezTo>
                    <a:pt x="9871" y="2286"/>
                    <a:pt x="10121" y="2560"/>
                    <a:pt x="10121" y="2870"/>
                  </a:cubicBezTo>
                  <a:lnTo>
                    <a:pt x="10121" y="8823"/>
                  </a:lnTo>
                  <a:lnTo>
                    <a:pt x="10085" y="8823"/>
                  </a:lnTo>
                  <a:cubicBezTo>
                    <a:pt x="10085" y="9156"/>
                    <a:pt x="9824" y="9406"/>
                    <a:pt x="9514" y="9406"/>
                  </a:cubicBezTo>
                  <a:lnTo>
                    <a:pt x="918" y="9406"/>
                  </a:lnTo>
                  <a:cubicBezTo>
                    <a:pt x="596" y="9406"/>
                    <a:pt x="346" y="9132"/>
                    <a:pt x="346" y="8823"/>
                  </a:cubicBezTo>
                  <a:lnTo>
                    <a:pt x="346" y="2870"/>
                  </a:lnTo>
                  <a:cubicBezTo>
                    <a:pt x="346" y="2548"/>
                    <a:pt x="608" y="2286"/>
                    <a:pt x="918" y="2286"/>
                  </a:cubicBezTo>
                  <a:lnTo>
                    <a:pt x="3085" y="2286"/>
                  </a:lnTo>
                  <a:lnTo>
                    <a:pt x="3085" y="2846"/>
                  </a:lnTo>
                  <a:lnTo>
                    <a:pt x="1061" y="2846"/>
                  </a:lnTo>
                  <a:cubicBezTo>
                    <a:pt x="965" y="2846"/>
                    <a:pt x="894" y="2917"/>
                    <a:pt x="894" y="3001"/>
                  </a:cubicBezTo>
                  <a:lnTo>
                    <a:pt x="894" y="8704"/>
                  </a:lnTo>
                  <a:cubicBezTo>
                    <a:pt x="894" y="8799"/>
                    <a:pt x="965" y="8870"/>
                    <a:pt x="1061" y="8870"/>
                  </a:cubicBezTo>
                  <a:lnTo>
                    <a:pt x="6609" y="8870"/>
                  </a:lnTo>
                  <a:cubicBezTo>
                    <a:pt x="6692" y="8870"/>
                    <a:pt x="6776" y="8799"/>
                    <a:pt x="6776" y="8704"/>
                  </a:cubicBezTo>
                  <a:cubicBezTo>
                    <a:pt x="6776" y="8620"/>
                    <a:pt x="6692" y="8537"/>
                    <a:pt x="6609" y="8537"/>
                  </a:cubicBezTo>
                  <a:lnTo>
                    <a:pt x="1215" y="8537"/>
                  </a:lnTo>
                  <a:lnTo>
                    <a:pt x="1215" y="3167"/>
                  </a:lnTo>
                  <a:lnTo>
                    <a:pt x="3096" y="3167"/>
                  </a:lnTo>
                  <a:cubicBezTo>
                    <a:pt x="3132" y="3417"/>
                    <a:pt x="3347" y="3596"/>
                    <a:pt x="3620" y="3596"/>
                  </a:cubicBezTo>
                  <a:lnTo>
                    <a:pt x="6847" y="3596"/>
                  </a:lnTo>
                  <a:cubicBezTo>
                    <a:pt x="7097" y="3596"/>
                    <a:pt x="7323" y="3405"/>
                    <a:pt x="7371" y="3167"/>
                  </a:cubicBezTo>
                  <a:lnTo>
                    <a:pt x="9240" y="3167"/>
                  </a:lnTo>
                  <a:lnTo>
                    <a:pt x="9240" y="8537"/>
                  </a:lnTo>
                  <a:lnTo>
                    <a:pt x="7418" y="8537"/>
                  </a:lnTo>
                  <a:cubicBezTo>
                    <a:pt x="7335" y="8537"/>
                    <a:pt x="7264" y="8620"/>
                    <a:pt x="7264" y="8704"/>
                  </a:cubicBezTo>
                  <a:cubicBezTo>
                    <a:pt x="7264" y="8799"/>
                    <a:pt x="7335" y="8870"/>
                    <a:pt x="7418" y="8870"/>
                  </a:cubicBezTo>
                  <a:lnTo>
                    <a:pt x="9407" y="8870"/>
                  </a:lnTo>
                  <a:cubicBezTo>
                    <a:pt x="9490" y="8870"/>
                    <a:pt x="9562" y="8799"/>
                    <a:pt x="9562" y="8704"/>
                  </a:cubicBezTo>
                  <a:lnTo>
                    <a:pt x="9562" y="3001"/>
                  </a:lnTo>
                  <a:cubicBezTo>
                    <a:pt x="9562" y="2917"/>
                    <a:pt x="9490" y="2846"/>
                    <a:pt x="9407" y="2846"/>
                  </a:cubicBezTo>
                  <a:lnTo>
                    <a:pt x="7383" y="2846"/>
                  </a:lnTo>
                  <a:lnTo>
                    <a:pt x="7383" y="2286"/>
                  </a:lnTo>
                  <a:close/>
                  <a:moveTo>
                    <a:pt x="4906" y="0"/>
                  </a:moveTo>
                  <a:cubicBezTo>
                    <a:pt x="4370" y="0"/>
                    <a:pt x="3942" y="429"/>
                    <a:pt x="3942" y="965"/>
                  </a:cubicBezTo>
                  <a:lnTo>
                    <a:pt x="3942" y="1334"/>
                  </a:lnTo>
                  <a:cubicBezTo>
                    <a:pt x="3942" y="1441"/>
                    <a:pt x="3858" y="1536"/>
                    <a:pt x="3751" y="1536"/>
                  </a:cubicBezTo>
                  <a:lnTo>
                    <a:pt x="3597" y="1536"/>
                  </a:lnTo>
                  <a:cubicBezTo>
                    <a:pt x="3347" y="1536"/>
                    <a:pt x="3120" y="1727"/>
                    <a:pt x="3085" y="1965"/>
                  </a:cubicBezTo>
                  <a:lnTo>
                    <a:pt x="918" y="1965"/>
                  </a:lnTo>
                  <a:cubicBezTo>
                    <a:pt x="418" y="1965"/>
                    <a:pt x="1" y="2382"/>
                    <a:pt x="1" y="2882"/>
                  </a:cubicBezTo>
                  <a:lnTo>
                    <a:pt x="1" y="8835"/>
                  </a:lnTo>
                  <a:cubicBezTo>
                    <a:pt x="1" y="9347"/>
                    <a:pt x="418" y="9763"/>
                    <a:pt x="918" y="9763"/>
                  </a:cubicBezTo>
                  <a:lnTo>
                    <a:pt x="9514" y="9763"/>
                  </a:lnTo>
                  <a:cubicBezTo>
                    <a:pt x="10014" y="9763"/>
                    <a:pt x="10431" y="9347"/>
                    <a:pt x="10431" y="8835"/>
                  </a:cubicBezTo>
                  <a:lnTo>
                    <a:pt x="10431" y="2882"/>
                  </a:lnTo>
                  <a:cubicBezTo>
                    <a:pt x="10419" y="2370"/>
                    <a:pt x="10002" y="1965"/>
                    <a:pt x="9490" y="1965"/>
                  </a:cubicBezTo>
                  <a:lnTo>
                    <a:pt x="7335" y="1965"/>
                  </a:lnTo>
                  <a:cubicBezTo>
                    <a:pt x="7287" y="1715"/>
                    <a:pt x="7085" y="1536"/>
                    <a:pt x="6811" y="1536"/>
                  </a:cubicBezTo>
                  <a:lnTo>
                    <a:pt x="6668" y="1536"/>
                  </a:lnTo>
                  <a:cubicBezTo>
                    <a:pt x="6561" y="1536"/>
                    <a:pt x="6478" y="1441"/>
                    <a:pt x="6478" y="1334"/>
                  </a:cubicBezTo>
                  <a:lnTo>
                    <a:pt x="6478" y="965"/>
                  </a:lnTo>
                  <a:cubicBezTo>
                    <a:pt x="6478" y="429"/>
                    <a:pt x="6037" y="0"/>
                    <a:pt x="5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68"/>
            <p:cNvSpPr/>
            <p:nvPr/>
          </p:nvSpPr>
          <p:spPr>
            <a:xfrm>
              <a:off x="6723529" y="2512542"/>
              <a:ext cx="38705" cy="39055"/>
            </a:xfrm>
            <a:custGeom>
              <a:avLst/>
              <a:gdLst/>
              <a:ahLst/>
              <a:cxnLst/>
              <a:rect l="l" t="t" r="r" b="b"/>
              <a:pathLst>
                <a:path w="1216" h="1227" extrusionOk="0">
                  <a:moveTo>
                    <a:pt x="608" y="346"/>
                  </a:moveTo>
                  <a:cubicBezTo>
                    <a:pt x="763" y="346"/>
                    <a:pt x="882" y="465"/>
                    <a:pt x="882" y="608"/>
                  </a:cubicBezTo>
                  <a:cubicBezTo>
                    <a:pt x="882" y="763"/>
                    <a:pt x="763" y="882"/>
                    <a:pt x="608" y="882"/>
                  </a:cubicBezTo>
                  <a:cubicBezTo>
                    <a:pt x="465" y="882"/>
                    <a:pt x="346" y="763"/>
                    <a:pt x="346" y="608"/>
                  </a:cubicBezTo>
                  <a:cubicBezTo>
                    <a:pt x="346" y="465"/>
                    <a:pt x="465" y="346"/>
                    <a:pt x="608" y="346"/>
                  </a:cubicBezTo>
                  <a:close/>
                  <a:moveTo>
                    <a:pt x="608" y="1"/>
                  </a:moveTo>
                  <a:cubicBezTo>
                    <a:pt x="286" y="1"/>
                    <a:pt x="1" y="274"/>
                    <a:pt x="1" y="608"/>
                  </a:cubicBezTo>
                  <a:cubicBezTo>
                    <a:pt x="1" y="941"/>
                    <a:pt x="275" y="1227"/>
                    <a:pt x="608" y="1227"/>
                  </a:cubicBezTo>
                  <a:cubicBezTo>
                    <a:pt x="941" y="1227"/>
                    <a:pt x="1215" y="953"/>
                    <a:pt x="1215" y="608"/>
                  </a:cubicBezTo>
                  <a:cubicBezTo>
                    <a:pt x="1203" y="274"/>
                    <a:pt x="941"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68"/>
            <p:cNvSpPr/>
            <p:nvPr/>
          </p:nvSpPr>
          <p:spPr>
            <a:xfrm>
              <a:off x="6662893" y="2597050"/>
              <a:ext cx="169813" cy="108031"/>
            </a:xfrm>
            <a:custGeom>
              <a:avLst/>
              <a:gdLst/>
              <a:ahLst/>
              <a:cxnLst/>
              <a:rect l="l" t="t" r="r" b="b"/>
              <a:pathLst>
                <a:path w="5335" h="3394" extrusionOk="0">
                  <a:moveTo>
                    <a:pt x="763" y="2060"/>
                  </a:moveTo>
                  <a:cubicBezTo>
                    <a:pt x="1025" y="2060"/>
                    <a:pt x="1251" y="2287"/>
                    <a:pt x="1251" y="2561"/>
                  </a:cubicBezTo>
                  <a:cubicBezTo>
                    <a:pt x="1251" y="2822"/>
                    <a:pt x="1025" y="3049"/>
                    <a:pt x="763" y="3049"/>
                  </a:cubicBezTo>
                  <a:cubicBezTo>
                    <a:pt x="489" y="3049"/>
                    <a:pt x="275" y="2822"/>
                    <a:pt x="275" y="2561"/>
                  </a:cubicBezTo>
                  <a:cubicBezTo>
                    <a:pt x="275" y="2287"/>
                    <a:pt x="489" y="2060"/>
                    <a:pt x="763" y="2060"/>
                  </a:cubicBezTo>
                  <a:close/>
                  <a:moveTo>
                    <a:pt x="4918" y="1"/>
                  </a:moveTo>
                  <a:cubicBezTo>
                    <a:pt x="4918" y="1"/>
                    <a:pt x="4894" y="1"/>
                    <a:pt x="4894" y="13"/>
                  </a:cubicBezTo>
                  <a:lnTo>
                    <a:pt x="4466" y="239"/>
                  </a:lnTo>
                  <a:cubicBezTo>
                    <a:pt x="4394" y="275"/>
                    <a:pt x="4346" y="370"/>
                    <a:pt x="4394" y="453"/>
                  </a:cubicBezTo>
                  <a:cubicBezTo>
                    <a:pt x="4429" y="515"/>
                    <a:pt x="4484" y="550"/>
                    <a:pt x="4548" y="550"/>
                  </a:cubicBezTo>
                  <a:cubicBezTo>
                    <a:pt x="4571" y="550"/>
                    <a:pt x="4595" y="546"/>
                    <a:pt x="4620" y="536"/>
                  </a:cubicBezTo>
                  <a:lnTo>
                    <a:pt x="4739" y="477"/>
                  </a:lnTo>
                  <a:lnTo>
                    <a:pt x="4739" y="477"/>
                  </a:lnTo>
                  <a:cubicBezTo>
                    <a:pt x="4525" y="1191"/>
                    <a:pt x="4144" y="1727"/>
                    <a:pt x="3620" y="2060"/>
                  </a:cubicBezTo>
                  <a:cubicBezTo>
                    <a:pt x="3098" y="2398"/>
                    <a:pt x="2516" y="2470"/>
                    <a:pt x="2094" y="2470"/>
                  </a:cubicBezTo>
                  <a:cubicBezTo>
                    <a:pt x="1891" y="2470"/>
                    <a:pt x="1724" y="2453"/>
                    <a:pt x="1620" y="2441"/>
                  </a:cubicBezTo>
                  <a:cubicBezTo>
                    <a:pt x="1560" y="2049"/>
                    <a:pt x="1227" y="1751"/>
                    <a:pt x="822" y="1751"/>
                  </a:cubicBezTo>
                  <a:cubicBezTo>
                    <a:pt x="370" y="1751"/>
                    <a:pt x="1" y="2120"/>
                    <a:pt x="1" y="2572"/>
                  </a:cubicBezTo>
                  <a:cubicBezTo>
                    <a:pt x="1" y="3013"/>
                    <a:pt x="370" y="3394"/>
                    <a:pt x="822" y="3394"/>
                  </a:cubicBezTo>
                  <a:cubicBezTo>
                    <a:pt x="1203" y="3394"/>
                    <a:pt x="1537" y="3120"/>
                    <a:pt x="1620" y="2763"/>
                  </a:cubicBezTo>
                  <a:cubicBezTo>
                    <a:pt x="1739" y="2775"/>
                    <a:pt x="1906" y="2799"/>
                    <a:pt x="2120" y="2799"/>
                  </a:cubicBezTo>
                  <a:cubicBezTo>
                    <a:pt x="2572" y="2799"/>
                    <a:pt x="3215" y="2703"/>
                    <a:pt x="3799" y="2334"/>
                  </a:cubicBezTo>
                  <a:cubicBezTo>
                    <a:pt x="4382" y="1965"/>
                    <a:pt x="4799" y="1394"/>
                    <a:pt x="5037" y="620"/>
                  </a:cubicBezTo>
                  <a:lnTo>
                    <a:pt x="5061" y="667"/>
                  </a:lnTo>
                  <a:cubicBezTo>
                    <a:pt x="5097" y="727"/>
                    <a:pt x="5156" y="751"/>
                    <a:pt x="5216" y="751"/>
                  </a:cubicBezTo>
                  <a:cubicBezTo>
                    <a:pt x="5239" y="751"/>
                    <a:pt x="5251" y="751"/>
                    <a:pt x="5287" y="739"/>
                  </a:cubicBezTo>
                  <a:cubicBezTo>
                    <a:pt x="5299" y="691"/>
                    <a:pt x="5335" y="596"/>
                    <a:pt x="5287" y="501"/>
                  </a:cubicBezTo>
                  <a:lnTo>
                    <a:pt x="5061" y="72"/>
                  </a:lnTo>
                  <a:cubicBezTo>
                    <a:pt x="5061" y="72"/>
                    <a:pt x="5061" y="60"/>
                    <a:pt x="5049" y="60"/>
                  </a:cubicBezTo>
                  <a:lnTo>
                    <a:pt x="5013" y="25"/>
                  </a:lnTo>
                  <a:lnTo>
                    <a:pt x="5001" y="13"/>
                  </a:lnTo>
                  <a:cubicBezTo>
                    <a:pt x="5001" y="13"/>
                    <a:pt x="4989" y="13"/>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2" name="Google Shape;13032;p68"/>
            <p:cNvSpPr/>
            <p:nvPr/>
          </p:nvSpPr>
          <p:spPr>
            <a:xfrm>
              <a:off x="6639402" y="2589188"/>
              <a:ext cx="32244" cy="31384"/>
            </a:xfrm>
            <a:custGeom>
              <a:avLst/>
              <a:gdLst/>
              <a:ahLst/>
              <a:cxnLst/>
              <a:rect l="l" t="t" r="r" b="b"/>
              <a:pathLst>
                <a:path w="1013" h="986" extrusionOk="0">
                  <a:moveTo>
                    <a:pt x="184" y="1"/>
                  </a:moveTo>
                  <a:cubicBezTo>
                    <a:pt x="140" y="1"/>
                    <a:pt x="96" y="16"/>
                    <a:pt x="60" y="45"/>
                  </a:cubicBezTo>
                  <a:cubicBezTo>
                    <a:pt x="0" y="105"/>
                    <a:pt x="0" y="212"/>
                    <a:pt x="60" y="283"/>
                  </a:cubicBezTo>
                  <a:lnTo>
                    <a:pt x="262" y="498"/>
                  </a:lnTo>
                  <a:lnTo>
                    <a:pt x="60" y="700"/>
                  </a:lnTo>
                  <a:cubicBezTo>
                    <a:pt x="0" y="760"/>
                    <a:pt x="0" y="867"/>
                    <a:pt x="60" y="938"/>
                  </a:cubicBezTo>
                  <a:cubicBezTo>
                    <a:pt x="84" y="974"/>
                    <a:pt x="131" y="986"/>
                    <a:pt x="179" y="986"/>
                  </a:cubicBezTo>
                  <a:cubicBezTo>
                    <a:pt x="215" y="986"/>
                    <a:pt x="262" y="974"/>
                    <a:pt x="298" y="938"/>
                  </a:cubicBezTo>
                  <a:lnTo>
                    <a:pt x="501" y="736"/>
                  </a:lnTo>
                  <a:lnTo>
                    <a:pt x="715" y="938"/>
                  </a:lnTo>
                  <a:cubicBezTo>
                    <a:pt x="739" y="974"/>
                    <a:pt x="786" y="986"/>
                    <a:pt x="834" y="986"/>
                  </a:cubicBezTo>
                  <a:cubicBezTo>
                    <a:pt x="870" y="986"/>
                    <a:pt x="917" y="974"/>
                    <a:pt x="953" y="938"/>
                  </a:cubicBezTo>
                  <a:cubicBezTo>
                    <a:pt x="1013" y="879"/>
                    <a:pt x="1013" y="783"/>
                    <a:pt x="953" y="700"/>
                  </a:cubicBezTo>
                  <a:lnTo>
                    <a:pt x="739" y="498"/>
                  </a:lnTo>
                  <a:lnTo>
                    <a:pt x="953" y="283"/>
                  </a:lnTo>
                  <a:cubicBezTo>
                    <a:pt x="1013" y="224"/>
                    <a:pt x="1013" y="129"/>
                    <a:pt x="953" y="45"/>
                  </a:cubicBezTo>
                  <a:cubicBezTo>
                    <a:pt x="923" y="16"/>
                    <a:pt x="882" y="1"/>
                    <a:pt x="838" y="1"/>
                  </a:cubicBezTo>
                  <a:cubicBezTo>
                    <a:pt x="795" y="1"/>
                    <a:pt x="751" y="16"/>
                    <a:pt x="715" y="45"/>
                  </a:cubicBezTo>
                  <a:lnTo>
                    <a:pt x="501" y="260"/>
                  </a:lnTo>
                  <a:lnTo>
                    <a:pt x="298" y="45"/>
                  </a:ln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68"/>
            <p:cNvSpPr/>
            <p:nvPr/>
          </p:nvSpPr>
          <p:spPr>
            <a:xfrm>
              <a:off x="6820547" y="2673315"/>
              <a:ext cx="32244" cy="31034"/>
            </a:xfrm>
            <a:custGeom>
              <a:avLst/>
              <a:gdLst/>
              <a:ahLst/>
              <a:cxnLst/>
              <a:rect l="l" t="t" r="r" b="b"/>
              <a:pathLst>
                <a:path w="1013" h="975" extrusionOk="0">
                  <a:moveTo>
                    <a:pt x="188" y="1"/>
                  </a:moveTo>
                  <a:cubicBezTo>
                    <a:pt x="147" y="1"/>
                    <a:pt x="102" y="16"/>
                    <a:pt x="60" y="45"/>
                  </a:cubicBezTo>
                  <a:cubicBezTo>
                    <a:pt x="1" y="105"/>
                    <a:pt x="1" y="200"/>
                    <a:pt x="60" y="284"/>
                  </a:cubicBezTo>
                  <a:lnTo>
                    <a:pt x="275" y="486"/>
                  </a:lnTo>
                  <a:lnTo>
                    <a:pt x="60" y="700"/>
                  </a:lnTo>
                  <a:cubicBezTo>
                    <a:pt x="1" y="760"/>
                    <a:pt x="1" y="855"/>
                    <a:pt x="60" y="938"/>
                  </a:cubicBezTo>
                  <a:cubicBezTo>
                    <a:pt x="96" y="962"/>
                    <a:pt x="144" y="974"/>
                    <a:pt x="179" y="974"/>
                  </a:cubicBezTo>
                  <a:cubicBezTo>
                    <a:pt x="227" y="974"/>
                    <a:pt x="275" y="962"/>
                    <a:pt x="298" y="938"/>
                  </a:cubicBezTo>
                  <a:lnTo>
                    <a:pt x="513" y="724"/>
                  </a:lnTo>
                  <a:lnTo>
                    <a:pt x="715" y="938"/>
                  </a:lnTo>
                  <a:cubicBezTo>
                    <a:pt x="751" y="962"/>
                    <a:pt x="798" y="974"/>
                    <a:pt x="834" y="974"/>
                  </a:cubicBezTo>
                  <a:cubicBezTo>
                    <a:pt x="882" y="974"/>
                    <a:pt x="929" y="962"/>
                    <a:pt x="953" y="938"/>
                  </a:cubicBezTo>
                  <a:cubicBezTo>
                    <a:pt x="1013" y="879"/>
                    <a:pt x="1013" y="772"/>
                    <a:pt x="953" y="700"/>
                  </a:cubicBezTo>
                  <a:lnTo>
                    <a:pt x="751" y="486"/>
                  </a:lnTo>
                  <a:lnTo>
                    <a:pt x="953" y="284"/>
                  </a:lnTo>
                  <a:cubicBezTo>
                    <a:pt x="1013" y="224"/>
                    <a:pt x="1013" y="117"/>
                    <a:pt x="953" y="45"/>
                  </a:cubicBezTo>
                  <a:cubicBezTo>
                    <a:pt x="923" y="16"/>
                    <a:pt x="885" y="1"/>
                    <a:pt x="843" y="1"/>
                  </a:cubicBezTo>
                  <a:cubicBezTo>
                    <a:pt x="801" y="1"/>
                    <a:pt x="757" y="16"/>
                    <a:pt x="715" y="45"/>
                  </a:cubicBezTo>
                  <a:lnTo>
                    <a:pt x="513" y="248"/>
                  </a:lnTo>
                  <a:lnTo>
                    <a:pt x="298" y="45"/>
                  </a:lnTo>
                  <a:cubicBezTo>
                    <a:pt x="269" y="16"/>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4" name="Google Shape;13034;p68"/>
            <p:cNvSpPr/>
            <p:nvPr/>
          </p:nvSpPr>
          <p:spPr>
            <a:xfrm>
              <a:off x="6730341" y="2603607"/>
              <a:ext cx="32244" cy="31384"/>
            </a:xfrm>
            <a:custGeom>
              <a:avLst/>
              <a:gdLst/>
              <a:ahLst/>
              <a:cxnLst/>
              <a:rect l="l" t="t" r="r" b="b"/>
              <a:pathLst>
                <a:path w="1013" h="986" extrusionOk="0">
                  <a:moveTo>
                    <a:pt x="184" y="0"/>
                  </a:moveTo>
                  <a:cubicBezTo>
                    <a:pt x="141" y="0"/>
                    <a:pt x="96" y="15"/>
                    <a:pt x="61" y="45"/>
                  </a:cubicBezTo>
                  <a:cubicBezTo>
                    <a:pt x="1" y="104"/>
                    <a:pt x="1" y="211"/>
                    <a:pt x="61" y="283"/>
                  </a:cubicBezTo>
                  <a:lnTo>
                    <a:pt x="263" y="485"/>
                  </a:lnTo>
                  <a:lnTo>
                    <a:pt x="61" y="700"/>
                  </a:lnTo>
                  <a:cubicBezTo>
                    <a:pt x="1" y="759"/>
                    <a:pt x="1" y="866"/>
                    <a:pt x="61" y="938"/>
                  </a:cubicBezTo>
                  <a:cubicBezTo>
                    <a:pt x="84" y="962"/>
                    <a:pt x="132" y="985"/>
                    <a:pt x="180" y="985"/>
                  </a:cubicBezTo>
                  <a:cubicBezTo>
                    <a:pt x="215" y="985"/>
                    <a:pt x="263" y="962"/>
                    <a:pt x="299" y="938"/>
                  </a:cubicBezTo>
                  <a:lnTo>
                    <a:pt x="501" y="723"/>
                  </a:lnTo>
                  <a:lnTo>
                    <a:pt x="715" y="938"/>
                  </a:lnTo>
                  <a:cubicBezTo>
                    <a:pt x="739" y="962"/>
                    <a:pt x="787" y="985"/>
                    <a:pt x="834" y="985"/>
                  </a:cubicBezTo>
                  <a:cubicBezTo>
                    <a:pt x="870" y="985"/>
                    <a:pt x="918" y="962"/>
                    <a:pt x="953" y="938"/>
                  </a:cubicBezTo>
                  <a:cubicBezTo>
                    <a:pt x="1013" y="878"/>
                    <a:pt x="1013" y="771"/>
                    <a:pt x="953" y="700"/>
                  </a:cubicBezTo>
                  <a:lnTo>
                    <a:pt x="739" y="485"/>
                  </a:lnTo>
                  <a:lnTo>
                    <a:pt x="953" y="283"/>
                  </a:lnTo>
                  <a:cubicBezTo>
                    <a:pt x="1013" y="223"/>
                    <a:pt x="1013" y="116"/>
                    <a:pt x="953" y="45"/>
                  </a:cubicBezTo>
                  <a:cubicBezTo>
                    <a:pt x="924" y="15"/>
                    <a:pt x="882" y="0"/>
                    <a:pt x="839" y="0"/>
                  </a:cubicBezTo>
                  <a:cubicBezTo>
                    <a:pt x="796" y="0"/>
                    <a:pt x="751" y="15"/>
                    <a:pt x="715" y="45"/>
                  </a:cubicBezTo>
                  <a:lnTo>
                    <a:pt x="501" y="247"/>
                  </a:ln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5" name="Google Shape;13035;p68"/>
          <p:cNvGrpSpPr/>
          <p:nvPr/>
        </p:nvGrpSpPr>
        <p:grpSpPr>
          <a:xfrm>
            <a:off x="2818561" y="2515978"/>
            <a:ext cx="247892" cy="346024"/>
            <a:chOff x="2818561" y="2439778"/>
            <a:chExt cx="247892" cy="346024"/>
          </a:xfrm>
        </p:grpSpPr>
        <p:sp>
          <p:nvSpPr>
            <p:cNvPr id="13036" name="Google Shape;13036;p68"/>
            <p:cNvSpPr/>
            <p:nvPr/>
          </p:nvSpPr>
          <p:spPr>
            <a:xfrm>
              <a:off x="2818561" y="2439778"/>
              <a:ext cx="247892" cy="346024"/>
            </a:xfrm>
            <a:custGeom>
              <a:avLst/>
              <a:gdLst/>
              <a:ahLst/>
              <a:cxnLst/>
              <a:rect l="l" t="t" r="r" b="b"/>
              <a:pathLst>
                <a:path w="7788" h="10871" extrusionOk="0">
                  <a:moveTo>
                    <a:pt x="5882" y="9716"/>
                  </a:moveTo>
                  <a:lnTo>
                    <a:pt x="5882" y="9966"/>
                  </a:lnTo>
                  <a:lnTo>
                    <a:pt x="5894" y="9966"/>
                  </a:lnTo>
                  <a:cubicBezTo>
                    <a:pt x="5894" y="10276"/>
                    <a:pt x="5644" y="10550"/>
                    <a:pt x="5323" y="10550"/>
                  </a:cubicBezTo>
                  <a:lnTo>
                    <a:pt x="894" y="10550"/>
                  </a:lnTo>
                  <a:cubicBezTo>
                    <a:pt x="584" y="10550"/>
                    <a:pt x="310" y="10299"/>
                    <a:pt x="310" y="9966"/>
                  </a:cubicBezTo>
                  <a:lnTo>
                    <a:pt x="310" y="9716"/>
                  </a:lnTo>
                  <a:close/>
                  <a:moveTo>
                    <a:pt x="894" y="1"/>
                  </a:moveTo>
                  <a:cubicBezTo>
                    <a:pt x="405" y="1"/>
                    <a:pt x="1" y="394"/>
                    <a:pt x="1" y="894"/>
                  </a:cubicBezTo>
                  <a:lnTo>
                    <a:pt x="1" y="7835"/>
                  </a:lnTo>
                  <a:cubicBezTo>
                    <a:pt x="1" y="7930"/>
                    <a:pt x="72" y="8002"/>
                    <a:pt x="167" y="8002"/>
                  </a:cubicBezTo>
                  <a:cubicBezTo>
                    <a:pt x="263" y="8002"/>
                    <a:pt x="334" y="7930"/>
                    <a:pt x="334" y="7835"/>
                  </a:cubicBezTo>
                  <a:lnTo>
                    <a:pt x="334" y="1346"/>
                  </a:lnTo>
                  <a:lnTo>
                    <a:pt x="3382" y="1346"/>
                  </a:lnTo>
                  <a:cubicBezTo>
                    <a:pt x="3477" y="1346"/>
                    <a:pt x="3549" y="1275"/>
                    <a:pt x="3549" y="1179"/>
                  </a:cubicBezTo>
                  <a:cubicBezTo>
                    <a:pt x="3549" y="1096"/>
                    <a:pt x="3477" y="1025"/>
                    <a:pt x="3382" y="1025"/>
                  </a:cubicBezTo>
                  <a:lnTo>
                    <a:pt x="334" y="1025"/>
                  </a:lnTo>
                  <a:lnTo>
                    <a:pt x="334" y="882"/>
                  </a:lnTo>
                  <a:cubicBezTo>
                    <a:pt x="334" y="572"/>
                    <a:pt x="584" y="310"/>
                    <a:pt x="906" y="310"/>
                  </a:cubicBezTo>
                  <a:lnTo>
                    <a:pt x="5335" y="310"/>
                  </a:lnTo>
                  <a:cubicBezTo>
                    <a:pt x="5644" y="310"/>
                    <a:pt x="5918" y="560"/>
                    <a:pt x="5918" y="882"/>
                  </a:cubicBezTo>
                  <a:lnTo>
                    <a:pt x="5918" y="1025"/>
                  </a:lnTo>
                  <a:lnTo>
                    <a:pt x="4073" y="1025"/>
                  </a:lnTo>
                  <a:cubicBezTo>
                    <a:pt x="3977" y="1025"/>
                    <a:pt x="3906" y="1096"/>
                    <a:pt x="3906" y="1179"/>
                  </a:cubicBezTo>
                  <a:cubicBezTo>
                    <a:pt x="3906" y="1275"/>
                    <a:pt x="3977" y="1346"/>
                    <a:pt x="4073" y="1346"/>
                  </a:cubicBezTo>
                  <a:lnTo>
                    <a:pt x="5894" y="1346"/>
                  </a:lnTo>
                  <a:lnTo>
                    <a:pt x="5894" y="3287"/>
                  </a:lnTo>
                  <a:cubicBezTo>
                    <a:pt x="5751" y="3251"/>
                    <a:pt x="5597" y="3239"/>
                    <a:pt x="5454" y="3239"/>
                  </a:cubicBezTo>
                  <a:cubicBezTo>
                    <a:pt x="4811" y="3239"/>
                    <a:pt x="4215" y="3501"/>
                    <a:pt x="3799" y="3930"/>
                  </a:cubicBezTo>
                  <a:lnTo>
                    <a:pt x="989" y="3930"/>
                  </a:lnTo>
                  <a:cubicBezTo>
                    <a:pt x="894" y="3930"/>
                    <a:pt x="822" y="4001"/>
                    <a:pt x="822" y="4084"/>
                  </a:cubicBezTo>
                  <a:cubicBezTo>
                    <a:pt x="822" y="4180"/>
                    <a:pt x="894" y="4251"/>
                    <a:pt x="989" y="4251"/>
                  </a:cubicBezTo>
                  <a:lnTo>
                    <a:pt x="3537" y="4251"/>
                  </a:lnTo>
                  <a:cubicBezTo>
                    <a:pt x="3477" y="4346"/>
                    <a:pt x="3418" y="4430"/>
                    <a:pt x="3370" y="4537"/>
                  </a:cubicBezTo>
                  <a:lnTo>
                    <a:pt x="1787" y="4537"/>
                  </a:lnTo>
                  <a:cubicBezTo>
                    <a:pt x="1703" y="4537"/>
                    <a:pt x="1620" y="4608"/>
                    <a:pt x="1620" y="4704"/>
                  </a:cubicBezTo>
                  <a:cubicBezTo>
                    <a:pt x="1620" y="4787"/>
                    <a:pt x="1703" y="4858"/>
                    <a:pt x="1787" y="4858"/>
                  </a:cubicBezTo>
                  <a:lnTo>
                    <a:pt x="3239" y="4858"/>
                  </a:lnTo>
                  <a:cubicBezTo>
                    <a:pt x="3156" y="5085"/>
                    <a:pt x="3132" y="5323"/>
                    <a:pt x="3132" y="5573"/>
                  </a:cubicBezTo>
                  <a:lnTo>
                    <a:pt x="3132" y="5739"/>
                  </a:lnTo>
                  <a:lnTo>
                    <a:pt x="1418" y="5739"/>
                  </a:lnTo>
                  <a:cubicBezTo>
                    <a:pt x="1322" y="5739"/>
                    <a:pt x="1251" y="5811"/>
                    <a:pt x="1251" y="5906"/>
                  </a:cubicBezTo>
                  <a:cubicBezTo>
                    <a:pt x="1251" y="5989"/>
                    <a:pt x="1322" y="6073"/>
                    <a:pt x="1418" y="6073"/>
                  </a:cubicBezTo>
                  <a:lnTo>
                    <a:pt x="3180" y="6073"/>
                  </a:lnTo>
                  <a:cubicBezTo>
                    <a:pt x="3192" y="6132"/>
                    <a:pt x="3203" y="6168"/>
                    <a:pt x="3215" y="6216"/>
                  </a:cubicBezTo>
                  <a:lnTo>
                    <a:pt x="2382" y="6216"/>
                  </a:lnTo>
                  <a:cubicBezTo>
                    <a:pt x="2299" y="6216"/>
                    <a:pt x="2215" y="6287"/>
                    <a:pt x="2215" y="6382"/>
                  </a:cubicBezTo>
                  <a:cubicBezTo>
                    <a:pt x="2215" y="6466"/>
                    <a:pt x="2299" y="6549"/>
                    <a:pt x="2382" y="6549"/>
                  </a:cubicBezTo>
                  <a:lnTo>
                    <a:pt x="3334" y="6549"/>
                  </a:lnTo>
                  <a:cubicBezTo>
                    <a:pt x="3704" y="7347"/>
                    <a:pt x="4513" y="7894"/>
                    <a:pt x="5454" y="7894"/>
                  </a:cubicBezTo>
                  <a:cubicBezTo>
                    <a:pt x="5597" y="7894"/>
                    <a:pt x="5751" y="7883"/>
                    <a:pt x="5894" y="7859"/>
                  </a:cubicBezTo>
                  <a:lnTo>
                    <a:pt x="5894" y="9407"/>
                  </a:lnTo>
                  <a:lnTo>
                    <a:pt x="334" y="9407"/>
                  </a:lnTo>
                  <a:lnTo>
                    <a:pt x="334" y="8514"/>
                  </a:lnTo>
                  <a:cubicBezTo>
                    <a:pt x="334" y="8418"/>
                    <a:pt x="263" y="8347"/>
                    <a:pt x="167" y="8347"/>
                  </a:cubicBezTo>
                  <a:cubicBezTo>
                    <a:pt x="72" y="8347"/>
                    <a:pt x="1" y="8418"/>
                    <a:pt x="1" y="8514"/>
                  </a:cubicBezTo>
                  <a:lnTo>
                    <a:pt x="1" y="9978"/>
                  </a:lnTo>
                  <a:cubicBezTo>
                    <a:pt x="1" y="10478"/>
                    <a:pt x="405" y="10871"/>
                    <a:pt x="894" y="10871"/>
                  </a:cubicBezTo>
                  <a:lnTo>
                    <a:pt x="5323" y="10871"/>
                  </a:lnTo>
                  <a:cubicBezTo>
                    <a:pt x="5811" y="10871"/>
                    <a:pt x="6216" y="10478"/>
                    <a:pt x="6216" y="9978"/>
                  </a:cubicBezTo>
                  <a:lnTo>
                    <a:pt x="6216" y="9561"/>
                  </a:lnTo>
                  <a:lnTo>
                    <a:pt x="6216" y="7763"/>
                  </a:lnTo>
                  <a:cubicBezTo>
                    <a:pt x="7121" y="7454"/>
                    <a:pt x="7775" y="6573"/>
                    <a:pt x="7775" y="5561"/>
                  </a:cubicBezTo>
                  <a:cubicBezTo>
                    <a:pt x="7787" y="5204"/>
                    <a:pt x="7716" y="4858"/>
                    <a:pt x="7549" y="4537"/>
                  </a:cubicBezTo>
                  <a:cubicBezTo>
                    <a:pt x="7515" y="4485"/>
                    <a:pt x="7462" y="4446"/>
                    <a:pt x="7399" y="4446"/>
                  </a:cubicBezTo>
                  <a:cubicBezTo>
                    <a:pt x="7375" y="4446"/>
                    <a:pt x="7350" y="4452"/>
                    <a:pt x="7323" y="4465"/>
                  </a:cubicBezTo>
                  <a:cubicBezTo>
                    <a:pt x="7252" y="4501"/>
                    <a:pt x="7204" y="4596"/>
                    <a:pt x="7252" y="4680"/>
                  </a:cubicBezTo>
                  <a:cubicBezTo>
                    <a:pt x="7383" y="4954"/>
                    <a:pt x="7442" y="5251"/>
                    <a:pt x="7442" y="5561"/>
                  </a:cubicBezTo>
                  <a:cubicBezTo>
                    <a:pt x="7442" y="6656"/>
                    <a:pt x="6549" y="7573"/>
                    <a:pt x="5430" y="7573"/>
                  </a:cubicBezTo>
                  <a:cubicBezTo>
                    <a:pt x="4335" y="7573"/>
                    <a:pt x="3430" y="6680"/>
                    <a:pt x="3430" y="5561"/>
                  </a:cubicBezTo>
                  <a:cubicBezTo>
                    <a:pt x="3430" y="4442"/>
                    <a:pt x="4323" y="3549"/>
                    <a:pt x="5430" y="3549"/>
                  </a:cubicBezTo>
                  <a:cubicBezTo>
                    <a:pt x="5990" y="3549"/>
                    <a:pt x="6525" y="3787"/>
                    <a:pt x="6906" y="4192"/>
                  </a:cubicBezTo>
                  <a:cubicBezTo>
                    <a:pt x="6939" y="4224"/>
                    <a:pt x="6986" y="4243"/>
                    <a:pt x="7032" y="4243"/>
                  </a:cubicBezTo>
                  <a:cubicBezTo>
                    <a:pt x="7069" y="4243"/>
                    <a:pt x="7106" y="4230"/>
                    <a:pt x="7133" y="4204"/>
                  </a:cubicBezTo>
                  <a:cubicBezTo>
                    <a:pt x="7192" y="4144"/>
                    <a:pt x="7204" y="4049"/>
                    <a:pt x="7144" y="3989"/>
                  </a:cubicBezTo>
                  <a:cubicBezTo>
                    <a:pt x="6882" y="3703"/>
                    <a:pt x="6561" y="3489"/>
                    <a:pt x="6216" y="3370"/>
                  </a:cubicBezTo>
                  <a:lnTo>
                    <a:pt x="6216" y="1191"/>
                  </a:lnTo>
                  <a:lnTo>
                    <a:pt x="6216" y="894"/>
                  </a:lnTo>
                  <a:cubicBezTo>
                    <a:pt x="6216" y="394"/>
                    <a:pt x="5811" y="1"/>
                    <a:pt x="5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68"/>
            <p:cNvSpPr/>
            <p:nvPr/>
          </p:nvSpPr>
          <p:spPr>
            <a:xfrm>
              <a:off x="2939833" y="2603066"/>
              <a:ext cx="11395" cy="18652"/>
            </a:xfrm>
            <a:custGeom>
              <a:avLst/>
              <a:gdLst/>
              <a:ahLst/>
              <a:cxnLst/>
              <a:rect l="l" t="t" r="r" b="b"/>
              <a:pathLst>
                <a:path w="358" h="586" extrusionOk="0">
                  <a:moveTo>
                    <a:pt x="203" y="1"/>
                  </a:moveTo>
                  <a:cubicBezTo>
                    <a:pt x="118" y="1"/>
                    <a:pt x="47" y="57"/>
                    <a:pt x="36" y="133"/>
                  </a:cubicBezTo>
                  <a:cubicBezTo>
                    <a:pt x="24" y="228"/>
                    <a:pt x="1" y="324"/>
                    <a:pt x="1" y="419"/>
                  </a:cubicBezTo>
                  <a:cubicBezTo>
                    <a:pt x="1" y="502"/>
                    <a:pt x="72" y="586"/>
                    <a:pt x="167" y="586"/>
                  </a:cubicBezTo>
                  <a:cubicBezTo>
                    <a:pt x="263" y="586"/>
                    <a:pt x="334" y="502"/>
                    <a:pt x="334" y="419"/>
                  </a:cubicBezTo>
                  <a:cubicBezTo>
                    <a:pt x="334" y="336"/>
                    <a:pt x="334" y="252"/>
                    <a:pt x="346" y="181"/>
                  </a:cubicBezTo>
                  <a:cubicBezTo>
                    <a:pt x="358" y="109"/>
                    <a:pt x="322" y="14"/>
                    <a:pt x="227" y="2"/>
                  </a:cubicBezTo>
                  <a:cubicBezTo>
                    <a:pt x="219" y="1"/>
                    <a:pt x="211"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68"/>
            <p:cNvSpPr/>
            <p:nvPr/>
          </p:nvSpPr>
          <p:spPr>
            <a:xfrm>
              <a:off x="2963706" y="2653103"/>
              <a:ext cx="19735" cy="14101"/>
            </a:xfrm>
            <a:custGeom>
              <a:avLst/>
              <a:gdLst/>
              <a:ahLst/>
              <a:cxnLst/>
              <a:rect l="l" t="t" r="r" b="b"/>
              <a:pathLst>
                <a:path w="620" h="443" extrusionOk="0">
                  <a:moveTo>
                    <a:pt x="178" y="1"/>
                  </a:moveTo>
                  <a:cubicBezTo>
                    <a:pt x="124" y="1"/>
                    <a:pt x="71" y="27"/>
                    <a:pt x="48" y="73"/>
                  </a:cubicBezTo>
                  <a:cubicBezTo>
                    <a:pt x="1" y="157"/>
                    <a:pt x="25" y="252"/>
                    <a:pt x="108" y="299"/>
                  </a:cubicBezTo>
                  <a:cubicBezTo>
                    <a:pt x="191" y="347"/>
                    <a:pt x="287" y="395"/>
                    <a:pt x="370" y="419"/>
                  </a:cubicBezTo>
                  <a:cubicBezTo>
                    <a:pt x="382" y="419"/>
                    <a:pt x="406" y="442"/>
                    <a:pt x="417" y="442"/>
                  </a:cubicBezTo>
                  <a:cubicBezTo>
                    <a:pt x="489" y="442"/>
                    <a:pt x="548" y="395"/>
                    <a:pt x="560" y="323"/>
                  </a:cubicBezTo>
                  <a:cubicBezTo>
                    <a:pt x="620" y="228"/>
                    <a:pt x="584" y="121"/>
                    <a:pt x="489" y="109"/>
                  </a:cubicBezTo>
                  <a:lnTo>
                    <a:pt x="263" y="26"/>
                  </a:lnTo>
                  <a:cubicBezTo>
                    <a:pt x="237" y="9"/>
                    <a:pt x="208"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68"/>
            <p:cNvSpPr/>
            <p:nvPr/>
          </p:nvSpPr>
          <p:spPr>
            <a:xfrm>
              <a:off x="2948555" y="2577443"/>
              <a:ext cx="17093" cy="16615"/>
            </a:xfrm>
            <a:custGeom>
              <a:avLst/>
              <a:gdLst/>
              <a:ahLst/>
              <a:cxnLst/>
              <a:rect l="l" t="t" r="r" b="b"/>
              <a:pathLst>
                <a:path w="537" h="522" extrusionOk="0">
                  <a:moveTo>
                    <a:pt x="364" y="1"/>
                  </a:moveTo>
                  <a:cubicBezTo>
                    <a:pt x="322" y="1"/>
                    <a:pt x="280" y="15"/>
                    <a:pt x="251" y="45"/>
                  </a:cubicBezTo>
                  <a:cubicBezTo>
                    <a:pt x="179" y="117"/>
                    <a:pt x="120" y="200"/>
                    <a:pt x="60" y="271"/>
                  </a:cubicBezTo>
                  <a:cubicBezTo>
                    <a:pt x="1" y="343"/>
                    <a:pt x="24" y="450"/>
                    <a:pt x="84" y="498"/>
                  </a:cubicBezTo>
                  <a:cubicBezTo>
                    <a:pt x="120" y="510"/>
                    <a:pt x="143" y="521"/>
                    <a:pt x="179" y="521"/>
                  </a:cubicBezTo>
                  <a:cubicBezTo>
                    <a:pt x="227" y="521"/>
                    <a:pt x="286" y="498"/>
                    <a:pt x="310" y="462"/>
                  </a:cubicBezTo>
                  <a:cubicBezTo>
                    <a:pt x="358" y="402"/>
                    <a:pt x="417" y="343"/>
                    <a:pt x="465" y="283"/>
                  </a:cubicBezTo>
                  <a:cubicBezTo>
                    <a:pt x="536" y="224"/>
                    <a:pt x="536" y="117"/>
                    <a:pt x="477" y="45"/>
                  </a:cubicBezTo>
                  <a:cubicBezTo>
                    <a:pt x="447" y="15"/>
                    <a:pt x="405"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68"/>
            <p:cNvSpPr/>
            <p:nvPr/>
          </p:nvSpPr>
          <p:spPr>
            <a:xfrm>
              <a:off x="2943621" y="2631299"/>
              <a:ext cx="16329" cy="17697"/>
            </a:xfrm>
            <a:custGeom>
              <a:avLst/>
              <a:gdLst/>
              <a:ahLst/>
              <a:cxnLst/>
              <a:rect l="l" t="t" r="r" b="b"/>
              <a:pathLst>
                <a:path w="513" h="556" extrusionOk="0">
                  <a:moveTo>
                    <a:pt x="196" y="1"/>
                  </a:moveTo>
                  <a:cubicBezTo>
                    <a:pt x="172" y="1"/>
                    <a:pt x="146" y="7"/>
                    <a:pt x="120" y="20"/>
                  </a:cubicBezTo>
                  <a:cubicBezTo>
                    <a:pt x="48" y="68"/>
                    <a:pt x="1" y="151"/>
                    <a:pt x="48" y="246"/>
                  </a:cubicBezTo>
                  <a:cubicBezTo>
                    <a:pt x="96" y="330"/>
                    <a:pt x="144" y="425"/>
                    <a:pt x="203" y="496"/>
                  </a:cubicBezTo>
                  <a:cubicBezTo>
                    <a:pt x="227" y="544"/>
                    <a:pt x="275" y="556"/>
                    <a:pt x="334" y="556"/>
                  </a:cubicBezTo>
                  <a:cubicBezTo>
                    <a:pt x="358" y="556"/>
                    <a:pt x="394" y="544"/>
                    <a:pt x="417" y="532"/>
                  </a:cubicBezTo>
                  <a:cubicBezTo>
                    <a:pt x="501" y="484"/>
                    <a:pt x="513" y="377"/>
                    <a:pt x="465" y="306"/>
                  </a:cubicBezTo>
                  <a:cubicBezTo>
                    <a:pt x="417" y="246"/>
                    <a:pt x="382" y="175"/>
                    <a:pt x="346" y="92"/>
                  </a:cubicBezTo>
                  <a:cubicBezTo>
                    <a:pt x="312" y="40"/>
                    <a:pt x="259"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68"/>
            <p:cNvSpPr/>
            <p:nvPr/>
          </p:nvSpPr>
          <p:spPr>
            <a:xfrm>
              <a:off x="3019408" y="2638907"/>
              <a:ext cx="16711" cy="16170"/>
            </a:xfrm>
            <a:custGeom>
              <a:avLst/>
              <a:gdLst/>
              <a:ahLst/>
              <a:cxnLst/>
              <a:rect l="l" t="t" r="r" b="b"/>
              <a:pathLst>
                <a:path w="525" h="508" extrusionOk="0">
                  <a:moveTo>
                    <a:pt x="346" y="1"/>
                  </a:moveTo>
                  <a:cubicBezTo>
                    <a:pt x="290" y="1"/>
                    <a:pt x="238" y="29"/>
                    <a:pt x="215" y="67"/>
                  </a:cubicBezTo>
                  <a:cubicBezTo>
                    <a:pt x="168" y="126"/>
                    <a:pt x="108" y="186"/>
                    <a:pt x="61" y="245"/>
                  </a:cubicBezTo>
                  <a:cubicBezTo>
                    <a:pt x="1" y="305"/>
                    <a:pt x="1" y="412"/>
                    <a:pt x="61" y="472"/>
                  </a:cubicBezTo>
                  <a:cubicBezTo>
                    <a:pt x="96" y="495"/>
                    <a:pt x="144" y="507"/>
                    <a:pt x="180" y="507"/>
                  </a:cubicBezTo>
                  <a:cubicBezTo>
                    <a:pt x="227" y="507"/>
                    <a:pt x="251" y="495"/>
                    <a:pt x="299" y="472"/>
                  </a:cubicBezTo>
                  <a:cubicBezTo>
                    <a:pt x="370" y="388"/>
                    <a:pt x="430" y="317"/>
                    <a:pt x="489" y="245"/>
                  </a:cubicBezTo>
                  <a:cubicBezTo>
                    <a:pt x="525" y="186"/>
                    <a:pt x="513" y="79"/>
                    <a:pt x="442" y="31"/>
                  </a:cubicBezTo>
                  <a:cubicBezTo>
                    <a:pt x="411" y="10"/>
                    <a:pt x="378" y="1"/>
                    <a:pt x="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2" name="Google Shape;13042;p68"/>
            <p:cNvSpPr/>
            <p:nvPr/>
          </p:nvSpPr>
          <p:spPr>
            <a:xfrm>
              <a:off x="3033063" y="2611087"/>
              <a:ext cx="12159" cy="18971"/>
            </a:xfrm>
            <a:custGeom>
              <a:avLst/>
              <a:gdLst/>
              <a:ahLst/>
              <a:cxnLst/>
              <a:rect l="l" t="t" r="r" b="b"/>
              <a:pathLst>
                <a:path w="382" h="596" extrusionOk="0">
                  <a:moveTo>
                    <a:pt x="203" y="0"/>
                  </a:moveTo>
                  <a:cubicBezTo>
                    <a:pt x="108" y="0"/>
                    <a:pt x="36" y="72"/>
                    <a:pt x="36" y="167"/>
                  </a:cubicBezTo>
                  <a:cubicBezTo>
                    <a:pt x="36" y="238"/>
                    <a:pt x="36" y="334"/>
                    <a:pt x="24" y="405"/>
                  </a:cubicBezTo>
                  <a:cubicBezTo>
                    <a:pt x="1" y="488"/>
                    <a:pt x="60" y="584"/>
                    <a:pt x="155" y="596"/>
                  </a:cubicBezTo>
                  <a:lnTo>
                    <a:pt x="179" y="596"/>
                  </a:lnTo>
                  <a:cubicBezTo>
                    <a:pt x="263" y="596"/>
                    <a:pt x="334" y="536"/>
                    <a:pt x="346" y="465"/>
                  </a:cubicBezTo>
                  <a:cubicBezTo>
                    <a:pt x="370" y="369"/>
                    <a:pt x="382" y="274"/>
                    <a:pt x="382" y="167"/>
                  </a:cubicBezTo>
                  <a:cubicBezTo>
                    <a:pt x="346" y="72"/>
                    <a:pt x="286"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3" name="Google Shape;13043;p68"/>
            <p:cNvSpPr/>
            <p:nvPr/>
          </p:nvSpPr>
          <p:spPr>
            <a:xfrm>
              <a:off x="3024342" y="2583363"/>
              <a:ext cx="15947" cy="17888"/>
            </a:xfrm>
            <a:custGeom>
              <a:avLst/>
              <a:gdLst/>
              <a:ahLst/>
              <a:cxnLst/>
              <a:rect l="l" t="t" r="r" b="b"/>
              <a:pathLst>
                <a:path w="501" h="562" extrusionOk="0">
                  <a:moveTo>
                    <a:pt x="187" y="1"/>
                  </a:moveTo>
                  <a:cubicBezTo>
                    <a:pt x="154" y="1"/>
                    <a:pt x="119" y="13"/>
                    <a:pt x="84" y="38"/>
                  </a:cubicBezTo>
                  <a:cubicBezTo>
                    <a:pt x="13" y="97"/>
                    <a:pt x="1" y="193"/>
                    <a:pt x="60" y="264"/>
                  </a:cubicBezTo>
                  <a:cubicBezTo>
                    <a:pt x="96" y="324"/>
                    <a:pt x="144" y="395"/>
                    <a:pt x="179" y="466"/>
                  </a:cubicBezTo>
                  <a:cubicBezTo>
                    <a:pt x="203" y="526"/>
                    <a:pt x="263" y="562"/>
                    <a:pt x="322" y="562"/>
                  </a:cubicBezTo>
                  <a:cubicBezTo>
                    <a:pt x="358" y="562"/>
                    <a:pt x="370" y="562"/>
                    <a:pt x="394" y="550"/>
                  </a:cubicBezTo>
                  <a:cubicBezTo>
                    <a:pt x="477" y="502"/>
                    <a:pt x="501" y="407"/>
                    <a:pt x="465" y="324"/>
                  </a:cubicBezTo>
                  <a:cubicBezTo>
                    <a:pt x="417" y="228"/>
                    <a:pt x="370" y="145"/>
                    <a:pt x="310" y="74"/>
                  </a:cubicBezTo>
                  <a:cubicBezTo>
                    <a:pt x="276" y="25"/>
                    <a:pt x="233"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68"/>
            <p:cNvSpPr/>
            <p:nvPr/>
          </p:nvSpPr>
          <p:spPr>
            <a:xfrm>
              <a:off x="2992894" y="2655808"/>
              <a:ext cx="19735" cy="12159"/>
            </a:xfrm>
            <a:custGeom>
              <a:avLst/>
              <a:gdLst/>
              <a:ahLst/>
              <a:cxnLst/>
              <a:rect l="l" t="t" r="r" b="b"/>
              <a:pathLst>
                <a:path w="620" h="382" extrusionOk="0">
                  <a:moveTo>
                    <a:pt x="437" y="0"/>
                  </a:moveTo>
                  <a:cubicBezTo>
                    <a:pt x="419" y="0"/>
                    <a:pt x="400" y="4"/>
                    <a:pt x="382" y="12"/>
                  </a:cubicBezTo>
                  <a:cubicBezTo>
                    <a:pt x="298" y="36"/>
                    <a:pt x="227" y="60"/>
                    <a:pt x="155" y="72"/>
                  </a:cubicBezTo>
                  <a:cubicBezTo>
                    <a:pt x="60" y="84"/>
                    <a:pt x="1" y="155"/>
                    <a:pt x="24" y="250"/>
                  </a:cubicBezTo>
                  <a:cubicBezTo>
                    <a:pt x="36" y="322"/>
                    <a:pt x="96" y="381"/>
                    <a:pt x="179" y="381"/>
                  </a:cubicBezTo>
                  <a:lnTo>
                    <a:pt x="203" y="381"/>
                  </a:lnTo>
                  <a:cubicBezTo>
                    <a:pt x="298" y="369"/>
                    <a:pt x="393" y="357"/>
                    <a:pt x="477" y="322"/>
                  </a:cubicBezTo>
                  <a:cubicBezTo>
                    <a:pt x="572" y="298"/>
                    <a:pt x="620" y="203"/>
                    <a:pt x="584" y="119"/>
                  </a:cubicBezTo>
                  <a:cubicBezTo>
                    <a:pt x="556" y="45"/>
                    <a:pt x="500" y="0"/>
                    <a:pt x="4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68"/>
            <p:cNvSpPr/>
            <p:nvPr/>
          </p:nvSpPr>
          <p:spPr>
            <a:xfrm>
              <a:off x="3000469" y="2566366"/>
              <a:ext cx="20117" cy="13655"/>
            </a:xfrm>
            <a:custGeom>
              <a:avLst/>
              <a:gdLst/>
              <a:ahLst/>
              <a:cxnLst/>
              <a:rect l="l" t="t" r="r" b="b"/>
              <a:pathLst>
                <a:path w="632" h="429" extrusionOk="0">
                  <a:moveTo>
                    <a:pt x="181" y="0"/>
                  </a:moveTo>
                  <a:cubicBezTo>
                    <a:pt x="116" y="0"/>
                    <a:pt x="55" y="43"/>
                    <a:pt x="36" y="107"/>
                  </a:cubicBezTo>
                  <a:cubicBezTo>
                    <a:pt x="1" y="203"/>
                    <a:pt x="48" y="286"/>
                    <a:pt x="144" y="322"/>
                  </a:cubicBezTo>
                  <a:lnTo>
                    <a:pt x="358" y="405"/>
                  </a:lnTo>
                  <a:cubicBezTo>
                    <a:pt x="394" y="429"/>
                    <a:pt x="405" y="429"/>
                    <a:pt x="441" y="429"/>
                  </a:cubicBezTo>
                  <a:cubicBezTo>
                    <a:pt x="501" y="429"/>
                    <a:pt x="560" y="393"/>
                    <a:pt x="584" y="334"/>
                  </a:cubicBezTo>
                  <a:cubicBezTo>
                    <a:pt x="632" y="274"/>
                    <a:pt x="596" y="167"/>
                    <a:pt x="513" y="131"/>
                  </a:cubicBezTo>
                  <a:cubicBezTo>
                    <a:pt x="417" y="84"/>
                    <a:pt x="334" y="36"/>
                    <a:pt x="239" y="12"/>
                  </a:cubicBez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6" name="Google Shape;13046;p68"/>
            <p:cNvSpPr/>
            <p:nvPr/>
          </p:nvSpPr>
          <p:spPr>
            <a:xfrm>
              <a:off x="2972045" y="2565188"/>
              <a:ext cx="18971" cy="12191"/>
            </a:xfrm>
            <a:custGeom>
              <a:avLst/>
              <a:gdLst/>
              <a:ahLst/>
              <a:cxnLst/>
              <a:rect l="l" t="t" r="r" b="b"/>
              <a:pathLst>
                <a:path w="596" h="383" extrusionOk="0">
                  <a:moveTo>
                    <a:pt x="441" y="0"/>
                  </a:moveTo>
                  <a:cubicBezTo>
                    <a:pt x="434" y="0"/>
                    <a:pt x="426" y="1"/>
                    <a:pt x="417" y="2"/>
                  </a:cubicBezTo>
                  <a:cubicBezTo>
                    <a:pt x="310" y="13"/>
                    <a:pt x="227" y="25"/>
                    <a:pt x="144" y="61"/>
                  </a:cubicBezTo>
                  <a:cubicBezTo>
                    <a:pt x="48" y="85"/>
                    <a:pt x="1" y="180"/>
                    <a:pt x="36" y="264"/>
                  </a:cubicBezTo>
                  <a:cubicBezTo>
                    <a:pt x="60" y="347"/>
                    <a:pt x="120" y="383"/>
                    <a:pt x="179" y="383"/>
                  </a:cubicBezTo>
                  <a:cubicBezTo>
                    <a:pt x="203" y="383"/>
                    <a:pt x="215" y="383"/>
                    <a:pt x="227" y="371"/>
                  </a:cubicBezTo>
                  <a:cubicBezTo>
                    <a:pt x="298" y="347"/>
                    <a:pt x="370" y="323"/>
                    <a:pt x="453" y="311"/>
                  </a:cubicBezTo>
                  <a:cubicBezTo>
                    <a:pt x="536" y="299"/>
                    <a:pt x="596" y="228"/>
                    <a:pt x="596" y="133"/>
                  </a:cubicBezTo>
                  <a:cubicBezTo>
                    <a:pt x="585" y="56"/>
                    <a:pt x="524"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68"/>
            <p:cNvSpPr/>
            <p:nvPr/>
          </p:nvSpPr>
          <p:spPr>
            <a:xfrm>
              <a:off x="2976597" y="2586451"/>
              <a:ext cx="32244" cy="61814"/>
            </a:xfrm>
            <a:custGeom>
              <a:avLst/>
              <a:gdLst/>
              <a:ahLst/>
              <a:cxnLst/>
              <a:rect l="l" t="t" r="r" b="b"/>
              <a:pathLst>
                <a:path w="1013" h="1942" extrusionOk="0">
                  <a:moveTo>
                    <a:pt x="501" y="0"/>
                  </a:moveTo>
                  <a:cubicBezTo>
                    <a:pt x="417" y="0"/>
                    <a:pt x="334" y="72"/>
                    <a:pt x="334" y="167"/>
                  </a:cubicBezTo>
                  <a:lnTo>
                    <a:pt x="334" y="310"/>
                  </a:lnTo>
                  <a:cubicBezTo>
                    <a:pt x="143" y="346"/>
                    <a:pt x="1" y="524"/>
                    <a:pt x="1" y="715"/>
                  </a:cubicBezTo>
                  <a:cubicBezTo>
                    <a:pt x="1" y="941"/>
                    <a:pt x="179" y="1131"/>
                    <a:pt x="417" y="1131"/>
                  </a:cubicBezTo>
                  <a:lnTo>
                    <a:pt x="608" y="1131"/>
                  </a:lnTo>
                  <a:cubicBezTo>
                    <a:pt x="655" y="1131"/>
                    <a:pt x="691" y="1179"/>
                    <a:pt x="691" y="1227"/>
                  </a:cubicBezTo>
                  <a:cubicBezTo>
                    <a:pt x="691" y="1262"/>
                    <a:pt x="655" y="1310"/>
                    <a:pt x="608" y="1310"/>
                  </a:cubicBezTo>
                  <a:lnTo>
                    <a:pt x="322" y="1310"/>
                  </a:lnTo>
                  <a:cubicBezTo>
                    <a:pt x="310" y="1239"/>
                    <a:pt x="251" y="1179"/>
                    <a:pt x="155" y="1179"/>
                  </a:cubicBezTo>
                  <a:cubicBezTo>
                    <a:pt x="72" y="1179"/>
                    <a:pt x="1" y="1250"/>
                    <a:pt x="1" y="1346"/>
                  </a:cubicBezTo>
                  <a:cubicBezTo>
                    <a:pt x="1" y="1501"/>
                    <a:pt x="132" y="1643"/>
                    <a:pt x="298" y="1643"/>
                  </a:cubicBezTo>
                  <a:lnTo>
                    <a:pt x="334" y="1643"/>
                  </a:lnTo>
                  <a:lnTo>
                    <a:pt x="334" y="1774"/>
                  </a:lnTo>
                  <a:cubicBezTo>
                    <a:pt x="334" y="1858"/>
                    <a:pt x="405" y="1941"/>
                    <a:pt x="501" y="1941"/>
                  </a:cubicBezTo>
                  <a:cubicBezTo>
                    <a:pt x="596" y="1941"/>
                    <a:pt x="667" y="1858"/>
                    <a:pt x="667" y="1774"/>
                  </a:cubicBezTo>
                  <a:lnTo>
                    <a:pt x="667" y="1620"/>
                  </a:lnTo>
                  <a:cubicBezTo>
                    <a:pt x="858" y="1596"/>
                    <a:pt x="1001" y="1417"/>
                    <a:pt x="1001" y="1227"/>
                  </a:cubicBezTo>
                  <a:cubicBezTo>
                    <a:pt x="1001" y="1000"/>
                    <a:pt x="834" y="810"/>
                    <a:pt x="596" y="810"/>
                  </a:cubicBezTo>
                  <a:lnTo>
                    <a:pt x="393" y="810"/>
                  </a:lnTo>
                  <a:cubicBezTo>
                    <a:pt x="358" y="810"/>
                    <a:pt x="310" y="762"/>
                    <a:pt x="310" y="715"/>
                  </a:cubicBezTo>
                  <a:cubicBezTo>
                    <a:pt x="310" y="667"/>
                    <a:pt x="358" y="631"/>
                    <a:pt x="393" y="631"/>
                  </a:cubicBezTo>
                  <a:lnTo>
                    <a:pt x="679" y="631"/>
                  </a:lnTo>
                  <a:cubicBezTo>
                    <a:pt x="691" y="703"/>
                    <a:pt x="751" y="762"/>
                    <a:pt x="846" y="762"/>
                  </a:cubicBezTo>
                  <a:cubicBezTo>
                    <a:pt x="929" y="762"/>
                    <a:pt x="1013" y="679"/>
                    <a:pt x="1013" y="596"/>
                  </a:cubicBezTo>
                  <a:cubicBezTo>
                    <a:pt x="1013" y="429"/>
                    <a:pt x="870" y="298"/>
                    <a:pt x="715" y="298"/>
                  </a:cubicBezTo>
                  <a:lnTo>
                    <a:pt x="667" y="298"/>
                  </a:lnTo>
                  <a:lnTo>
                    <a:pt x="667" y="167"/>
                  </a:lnTo>
                  <a:cubicBezTo>
                    <a:pt x="667"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8" name="Google Shape;13048;p68"/>
          <p:cNvGrpSpPr/>
          <p:nvPr/>
        </p:nvGrpSpPr>
        <p:grpSpPr>
          <a:xfrm>
            <a:off x="3207778" y="2550832"/>
            <a:ext cx="419933" cy="275170"/>
            <a:chOff x="3207778" y="2474632"/>
            <a:chExt cx="419933" cy="275170"/>
          </a:xfrm>
        </p:grpSpPr>
        <p:sp>
          <p:nvSpPr>
            <p:cNvPr id="13049" name="Google Shape;13049;p68"/>
            <p:cNvSpPr/>
            <p:nvPr/>
          </p:nvSpPr>
          <p:spPr>
            <a:xfrm>
              <a:off x="3207778" y="2474632"/>
              <a:ext cx="419933" cy="275170"/>
            </a:xfrm>
            <a:custGeom>
              <a:avLst/>
              <a:gdLst/>
              <a:ahLst/>
              <a:cxnLst/>
              <a:rect l="l" t="t" r="r" b="b"/>
              <a:pathLst>
                <a:path w="13193" h="8645" extrusionOk="0">
                  <a:moveTo>
                    <a:pt x="9906" y="370"/>
                  </a:moveTo>
                  <a:lnTo>
                    <a:pt x="9906" y="3918"/>
                  </a:lnTo>
                  <a:lnTo>
                    <a:pt x="381" y="3918"/>
                  </a:lnTo>
                  <a:lnTo>
                    <a:pt x="381" y="370"/>
                  </a:lnTo>
                  <a:close/>
                  <a:moveTo>
                    <a:pt x="9906" y="4323"/>
                  </a:moveTo>
                  <a:lnTo>
                    <a:pt x="9906" y="7014"/>
                  </a:lnTo>
                  <a:cubicBezTo>
                    <a:pt x="9906" y="7514"/>
                    <a:pt x="10133" y="7966"/>
                    <a:pt x="10490" y="8264"/>
                  </a:cubicBezTo>
                  <a:lnTo>
                    <a:pt x="1632" y="8264"/>
                  </a:lnTo>
                  <a:cubicBezTo>
                    <a:pt x="953" y="8264"/>
                    <a:pt x="381" y="7692"/>
                    <a:pt x="381" y="7014"/>
                  </a:cubicBezTo>
                  <a:lnTo>
                    <a:pt x="381" y="4323"/>
                  </a:lnTo>
                  <a:close/>
                  <a:moveTo>
                    <a:pt x="12169" y="1620"/>
                  </a:moveTo>
                  <a:cubicBezTo>
                    <a:pt x="12514" y="1620"/>
                    <a:pt x="12812" y="1906"/>
                    <a:pt x="12812" y="2263"/>
                  </a:cubicBezTo>
                  <a:lnTo>
                    <a:pt x="12812" y="7014"/>
                  </a:lnTo>
                  <a:cubicBezTo>
                    <a:pt x="12812" y="7692"/>
                    <a:pt x="12240" y="8264"/>
                    <a:pt x="11561" y="8264"/>
                  </a:cubicBezTo>
                  <a:cubicBezTo>
                    <a:pt x="10871" y="8264"/>
                    <a:pt x="10311" y="7692"/>
                    <a:pt x="10311" y="7014"/>
                  </a:cubicBezTo>
                  <a:lnTo>
                    <a:pt x="10311" y="6371"/>
                  </a:lnTo>
                  <a:lnTo>
                    <a:pt x="11347" y="6371"/>
                  </a:lnTo>
                  <a:cubicBezTo>
                    <a:pt x="11454" y="6371"/>
                    <a:pt x="11549" y="6276"/>
                    <a:pt x="11549" y="6180"/>
                  </a:cubicBezTo>
                  <a:lnTo>
                    <a:pt x="11549" y="3799"/>
                  </a:lnTo>
                  <a:cubicBezTo>
                    <a:pt x="11549" y="3692"/>
                    <a:pt x="11454" y="3597"/>
                    <a:pt x="11347" y="3597"/>
                  </a:cubicBezTo>
                  <a:cubicBezTo>
                    <a:pt x="11252" y="3597"/>
                    <a:pt x="11157" y="3692"/>
                    <a:pt x="11157" y="3799"/>
                  </a:cubicBezTo>
                  <a:lnTo>
                    <a:pt x="11157" y="5978"/>
                  </a:lnTo>
                  <a:lnTo>
                    <a:pt x="10299" y="5978"/>
                  </a:lnTo>
                  <a:lnTo>
                    <a:pt x="10299" y="1620"/>
                  </a:lnTo>
                  <a:lnTo>
                    <a:pt x="11371" y="1620"/>
                  </a:lnTo>
                  <a:cubicBezTo>
                    <a:pt x="11228" y="1799"/>
                    <a:pt x="11145" y="2013"/>
                    <a:pt x="11145" y="2263"/>
                  </a:cubicBezTo>
                  <a:lnTo>
                    <a:pt x="11145" y="2906"/>
                  </a:lnTo>
                  <a:cubicBezTo>
                    <a:pt x="11145" y="3001"/>
                    <a:pt x="11228" y="3097"/>
                    <a:pt x="11335" y="3097"/>
                  </a:cubicBezTo>
                  <a:cubicBezTo>
                    <a:pt x="11442" y="3097"/>
                    <a:pt x="11526" y="3001"/>
                    <a:pt x="11526" y="2906"/>
                  </a:cubicBezTo>
                  <a:lnTo>
                    <a:pt x="11526" y="2263"/>
                  </a:lnTo>
                  <a:cubicBezTo>
                    <a:pt x="11526" y="1918"/>
                    <a:pt x="11811" y="1620"/>
                    <a:pt x="12169" y="1620"/>
                  </a:cubicBezTo>
                  <a:close/>
                  <a:moveTo>
                    <a:pt x="191" y="1"/>
                  </a:moveTo>
                  <a:cubicBezTo>
                    <a:pt x="84" y="1"/>
                    <a:pt x="0" y="96"/>
                    <a:pt x="0" y="191"/>
                  </a:cubicBezTo>
                  <a:lnTo>
                    <a:pt x="0" y="7014"/>
                  </a:lnTo>
                  <a:cubicBezTo>
                    <a:pt x="0" y="7919"/>
                    <a:pt x="727" y="8645"/>
                    <a:pt x="1632" y="8645"/>
                  </a:cubicBezTo>
                  <a:lnTo>
                    <a:pt x="11549" y="8645"/>
                  </a:lnTo>
                  <a:cubicBezTo>
                    <a:pt x="12454" y="8645"/>
                    <a:pt x="13181" y="7919"/>
                    <a:pt x="13181" y="7014"/>
                  </a:cubicBezTo>
                  <a:lnTo>
                    <a:pt x="13181" y="2263"/>
                  </a:lnTo>
                  <a:cubicBezTo>
                    <a:pt x="13193" y="1680"/>
                    <a:pt x="12740" y="1239"/>
                    <a:pt x="12169" y="1239"/>
                  </a:cubicBezTo>
                  <a:lnTo>
                    <a:pt x="10299" y="1239"/>
                  </a:lnTo>
                  <a:lnTo>
                    <a:pt x="10299" y="191"/>
                  </a:lnTo>
                  <a:cubicBezTo>
                    <a:pt x="10299" y="96"/>
                    <a:pt x="10204"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68"/>
            <p:cNvSpPr/>
            <p:nvPr/>
          </p:nvSpPr>
          <p:spPr>
            <a:xfrm>
              <a:off x="3449559" y="2493985"/>
              <a:ext cx="46663" cy="98546"/>
            </a:xfrm>
            <a:custGeom>
              <a:avLst/>
              <a:gdLst/>
              <a:ahLst/>
              <a:cxnLst/>
              <a:rect l="l" t="t" r="r" b="b"/>
              <a:pathLst>
                <a:path w="1466" h="3096" extrusionOk="0">
                  <a:moveTo>
                    <a:pt x="739" y="0"/>
                  </a:moveTo>
                  <a:cubicBezTo>
                    <a:pt x="632" y="0"/>
                    <a:pt x="536" y="95"/>
                    <a:pt x="536" y="203"/>
                  </a:cubicBezTo>
                  <a:lnTo>
                    <a:pt x="536" y="417"/>
                  </a:lnTo>
                  <a:cubicBezTo>
                    <a:pt x="227" y="476"/>
                    <a:pt x="1" y="750"/>
                    <a:pt x="1" y="1072"/>
                  </a:cubicBezTo>
                  <a:cubicBezTo>
                    <a:pt x="1" y="1453"/>
                    <a:pt x="298" y="1750"/>
                    <a:pt x="679" y="1750"/>
                  </a:cubicBezTo>
                  <a:lnTo>
                    <a:pt x="810" y="1750"/>
                  </a:lnTo>
                  <a:cubicBezTo>
                    <a:pt x="953" y="1750"/>
                    <a:pt x="1096" y="1869"/>
                    <a:pt x="1096" y="2024"/>
                  </a:cubicBezTo>
                  <a:cubicBezTo>
                    <a:pt x="1096" y="2191"/>
                    <a:pt x="977" y="2310"/>
                    <a:pt x="810" y="2310"/>
                  </a:cubicBezTo>
                  <a:lnTo>
                    <a:pt x="596" y="2310"/>
                  </a:lnTo>
                  <a:cubicBezTo>
                    <a:pt x="477" y="2310"/>
                    <a:pt x="393" y="2215"/>
                    <a:pt x="393" y="2096"/>
                  </a:cubicBezTo>
                  <a:cubicBezTo>
                    <a:pt x="393" y="2000"/>
                    <a:pt x="298" y="1905"/>
                    <a:pt x="203" y="1905"/>
                  </a:cubicBezTo>
                  <a:cubicBezTo>
                    <a:pt x="96" y="1905"/>
                    <a:pt x="1" y="2000"/>
                    <a:pt x="1" y="2096"/>
                  </a:cubicBezTo>
                  <a:cubicBezTo>
                    <a:pt x="1" y="2417"/>
                    <a:pt x="239" y="2667"/>
                    <a:pt x="536" y="2691"/>
                  </a:cubicBezTo>
                  <a:lnTo>
                    <a:pt x="536" y="2905"/>
                  </a:lnTo>
                  <a:cubicBezTo>
                    <a:pt x="536" y="3012"/>
                    <a:pt x="632" y="3096"/>
                    <a:pt x="739" y="3096"/>
                  </a:cubicBezTo>
                  <a:cubicBezTo>
                    <a:pt x="834" y="3096"/>
                    <a:pt x="929" y="3012"/>
                    <a:pt x="929" y="2905"/>
                  </a:cubicBezTo>
                  <a:lnTo>
                    <a:pt x="929" y="2679"/>
                  </a:lnTo>
                  <a:cubicBezTo>
                    <a:pt x="1239" y="2620"/>
                    <a:pt x="1465" y="2358"/>
                    <a:pt x="1465" y="2024"/>
                  </a:cubicBezTo>
                  <a:cubicBezTo>
                    <a:pt x="1465" y="1655"/>
                    <a:pt x="1167" y="1358"/>
                    <a:pt x="798" y="1358"/>
                  </a:cubicBezTo>
                  <a:lnTo>
                    <a:pt x="655" y="1358"/>
                  </a:lnTo>
                  <a:cubicBezTo>
                    <a:pt x="513" y="1358"/>
                    <a:pt x="382" y="1238"/>
                    <a:pt x="382" y="1072"/>
                  </a:cubicBezTo>
                  <a:cubicBezTo>
                    <a:pt x="382" y="929"/>
                    <a:pt x="501" y="798"/>
                    <a:pt x="655" y="798"/>
                  </a:cubicBezTo>
                  <a:lnTo>
                    <a:pt x="870" y="798"/>
                  </a:lnTo>
                  <a:cubicBezTo>
                    <a:pt x="989" y="798"/>
                    <a:pt x="1072" y="881"/>
                    <a:pt x="1072" y="1000"/>
                  </a:cubicBezTo>
                  <a:lnTo>
                    <a:pt x="1072" y="1131"/>
                  </a:lnTo>
                  <a:cubicBezTo>
                    <a:pt x="1072" y="1238"/>
                    <a:pt x="1167" y="1334"/>
                    <a:pt x="1275" y="1334"/>
                  </a:cubicBezTo>
                  <a:cubicBezTo>
                    <a:pt x="1370" y="1334"/>
                    <a:pt x="1465" y="1238"/>
                    <a:pt x="1465" y="1131"/>
                  </a:cubicBezTo>
                  <a:lnTo>
                    <a:pt x="1465" y="1000"/>
                  </a:lnTo>
                  <a:cubicBezTo>
                    <a:pt x="1465" y="691"/>
                    <a:pt x="1227" y="441"/>
                    <a:pt x="929" y="405"/>
                  </a:cubicBezTo>
                  <a:lnTo>
                    <a:pt x="929" y="203"/>
                  </a:lnTo>
                  <a:cubicBezTo>
                    <a:pt x="929" y="95"/>
                    <a:pt x="834"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68"/>
            <p:cNvSpPr/>
            <p:nvPr/>
          </p:nvSpPr>
          <p:spPr>
            <a:xfrm>
              <a:off x="3247566" y="2507226"/>
              <a:ext cx="51565" cy="71681"/>
            </a:xfrm>
            <a:custGeom>
              <a:avLst/>
              <a:gdLst/>
              <a:ahLst/>
              <a:cxnLst/>
              <a:rect l="l" t="t" r="r" b="b"/>
              <a:pathLst>
                <a:path w="1620" h="2252" extrusionOk="0">
                  <a:moveTo>
                    <a:pt x="1429" y="1"/>
                  </a:moveTo>
                  <a:cubicBezTo>
                    <a:pt x="1322" y="1"/>
                    <a:pt x="1227" y="96"/>
                    <a:pt x="1227" y="203"/>
                  </a:cubicBezTo>
                  <a:lnTo>
                    <a:pt x="1227" y="1418"/>
                  </a:lnTo>
                  <a:lnTo>
                    <a:pt x="358" y="96"/>
                  </a:lnTo>
                  <a:cubicBezTo>
                    <a:pt x="323" y="44"/>
                    <a:pt x="256" y="11"/>
                    <a:pt x="195" y="11"/>
                  </a:cubicBezTo>
                  <a:cubicBezTo>
                    <a:pt x="172" y="11"/>
                    <a:pt x="151" y="15"/>
                    <a:pt x="132" y="25"/>
                  </a:cubicBezTo>
                  <a:cubicBezTo>
                    <a:pt x="60" y="49"/>
                    <a:pt x="1" y="120"/>
                    <a:pt x="1" y="203"/>
                  </a:cubicBezTo>
                  <a:lnTo>
                    <a:pt x="1" y="2061"/>
                  </a:lnTo>
                  <a:cubicBezTo>
                    <a:pt x="1" y="2168"/>
                    <a:pt x="84" y="2251"/>
                    <a:pt x="191" y="2251"/>
                  </a:cubicBezTo>
                  <a:cubicBezTo>
                    <a:pt x="298" y="2251"/>
                    <a:pt x="382" y="2168"/>
                    <a:pt x="382" y="2061"/>
                  </a:cubicBezTo>
                  <a:lnTo>
                    <a:pt x="382" y="834"/>
                  </a:lnTo>
                  <a:lnTo>
                    <a:pt x="1263" y="2168"/>
                  </a:lnTo>
                  <a:cubicBezTo>
                    <a:pt x="1289" y="2221"/>
                    <a:pt x="1356" y="2248"/>
                    <a:pt x="1428" y="2248"/>
                  </a:cubicBezTo>
                  <a:cubicBezTo>
                    <a:pt x="1452" y="2248"/>
                    <a:pt x="1477" y="2245"/>
                    <a:pt x="1501" y="2239"/>
                  </a:cubicBezTo>
                  <a:cubicBezTo>
                    <a:pt x="1572" y="2204"/>
                    <a:pt x="1620" y="2132"/>
                    <a:pt x="1620" y="2061"/>
                  </a:cubicBezTo>
                  <a:lnTo>
                    <a:pt x="1620" y="203"/>
                  </a:lnTo>
                  <a:cubicBezTo>
                    <a:pt x="1620" y="96"/>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68"/>
            <p:cNvSpPr/>
            <p:nvPr/>
          </p:nvSpPr>
          <p:spPr>
            <a:xfrm>
              <a:off x="3312754" y="2507990"/>
              <a:ext cx="45135" cy="71299"/>
            </a:xfrm>
            <a:custGeom>
              <a:avLst/>
              <a:gdLst/>
              <a:ahLst/>
              <a:cxnLst/>
              <a:rect l="l" t="t" r="r" b="b"/>
              <a:pathLst>
                <a:path w="1418" h="2240" extrusionOk="0">
                  <a:moveTo>
                    <a:pt x="191" y="1"/>
                  </a:moveTo>
                  <a:cubicBezTo>
                    <a:pt x="96" y="1"/>
                    <a:pt x="0" y="84"/>
                    <a:pt x="0" y="191"/>
                  </a:cubicBezTo>
                  <a:lnTo>
                    <a:pt x="0" y="2049"/>
                  </a:lnTo>
                  <a:cubicBezTo>
                    <a:pt x="0" y="2156"/>
                    <a:pt x="96" y="2239"/>
                    <a:pt x="191" y="2239"/>
                  </a:cubicBezTo>
                  <a:lnTo>
                    <a:pt x="1227" y="2239"/>
                  </a:lnTo>
                  <a:cubicBezTo>
                    <a:pt x="1322" y="2239"/>
                    <a:pt x="1417" y="2156"/>
                    <a:pt x="1417" y="2049"/>
                  </a:cubicBezTo>
                  <a:cubicBezTo>
                    <a:pt x="1417" y="1930"/>
                    <a:pt x="1346" y="1846"/>
                    <a:pt x="1227" y="1846"/>
                  </a:cubicBezTo>
                  <a:lnTo>
                    <a:pt x="393" y="1846"/>
                  </a:lnTo>
                  <a:lnTo>
                    <a:pt x="393" y="1203"/>
                  </a:lnTo>
                  <a:lnTo>
                    <a:pt x="1024" y="1203"/>
                  </a:lnTo>
                  <a:cubicBezTo>
                    <a:pt x="1132" y="1203"/>
                    <a:pt x="1227" y="1108"/>
                    <a:pt x="1227" y="1013"/>
                  </a:cubicBezTo>
                  <a:cubicBezTo>
                    <a:pt x="1227" y="906"/>
                    <a:pt x="1132" y="810"/>
                    <a:pt x="1024" y="810"/>
                  </a:cubicBezTo>
                  <a:lnTo>
                    <a:pt x="393" y="810"/>
                  </a:lnTo>
                  <a:lnTo>
                    <a:pt x="393" y="382"/>
                  </a:lnTo>
                  <a:lnTo>
                    <a:pt x="1227" y="382"/>
                  </a:lnTo>
                  <a:cubicBezTo>
                    <a:pt x="1322" y="382"/>
                    <a:pt x="1417" y="298"/>
                    <a:pt x="1417" y="191"/>
                  </a:cubicBezTo>
                  <a:cubicBezTo>
                    <a:pt x="1417" y="84"/>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68"/>
            <p:cNvSpPr/>
            <p:nvPr/>
          </p:nvSpPr>
          <p:spPr>
            <a:xfrm>
              <a:off x="3372626" y="2507194"/>
              <a:ext cx="65602" cy="71395"/>
            </a:xfrm>
            <a:custGeom>
              <a:avLst/>
              <a:gdLst/>
              <a:ahLst/>
              <a:cxnLst/>
              <a:rect l="l" t="t" r="r" b="b"/>
              <a:pathLst>
                <a:path w="2061" h="2243" extrusionOk="0">
                  <a:moveTo>
                    <a:pt x="200" y="1"/>
                  </a:moveTo>
                  <a:cubicBezTo>
                    <a:pt x="193" y="1"/>
                    <a:pt x="186" y="1"/>
                    <a:pt x="179" y="2"/>
                  </a:cubicBezTo>
                  <a:cubicBezTo>
                    <a:pt x="72" y="26"/>
                    <a:pt x="1" y="109"/>
                    <a:pt x="13" y="216"/>
                  </a:cubicBezTo>
                  <a:lnTo>
                    <a:pt x="215" y="2074"/>
                  </a:lnTo>
                  <a:cubicBezTo>
                    <a:pt x="239" y="2169"/>
                    <a:pt x="298" y="2228"/>
                    <a:pt x="382" y="2240"/>
                  </a:cubicBezTo>
                  <a:cubicBezTo>
                    <a:pt x="391" y="2242"/>
                    <a:pt x="401" y="2242"/>
                    <a:pt x="410" y="2242"/>
                  </a:cubicBezTo>
                  <a:cubicBezTo>
                    <a:pt x="493" y="2242"/>
                    <a:pt x="564" y="2196"/>
                    <a:pt x="596" y="2121"/>
                  </a:cubicBezTo>
                  <a:lnTo>
                    <a:pt x="1036" y="1097"/>
                  </a:lnTo>
                  <a:lnTo>
                    <a:pt x="1489" y="2121"/>
                  </a:lnTo>
                  <a:cubicBezTo>
                    <a:pt x="1510" y="2196"/>
                    <a:pt x="1589" y="2242"/>
                    <a:pt x="1665" y="2242"/>
                  </a:cubicBezTo>
                  <a:cubicBezTo>
                    <a:pt x="1674" y="2242"/>
                    <a:pt x="1683" y="2242"/>
                    <a:pt x="1691" y="2240"/>
                  </a:cubicBezTo>
                  <a:cubicBezTo>
                    <a:pt x="1787" y="2228"/>
                    <a:pt x="1846" y="2145"/>
                    <a:pt x="1858" y="2074"/>
                  </a:cubicBezTo>
                  <a:lnTo>
                    <a:pt x="2060" y="216"/>
                  </a:lnTo>
                  <a:cubicBezTo>
                    <a:pt x="2037" y="109"/>
                    <a:pt x="1965" y="26"/>
                    <a:pt x="1846" y="2"/>
                  </a:cubicBezTo>
                  <a:cubicBezTo>
                    <a:pt x="1838" y="1"/>
                    <a:pt x="1830" y="1"/>
                    <a:pt x="1823" y="1"/>
                  </a:cubicBezTo>
                  <a:cubicBezTo>
                    <a:pt x="1724" y="1"/>
                    <a:pt x="1632" y="69"/>
                    <a:pt x="1632" y="169"/>
                  </a:cubicBezTo>
                  <a:lnTo>
                    <a:pt x="1513" y="1300"/>
                  </a:lnTo>
                  <a:lnTo>
                    <a:pt x="1191" y="526"/>
                  </a:lnTo>
                  <a:cubicBezTo>
                    <a:pt x="1161" y="454"/>
                    <a:pt x="1087" y="419"/>
                    <a:pt x="1013" y="419"/>
                  </a:cubicBezTo>
                  <a:cubicBezTo>
                    <a:pt x="938" y="419"/>
                    <a:pt x="864" y="454"/>
                    <a:pt x="834" y="526"/>
                  </a:cubicBezTo>
                  <a:lnTo>
                    <a:pt x="501" y="1300"/>
                  </a:lnTo>
                  <a:lnTo>
                    <a:pt x="382" y="169"/>
                  </a:lnTo>
                  <a:cubicBezTo>
                    <a:pt x="371" y="69"/>
                    <a:pt x="288"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4" name="Google Shape;13054;p68"/>
            <p:cNvSpPr/>
            <p:nvPr/>
          </p:nvSpPr>
          <p:spPr>
            <a:xfrm>
              <a:off x="3247566" y="2632286"/>
              <a:ext cx="97432" cy="12541"/>
            </a:xfrm>
            <a:custGeom>
              <a:avLst/>
              <a:gdLst/>
              <a:ahLst/>
              <a:cxnLst/>
              <a:rect l="l" t="t" r="r" b="b"/>
              <a:pathLst>
                <a:path w="3061" h="394" extrusionOk="0">
                  <a:moveTo>
                    <a:pt x="191" y="1"/>
                  </a:moveTo>
                  <a:cubicBezTo>
                    <a:pt x="84" y="1"/>
                    <a:pt x="1" y="96"/>
                    <a:pt x="1" y="203"/>
                  </a:cubicBezTo>
                  <a:cubicBezTo>
                    <a:pt x="1" y="299"/>
                    <a:pt x="84" y="394"/>
                    <a:pt x="191" y="394"/>
                  </a:cubicBezTo>
                  <a:lnTo>
                    <a:pt x="2870" y="394"/>
                  </a:lnTo>
                  <a:cubicBezTo>
                    <a:pt x="2977" y="394"/>
                    <a:pt x="3060" y="299"/>
                    <a:pt x="3060" y="203"/>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5" name="Google Shape;13055;p68"/>
            <p:cNvSpPr/>
            <p:nvPr/>
          </p:nvSpPr>
          <p:spPr>
            <a:xfrm>
              <a:off x="3371862" y="2632286"/>
              <a:ext cx="124360" cy="12541"/>
            </a:xfrm>
            <a:custGeom>
              <a:avLst/>
              <a:gdLst/>
              <a:ahLst/>
              <a:cxnLst/>
              <a:rect l="l" t="t" r="r" b="b"/>
              <a:pathLst>
                <a:path w="3907" h="394" extrusionOk="0">
                  <a:moveTo>
                    <a:pt x="203" y="1"/>
                  </a:moveTo>
                  <a:cubicBezTo>
                    <a:pt x="96" y="1"/>
                    <a:pt x="1" y="96"/>
                    <a:pt x="1" y="203"/>
                  </a:cubicBezTo>
                  <a:cubicBezTo>
                    <a:pt x="1" y="299"/>
                    <a:pt x="96" y="394"/>
                    <a:pt x="203" y="394"/>
                  </a:cubicBezTo>
                  <a:lnTo>
                    <a:pt x="3716" y="394"/>
                  </a:lnTo>
                  <a:cubicBezTo>
                    <a:pt x="3811" y="394"/>
                    <a:pt x="3906" y="299"/>
                    <a:pt x="3906" y="203"/>
                  </a:cubicBezTo>
                  <a:cubicBezTo>
                    <a:pt x="3906" y="84"/>
                    <a:pt x="3811" y="1"/>
                    <a:pt x="3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68"/>
            <p:cNvSpPr/>
            <p:nvPr/>
          </p:nvSpPr>
          <p:spPr>
            <a:xfrm>
              <a:off x="3247566" y="2665262"/>
              <a:ext cx="51565" cy="12159"/>
            </a:xfrm>
            <a:custGeom>
              <a:avLst/>
              <a:gdLst/>
              <a:ahLst/>
              <a:cxnLst/>
              <a:rect l="l" t="t" r="r" b="b"/>
              <a:pathLst>
                <a:path w="1620" h="382" extrusionOk="0">
                  <a:moveTo>
                    <a:pt x="191" y="1"/>
                  </a:moveTo>
                  <a:cubicBezTo>
                    <a:pt x="84" y="1"/>
                    <a:pt x="1" y="84"/>
                    <a:pt x="1" y="191"/>
                  </a:cubicBezTo>
                  <a:cubicBezTo>
                    <a:pt x="1" y="298"/>
                    <a:pt x="84" y="382"/>
                    <a:pt x="191" y="382"/>
                  </a:cubicBezTo>
                  <a:lnTo>
                    <a:pt x="1429" y="382"/>
                  </a:lnTo>
                  <a:cubicBezTo>
                    <a:pt x="1525" y="382"/>
                    <a:pt x="1620" y="298"/>
                    <a:pt x="1620" y="191"/>
                  </a:cubicBezTo>
                  <a:cubicBezTo>
                    <a:pt x="1620" y="84"/>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68"/>
            <p:cNvSpPr/>
            <p:nvPr/>
          </p:nvSpPr>
          <p:spPr>
            <a:xfrm>
              <a:off x="3247566" y="2697856"/>
              <a:ext cx="97432" cy="12159"/>
            </a:xfrm>
            <a:custGeom>
              <a:avLst/>
              <a:gdLst/>
              <a:ahLst/>
              <a:cxnLst/>
              <a:rect l="l" t="t" r="r" b="b"/>
              <a:pathLst>
                <a:path w="3061" h="382" extrusionOk="0">
                  <a:moveTo>
                    <a:pt x="191" y="1"/>
                  </a:moveTo>
                  <a:cubicBezTo>
                    <a:pt x="84" y="1"/>
                    <a:pt x="1" y="84"/>
                    <a:pt x="1" y="191"/>
                  </a:cubicBezTo>
                  <a:cubicBezTo>
                    <a:pt x="1" y="298"/>
                    <a:pt x="84" y="382"/>
                    <a:pt x="191" y="382"/>
                  </a:cubicBezTo>
                  <a:lnTo>
                    <a:pt x="2870" y="382"/>
                  </a:lnTo>
                  <a:cubicBezTo>
                    <a:pt x="2977" y="382"/>
                    <a:pt x="3060" y="298"/>
                    <a:pt x="3060" y="191"/>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68"/>
            <p:cNvSpPr/>
            <p:nvPr/>
          </p:nvSpPr>
          <p:spPr>
            <a:xfrm>
              <a:off x="3312754" y="2665262"/>
              <a:ext cx="32244" cy="12159"/>
            </a:xfrm>
            <a:custGeom>
              <a:avLst/>
              <a:gdLst/>
              <a:ahLst/>
              <a:cxnLst/>
              <a:rect l="l" t="t" r="r" b="b"/>
              <a:pathLst>
                <a:path w="1013" h="382" extrusionOk="0">
                  <a:moveTo>
                    <a:pt x="191" y="1"/>
                  </a:moveTo>
                  <a:cubicBezTo>
                    <a:pt x="84" y="1"/>
                    <a:pt x="0" y="84"/>
                    <a:pt x="0" y="191"/>
                  </a:cubicBezTo>
                  <a:cubicBezTo>
                    <a:pt x="0" y="298"/>
                    <a:pt x="96" y="382"/>
                    <a:pt x="191" y="382"/>
                  </a:cubicBezTo>
                  <a:lnTo>
                    <a:pt x="822" y="382"/>
                  </a:lnTo>
                  <a:cubicBezTo>
                    <a:pt x="929" y="382"/>
                    <a:pt x="1012" y="298"/>
                    <a:pt x="1012" y="191"/>
                  </a:cubicBezTo>
                  <a:cubicBezTo>
                    <a:pt x="1012" y="84"/>
                    <a:pt x="929"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9" name="Google Shape;13059;p68"/>
            <p:cNvSpPr/>
            <p:nvPr/>
          </p:nvSpPr>
          <p:spPr>
            <a:xfrm>
              <a:off x="3371862" y="2665262"/>
              <a:ext cx="58408" cy="12159"/>
            </a:xfrm>
            <a:custGeom>
              <a:avLst/>
              <a:gdLst/>
              <a:ahLst/>
              <a:cxnLst/>
              <a:rect l="l" t="t" r="r" b="b"/>
              <a:pathLst>
                <a:path w="1835" h="382" extrusionOk="0">
                  <a:moveTo>
                    <a:pt x="203" y="1"/>
                  </a:moveTo>
                  <a:cubicBezTo>
                    <a:pt x="96" y="1"/>
                    <a:pt x="1" y="84"/>
                    <a:pt x="1" y="191"/>
                  </a:cubicBezTo>
                  <a:cubicBezTo>
                    <a:pt x="1" y="298"/>
                    <a:pt x="96" y="382"/>
                    <a:pt x="203" y="382"/>
                  </a:cubicBezTo>
                  <a:lnTo>
                    <a:pt x="1644" y="382"/>
                  </a:lnTo>
                  <a:cubicBezTo>
                    <a:pt x="1751" y="382"/>
                    <a:pt x="1834" y="298"/>
                    <a:pt x="1834" y="191"/>
                  </a:cubicBezTo>
                  <a:cubicBezTo>
                    <a:pt x="1834" y="84"/>
                    <a:pt x="1751"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0" name="Google Shape;13060;p68"/>
            <p:cNvSpPr/>
            <p:nvPr/>
          </p:nvSpPr>
          <p:spPr>
            <a:xfrm>
              <a:off x="3444625" y="2665262"/>
              <a:ext cx="51596" cy="12159"/>
            </a:xfrm>
            <a:custGeom>
              <a:avLst/>
              <a:gdLst/>
              <a:ahLst/>
              <a:cxnLst/>
              <a:rect l="l" t="t" r="r" b="b"/>
              <a:pathLst>
                <a:path w="1621" h="382" extrusionOk="0">
                  <a:moveTo>
                    <a:pt x="191" y="1"/>
                  </a:moveTo>
                  <a:cubicBezTo>
                    <a:pt x="84" y="1"/>
                    <a:pt x="1" y="84"/>
                    <a:pt x="1" y="191"/>
                  </a:cubicBezTo>
                  <a:cubicBezTo>
                    <a:pt x="1" y="298"/>
                    <a:pt x="84" y="382"/>
                    <a:pt x="191" y="382"/>
                  </a:cubicBezTo>
                  <a:lnTo>
                    <a:pt x="1430" y="382"/>
                  </a:lnTo>
                  <a:cubicBezTo>
                    <a:pt x="1525" y="382"/>
                    <a:pt x="1620" y="298"/>
                    <a:pt x="1620" y="191"/>
                  </a:cubicBezTo>
                  <a:cubicBezTo>
                    <a:pt x="1620" y="84"/>
                    <a:pt x="1525" y="1"/>
                    <a:pt x="1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1" name="Google Shape;13061;p68"/>
            <p:cNvSpPr/>
            <p:nvPr/>
          </p:nvSpPr>
          <p:spPr>
            <a:xfrm>
              <a:off x="3371862" y="2697856"/>
              <a:ext cx="84922" cy="12159"/>
            </a:xfrm>
            <a:custGeom>
              <a:avLst/>
              <a:gdLst/>
              <a:ahLst/>
              <a:cxnLst/>
              <a:rect l="l" t="t" r="r" b="b"/>
              <a:pathLst>
                <a:path w="2668" h="382" extrusionOk="0">
                  <a:moveTo>
                    <a:pt x="203" y="1"/>
                  </a:moveTo>
                  <a:cubicBezTo>
                    <a:pt x="96" y="1"/>
                    <a:pt x="1" y="84"/>
                    <a:pt x="1" y="191"/>
                  </a:cubicBezTo>
                  <a:cubicBezTo>
                    <a:pt x="1" y="298"/>
                    <a:pt x="96" y="382"/>
                    <a:pt x="203" y="382"/>
                  </a:cubicBezTo>
                  <a:lnTo>
                    <a:pt x="2477" y="382"/>
                  </a:lnTo>
                  <a:cubicBezTo>
                    <a:pt x="2584" y="382"/>
                    <a:pt x="2668" y="298"/>
                    <a:pt x="2668" y="191"/>
                  </a:cubicBezTo>
                  <a:cubicBezTo>
                    <a:pt x="2668" y="84"/>
                    <a:pt x="2584"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68"/>
            <p:cNvSpPr/>
            <p:nvPr/>
          </p:nvSpPr>
          <p:spPr>
            <a:xfrm>
              <a:off x="3470408" y="2697856"/>
              <a:ext cx="25814" cy="12159"/>
            </a:xfrm>
            <a:custGeom>
              <a:avLst/>
              <a:gdLst/>
              <a:ahLst/>
              <a:cxnLst/>
              <a:rect l="l" t="t" r="r" b="b"/>
              <a:pathLst>
                <a:path w="811" h="382" extrusionOk="0">
                  <a:moveTo>
                    <a:pt x="203" y="1"/>
                  </a:moveTo>
                  <a:cubicBezTo>
                    <a:pt x="96" y="1"/>
                    <a:pt x="0" y="84"/>
                    <a:pt x="0" y="191"/>
                  </a:cubicBezTo>
                  <a:cubicBezTo>
                    <a:pt x="0" y="298"/>
                    <a:pt x="96" y="382"/>
                    <a:pt x="203" y="382"/>
                  </a:cubicBezTo>
                  <a:lnTo>
                    <a:pt x="620" y="382"/>
                  </a:lnTo>
                  <a:cubicBezTo>
                    <a:pt x="715" y="382"/>
                    <a:pt x="810" y="298"/>
                    <a:pt x="810" y="191"/>
                  </a:cubicBezTo>
                  <a:cubicBezTo>
                    <a:pt x="810" y="84"/>
                    <a:pt x="715" y="1"/>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3" name="Google Shape;13063;p68"/>
          <p:cNvGrpSpPr/>
          <p:nvPr/>
        </p:nvGrpSpPr>
        <p:grpSpPr>
          <a:xfrm>
            <a:off x="6099375" y="2532275"/>
            <a:ext cx="337684" cy="314194"/>
            <a:chOff x="6099375" y="2456075"/>
            <a:chExt cx="337684" cy="314194"/>
          </a:xfrm>
        </p:grpSpPr>
        <p:sp>
          <p:nvSpPr>
            <p:cNvPr id="13064" name="Google Shape;13064;p68"/>
            <p:cNvSpPr/>
            <p:nvPr/>
          </p:nvSpPr>
          <p:spPr>
            <a:xfrm>
              <a:off x="6099375" y="2456075"/>
              <a:ext cx="337684" cy="314194"/>
            </a:xfrm>
            <a:custGeom>
              <a:avLst/>
              <a:gdLst/>
              <a:ahLst/>
              <a:cxnLst/>
              <a:rect l="l" t="t" r="r" b="b"/>
              <a:pathLst>
                <a:path w="10609" h="9871" extrusionOk="0">
                  <a:moveTo>
                    <a:pt x="322" y="5025"/>
                  </a:moveTo>
                  <a:cubicBezTo>
                    <a:pt x="536" y="5227"/>
                    <a:pt x="857" y="5418"/>
                    <a:pt x="1274" y="5585"/>
                  </a:cubicBezTo>
                  <a:cubicBezTo>
                    <a:pt x="2048" y="5882"/>
                    <a:pt x="3060" y="6049"/>
                    <a:pt x="4143" y="6049"/>
                  </a:cubicBezTo>
                  <a:lnTo>
                    <a:pt x="4417" y="6049"/>
                  </a:lnTo>
                  <a:cubicBezTo>
                    <a:pt x="4429" y="6061"/>
                    <a:pt x="4465" y="6073"/>
                    <a:pt x="4477" y="6097"/>
                  </a:cubicBezTo>
                  <a:lnTo>
                    <a:pt x="4905" y="6347"/>
                  </a:lnTo>
                  <a:cubicBezTo>
                    <a:pt x="4894" y="6466"/>
                    <a:pt x="4882" y="6585"/>
                    <a:pt x="4882" y="6692"/>
                  </a:cubicBezTo>
                  <a:cubicBezTo>
                    <a:pt x="4882" y="6811"/>
                    <a:pt x="4894" y="6930"/>
                    <a:pt x="4905" y="7025"/>
                  </a:cubicBezTo>
                  <a:lnTo>
                    <a:pt x="4477" y="7287"/>
                  </a:lnTo>
                  <a:cubicBezTo>
                    <a:pt x="4405" y="7323"/>
                    <a:pt x="4358" y="7382"/>
                    <a:pt x="4346" y="7466"/>
                  </a:cubicBezTo>
                  <a:cubicBezTo>
                    <a:pt x="4322" y="7537"/>
                    <a:pt x="4322" y="7609"/>
                    <a:pt x="4370" y="7680"/>
                  </a:cubicBezTo>
                  <a:lnTo>
                    <a:pt x="4608" y="8085"/>
                  </a:lnTo>
                  <a:cubicBezTo>
                    <a:pt x="4564" y="8081"/>
                    <a:pt x="4517" y="8080"/>
                    <a:pt x="4467" y="8080"/>
                  </a:cubicBezTo>
                  <a:cubicBezTo>
                    <a:pt x="4368" y="8080"/>
                    <a:pt x="4263" y="8085"/>
                    <a:pt x="4167" y="8085"/>
                  </a:cubicBezTo>
                  <a:cubicBezTo>
                    <a:pt x="3120" y="8085"/>
                    <a:pt x="2143" y="7942"/>
                    <a:pt x="1393" y="7656"/>
                  </a:cubicBezTo>
                  <a:cubicBezTo>
                    <a:pt x="714" y="7406"/>
                    <a:pt x="322" y="7061"/>
                    <a:pt x="322" y="6728"/>
                  </a:cubicBezTo>
                  <a:lnTo>
                    <a:pt x="322" y="5025"/>
                  </a:lnTo>
                  <a:close/>
                  <a:moveTo>
                    <a:pt x="4132" y="1"/>
                  </a:moveTo>
                  <a:cubicBezTo>
                    <a:pt x="3048" y="1"/>
                    <a:pt x="2036" y="167"/>
                    <a:pt x="1262" y="465"/>
                  </a:cubicBezTo>
                  <a:cubicBezTo>
                    <a:pt x="441" y="774"/>
                    <a:pt x="0" y="1215"/>
                    <a:pt x="0" y="1691"/>
                  </a:cubicBezTo>
                  <a:lnTo>
                    <a:pt x="0" y="6751"/>
                  </a:lnTo>
                  <a:cubicBezTo>
                    <a:pt x="0" y="7228"/>
                    <a:pt x="441" y="7656"/>
                    <a:pt x="1262" y="7966"/>
                  </a:cubicBezTo>
                  <a:cubicBezTo>
                    <a:pt x="2036" y="8264"/>
                    <a:pt x="3048" y="8430"/>
                    <a:pt x="4132" y="8430"/>
                  </a:cubicBezTo>
                  <a:cubicBezTo>
                    <a:pt x="4346" y="8430"/>
                    <a:pt x="4548" y="8430"/>
                    <a:pt x="4763" y="8418"/>
                  </a:cubicBezTo>
                  <a:lnTo>
                    <a:pt x="5025" y="8871"/>
                  </a:lnTo>
                  <a:cubicBezTo>
                    <a:pt x="5072" y="8954"/>
                    <a:pt x="5132" y="8990"/>
                    <a:pt x="5203" y="9014"/>
                  </a:cubicBezTo>
                  <a:cubicBezTo>
                    <a:pt x="5227" y="9018"/>
                    <a:pt x="5252" y="9020"/>
                    <a:pt x="5278" y="9020"/>
                  </a:cubicBezTo>
                  <a:cubicBezTo>
                    <a:pt x="5329" y="9020"/>
                    <a:pt x="5382" y="9010"/>
                    <a:pt x="5429" y="8978"/>
                  </a:cubicBezTo>
                  <a:lnTo>
                    <a:pt x="5858" y="8728"/>
                  </a:lnTo>
                  <a:cubicBezTo>
                    <a:pt x="6037" y="8871"/>
                    <a:pt x="6251" y="8990"/>
                    <a:pt x="6465" y="9085"/>
                  </a:cubicBezTo>
                  <a:lnTo>
                    <a:pt x="6465" y="9573"/>
                  </a:lnTo>
                  <a:cubicBezTo>
                    <a:pt x="6465" y="9740"/>
                    <a:pt x="6608" y="9871"/>
                    <a:pt x="6763" y="9871"/>
                  </a:cubicBezTo>
                  <a:lnTo>
                    <a:pt x="8108" y="9871"/>
                  </a:lnTo>
                  <a:cubicBezTo>
                    <a:pt x="8275" y="9871"/>
                    <a:pt x="8406" y="9740"/>
                    <a:pt x="8406" y="9573"/>
                  </a:cubicBezTo>
                  <a:lnTo>
                    <a:pt x="8406" y="9085"/>
                  </a:lnTo>
                  <a:cubicBezTo>
                    <a:pt x="8632" y="8990"/>
                    <a:pt x="8823" y="8871"/>
                    <a:pt x="9013" y="8728"/>
                  </a:cubicBezTo>
                  <a:lnTo>
                    <a:pt x="9442" y="8978"/>
                  </a:lnTo>
                  <a:cubicBezTo>
                    <a:pt x="9497" y="9010"/>
                    <a:pt x="9548" y="9020"/>
                    <a:pt x="9596" y="9020"/>
                  </a:cubicBezTo>
                  <a:cubicBezTo>
                    <a:pt x="9620" y="9020"/>
                    <a:pt x="9644" y="9018"/>
                    <a:pt x="9668" y="9014"/>
                  </a:cubicBezTo>
                  <a:cubicBezTo>
                    <a:pt x="9739" y="8990"/>
                    <a:pt x="9799" y="8930"/>
                    <a:pt x="9847" y="8871"/>
                  </a:cubicBezTo>
                  <a:lnTo>
                    <a:pt x="10513" y="7716"/>
                  </a:lnTo>
                  <a:cubicBezTo>
                    <a:pt x="10561" y="7597"/>
                    <a:pt x="10561" y="7525"/>
                    <a:pt x="10549" y="7442"/>
                  </a:cubicBezTo>
                  <a:cubicBezTo>
                    <a:pt x="10537" y="7371"/>
                    <a:pt x="10478" y="7311"/>
                    <a:pt x="10406" y="7263"/>
                  </a:cubicBezTo>
                  <a:lnTo>
                    <a:pt x="9978" y="7013"/>
                  </a:lnTo>
                  <a:cubicBezTo>
                    <a:pt x="9989" y="6894"/>
                    <a:pt x="10013" y="6775"/>
                    <a:pt x="10013" y="6668"/>
                  </a:cubicBezTo>
                  <a:cubicBezTo>
                    <a:pt x="10013" y="6549"/>
                    <a:pt x="10001" y="6430"/>
                    <a:pt x="9978" y="6335"/>
                  </a:cubicBezTo>
                  <a:lnTo>
                    <a:pt x="10406" y="6073"/>
                  </a:lnTo>
                  <a:cubicBezTo>
                    <a:pt x="10549" y="6001"/>
                    <a:pt x="10609" y="5823"/>
                    <a:pt x="10513" y="5680"/>
                  </a:cubicBezTo>
                  <a:lnTo>
                    <a:pt x="10311" y="5323"/>
                  </a:lnTo>
                  <a:cubicBezTo>
                    <a:pt x="10280" y="5268"/>
                    <a:pt x="10228" y="5239"/>
                    <a:pt x="10176" y="5239"/>
                  </a:cubicBezTo>
                  <a:cubicBezTo>
                    <a:pt x="10148" y="5239"/>
                    <a:pt x="10121" y="5247"/>
                    <a:pt x="10097" y="5263"/>
                  </a:cubicBezTo>
                  <a:cubicBezTo>
                    <a:pt x="10025" y="5299"/>
                    <a:pt x="9989" y="5394"/>
                    <a:pt x="10037" y="5466"/>
                  </a:cubicBezTo>
                  <a:lnTo>
                    <a:pt x="10228" y="5811"/>
                  </a:lnTo>
                  <a:lnTo>
                    <a:pt x="9727" y="6108"/>
                  </a:lnTo>
                  <a:cubicBezTo>
                    <a:pt x="9668" y="6132"/>
                    <a:pt x="9632" y="6216"/>
                    <a:pt x="9656" y="6275"/>
                  </a:cubicBezTo>
                  <a:cubicBezTo>
                    <a:pt x="9680" y="6406"/>
                    <a:pt x="9680" y="6537"/>
                    <a:pt x="9680" y="6668"/>
                  </a:cubicBezTo>
                  <a:cubicBezTo>
                    <a:pt x="9680" y="6811"/>
                    <a:pt x="9668" y="6942"/>
                    <a:pt x="9656" y="7073"/>
                  </a:cubicBezTo>
                  <a:cubicBezTo>
                    <a:pt x="9632" y="7132"/>
                    <a:pt x="9668" y="7204"/>
                    <a:pt x="9727" y="7240"/>
                  </a:cubicBezTo>
                  <a:lnTo>
                    <a:pt x="10228" y="7537"/>
                  </a:lnTo>
                  <a:lnTo>
                    <a:pt x="9573" y="8668"/>
                  </a:lnTo>
                  <a:lnTo>
                    <a:pt x="9073" y="8371"/>
                  </a:lnTo>
                  <a:cubicBezTo>
                    <a:pt x="9045" y="8354"/>
                    <a:pt x="9015" y="8345"/>
                    <a:pt x="8986" y="8345"/>
                  </a:cubicBezTo>
                  <a:cubicBezTo>
                    <a:pt x="8952" y="8345"/>
                    <a:pt x="8920" y="8357"/>
                    <a:pt x="8894" y="8383"/>
                  </a:cubicBezTo>
                  <a:cubicBezTo>
                    <a:pt x="8680" y="8561"/>
                    <a:pt x="8442" y="8692"/>
                    <a:pt x="8192" y="8787"/>
                  </a:cubicBezTo>
                  <a:cubicBezTo>
                    <a:pt x="8132" y="8799"/>
                    <a:pt x="8084" y="8859"/>
                    <a:pt x="8084" y="8930"/>
                  </a:cubicBezTo>
                  <a:lnTo>
                    <a:pt x="8084" y="9514"/>
                  </a:lnTo>
                  <a:lnTo>
                    <a:pt x="6775" y="9514"/>
                  </a:lnTo>
                  <a:lnTo>
                    <a:pt x="6775" y="8930"/>
                  </a:lnTo>
                  <a:cubicBezTo>
                    <a:pt x="6775" y="8871"/>
                    <a:pt x="6739" y="8811"/>
                    <a:pt x="6679" y="8787"/>
                  </a:cubicBezTo>
                  <a:cubicBezTo>
                    <a:pt x="6418" y="8692"/>
                    <a:pt x="6179" y="8561"/>
                    <a:pt x="5977" y="8383"/>
                  </a:cubicBezTo>
                  <a:cubicBezTo>
                    <a:pt x="5951" y="8357"/>
                    <a:pt x="5919" y="8345"/>
                    <a:pt x="5885" y="8345"/>
                  </a:cubicBezTo>
                  <a:cubicBezTo>
                    <a:pt x="5856" y="8345"/>
                    <a:pt x="5826" y="8354"/>
                    <a:pt x="5798" y="8371"/>
                  </a:cubicBezTo>
                  <a:lnTo>
                    <a:pt x="5286" y="8668"/>
                  </a:lnTo>
                  <a:lnTo>
                    <a:pt x="4632" y="7537"/>
                  </a:lnTo>
                  <a:lnTo>
                    <a:pt x="5144" y="7240"/>
                  </a:lnTo>
                  <a:cubicBezTo>
                    <a:pt x="5203" y="7204"/>
                    <a:pt x="5227" y="7132"/>
                    <a:pt x="5215" y="7073"/>
                  </a:cubicBezTo>
                  <a:cubicBezTo>
                    <a:pt x="5191" y="6942"/>
                    <a:pt x="5191" y="6811"/>
                    <a:pt x="5191" y="6668"/>
                  </a:cubicBezTo>
                  <a:cubicBezTo>
                    <a:pt x="5191" y="6537"/>
                    <a:pt x="5203" y="6406"/>
                    <a:pt x="5215" y="6275"/>
                  </a:cubicBezTo>
                  <a:cubicBezTo>
                    <a:pt x="5227" y="6216"/>
                    <a:pt x="5203" y="6132"/>
                    <a:pt x="5144" y="6108"/>
                  </a:cubicBezTo>
                  <a:lnTo>
                    <a:pt x="4632" y="5811"/>
                  </a:lnTo>
                  <a:lnTo>
                    <a:pt x="5286" y="4680"/>
                  </a:lnTo>
                  <a:lnTo>
                    <a:pt x="5798" y="4977"/>
                  </a:lnTo>
                  <a:cubicBezTo>
                    <a:pt x="5825" y="4988"/>
                    <a:pt x="5854" y="4994"/>
                    <a:pt x="5883" y="4994"/>
                  </a:cubicBezTo>
                  <a:cubicBezTo>
                    <a:pt x="5917" y="4994"/>
                    <a:pt x="5951" y="4985"/>
                    <a:pt x="5977" y="4965"/>
                  </a:cubicBezTo>
                  <a:cubicBezTo>
                    <a:pt x="6179" y="4787"/>
                    <a:pt x="6418" y="4644"/>
                    <a:pt x="6679" y="4561"/>
                  </a:cubicBezTo>
                  <a:cubicBezTo>
                    <a:pt x="6739" y="4549"/>
                    <a:pt x="6775" y="4489"/>
                    <a:pt x="6775" y="4406"/>
                  </a:cubicBezTo>
                  <a:lnTo>
                    <a:pt x="6775" y="3834"/>
                  </a:lnTo>
                  <a:lnTo>
                    <a:pt x="8084" y="3834"/>
                  </a:lnTo>
                  <a:lnTo>
                    <a:pt x="8084" y="4406"/>
                  </a:lnTo>
                  <a:cubicBezTo>
                    <a:pt x="8084" y="4465"/>
                    <a:pt x="8132" y="4525"/>
                    <a:pt x="8192" y="4561"/>
                  </a:cubicBezTo>
                  <a:cubicBezTo>
                    <a:pt x="8442" y="4644"/>
                    <a:pt x="8680" y="4787"/>
                    <a:pt x="8894" y="4965"/>
                  </a:cubicBezTo>
                  <a:cubicBezTo>
                    <a:pt x="8920" y="4985"/>
                    <a:pt x="8954" y="4994"/>
                    <a:pt x="8988" y="4994"/>
                  </a:cubicBezTo>
                  <a:cubicBezTo>
                    <a:pt x="9017" y="4994"/>
                    <a:pt x="9046" y="4988"/>
                    <a:pt x="9073" y="4977"/>
                  </a:cubicBezTo>
                  <a:lnTo>
                    <a:pt x="9573" y="4680"/>
                  </a:lnTo>
                  <a:lnTo>
                    <a:pt x="9716" y="4906"/>
                  </a:lnTo>
                  <a:cubicBezTo>
                    <a:pt x="9740" y="4955"/>
                    <a:pt x="9793" y="4982"/>
                    <a:pt x="9847" y="4982"/>
                  </a:cubicBezTo>
                  <a:cubicBezTo>
                    <a:pt x="9871" y="4982"/>
                    <a:pt x="9896" y="4977"/>
                    <a:pt x="9918" y="4965"/>
                  </a:cubicBezTo>
                  <a:cubicBezTo>
                    <a:pt x="9989" y="4918"/>
                    <a:pt x="10025" y="4823"/>
                    <a:pt x="9978" y="4751"/>
                  </a:cubicBezTo>
                  <a:lnTo>
                    <a:pt x="9847" y="4513"/>
                  </a:lnTo>
                  <a:cubicBezTo>
                    <a:pt x="9798" y="4424"/>
                    <a:pt x="9699" y="4367"/>
                    <a:pt x="9592" y="4367"/>
                  </a:cubicBezTo>
                  <a:cubicBezTo>
                    <a:pt x="9542" y="4367"/>
                    <a:pt x="9491" y="4379"/>
                    <a:pt x="9442" y="4406"/>
                  </a:cubicBezTo>
                  <a:lnTo>
                    <a:pt x="9013" y="4668"/>
                  </a:lnTo>
                  <a:cubicBezTo>
                    <a:pt x="8835" y="4513"/>
                    <a:pt x="8620" y="4394"/>
                    <a:pt x="8406" y="4311"/>
                  </a:cubicBezTo>
                  <a:lnTo>
                    <a:pt x="8406" y="3811"/>
                  </a:lnTo>
                  <a:cubicBezTo>
                    <a:pt x="8406" y="3727"/>
                    <a:pt x="8358" y="3632"/>
                    <a:pt x="8299" y="3596"/>
                  </a:cubicBezTo>
                  <a:lnTo>
                    <a:pt x="8299" y="1656"/>
                  </a:lnTo>
                  <a:cubicBezTo>
                    <a:pt x="8299" y="1060"/>
                    <a:pt x="7596" y="536"/>
                    <a:pt x="6394" y="239"/>
                  </a:cubicBezTo>
                  <a:cubicBezTo>
                    <a:pt x="6384" y="237"/>
                    <a:pt x="6375" y="237"/>
                    <a:pt x="6365" y="237"/>
                  </a:cubicBezTo>
                  <a:cubicBezTo>
                    <a:pt x="6284" y="237"/>
                    <a:pt x="6225" y="283"/>
                    <a:pt x="6203" y="358"/>
                  </a:cubicBezTo>
                  <a:cubicBezTo>
                    <a:pt x="6179" y="453"/>
                    <a:pt x="6227" y="524"/>
                    <a:pt x="6322" y="560"/>
                  </a:cubicBezTo>
                  <a:cubicBezTo>
                    <a:pt x="7346" y="810"/>
                    <a:pt x="7989" y="1239"/>
                    <a:pt x="7989" y="1667"/>
                  </a:cubicBezTo>
                  <a:cubicBezTo>
                    <a:pt x="7989" y="2001"/>
                    <a:pt x="7596" y="2346"/>
                    <a:pt x="6918" y="2596"/>
                  </a:cubicBezTo>
                  <a:cubicBezTo>
                    <a:pt x="6179" y="2882"/>
                    <a:pt x="5203" y="3025"/>
                    <a:pt x="4143" y="3025"/>
                  </a:cubicBezTo>
                  <a:cubicBezTo>
                    <a:pt x="3703" y="3025"/>
                    <a:pt x="3262" y="3001"/>
                    <a:pt x="2846" y="2941"/>
                  </a:cubicBezTo>
                  <a:cubicBezTo>
                    <a:pt x="2833" y="2938"/>
                    <a:pt x="2821" y="2936"/>
                    <a:pt x="2809" y="2936"/>
                  </a:cubicBezTo>
                  <a:cubicBezTo>
                    <a:pt x="2742" y="2936"/>
                    <a:pt x="2687" y="2991"/>
                    <a:pt x="2667" y="3072"/>
                  </a:cubicBezTo>
                  <a:cubicBezTo>
                    <a:pt x="2655" y="3156"/>
                    <a:pt x="2715" y="3239"/>
                    <a:pt x="2810" y="3251"/>
                  </a:cubicBezTo>
                  <a:cubicBezTo>
                    <a:pt x="3239" y="3311"/>
                    <a:pt x="3679" y="3334"/>
                    <a:pt x="4143" y="3334"/>
                  </a:cubicBezTo>
                  <a:cubicBezTo>
                    <a:pt x="5227" y="3334"/>
                    <a:pt x="6239" y="3168"/>
                    <a:pt x="7013" y="2870"/>
                  </a:cubicBezTo>
                  <a:cubicBezTo>
                    <a:pt x="7430" y="2715"/>
                    <a:pt x="7763" y="2525"/>
                    <a:pt x="7965" y="2310"/>
                  </a:cubicBezTo>
                  <a:lnTo>
                    <a:pt x="7965" y="3525"/>
                  </a:lnTo>
                  <a:lnTo>
                    <a:pt x="6751" y="3525"/>
                  </a:lnTo>
                  <a:cubicBezTo>
                    <a:pt x="6584" y="3525"/>
                    <a:pt x="6453" y="3668"/>
                    <a:pt x="6453" y="3822"/>
                  </a:cubicBezTo>
                  <a:lnTo>
                    <a:pt x="6453" y="4323"/>
                  </a:lnTo>
                  <a:cubicBezTo>
                    <a:pt x="6227" y="4406"/>
                    <a:pt x="6037" y="4525"/>
                    <a:pt x="5846" y="4680"/>
                  </a:cubicBezTo>
                  <a:lnTo>
                    <a:pt x="5406" y="4418"/>
                  </a:lnTo>
                  <a:cubicBezTo>
                    <a:pt x="5360" y="4395"/>
                    <a:pt x="5315" y="4387"/>
                    <a:pt x="5270" y="4387"/>
                  </a:cubicBezTo>
                  <a:cubicBezTo>
                    <a:pt x="5243" y="4387"/>
                    <a:pt x="5217" y="4390"/>
                    <a:pt x="5191" y="4394"/>
                  </a:cubicBezTo>
                  <a:cubicBezTo>
                    <a:pt x="5108" y="4406"/>
                    <a:pt x="5048" y="4465"/>
                    <a:pt x="5013" y="4525"/>
                  </a:cubicBezTo>
                  <a:lnTo>
                    <a:pt x="4334" y="5692"/>
                  </a:lnTo>
                  <a:cubicBezTo>
                    <a:pt x="4322" y="5704"/>
                    <a:pt x="4322" y="5716"/>
                    <a:pt x="4322" y="5727"/>
                  </a:cubicBezTo>
                  <a:lnTo>
                    <a:pt x="4132" y="5727"/>
                  </a:lnTo>
                  <a:cubicBezTo>
                    <a:pt x="3084" y="5727"/>
                    <a:pt x="2107" y="5585"/>
                    <a:pt x="1357" y="5299"/>
                  </a:cubicBezTo>
                  <a:cubicBezTo>
                    <a:pt x="679" y="5049"/>
                    <a:pt x="286" y="4704"/>
                    <a:pt x="286" y="4382"/>
                  </a:cubicBezTo>
                  <a:lnTo>
                    <a:pt x="286" y="2322"/>
                  </a:lnTo>
                  <a:cubicBezTo>
                    <a:pt x="643" y="2668"/>
                    <a:pt x="1274" y="2965"/>
                    <a:pt x="2131" y="3144"/>
                  </a:cubicBezTo>
                  <a:lnTo>
                    <a:pt x="2167" y="3144"/>
                  </a:lnTo>
                  <a:cubicBezTo>
                    <a:pt x="2238" y="3144"/>
                    <a:pt x="2298" y="3096"/>
                    <a:pt x="2322" y="3025"/>
                  </a:cubicBezTo>
                  <a:cubicBezTo>
                    <a:pt x="2334" y="2930"/>
                    <a:pt x="2286" y="2858"/>
                    <a:pt x="2203" y="2846"/>
                  </a:cubicBezTo>
                  <a:cubicBezTo>
                    <a:pt x="1036" y="2596"/>
                    <a:pt x="298" y="2132"/>
                    <a:pt x="298" y="1667"/>
                  </a:cubicBezTo>
                  <a:cubicBezTo>
                    <a:pt x="298" y="1346"/>
                    <a:pt x="679" y="1001"/>
                    <a:pt x="1369" y="751"/>
                  </a:cubicBezTo>
                  <a:cubicBezTo>
                    <a:pt x="2096" y="465"/>
                    <a:pt x="3072" y="322"/>
                    <a:pt x="4132" y="322"/>
                  </a:cubicBezTo>
                  <a:cubicBezTo>
                    <a:pt x="4667" y="322"/>
                    <a:pt x="5191" y="358"/>
                    <a:pt x="5679" y="441"/>
                  </a:cubicBezTo>
                  <a:cubicBezTo>
                    <a:pt x="5687" y="442"/>
                    <a:pt x="5695" y="443"/>
                    <a:pt x="5703" y="443"/>
                  </a:cubicBezTo>
                  <a:cubicBezTo>
                    <a:pt x="5786" y="443"/>
                    <a:pt x="5847" y="385"/>
                    <a:pt x="5858" y="298"/>
                  </a:cubicBezTo>
                  <a:cubicBezTo>
                    <a:pt x="5870" y="215"/>
                    <a:pt x="5810" y="143"/>
                    <a:pt x="5727" y="120"/>
                  </a:cubicBezTo>
                  <a:cubicBezTo>
                    <a:pt x="5215" y="36"/>
                    <a:pt x="4679" y="1"/>
                    <a:pt x="4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68"/>
            <p:cNvSpPr/>
            <p:nvPr/>
          </p:nvSpPr>
          <p:spPr>
            <a:xfrm>
              <a:off x="6306652" y="2638748"/>
              <a:ext cx="59904" cy="59522"/>
            </a:xfrm>
            <a:custGeom>
              <a:avLst/>
              <a:gdLst/>
              <a:ahLst/>
              <a:cxnLst/>
              <a:rect l="l" t="t" r="r" b="b"/>
              <a:pathLst>
                <a:path w="1882" h="1870" extrusionOk="0">
                  <a:moveTo>
                    <a:pt x="941" y="310"/>
                  </a:moveTo>
                  <a:cubicBezTo>
                    <a:pt x="1287" y="310"/>
                    <a:pt x="1561" y="596"/>
                    <a:pt x="1561" y="929"/>
                  </a:cubicBezTo>
                  <a:cubicBezTo>
                    <a:pt x="1561" y="1274"/>
                    <a:pt x="1287" y="1560"/>
                    <a:pt x="941" y="1560"/>
                  </a:cubicBezTo>
                  <a:cubicBezTo>
                    <a:pt x="596" y="1560"/>
                    <a:pt x="310" y="1274"/>
                    <a:pt x="310" y="929"/>
                  </a:cubicBezTo>
                  <a:cubicBezTo>
                    <a:pt x="310" y="596"/>
                    <a:pt x="596" y="310"/>
                    <a:pt x="941" y="310"/>
                  </a:cubicBezTo>
                  <a:close/>
                  <a:moveTo>
                    <a:pt x="941" y="0"/>
                  </a:moveTo>
                  <a:cubicBezTo>
                    <a:pt x="418" y="0"/>
                    <a:pt x="1" y="417"/>
                    <a:pt x="1" y="929"/>
                  </a:cubicBezTo>
                  <a:cubicBezTo>
                    <a:pt x="1" y="1453"/>
                    <a:pt x="418" y="1870"/>
                    <a:pt x="941" y="1870"/>
                  </a:cubicBezTo>
                  <a:cubicBezTo>
                    <a:pt x="1465" y="1870"/>
                    <a:pt x="1882" y="1453"/>
                    <a:pt x="1882" y="929"/>
                  </a:cubicBezTo>
                  <a:cubicBezTo>
                    <a:pt x="1882" y="417"/>
                    <a:pt x="1465"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6" name="Google Shape;13066;p68"/>
          <p:cNvGrpSpPr/>
          <p:nvPr/>
        </p:nvGrpSpPr>
        <p:grpSpPr>
          <a:xfrm>
            <a:off x="2312623" y="2544784"/>
            <a:ext cx="312698" cy="286534"/>
            <a:chOff x="2312623" y="2468584"/>
            <a:chExt cx="312698" cy="286534"/>
          </a:xfrm>
        </p:grpSpPr>
        <p:sp>
          <p:nvSpPr>
            <p:cNvPr id="13067" name="Google Shape;13067;p68"/>
            <p:cNvSpPr/>
            <p:nvPr/>
          </p:nvSpPr>
          <p:spPr>
            <a:xfrm>
              <a:off x="2416866" y="2706195"/>
              <a:ext cx="34122" cy="34154"/>
            </a:xfrm>
            <a:custGeom>
              <a:avLst/>
              <a:gdLst/>
              <a:ahLst/>
              <a:cxnLst/>
              <a:rect l="l" t="t" r="r" b="b"/>
              <a:pathLst>
                <a:path w="1072" h="1073" extrusionOk="0">
                  <a:moveTo>
                    <a:pt x="536" y="275"/>
                  </a:moveTo>
                  <a:cubicBezTo>
                    <a:pt x="679" y="275"/>
                    <a:pt x="798" y="394"/>
                    <a:pt x="798" y="525"/>
                  </a:cubicBezTo>
                  <a:cubicBezTo>
                    <a:pt x="798" y="656"/>
                    <a:pt x="679" y="775"/>
                    <a:pt x="536" y="775"/>
                  </a:cubicBezTo>
                  <a:cubicBezTo>
                    <a:pt x="405" y="775"/>
                    <a:pt x="286" y="656"/>
                    <a:pt x="286" y="525"/>
                  </a:cubicBezTo>
                  <a:cubicBezTo>
                    <a:pt x="286" y="394"/>
                    <a:pt x="393" y="275"/>
                    <a:pt x="536" y="275"/>
                  </a:cubicBezTo>
                  <a:close/>
                  <a:moveTo>
                    <a:pt x="536" y="1"/>
                  </a:moveTo>
                  <a:cubicBezTo>
                    <a:pt x="238" y="1"/>
                    <a:pt x="0" y="239"/>
                    <a:pt x="0" y="536"/>
                  </a:cubicBezTo>
                  <a:cubicBezTo>
                    <a:pt x="0" y="834"/>
                    <a:pt x="238" y="1072"/>
                    <a:pt x="536" y="1072"/>
                  </a:cubicBezTo>
                  <a:cubicBezTo>
                    <a:pt x="833" y="1072"/>
                    <a:pt x="1072" y="834"/>
                    <a:pt x="1072" y="536"/>
                  </a:cubicBezTo>
                  <a:cubicBezTo>
                    <a:pt x="1072" y="239"/>
                    <a:pt x="83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68"/>
            <p:cNvSpPr/>
            <p:nvPr/>
          </p:nvSpPr>
          <p:spPr>
            <a:xfrm>
              <a:off x="2527126" y="2706195"/>
              <a:ext cx="34536" cy="34154"/>
            </a:xfrm>
            <a:custGeom>
              <a:avLst/>
              <a:gdLst/>
              <a:ahLst/>
              <a:cxnLst/>
              <a:rect l="l" t="t" r="r" b="b"/>
              <a:pathLst>
                <a:path w="1085" h="1073" extrusionOk="0">
                  <a:moveTo>
                    <a:pt x="537" y="275"/>
                  </a:moveTo>
                  <a:cubicBezTo>
                    <a:pt x="679" y="275"/>
                    <a:pt x="798" y="394"/>
                    <a:pt x="798" y="525"/>
                  </a:cubicBezTo>
                  <a:cubicBezTo>
                    <a:pt x="798" y="656"/>
                    <a:pt x="679" y="775"/>
                    <a:pt x="537" y="775"/>
                  </a:cubicBezTo>
                  <a:cubicBezTo>
                    <a:pt x="406" y="775"/>
                    <a:pt x="287" y="656"/>
                    <a:pt x="287" y="525"/>
                  </a:cubicBezTo>
                  <a:cubicBezTo>
                    <a:pt x="287" y="394"/>
                    <a:pt x="406" y="275"/>
                    <a:pt x="537" y="275"/>
                  </a:cubicBezTo>
                  <a:close/>
                  <a:moveTo>
                    <a:pt x="537" y="1"/>
                  </a:moveTo>
                  <a:cubicBezTo>
                    <a:pt x="239" y="1"/>
                    <a:pt x="1" y="239"/>
                    <a:pt x="1" y="536"/>
                  </a:cubicBezTo>
                  <a:cubicBezTo>
                    <a:pt x="1" y="834"/>
                    <a:pt x="239" y="1072"/>
                    <a:pt x="537" y="1072"/>
                  </a:cubicBezTo>
                  <a:cubicBezTo>
                    <a:pt x="834" y="1072"/>
                    <a:pt x="1084" y="834"/>
                    <a:pt x="1084" y="536"/>
                  </a:cubicBezTo>
                  <a:cubicBezTo>
                    <a:pt x="1084" y="239"/>
                    <a:pt x="834"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68"/>
            <p:cNvSpPr/>
            <p:nvPr/>
          </p:nvSpPr>
          <p:spPr>
            <a:xfrm>
              <a:off x="2312623" y="2468584"/>
              <a:ext cx="312698" cy="286534"/>
            </a:xfrm>
            <a:custGeom>
              <a:avLst/>
              <a:gdLst/>
              <a:ahLst/>
              <a:cxnLst/>
              <a:rect l="l" t="t" r="r" b="b"/>
              <a:pathLst>
                <a:path w="9824" h="9002" extrusionOk="0">
                  <a:moveTo>
                    <a:pt x="3370" y="1679"/>
                  </a:moveTo>
                  <a:lnTo>
                    <a:pt x="3370" y="2513"/>
                  </a:lnTo>
                  <a:lnTo>
                    <a:pt x="2799" y="2513"/>
                  </a:lnTo>
                  <a:lnTo>
                    <a:pt x="2501" y="1679"/>
                  </a:lnTo>
                  <a:close/>
                  <a:moveTo>
                    <a:pt x="4513" y="1679"/>
                  </a:moveTo>
                  <a:lnTo>
                    <a:pt x="4513" y="2513"/>
                  </a:lnTo>
                  <a:lnTo>
                    <a:pt x="3656" y="2513"/>
                  </a:lnTo>
                  <a:lnTo>
                    <a:pt x="3656" y="1679"/>
                  </a:lnTo>
                  <a:close/>
                  <a:moveTo>
                    <a:pt x="5656" y="1679"/>
                  </a:moveTo>
                  <a:lnTo>
                    <a:pt x="5656" y="2513"/>
                  </a:lnTo>
                  <a:lnTo>
                    <a:pt x="4799" y="2513"/>
                  </a:lnTo>
                  <a:lnTo>
                    <a:pt x="4799" y="1679"/>
                  </a:lnTo>
                  <a:close/>
                  <a:moveTo>
                    <a:pt x="6811" y="1679"/>
                  </a:moveTo>
                  <a:lnTo>
                    <a:pt x="6811" y="2513"/>
                  </a:lnTo>
                  <a:lnTo>
                    <a:pt x="5942" y="2513"/>
                  </a:lnTo>
                  <a:lnTo>
                    <a:pt x="5942" y="1679"/>
                  </a:lnTo>
                  <a:close/>
                  <a:moveTo>
                    <a:pt x="7954" y="1679"/>
                  </a:moveTo>
                  <a:lnTo>
                    <a:pt x="7954" y="2513"/>
                  </a:lnTo>
                  <a:lnTo>
                    <a:pt x="7085" y="2513"/>
                  </a:lnTo>
                  <a:lnTo>
                    <a:pt x="7085" y="1679"/>
                  </a:lnTo>
                  <a:close/>
                  <a:moveTo>
                    <a:pt x="8633" y="1679"/>
                  </a:moveTo>
                  <a:lnTo>
                    <a:pt x="8442" y="2513"/>
                  </a:lnTo>
                  <a:lnTo>
                    <a:pt x="8240" y="2513"/>
                  </a:lnTo>
                  <a:lnTo>
                    <a:pt x="8240" y="1679"/>
                  </a:lnTo>
                  <a:close/>
                  <a:moveTo>
                    <a:pt x="8383" y="2810"/>
                  </a:moveTo>
                  <a:lnTo>
                    <a:pt x="8252" y="3406"/>
                  </a:lnTo>
                  <a:lnTo>
                    <a:pt x="8252" y="2810"/>
                  </a:lnTo>
                  <a:close/>
                  <a:moveTo>
                    <a:pt x="3370" y="2810"/>
                  </a:moveTo>
                  <a:lnTo>
                    <a:pt x="3370" y="3680"/>
                  </a:lnTo>
                  <a:lnTo>
                    <a:pt x="3204" y="3680"/>
                  </a:lnTo>
                  <a:lnTo>
                    <a:pt x="2894" y="2810"/>
                  </a:lnTo>
                  <a:close/>
                  <a:moveTo>
                    <a:pt x="4513" y="2810"/>
                  </a:moveTo>
                  <a:lnTo>
                    <a:pt x="4513" y="3680"/>
                  </a:lnTo>
                  <a:lnTo>
                    <a:pt x="3656" y="3680"/>
                  </a:lnTo>
                  <a:lnTo>
                    <a:pt x="3656" y="2810"/>
                  </a:lnTo>
                  <a:close/>
                  <a:moveTo>
                    <a:pt x="5656" y="2810"/>
                  </a:moveTo>
                  <a:lnTo>
                    <a:pt x="5656" y="3680"/>
                  </a:lnTo>
                  <a:lnTo>
                    <a:pt x="4799" y="3680"/>
                  </a:lnTo>
                  <a:lnTo>
                    <a:pt x="4799" y="2810"/>
                  </a:lnTo>
                  <a:close/>
                  <a:moveTo>
                    <a:pt x="6811" y="2810"/>
                  </a:moveTo>
                  <a:lnTo>
                    <a:pt x="6811" y="3680"/>
                  </a:lnTo>
                  <a:lnTo>
                    <a:pt x="5942" y="3680"/>
                  </a:lnTo>
                  <a:lnTo>
                    <a:pt x="5942" y="2810"/>
                  </a:lnTo>
                  <a:close/>
                  <a:moveTo>
                    <a:pt x="7954" y="2810"/>
                  </a:moveTo>
                  <a:lnTo>
                    <a:pt x="7954" y="3680"/>
                  </a:lnTo>
                  <a:lnTo>
                    <a:pt x="7085" y="3680"/>
                  </a:lnTo>
                  <a:lnTo>
                    <a:pt x="7085" y="2810"/>
                  </a:lnTo>
                  <a:close/>
                  <a:moveTo>
                    <a:pt x="3370" y="3953"/>
                  </a:moveTo>
                  <a:lnTo>
                    <a:pt x="3370" y="4132"/>
                  </a:lnTo>
                  <a:lnTo>
                    <a:pt x="3311" y="3953"/>
                  </a:lnTo>
                  <a:close/>
                  <a:moveTo>
                    <a:pt x="4513" y="3941"/>
                  </a:moveTo>
                  <a:lnTo>
                    <a:pt x="4513" y="4608"/>
                  </a:lnTo>
                  <a:cubicBezTo>
                    <a:pt x="4305" y="4608"/>
                    <a:pt x="4153" y="4629"/>
                    <a:pt x="4022" y="4629"/>
                  </a:cubicBezTo>
                  <a:cubicBezTo>
                    <a:pt x="3891" y="4629"/>
                    <a:pt x="3781" y="4608"/>
                    <a:pt x="3656" y="4525"/>
                  </a:cubicBezTo>
                  <a:lnTo>
                    <a:pt x="3656" y="3941"/>
                  </a:lnTo>
                  <a:close/>
                  <a:moveTo>
                    <a:pt x="5656" y="3953"/>
                  </a:moveTo>
                  <a:lnTo>
                    <a:pt x="5656" y="4632"/>
                  </a:lnTo>
                  <a:lnTo>
                    <a:pt x="4799" y="4632"/>
                  </a:lnTo>
                  <a:lnTo>
                    <a:pt x="4799" y="3953"/>
                  </a:lnTo>
                  <a:close/>
                  <a:moveTo>
                    <a:pt x="6799" y="3953"/>
                  </a:moveTo>
                  <a:lnTo>
                    <a:pt x="6799" y="4632"/>
                  </a:lnTo>
                  <a:lnTo>
                    <a:pt x="5942" y="4632"/>
                  </a:lnTo>
                  <a:lnTo>
                    <a:pt x="5942" y="3953"/>
                  </a:lnTo>
                  <a:close/>
                  <a:moveTo>
                    <a:pt x="7954" y="3953"/>
                  </a:moveTo>
                  <a:lnTo>
                    <a:pt x="7954" y="4632"/>
                  </a:lnTo>
                  <a:lnTo>
                    <a:pt x="7085" y="4632"/>
                  </a:lnTo>
                  <a:lnTo>
                    <a:pt x="7085" y="3953"/>
                  </a:lnTo>
                  <a:close/>
                  <a:moveTo>
                    <a:pt x="3811" y="7263"/>
                  </a:moveTo>
                  <a:cubicBezTo>
                    <a:pt x="4216" y="7263"/>
                    <a:pt x="4549" y="7585"/>
                    <a:pt x="4549" y="7990"/>
                  </a:cubicBezTo>
                  <a:cubicBezTo>
                    <a:pt x="4549" y="8394"/>
                    <a:pt x="4216" y="8716"/>
                    <a:pt x="3811" y="8716"/>
                  </a:cubicBezTo>
                  <a:cubicBezTo>
                    <a:pt x="3418" y="8716"/>
                    <a:pt x="3085" y="8394"/>
                    <a:pt x="3085" y="7990"/>
                  </a:cubicBezTo>
                  <a:cubicBezTo>
                    <a:pt x="3085" y="7585"/>
                    <a:pt x="3418" y="7263"/>
                    <a:pt x="3811" y="7263"/>
                  </a:cubicBezTo>
                  <a:close/>
                  <a:moveTo>
                    <a:pt x="7287" y="7263"/>
                  </a:moveTo>
                  <a:cubicBezTo>
                    <a:pt x="7680" y="7263"/>
                    <a:pt x="8014" y="7585"/>
                    <a:pt x="8014" y="7990"/>
                  </a:cubicBezTo>
                  <a:cubicBezTo>
                    <a:pt x="8014" y="8394"/>
                    <a:pt x="7680" y="8716"/>
                    <a:pt x="7287" y="8716"/>
                  </a:cubicBezTo>
                  <a:cubicBezTo>
                    <a:pt x="6883" y="8716"/>
                    <a:pt x="6549" y="8394"/>
                    <a:pt x="6549" y="7990"/>
                  </a:cubicBezTo>
                  <a:cubicBezTo>
                    <a:pt x="6549" y="7585"/>
                    <a:pt x="6883" y="7263"/>
                    <a:pt x="7287" y="7263"/>
                  </a:cubicBezTo>
                  <a:close/>
                  <a:moveTo>
                    <a:pt x="525" y="0"/>
                  </a:moveTo>
                  <a:cubicBezTo>
                    <a:pt x="239" y="0"/>
                    <a:pt x="1" y="239"/>
                    <a:pt x="1" y="512"/>
                  </a:cubicBezTo>
                  <a:cubicBezTo>
                    <a:pt x="1" y="798"/>
                    <a:pt x="239" y="1036"/>
                    <a:pt x="525" y="1036"/>
                  </a:cubicBezTo>
                  <a:lnTo>
                    <a:pt x="1168" y="1036"/>
                  </a:lnTo>
                  <a:lnTo>
                    <a:pt x="1965" y="3299"/>
                  </a:lnTo>
                  <a:cubicBezTo>
                    <a:pt x="1995" y="3357"/>
                    <a:pt x="2048" y="3400"/>
                    <a:pt x="2106" y="3400"/>
                  </a:cubicBezTo>
                  <a:cubicBezTo>
                    <a:pt x="2119" y="3400"/>
                    <a:pt x="2131" y="3398"/>
                    <a:pt x="2144" y="3394"/>
                  </a:cubicBezTo>
                  <a:cubicBezTo>
                    <a:pt x="2227" y="3358"/>
                    <a:pt x="2263" y="3287"/>
                    <a:pt x="2239" y="3215"/>
                  </a:cubicBezTo>
                  <a:cubicBezTo>
                    <a:pt x="1453" y="1001"/>
                    <a:pt x="1418" y="905"/>
                    <a:pt x="1418" y="893"/>
                  </a:cubicBezTo>
                  <a:cubicBezTo>
                    <a:pt x="1394" y="798"/>
                    <a:pt x="1299" y="762"/>
                    <a:pt x="1215" y="762"/>
                  </a:cubicBezTo>
                  <a:lnTo>
                    <a:pt x="525" y="762"/>
                  </a:lnTo>
                  <a:cubicBezTo>
                    <a:pt x="394" y="762"/>
                    <a:pt x="287" y="655"/>
                    <a:pt x="287" y="512"/>
                  </a:cubicBezTo>
                  <a:cubicBezTo>
                    <a:pt x="287" y="381"/>
                    <a:pt x="394" y="274"/>
                    <a:pt x="525" y="274"/>
                  </a:cubicBezTo>
                  <a:lnTo>
                    <a:pt x="1215" y="274"/>
                  </a:lnTo>
                  <a:cubicBezTo>
                    <a:pt x="1489" y="274"/>
                    <a:pt x="1751" y="441"/>
                    <a:pt x="1846" y="691"/>
                  </a:cubicBezTo>
                  <a:cubicBezTo>
                    <a:pt x="2013" y="1167"/>
                    <a:pt x="3001" y="3918"/>
                    <a:pt x="3132" y="4322"/>
                  </a:cubicBezTo>
                  <a:cubicBezTo>
                    <a:pt x="3239" y="4620"/>
                    <a:pt x="3573" y="4906"/>
                    <a:pt x="3989" y="4906"/>
                  </a:cubicBezTo>
                  <a:lnTo>
                    <a:pt x="9192" y="4906"/>
                  </a:lnTo>
                  <a:cubicBezTo>
                    <a:pt x="9323" y="4906"/>
                    <a:pt x="9431" y="5013"/>
                    <a:pt x="9431" y="5144"/>
                  </a:cubicBezTo>
                  <a:cubicBezTo>
                    <a:pt x="9431" y="5275"/>
                    <a:pt x="9323" y="5382"/>
                    <a:pt x="9192" y="5382"/>
                  </a:cubicBezTo>
                  <a:lnTo>
                    <a:pt x="3989" y="5382"/>
                  </a:lnTo>
                  <a:cubicBezTo>
                    <a:pt x="3430" y="5382"/>
                    <a:pt x="2918" y="5061"/>
                    <a:pt x="2704" y="4537"/>
                  </a:cubicBezTo>
                  <a:lnTo>
                    <a:pt x="2418" y="3715"/>
                  </a:lnTo>
                  <a:cubicBezTo>
                    <a:pt x="2390" y="3660"/>
                    <a:pt x="2342" y="3620"/>
                    <a:pt x="2289" y="3620"/>
                  </a:cubicBezTo>
                  <a:cubicBezTo>
                    <a:pt x="2273" y="3620"/>
                    <a:pt x="2256" y="3624"/>
                    <a:pt x="2239" y="3632"/>
                  </a:cubicBezTo>
                  <a:cubicBezTo>
                    <a:pt x="2168" y="3656"/>
                    <a:pt x="2120" y="3727"/>
                    <a:pt x="2144" y="3810"/>
                  </a:cubicBezTo>
                  <a:cubicBezTo>
                    <a:pt x="2370" y="4406"/>
                    <a:pt x="2382" y="4656"/>
                    <a:pt x="2668" y="5013"/>
                  </a:cubicBezTo>
                  <a:lnTo>
                    <a:pt x="2346" y="5477"/>
                  </a:lnTo>
                  <a:cubicBezTo>
                    <a:pt x="1870" y="6168"/>
                    <a:pt x="2287" y="7132"/>
                    <a:pt x="3120" y="7239"/>
                  </a:cubicBezTo>
                  <a:cubicBezTo>
                    <a:pt x="2442" y="7871"/>
                    <a:pt x="2882" y="9002"/>
                    <a:pt x="3811" y="9002"/>
                  </a:cubicBezTo>
                  <a:cubicBezTo>
                    <a:pt x="4740" y="9002"/>
                    <a:pt x="5168" y="7882"/>
                    <a:pt x="4513" y="7263"/>
                  </a:cubicBezTo>
                  <a:lnTo>
                    <a:pt x="6585" y="7263"/>
                  </a:lnTo>
                  <a:cubicBezTo>
                    <a:pt x="5930" y="7882"/>
                    <a:pt x="6371" y="9002"/>
                    <a:pt x="7287" y="9002"/>
                  </a:cubicBezTo>
                  <a:cubicBezTo>
                    <a:pt x="8204" y="9002"/>
                    <a:pt x="8633" y="7882"/>
                    <a:pt x="7978" y="7263"/>
                  </a:cubicBezTo>
                  <a:lnTo>
                    <a:pt x="8180" y="7263"/>
                  </a:lnTo>
                  <a:cubicBezTo>
                    <a:pt x="8454" y="7263"/>
                    <a:pt x="8692" y="7025"/>
                    <a:pt x="8692" y="6739"/>
                  </a:cubicBezTo>
                  <a:cubicBezTo>
                    <a:pt x="8692" y="6454"/>
                    <a:pt x="8454" y="6216"/>
                    <a:pt x="8180" y="6216"/>
                  </a:cubicBezTo>
                  <a:lnTo>
                    <a:pt x="6883" y="6216"/>
                  </a:lnTo>
                  <a:cubicBezTo>
                    <a:pt x="6811" y="6216"/>
                    <a:pt x="6728" y="6275"/>
                    <a:pt x="6728" y="6370"/>
                  </a:cubicBezTo>
                  <a:cubicBezTo>
                    <a:pt x="6728" y="6442"/>
                    <a:pt x="6787" y="6513"/>
                    <a:pt x="6883" y="6513"/>
                  </a:cubicBezTo>
                  <a:lnTo>
                    <a:pt x="8180" y="6513"/>
                  </a:lnTo>
                  <a:cubicBezTo>
                    <a:pt x="8311" y="6513"/>
                    <a:pt x="8419" y="6620"/>
                    <a:pt x="8419" y="6751"/>
                  </a:cubicBezTo>
                  <a:cubicBezTo>
                    <a:pt x="8419" y="6894"/>
                    <a:pt x="8311" y="6989"/>
                    <a:pt x="8180" y="6989"/>
                  </a:cubicBezTo>
                  <a:lnTo>
                    <a:pt x="3275" y="6989"/>
                  </a:lnTo>
                  <a:cubicBezTo>
                    <a:pt x="2596" y="6989"/>
                    <a:pt x="2192" y="6216"/>
                    <a:pt x="2584" y="5656"/>
                  </a:cubicBezTo>
                  <a:lnTo>
                    <a:pt x="2858" y="5239"/>
                  </a:lnTo>
                  <a:cubicBezTo>
                    <a:pt x="2977" y="5346"/>
                    <a:pt x="3120" y="5430"/>
                    <a:pt x="3251" y="5501"/>
                  </a:cubicBezTo>
                  <a:lnTo>
                    <a:pt x="2965" y="5918"/>
                  </a:lnTo>
                  <a:cubicBezTo>
                    <a:pt x="2787" y="6180"/>
                    <a:pt x="2965" y="6513"/>
                    <a:pt x="3275" y="6513"/>
                  </a:cubicBezTo>
                  <a:lnTo>
                    <a:pt x="6347" y="6513"/>
                  </a:lnTo>
                  <a:cubicBezTo>
                    <a:pt x="6418" y="6513"/>
                    <a:pt x="6490" y="6454"/>
                    <a:pt x="6490" y="6370"/>
                  </a:cubicBezTo>
                  <a:cubicBezTo>
                    <a:pt x="6490" y="6299"/>
                    <a:pt x="6430" y="6216"/>
                    <a:pt x="6347" y="6216"/>
                  </a:cubicBezTo>
                  <a:lnTo>
                    <a:pt x="3275" y="6216"/>
                  </a:lnTo>
                  <a:cubicBezTo>
                    <a:pt x="3204" y="6216"/>
                    <a:pt x="3156" y="6132"/>
                    <a:pt x="3204" y="6073"/>
                  </a:cubicBezTo>
                  <a:lnTo>
                    <a:pt x="3537" y="5596"/>
                  </a:lnTo>
                  <a:cubicBezTo>
                    <a:pt x="3723" y="5653"/>
                    <a:pt x="3776" y="5666"/>
                    <a:pt x="4361" y="5666"/>
                  </a:cubicBezTo>
                  <a:cubicBezTo>
                    <a:pt x="4909" y="5666"/>
                    <a:pt x="5923" y="5655"/>
                    <a:pt x="7950" y="5655"/>
                  </a:cubicBezTo>
                  <a:cubicBezTo>
                    <a:pt x="8328" y="5655"/>
                    <a:pt x="8741" y="5655"/>
                    <a:pt x="9192" y="5656"/>
                  </a:cubicBezTo>
                  <a:cubicBezTo>
                    <a:pt x="9466" y="5656"/>
                    <a:pt x="9704" y="5418"/>
                    <a:pt x="9704" y="5132"/>
                  </a:cubicBezTo>
                  <a:cubicBezTo>
                    <a:pt x="9704" y="4870"/>
                    <a:pt x="9466" y="4632"/>
                    <a:pt x="9192" y="4632"/>
                  </a:cubicBezTo>
                  <a:lnTo>
                    <a:pt x="9038" y="4632"/>
                  </a:lnTo>
                  <a:lnTo>
                    <a:pt x="9704" y="1703"/>
                  </a:lnTo>
                  <a:cubicBezTo>
                    <a:pt x="9823" y="1155"/>
                    <a:pt x="9407" y="643"/>
                    <a:pt x="8859" y="643"/>
                  </a:cubicBezTo>
                  <a:lnTo>
                    <a:pt x="6085" y="643"/>
                  </a:lnTo>
                  <a:cubicBezTo>
                    <a:pt x="6013" y="643"/>
                    <a:pt x="5942" y="691"/>
                    <a:pt x="5942" y="786"/>
                  </a:cubicBezTo>
                  <a:cubicBezTo>
                    <a:pt x="5942" y="858"/>
                    <a:pt x="6002" y="941"/>
                    <a:pt x="6085" y="941"/>
                  </a:cubicBezTo>
                  <a:lnTo>
                    <a:pt x="8859" y="941"/>
                  </a:lnTo>
                  <a:cubicBezTo>
                    <a:pt x="9252" y="941"/>
                    <a:pt x="9526" y="1286"/>
                    <a:pt x="9442" y="1667"/>
                  </a:cubicBezTo>
                  <a:lnTo>
                    <a:pt x="8752" y="4644"/>
                  </a:lnTo>
                  <a:lnTo>
                    <a:pt x="8264" y="4644"/>
                  </a:lnTo>
                  <a:cubicBezTo>
                    <a:pt x="8335" y="4322"/>
                    <a:pt x="8871" y="2001"/>
                    <a:pt x="8966" y="1584"/>
                  </a:cubicBezTo>
                  <a:cubicBezTo>
                    <a:pt x="8978" y="1501"/>
                    <a:pt x="8919" y="1405"/>
                    <a:pt x="8835" y="1405"/>
                  </a:cubicBezTo>
                  <a:lnTo>
                    <a:pt x="2406" y="1405"/>
                  </a:lnTo>
                  <a:lnTo>
                    <a:pt x="2239" y="941"/>
                  </a:lnTo>
                  <a:lnTo>
                    <a:pt x="5537" y="941"/>
                  </a:lnTo>
                  <a:cubicBezTo>
                    <a:pt x="5621" y="941"/>
                    <a:pt x="5692" y="882"/>
                    <a:pt x="5692" y="786"/>
                  </a:cubicBezTo>
                  <a:cubicBezTo>
                    <a:pt x="5692" y="715"/>
                    <a:pt x="5632" y="643"/>
                    <a:pt x="5537" y="643"/>
                  </a:cubicBezTo>
                  <a:lnTo>
                    <a:pt x="2132" y="643"/>
                  </a:lnTo>
                  <a:cubicBezTo>
                    <a:pt x="2001" y="286"/>
                    <a:pt x="164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0" name="Google Shape;13070;p68"/>
          <p:cNvGrpSpPr/>
          <p:nvPr/>
        </p:nvGrpSpPr>
        <p:grpSpPr>
          <a:xfrm>
            <a:off x="5618805" y="2517124"/>
            <a:ext cx="345292" cy="342618"/>
            <a:chOff x="5618805" y="2440924"/>
            <a:chExt cx="345292" cy="342618"/>
          </a:xfrm>
        </p:grpSpPr>
        <p:sp>
          <p:nvSpPr>
            <p:cNvPr id="13071" name="Google Shape;13071;p68"/>
            <p:cNvSpPr/>
            <p:nvPr/>
          </p:nvSpPr>
          <p:spPr>
            <a:xfrm>
              <a:off x="5742751" y="2440924"/>
              <a:ext cx="221346" cy="222110"/>
            </a:xfrm>
            <a:custGeom>
              <a:avLst/>
              <a:gdLst/>
              <a:ahLst/>
              <a:cxnLst/>
              <a:rect l="l" t="t" r="r" b="b"/>
              <a:pathLst>
                <a:path w="6954" h="6978" extrusionOk="0">
                  <a:moveTo>
                    <a:pt x="3477" y="346"/>
                  </a:moveTo>
                  <a:cubicBezTo>
                    <a:pt x="5203" y="346"/>
                    <a:pt x="6596" y="1453"/>
                    <a:pt x="6596" y="2798"/>
                  </a:cubicBezTo>
                  <a:cubicBezTo>
                    <a:pt x="6596" y="3989"/>
                    <a:pt x="5513" y="5001"/>
                    <a:pt x="4025" y="5215"/>
                  </a:cubicBezTo>
                  <a:cubicBezTo>
                    <a:pt x="3941" y="5227"/>
                    <a:pt x="3882" y="5299"/>
                    <a:pt x="3882" y="5394"/>
                  </a:cubicBezTo>
                  <a:cubicBezTo>
                    <a:pt x="3786" y="5953"/>
                    <a:pt x="3370" y="6418"/>
                    <a:pt x="2846" y="6573"/>
                  </a:cubicBezTo>
                  <a:cubicBezTo>
                    <a:pt x="3060" y="6227"/>
                    <a:pt x="3144" y="5811"/>
                    <a:pt x="3084" y="5394"/>
                  </a:cubicBezTo>
                  <a:cubicBezTo>
                    <a:pt x="3084" y="5299"/>
                    <a:pt x="3024" y="5215"/>
                    <a:pt x="2941" y="5215"/>
                  </a:cubicBezTo>
                  <a:cubicBezTo>
                    <a:pt x="1429" y="5001"/>
                    <a:pt x="346" y="3989"/>
                    <a:pt x="346" y="2798"/>
                  </a:cubicBezTo>
                  <a:cubicBezTo>
                    <a:pt x="346" y="1453"/>
                    <a:pt x="1751" y="346"/>
                    <a:pt x="3477" y="346"/>
                  </a:cubicBezTo>
                  <a:close/>
                  <a:moveTo>
                    <a:pt x="3477" y="0"/>
                  </a:moveTo>
                  <a:cubicBezTo>
                    <a:pt x="2548" y="0"/>
                    <a:pt x="1691" y="286"/>
                    <a:pt x="1036" y="810"/>
                  </a:cubicBezTo>
                  <a:cubicBezTo>
                    <a:pt x="357" y="1346"/>
                    <a:pt x="0" y="2048"/>
                    <a:pt x="0" y="2798"/>
                  </a:cubicBezTo>
                  <a:cubicBezTo>
                    <a:pt x="0" y="4120"/>
                    <a:pt x="1155" y="5251"/>
                    <a:pt x="2739" y="5537"/>
                  </a:cubicBezTo>
                  <a:cubicBezTo>
                    <a:pt x="2774" y="5953"/>
                    <a:pt x="2620" y="6382"/>
                    <a:pt x="2322" y="6680"/>
                  </a:cubicBezTo>
                  <a:cubicBezTo>
                    <a:pt x="2286" y="6727"/>
                    <a:pt x="2262" y="6799"/>
                    <a:pt x="2298" y="6882"/>
                  </a:cubicBezTo>
                  <a:cubicBezTo>
                    <a:pt x="2322" y="6942"/>
                    <a:pt x="2382" y="6977"/>
                    <a:pt x="2465" y="6977"/>
                  </a:cubicBezTo>
                  <a:cubicBezTo>
                    <a:pt x="3310" y="6977"/>
                    <a:pt x="4037" y="6370"/>
                    <a:pt x="4215" y="5537"/>
                  </a:cubicBezTo>
                  <a:cubicBezTo>
                    <a:pt x="4965" y="5418"/>
                    <a:pt x="5632" y="5096"/>
                    <a:pt x="6120" y="4632"/>
                  </a:cubicBezTo>
                  <a:cubicBezTo>
                    <a:pt x="6656" y="4120"/>
                    <a:pt x="6954" y="3465"/>
                    <a:pt x="6954" y="2798"/>
                  </a:cubicBezTo>
                  <a:cubicBezTo>
                    <a:pt x="6942" y="2048"/>
                    <a:pt x="6584" y="1334"/>
                    <a:pt x="5918" y="810"/>
                  </a:cubicBezTo>
                  <a:cubicBezTo>
                    <a:pt x="5263" y="286"/>
                    <a:pt x="4394" y="0"/>
                    <a:pt x="3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2" name="Google Shape;13072;p68"/>
            <p:cNvSpPr/>
            <p:nvPr/>
          </p:nvSpPr>
          <p:spPr>
            <a:xfrm>
              <a:off x="5810581" y="2523905"/>
              <a:ext cx="11395" cy="11395"/>
            </a:xfrm>
            <a:custGeom>
              <a:avLst/>
              <a:gdLst/>
              <a:ahLst/>
              <a:cxnLst/>
              <a:rect l="l" t="t" r="r" b="b"/>
              <a:pathLst>
                <a:path w="358" h="358" extrusionOk="0">
                  <a:moveTo>
                    <a:pt x="179" y="1"/>
                  </a:moveTo>
                  <a:cubicBezTo>
                    <a:pt x="84" y="1"/>
                    <a:pt x="1" y="96"/>
                    <a:pt x="1" y="179"/>
                  </a:cubicBezTo>
                  <a:cubicBezTo>
                    <a:pt x="1" y="263"/>
                    <a:pt x="96"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68"/>
            <p:cNvSpPr/>
            <p:nvPr/>
          </p:nvSpPr>
          <p:spPr>
            <a:xfrm>
              <a:off x="5884490" y="2523905"/>
              <a:ext cx="11395" cy="11395"/>
            </a:xfrm>
            <a:custGeom>
              <a:avLst/>
              <a:gdLst/>
              <a:ahLst/>
              <a:cxnLst/>
              <a:rect l="l" t="t" r="r" b="b"/>
              <a:pathLst>
                <a:path w="358" h="358" extrusionOk="0">
                  <a:moveTo>
                    <a:pt x="179" y="1"/>
                  </a:moveTo>
                  <a:cubicBezTo>
                    <a:pt x="72" y="1"/>
                    <a:pt x="0" y="96"/>
                    <a:pt x="0" y="179"/>
                  </a:cubicBezTo>
                  <a:cubicBezTo>
                    <a:pt x="0" y="263"/>
                    <a:pt x="95" y="358"/>
                    <a:pt x="179" y="358"/>
                  </a:cubicBezTo>
                  <a:cubicBezTo>
                    <a:pt x="286" y="358"/>
                    <a:pt x="357" y="263"/>
                    <a:pt x="357" y="179"/>
                  </a:cubicBezTo>
                  <a:cubicBezTo>
                    <a:pt x="357"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68"/>
            <p:cNvSpPr/>
            <p:nvPr/>
          </p:nvSpPr>
          <p:spPr>
            <a:xfrm>
              <a:off x="5847727" y="2523905"/>
              <a:ext cx="11395" cy="11395"/>
            </a:xfrm>
            <a:custGeom>
              <a:avLst/>
              <a:gdLst/>
              <a:ahLst/>
              <a:cxnLst/>
              <a:rect l="l" t="t" r="r" b="b"/>
              <a:pathLst>
                <a:path w="358" h="358" extrusionOk="0">
                  <a:moveTo>
                    <a:pt x="179" y="1"/>
                  </a:moveTo>
                  <a:cubicBezTo>
                    <a:pt x="72" y="1"/>
                    <a:pt x="0" y="96"/>
                    <a:pt x="0" y="179"/>
                  </a:cubicBezTo>
                  <a:cubicBezTo>
                    <a:pt x="0" y="263"/>
                    <a:pt x="84"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68"/>
            <p:cNvSpPr/>
            <p:nvPr/>
          </p:nvSpPr>
          <p:spPr>
            <a:xfrm>
              <a:off x="5618805" y="2516616"/>
              <a:ext cx="270269" cy="266926"/>
            </a:xfrm>
            <a:custGeom>
              <a:avLst/>
              <a:gdLst/>
              <a:ahLst/>
              <a:cxnLst/>
              <a:rect l="l" t="t" r="r" b="b"/>
              <a:pathLst>
                <a:path w="8491" h="8386" extrusionOk="0">
                  <a:moveTo>
                    <a:pt x="1269" y="0"/>
                  </a:moveTo>
                  <a:cubicBezTo>
                    <a:pt x="1224" y="0"/>
                    <a:pt x="1177" y="18"/>
                    <a:pt x="1144" y="51"/>
                  </a:cubicBezTo>
                  <a:cubicBezTo>
                    <a:pt x="1108" y="87"/>
                    <a:pt x="168" y="956"/>
                    <a:pt x="96" y="1706"/>
                  </a:cubicBezTo>
                  <a:cubicBezTo>
                    <a:pt x="1" y="2671"/>
                    <a:pt x="989" y="4385"/>
                    <a:pt x="2549" y="5933"/>
                  </a:cubicBezTo>
                  <a:cubicBezTo>
                    <a:pt x="4037" y="7421"/>
                    <a:pt x="5656" y="8386"/>
                    <a:pt x="6645" y="8386"/>
                  </a:cubicBezTo>
                  <a:lnTo>
                    <a:pt x="6776" y="8386"/>
                  </a:lnTo>
                  <a:cubicBezTo>
                    <a:pt x="7514" y="8314"/>
                    <a:pt x="8395" y="7374"/>
                    <a:pt x="8431" y="7326"/>
                  </a:cubicBezTo>
                  <a:cubicBezTo>
                    <a:pt x="8490" y="7266"/>
                    <a:pt x="8490" y="7159"/>
                    <a:pt x="8442" y="7100"/>
                  </a:cubicBezTo>
                  <a:cubicBezTo>
                    <a:pt x="8407" y="7076"/>
                    <a:pt x="7990" y="6540"/>
                    <a:pt x="7502" y="6052"/>
                  </a:cubicBezTo>
                  <a:cubicBezTo>
                    <a:pt x="7002" y="5540"/>
                    <a:pt x="6478" y="5123"/>
                    <a:pt x="6442" y="5111"/>
                  </a:cubicBezTo>
                  <a:cubicBezTo>
                    <a:pt x="6410" y="5085"/>
                    <a:pt x="6375" y="5072"/>
                    <a:pt x="6342" y="5072"/>
                  </a:cubicBezTo>
                  <a:cubicBezTo>
                    <a:pt x="6301" y="5072"/>
                    <a:pt x="6261" y="5091"/>
                    <a:pt x="6228" y="5123"/>
                  </a:cubicBezTo>
                  <a:lnTo>
                    <a:pt x="5573" y="5778"/>
                  </a:lnTo>
                  <a:lnTo>
                    <a:pt x="3442" y="3659"/>
                  </a:lnTo>
                  <a:cubicBezTo>
                    <a:pt x="3406" y="3617"/>
                    <a:pt x="3361" y="3596"/>
                    <a:pt x="3318" y="3596"/>
                  </a:cubicBezTo>
                  <a:cubicBezTo>
                    <a:pt x="3275" y="3596"/>
                    <a:pt x="3233" y="3617"/>
                    <a:pt x="3204" y="3659"/>
                  </a:cubicBezTo>
                  <a:cubicBezTo>
                    <a:pt x="3132" y="3730"/>
                    <a:pt x="3132" y="3837"/>
                    <a:pt x="3204" y="3897"/>
                  </a:cubicBezTo>
                  <a:lnTo>
                    <a:pt x="5466" y="6159"/>
                  </a:lnTo>
                  <a:cubicBezTo>
                    <a:pt x="5490" y="6183"/>
                    <a:pt x="5537" y="6195"/>
                    <a:pt x="5585" y="6195"/>
                  </a:cubicBezTo>
                  <a:cubicBezTo>
                    <a:pt x="5633" y="6195"/>
                    <a:pt x="5668" y="6183"/>
                    <a:pt x="5704" y="6159"/>
                  </a:cubicBezTo>
                  <a:lnTo>
                    <a:pt x="6371" y="5480"/>
                  </a:lnTo>
                  <a:cubicBezTo>
                    <a:pt x="6549" y="5635"/>
                    <a:pt x="6918" y="5945"/>
                    <a:pt x="7264" y="6290"/>
                  </a:cubicBezTo>
                  <a:cubicBezTo>
                    <a:pt x="7609" y="6635"/>
                    <a:pt x="7919" y="7004"/>
                    <a:pt x="8085" y="7195"/>
                  </a:cubicBezTo>
                  <a:cubicBezTo>
                    <a:pt x="7788" y="7481"/>
                    <a:pt x="7204" y="7981"/>
                    <a:pt x="6764" y="8028"/>
                  </a:cubicBezTo>
                  <a:cubicBezTo>
                    <a:pt x="6733" y="8031"/>
                    <a:pt x="6702" y="8032"/>
                    <a:pt x="6670" y="8032"/>
                  </a:cubicBezTo>
                  <a:cubicBezTo>
                    <a:pt x="5782" y="8032"/>
                    <a:pt x="4224" y="7085"/>
                    <a:pt x="2811" y="5683"/>
                  </a:cubicBezTo>
                  <a:cubicBezTo>
                    <a:pt x="1358" y="4218"/>
                    <a:pt x="394" y="2599"/>
                    <a:pt x="465" y="1730"/>
                  </a:cubicBezTo>
                  <a:cubicBezTo>
                    <a:pt x="513" y="1289"/>
                    <a:pt x="1013" y="706"/>
                    <a:pt x="1299" y="408"/>
                  </a:cubicBezTo>
                  <a:cubicBezTo>
                    <a:pt x="1477" y="563"/>
                    <a:pt x="1846" y="873"/>
                    <a:pt x="2204" y="1230"/>
                  </a:cubicBezTo>
                  <a:cubicBezTo>
                    <a:pt x="2549" y="1575"/>
                    <a:pt x="2858" y="1944"/>
                    <a:pt x="3013" y="2123"/>
                  </a:cubicBezTo>
                  <a:lnTo>
                    <a:pt x="2335" y="2790"/>
                  </a:lnTo>
                  <a:cubicBezTo>
                    <a:pt x="2263" y="2861"/>
                    <a:pt x="2263" y="2968"/>
                    <a:pt x="2335" y="3028"/>
                  </a:cubicBezTo>
                  <a:lnTo>
                    <a:pt x="2716" y="3397"/>
                  </a:lnTo>
                  <a:cubicBezTo>
                    <a:pt x="2751" y="3439"/>
                    <a:pt x="2796" y="3459"/>
                    <a:pt x="2838" y="3459"/>
                  </a:cubicBezTo>
                  <a:cubicBezTo>
                    <a:pt x="2879" y="3459"/>
                    <a:pt x="2918" y="3439"/>
                    <a:pt x="2942" y="3397"/>
                  </a:cubicBezTo>
                  <a:cubicBezTo>
                    <a:pt x="3025" y="3325"/>
                    <a:pt x="3025" y="3218"/>
                    <a:pt x="2942" y="3159"/>
                  </a:cubicBezTo>
                  <a:lnTo>
                    <a:pt x="2692" y="2909"/>
                  </a:lnTo>
                  <a:lnTo>
                    <a:pt x="3347" y="2254"/>
                  </a:lnTo>
                  <a:cubicBezTo>
                    <a:pt x="3406" y="2194"/>
                    <a:pt x="3430" y="2087"/>
                    <a:pt x="3359" y="2028"/>
                  </a:cubicBezTo>
                  <a:cubicBezTo>
                    <a:pt x="3347" y="2016"/>
                    <a:pt x="2930" y="1480"/>
                    <a:pt x="2430" y="980"/>
                  </a:cubicBezTo>
                  <a:cubicBezTo>
                    <a:pt x="1918" y="468"/>
                    <a:pt x="1394" y="51"/>
                    <a:pt x="1370" y="39"/>
                  </a:cubicBezTo>
                  <a:cubicBezTo>
                    <a:pt x="1343" y="12"/>
                    <a:pt x="1307" y="0"/>
                    <a:pt x="12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6" name="Google Shape;13076;p68"/>
          <p:cNvGrpSpPr/>
          <p:nvPr/>
        </p:nvGrpSpPr>
        <p:grpSpPr>
          <a:xfrm>
            <a:off x="4653179" y="2522790"/>
            <a:ext cx="377886" cy="331255"/>
            <a:chOff x="4653179" y="2446590"/>
            <a:chExt cx="377886" cy="331255"/>
          </a:xfrm>
        </p:grpSpPr>
        <p:sp>
          <p:nvSpPr>
            <p:cNvPr id="13077" name="Google Shape;13077;p68"/>
            <p:cNvSpPr/>
            <p:nvPr/>
          </p:nvSpPr>
          <p:spPr>
            <a:xfrm>
              <a:off x="4767639" y="2584541"/>
              <a:ext cx="145941" cy="109177"/>
            </a:xfrm>
            <a:custGeom>
              <a:avLst/>
              <a:gdLst/>
              <a:ahLst/>
              <a:cxnLst/>
              <a:rect l="l" t="t" r="r" b="b"/>
              <a:pathLst>
                <a:path w="4585" h="3430" extrusionOk="0">
                  <a:moveTo>
                    <a:pt x="2370" y="310"/>
                  </a:moveTo>
                  <a:cubicBezTo>
                    <a:pt x="2560" y="310"/>
                    <a:pt x="2739" y="429"/>
                    <a:pt x="2810" y="608"/>
                  </a:cubicBezTo>
                  <a:lnTo>
                    <a:pt x="1929" y="608"/>
                  </a:lnTo>
                  <a:cubicBezTo>
                    <a:pt x="1989" y="453"/>
                    <a:pt x="2156" y="310"/>
                    <a:pt x="2370" y="310"/>
                  </a:cubicBezTo>
                  <a:close/>
                  <a:moveTo>
                    <a:pt x="3049" y="965"/>
                  </a:moveTo>
                  <a:cubicBezTo>
                    <a:pt x="3168" y="965"/>
                    <a:pt x="3275" y="1072"/>
                    <a:pt x="3275" y="1191"/>
                  </a:cubicBezTo>
                  <a:lnTo>
                    <a:pt x="3275" y="2192"/>
                  </a:lnTo>
                  <a:cubicBezTo>
                    <a:pt x="3275" y="2323"/>
                    <a:pt x="3239" y="2442"/>
                    <a:pt x="3203" y="2561"/>
                  </a:cubicBezTo>
                  <a:cubicBezTo>
                    <a:pt x="3203" y="2561"/>
                    <a:pt x="3203" y="2573"/>
                    <a:pt x="3179" y="2573"/>
                  </a:cubicBezTo>
                  <a:cubicBezTo>
                    <a:pt x="3037" y="2870"/>
                    <a:pt x="2727" y="3085"/>
                    <a:pt x="2382" y="3085"/>
                  </a:cubicBezTo>
                  <a:cubicBezTo>
                    <a:pt x="1894" y="3085"/>
                    <a:pt x="1489" y="2680"/>
                    <a:pt x="1489" y="2192"/>
                  </a:cubicBezTo>
                  <a:lnTo>
                    <a:pt x="1453" y="1191"/>
                  </a:lnTo>
                  <a:cubicBezTo>
                    <a:pt x="1453" y="1072"/>
                    <a:pt x="1560" y="965"/>
                    <a:pt x="1679" y="965"/>
                  </a:cubicBezTo>
                  <a:close/>
                  <a:moveTo>
                    <a:pt x="2275" y="1"/>
                  </a:moveTo>
                  <a:cubicBezTo>
                    <a:pt x="1870" y="1"/>
                    <a:pt x="1548" y="298"/>
                    <a:pt x="1465" y="668"/>
                  </a:cubicBezTo>
                  <a:cubicBezTo>
                    <a:pt x="1286" y="715"/>
                    <a:pt x="1144" y="834"/>
                    <a:pt x="1072" y="1013"/>
                  </a:cubicBezTo>
                  <a:lnTo>
                    <a:pt x="751" y="1013"/>
                  </a:lnTo>
                  <a:cubicBezTo>
                    <a:pt x="715" y="1013"/>
                    <a:pt x="667" y="1025"/>
                    <a:pt x="620" y="1072"/>
                  </a:cubicBezTo>
                  <a:lnTo>
                    <a:pt x="72" y="1632"/>
                  </a:lnTo>
                  <a:cubicBezTo>
                    <a:pt x="12" y="1715"/>
                    <a:pt x="12" y="1811"/>
                    <a:pt x="72" y="1870"/>
                  </a:cubicBezTo>
                  <a:cubicBezTo>
                    <a:pt x="96" y="1906"/>
                    <a:pt x="143" y="1918"/>
                    <a:pt x="191" y="1918"/>
                  </a:cubicBezTo>
                  <a:cubicBezTo>
                    <a:pt x="239" y="1918"/>
                    <a:pt x="274" y="1906"/>
                    <a:pt x="310" y="1858"/>
                  </a:cubicBezTo>
                  <a:lnTo>
                    <a:pt x="798" y="1334"/>
                  </a:lnTo>
                  <a:lnTo>
                    <a:pt x="1013" y="1334"/>
                  </a:lnTo>
                  <a:lnTo>
                    <a:pt x="1013" y="1739"/>
                  </a:lnTo>
                  <a:lnTo>
                    <a:pt x="739" y="1739"/>
                  </a:lnTo>
                  <a:cubicBezTo>
                    <a:pt x="691" y="1739"/>
                    <a:pt x="655" y="1763"/>
                    <a:pt x="608" y="1799"/>
                  </a:cubicBezTo>
                  <a:lnTo>
                    <a:pt x="60" y="2370"/>
                  </a:lnTo>
                  <a:cubicBezTo>
                    <a:pt x="1" y="2442"/>
                    <a:pt x="1" y="2549"/>
                    <a:pt x="60" y="2608"/>
                  </a:cubicBezTo>
                  <a:cubicBezTo>
                    <a:pt x="84" y="2632"/>
                    <a:pt x="131" y="2656"/>
                    <a:pt x="179" y="2656"/>
                  </a:cubicBezTo>
                  <a:cubicBezTo>
                    <a:pt x="215" y="2656"/>
                    <a:pt x="262" y="2632"/>
                    <a:pt x="298" y="2596"/>
                  </a:cubicBezTo>
                  <a:lnTo>
                    <a:pt x="786" y="2072"/>
                  </a:lnTo>
                  <a:lnTo>
                    <a:pt x="989" y="2072"/>
                  </a:lnTo>
                  <a:lnTo>
                    <a:pt x="989" y="2192"/>
                  </a:lnTo>
                  <a:cubicBezTo>
                    <a:pt x="989" y="2275"/>
                    <a:pt x="1013" y="2382"/>
                    <a:pt x="1024" y="2477"/>
                  </a:cubicBezTo>
                  <a:lnTo>
                    <a:pt x="846" y="2477"/>
                  </a:lnTo>
                  <a:cubicBezTo>
                    <a:pt x="798" y="2477"/>
                    <a:pt x="763" y="2489"/>
                    <a:pt x="727" y="2525"/>
                  </a:cubicBezTo>
                  <a:lnTo>
                    <a:pt x="179" y="3096"/>
                  </a:lnTo>
                  <a:cubicBezTo>
                    <a:pt x="120" y="3168"/>
                    <a:pt x="120" y="3275"/>
                    <a:pt x="179" y="3335"/>
                  </a:cubicBezTo>
                  <a:cubicBezTo>
                    <a:pt x="203" y="3370"/>
                    <a:pt x="251" y="3382"/>
                    <a:pt x="298" y="3382"/>
                  </a:cubicBezTo>
                  <a:cubicBezTo>
                    <a:pt x="334" y="3382"/>
                    <a:pt x="382" y="3370"/>
                    <a:pt x="417" y="3323"/>
                  </a:cubicBezTo>
                  <a:lnTo>
                    <a:pt x="905" y="2799"/>
                  </a:lnTo>
                  <a:lnTo>
                    <a:pt x="1274" y="2799"/>
                  </a:lnTo>
                  <a:cubicBezTo>
                    <a:pt x="1501" y="3168"/>
                    <a:pt x="1906" y="3430"/>
                    <a:pt x="2346" y="3430"/>
                  </a:cubicBezTo>
                  <a:cubicBezTo>
                    <a:pt x="2810" y="3430"/>
                    <a:pt x="3215" y="3168"/>
                    <a:pt x="3418" y="2799"/>
                  </a:cubicBezTo>
                  <a:lnTo>
                    <a:pt x="3775" y="2799"/>
                  </a:lnTo>
                  <a:lnTo>
                    <a:pt x="4275" y="3323"/>
                  </a:lnTo>
                  <a:cubicBezTo>
                    <a:pt x="4299" y="3346"/>
                    <a:pt x="4346" y="3382"/>
                    <a:pt x="4382" y="3382"/>
                  </a:cubicBezTo>
                  <a:cubicBezTo>
                    <a:pt x="4430" y="3382"/>
                    <a:pt x="4477" y="3370"/>
                    <a:pt x="4501" y="3335"/>
                  </a:cubicBezTo>
                  <a:cubicBezTo>
                    <a:pt x="4584" y="3275"/>
                    <a:pt x="4584" y="3156"/>
                    <a:pt x="4501" y="3096"/>
                  </a:cubicBezTo>
                  <a:lnTo>
                    <a:pt x="3953" y="2525"/>
                  </a:lnTo>
                  <a:cubicBezTo>
                    <a:pt x="3930" y="2501"/>
                    <a:pt x="3882" y="2477"/>
                    <a:pt x="3834" y="2477"/>
                  </a:cubicBezTo>
                  <a:lnTo>
                    <a:pt x="3537" y="2477"/>
                  </a:lnTo>
                  <a:cubicBezTo>
                    <a:pt x="3549" y="2382"/>
                    <a:pt x="3572" y="2299"/>
                    <a:pt x="3572" y="2192"/>
                  </a:cubicBezTo>
                  <a:lnTo>
                    <a:pt x="3572" y="2072"/>
                  </a:lnTo>
                  <a:lnTo>
                    <a:pt x="3763" y="2072"/>
                  </a:lnTo>
                  <a:lnTo>
                    <a:pt x="4251" y="2596"/>
                  </a:lnTo>
                  <a:cubicBezTo>
                    <a:pt x="4287" y="2620"/>
                    <a:pt x="4322" y="2656"/>
                    <a:pt x="4370" y="2656"/>
                  </a:cubicBezTo>
                  <a:cubicBezTo>
                    <a:pt x="4418" y="2656"/>
                    <a:pt x="4465" y="2632"/>
                    <a:pt x="4489" y="2608"/>
                  </a:cubicBezTo>
                  <a:cubicBezTo>
                    <a:pt x="4561" y="2549"/>
                    <a:pt x="4561" y="2430"/>
                    <a:pt x="4489" y="2370"/>
                  </a:cubicBezTo>
                  <a:lnTo>
                    <a:pt x="3941" y="1799"/>
                  </a:lnTo>
                  <a:cubicBezTo>
                    <a:pt x="3906" y="1775"/>
                    <a:pt x="3870" y="1739"/>
                    <a:pt x="3822" y="1739"/>
                  </a:cubicBezTo>
                  <a:lnTo>
                    <a:pt x="3549" y="1739"/>
                  </a:lnTo>
                  <a:lnTo>
                    <a:pt x="3549" y="1334"/>
                  </a:lnTo>
                  <a:lnTo>
                    <a:pt x="3751" y="1334"/>
                  </a:lnTo>
                  <a:lnTo>
                    <a:pt x="4239" y="1858"/>
                  </a:lnTo>
                  <a:cubicBezTo>
                    <a:pt x="4263" y="1894"/>
                    <a:pt x="4311" y="1918"/>
                    <a:pt x="4358" y="1918"/>
                  </a:cubicBezTo>
                  <a:cubicBezTo>
                    <a:pt x="4406" y="1918"/>
                    <a:pt x="4442" y="1906"/>
                    <a:pt x="4477" y="1870"/>
                  </a:cubicBezTo>
                  <a:cubicBezTo>
                    <a:pt x="4549" y="1811"/>
                    <a:pt x="4549" y="1691"/>
                    <a:pt x="4477" y="1632"/>
                  </a:cubicBezTo>
                  <a:lnTo>
                    <a:pt x="3930" y="1072"/>
                  </a:lnTo>
                  <a:cubicBezTo>
                    <a:pt x="3894" y="1037"/>
                    <a:pt x="3846" y="1013"/>
                    <a:pt x="3787" y="1013"/>
                  </a:cubicBezTo>
                  <a:lnTo>
                    <a:pt x="3477" y="1013"/>
                  </a:lnTo>
                  <a:cubicBezTo>
                    <a:pt x="3406" y="846"/>
                    <a:pt x="3251" y="715"/>
                    <a:pt x="3072" y="668"/>
                  </a:cubicBezTo>
                  <a:cubicBezTo>
                    <a:pt x="3001" y="287"/>
                    <a:pt x="2679" y="1"/>
                    <a:pt x="2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8" name="Google Shape;13078;p68"/>
            <p:cNvSpPr/>
            <p:nvPr/>
          </p:nvSpPr>
          <p:spPr>
            <a:xfrm>
              <a:off x="4794918" y="2446590"/>
              <a:ext cx="96286" cy="53856"/>
            </a:xfrm>
            <a:custGeom>
              <a:avLst/>
              <a:gdLst/>
              <a:ahLst/>
              <a:cxnLst/>
              <a:rect l="l" t="t" r="r" b="b"/>
              <a:pathLst>
                <a:path w="3025" h="1692" extrusionOk="0">
                  <a:moveTo>
                    <a:pt x="1525" y="1"/>
                  </a:moveTo>
                  <a:cubicBezTo>
                    <a:pt x="691" y="1"/>
                    <a:pt x="25" y="680"/>
                    <a:pt x="25" y="1513"/>
                  </a:cubicBezTo>
                  <a:cubicBezTo>
                    <a:pt x="1" y="1596"/>
                    <a:pt x="84" y="1692"/>
                    <a:pt x="167" y="1692"/>
                  </a:cubicBezTo>
                  <a:cubicBezTo>
                    <a:pt x="263" y="1692"/>
                    <a:pt x="346" y="1608"/>
                    <a:pt x="346" y="1513"/>
                  </a:cubicBezTo>
                  <a:cubicBezTo>
                    <a:pt x="346" y="870"/>
                    <a:pt x="870" y="346"/>
                    <a:pt x="1513" y="346"/>
                  </a:cubicBezTo>
                  <a:cubicBezTo>
                    <a:pt x="2144" y="346"/>
                    <a:pt x="2668" y="870"/>
                    <a:pt x="2668" y="1513"/>
                  </a:cubicBezTo>
                  <a:cubicBezTo>
                    <a:pt x="2668" y="1596"/>
                    <a:pt x="2739" y="1692"/>
                    <a:pt x="2846" y="1692"/>
                  </a:cubicBezTo>
                  <a:cubicBezTo>
                    <a:pt x="2954" y="1692"/>
                    <a:pt x="3025" y="1608"/>
                    <a:pt x="3025" y="1513"/>
                  </a:cubicBezTo>
                  <a:cubicBezTo>
                    <a:pt x="3025" y="680"/>
                    <a:pt x="2358"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68"/>
            <p:cNvSpPr/>
            <p:nvPr/>
          </p:nvSpPr>
          <p:spPr>
            <a:xfrm>
              <a:off x="4816530" y="2465179"/>
              <a:ext cx="53856" cy="32244"/>
            </a:xfrm>
            <a:custGeom>
              <a:avLst/>
              <a:gdLst/>
              <a:ahLst/>
              <a:cxnLst/>
              <a:rect l="l" t="t" r="r" b="b"/>
              <a:pathLst>
                <a:path w="1692" h="1013" extrusionOk="0">
                  <a:moveTo>
                    <a:pt x="834" y="0"/>
                  </a:moveTo>
                  <a:cubicBezTo>
                    <a:pt x="370" y="0"/>
                    <a:pt x="0" y="369"/>
                    <a:pt x="0" y="834"/>
                  </a:cubicBezTo>
                  <a:cubicBezTo>
                    <a:pt x="0" y="929"/>
                    <a:pt x="72" y="1012"/>
                    <a:pt x="179" y="1012"/>
                  </a:cubicBezTo>
                  <a:cubicBezTo>
                    <a:pt x="274" y="1012"/>
                    <a:pt x="358" y="941"/>
                    <a:pt x="358" y="834"/>
                  </a:cubicBezTo>
                  <a:cubicBezTo>
                    <a:pt x="358" y="572"/>
                    <a:pt x="572" y="346"/>
                    <a:pt x="846" y="346"/>
                  </a:cubicBezTo>
                  <a:cubicBezTo>
                    <a:pt x="1108" y="346"/>
                    <a:pt x="1334" y="572"/>
                    <a:pt x="1334" y="834"/>
                  </a:cubicBezTo>
                  <a:cubicBezTo>
                    <a:pt x="1334" y="929"/>
                    <a:pt x="1405" y="1012"/>
                    <a:pt x="1513" y="1012"/>
                  </a:cubicBezTo>
                  <a:cubicBezTo>
                    <a:pt x="1620" y="1012"/>
                    <a:pt x="1691" y="941"/>
                    <a:pt x="1691"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68"/>
            <p:cNvSpPr/>
            <p:nvPr/>
          </p:nvSpPr>
          <p:spPr>
            <a:xfrm>
              <a:off x="4653179" y="2522409"/>
              <a:ext cx="377886" cy="255436"/>
            </a:xfrm>
            <a:custGeom>
              <a:avLst/>
              <a:gdLst/>
              <a:ahLst/>
              <a:cxnLst/>
              <a:rect l="l" t="t" r="r" b="b"/>
              <a:pathLst>
                <a:path w="11872" h="8025" extrusionOk="0">
                  <a:moveTo>
                    <a:pt x="11526" y="6822"/>
                  </a:moveTo>
                  <a:lnTo>
                    <a:pt x="11526" y="7025"/>
                  </a:lnTo>
                  <a:cubicBezTo>
                    <a:pt x="11526" y="7382"/>
                    <a:pt x="11228" y="7680"/>
                    <a:pt x="10871" y="7680"/>
                  </a:cubicBezTo>
                  <a:lnTo>
                    <a:pt x="1025" y="7680"/>
                  </a:lnTo>
                  <a:cubicBezTo>
                    <a:pt x="668" y="7680"/>
                    <a:pt x="370" y="7382"/>
                    <a:pt x="370" y="7025"/>
                  </a:cubicBezTo>
                  <a:lnTo>
                    <a:pt x="370" y="6822"/>
                  </a:lnTo>
                  <a:lnTo>
                    <a:pt x="4537" y="6822"/>
                  </a:lnTo>
                  <a:lnTo>
                    <a:pt x="4728" y="6953"/>
                  </a:lnTo>
                  <a:cubicBezTo>
                    <a:pt x="4751" y="6965"/>
                    <a:pt x="4787" y="6989"/>
                    <a:pt x="4835" y="6989"/>
                  </a:cubicBezTo>
                  <a:lnTo>
                    <a:pt x="7073" y="6989"/>
                  </a:lnTo>
                  <a:cubicBezTo>
                    <a:pt x="7109" y="6989"/>
                    <a:pt x="7156" y="6965"/>
                    <a:pt x="7180" y="6953"/>
                  </a:cubicBezTo>
                  <a:lnTo>
                    <a:pt x="7371" y="6822"/>
                  </a:lnTo>
                  <a:close/>
                  <a:moveTo>
                    <a:pt x="1537" y="0"/>
                  </a:moveTo>
                  <a:cubicBezTo>
                    <a:pt x="977" y="0"/>
                    <a:pt x="513" y="465"/>
                    <a:pt x="513" y="1036"/>
                  </a:cubicBezTo>
                  <a:lnTo>
                    <a:pt x="513" y="6477"/>
                  </a:lnTo>
                  <a:lnTo>
                    <a:pt x="179" y="6477"/>
                  </a:lnTo>
                  <a:cubicBezTo>
                    <a:pt x="96" y="6477"/>
                    <a:pt x="1" y="6549"/>
                    <a:pt x="1" y="6656"/>
                  </a:cubicBezTo>
                  <a:lnTo>
                    <a:pt x="1" y="7025"/>
                  </a:lnTo>
                  <a:cubicBezTo>
                    <a:pt x="1" y="7584"/>
                    <a:pt x="453" y="8025"/>
                    <a:pt x="1001" y="8025"/>
                  </a:cubicBezTo>
                  <a:lnTo>
                    <a:pt x="10859" y="8025"/>
                  </a:lnTo>
                  <a:cubicBezTo>
                    <a:pt x="11407" y="8025"/>
                    <a:pt x="11848" y="7584"/>
                    <a:pt x="11848" y="7025"/>
                  </a:cubicBezTo>
                  <a:lnTo>
                    <a:pt x="11848" y="6656"/>
                  </a:lnTo>
                  <a:cubicBezTo>
                    <a:pt x="11871" y="6549"/>
                    <a:pt x="11800" y="6477"/>
                    <a:pt x="11705" y="6477"/>
                  </a:cubicBezTo>
                  <a:lnTo>
                    <a:pt x="11371" y="6477"/>
                  </a:lnTo>
                  <a:lnTo>
                    <a:pt x="11371" y="1036"/>
                  </a:lnTo>
                  <a:cubicBezTo>
                    <a:pt x="11371" y="465"/>
                    <a:pt x="10919" y="0"/>
                    <a:pt x="10347" y="0"/>
                  </a:cubicBezTo>
                  <a:lnTo>
                    <a:pt x="9609" y="0"/>
                  </a:lnTo>
                  <a:cubicBezTo>
                    <a:pt x="9514" y="0"/>
                    <a:pt x="9431" y="84"/>
                    <a:pt x="9431" y="179"/>
                  </a:cubicBezTo>
                  <a:cubicBezTo>
                    <a:pt x="9431" y="274"/>
                    <a:pt x="9502" y="357"/>
                    <a:pt x="9609" y="357"/>
                  </a:cubicBezTo>
                  <a:lnTo>
                    <a:pt x="10347" y="357"/>
                  </a:lnTo>
                  <a:cubicBezTo>
                    <a:pt x="10716" y="357"/>
                    <a:pt x="11038" y="679"/>
                    <a:pt x="11038" y="1048"/>
                  </a:cubicBezTo>
                  <a:lnTo>
                    <a:pt x="11038" y="6489"/>
                  </a:lnTo>
                  <a:lnTo>
                    <a:pt x="10645" y="6489"/>
                  </a:lnTo>
                  <a:lnTo>
                    <a:pt x="10645" y="1048"/>
                  </a:lnTo>
                  <a:cubicBezTo>
                    <a:pt x="10645" y="881"/>
                    <a:pt x="10514" y="750"/>
                    <a:pt x="10347" y="750"/>
                  </a:cubicBezTo>
                  <a:lnTo>
                    <a:pt x="1572" y="750"/>
                  </a:lnTo>
                  <a:cubicBezTo>
                    <a:pt x="1406" y="750"/>
                    <a:pt x="1275" y="881"/>
                    <a:pt x="1275" y="1048"/>
                  </a:cubicBezTo>
                  <a:lnTo>
                    <a:pt x="1275" y="3298"/>
                  </a:lnTo>
                  <a:cubicBezTo>
                    <a:pt x="1275" y="3382"/>
                    <a:pt x="1346" y="3477"/>
                    <a:pt x="1453" y="3477"/>
                  </a:cubicBezTo>
                  <a:cubicBezTo>
                    <a:pt x="1537" y="3477"/>
                    <a:pt x="1632" y="3393"/>
                    <a:pt x="1632" y="3298"/>
                  </a:cubicBezTo>
                  <a:lnTo>
                    <a:pt x="1632" y="1096"/>
                  </a:lnTo>
                  <a:lnTo>
                    <a:pt x="10300" y="1096"/>
                  </a:lnTo>
                  <a:lnTo>
                    <a:pt x="10300" y="6489"/>
                  </a:lnTo>
                  <a:lnTo>
                    <a:pt x="7323" y="6489"/>
                  </a:lnTo>
                  <a:cubicBezTo>
                    <a:pt x="7299" y="6489"/>
                    <a:pt x="7252" y="6513"/>
                    <a:pt x="7228" y="6525"/>
                  </a:cubicBezTo>
                  <a:lnTo>
                    <a:pt x="7026" y="6656"/>
                  </a:lnTo>
                  <a:lnTo>
                    <a:pt x="4882" y="6656"/>
                  </a:lnTo>
                  <a:lnTo>
                    <a:pt x="4692" y="6525"/>
                  </a:lnTo>
                  <a:cubicBezTo>
                    <a:pt x="4668" y="6513"/>
                    <a:pt x="4632" y="6489"/>
                    <a:pt x="4585" y="6489"/>
                  </a:cubicBezTo>
                  <a:lnTo>
                    <a:pt x="1596" y="6489"/>
                  </a:lnTo>
                  <a:lnTo>
                    <a:pt x="1596" y="4155"/>
                  </a:lnTo>
                  <a:cubicBezTo>
                    <a:pt x="1596" y="4072"/>
                    <a:pt x="1525" y="3977"/>
                    <a:pt x="1418" y="3977"/>
                  </a:cubicBezTo>
                  <a:cubicBezTo>
                    <a:pt x="1311" y="3977"/>
                    <a:pt x="1239" y="4048"/>
                    <a:pt x="1239" y="4155"/>
                  </a:cubicBezTo>
                  <a:lnTo>
                    <a:pt x="1239" y="6489"/>
                  </a:lnTo>
                  <a:lnTo>
                    <a:pt x="858" y="6489"/>
                  </a:lnTo>
                  <a:lnTo>
                    <a:pt x="858" y="1048"/>
                  </a:lnTo>
                  <a:cubicBezTo>
                    <a:pt x="858" y="679"/>
                    <a:pt x="1168" y="357"/>
                    <a:pt x="1537" y="357"/>
                  </a:cubicBezTo>
                  <a:lnTo>
                    <a:pt x="8871" y="357"/>
                  </a:lnTo>
                  <a:cubicBezTo>
                    <a:pt x="8966" y="357"/>
                    <a:pt x="9050" y="286"/>
                    <a:pt x="9050" y="179"/>
                  </a:cubicBezTo>
                  <a:cubicBezTo>
                    <a:pt x="9050" y="95"/>
                    <a:pt x="8978" y="0"/>
                    <a:pt x="8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1" name="Google Shape;13081;p68"/>
          <p:cNvGrpSpPr/>
          <p:nvPr/>
        </p:nvGrpSpPr>
        <p:grpSpPr>
          <a:xfrm>
            <a:off x="5184517" y="2535681"/>
            <a:ext cx="252062" cy="305122"/>
            <a:chOff x="5184517" y="2459481"/>
            <a:chExt cx="252062" cy="305122"/>
          </a:xfrm>
        </p:grpSpPr>
        <p:sp>
          <p:nvSpPr>
            <p:cNvPr id="13082" name="Google Shape;13082;p68"/>
            <p:cNvSpPr/>
            <p:nvPr/>
          </p:nvSpPr>
          <p:spPr>
            <a:xfrm>
              <a:off x="5383486" y="2674747"/>
              <a:ext cx="13273" cy="13305"/>
            </a:xfrm>
            <a:custGeom>
              <a:avLst/>
              <a:gdLst/>
              <a:ahLst/>
              <a:cxnLst/>
              <a:rect l="l" t="t" r="r" b="b"/>
              <a:pathLst>
                <a:path w="417" h="418" extrusionOk="0">
                  <a:moveTo>
                    <a:pt x="203" y="0"/>
                  </a:moveTo>
                  <a:cubicBezTo>
                    <a:pt x="107" y="0"/>
                    <a:pt x="0" y="84"/>
                    <a:pt x="0" y="203"/>
                  </a:cubicBezTo>
                  <a:cubicBezTo>
                    <a:pt x="0" y="322"/>
                    <a:pt x="84" y="417"/>
                    <a:pt x="203" y="417"/>
                  </a:cubicBezTo>
                  <a:cubicBezTo>
                    <a:pt x="322" y="417"/>
                    <a:pt x="417" y="322"/>
                    <a:pt x="417" y="203"/>
                  </a:cubicBezTo>
                  <a:cubicBezTo>
                    <a:pt x="417" y="84"/>
                    <a:pt x="322"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68"/>
            <p:cNvSpPr/>
            <p:nvPr/>
          </p:nvSpPr>
          <p:spPr>
            <a:xfrm>
              <a:off x="5350128" y="2724402"/>
              <a:ext cx="11395" cy="11395"/>
            </a:xfrm>
            <a:custGeom>
              <a:avLst/>
              <a:gdLst/>
              <a:ahLst/>
              <a:cxnLst/>
              <a:rect l="l" t="t" r="r" b="b"/>
              <a:pathLst>
                <a:path w="358" h="358" extrusionOk="0">
                  <a:moveTo>
                    <a:pt x="179" y="0"/>
                  </a:moveTo>
                  <a:cubicBezTo>
                    <a:pt x="96" y="0"/>
                    <a:pt x="0" y="84"/>
                    <a:pt x="0" y="179"/>
                  </a:cubicBezTo>
                  <a:cubicBezTo>
                    <a:pt x="0" y="262"/>
                    <a:pt x="96" y="357"/>
                    <a:pt x="179" y="357"/>
                  </a:cubicBezTo>
                  <a:cubicBezTo>
                    <a:pt x="274" y="357"/>
                    <a:pt x="358" y="286"/>
                    <a:pt x="358" y="179"/>
                  </a:cubicBezTo>
                  <a:cubicBezTo>
                    <a:pt x="358"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4" name="Google Shape;13084;p68"/>
            <p:cNvSpPr/>
            <p:nvPr/>
          </p:nvSpPr>
          <p:spPr>
            <a:xfrm>
              <a:off x="5254638" y="2666376"/>
              <a:ext cx="11395" cy="11427"/>
            </a:xfrm>
            <a:custGeom>
              <a:avLst/>
              <a:gdLst/>
              <a:ahLst/>
              <a:cxnLst/>
              <a:rect l="l" t="t" r="r" b="b"/>
              <a:pathLst>
                <a:path w="358" h="359" extrusionOk="0">
                  <a:moveTo>
                    <a:pt x="193" y="1"/>
                  </a:moveTo>
                  <a:cubicBezTo>
                    <a:pt x="188" y="1"/>
                    <a:pt x="183" y="1"/>
                    <a:pt x="179" y="2"/>
                  </a:cubicBezTo>
                  <a:cubicBezTo>
                    <a:pt x="83" y="2"/>
                    <a:pt x="0" y="97"/>
                    <a:pt x="0" y="180"/>
                  </a:cubicBezTo>
                  <a:cubicBezTo>
                    <a:pt x="0" y="275"/>
                    <a:pt x="71" y="359"/>
                    <a:pt x="179" y="359"/>
                  </a:cubicBezTo>
                  <a:cubicBezTo>
                    <a:pt x="262" y="359"/>
                    <a:pt x="357" y="287"/>
                    <a:pt x="357" y="180"/>
                  </a:cubicBezTo>
                  <a:cubicBezTo>
                    <a:pt x="357" y="90"/>
                    <a:pt x="273"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5" name="Google Shape;13085;p68"/>
            <p:cNvSpPr/>
            <p:nvPr/>
          </p:nvSpPr>
          <p:spPr>
            <a:xfrm>
              <a:off x="5273959" y="2724402"/>
              <a:ext cx="11395" cy="11395"/>
            </a:xfrm>
            <a:custGeom>
              <a:avLst/>
              <a:gdLst/>
              <a:ahLst/>
              <a:cxnLst/>
              <a:rect l="l" t="t" r="r" b="b"/>
              <a:pathLst>
                <a:path w="358" h="358" extrusionOk="0">
                  <a:moveTo>
                    <a:pt x="179" y="0"/>
                  </a:moveTo>
                  <a:cubicBezTo>
                    <a:pt x="84" y="0"/>
                    <a:pt x="0" y="84"/>
                    <a:pt x="0" y="179"/>
                  </a:cubicBezTo>
                  <a:cubicBezTo>
                    <a:pt x="0" y="262"/>
                    <a:pt x="84" y="357"/>
                    <a:pt x="179" y="357"/>
                  </a:cubicBezTo>
                  <a:cubicBezTo>
                    <a:pt x="274" y="357"/>
                    <a:pt x="357" y="286"/>
                    <a:pt x="357" y="179"/>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68"/>
            <p:cNvSpPr/>
            <p:nvPr/>
          </p:nvSpPr>
          <p:spPr>
            <a:xfrm>
              <a:off x="5308049" y="2678917"/>
              <a:ext cx="14451" cy="14037"/>
            </a:xfrm>
            <a:custGeom>
              <a:avLst/>
              <a:gdLst/>
              <a:ahLst/>
              <a:cxnLst/>
              <a:rect l="l" t="t" r="r" b="b"/>
              <a:pathLst>
                <a:path w="454" h="441" extrusionOk="0">
                  <a:moveTo>
                    <a:pt x="227" y="0"/>
                  </a:moveTo>
                  <a:cubicBezTo>
                    <a:pt x="108" y="0"/>
                    <a:pt x="1" y="108"/>
                    <a:pt x="1" y="227"/>
                  </a:cubicBezTo>
                  <a:cubicBezTo>
                    <a:pt x="1" y="346"/>
                    <a:pt x="108" y="441"/>
                    <a:pt x="227" y="441"/>
                  </a:cubicBezTo>
                  <a:cubicBezTo>
                    <a:pt x="346" y="441"/>
                    <a:pt x="453" y="346"/>
                    <a:pt x="453" y="227"/>
                  </a:cubicBezTo>
                  <a:cubicBezTo>
                    <a:pt x="453" y="84"/>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68"/>
            <p:cNvSpPr/>
            <p:nvPr/>
          </p:nvSpPr>
          <p:spPr>
            <a:xfrm>
              <a:off x="5184517" y="2459481"/>
              <a:ext cx="252062" cy="305122"/>
            </a:xfrm>
            <a:custGeom>
              <a:avLst/>
              <a:gdLst/>
              <a:ahLst/>
              <a:cxnLst/>
              <a:rect l="l" t="t" r="r" b="b"/>
              <a:pathLst>
                <a:path w="7919" h="9586" extrusionOk="0">
                  <a:moveTo>
                    <a:pt x="2597" y="5657"/>
                  </a:moveTo>
                  <a:cubicBezTo>
                    <a:pt x="3126" y="5657"/>
                    <a:pt x="3630" y="5793"/>
                    <a:pt x="4096" y="6061"/>
                  </a:cubicBezTo>
                  <a:cubicBezTo>
                    <a:pt x="4607" y="6347"/>
                    <a:pt x="5099" y="6442"/>
                    <a:pt x="5531" y="6442"/>
                  </a:cubicBezTo>
                  <a:cubicBezTo>
                    <a:pt x="5853" y="6442"/>
                    <a:pt x="6143" y="6389"/>
                    <a:pt x="6382" y="6323"/>
                  </a:cubicBezTo>
                  <a:cubicBezTo>
                    <a:pt x="6751" y="6228"/>
                    <a:pt x="7037" y="6061"/>
                    <a:pt x="7204" y="5954"/>
                  </a:cubicBezTo>
                  <a:lnTo>
                    <a:pt x="7204" y="5954"/>
                  </a:lnTo>
                  <a:cubicBezTo>
                    <a:pt x="7525" y="7037"/>
                    <a:pt x="7263" y="8204"/>
                    <a:pt x="6442" y="9038"/>
                  </a:cubicBezTo>
                  <a:cubicBezTo>
                    <a:pt x="6275" y="9204"/>
                    <a:pt x="6037" y="9299"/>
                    <a:pt x="5799" y="9299"/>
                  </a:cubicBezTo>
                  <a:lnTo>
                    <a:pt x="2560" y="9299"/>
                  </a:lnTo>
                  <a:cubicBezTo>
                    <a:pt x="2322" y="9299"/>
                    <a:pt x="2084" y="9204"/>
                    <a:pt x="1917" y="9038"/>
                  </a:cubicBezTo>
                  <a:cubicBezTo>
                    <a:pt x="1179" y="8276"/>
                    <a:pt x="834" y="7180"/>
                    <a:pt x="1120" y="6025"/>
                  </a:cubicBezTo>
                  <a:cubicBezTo>
                    <a:pt x="1239" y="5966"/>
                    <a:pt x="1560" y="5811"/>
                    <a:pt x="1989" y="5716"/>
                  </a:cubicBezTo>
                  <a:cubicBezTo>
                    <a:pt x="2195" y="5677"/>
                    <a:pt x="2398" y="5657"/>
                    <a:pt x="2597" y="5657"/>
                  </a:cubicBezTo>
                  <a:close/>
                  <a:moveTo>
                    <a:pt x="2834" y="1"/>
                  </a:moveTo>
                  <a:cubicBezTo>
                    <a:pt x="2632" y="1"/>
                    <a:pt x="2465" y="167"/>
                    <a:pt x="2465" y="370"/>
                  </a:cubicBezTo>
                  <a:lnTo>
                    <a:pt x="2465" y="703"/>
                  </a:lnTo>
                  <a:cubicBezTo>
                    <a:pt x="2465" y="906"/>
                    <a:pt x="2632" y="1072"/>
                    <a:pt x="2834" y="1072"/>
                  </a:cubicBezTo>
                  <a:lnTo>
                    <a:pt x="3036" y="1072"/>
                  </a:lnTo>
                  <a:lnTo>
                    <a:pt x="3036" y="2239"/>
                  </a:lnTo>
                  <a:cubicBezTo>
                    <a:pt x="3036" y="2311"/>
                    <a:pt x="3096" y="2370"/>
                    <a:pt x="3167" y="2370"/>
                  </a:cubicBezTo>
                  <a:cubicBezTo>
                    <a:pt x="3239" y="2370"/>
                    <a:pt x="3298" y="2311"/>
                    <a:pt x="3298" y="2239"/>
                  </a:cubicBezTo>
                  <a:lnTo>
                    <a:pt x="3298" y="1072"/>
                  </a:lnTo>
                  <a:lnTo>
                    <a:pt x="4977" y="1072"/>
                  </a:lnTo>
                  <a:lnTo>
                    <a:pt x="4977" y="3406"/>
                  </a:lnTo>
                  <a:cubicBezTo>
                    <a:pt x="4977" y="3620"/>
                    <a:pt x="5096" y="3799"/>
                    <a:pt x="5311" y="3882"/>
                  </a:cubicBezTo>
                  <a:cubicBezTo>
                    <a:pt x="6144" y="4216"/>
                    <a:pt x="6763" y="4882"/>
                    <a:pt x="7097" y="5692"/>
                  </a:cubicBezTo>
                  <a:cubicBezTo>
                    <a:pt x="6966" y="5775"/>
                    <a:pt x="6668" y="5954"/>
                    <a:pt x="6275" y="6061"/>
                  </a:cubicBezTo>
                  <a:cubicBezTo>
                    <a:pt x="6015" y="6135"/>
                    <a:pt x="5758" y="6172"/>
                    <a:pt x="5506" y="6172"/>
                  </a:cubicBezTo>
                  <a:cubicBezTo>
                    <a:pt x="5064" y="6172"/>
                    <a:pt x="4636" y="6058"/>
                    <a:pt x="4227" y="5823"/>
                  </a:cubicBezTo>
                  <a:cubicBezTo>
                    <a:pt x="3710" y="5528"/>
                    <a:pt x="3145" y="5385"/>
                    <a:pt x="2580" y="5385"/>
                  </a:cubicBezTo>
                  <a:cubicBezTo>
                    <a:pt x="2117" y="5385"/>
                    <a:pt x="1654" y="5481"/>
                    <a:pt x="1215" y="5668"/>
                  </a:cubicBezTo>
                  <a:cubicBezTo>
                    <a:pt x="1524" y="4870"/>
                    <a:pt x="2155" y="4216"/>
                    <a:pt x="2989" y="3882"/>
                  </a:cubicBezTo>
                  <a:cubicBezTo>
                    <a:pt x="3179" y="3811"/>
                    <a:pt x="3322" y="3620"/>
                    <a:pt x="3322" y="3406"/>
                  </a:cubicBezTo>
                  <a:lnTo>
                    <a:pt x="3322" y="2930"/>
                  </a:lnTo>
                  <a:cubicBezTo>
                    <a:pt x="3322" y="2858"/>
                    <a:pt x="3263" y="2799"/>
                    <a:pt x="3179" y="2799"/>
                  </a:cubicBezTo>
                  <a:cubicBezTo>
                    <a:pt x="3108" y="2799"/>
                    <a:pt x="3048" y="2858"/>
                    <a:pt x="3048" y="2930"/>
                  </a:cubicBezTo>
                  <a:lnTo>
                    <a:pt x="3048" y="3406"/>
                  </a:lnTo>
                  <a:cubicBezTo>
                    <a:pt x="3048" y="3501"/>
                    <a:pt x="2989" y="3585"/>
                    <a:pt x="2894" y="3620"/>
                  </a:cubicBezTo>
                  <a:cubicBezTo>
                    <a:pt x="608" y="4525"/>
                    <a:pt x="0" y="7490"/>
                    <a:pt x="1703" y="9228"/>
                  </a:cubicBezTo>
                  <a:cubicBezTo>
                    <a:pt x="1929" y="9454"/>
                    <a:pt x="2227" y="9585"/>
                    <a:pt x="2560" y="9585"/>
                  </a:cubicBezTo>
                  <a:lnTo>
                    <a:pt x="5799" y="9585"/>
                  </a:lnTo>
                  <a:cubicBezTo>
                    <a:pt x="6108" y="9585"/>
                    <a:pt x="6430" y="9454"/>
                    <a:pt x="6656" y="9228"/>
                  </a:cubicBezTo>
                  <a:cubicBezTo>
                    <a:pt x="7870" y="7990"/>
                    <a:pt x="7918" y="6132"/>
                    <a:pt x="6989" y="4835"/>
                  </a:cubicBezTo>
                  <a:cubicBezTo>
                    <a:pt x="6608" y="4287"/>
                    <a:pt x="6073" y="3870"/>
                    <a:pt x="5442" y="3620"/>
                  </a:cubicBezTo>
                  <a:cubicBezTo>
                    <a:pt x="5358" y="3585"/>
                    <a:pt x="5299" y="3501"/>
                    <a:pt x="5299" y="3406"/>
                  </a:cubicBezTo>
                  <a:lnTo>
                    <a:pt x="5299" y="1072"/>
                  </a:lnTo>
                  <a:lnTo>
                    <a:pt x="5489" y="1072"/>
                  </a:lnTo>
                  <a:cubicBezTo>
                    <a:pt x="5692" y="1072"/>
                    <a:pt x="5858" y="906"/>
                    <a:pt x="5858" y="703"/>
                  </a:cubicBezTo>
                  <a:lnTo>
                    <a:pt x="5858" y="370"/>
                  </a:lnTo>
                  <a:cubicBezTo>
                    <a:pt x="5858" y="167"/>
                    <a:pt x="5692" y="1"/>
                    <a:pt x="5489" y="1"/>
                  </a:cubicBezTo>
                  <a:lnTo>
                    <a:pt x="4739" y="1"/>
                  </a:lnTo>
                  <a:cubicBezTo>
                    <a:pt x="4668" y="1"/>
                    <a:pt x="4608" y="60"/>
                    <a:pt x="4608" y="132"/>
                  </a:cubicBezTo>
                  <a:cubicBezTo>
                    <a:pt x="4608" y="215"/>
                    <a:pt x="4668" y="275"/>
                    <a:pt x="4739" y="275"/>
                  </a:cubicBezTo>
                  <a:lnTo>
                    <a:pt x="5489" y="275"/>
                  </a:lnTo>
                  <a:cubicBezTo>
                    <a:pt x="5537" y="275"/>
                    <a:pt x="5573" y="310"/>
                    <a:pt x="5573" y="358"/>
                  </a:cubicBezTo>
                  <a:lnTo>
                    <a:pt x="5573" y="691"/>
                  </a:lnTo>
                  <a:cubicBezTo>
                    <a:pt x="5573" y="727"/>
                    <a:pt x="5537" y="775"/>
                    <a:pt x="5489" y="775"/>
                  </a:cubicBezTo>
                  <a:lnTo>
                    <a:pt x="2834" y="775"/>
                  </a:lnTo>
                  <a:cubicBezTo>
                    <a:pt x="2798" y="775"/>
                    <a:pt x="2751" y="727"/>
                    <a:pt x="2751" y="691"/>
                  </a:cubicBezTo>
                  <a:lnTo>
                    <a:pt x="2751" y="358"/>
                  </a:lnTo>
                  <a:cubicBezTo>
                    <a:pt x="2751" y="310"/>
                    <a:pt x="2798" y="275"/>
                    <a:pt x="2834" y="275"/>
                  </a:cubicBezTo>
                  <a:lnTo>
                    <a:pt x="4060" y="275"/>
                  </a:lnTo>
                  <a:cubicBezTo>
                    <a:pt x="4132" y="275"/>
                    <a:pt x="4191" y="215"/>
                    <a:pt x="4191" y="132"/>
                  </a:cubicBezTo>
                  <a:cubicBezTo>
                    <a:pt x="4191" y="60"/>
                    <a:pt x="4132"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88" name="Google Shape;13088;p68"/>
          <p:cNvSpPr/>
          <p:nvPr/>
        </p:nvSpPr>
        <p:spPr>
          <a:xfrm>
            <a:off x="1801020" y="2046804"/>
            <a:ext cx="354363" cy="354395"/>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89" name="Google Shape;13089;p68"/>
          <p:cNvGrpSpPr/>
          <p:nvPr/>
        </p:nvGrpSpPr>
        <p:grpSpPr>
          <a:xfrm>
            <a:off x="6155459" y="2045308"/>
            <a:ext cx="249770" cy="363849"/>
            <a:chOff x="6155459" y="1969108"/>
            <a:chExt cx="249770" cy="363849"/>
          </a:xfrm>
        </p:grpSpPr>
        <p:sp>
          <p:nvSpPr>
            <p:cNvPr id="13090" name="Google Shape;13090;p68"/>
            <p:cNvSpPr/>
            <p:nvPr/>
          </p:nvSpPr>
          <p:spPr>
            <a:xfrm>
              <a:off x="6195628" y="1969108"/>
              <a:ext cx="169813" cy="227012"/>
            </a:xfrm>
            <a:custGeom>
              <a:avLst/>
              <a:gdLst/>
              <a:ahLst/>
              <a:cxnLst/>
              <a:rect l="l" t="t" r="r" b="b"/>
              <a:pathLst>
                <a:path w="5335" h="7132" extrusionOk="0">
                  <a:moveTo>
                    <a:pt x="4120" y="333"/>
                  </a:moveTo>
                  <a:lnTo>
                    <a:pt x="4120" y="1750"/>
                  </a:lnTo>
                  <a:cubicBezTo>
                    <a:pt x="4120" y="1869"/>
                    <a:pt x="4084" y="1965"/>
                    <a:pt x="4036" y="2072"/>
                  </a:cubicBezTo>
                  <a:lnTo>
                    <a:pt x="3953" y="2238"/>
                  </a:lnTo>
                  <a:cubicBezTo>
                    <a:pt x="3941" y="2262"/>
                    <a:pt x="3941" y="2286"/>
                    <a:pt x="3941" y="2310"/>
                  </a:cubicBezTo>
                  <a:lnTo>
                    <a:pt x="3941" y="2667"/>
                  </a:lnTo>
                  <a:cubicBezTo>
                    <a:pt x="3941" y="3024"/>
                    <a:pt x="3786" y="3358"/>
                    <a:pt x="3536" y="3584"/>
                  </a:cubicBezTo>
                  <a:cubicBezTo>
                    <a:pt x="3292" y="3807"/>
                    <a:pt x="3011" y="3935"/>
                    <a:pt x="2699" y="3935"/>
                  </a:cubicBezTo>
                  <a:cubicBezTo>
                    <a:pt x="2661" y="3935"/>
                    <a:pt x="2623" y="3933"/>
                    <a:pt x="2584" y="3929"/>
                  </a:cubicBezTo>
                  <a:cubicBezTo>
                    <a:pt x="1917" y="3893"/>
                    <a:pt x="1405" y="3310"/>
                    <a:pt x="1405" y="2619"/>
                  </a:cubicBezTo>
                  <a:lnTo>
                    <a:pt x="1405" y="2310"/>
                  </a:lnTo>
                  <a:cubicBezTo>
                    <a:pt x="1405" y="2286"/>
                    <a:pt x="1405" y="2262"/>
                    <a:pt x="1393" y="2238"/>
                  </a:cubicBezTo>
                  <a:lnTo>
                    <a:pt x="1298" y="2072"/>
                  </a:lnTo>
                  <a:cubicBezTo>
                    <a:pt x="1262" y="1965"/>
                    <a:pt x="1227" y="1869"/>
                    <a:pt x="1227" y="1750"/>
                  </a:cubicBezTo>
                  <a:lnTo>
                    <a:pt x="1227" y="1238"/>
                  </a:lnTo>
                  <a:cubicBezTo>
                    <a:pt x="1227" y="738"/>
                    <a:pt x="1631" y="333"/>
                    <a:pt x="2131" y="333"/>
                  </a:cubicBezTo>
                  <a:close/>
                  <a:moveTo>
                    <a:pt x="3227" y="4155"/>
                  </a:moveTo>
                  <a:lnTo>
                    <a:pt x="3227" y="4346"/>
                  </a:lnTo>
                  <a:cubicBezTo>
                    <a:pt x="3227" y="4405"/>
                    <a:pt x="3239" y="4465"/>
                    <a:pt x="3251" y="4513"/>
                  </a:cubicBezTo>
                  <a:lnTo>
                    <a:pt x="2667" y="4965"/>
                  </a:lnTo>
                  <a:lnTo>
                    <a:pt x="2096" y="4524"/>
                  </a:lnTo>
                  <a:cubicBezTo>
                    <a:pt x="2108" y="4489"/>
                    <a:pt x="2120" y="4429"/>
                    <a:pt x="2120" y="4370"/>
                  </a:cubicBezTo>
                  <a:lnTo>
                    <a:pt x="2120" y="4155"/>
                  </a:lnTo>
                  <a:cubicBezTo>
                    <a:pt x="2251" y="4215"/>
                    <a:pt x="2405" y="4251"/>
                    <a:pt x="2572" y="4251"/>
                  </a:cubicBezTo>
                  <a:lnTo>
                    <a:pt x="2667" y="4251"/>
                  </a:lnTo>
                  <a:cubicBezTo>
                    <a:pt x="2870" y="4251"/>
                    <a:pt x="3048" y="4215"/>
                    <a:pt x="3227" y="4155"/>
                  </a:cubicBezTo>
                  <a:close/>
                  <a:moveTo>
                    <a:pt x="2131" y="0"/>
                  </a:moveTo>
                  <a:cubicBezTo>
                    <a:pt x="1453" y="0"/>
                    <a:pt x="905" y="560"/>
                    <a:pt x="905" y="1238"/>
                  </a:cubicBezTo>
                  <a:lnTo>
                    <a:pt x="905" y="1750"/>
                  </a:lnTo>
                  <a:cubicBezTo>
                    <a:pt x="905" y="1905"/>
                    <a:pt x="941" y="2072"/>
                    <a:pt x="1024" y="2215"/>
                  </a:cubicBezTo>
                  <a:lnTo>
                    <a:pt x="1084" y="2358"/>
                  </a:lnTo>
                  <a:lnTo>
                    <a:pt x="1084" y="2619"/>
                  </a:lnTo>
                  <a:cubicBezTo>
                    <a:pt x="1084" y="3191"/>
                    <a:pt x="1358" y="3703"/>
                    <a:pt x="1798" y="3989"/>
                  </a:cubicBezTo>
                  <a:lnTo>
                    <a:pt x="1798" y="4358"/>
                  </a:lnTo>
                  <a:cubicBezTo>
                    <a:pt x="1798" y="4453"/>
                    <a:pt x="1739" y="4524"/>
                    <a:pt x="1655" y="4536"/>
                  </a:cubicBezTo>
                  <a:lnTo>
                    <a:pt x="631" y="4858"/>
                  </a:lnTo>
                  <a:cubicBezTo>
                    <a:pt x="262" y="4977"/>
                    <a:pt x="0" y="5298"/>
                    <a:pt x="0" y="5703"/>
                  </a:cubicBezTo>
                  <a:lnTo>
                    <a:pt x="0" y="6965"/>
                  </a:lnTo>
                  <a:cubicBezTo>
                    <a:pt x="0" y="7060"/>
                    <a:pt x="84" y="7132"/>
                    <a:pt x="167" y="7132"/>
                  </a:cubicBezTo>
                  <a:cubicBezTo>
                    <a:pt x="262" y="7132"/>
                    <a:pt x="334" y="7060"/>
                    <a:pt x="334" y="6965"/>
                  </a:cubicBezTo>
                  <a:lnTo>
                    <a:pt x="334" y="5703"/>
                  </a:lnTo>
                  <a:cubicBezTo>
                    <a:pt x="334" y="5465"/>
                    <a:pt x="500" y="5239"/>
                    <a:pt x="715" y="5179"/>
                  </a:cubicBezTo>
                  <a:lnTo>
                    <a:pt x="1750" y="4870"/>
                  </a:lnTo>
                  <a:cubicBezTo>
                    <a:pt x="1810" y="4858"/>
                    <a:pt x="1846" y="4822"/>
                    <a:pt x="1893" y="4798"/>
                  </a:cubicBezTo>
                  <a:lnTo>
                    <a:pt x="2465" y="5227"/>
                  </a:lnTo>
                  <a:cubicBezTo>
                    <a:pt x="2524" y="5275"/>
                    <a:pt x="2596" y="5298"/>
                    <a:pt x="2667" y="5298"/>
                  </a:cubicBezTo>
                  <a:cubicBezTo>
                    <a:pt x="2739" y="5298"/>
                    <a:pt x="2822" y="5275"/>
                    <a:pt x="2882" y="5227"/>
                  </a:cubicBezTo>
                  <a:lnTo>
                    <a:pt x="3441" y="4798"/>
                  </a:lnTo>
                  <a:cubicBezTo>
                    <a:pt x="3489" y="4822"/>
                    <a:pt x="3536" y="4858"/>
                    <a:pt x="3596" y="4870"/>
                  </a:cubicBezTo>
                  <a:lnTo>
                    <a:pt x="4620" y="5179"/>
                  </a:lnTo>
                  <a:cubicBezTo>
                    <a:pt x="4858" y="5251"/>
                    <a:pt x="5001" y="5465"/>
                    <a:pt x="5001" y="5703"/>
                  </a:cubicBezTo>
                  <a:lnTo>
                    <a:pt x="5001" y="6965"/>
                  </a:lnTo>
                  <a:cubicBezTo>
                    <a:pt x="5001" y="7060"/>
                    <a:pt x="5084" y="7132"/>
                    <a:pt x="5168" y="7132"/>
                  </a:cubicBezTo>
                  <a:cubicBezTo>
                    <a:pt x="5263" y="7132"/>
                    <a:pt x="5334" y="7060"/>
                    <a:pt x="5334" y="6965"/>
                  </a:cubicBezTo>
                  <a:lnTo>
                    <a:pt x="5334" y="5703"/>
                  </a:lnTo>
                  <a:cubicBezTo>
                    <a:pt x="5334" y="5322"/>
                    <a:pt x="5084" y="4977"/>
                    <a:pt x="4715" y="4870"/>
                  </a:cubicBezTo>
                  <a:lnTo>
                    <a:pt x="3679" y="4560"/>
                  </a:lnTo>
                  <a:cubicBezTo>
                    <a:pt x="3608" y="4524"/>
                    <a:pt x="3548" y="4453"/>
                    <a:pt x="3548" y="4382"/>
                  </a:cubicBezTo>
                  <a:lnTo>
                    <a:pt x="3548" y="4012"/>
                  </a:lnTo>
                  <a:cubicBezTo>
                    <a:pt x="3620" y="3965"/>
                    <a:pt x="3703" y="3905"/>
                    <a:pt x="3763" y="3846"/>
                  </a:cubicBezTo>
                  <a:cubicBezTo>
                    <a:pt x="4084" y="3548"/>
                    <a:pt x="4263" y="3120"/>
                    <a:pt x="4263" y="2679"/>
                  </a:cubicBezTo>
                  <a:lnTo>
                    <a:pt x="4263" y="2369"/>
                  </a:lnTo>
                  <a:lnTo>
                    <a:pt x="4322" y="2238"/>
                  </a:lnTo>
                  <a:cubicBezTo>
                    <a:pt x="4394" y="2084"/>
                    <a:pt x="4441" y="1917"/>
                    <a:pt x="4441" y="1762"/>
                  </a:cubicBezTo>
                  <a:lnTo>
                    <a:pt x="4441" y="167"/>
                  </a:lnTo>
                  <a:cubicBezTo>
                    <a:pt x="4441" y="83"/>
                    <a:pt x="4370" y="0"/>
                    <a:pt x="4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68"/>
            <p:cNvSpPr/>
            <p:nvPr/>
          </p:nvSpPr>
          <p:spPr>
            <a:xfrm>
              <a:off x="6275585" y="2146083"/>
              <a:ext cx="10249" cy="50037"/>
            </a:xfrm>
            <a:custGeom>
              <a:avLst/>
              <a:gdLst/>
              <a:ahLst/>
              <a:cxnLst/>
              <a:rect l="l" t="t" r="r" b="b"/>
              <a:pathLst>
                <a:path w="322" h="1572" extrusionOk="0">
                  <a:moveTo>
                    <a:pt x="155" y="0"/>
                  </a:moveTo>
                  <a:cubicBezTo>
                    <a:pt x="72" y="0"/>
                    <a:pt x="0" y="72"/>
                    <a:pt x="0" y="155"/>
                  </a:cubicBezTo>
                  <a:lnTo>
                    <a:pt x="0" y="1405"/>
                  </a:lnTo>
                  <a:cubicBezTo>
                    <a:pt x="0" y="1500"/>
                    <a:pt x="72" y="1572"/>
                    <a:pt x="155" y="1572"/>
                  </a:cubicBezTo>
                  <a:cubicBezTo>
                    <a:pt x="251" y="1572"/>
                    <a:pt x="322" y="1500"/>
                    <a:pt x="322" y="1405"/>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2" name="Google Shape;13092;p68"/>
            <p:cNvSpPr/>
            <p:nvPr/>
          </p:nvSpPr>
          <p:spPr>
            <a:xfrm>
              <a:off x="6223671" y="2157446"/>
              <a:ext cx="10631" cy="38673"/>
            </a:xfrm>
            <a:custGeom>
              <a:avLst/>
              <a:gdLst/>
              <a:ahLst/>
              <a:cxnLst/>
              <a:rect l="l" t="t" r="r" b="b"/>
              <a:pathLst>
                <a:path w="334" h="1215" extrusionOk="0">
                  <a:moveTo>
                    <a:pt x="167" y="0"/>
                  </a:moveTo>
                  <a:cubicBezTo>
                    <a:pt x="84" y="0"/>
                    <a:pt x="0" y="72"/>
                    <a:pt x="0" y="155"/>
                  </a:cubicBezTo>
                  <a:lnTo>
                    <a:pt x="0" y="1048"/>
                  </a:lnTo>
                  <a:cubicBezTo>
                    <a:pt x="0" y="1143"/>
                    <a:pt x="84" y="1215"/>
                    <a:pt x="167" y="1215"/>
                  </a:cubicBezTo>
                  <a:cubicBezTo>
                    <a:pt x="250" y="1215"/>
                    <a:pt x="334" y="1143"/>
                    <a:pt x="334" y="104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3" name="Google Shape;13093;p68"/>
            <p:cNvSpPr/>
            <p:nvPr/>
          </p:nvSpPr>
          <p:spPr>
            <a:xfrm>
              <a:off x="6326736" y="2157446"/>
              <a:ext cx="10281" cy="38673"/>
            </a:xfrm>
            <a:custGeom>
              <a:avLst/>
              <a:gdLst/>
              <a:ahLst/>
              <a:cxnLst/>
              <a:rect l="l" t="t" r="r" b="b"/>
              <a:pathLst>
                <a:path w="323" h="1215" extrusionOk="0">
                  <a:moveTo>
                    <a:pt x="156" y="0"/>
                  </a:moveTo>
                  <a:cubicBezTo>
                    <a:pt x="72" y="0"/>
                    <a:pt x="1" y="72"/>
                    <a:pt x="1" y="155"/>
                  </a:cubicBezTo>
                  <a:lnTo>
                    <a:pt x="1" y="1048"/>
                  </a:lnTo>
                  <a:cubicBezTo>
                    <a:pt x="1" y="1143"/>
                    <a:pt x="72" y="1215"/>
                    <a:pt x="156" y="1215"/>
                  </a:cubicBezTo>
                  <a:cubicBezTo>
                    <a:pt x="251" y="1215"/>
                    <a:pt x="322" y="1143"/>
                    <a:pt x="322" y="1048"/>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68"/>
            <p:cNvSpPr/>
            <p:nvPr/>
          </p:nvSpPr>
          <p:spPr>
            <a:xfrm>
              <a:off x="6264222" y="2299949"/>
              <a:ext cx="33008" cy="33008"/>
            </a:xfrm>
            <a:custGeom>
              <a:avLst/>
              <a:gdLst/>
              <a:ahLst/>
              <a:cxnLst/>
              <a:rect l="l" t="t" r="r" b="b"/>
              <a:pathLst>
                <a:path w="1037" h="1037" extrusionOk="0">
                  <a:moveTo>
                    <a:pt x="512" y="322"/>
                  </a:moveTo>
                  <a:cubicBezTo>
                    <a:pt x="619" y="322"/>
                    <a:pt x="715" y="417"/>
                    <a:pt x="715" y="524"/>
                  </a:cubicBezTo>
                  <a:cubicBezTo>
                    <a:pt x="715" y="619"/>
                    <a:pt x="619" y="715"/>
                    <a:pt x="512" y="715"/>
                  </a:cubicBezTo>
                  <a:cubicBezTo>
                    <a:pt x="417" y="715"/>
                    <a:pt x="322" y="619"/>
                    <a:pt x="322" y="524"/>
                  </a:cubicBezTo>
                  <a:cubicBezTo>
                    <a:pt x="322" y="417"/>
                    <a:pt x="417" y="322"/>
                    <a:pt x="512" y="322"/>
                  </a:cubicBezTo>
                  <a:close/>
                  <a:moveTo>
                    <a:pt x="512" y="0"/>
                  </a:moveTo>
                  <a:cubicBezTo>
                    <a:pt x="238" y="0"/>
                    <a:pt x="0" y="238"/>
                    <a:pt x="0" y="524"/>
                  </a:cubicBezTo>
                  <a:cubicBezTo>
                    <a:pt x="0" y="798"/>
                    <a:pt x="238" y="1036"/>
                    <a:pt x="512" y="1036"/>
                  </a:cubicBezTo>
                  <a:cubicBezTo>
                    <a:pt x="798" y="1036"/>
                    <a:pt x="1036" y="798"/>
                    <a:pt x="1036" y="524"/>
                  </a:cubicBezTo>
                  <a:cubicBezTo>
                    <a:pt x="1036" y="238"/>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68"/>
            <p:cNvSpPr/>
            <p:nvPr/>
          </p:nvSpPr>
          <p:spPr>
            <a:xfrm>
              <a:off x="6155459" y="2299949"/>
              <a:ext cx="33358" cy="33008"/>
            </a:xfrm>
            <a:custGeom>
              <a:avLst/>
              <a:gdLst/>
              <a:ahLst/>
              <a:cxnLst/>
              <a:rect l="l" t="t" r="r" b="b"/>
              <a:pathLst>
                <a:path w="1048" h="1037" extrusionOk="0">
                  <a:moveTo>
                    <a:pt x="524" y="322"/>
                  </a:moveTo>
                  <a:cubicBezTo>
                    <a:pt x="631" y="322"/>
                    <a:pt x="715" y="417"/>
                    <a:pt x="715" y="524"/>
                  </a:cubicBezTo>
                  <a:cubicBezTo>
                    <a:pt x="715" y="619"/>
                    <a:pt x="631" y="715"/>
                    <a:pt x="524" y="715"/>
                  </a:cubicBezTo>
                  <a:cubicBezTo>
                    <a:pt x="417" y="715"/>
                    <a:pt x="334" y="619"/>
                    <a:pt x="334" y="524"/>
                  </a:cubicBezTo>
                  <a:cubicBezTo>
                    <a:pt x="334" y="417"/>
                    <a:pt x="417" y="322"/>
                    <a:pt x="524" y="322"/>
                  </a:cubicBezTo>
                  <a:close/>
                  <a:moveTo>
                    <a:pt x="524" y="0"/>
                  </a:moveTo>
                  <a:cubicBezTo>
                    <a:pt x="238" y="0"/>
                    <a:pt x="0" y="238"/>
                    <a:pt x="0" y="524"/>
                  </a:cubicBezTo>
                  <a:cubicBezTo>
                    <a:pt x="0" y="798"/>
                    <a:pt x="238" y="1036"/>
                    <a:pt x="524" y="1036"/>
                  </a:cubicBezTo>
                  <a:cubicBezTo>
                    <a:pt x="810" y="1036"/>
                    <a:pt x="1048" y="798"/>
                    <a:pt x="1048" y="524"/>
                  </a:cubicBezTo>
                  <a:cubicBezTo>
                    <a:pt x="1048" y="238"/>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68"/>
            <p:cNvSpPr/>
            <p:nvPr/>
          </p:nvSpPr>
          <p:spPr>
            <a:xfrm>
              <a:off x="6372221"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7" y="715"/>
                    <a:pt x="322" y="619"/>
                    <a:pt x="322" y="524"/>
                  </a:cubicBezTo>
                  <a:cubicBezTo>
                    <a:pt x="322" y="417"/>
                    <a:pt x="417" y="322"/>
                    <a:pt x="513" y="322"/>
                  </a:cubicBezTo>
                  <a:close/>
                  <a:moveTo>
                    <a:pt x="513" y="0"/>
                  </a:moveTo>
                  <a:cubicBezTo>
                    <a:pt x="239" y="0"/>
                    <a:pt x="1" y="238"/>
                    <a:pt x="1" y="524"/>
                  </a:cubicBezTo>
                  <a:cubicBezTo>
                    <a:pt x="1" y="798"/>
                    <a:pt x="239" y="1036"/>
                    <a:pt x="513" y="1036"/>
                  </a:cubicBezTo>
                  <a:cubicBezTo>
                    <a:pt x="798" y="1036"/>
                    <a:pt x="1036" y="798"/>
                    <a:pt x="1036" y="524"/>
                  </a:cubicBezTo>
                  <a:cubicBezTo>
                    <a:pt x="1036" y="238"/>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7" name="Google Shape;13097;p68"/>
            <p:cNvSpPr/>
            <p:nvPr/>
          </p:nvSpPr>
          <p:spPr>
            <a:xfrm>
              <a:off x="6185379" y="2208597"/>
              <a:ext cx="189134" cy="84763"/>
            </a:xfrm>
            <a:custGeom>
              <a:avLst/>
              <a:gdLst/>
              <a:ahLst/>
              <a:cxnLst/>
              <a:rect l="l" t="t" r="r" b="b"/>
              <a:pathLst>
                <a:path w="5942" h="2663" extrusionOk="0">
                  <a:moveTo>
                    <a:pt x="2977" y="1"/>
                  </a:moveTo>
                  <a:cubicBezTo>
                    <a:pt x="2894" y="1"/>
                    <a:pt x="2811" y="72"/>
                    <a:pt x="2811" y="156"/>
                  </a:cubicBezTo>
                  <a:lnTo>
                    <a:pt x="2811" y="715"/>
                  </a:lnTo>
                  <a:lnTo>
                    <a:pt x="1644" y="715"/>
                  </a:lnTo>
                  <a:cubicBezTo>
                    <a:pt x="1418" y="715"/>
                    <a:pt x="1191" y="810"/>
                    <a:pt x="1060" y="1013"/>
                  </a:cubicBezTo>
                  <a:lnTo>
                    <a:pt x="60" y="2394"/>
                  </a:lnTo>
                  <a:cubicBezTo>
                    <a:pt x="1" y="2465"/>
                    <a:pt x="25" y="2573"/>
                    <a:pt x="108" y="2632"/>
                  </a:cubicBezTo>
                  <a:cubicBezTo>
                    <a:pt x="133" y="2653"/>
                    <a:pt x="162" y="2662"/>
                    <a:pt x="193" y="2662"/>
                  </a:cubicBezTo>
                  <a:cubicBezTo>
                    <a:pt x="249" y="2662"/>
                    <a:pt x="307" y="2631"/>
                    <a:pt x="346" y="2584"/>
                  </a:cubicBezTo>
                  <a:lnTo>
                    <a:pt x="1334" y="1203"/>
                  </a:lnTo>
                  <a:cubicBezTo>
                    <a:pt x="1418" y="1096"/>
                    <a:pt x="1513" y="1049"/>
                    <a:pt x="1632" y="1049"/>
                  </a:cubicBezTo>
                  <a:lnTo>
                    <a:pt x="2811" y="1049"/>
                  </a:lnTo>
                  <a:lnTo>
                    <a:pt x="2811" y="2323"/>
                  </a:lnTo>
                  <a:cubicBezTo>
                    <a:pt x="2811" y="2406"/>
                    <a:pt x="2894" y="2477"/>
                    <a:pt x="2977" y="2477"/>
                  </a:cubicBezTo>
                  <a:cubicBezTo>
                    <a:pt x="3061" y="2477"/>
                    <a:pt x="3144" y="2406"/>
                    <a:pt x="3144" y="2323"/>
                  </a:cubicBezTo>
                  <a:lnTo>
                    <a:pt x="3144" y="1049"/>
                  </a:lnTo>
                  <a:lnTo>
                    <a:pt x="4323" y="1049"/>
                  </a:lnTo>
                  <a:cubicBezTo>
                    <a:pt x="4430" y="1049"/>
                    <a:pt x="4549" y="1108"/>
                    <a:pt x="4620" y="1203"/>
                  </a:cubicBezTo>
                  <a:lnTo>
                    <a:pt x="5609" y="2584"/>
                  </a:lnTo>
                  <a:cubicBezTo>
                    <a:pt x="5644" y="2632"/>
                    <a:pt x="5704" y="2656"/>
                    <a:pt x="5752" y="2656"/>
                  </a:cubicBezTo>
                  <a:cubicBezTo>
                    <a:pt x="5775" y="2656"/>
                    <a:pt x="5823" y="2644"/>
                    <a:pt x="5847" y="2632"/>
                  </a:cubicBezTo>
                  <a:cubicBezTo>
                    <a:pt x="5930" y="2573"/>
                    <a:pt x="5942" y="2465"/>
                    <a:pt x="5882" y="2394"/>
                  </a:cubicBezTo>
                  <a:lnTo>
                    <a:pt x="4882" y="1013"/>
                  </a:lnTo>
                  <a:cubicBezTo>
                    <a:pt x="4751" y="834"/>
                    <a:pt x="4537" y="715"/>
                    <a:pt x="4299" y="715"/>
                  </a:cubicBezTo>
                  <a:lnTo>
                    <a:pt x="3144" y="715"/>
                  </a:lnTo>
                  <a:lnTo>
                    <a:pt x="3144" y="156"/>
                  </a:lnTo>
                  <a:cubicBezTo>
                    <a:pt x="3144" y="72"/>
                    <a:pt x="3073"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8" name="Google Shape;13098;p68"/>
            <p:cNvSpPr/>
            <p:nvPr/>
          </p:nvSpPr>
          <p:spPr>
            <a:xfrm>
              <a:off x="6246397" y="2010773"/>
              <a:ext cx="69007" cy="25814"/>
            </a:xfrm>
            <a:custGeom>
              <a:avLst/>
              <a:gdLst/>
              <a:ahLst/>
              <a:cxnLst/>
              <a:rect l="l" t="t" r="r" b="b"/>
              <a:pathLst>
                <a:path w="2168" h="811" extrusionOk="0">
                  <a:moveTo>
                    <a:pt x="951" y="1"/>
                  </a:moveTo>
                  <a:cubicBezTo>
                    <a:pt x="505" y="1"/>
                    <a:pt x="146" y="113"/>
                    <a:pt x="120" y="120"/>
                  </a:cubicBezTo>
                  <a:cubicBezTo>
                    <a:pt x="48" y="156"/>
                    <a:pt x="1" y="215"/>
                    <a:pt x="1" y="287"/>
                  </a:cubicBezTo>
                  <a:lnTo>
                    <a:pt x="1" y="644"/>
                  </a:lnTo>
                  <a:cubicBezTo>
                    <a:pt x="1" y="739"/>
                    <a:pt x="84" y="810"/>
                    <a:pt x="167" y="810"/>
                  </a:cubicBezTo>
                  <a:cubicBezTo>
                    <a:pt x="263" y="810"/>
                    <a:pt x="334" y="739"/>
                    <a:pt x="334" y="644"/>
                  </a:cubicBezTo>
                  <a:lnTo>
                    <a:pt x="334" y="406"/>
                  </a:lnTo>
                  <a:cubicBezTo>
                    <a:pt x="467" y="372"/>
                    <a:pt x="695" y="329"/>
                    <a:pt x="951" y="329"/>
                  </a:cubicBezTo>
                  <a:cubicBezTo>
                    <a:pt x="1246" y="329"/>
                    <a:pt x="1578" y="387"/>
                    <a:pt x="1846" y="584"/>
                  </a:cubicBezTo>
                  <a:cubicBezTo>
                    <a:pt x="1882" y="610"/>
                    <a:pt x="1920" y="622"/>
                    <a:pt x="1957" y="622"/>
                  </a:cubicBezTo>
                  <a:cubicBezTo>
                    <a:pt x="2005" y="622"/>
                    <a:pt x="2050" y="601"/>
                    <a:pt x="2084" y="560"/>
                  </a:cubicBezTo>
                  <a:cubicBezTo>
                    <a:pt x="2168" y="501"/>
                    <a:pt x="2132" y="394"/>
                    <a:pt x="2072" y="334"/>
                  </a:cubicBezTo>
                  <a:cubicBezTo>
                    <a:pt x="1727" y="74"/>
                    <a:pt x="1311" y="1"/>
                    <a:pt x="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9" name="Google Shape;13099;p68"/>
          <p:cNvGrpSpPr/>
          <p:nvPr/>
        </p:nvGrpSpPr>
        <p:grpSpPr>
          <a:xfrm>
            <a:off x="2280029" y="2046804"/>
            <a:ext cx="353631" cy="354395"/>
            <a:chOff x="2280029" y="1970604"/>
            <a:chExt cx="353631" cy="354395"/>
          </a:xfrm>
        </p:grpSpPr>
        <p:sp>
          <p:nvSpPr>
            <p:cNvPr id="13100" name="Google Shape;13100;p68"/>
            <p:cNvSpPr/>
            <p:nvPr/>
          </p:nvSpPr>
          <p:spPr>
            <a:xfrm>
              <a:off x="2309981" y="2069086"/>
              <a:ext cx="323679" cy="255913"/>
            </a:xfrm>
            <a:custGeom>
              <a:avLst/>
              <a:gdLst/>
              <a:ahLst/>
              <a:cxnLst/>
              <a:rect l="l" t="t" r="r" b="b"/>
              <a:pathLst>
                <a:path w="10169" h="8040" extrusionOk="0">
                  <a:moveTo>
                    <a:pt x="9473" y="0"/>
                  </a:moveTo>
                  <a:cubicBezTo>
                    <a:pt x="9451" y="0"/>
                    <a:pt x="9428" y="5"/>
                    <a:pt x="9406" y="14"/>
                  </a:cubicBezTo>
                  <a:cubicBezTo>
                    <a:pt x="9335" y="62"/>
                    <a:pt x="9287" y="157"/>
                    <a:pt x="9335" y="240"/>
                  </a:cubicBezTo>
                  <a:cubicBezTo>
                    <a:pt x="9656" y="943"/>
                    <a:pt x="9835" y="1705"/>
                    <a:pt x="9835" y="2491"/>
                  </a:cubicBezTo>
                  <a:cubicBezTo>
                    <a:pt x="9835" y="3884"/>
                    <a:pt x="9287" y="5193"/>
                    <a:pt x="8299" y="6194"/>
                  </a:cubicBezTo>
                  <a:cubicBezTo>
                    <a:pt x="7323" y="7182"/>
                    <a:pt x="6001" y="7729"/>
                    <a:pt x="4596" y="7729"/>
                  </a:cubicBezTo>
                  <a:cubicBezTo>
                    <a:pt x="3763" y="7729"/>
                    <a:pt x="2977" y="7539"/>
                    <a:pt x="2251" y="7158"/>
                  </a:cubicBezTo>
                  <a:cubicBezTo>
                    <a:pt x="1632" y="6848"/>
                    <a:pt x="1084" y="6420"/>
                    <a:pt x="620" y="5896"/>
                  </a:cubicBezTo>
                  <a:lnTo>
                    <a:pt x="620" y="5896"/>
                  </a:lnTo>
                  <a:lnTo>
                    <a:pt x="1263" y="6110"/>
                  </a:lnTo>
                  <a:cubicBezTo>
                    <a:pt x="1279" y="6114"/>
                    <a:pt x="1295" y="6116"/>
                    <a:pt x="1311" y="6116"/>
                  </a:cubicBezTo>
                  <a:cubicBezTo>
                    <a:pt x="1385" y="6116"/>
                    <a:pt x="1447" y="6072"/>
                    <a:pt x="1477" y="6003"/>
                  </a:cubicBezTo>
                  <a:cubicBezTo>
                    <a:pt x="1501" y="5908"/>
                    <a:pt x="1453" y="5824"/>
                    <a:pt x="1370" y="5789"/>
                  </a:cubicBezTo>
                  <a:lnTo>
                    <a:pt x="203" y="5408"/>
                  </a:lnTo>
                  <a:cubicBezTo>
                    <a:pt x="187" y="5405"/>
                    <a:pt x="171" y="5403"/>
                    <a:pt x="156" y="5403"/>
                  </a:cubicBezTo>
                  <a:cubicBezTo>
                    <a:pt x="114" y="5403"/>
                    <a:pt x="77" y="5414"/>
                    <a:pt x="60" y="5432"/>
                  </a:cubicBezTo>
                  <a:cubicBezTo>
                    <a:pt x="12" y="5467"/>
                    <a:pt x="0" y="5527"/>
                    <a:pt x="0" y="5586"/>
                  </a:cubicBezTo>
                  <a:lnTo>
                    <a:pt x="191" y="6944"/>
                  </a:lnTo>
                  <a:cubicBezTo>
                    <a:pt x="203" y="7015"/>
                    <a:pt x="262" y="7075"/>
                    <a:pt x="358" y="7075"/>
                  </a:cubicBezTo>
                  <a:lnTo>
                    <a:pt x="381" y="7075"/>
                  </a:lnTo>
                  <a:cubicBezTo>
                    <a:pt x="477" y="7063"/>
                    <a:pt x="536" y="6979"/>
                    <a:pt x="524" y="6896"/>
                  </a:cubicBezTo>
                  <a:lnTo>
                    <a:pt x="417" y="6134"/>
                  </a:lnTo>
                  <a:lnTo>
                    <a:pt x="417" y="6134"/>
                  </a:lnTo>
                  <a:cubicBezTo>
                    <a:pt x="893" y="6670"/>
                    <a:pt x="1453" y="7122"/>
                    <a:pt x="2096" y="7444"/>
                  </a:cubicBezTo>
                  <a:cubicBezTo>
                    <a:pt x="2870" y="7849"/>
                    <a:pt x="3715" y="8039"/>
                    <a:pt x="4596" y="8039"/>
                  </a:cubicBezTo>
                  <a:cubicBezTo>
                    <a:pt x="6085" y="8039"/>
                    <a:pt x="7490" y="7456"/>
                    <a:pt x="8525" y="6420"/>
                  </a:cubicBezTo>
                  <a:cubicBezTo>
                    <a:pt x="9585" y="5360"/>
                    <a:pt x="10145" y="3979"/>
                    <a:pt x="10145" y="2491"/>
                  </a:cubicBezTo>
                  <a:cubicBezTo>
                    <a:pt x="10168" y="1645"/>
                    <a:pt x="9990" y="836"/>
                    <a:pt x="9633" y="98"/>
                  </a:cubicBezTo>
                  <a:cubicBezTo>
                    <a:pt x="9597" y="36"/>
                    <a:pt x="9536" y="0"/>
                    <a:pt x="94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68"/>
            <p:cNvSpPr/>
            <p:nvPr/>
          </p:nvSpPr>
          <p:spPr>
            <a:xfrm>
              <a:off x="2280029" y="1970604"/>
              <a:ext cx="322565" cy="255468"/>
            </a:xfrm>
            <a:custGeom>
              <a:avLst/>
              <a:gdLst/>
              <a:ahLst/>
              <a:cxnLst/>
              <a:rect l="l" t="t" r="r" b="b"/>
              <a:pathLst>
                <a:path w="10134" h="8026" extrusionOk="0">
                  <a:moveTo>
                    <a:pt x="5549" y="1"/>
                  </a:moveTo>
                  <a:cubicBezTo>
                    <a:pt x="4061" y="1"/>
                    <a:pt x="2668" y="584"/>
                    <a:pt x="1620" y="1620"/>
                  </a:cubicBezTo>
                  <a:cubicBezTo>
                    <a:pt x="572" y="2680"/>
                    <a:pt x="1" y="4061"/>
                    <a:pt x="1" y="5549"/>
                  </a:cubicBezTo>
                  <a:cubicBezTo>
                    <a:pt x="1" y="6382"/>
                    <a:pt x="179" y="7192"/>
                    <a:pt x="537" y="7930"/>
                  </a:cubicBezTo>
                  <a:cubicBezTo>
                    <a:pt x="572" y="7990"/>
                    <a:pt x="632" y="8026"/>
                    <a:pt x="691" y="8026"/>
                  </a:cubicBezTo>
                  <a:cubicBezTo>
                    <a:pt x="715" y="8026"/>
                    <a:pt x="727" y="8026"/>
                    <a:pt x="763" y="8002"/>
                  </a:cubicBezTo>
                  <a:cubicBezTo>
                    <a:pt x="834" y="7966"/>
                    <a:pt x="882" y="7871"/>
                    <a:pt x="834" y="7787"/>
                  </a:cubicBezTo>
                  <a:cubicBezTo>
                    <a:pt x="513" y="7085"/>
                    <a:pt x="334" y="6323"/>
                    <a:pt x="334" y="5537"/>
                  </a:cubicBezTo>
                  <a:cubicBezTo>
                    <a:pt x="334" y="4132"/>
                    <a:pt x="882" y="2822"/>
                    <a:pt x="1858" y="1834"/>
                  </a:cubicBezTo>
                  <a:cubicBezTo>
                    <a:pt x="2846" y="834"/>
                    <a:pt x="4168" y="298"/>
                    <a:pt x="5573" y="298"/>
                  </a:cubicBezTo>
                  <a:cubicBezTo>
                    <a:pt x="7097" y="298"/>
                    <a:pt x="8550" y="965"/>
                    <a:pt x="9538" y="2132"/>
                  </a:cubicBezTo>
                  <a:lnTo>
                    <a:pt x="8907" y="1918"/>
                  </a:lnTo>
                  <a:cubicBezTo>
                    <a:pt x="8890" y="1913"/>
                    <a:pt x="8874" y="1911"/>
                    <a:pt x="8858" y="1911"/>
                  </a:cubicBezTo>
                  <a:cubicBezTo>
                    <a:pt x="8784" y="1911"/>
                    <a:pt x="8722" y="1956"/>
                    <a:pt x="8692" y="2025"/>
                  </a:cubicBezTo>
                  <a:cubicBezTo>
                    <a:pt x="8669" y="2120"/>
                    <a:pt x="8704" y="2203"/>
                    <a:pt x="8800" y="2227"/>
                  </a:cubicBezTo>
                  <a:lnTo>
                    <a:pt x="9955" y="2620"/>
                  </a:lnTo>
                  <a:cubicBezTo>
                    <a:pt x="9978" y="2620"/>
                    <a:pt x="9990" y="2632"/>
                    <a:pt x="10002" y="2632"/>
                  </a:cubicBezTo>
                  <a:cubicBezTo>
                    <a:pt x="10050" y="2632"/>
                    <a:pt x="10074" y="2620"/>
                    <a:pt x="10109" y="2596"/>
                  </a:cubicBezTo>
                  <a:cubicBezTo>
                    <a:pt x="10121" y="2572"/>
                    <a:pt x="10133" y="2513"/>
                    <a:pt x="10133" y="2453"/>
                  </a:cubicBezTo>
                  <a:lnTo>
                    <a:pt x="9943" y="1108"/>
                  </a:lnTo>
                  <a:cubicBezTo>
                    <a:pt x="9932" y="1021"/>
                    <a:pt x="9871" y="964"/>
                    <a:pt x="9788" y="964"/>
                  </a:cubicBezTo>
                  <a:cubicBezTo>
                    <a:pt x="9780" y="964"/>
                    <a:pt x="9772" y="964"/>
                    <a:pt x="9764" y="965"/>
                  </a:cubicBezTo>
                  <a:cubicBezTo>
                    <a:pt x="9681" y="989"/>
                    <a:pt x="9621" y="1060"/>
                    <a:pt x="9633" y="1144"/>
                  </a:cubicBezTo>
                  <a:lnTo>
                    <a:pt x="9740" y="1906"/>
                  </a:lnTo>
                  <a:cubicBezTo>
                    <a:pt x="8681" y="703"/>
                    <a:pt x="7157" y="1"/>
                    <a:pt x="5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68"/>
            <p:cNvSpPr/>
            <p:nvPr/>
          </p:nvSpPr>
          <p:spPr>
            <a:xfrm>
              <a:off x="2411169" y="2064598"/>
              <a:ext cx="17093" cy="26928"/>
            </a:xfrm>
            <a:custGeom>
              <a:avLst/>
              <a:gdLst/>
              <a:ahLst/>
              <a:cxnLst/>
              <a:rect l="l" t="t" r="r" b="b"/>
              <a:pathLst>
                <a:path w="537" h="846" extrusionOk="0">
                  <a:moveTo>
                    <a:pt x="358" y="0"/>
                  </a:moveTo>
                  <a:cubicBezTo>
                    <a:pt x="274" y="0"/>
                    <a:pt x="191" y="72"/>
                    <a:pt x="191" y="155"/>
                  </a:cubicBezTo>
                  <a:lnTo>
                    <a:pt x="191" y="453"/>
                  </a:lnTo>
                  <a:lnTo>
                    <a:pt x="72" y="572"/>
                  </a:lnTo>
                  <a:cubicBezTo>
                    <a:pt x="12" y="631"/>
                    <a:pt x="0" y="739"/>
                    <a:pt x="72" y="798"/>
                  </a:cubicBezTo>
                  <a:cubicBezTo>
                    <a:pt x="108" y="834"/>
                    <a:pt x="155" y="846"/>
                    <a:pt x="191" y="846"/>
                  </a:cubicBezTo>
                  <a:cubicBezTo>
                    <a:pt x="239" y="846"/>
                    <a:pt x="274" y="834"/>
                    <a:pt x="310" y="798"/>
                  </a:cubicBezTo>
                  <a:lnTo>
                    <a:pt x="489" y="631"/>
                  </a:lnTo>
                  <a:cubicBezTo>
                    <a:pt x="524" y="608"/>
                    <a:pt x="536" y="560"/>
                    <a:pt x="536" y="512"/>
                  </a:cubicBezTo>
                  <a:lnTo>
                    <a:pt x="524" y="155"/>
                  </a:lnTo>
                  <a:cubicBezTo>
                    <a:pt x="524" y="72"/>
                    <a:pt x="453"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3" name="Google Shape;13103;p68"/>
            <p:cNvSpPr/>
            <p:nvPr/>
          </p:nvSpPr>
          <p:spPr>
            <a:xfrm>
              <a:off x="2323254" y="2017458"/>
              <a:ext cx="267213" cy="264316"/>
            </a:xfrm>
            <a:custGeom>
              <a:avLst/>
              <a:gdLst/>
              <a:ahLst/>
              <a:cxnLst/>
              <a:rect l="l" t="t" r="r" b="b"/>
              <a:pathLst>
                <a:path w="8395" h="8304" extrusionOk="0">
                  <a:moveTo>
                    <a:pt x="2739" y="3125"/>
                  </a:moveTo>
                  <a:lnTo>
                    <a:pt x="2965" y="3160"/>
                  </a:lnTo>
                  <a:lnTo>
                    <a:pt x="3060" y="3160"/>
                  </a:lnTo>
                  <a:lnTo>
                    <a:pt x="2905" y="3529"/>
                  </a:lnTo>
                  <a:lnTo>
                    <a:pt x="2620" y="3458"/>
                  </a:lnTo>
                  <a:lnTo>
                    <a:pt x="2739" y="3125"/>
                  </a:lnTo>
                  <a:close/>
                  <a:moveTo>
                    <a:pt x="3834" y="3041"/>
                  </a:moveTo>
                  <a:lnTo>
                    <a:pt x="4167" y="3446"/>
                  </a:lnTo>
                  <a:lnTo>
                    <a:pt x="4120" y="3541"/>
                  </a:lnTo>
                  <a:cubicBezTo>
                    <a:pt x="4096" y="3636"/>
                    <a:pt x="4132" y="3720"/>
                    <a:pt x="4227" y="3756"/>
                  </a:cubicBezTo>
                  <a:cubicBezTo>
                    <a:pt x="4239" y="3756"/>
                    <a:pt x="4251" y="3767"/>
                    <a:pt x="4286" y="3767"/>
                  </a:cubicBezTo>
                  <a:cubicBezTo>
                    <a:pt x="4358" y="3767"/>
                    <a:pt x="4417" y="3720"/>
                    <a:pt x="4429" y="3660"/>
                  </a:cubicBezTo>
                  <a:lnTo>
                    <a:pt x="4477" y="3541"/>
                  </a:lnTo>
                  <a:cubicBezTo>
                    <a:pt x="4501" y="3446"/>
                    <a:pt x="4489" y="3339"/>
                    <a:pt x="4429" y="3267"/>
                  </a:cubicBezTo>
                  <a:lnTo>
                    <a:pt x="4346" y="3160"/>
                  </a:lnTo>
                  <a:lnTo>
                    <a:pt x="4620" y="3386"/>
                  </a:lnTo>
                  <a:cubicBezTo>
                    <a:pt x="4649" y="3401"/>
                    <a:pt x="4683" y="3411"/>
                    <a:pt x="4719" y="3411"/>
                  </a:cubicBezTo>
                  <a:cubicBezTo>
                    <a:pt x="4741" y="3411"/>
                    <a:pt x="4764" y="3407"/>
                    <a:pt x="4787" y="3398"/>
                  </a:cubicBezTo>
                  <a:lnTo>
                    <a:pt x="5001" y="3303"/>
                  </a:lnTo>
                  <a:lnTo>
                    <a:pt x="5132" y="3458"/>
                  </a:lnTo>
                  <a:cubicBezTo>
                    <a:pt x="5156" y="3506"/>
                    <a:pt x="5215" y="3517"/>
                    <a:pt x="5263" y="3517"/>
                  </a:cubicBezTo>
                  <a:lnTo>
                    <a:pt x="5668" y="3482"/>
                  </a:lnTo>
                  <a:lnTo>
                    <a:pt x="5679" y="3565"/>
                  </a:lnTo>
                  <a:cubicBezTo>
                    <a:pt x="5703" y="3601"/>
                    <a:pt x="5668" y="3636"/>
                    <a:pt x="5668" y="3648"/>
                  </a:cubicBezTo>
                  <a:cubicBezTo>
                    <a:pt x="5656" y="3660"/>
                    <a:pt x="5620" y="3696"/>
                    <a:pt x="5596" y="3696"/>
                  </a:cubicBezTo>
                  <a:lnTo>
                    <a:pt x="4894" y="3756"/>
                  </a:lnTo>
                  <a:cubicBezTo>
                    <a:pt x="4798" y="3756"/>
                    <a:pt x="4727" y="3815"/>
                    <a:pt x="4679" y="3875"/>
                  </a:cubicBezTo>
                  <a:cubicBezTo>
                    <a:pt x="4656" y="3934"/>
                    <a:pt x="4620" y="3994"/>
                    <a:pt x="4644" y="4053"/>
                  </a:cubicBezTo>
                  <a:lnTo>
                    <a:pt x="4179" y="3898"/>
                  </a:lnTo>
                  <a:cubicBezTo>
                    <a:pt x="4167" y="3898"/>
                    <a:pt x="4167" y="3887"/>
                    <a:pt x="4144" y="3875"/>
                  </a:cubicBezTo>
                  <a:cubicBezTo>
                    <a:pt x="4120" y="3696"/>
                    <a:pt x="3965" y="3577"/>
                    <a:pt x="3798" y="3577"/>
                  </a:cubicBezTo>
                  <a:lnTo>
                    <a:pt x="3774" y="3577"/>
                  </a:lnTo>
                  <a:lnTo>
                    <a:pt x="3274" y="3589"/>
                  </a:lnTo>
                  <a:lnTo>
                    <a:pt x="3393" y="3220"/>
                  </a:lnTo>
                  <a:cubicBezTo>
                    <a:pt x="3405" y="3184"/>
                    <a:pt x="3441" y="3172"/>
                    <a:pt x="3465" y="3160"/>
                  </a:cubicBezTo>
                  <a:lnTo>
                    <a:pt x="3834" y="3041"/>
                  </a:lnTo>
                  <a:close/>
                  <a:moveTo>
                    <a:pt x="7596" y="3601"/>
                  </a:moveTo>
                  <a:cubicBezTo>
                    <a:pt x="7620" y="3601"/>
                    <a:pt x="7656" y="3601"/>
                    <a:pt x="7692" y="3636"/>
                  </a:cubicBezTo>
                  <a:lnTo>
                    <a:pt x="8025" y="3958"/>
                  </a:lnTo>
                  <a:lnTo>
                    <a:pt x="8025" y="4256"/>
                  </a:lnTo>
                  <a:cubicBezTo>
                    <a:pt x="7977" y="5232"/>
                    <a:pt x="7584" y="6137"/>
                    <a:pt x="6906" y="6815"/>
                  </a:cubicBezTo>
                  <a:cubicBezTo>
                    <a:pt x="6799" y="6923"/>
                    <a:pt x="6692" y="7030"/>
                    <a:pt x="6572" y="7113"/>
                  </a:cubicBezTo>
                  <a:cubicBezTo>
                    <a:pt x="6632" y="7030"/>
                    <a:pt x="6680" y="6935"/>
                    <a:pt x="6727" y="6851"/>
                  </a:cubicBezTo>
                  <a:lnTo>
                    <a:pt x="7465" y="5125"/>
                  </a:lnTo>
                  <a:cubicBezTo>
                    <a:pt x="7501" y="5065"/>
                    <a:pt x="7489" y="5006"/>
                    <a:pt x="7454" y="4958"/>
                  </a:cubicBezTo>
                  <a:cubicBezTo>
                    <a:pt x="7418" y="4910"/>
                    <a:pt x="7358" y="4887"/>
                    <a:pt x="7299" y="4887"/>
                  </a:cubicBezTo>
                  <a:lnTo>
                    <a:pt x="7227" y="4887"/>
                  </a:lnTo>
                  <a:lnTo>
                    <a:pt x="7632" y="4077"/>
                  </a:lnTo>
                  <a:cubicBezTo>
                    <a:pt x="7704" y="3946"/>
                    <a:pt x="7668" y="3779"/>
                    <a:pt x="7525" y="3696"/>
                  </a:cubicBezTo>
                  <a:lnTo>
                    <a:pt x="7501" y="3660"/>
                  </a:lnTo>
                  <a:lnTo>
                    <a:pt x="7513" y="3648"/>
                  </a:lnTo>
                  <a:cubicBezTo>
                    <a:pt x="7537" y="3601"/>
                    <a:pt x="7573" y="3601"/>
                    <a:pt x="7596" y="3601"/>
                  </a:cubicBezTo>
                  <a:close/>
                  <a:moveTo>
                    <a:pt x="4239" y="1"/>
                  </a:moveTo>
                  <a:cubicBezTo>
                    <a:pt x="4176" y="1"/>
                    <a:pt x="4112" y="2"/>
                    <a:pt x="4048" y="5"/>
                  </a:cubicBezTo>
                  <a:cubicBezTo>
                    <a:pt x="3001" y="41"/>
                    <a:pt x="2000" y="481"/>
                    <a:pt x="1262" y="1220"/>
                  </a:cubicBezTo>
                  <a:cubicBezTo>
                    <a:pt x="512" y="1970"/>
                    <a:pt x="84" y="2946"/>
                    <a:pt x="36" y="4006"/>
                  </a:cubicBezTo>
                  <a:cubicBezTo>
                    <a:pt x="0" y="5041"/>
                    <a:pt x="334" y="6053"/>
                    <a:pt x="1012" y="6863"/>
                  </a:cubicBezTo>
                  <a:cubicBezTo>
                    <a:pt x="1036" y="6911"/>
                    <a:pt x="1084" y="6923"/>
                    <a:pt x="1131" y="6923"/>
                  </a:cubicBezTo>
                  <a:cubicBezTo>
                    <a:pt x="1155" y="6923"/>
                    <a:pt x="1203" y="6911"/>
                    <a:pt x="1227" y="6875"/>
                  </a:cubicBezTo>
                  <a:cubicBezTo>
                    <a:pt x="1310" y="6815"/>
                    <a:pt x="1310" y="6708"/>
                    <a:pt x="1250" y="6649"/>
                  </a:cubicBezTo>
                  <a:cubicBezTo>
                    <a:pt x="631" y="5922"/>
                    <a:pt x="310" y="4982"/>
                    <a:pt x="357" y="4017"/>
                  </a:cubicBezTo>
                  <a:cubicBezTo>
                    <a:pt x="393" y="3053"/>
                    <a:pt x="786" y="2148"/>
                    <a:pt x="1465" y="1458"/>
                  </a:cubicBezTo>
                  <a:cubicBezTo>
                    <a:pt x="2155" y="779"/>
                    <a:pt x="3060" y="374"/>
                    <a:pt x="4025" y="338"/>
                  </a:cubicBezTo>
                  <a:cubicBezTo>
                    <a:pt x="4081" y="335"/>
                    <a:pt x="4137" y="334"/>
                    <a:pt x="4192" y="334"/>
                  </a:cubicBezTo>
                  <a:cubicBezTo>
                    <a:pt x="4358" y="334"/>
                    <a:pt x="4519" y="347"/>
                    <a:pt x="4679" y="374"/>
                  </a:cubicBezTo>
                  <a:lnTo>
                    <a:pt x="4906" y="636"/>
                  </a:lnTo>
                  <a:lnTo>
                    <a:pt x="4822" y="862"/>
                  </a:lnTo>
                  <a:lnTo>
                    <a:pt x="4679" y="624"/>
                  </a:lnTo>
                  <a:cubicBezTo>
                    <a:pt x="4656" y="577"/>
                    <a:pt x="4596" y="541"/>
                    <a:pt x="4536" y="541"/>
                  </a:cubicBezTo>
                  <a:lnTo>
                    <a:pt x="4001" y="541"/>
                  </a:lnTo>
                  <a:cubicBezTo>
                    <a:pt x="3941" y="541"/>
                    <a:pt x="3882" y="565"/>
                    <a:pt x="3858" y="624"/>
                  </a:cubicBezTo>
                  <a:lnTo>
                    <a:pt x="3477" y="1327"/>
                  </a:lnTo>
                  <a:cubicBezTo>
                    <a:pt x="3441" y="1410"/>
                    <a:pt x="3441" y="1529"/>
                    <a:pt x="3477" y="1624"/>
                  </a:cubicBezTo>
                  <a:cubicBezTo>
                    <a:pt x="3524" y="1708"/>
                    <a:pt x="3632" y="1767"/>
                    <a:pt x="3739" y="1791"/>
                  </a:cubicBezTo>
                  <a:lnTo>
                    <a:pt x="4036" y="1815"/>
                  </a:lnTo>
                  <a:cubicBezTo>
                    <a:pt x="4096" y="1815"/>
                    <a:pt x="4155" y="1803"/>
                    <a:pt x="4179" y="1743"/>
                  </a:cubicBezTo>
                  <a:lnTo>
                    <a:pt x="4286" y="1577"/>
                  </a:lnTo>
                  <a:lnTo>
                    <a:pt x="4346" y="1648"/>
                  </a:lnTo>
                  <a:lnTo>
                    <a:pt x="4298" y="1934"/>
                  </a:lnTo>
                  <a:lnTo>
                    <a:pt x="3798" y="2005"/>
                  </a:lnTo>
                  <a:cubicBezTo>
                    <a:pt x="3763" y="2005"/>
                    <a:pt x="3751" y="2029"/>
                    <a:pt x="3715" y="2041"/>
                  </a:cubicBezTo>
                  <a:lnTo>
                    <a:pt x="3072" y="2517"/>
                  </a:lnTo>
                  <a:cubicBezTo>
                    <a:pt x="3048" y="2541"/>
                    <a:pt x="3024" y="2577"/>
                    <a:pt x="3024" y="2601"/>
                  </a:cubicBezTo>
                  <a:lnTo>
                    <a:pt x="2941" y="2898"/>
                  </a:lnTo>
                  <a:lnTo>
                    <a:pt x="2727" y="2874"/>
                  </a:lnTo>
                  <a:cubicBezTo>
                    <a:pt x="2716" y="2874"/>
                    <a:pt x="2706" y="2873"/>
                    <a:pt x="2696" y="2873"/>
                  </a:cubicBezTo>
                  <a:cubicBezTo>
                    <a:pt x="2565" y="2873"/>
                    <a:pt x="2449" y="2943"/>
                    <a:pt x="2405" y="3065"/>
                  </a:cubicBezTo>
                  <a:lnTo>
                    <a:pt x="2274" y="3422"/>
                  </a:lnTo>
                  <a:cubicBezTo>
                    <a:pt x="2250" y="3494"/>
                    <a:pt x="2250" y="3589"/>
                    <a:pt x="2286" y="3660"/>
                  </a:cubicBezTo>
                  <a:cubicBezTo>
                    <a:pt x="2334" y="3732"/>
                    <a:pt x="2393" y="3791"/>
                    <a:pt x="2465" y="3815"/>
                  </a:cubicBezTo>
                  <a:cubicBezTo>
                    <a:pt x="2322" y="3887"/>
                    <a:pt x="2215" y="4029"/>
                    <a:pt x="2203" y="4196"/>
                  </a:cubicBezTo>
                  <a:lnTo>
                    <a:pt x="2203" y="4268"/>
                  </a:lnTo>
                  <a:lnTo>
                    <a:pt x="1739" y="4791"/>
                  </a:lnTo>
                  <a:cubicBezTo>
                    <a:pt x="1667" y="4863"/>
                    <a:pt x="1631" y="4970"/>
                    <a:pt x="1631" y="5077"/>
                  </a:cubicBezTo>
                  <a:lnTo>
                    <a:pt x="1631" y="5684"/>
                  </a:lnTo>
                  <a:cubicBezTo>
                    <a:pt x="1631" y="5839"/>
                    <a:pt x="1691" y="5994"/>
                    <a:pt x="1810" y="6101"/>
                  </a:cubicBezTo>
                  <a:lnTo>
                    <a:pt x="2239" y="6518"/>
                  </a:lnTo>
                  <a:cubicBezTo>
                    <a:pt x="2334" y="6613"/>
                    <a:pt x="2465" y="6673"/>
                    <a:pt x="2596" y="6684"/>
                  </a:cubicBezTo>
                  <a:lnTo>
                    <a:pt x="3882" y="6792"/>
                  </a:lnTo>
                  <a:lnTo>
                    <a:pt x="3882" y="6827"/>
                  </a:lnTo>
                  <a:cubicBezTo>
                    <a:pt x="3870" y="6994"/>
                    <a:pt x="3929" y="7149"/>
                    <a:pt x="4060" y="7232"/>
                  </a:cubicBezTo>
                  <a:lnTo>
                    <a:pt x="4286" y="7399"/>
                  </a:lnTo>
                  <a:lnTo>
                    <a:pt x="4263" y="7446"/>
                  </a:lnTo>
                  <a:cubicBezTo>
                    <a:pt x="4203" y="7601"/>
                    <a:pt x="4263" y="7804"/>
                    <a:pt x="4406" y="7899"/>
                  </a:cubicBezTo>
                  <a:lnTo>
                    <a:pt x="4465" y="7958"/>
                  </a:lnTo>
                  <a:cubicBezTo>
                    <a:pt x="4406" y="7958"/>
                    <a:pt x="4358" y="7982"/>
                    <a:pt x="4298" y="7982"/>
                  </a:cubicBezTo>
                  <a:cubicBezTo>
                    <a:pt x="4250" y="7984"/>
                    <a:pt x="4202" y="7985"/>
                    <a:pt x="4153" y="7985"/>
                  </a:cubicBezTo>
                  <a:cubicBezTo>
                    <a:pt x="3241" y="7985"/>
                    <a:pt x="2368" y="7666"/>
                    <a:pt x="1667" y="7089"/>
                  </a:cubicBezTo>
                  <a:cubicBezTo>
                    <a:pt x="1630" y="7062"/>
                    <a:pt x="1590" y="7050"/>
                    <a:pt x="1553" y="7050"/>
                  </a:cubicBezTo>
                  <a:cubicBezTo>
                    <a:pt x="1508" y="7050"/>
                    <a:pt x="1467" y="7068"/>
                    <a:pt x="1441" y="7101"/>
                  </a:cubicBezTo>
                  <a:cubicBezTo>
                    <a:pt x="1381" y="7173"/>
                    <a:pt x="1393" y="7280"/>
                    <a:pt x="1453" y="7327"/>
                  </a:cubicBezTo>
                  <a:cubicBezTo>
                    <a:pt x="2215" y="7958"/>
                    <a:pt x="3155" y="8304"/>
                    <a:pt x="4132" y="8304"/>
                  </a:cubicBezTo>
                  <a:lnTo>
                    <a:pt x="4298" y="8304"/>
                  </a:lnTo>
                  <a:cubicBezTo>
                    <a:pt x="5334" y="8256"/>
                    <a:pt x="6334" y="7827"/>
                    <a:pt x="7084" y="7089"/>
                  </a:cubicBezTo>
                  <a:cubicBezTo>
                    <a:pt x="7823" y="6339"/>
                    <a:pt x="8251" y="5363"/>
                    <a:pt x="8299" y="4303"/>
                  </a:cubicBezTo>
                  <a:cubicBezTo>
                    <a:pt x="8394" y="3220"/>
                    <a:pt x="8049" y="2208"/>
                    <a:pt x="7382" y="1422"/>
                  </a:cubicBezTo>
                  <a:cubicBezTo>
                    <a:pt x="7350" y="1377"/>
                    <a:pt x="7304" y="1356"/>
                    <a:pt x="7258" y="1356"/>
                  </a:cubicBezTo>
                  <a:cubicBezTo>
                    <a:pt x="7220" y="1356"/>
                    <a:pt x="7183" y="1371"/>
                    <a:pt x="7156" y="1398"/>
                  </a:cubicBezTo>
                  <a:cubicBezTo>
                    <a:pt x="7084" y="1458"/>
                    <a:pt x="7084" y="1565"/>
                    <a:pt x="7144" y="1624"/>
                  </a:cubicBezTo>
                  <a:cubicBezTo>
                    <a:pt x="7584" y="2148"/>
                    <a:pt x="7870" y="2791"/>
                    <a:pt x="7989" y="3458"/>
                  </a:cubicBezTo>
                  <a:lnTo>
                    <a:pt x="7942" y="3410"/>
                  </a:lnTo>
                  <a:cubicBezTo>
                    <a:pt x="7867" y="3335"/>
                    <a:pt x="7754" y="3289"/>
                    <a:pt x="7628" y="3289"/>
                  </a:cubicBezTo>
                  <a:cubicBezTo>
                    <a:pt x="7614" y="3289"/>
                    <a:pt x="7599" y="3290"/>
                    <a:pt x="7584" y="3291"/>
                  </a:cubicBezTo>
                  <a:cubicBezTo>
                    <a:pt x="7454" y="3303"/>
                    <a:pt x="7334" y="3386"/>
                    <a:pt x="7263" y="3506"/>
                  </a:cubicBezTo>
                  <a:lnTo>
                    <a:pt x="7227" y="3541"/>
                  </a:lnTo>
                  <a:cubicBezTo>
                    <a:pt x="7156" y="3541"/>
                    <a:pt x="7084" y="3577"/>
                    <a:pt x="7025" y="3625"/>
                  </a:cubicBezTo>
                  <a:lnTo>
                    <a:pt x="6811" y="3363"/>
                  </a:lnTo>
                  <a:cubicBezTo>
                    <a:pt x="6779" y="3325"/>
                    <a:pt x="6739" y="3307"/>
                    <a:pt x="6698" y="3307"/>
                  </a:cubicBezTo>
                  <a:cubicBezTo>
                    <a:pt x="6661" y="3307"/>
                    <a:pt x="6625" y="3322"/>
                    <a:pt x="6596" y="3351"/>
                  </a:cubicBezTo>
                  <a:cubicBezTo>
                    <a:pt x="6513" y="3410"/>
                    <a:pt x="6513" y="3517"/>
                    <a:pt x="6572" y="3577"/>
                  </a:cubicBezTo>
                  <a:lnTo>
                    <a:pt x="6906" y="3958"/>
                  </a:lnTo>
                  <a:cubicBezTo>
                    <a:pt x="6930" y="3994"/>
                    <a:pt x="6977" y="4017"/>
                    <a:pt x="7025" y="4017"/>
                  </a:cubicBezTo>
                  <a:cubicBezTo>
                    <a:pt x="7073" y="4017"/>
                    <a:pt x="7108" y="4006"/>
                    <a:pt x="7144" y="3970"/>
                  </a:cubicBezTo>
                  <a:lnTo>
                    <a:pt x="7251" y="3875"/>
                  </a:lnTo>
                  <a:lnTo>
                    <a:pt x="7382" y="3958"/>
                  </a:lnTo>
                  <a:lnTo>
                    <a:pt x="6894" y="4934"/>
                  </a:lnTo>
                  <a:lnTo>
                    <a:pt x="6858" y="4934"/>
                  </a:lnTo>
                  <a:cubicBezTo>
                    <a:pt x="6834" y="4934"/>
                    <a:pt x="6787" y="4910"/>
                    <a:pt x="6775" y="4887"/>
                  </a:cubicBezTo>
                  <a:lnTo>
                    <a:pt x="6132" y="4101"/>
                  </a:lnTo>
                  <a:cubicBezTo>
                    <a:pt x="6098" y="4053"/>
                    <a:pt x="6049" y="4033"/>
                    <a:pt x="6001" y="4033"/>
                  </a:cubicBezTo>
                  <a:cubicBezTo>
                    <a:pt x="5966" y="4033"/>
                    <a:pt x="5931" y="4045"/>
                    <a:pt x="5906" y="4065"/>
                  </a:cubicBezTo>
                  <a:cubicBezTo>
                    <a:pt x="5834" y="4125"/>
                    <a:pt x="5834" y="4232"/>
                    <a:pt x="5882" y="4291"/>
                  </a:cubicBezTo>
                  <a:lnTo>
                    <a:pt x="6513" y="5077"/>
                  </a:lnTo>
                  <a:cubicBezTo>
                    <a:pt x="6608" y="5184"/>
                    <a:pt x="6739" y="5244"/>
                    <a:pt x="6894" y="5244"/>
                  </a:cubicBezTo>
                  <a:lnTo>
                    <a:pt x="7096" y="5232"/>
                  </a:lnTo>
                  <a:lnTo>
                    <a:pt x="6453" y="6720"/>
                  </a:lnTo>
                  <a:cubicBezTo>
                    <a:pt x="6418" y="6815"/>
                    <a:pt x="6346" y="6923"/>
                    <a:pt x="6275" y="7018"/>
                  </a:cubicBezTo>
                  <a:lnTo>
                    <a:pt x="5775" y="7625"/>
                  </a:lnTo>
                  <a:cubicBezTo>
                    <a:pt x="5513" y="7744"/>
                    <a:pt x="5251" y="7816"/>
                    <a:pt x="4965" y="7875"/>
                  </a:cubicBezTo>
                  <a:lnTo>
                    <a:pt x="4691" y="7625"/>
                  </a:lnTo>
                  <a:cubicBezTo>
                    <a:pt x="4656" y="7589"/>
                    <a:pt x="4644" y="7554"/>
                    <a:pt x="4656" y="7506"/>
                  </a:cubicBezTo>
                  <a:lnTo>
                    <a:pt x="4703" y="7339"/>
                  </a:lnTo>
                  <a:cubicBezTo>
                    <a:pt x="4715" y="7280"/>
                    <a:pt x="4703" y="7208"/>
                    <a:pt x="4644" y="7161"/>
                  </a:cubicBezTo>
                  <a:lnTo>
                    <a:pt x="4322" y="6923"/>
                  </a:lnTo>
                  <a:cubicBezTo>
                    <a:pt x="4298" y="6899"/>
                    <a:pt x="4286" y="6863"/>
                    <a:pt x="4286" y="6815"/>
                  </a:cubicBezTo>
                  <a:lnTo>
                    <a:pt x="4310" y="6613"/>
                  </a:lnTo>
                  <a:cubicBezTo>
                    <a:pt x="4310" y="6565"/>
                    <a:pt x="4310" y="6518"/>
                    <a:pt x="4286" y="6494"/>
                  </a:cubicBezTo>
                  <a:cubicBezTo>
                    <a:pt x="4251" y="6458"/>
                    <a:pt x="4203" y="6434"/>
                    <a:pt x="4167" y="6434"/>
                  </a:cubicBezTo>
                  <a:lnTo>
                    <a:pt x="2703" y="6315"/>
                  </a:lnTo>
                  <a:cubicBezTo>
                    <a:pt x="2643" y="6315"/>
                    <a:pt x="2596" y="6280"/>
                    <a:pt x="2560" y="6244"/>
                  </a:cubicBezTo>
                  <a:lnTo>
                    <a:pt x="2120" y="5827"/>
                  </a:lnTo>
                  <a:cubicBezTo>
                    <a:pt x="2084" y="5780"/>
                    <a:pt x="2048" y="5708"/>
                    <a:pt x="2048" y="5649"/>
                  </a:cubicBezTo>
                  <a:lnTo>
                    <a:pt x="2048" y="5030"/>
                  </a:lnTo>
                  <a:cubicBezTo>
                    <a:pt x="2048" y="5006"/>
                    <a:pt x="2060" y="4970"/>
                    <a:pt x="2084" y="4958"/>
                  </a:cubicBezTo>
                  <a:lnTo>
                    <a:pt x="2572" y="4398"/>
                  </a:lnTo>
                  <a:cubicBezTo>
                    <a:pt x="2596" y="4363"/>
                    <a:pt x="2620" y="4339"/>
                    <a:pt x="2620" y="4291"/>
                  </a:cubicBezTo>
                  <a:lnTo>
                    <a:pt x="2620" y="4160"/>
                  </a:lnTo>
                  <a:cubicBezTo>
                    <a:pt x="2620" y="4113"/>
                    <a:pt x="2643" y="4065"/>
                    <a:pt x="2691" y="4053"/>
                  </a:cubicBezTo>
                  <a:lnTo>
                    <a:pt x="3072" y="3887"/>
                  </a:lnTo>
                  <a:lnTo>
                    <a:pt x="3810" y="3875"/>
                  </a:lnTo>
                  <a:cubicBezTo>
                    <a:pt x="3822" y="3875"/>
                    <a:pt x="3834" y="3887"/>
                    <a:pt x="3834" y="3898"/>
                  </a:cubicBezTo>
                  <a:cubicBezTo>
                    <a:pt x="3846" y="4029"/>
                    <a:pt x="3953" y="4137"/>
                    <a:pt x="4072" y="4184"/>
                  </a:cubicBezTo>
                  <a:lnTo>
                    <a:pt x="4596" y="4363"/>
                  </a:lnTo>
                  <a:cubicBezTo>
                    <a:pt x="4628" y="4370"/>
                    <a:pt x="4661" y="4374"/>
                    <a:pt x="4693" y="4374"/>
                  </a:cubicBezTo>
                  <a:cubicBezTo>
                    <a:pt x="4766" y="4374"/>
                    <a:pt x="4836" y="4353"/>
                    <a:pt x="4894" y="4303"/>
                  </a:cubicBezTo>
                  <a:cubicBezTo>
                    <a:pt x="4953" y="4244"/>
                    <a:pt x="5001" y="4148"/>
                    <a:pt x="4989" y="4065"/>
                  </a:cubicBezTo>
                  <a:lnTo>
                    <a:pt x="5644" y="4017"/>
                  </a:lnTo>
                  <a:cubicBezTo>
                    <a:pt x="5751" y="4006"/>
                    <a:pt x="5882" y="3946"/>
                    <a:pt x="5953" y="3839"/>
                  </a:cubicBezTo>
                  <a:cubicBezTo>
                    <a:pt x="6025" y="3732"/>
                    <a:pt x="6060" y="3613"/>
                    <a:pt x="6025" y="3482"/>
                  </a:cubicBezTo>
                  <a:lnTo>
                    <a:pt x="6013" y="3398"/>
                  </a:lnTo>
                  <a:cubicBezTo>
                    <a:pt x="5980" y="3258"/>
                    <a:pt x="5870" y="3157"/>
                    <a:pt x="5725" y="3157"/>
                  </a:cubicBezTo>
                  <a:cubicBezTo>
                    <a:pt x="5710" y="3157"/>
                    <a:pt x="5695" y="3158"/>
                    <a:pt x="5679" y="3160"/>
                  </a:cubicBezTo>
                  <a:lnTo>
                    <a:pt x="5346" y="3184"/>
                  </a:lnTo>
                  <a:lnTo>
                    <a:pt x="5298" y="3125"/>
                  </a:lnTo>
                  <a:lnTo>
                    <a:pt x="5739" y="2684"/>
                  </a:lnTo>
                  <a:cubicBezTo>
                    <a:pt x="5799" y="2624"/>
                    <a:pt x="5799" y="2517"/>
                    <a:pt x="5739" y="2458"/>
                  </a:cubicBezTo>
                  <a:cubicBezTo>
                    <a:pt x="5709" y="2428"/>
                    <a:pt x="5671" y="2413"/>
                    <a:pt x="5632" y="2413"/>
                  </a:cubicBezTo>
                  <a:cubicBezTo>
                    <a:pt x="5593" y="2413"/>
                    <a:pt x="5554" y="2428"/>
                    <a:pt x="5525" y="2458"/>
                  </a:cubicBezTo>
                  <a:lnTo>
                    <a:pt x="4965" y="3005"/>
                  </a:lnTo>
                  <a:lnTo>
                    <a:pt x="4787" y="3077"/>
                  </a:lnTo>
                  <a:lnTo>
                    <a:pt x="4286" y="2696"/>
                  </a:lnTo>
                  <a:cubicBezTo>
                    <a:pt x="4251" y="2669"/>
                    <a:pt x="4208" y="2656"/>
                    <a:pt x="4169" y="2656"/>
                  </a:cubicBezTo>
                  <a:cubicBezTo>
                    <a:pt x="4156" y="2656"/>
                    <a:pt x="4144" y="2657"/>
                    <a:pt x="4132" y="2660"/>
                  </a:cubicBezTo>
                  <a:lnTo>
                    <a:pt x="3417" y="2886"/>
                  </a:lnTo>
                  <a:cubicBezTo>
                    <a:pt x="3405" y="2886"/>
                    <a:pt x="3370" y="2898"/>
                    <a:pt x="3358" y="2922"/>
                  </a:cubicBezTo>
                  <a:lnTo>
                    <a:pt x="3405" y="2708"/>
                  </a:lnTo>
                  <a:lnTo>
                    <a:pt x="3977" y="2291"/>
                  </a:lnTo>
                  <a:lnTo>
                    <a:pt x="4548" y="2208"/>
                  </a:lnTo>
                  <a:cubicBezTo>
                    <a:pt x="4632" y="2184"/>
                    <a:pt x="4691" y="2148"/>
                    <a:pt x="4691" y="2065"/>
                  </a:cubicBezTo>
                  <a:lnTo>
                    <a:pt x="4751" y="1589"/>
                  </a:lnTo>
                  <a:cubicBezTo>
                    <a:pt x="4751" y="1553"/>
                    <a:pt x="4751" y="1505"/>
                    <a:pt x="4715" y="1470"/>
                  </a:cubicBezTo>
                  <a:lnTo>
                    <a:pt x="4477" y="1172"/>
                  </a:lnTo>
                  <a:cubicBezTo>
                    <a:pt x="4441" y="1136"/>
                    <a:pt x="4406" y="1112"/>
                    <a:pt x="4346" y="1112"/>
                  </a:cubicBezTo>
                  <a:cubicBezTo>
                    <a:pt x="4298" y="1112"/>
                    <a:pt x="4239" y="1148"/>
                    <a:pt x="4215" y="1196"/>
                  </a:cubicBezTo>
                  <a:lnTo>
                    <a:pt x="4036" y="1446"/>
                  </a:lnTo>
                  <a:lnTo>
                    <a:pt x="3834" y="1434"/>
                  </a:lnTo>
                  <a:lnTo>
                    <a:pt x="4155" y="815"/>
                  </a:lnTo>
                  <a:lnTo>
                    <a:pt x="4477" y="815"/>
                  </a:lnTo>
                  <a:lnTo>
                    <a:pt x="4727" y="1267"/>
                  </a:lnTo>
                  <a:cubicBezTo>
                    <a:pt x="4763" y="1327"/>
                    <a:pt x="4822" y="1350"/>
                    <a:pt x="4882" y="1350"/>
                  </a:cubicBezTo>
                  <a:cubicBezTo>
                    <a:pt x="4941" y="1350"/>
                    <a:pt x="5001" y="1315"/>
                    <a:pt x="5025" y="1255"/>
                  </a:cubicBezTo>
                  <a:lnTo>
                    <a:pt x="5251" y="719"/>
                  </a:lnTo>
                  <a:cubicBezTo>
                    <a:pt x="5298" y="624"/>
                    <a:pt x="5287" y="505"/>
                    <a:pt x="5215" y="434"/>
                  </a:cubicBezTo>
                  <a:lnTo>
                    <a:pt x="5215" y="434"/>
                  </a:lnTo>
                  <a:cubicBezTo>
                    <a:pt x="5751" y="577"/>
                    <a:pt x="6263" y="839"/>
                    <a:pt x="6692" y="1208"/>
                  </a:cubicBezTo>
                  <a:cubicBezTo>
                    <a:pt x="6724" y="1234"/>
                    <a:pt x="6763" y="1247"/>
                    <a:pt x="6801" y="1247"/>
                  </a:cubicBezTo>
                  <a:cubicBezTo>
                    <a:pt x="6847" y="1247"/>
                    <a:pt x="6892" y="1228"/>
                    <a:pt x="6918" y="1196"/>
                  </a:cubicBezTo>
                  <a:cubicBezTo>
                    <a:pt x="6977" y="1112"/>
                    <a:pt x="6965" y="1017"/>
                    <a:pt x="6906" y="969"/>
                  </a:cubicBezTo>
                  <a:cubicBezTo>
                    <a:pt x="6157" y="343"/>
                    <a:pt x="5219"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4" name="Google Shape;13104;p68"/>
          <p:cNvGrpSpPr/>
          <p:nvPr/>
        </p:nvGrpSpPr>
        <p:grpSpPr>
          <a:xfrm>
            <a:off x="8065100" y="2076374"/>
            <a:ext cx="255086" cy="301685"/>
            <a:chOff x="8065100" y="2000174"/>
            <a:chExt cx="255086" cy="301685"/>
          </a:xfrm>
        </p:grpSpPr>
        <p:sp>
          <p:nvSpPr>
            <p:cNvPr id="13105" name="Google Shape;13105;p68"/>
            <p:cNvSpPr/>
            <p:nvPr/>
          </p:nvSpPr>
          <p:spPr>
            <a:xfrm>
              <a:off x="8085185" y="2151016"/>
              <a:ext cx="65220" cy="150842"/>
            </a:xfrm>
            <a:custGeom>
              <a:avLst/>
              <a:gdLst/>
              <a:ahLst/>
              <a:cxnLst/>
              <a:rect l="l" t="t" r="r" b="b"/>
              <a:pathLst>
                <a:path w="2049" h="4739" extrusionOk="0">
                  <a:moveTo>
                    <a:pt x="1144" y="274"/>
                  </a:moveTo>
                  <a:cubicBezTo>
                    <a:pt x="1299" y="274"/>
                    <a:pt x="1453" y="405"/>
                    <a:pt x="1453" y="583"/>
                  </a:cubicBezTo>
                  <a:lnTo>
                    <a:pt x="1453" y="881"/>
                  </a:lnTo>
                  <a:cubicBezTo>
                    <a:pt x="1453" y="1155"/>
                    <a:pt x="1251" y="1345"/>
                    <a:pt x="989" y="1345"/>
                  </a:cubicBezTo>
                  <a:cubicBezTo>
                    <a:pt x="739" y="1345"/>
                    <a:pt x="537" y="1131"/>
                    <a:pt x="537" y="881"/>
                  </a:cubicBezTo>
                  <a:lnTo>
                    <a:pt x="537" y="583"/>
                  </a:lnTo>
                  <a:cubicBezTo>
                    <a:pt x="537" y="417"/>
                    <a:pt x="668" y="274"/>
                    <a:pt x="846" y="274"/>
                  </a:cubicBezTo>
                  <a:close/>
                  <a:moveTo>
                    <a:pt x="1144" y="1631"/>
                  </a:moveTo>
                  <a:lnTo>
                    <a:pt x="1144" y="1691"/>
                  </a:lnTo>
                  <a:cubicBezTo>
                    <a:pt x="1144" y="1726"/>
                    <a:pt x="1156" y="1786"/>
                    <a:pt x="1180" y="1834"/>
                  </a:cubicBezTo>
                  <a:lnTo>
                    <a:pt x="989" y="2024"/>
                  </a:lnTo>
                  <a:lnTo>
                    <a:pt x="787" y="1834"/>
                  </a:lnTo>
                  <a:cubicBezTo>
                    <a:pt x="810" y="1786"/>
                    <a:pt x="822" y="1738"/>
                    <a:pt x="822" y="1691"/>
                  </a:cubicBezTo>
                  <a:lnTo>
                    <a:pt x="822" y="1631"/>
                  </a:lnTo>
                  <a:close/>
                  <a:moveTo>
                    <a:pt x="858" y="0"/>
                  </a:moveTo>
                  <a:cubicBezTo>
                    <a:pt x="537" y="0"/>
                    <a:pt x="275" y="274"/>
                    <a:pt x="275" y="583"/>
                  </a:cubicBezTo>
                  <a:lnTo>
                    <a:pt x="275" y="881"/>
                  </a:lnTo>
                  <a:cubicBezTo>
                    <a:pt x="275" y="1119"/>
                    <a:pt x="394" y="1345"/>
                    <a:pt x="572" y="1476"/>
                  </a:cubicBezTo>
                  <a:lnTo>
                    <a:pt x="572" y="1691"/>
                  </a:lnTo>
                  <a:lnTo>
                    <a:pt x="572" y="1703"/>
                  </a:lnTo>
                  <a:lnTo>
                    <a:pt x="239" y="1881"/>
                  </a:lnTo>
                  <a:cubicBezTo>
                    <a:pt x="84" y="1953"/>
                    <a:pt x="1" y="2107"/>
                    <a:pt x="1" y="2262"/>
                  </a:cubicBezTo>
                  <a:lnTo>
                    <a:pt x="1" y="3572"/>
                  </a:lnTo>
                  <a:cubicBezTo>
                    <a:pt x="1" y="3691"/>
                    <a:pt x="25" y="3798"/>
                    <a:pt x="96" y="3905"/>
                  </a:cubicBezTo>
                  <a:lnTo>
                    <a:pt x="251" y="4132"/>
                  </a:lnTo>
                  <a:cubicBezTo>
                    <a:pt x="275" y="4167"/>
                    <a:pt x="298" y="4227"/>
                    <a:pt x="298" y="4286"/>
                  </a:cubicBezTo>
                  <a:lnTo>
                    <a:pt x="298" y="4608"/>
                  </a:lnTo>
                  <a:cubicBezTo>
                    <a:pt x="298" y="4679"/>
                    <a:pt x="358" y="4739"/>
                    <a:pt x="429" y="4739"/>
                  </a:cubicBezTo>
                  <a:cubicBezTo>
                    <a:pt x="501" y="4739"/>
                    <a:pt x="560" y="4679"/>
                    <a:pt x="560" y="4608"/>
                  </a:cubicBezTo>
                  <a:lnTo>
                    <a:pt x="560" y="4286"/>
                  </a:lnTo>
                  <a:cubicBezTo>
                    <a:pt x="560" y="4167"/>
                    <a:pt x="537" y="4072"/>
                    <a:pt x="453" y="3965"/>
                  </a:cubicBezTo>
                  <a:lnTo>
                    <a:pt x="310" y="3739"/>
                  </a:lnTo>
                  <a:cubicBezTo>
                    <a:pt x="275" y="3691"/>
                    <a:pt x="263" y="3631"/>
                    <a:pt x="263" y="3572"/>
                  </a:cubicBezTo>
                  <a:lnTo>
                    <a:pt x="263" y="2262"/>
                  </a:lnTo>
                  <a:cubicBezTo>
                    <a:pt x="263" y="2203"/>
                    <a:pt x="298" y="2143"/>
                    <a:pt x="358" y="2119"/>
                  </a:cubicBezTo>
                  <a:lnTo>
                    <a:pt x="596" y="2000"/>
                  </a:lnTo>
                  <a:lnTo>
                    <a:pt x="810" y="2227"/>
                  </a:lnTo>
                  <a:cubicBezTo>
                    <a:pt x="870" y="2286"/>
                    <a:pt x="953" y="2310"/>
                    <a:pt x="1025" y="2310"/>
                  </a:cubicBezTo>
                  <a:cubicBezTo>
                    <a:pt x="1096" y="2310"/>
                    <a:pt x="1168" y="2286"/>
                    <a:pt x="1227" y="2227"/>
                  </a:cubicBezTo>
                  <a:lnTo>
                    <a:pt x="1453" y="2000"/>
                  </a:lnTo>
                  <a:lnTo>
                    <a:pt x="1692" y="2119"/>
                  </a:lnTo>
                  <a:cubicBezTo>
                    <a:pt x="1751" y="2143"/>
                    <a:pt x="1787" y="2191"/>
                    <a:pt x="1787" y="2262"/>
                  </a:cubicBezTo>
                  <a:lnTo>
                    <a:pt x="1787" y="3572"/>
                  </a:lnTo>
                  <a:cubicBezTo>
                    <a:pt x="1787" y="3631"/>
                    <a:pt x="1763" y="3691"/>
                    <a:pt x="1739" y="3739"/>
                  </a:cubicBezTo>
                  <a:lnTo>
                    <a:pt x="1584" y="3965"/>
                  </a:lnTo>
                  <a:cubicBezTo>
                    <a:pt x="1525" y="4048"/>
                    <a:pt x="1489" y="4167"/>
                    <a:pt x="1489" y="4286"/>
                  </a:cubicBezTo>
                  <a:lnTo>
                    <a:pt x="1489" y="4608"/>
                  </a:lnTo>
                  <a:cubicBezTo>
                    <a:pt x="1489" y="4679"/>
                    <a:pt x="1549" y="4739"/>
                    <a:pt x="1620" y="4739"/>
                  </a:cubicBezTo>
                  <a:cubicBezTo>
                    <a:pt x="1692" y="4739"/>
                    <a:pt x="1751" y="4679"/>
                    <a:pt x="1751" y="4608"/>
                  </a:cubicBezTo>
                  <a:lnTo>
                    <a:pt x="1751" y="4286"/>
                  </a:lnTo>
                  <a:cubicBezTo>
                    <a:pt x="1751" y="4227"/>
                    <a:pt x="1763" y="4167"/>
                    <a:pt x="1799" y="4132"/>
                  </a:cubicBezTo>
                  <a:lnTo>
                    <a:pt x="1942" y="3905"/>
                  </a:lnTo>
                  <a:cubicBezTo>
                    <a:pt x="2001" y="3810"/>
                    <a:pt x="2049" y="3691"/>
                    <a:pt x="2049" y="3572"/>
                  </a:cubicBezTo>
                  <a:lnTo>
                    <a:pt x="2049" y="2262"/>
                  </a:lnTo>
                  <a:cubicBezTo>
                    <a:pt x="2025" y="2107"/>
                    <a:pt x="1930" y="1953"/>
                    <a:pt x="1787" y="1881"/>
                  </a:cubicBezTo>
                  <a:lnTo>
                    <a:pt x="1441" y="1703"/>
                  </a:lnTo>
                  <a:lnTo>
                    <a:pt x="1441" y="1691"/>
                  </a:lnTo>
                  <a:lnTo>
                    <a:pt x="1441" y="1476"/>
                  </a:lnTo>
                  <a:cubicBezTo>
                    <a:pt x="1620" y="1345"/>
                    <a:pt x="1739" y="1131"/>
                    <a:pt x="1739" y="881"/>
                  </a:cubicBezTo>
                  <a:lnTo>
                    <a:pt x="1739" y="583"/>
                  </a:lnTo>
                  <a:cubicBezTo>
                    <a:pt x="1739" y="262"/>
                    <a:pt x="1465"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68"/>
            <p:cNvSpPr/>
            <p:nvPr/>
          </p:nvSpPr>
          <p:spPr>
            <a:xfrm>
              <a:off x="8161004" y="2151016"/>
              <a:ext cx="65188" cy="150842"/>
            </a:xfrm>
            <a:custGeom>
              <a:avLst/>
              <a:gdLst/>
              <a:ahLst/>
              <a:cxnLst/>
              <a:rect l="l" t="t" r="r" b="b"/>
              <a:pathLst>
                <a:path w="2048" h="4739" extrusionOk="0">
                  <a:moveTo>
                    <a:pt x="1143" y="274"/>
                  </a:moveTo>
                  <a:cubicBezTo>
                    <a:pt x="1298" y="274"/>
                    <a:pt x="1453" y="405"/>
                    <a:pt x="1453" y="583"/>
                  </a:cubicBezTo>
                  <a:lnTo>
                    <a:pt x="1453" y="881"/>
                  </a:lnTo>
                  <a:cubicBezTo>
                    <a:pt x="1441" y="1155"/>
                    <a:pt x="1250" y="1345"/>
                    <a:pt x="988" y="1345"/>
                  </a:cubicBezTo>
                  <a:cubicBezTo>
                    <a:pt x="738" y="1345"/>
                    <a:pt x="536" y="1131"/>
                    <a:pt x="536" y="881"/>
                  </a:cubicBezTo>
                  <a:lnTo>
                    <a:pt x="536" y="583"/>
                  </a:lnTo>
                  <a:cubicBezTo>
                    <a:pt x="536" y="417"/>
                    <a:pt x="667" y="274"/>
                    <a:pt x="845" y="274"/>
                  </a:cubicBezTo>
                  <a:close/>
                  <a:moveTo>
                    <a:pt x="1143" y="1631"/>
                  </a:moveTo>
                  <a:lnTo>
                    <a:pt x="1143" y="1691"/>
                  </a:lnTo>
                  <a:cubicBezTo>
                    <a:pt x="1143" y="1726"/>
                    <a:pt x="1155" y="1786"/>
                    <a:pt x="1179" y="1834"/>
                  </a:cubicBezTo>
                  <a:lnTo>
                    <a:pt x="988" y="2024"/>
                  </a:lnTo>
                  <a:lnTo>
                    <a:pt x="786" y="1834"/>
                  </a:lnTo>
                  <a:cubicBezTo>
                    <a:pt x="810" y="1786"/>
                    <a:pt x="822" y="1738"/>
                    <a:pt x="822" y="1691"/>
                  </a:cubicBezTo>
                  <a:lnTo>
                    <a:pt x="822" y="1631"/>
                  </a:lnTo>
                  <a:close/>
                  <a:moveTo>
                    <a:pt x="857" y="0"/>
                  </a:moveTo>
                  <a:cubicBezTo>
                    <a:pt x="536" y="0"/>
                    <a:pt x="274" y="274"/>
                    <a:pt x="274" y="583"/>
                  </a:cubicBezTo>
                  <a:lnTo>
                    <a:pt x="274" y="881"/>
                  </a:lnTo>
                  <a:cubicBezTo>
                    <a:pt x="274" y="1119"/>
                    <a:pt x="393" y="1345"/>
                    <a:pt x="572" y="1476"/>
                  </a:cubicBezTo>
                  <a:lnTo>
                    <a:pt x="572" y="1691"/>
                  </a:lnTo>
                  <a:lnTo>
                    <a:pt x="572" y="1703"/>
                  </a:lnTo>
                  <a:lnTo>
                    <a:pt x="238" y="1881"/>
                  </a:lnTo>
                  <a:cubicBezTo>
                    <a:pt x="83" y="1953"/>
                    <a:pt x="0" y="2107"/>
                    <a:pt x="0" y="2262"/>
                  </a:cubicBezTo>
                  <a:lnTo>
                    <a:pt x="0" y="3572"/>
                  </a:lnTo>
                  <a:cubicBezTo>
                    <a:pt x="0" y="3691"/>
                    <a:pt x="24" y="3798"/>
                    <a:pt x="95" y="3905"/>
                  </a:cubicBezTo>
                  <a:lnTo>
                    <a:pt x="250" y="4132"/>
                  </a:lnTo>
                  <a:cubicBezTo>
                    <a:pt x="274" y="4167"/>
                    <a:pt x="298" y="4227"/>
                    <a:pt x="298" y="4286"/>
                  </a:cubicBezTo>
                  <a:lnTo>
                    <a:pt x="298" y="4608"/>
                  </a:lnTo>
                  <a:cubicBezTo>
                    <a:pt x="298" y="4679"/>
                    <a:pt x="357"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7" y="2119"/>
                  </a:cubicBezTo>
                  <a:lnTo>
                    <a:pt x="595" y="2000"/>
                  </a:lnTo>
                  <a:lnTo>
                    <a:pt x="810" y="2227"/>
                  </a:lnTo>
                  <a:cubicBezTo>
                    <a:pt x="869" y="2286"/>
                    <a:pt x="953" y="2310"/>
                    <a:pt x="1024" y="2310"/>
                  </a:cubicBezTo>
                  <a:cubicBezTo>
                    <a:pt x="1095" y="2310"/>
                    <a:pt x="1167" y="2286"/>
                    <a:pt x="1226" y="2227"/>
                  </a:cubicBezTo>
                  <a:lnTo>
                    <a:pt x="1453" y="2000"/>
                  </a:lnTo>
                  <a:lnTo>
                    <a:pt x="1691" y="2119"/>
                  </a:lnTo>
                  <a:cubicBezTo>
                    <a:pt x="1750" y="2143"/>
                    <a:pt x="1786" y="2191"/>
                    <a:pt x="1786" y="2262"/>
                  </a:cubicBezTo>
                  <a:lnTo>
                    <a:pt x="1786" y="3572"/>
                  </a:lnTo>
                  <a:cubicBezTo>
                    <a:pt x="1786" y="3631"/>
                    <a:pt x="1762" y="3691"/>
                    <a:pt x="1738" y="3739"/>
                  </a:cubicBezTo>
                  <a:lnTo>
                    <a:pt x="1584" y="3965"/>
                  </a:lnTo>
                  <a:cubicBezTo>
                    <a:pt x="1524" y="4048"/>
                    <a:pt x="1488" y="4167"/>
                    <a:pt x="1488" y="4286"/>
                  </a:cubicBezTo>
                  <a:lnTo>
                    <a:pt x="1488" y="4608"/>
                  </a:lnTo>
                  <a:cubicBezTo>
                    <a:pt x="1488" y="4679"/>
                    <a:pt x="1548" y="4739"/>
                    <a:pt x="1619" y="4739"/>
                  </a:cubicBezTo>
                  <a:cubicBezTo>
                    <a:pt x="1691" y="4739"/>
                    <a:pt x="1750" y="4679"/>
                    <a:pt x="1750" y="4608"/>
                  </a:cubicBezTo>
                  <a:lnTo>
                    <a:pt x="1750" y="4286"/>
                  </a:lnTo>
                  <a:cubicBezTo>
                    <a:pt x="1750" y="4227"/>
                    <a:pt x="1762" y="4167"/>
                    <a:pt x="1798" y="4132"/>
                  </a:cubicBezTo>
                  <a:lnTo>
                    <a:pt x="1941" y="3905"/>
                  </a:lnTo>
                  <a:cubicBezTo>
                    <a:pt x="2000" y="3810"/>
                    <a:pt x="2048" y="3691"/>
                    <a:pt x="2048" y="3572"/>
                  </a:cubicBezTo>
                  <a:lnTo>
                    <a:pt x="2048" y="2262"/>
                  </a:lnTo>
                  <a:cubicBezTo>
                    <a:pt x="2024" y="2107"/>
                    <a:pt x="1929" y="1953"/>
                    <a:pt x="1786" y="1881"/>
                  </a:cubicBezTo>
                  <a:lnTo>
                    <a:pt x="1441" y="1703"/>
                  </a:lnTo>
                  <a:lnTo>
                    <a:pt x="1441" y="1691"/>
                  </a:lnTo>
                  <a:lnTo>
                    <a:pt x="1441" y="1476"/>
                  </a:lnTo>
                  <a:cubicBezTo>
                    <a:pt x="1619" y="1345"/>
                    <a:pt x="1738" y="1131"/>
                    <a:pt x="1738" y="881"/>
                  </a:cubicBezTo>
                  <a:lnTo>
                    <a:pt x="1738" y="583"/>
                  </a:lnTo>
                  <a:cubicBezTo>
                    <a:pt x="1738"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68"/>
            <p:cNvSpPr/>
            <p:nvPr/>
          </p:nvSpPr>
          <p:spPr>
            <a:xfrm>
              <a:off x="8236791" y="2151016"/>
              <a:ext cx="65220" cy="150842"/>
            </a:xfrm>
            <a:custGeom>
              <a:avLst/>
              <a:gdLst/>
              <a:ahLst/>
              <a:cxnLst/>
              <a:rect l="l" t="t" r="r" b="b"/>
              <a:pathLst>
                <a:path w="2049" h="4739" extrusionOk="0">
                  <a:moveTo>
                    <a:pt x="1143" y="274"/>
                  </a:moveTo>
                  <a:cubicBezTo>
                    <a:pt x="1298" y="274"/>
                    <a:pt x="1453" y="405"/>
                    <a:pt x="1453" y="583"/>
                  </a:cubicBezTo>
                  <a:lnTo>
                    <a:pt x="1453" y="881"/>
                  </a:lnTo>
                  <a:cubicBezTo>
                    <a:pt x="1441" y="1155"/>
                    <a:pt x="1250" y="1345"/>
                    <a:pt x="989" y="1345"/>
                  </a:cubicBezTo>
                  <a:cubicBezTo>
                    <a:pt x="739" y="1345"/>
                    <a:pt x="536" y="1131"/>
                    <a:pt x="536" y="881"/>
                  </a:cubicBezTo>
                  <a:lnTo>
                    <a:pt x="536" y="583"/>
                  </a:lnTo>
                  <a:cubicBezTo>
                    <a:pt x="536" y="417"/>
                    <a:pt x="667" y="274"/>
                    <a:pt x="846" y="274"/>
                  </a:cubicBezTo>
                  <a:close/>
                  <a:moveTo>
                    <a:pt x="1143" y="1631"/>
                  </a:moveTo>
                  <a:lnTo>
                    <a:pt x="1143" y="1691"/>
                  </a:lnTo>
                  <a:cubicBezTo>
                    <a:pt x="1143" y="1726"/>
                    <a:pt x="1155" y="1786"/>
                    <a:pt x="1179" y="1834"/>
                  </a:cubicBezTo>
                  <a:lnTo>
                    <a:pt x="989" y="2024"/>
                  </a:lnTo>
                  <a:lnTo>
                    <a:pt x="786" y="1834"/>
                  </a:lnTo>
                  <a:cubicBezTo>
                    <a:pt x="810" y="1786"/>
                    <a:pt x="822" y="1738"/>
                    <a:pt x="822" y="1691"/>
                  </a:cubicBezTo>
                  <a:lnTo>
                    <a:pt x="822" y="1631"/>
                  </a:lnTo>
                  <a:close/>
                  <a:moveTo>
                    <a:pt x="858" y="0"/>
                  </a:moveTo>
                  <a:cubicBezTo>
                    <a:pt x="536" y="0"/>
                    <a:pt x="274" y="274"/>
                    <a:pt x="274" y="583"/>
                  </a:cubicBezTo>
                  <a:lnTo>
                    <a:pt x="274" y="881"/>
                  </a:lnTo>
                  <a:cubicBezTo>
                    <a:pt x="274" y="1119"/>
                    <a:pt x="393" y="1345"/>
                    <a:pt x="572" y="1476"/>
                  </a:cubicBezTo>
                  <a:lnTo>
                    <a:pt x="572" y="1691"/>
                  </a:lnTo>
                  <a:lnTo>
                    <a:pt x="572" y="1703"/>
                  </a:lnTo>
                  <a:lnTo>
                    <a:pt x="238" y="1881"/>
                  </a:lnTo>
                  <a:cubicBezTo>
                    <a:pt x="84" y="1953"/>
                    <a:pt x="0" y="2107"/>
                    <a:pt x="0" y="2262"/>
                  </a:cubicBezTo>
                  <a:lnTo>
                    <a:pt x="0" y="3572"/>
                  </a:lnTo>
                  <a:cubicBezTo>
                    <a:pt x="0" y="3691"/>
                    <a:pt x="24" y="3798"/>
                    <a:pt x="96" y="3905"/>
                  </a:cubicBezTo>
                  <a:lnTo>
                    <a:pt x="250" y="4132"/>
                  </a:lnTo>
                  <a:cubicBezTo>
                    <a:pt x="274" y="4167"/>
                    <a:pt x="298" y="4227"/>
                    <a:pt x="298" y="4286"/>
                  </a:cubicBezTo>
                  <a:lnTo>
                    <a:pt x="298" y="4608"/>
                  </a:lnTo>
                  <a:cubicBezTo>
                    <a:pt x="298" y="4679"/>
                    <a:pt x="358"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8" y="2119"/>
                  </a:cubicBezTo>
                  <a:lnTo>
                    <a:pt x="596" y="2000"/>
                  </a:lnTo>
                  <a:lnTo>
                    <a:pt x="810" y="2227"/>
                  </a:lnTo>
                  <a:cubicBezTo>
                    <a:pt x="869" y="2286"/>
                    <a:pt x="953" y="2310"/>
                    <a:pt x="1024" y="2310"/>
                  </a:cubicBezTo>
                  <a:cubicBezTo>
                    <a:pt x="1096" y="2310"/>
                    <a:pt x="1167" y="2286"/>
                    <a:pt x="1227" y="2227"/>
                  </a:cubicBezTo>
                  <a:lnTo>
                    <a:pt x="1453" y="2000"/>
                  </a:lnTo>
                  <a:lnTo>
                    <a:pt x="1691" y="2119"/>
                  </a:lnTo>
                  <a:cubicBezTo>
                    <a:pt x="1751" y="2143"/>
                    <a:pt x="1786" y="2191"/>
                    <a:pt x="1786" y="2262"/>
                  </a:cubicBezTo>
                  <a:lnTo>
                    <a:pt x="1786" y="3572"/>
                  </a:lnTo>
                  <a:cubicBezTo>
                    <a:pt x="1786" y="3631"/>
                    <a:pt x="1762" y="3691"/>
                    <a:pt x="1739" y="3739"/>
                  </a:cubicBezTo>
                  <a:lnTo>
                    <a:pt x="1584" y="3965"/>
                  </a:lnTo>
                  <a:cubicBezTo>
                    <a:pt x="1524" y="4048"/>
                    <a:pt x="1489" y="4167"/>
                    <a:pt x="1489" y="4286"/>
                  </a:cubicBezTo>
                  <a:lnTo>
                    <a:pt x="1489" y="4608"/>
                  </a:lnTo>
                  <a:cubicBezTo>
                    <a:pt x="1489" y="4679"/>
                    <a:pt x="1548" y="4739"/>
                    <a:pt x="1620" y="4739"/>
                  </a:cubicBezTo>
                  <a:cubicBezTo>
                    <a:pt x="1691" y="4739"/>
                    <a:pt x="1751" y="4679"/>
                    <a:pt x="1751" y="4608"/>
                  </a:cubicBezTo>
                  <a:lnTo>
                    <a:pt x="1751" y="4286"/>
                  </a:lnTo>
                  <a:cubicBezTo>
                    <a:pt x="1751" y="4227"/>
                    <a:pt x="1762" y="4167"/>
                    <a:pt x="1798" y="4132"/>
                  </a:cubicBezTo>
                  <a:lnTo>
                    <a:pt x="1941" y="3905"/>
                  </a:lnTo>
                  <a:cubicBezTo>
                    <a:pt x="2001" y="3810"/>
                    <a:pt x="2048" y="3691"/>
                    <a:pt x="2048" y="3572"/>
                  </a:cubicBezTo>
                  <a:lnTo>
                    <a:pt x="2048" y="2262"/>
                  </a:lnTo>
                  <a:cubicBezTo>
                    <a:pt x="2024" y="2107"/>
                    <a:pt x="1929" y="1953"/>
                    <a:pt x="1786" y="1881"/>
                  </a:cubicBezTo>
                  <a:lnTo>
                    <a:pt x="1441" y="1703"/>
                  </a:lnTo>
                  <a:lnTo>
                    <a:pt x="1441" y="1691"/>
                  </a:lnTo>
                  <a:lnTo>
                    <a:pt x="1441" y="1476"/>
                  </a:lnTo>
                  <a:cubicBezTo>
                    <a:pt x="1620" y="1345"/>
                    <a:pt x="1739" y="1131"/>
                    <a:pt x="1739" y="881"/>
                  </a:cubicBezTo>
                  <a:lnTo>
                    <a:pt x="1739" y="583"/>
                  </a:lnTo>
                  <a:cubicBezTo>
                    <a:pt x="1739"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68"/>
            <p:cNvSpPr/>
            <p:nvPr/>
          </p:nvSpPr>
          <p:spPr>
            <a:xfrm>
              <a:off x="8065100" y="2000174"/>
              <a:ext cx="255086" cy="178916"/>
            </a:xfrm>
            <a:custGeom>
              <a:avLst/>
              <a:gdLst/>
              <a:ahLst/>
              <a:cxnLst/>
              <a:rect l="l" t="t" r="r" b="b"/>
              <a:pathLst>
                <a:path w="8014" h="5621" extrusionOk="0">
                  <a:moveTo>
                    <a:pt x="2680" y="512"/>
                  </a:moveTo>
                  <a:lnTo>
                    <a:pt x="2680" y="512"/>
                  </a:lnTo>
                  <a:cubicBezTo>
                    <a:pt x="2477" y="691"/>
                    <a:pt x="2275" y="917"/>
                    <a:pt x="2096" y="1191"/>
                  </a:cubicBezTo>
                  <a:cubicBezTo>
                    <a:pt x="1977" y="1370"/>
                    <a:pt x="1882" y="1572"/>
                    <a:pt x="1787" y="1786"/>
                  </a:cubicBezTo>
                  <a:lnTo>
                    <a:pt x="1013" y="1786"/>
                  </a:lnTo>
                  <a:cubicBezTo>
                    <a:pt x="1430" y="1215"/>
                    <a:pt x="2013" y="774"/>
                    <a:pt x="2680" y="512"/>
                  </a:cubicBezTo>
                  <a:close/>
                  <a:moveTo>
                    <a:pt x="3870" y="274"/>
                  </a:moveTo>
                  <a:lnTo>
                    <a:pt x="3870" y="1786"/>
                  </a:lnTo>
                  <a:lnTo>
                    <a:pt x="2096" y="1786"/>
                  </a:lnTo>
                  <a:cubicBezTo>
                    <a:pt x="2513" y="917"/>
                    <a:pt x="3156" y="346"/>
                    <a:pt x="3870" y="274"/>
                  </a:cubicBezTo>
                  <a:close/>
                  <a:moveTo>
                    <a:pt x="4144" y="274"/>
                  </a:moveTo>
                  <a:cubicBezTo>
                    <a:pt x="4870" y="334"/>
                    <a:pt x="5513" y="917"/>
                    <a:pt x="5906" y="1786"/>
                  </a:cubicBezTo>
                  <a:lnTo>
                    <a:pt x="4144" y="1786"/>
                  </a:lnTo>
                  <a:lnTo>
                    <a:pt x="4144" y="274"/>
                  </a:lnTo>
                  <a:close/>
                  <a:moveTo>
                    <a:pt x="5335" y="512"/>
                  </a:moveTo>
                  <a:lnTo>
                    <a:pt x="5335" y="512"/>
                  </a:lnTo>
                  <a:cubicBezTo>
                    <a:pt x="6002" y="774"/>
                    <a:pt x="6561" y="1215"/>
                    <a:pt x="7002" y="1786"/>
                  </a:cubicBezTo>
                  <a:lnTo>
                    <a:pt x="6228" y="1786"/>
                  </a:lnTo>
                  <a:cubicBezTo>
                    <a:pt x="6133" y="1572"/>
                    <a:pt x="6025" y="1382"/>
                    <a:pt x="5906" y="1191"/>
                  </a:cubicBezTo>
                  <a:cubicBezTo>
                    <a:pt x="5728" y="917"/>
                    <a:pt x="5537" y="691"/>
                    <a:pt x="5335" y="512"/>
                  </a:cubicBezTo>
                  <a:close/>
                  <a:moveTo>
                    <a:pt x="1680" y="2048"/>
                  </a:moveTo>
                  <a:cubicBezTo>
                    <a:pt x="1465" y="2596"/>
                    <a:pt x="1358" y="3215"/>
                    <a:pt x="1346" y="3846"/>
                  </a:cubicBezTo>
                  <a:lnTo>
                    <a:pt x="287" y="3846"/>
                  </a:lnTo>
                  <a:cubicBezTo>
                    <a:pt x="310" y="3191"/>
                    <a:pt x="513" y="2572"/>
                    <a:pt x="834" y="2048"/>
                  </a:cubicBezTo>
                  <a:close/>
                  <a:moveTo>
                    <a:pt x="3870" y="2048"/>
                  </a:moveTo>
                  <a:lnTo>
                    <a:pt x="3870" y="3846"/>
                  </a:lnTo>
                  <a:lnTo>
                    <a:pt x="1620" y="3846"/>
                  </a:lnTo>
                  <a:cubicBezTo>
                    <a:pt x="1644" y="3191"/>
                    <a:pt x="1763" y="2572"/>
                    <a:pt x="1965" y="2048"/>
                  </a:cubicBezTo>
                  <a:close/>
                  <a:moveTo>
                    <a:pt x="6049" y="2048"/>
                  </a:moveTo>
                  <a:cubicBezTo>
                    <a:pt x="6252" y="2584"/>
                    <a:pt x="6371" y="3191"/>
                    <a:pt x="6383" y="3846"/>
                  </a:cubicBezTo>
                  <a:lnTo>
                    <a:pt x="4144" y="3846"/>
                  </a:lnTo>
                  <a:lnTo>
                    <a:pt x="4144" y="2048"/>
                  </a:lnTo>
                  <a:close/>
                  <a:moveTo>
                    <a:pt x="7192" y="2048"/>
                  </a:moveTo>
                  <a:cubicBezTo>
                    <a:pt x="7514" y="2584"/>
                    <a:pt x="7716" y="3191"/>
                    <a:pt x="7740" y="3846"/>
                  </a:cubicBezTo>
                  <a:lnTo>
                    <a:pt x="6668" y="3846"/>
                  </a:lnTo>
                  <a:cubicBezTo>
                    <a:pt x="6656" y="3215"/>
                    <a:pt x="6537" y="2596"/>
                    <a:pt x="6347" y="2048"/>
                  </a:cubicBezTo>
                  <a:close/>
                  <a:moveTo>
                    <a:pt x="4001" y="0"/>
                  </a:moveTo>
                  <a:cubicBezTo>
                    <a:pt x="2930" y="0"/>
                    <a:pt x="1930" y="417"/>
                    <a:pt x="1180" y="1167"/>
                  </a:cubicBezTo>
                  <a:cubicBezTo>
                    <a:pt x="418" y="1929"/>
                    <a:pt x="1" y="2929"/>
                    <a:pt x="1" y="4001"/>
                  </a:cubicBezTo>
                  <a:cubicBezTo>
                    <a:pt x="1" y="4537"/>
                    <a:pt x="108" y="5061"/>
                    <a:pt x="310" y="5537"/>
                  </a:cubicBezTo>
                  <a:cubicBezTo>
                    <a:pt x="337" y="5590"/>
                    <a:pt x="384" y="5617"/>
                    <a:pt x="436" y="5617"/>
                  </a:cubicBezTo>
                  <a:cubicBezTo>
                    <a:pt x="453" y="5617"/>
                    <a:pt x="471" y="5614"/>
                    <a:pt x="489" y="5608"/>
                  </a:cubicBezTo>
                  <a:cubicBezTo>
                    <a:pt x="560" y="5573"/>
                    <a:pt x="596" y="5501"/>
                    <a:pt x="560" y="5430"/>
                  </a:cubicBezTo>
                  <a:cubicBezTo>
                    <a:pt x="382" y="5013"/>
                    <a:pt x="298" y="4584"/>
                    <a:pt x="287" y="4132"/>
                  </a:cubicBezTo>
                  <a:lnTo>
                    <a:pt x="1334" y="4132"/>
                  </a:lnTo>
                  <a:lnTo>
                    <a:pt x="1334" y="4299"/>
                  </a:lnTo>
                  <a:cubicBezTo>
                    <a:pt x="1334" y="4370"/>
                    <a:pt x="1418" y="4430"/>
                    <a:pt x="1489" y="4430"/>
                  </a:cubicBezTo>
                  <a:cubicBezTo>
                    <a:pt x="1561" y="4430"/>
                    <a:pt x="1620" y="4358"/>
                    <a:pt x="1620" y="4287"/>
                  </a:cubicBezTo>
                  <a:lnTo>
                    <a:pt x="1620" y="4132"/>
                  </a:lnTo>
                  <a:lnTo>
                    <a:pt x="3870" y="4132"/>
                  </a:lnTo>
                  <a:lnTo>
                    <a:pt x="3870" y="4299"/>
                  </a:lnTo>
                  <a:cubicBezTo>
                    <a:pt x="3870" y="4370"/>
                    <a:pt x="3930" y="4430"/>
                    <a:pt x="4001" y="4430"/>
                  </a:cubicBezTo>
                  <a:cubicBezTo>
                    <a:pt x="4073" y="4430"/>
                    <a:pt x="4132" y="4370"/>
                    <a:pt x="4132" y="4299"/>
                  </a:cubicBezTo>
                  <a:lnTo>
                    <a:pt x="4132" y="4132"/>
                  </a:lnTo>
                  <a:lnTo>
                    <a:pt x="6383" y="4132"/>
                  </a:lnTo>
                  <a:lnTo>
                    <a:pt x="6383" y="4287"/>
                  </a:lnTo>
                  <a:cubicBezTo>
                    <a:pt x="6383" y="4358"/>
                    <a:pt x="6442" y="4430"/>
                    <a:pt x="6514" y="4430"/>
                  </a:cubicBezTo>
                  <a:cubicBezTo>
                    <a:pt x="6597" y="4430"/>
                    <a:pt x="6656" y="4370"/>
                    <a:pt x="6656" y="4299"/>
                  </a:cubicBezTo>
                  <a:lnTo>
                    <a:pt x="6656" y="4132"/>
                  </a:lnTo>
                  <a:lnTo>
                    <a:pt x="7704" y="4132"/>
                  </a:lnTo>
                  <a:cubicBezTo>
                    <a:pt x="7692" y="4584"/>
                    <a:pt x="7609" y="5013"/>
                    <a:pt x="7430" y="5430"/>
                  </a:cubicBezTo>
                  <a:cubicBezTo>
                    <a:pt x="7395" y="5501"/>
                    <a:pt x="7430" y="5573"/>
                    <a:pt x="7502" y="5608"/>
                  </a:cubicBezTo>
                  <a:cubicBezTo>
                    <a:pt x="7514" y="5608"/>
                    <a:pt x="7526" y="5620"/>
                    <a:pt x="7561" y="5620"/>
                  </a:cubicBezTo>
                  <a:cubicBezTo>
                    <a:pt x="7621" y="5620"/>
                    <a:pt x="7668" y="5596"/>
                    <a:pt x="7692" y="5537"/>
                  </a:cubicBezTo>
                  <a:cubicBezTo>
                    <a:pt x="7907" y="5037"/>
                    <a:pt x="8002" y="4525"/>
                    <a:pt x="8002" y="4001"/>
                  </a:cubicBezTo>
                  <a:cubicBezTo>
                    <a:pt x="8014" y="2929"/>
                    <a:pt x="7597" y="1917"/>
                    <a:pt x="6835" y="1167"/>
                  </a:cubicBezTo>
                  <a:cubicBezTo>
                    <a:pt x="6073" y="417"/>
                    <a:pt x="5073" y="0"/>
                    <a:pt x="4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9" name="Google Shape;13109;p68"/>
          <p:cNvGrpSpPr/>
          <p:nvPr/>
        </p:nvGrpSpPr>
        <p:grpSpPr>
          <a:xfrm>
            <a:off x="6633705" y="2045308"/>
            <a:ext cx="249420" cy="363849"/>
            <a:chOff x="6633705" y="1969108"/>
            <a:chExt cx="249420" cy="363849"/>
          </a:xfrm>
        </p:grpSpPr>
        <p:sp>
          <p:nvSpPr>
            <p:cNvPr id="13110" name="Google Shape;13110;p68"/>
            <p:cNvSpPr/>
            <p:nvPr/>
          </p:nvSpPr>
          <p:spPr>
            <a:xfrm>
              <a:off x="6678426" y="1969108"/>
              <a:ext cx="159214" cy="238407"/>
            </a:xfrm>
            <a:custGeom>
              <a:avLst/>
              <a:gdLst/>
              <a:ahLst/>
              <a:cxnLst/>
              <a:rect l="l" t="t" r="r" b="b"/>
              <a:pathLst>
                <a:path w="5002" h="7490" extrusionOk="0">
                  <a:moveTo>
                    <a:pt x="2525" y="333"/>
                  </a:moveTo>
                  <a:cubicBezTo>
                    <a:pt x="2906" y="333"/>
                    <a:pt x="3239" y="572"/>
                    <a:pt x="3251" y="857"/>
                  </a:cubicBezTo>
                  <a:cubicBezTo>
                    <a:pt x="3025" y="762"/>
                    <a:pt x="2775" y="714"/>
                    <a:pt x="2525" y="714"/>
                  </a:cubicBezTo>
                  <a:cubicBezTo>
                    <a:pt x="2263" y="714"/>
                    <a:pt x="2013" y="762"/>
                    <a:pt x="1787" y="857"/>
                  </a:cubicBezTo>
                  <a:cubicBezTo>
                    <a:pt x="1811" y="560"/>
                    <a:pt x="2120" y="333"/>
                    <a:pt x="2525" y="333"/>
                  </a:cubicBezTo>
                  <a:close/>
                  <a:moveTo>
                    <a:pt x="2525" y="1036"/>
                  </a:moveTo>
                  <a:cubicBezTo>
                    <a:pt x="3418" y="1036"/>
                    <a:pt x="4144" y="1762"/>
                    <a:pt x="4144" y="2655"/>
                  </a:cubicBezTo>
                  <a:cubicBezTo>
                    <a:pt x="4144" y="2786"/>
                    <a:pt x="4132" y="2905"/>
                    <a:pt x="4097" y="3036"/>
                  </a:cubicBezTo>
                  <a:cubicBezTo>
                    <a:pt x="4073" y="2905"/>
                    <a:pt x="3989" y="2786"/>
                    <a:pt x="3870" y="2679"/>
                  </a:cubicBezTo>
                  <a:cubicBezTo>
                    <a:pt x="3216" y="2107"/>
                    <a:pt x="2049" y="1953"/>
                    <a:pt x="2001" y="1941"/>
                  </a:cubicBezTo>
                  <a:cubicBezTo>
                    <a:pt x="1994" y="1940"/>
                    <a:pt x="1987" y="1939"/>
                    <a:pt x="1980" y="1939"/>
                  </a:cubicBezTo>
                  <a:cubicBezTo>
                    <a:pt x="1894" y="1939"/>
                    <a:pt x="1822" y="2006"/>
                    <a:pt x="1811" y="2084"/>
                  </a:cubicBezTo>
                  <a:cubicBezTo>
                    <a:pt x="1787" y="2179"/>
                    <a:pt x="1870" y="2262"/>
                    <a:pt x="1953" y="2286"/>
                  </a:cubicBezTo>
                  <a:cubicBezTo>
                    <a:pt x="1965" y="2286"/>
                    <a:pt x="3073" y="2429"/>
                    <a:pt x="3656" y="2941"/>
                  </a:cubicBezTo>
                  <a:cubicBezTo>
                    <a:pt x="3727" y="3012"/>
                    <a:pt x="3787" y="3120"/>
                    <a:pt x="3787" y="3215"/>
                  </a:cubicBezTo>
                  <a:lnTo>
                    <a:pt x="3787" y="3370"/>
                  </a:lnTo>
                  <a:cubicBezTo>
                    <a:pt x="3787" y="4084"/>
                    <a:pt x="3216" y="4644"/>
                    <a:pt x="2525" y="4644"/>
                  </a:cubicBezTo>
                  <a:cubicBezTo>
                    <a:pt x="1822" y="4644"/>
                    <a:pt x="1251" y="4084"/>
                    <a:pt x="1251" y="3381"/>
                  </a:cubicBezTo>
                  <a:cubicBezTo>
                    <a:pt x="1251" y="3334"/>
                    <a:pt x="1287" y="3274"/>
                    <a:pt x="1311" y="3250"/>
                  </a:cubicBezTo>
                  <a:cubicBezTo>
                    <a:pt x="1453" y="3143"/>
                    <a:pt x="1644" y="2977"/>
                    <a:pt x="1763" y="2727"/>
                  </a:cubicBezTo>
                  <a:cubicBezTo>
                    <a:pt x="1811" y="2643"/>
                    <a:pt x="1775" y="2548"/>
                    <a:pt x="1692" y="2500"/>
                  </a:cubicBezTo>
                  <a:cubicBezTo>
                    <a:pt x="1664" y="2490"/>
                    <a:pt x="1637" y="2485"/>
                    <a:pt x="1612" y="2485"/>
                  </a:cubicBezTo>
                  <a:cubicBezTo>
                    <a:pt x="1551" y="2485"/>
                    <a:pt x="1499" y="2516"/>
                    <a:pt x="1465" y="2584"/>
                  </a:cubicBezTo>
                  <a:cubicBezTo>
                    <a:pt x="1370" y="2762"/>
                    <a:pt x="1227" y="2893"/>
                    <a:pt x="1120" y="2965"/>
                  </a:cubicBezTo>
                  <a:cubicBezTo>
                    <a:pt x="1060" y="3012"/>
                    <a:pt x="1001" y="3072"/>
                    <a:pt x="977" y="3143"/>
                  </a:cubicBezTo>
                  <a:cubicBezTo>
                    <a:pt x="930" y="2977"/>
                    <a:pt x="894" y="2822"/>
                    <a:pt x="894" y="2655"/>
                  </a:cubicBezTo>
                  <a:cubicBezTo>
                    <a:pt x="894" y="1762"/>
                    <a:pt x="1632" y="1036"/>
                    <a:pt x="2525" y="1036"/>
                  </a:cubicBezTo>
                  <a:close/>
                  <a:moveTo>
                    <a:pt x="3061" y="4882"/>
                  </a:moveTo>
                  <a:lnTo>
                    <a:pt x="3061" y="5120"/>
                  </a:lnTo>
                  <a:cubicBezTo>
                    <a:pt x="3061" y="5167"/>
                    <a:pt x="3061" y="5215"/>
                    <a:pt x="3073" y="5263"/>
                  </a:cubicBezTo>
                  <a:lnTo>
                    <a:pt x="2525" y="5679"/>
                  </a:lnTo>
                  <a:lnTo>
                    <a:pt x="1942" y="5263"/>
                  </a:lnTo>
                  <a:cubicBezTo>
                    <a:pt x="1953" y="5215"/>
                    <a:pt x="1953" y="5167"/>
                    <a:pt x="1953" y="5120"/>
                  </a:cubicBezTo>
                  <a:lnTo>
                    <a:pt x="1953" y="4882"/>
                  </a:lnTo>
                  <a:cubicBezTo>
                    <a:pt x="2132" y="4941"/>
                    <a:pt x="2311" y="4989"/>
                    <a:pt x="2501" y="4989"/>
                  </a:cubicBezTo>
                  <a:cubicBezTo>
                    <a:pt x="2704" y="4989"/>
                    <a:pt x="2882" y="4965"/>
                    <a:pt x="3061" y="4882"/>
                  </a:cubicBezTo>
                  <a:close/>
                  <a:moveTo>
                    <a:pt x="2525" y="5679"/>
                  </a:moveTo>
                  <a:cubicBezTo>
                    <a:pt x="2525" y="5685"/>
                    <a:pt x="2519" y="5688"/>
                    <a:pt x="2516" y="5688"/>
                  </a:cubicBezTo>
                  <a:cubicBezTo>
                    <a:pt x="2513" y="5688"/>
                    <a:pt x="2513" y="5685"/>
                    <a:pt x="2525" y="5679"/>
                  </a:cubicBezTo>
                  <a:close/>
                  <a:moveTo>
                    <a:pt x="2501" y="0"/>
                  </a:moveTo>
                  <a:cubicBezTo>
                    <a:pt x="1930" y="0"/>
                    <a:pt x="1453" y="405"/>
                    <a:pt x="1453" y="881"/>
                  </a:cubicBezTo>
                  <a:cubicBezTo>
                    <a:pt x="1453" y="929"/>
                    <a:pt x="1453" y="976"/>
                    <a:pt x="1465" y="1012"/>
                  </a:cubicBezTo>
                  <a:cubicBezTo>
                    <a:pt x="918" y="1357"/>
                    <a:pt x="560" y="1965"/>
                    <a:pt x="560" y="2667"/>
                  </a:cubicBezTo>
                  <a:cubicBezTo>
                    <a:pt x="560" y="3120"/>
                    <a:pt x="715" y="3560"/>
                    <a:pt x="1001" y="3917"/>
                  </a:cubicBezTo>
                  <a:cubicBezTo>
                    <a:pt x="1120" y="4251"/>
                    <a:pt x="1346" y="4524"/>
                    <a:pt x="1632" y="4727"/>
                  </a:cubicBezTo>
                  <a:lnTo>
                    <a:pt x="1632" y="5120"/>
                  </a:lnTo>
                  <a:cubicBezTo>
                    <a:pt x="1632" y="5203"/>
                    <a:pt x="1584" y="5275"/>
                    <a:pt x="1513" y="5298"/>
                  </a:cubicBezTo>
                  <a:lnTo>
                    <a:pt x="418" y="5775"/>
                  </a:lnTo>
                  <a:cubicBezTo>
                    <a:pt x="168" y="5894"/>
                    <a:pt x="1" y="6156"/>
                    <a:pt x="1" y="6418"/>
                  </a:cubicBezTo>
                  <a:lnTo>
                    <a:pt x="1" y="7322"/>
                  </a:lnTo>
                  <a:cubicBezTo>
                    <a:pt x="1" y="7418"/>
                    <a:pt x="84" y="7489"/>
                    <a:pt x="168" y="7489"/>
                  </a:cubicBezTo>
                  <a:cubicBezTo>
                    <a:pt x="263" y="7489"/>
                    <a:pt x="334" y="7418"/>
                    <a:pt x="334" y="7322"/>
                  </a:cubicBezTo>
                  <a:lnTo>
                    <a:pt x="334" y="6418"/>
                  </a:lnTo>
                  <a:cubicBezTo>
                    <a:pt x="334" y="6275"/>
                    <a:pt x="418" y="6132"/>
                    <a:pt x="560" y="6072"/>
                  </a:cubicBezTo>
                  <a:lnTo>
                    <a:pt x="1644" y="5596"/>
                  </a:lnTo>
                  <a:cubicBezTo>
                    <a:pt x="1692" y="5584"/>
                    <a:pt x="1715" y="5560"/>
                    <a:pt x="1751" y="5536"/>
                  </a:cubicBezTo>
                  <a:lnTo>
                    <a:pt x="2299" y="5941"/>
                  </a:lnTo>
                  <a:cubicBezTo>
                    <a:pt x="2358" y="5989"/>
                    <a:pt x="2430" y="6013"/>
                    <a:pt x="2501" y="6013"/>
                  </a:cubicBezTo>
                  <a:cubicBezTo>
                    <a:pt x="2584" y="6013"/>
                    <a:pt x="2656" y="5989"/>
                    <a:pt x="2715" y="5941"/>
                  </a:cubicBezTo>
                  <a:lnTo>
                    <a:pt x="3263" y="5536"/>
                  </a:lnTo>
                  <a:cubicBezTo>
                    <a:pt x="3299" y="5572"/>
                    <a:pt x="3335" y="5584"/>
                    <a:pt x="3370" y="5596"/>
                  </a:cubicBezTo>
                  <a:lnTo>
                    <a:pt x="4454" y="6072"/>
                  </a:lnTo>
                  <a:cubicBezTo>
                    <a:pt x="4585" y="6132"/>
                    <a:pt x="4680" y="6275"/>
                    <a:pt x="4680" y="6418"/>
                  </a:cubicBezTo>
                  <a:lnTo>
                    <a:pt x="4680" y="7322"/>
                  </a:lnTo>
                  <a:cubicBezTo>
                    <a:pt x="4680" y="7418"/>
                    <a:pt x="4751" y="7489"/>
                    <a:pt x="4847" y="7489"/>
                  </a:cubicBezTo>
                  <a:cubicBezTo>
                    <a:pt x="4930" y="7489"/>
                    <a:pt x="5001" y="7418"/>
                    <a:pt x="5001" y="7322"/>
                  </a:cubicBezTo>
                  <a:lnTo>
                    <a:pt x="5001" y="6418"/>
                  </a:lnTo>
                  <a:cubicBezTo>
                    <a:pt x="5001" y="6156"/>
                    <a:pt x="4847" y="5894"/>
                    <a:pt x="4585" y="5775"/>
                  </a:cubicBezTo>
                  <a:lnTo>
                    <a:pt x="3501" y="5298"/>
                  </a:lnTo>
                  <a:cubicBezTo>
                    <a:pt x="3430" y="5275"/>
                    <a:pt x="3382" y="5203"/>
                    <a:pt x="3382" y="5120"/>
                  </a:cubicBezTo>
                  <a:lnTo>
                    <a:pt x="3382" y="4727"/>
                  </a:lnTo>
                  <a:cubicBezTo>
                    <a:pt x="3668" y="4524"/>
                    <a:pt x="3894" y="4251"/>
                    <a:pt x="4013" y="3917"/>
                  </a:cubicBezTo>
                  <a:cubicBezTo>
                    <a:pt x="4287" y="3560"/>
                    <a:pt x="4454" y="3131"/>
                    <a:pt x="4454" y="2667"/>
                  </a:cubicBezTo>
                  <a:cubicBezTo>
                    <a:pt x="4454" y="1965"/>
                    <a:pt x="4097" y="1357"/>
                    <a:pt x="3549" y="1012"/>
                  </a:cubicBezTo>
                  <a:cubicBezTo>
                    <a:pt x="3561" y="976"/>
                    <a:pt x="3561" y="929"/>
                    <a:pt x="3561" y="881"/>
                  </a:cubicBezTo>
                  <a:cubicBezTo>
                    <a:pt x="3561" y="393"/>
                    <a:pt x="3085" y="0"/>
                    <a:pt x="2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1" name="Google Shape;13111;p68"/>
            <p:cNvSpPr/>
            <p:nvPr/>
          </p:nvSpPr>
          <p:spPr>
            <a:xfrm>
              <a:off x="6753481" y="2168809"/>
              <a:ext cx="10249" cy="38705"/>
            </a:xfrm>
            <a:custGeom>
              <a:avLst/>
              <a:gdLst/>
              <a:ahLst/>
              <a:cxnLst/>
              <a:rect l="l" t="t" r="r" b="b"/>
              <a:pathLst>
                <a:path w="322" h="1216" extrusionOk="0">
                  <a:moveTo>
                    <a:pt x="167" y="1"/>
                  </a:moveTo>
                  <a:cubicBezTo>
                    <a:pt x="72" y="1"/>
                    <a:pt x="0" y="72"/>
                    <a:pt x="0" y="155"/>
                  </a:cubicBezTo>
                  <a:lnTo>
                    <a:pt x="0" y="1048"/>
                  </a:lnTo>
                  <a:cubicBezTo>
                    <a:pt x="0" y="1144"/>
                    <a:pt x="72" y="1215"/>
                    <a:pt x="167" y="1215"/>
                  </a:cubicBezTo>
                  <a:cubicBezTo>
                    <a:pt x="250" y="1215"/>
                    <a:pt x="322" y="1144"/>
                    <a:pt x="322" y="1048"/>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2" name="Google Shape;13112;p68"/>
            <p:cNvSpPr/>
            <p:nvPr/>
          </p:nvSpPr>
          <p:spPr>
            <a:xfrm>
              <a:off x="6707614" y="2180173"/>
              <a:ext cx="10631" cy="27342"/>
            </a:xfrm>
            <a:custGeom>
              <a:avLst/>
              <a:gdLst/>
              <a:ahLst/>
              <a:cxnLst/>
              <a:rect l="l" t="t" r="r" b="b"/>
              <a:pathLst>
                <a:path w="334" h="859" extrusionOk="0">
                  <a:moveTo>
                    <a:pt x="155" y="1"/>
                  </a:moveTo>
                  <a:cubicBezTo>
                    <a:pt x="72" y="1"/>
                    <a:pt x="1" y="72"/>
                    <a:pt x="1" y="156"/>
                  </a:cubicBezTo>
                  <a:lnTo>
                    <a:pt x="1" y="691"/>
                  </a:lnTo>
                  <a:cubicBezTo>
                    <a:pt x="1" y="787"/>
                    <a:pt x="72" y="858"/>
                    <a:pt x="155" y="858"/>
                  </a:cubicBezTo>
                  <a:cubicBezTo>
                    <a:pt x="251" y="858"/>
                    <a:pt x="322" y="787"/>
                    <a:pt x="322" y="691"/>
                  </a:cubicBezTo>
                  <a:lnTo>
                    <a:pt x="322" y="156"/>
                  </a:lnTo>
                  <a:cubicBezTo>
                    <a:pt x="334" y="72"/>
                    <a:pt x="26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3" name="Google Shape;13113;p68"/>
            <p:cNvSpPr/>
            <p:nvPr/>
          </p:nvSpPr>
          <p:spPr>
            <a:xfrm>
              <a:off x="6798966" y="2180173"/>
              <a:ext cx="10249" cy="27342"/>
            </a:xfrm>
            <a:custGeom>
              <a:avLst/>
              <a:gdLst/>
              <a:ahLst/>
              <a:cxnLst/>
              <a:rect l="l" t="t" r="r" b="b"/>
              <a:pathLst>
                <a:path w="322" h="859" extrusionOk="0">
                  <a:moveTo>
                    <a:pt x="167" y="1"/>
                  </a:moveTo>
                  <a:cubicBezTo>
                    <a:pt x="71" y="1"/>
                    <a:pt x="0" y="72"/>
                    <a:pt x="0" y="156"/>
                  </a:cubicBezTo>
                  <a:lnTo>
                    <a:pt x="0" y="691"/>
                  </a:lnTo>
                  <a:cubicBezTo>
                    <a:pt x="0" y="787"/>
                    <a:pt x="71" y="858"/>
                    <a:pt x="167" y="858"/>
                  </a:cubicBezTo>
                  <a:cubicBezTo>
                    <a:pt x="250" y="858"/>
                    <a:pt x="321" y="787"/>
                    <a:pt x="321" y="691"/>
                  </a:cubicBezTo>
                  <a:lnTo>
                    <a:pt x="321" y="156"/>
                  </a:lnTo>
                  <a:cubicBezTo>
                    <a:pt x="321"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4" name="Google Shape;13114;p68"/>
            <p:cNvSpPr/>
            <p:nvPr/>
          </p:nvSpPr>
          <p:spPr>
            <a:xfrm>
              <a:off x="6742118" y="2299949"/>
              <a:ext cx="32976" cy="33008"/>
            </a:xfrm>
            <a:custGeom>
              <a:avLst/>
              <a:gdLst/>
              <a:ahLst/>
              <a:cxnLst/>
              <a:rect l="l" t="t" r="r" b="b"/>
              <a:pathLst>
                <a:path w="1036" h="1037" extrusionOk="0">
                  <a:moveTo>
                    <a:pt x="524" y="322"/>
                  </a:moveTo>
                  <a:cubicBezTo>
                    <a:pt x="619" y="322"/>
                    <a:pt x="714" y="417"/>
                    <a:pt x="714" y="524"/>
                  </a:cubicBezTo>
                  <a:cubicBezTo>
                    <a:pt x="714"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5" name="Google Shape;13115;p68"/>
            <p:cNvSpPr/>
            <p:nvPr/>
          </p:nvSpPr>
          <p:spPr>
            <a:xfrm>
              <a:off x="6633705"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8" y="715"/>
                    <a:pt x="322" y="619"/>
                    <a:pt x="322" y="524"/>
                  </a:cubicBezTo>
                  <a:cubicBezTo>
                    <a:pt x="322" y="417"/>
                    <a:pt x="418" y="322"/>
                    <a:pt x="513" y="322"/>
                  </a:cubicBezTo>
                  <a:close/>
                  <a:moveTo>
                    <a:pt x="513" y="0"/>
                  </a:moveTo>
                  <a:cubicBezTo>
                    <a:pt x="239" y="0"/>
                    <a:pt x="1" y="238"/>
                    <a:pt x="1" y="524"/>
                  </a:cubicBezTo>
                  <a:cubicBezTo>
                    <a:pt x="1" y="798"/>
                    <a:pt x="239" y="1036"/>
                    <a:pt x="513" y="1036"/>
                  </a:cubicBezTo>
                  <a:cubicBezTo>
                    <a:pt x="799" y="1036"/>
                    <a:pt x="1037" y="798"/>
                    <a:pt x="1037" y="524"/>
                  </a:cubicBezTo>
                  <a:cubicBezTo>
                    <a:pt x="1037" y="238"/>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6" name="Google Shape;13116;p68"/>
            <p:cNvSpPr/>
            <p:nvPr/>
          </p:nvSpPr>
          <p:spPr>
            <a:xfrm>
              <a:off x="6850117" y="2299949"/>
              <a:ext cx="33008" cy="33008"/>
            </a:xfrm>
            <a:custGeom>
              <a:avLst/>
              <a:gdLst/>
              <a:ahLst/>
              <a:cxnLst/>
              <a:rect l="l" t="t" r="r" b="b"/>
              <a:pathLst>
                <a:path w="1037" h="1037" extrusionOk="0">
                  <a:moveTo>
                    <a:pt x="524" y="322"/>
                  </a:moveTo>
                  <a:cubicBezTo>
                    <a:pt x="619" y="322"/>
                    <a:pt x="715" y="417"/>
                    <a:pt x="715" y="524"/>
                  </a:cubicBezTo>
                  <a:cubicBezTo>
                    <a:pt x="715"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7" name="Google Shape;13117;p68"/>
            <p:cNvSpPr/>
            <p:nvPr/>
          </p:nvSpPr>
          <p:spPr>
            <a:xfrm>
              <a:off x="6664039" y="2219610"/>
              <a:ext cx="188370" cy="73750"/>
            </a:xfrm>
            <a:custGeom>
              <a:avLst/>
              <a:gdLst/>
              <a:ahLst/>
              <a:cxnLst/>
              <a:rect l="l" t="t" r="r" b="b"/>
              <a:pathLst>
                <a:path w="5918" h="2317" extrusionOk="0">
                  <a:moveTo>
                    <a:pt x="2977" y="0"/>
                  </a:moveTo>
                  <a:cubicBezTo>
                    <a:pt x="2882" y="0"/>
                    <a:pt x="2810" y="83"/>
                    <a:pt x="2810" y="167"/>
                  </a:cubicBezTo>
                  <a:lnTo>
                    <a:pt x="2810" y="369"/>
                  </a:lnTo>
                  <a:lnTo>
                    <a:pt x="1632" y="369"/>
                  </a:lnTo>
                  <a:cubicBezTo>
                    <a:pt x="1405" y="369"/>
                    <a:pt x="1191" y="464"/>
                    <a:pt x="1048" y="667"/>
                  </a:cubicBezTo>
                  <a:lnTo>
                    <a:pt x="60" y="2048"/>
                  </a:lnTo>
                  <a:cubicBezTo>
                    <a:pt x="0" y="2119"/>
                    <a:pt x="24" y="2227"/>
                    <a:pt x="96" y="2286"/>
                  </a:cubicBezTo>
                  <a:cubicBezTo>
                    <a:pt x="125" y="2307"/>
                    <a:pt x="156" y="2316"/>
                    <a:pt x="186" y="2316"/>
                  </a:cubicBezTo>
                  <a:cubicBezTo>
                    <a:pt x="241" y="2316"/>
                    <a:pt x="295" y="2285"/>
                    <a:pt x="334" y="2238"/>
                  </a:cubicBezTo>
                  <a:lnTo>
                    <a:pt x="1334" y="857"/>
                  </a:lnTo>
                  <a:cubicBezTo>
                    <a:pt x="1405" y="750"/>
                    <a:pt x="1512" y="703"/>
                    <a:pt x="1632" y="703"/>
                  </a:cubicBezTo>
                  <a:lnTo>
                    <a:pt x="2810" y="703"/>
                  </a:lnTo>
                  <a:lnTo>
                    <a:pt x="2810" y="1977"/>
                  </a:lnTo>
                  <a:cubicBezTo>
                    <a:pt x="2810" y="2060"/>
                    <a:pt x="2882" y="2131"/>
                    <a:pt x="2977" y="2131"/>
                  </a:cubicBezTo>
                  <a:cubicBezTo>
                    <a:pt x="3060" y="2131"/>
                    <a:pt x="3132" y="2060"/>
                    <a:pt x="3132" y="1977"/>
                  </a:cubicBezTo>
                  <a:lnTo>
                    <a:pt x="3132" y="703"/>
                  </a:lnTo>
                  <a:lnTo>
                    <a:pt x="4310" y="703"/>
                  </a:lnTo>
                  <a:cubicBezTo>
                    <a:pt x="4430" y="703"/>
                    <a:pt x="4549" y="762"/>
                    <a:pt x="4608" y="857"/>
                  </a:cubicBezTo>
                  <a:lnTo>
                    <a:pt x="5608" y="2238"/>
                  </a:lnTo>
                  <a:cubicBezTo>
                    <a:pt x="5632" y="2286"/>
                    <a:pt x="5692" y="2310"/>
                    <a:pt x="5739" y="2310"/>
                  </a:cubicBezTo>
                  <a:cubicBezTo>
                    <a:pt x="5775" y="2310"/>
                    <a:pt x="5811" y="2298"/>
                    <a:pt x="5846" y="2286"/>
                  </a:cubicBezTo>
                  <a:cubicBezTo>
                    <a:pt x="5906" y="2227"/>
                    <a:pt x="5918" y="2119"/>
                    <a:pt x="5870" y="2048"/>
                  </a:cubicBezTo>
                  <a:lnTo>
                    <a:pt x="4882" y="667"/>
                  </a:lnTo>
                  <a:cubicBezTo>
                    <a:pt x="4739" y="488"/>
                    <a:pt x="4537" y="369"/>
                    <a:pt x="4299" y="369"/>
                  </a:cubicBezTo>
                  <a:lnTo>
                    <a:pt x="3132" y="369"/>
                  </a:lnTo>
                  <a:lnTo>
                    <a:pt x="3132" y="167"/>
                  </a:lnTo>
                  <a:cubicBezTo>
                    <a:pt x="3132" y="83"/>
                    <a:pt x="3060"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8" name="Google Shape;13118;p68"/>
          <p:cNvGrpSpPr/>
          <p:nvPr/>
        </p:nvGrpSpPr>
        <p:grpSpPr>
          <a:xfrm>
            <a:off x="5211031" y="2045308"/>
            <a:ext cx="226661" cy="363467"/>
            <a:chOff x="5211031" y="1969108"/>
            <a:chExt cx="226661" cy="363467"/>
          </a:xfrm>
        </p:grpSpPr>
        <p:sp>
          <p:nvSpPr>
            <p:cNvPr id="13119" name="Google Shape;13119;p68"/>
            <p:cNvSpPr/>
            <p:nvPr/>
          </p:nvSpPr>
          <p:spPr>
            <a:xfrm>
              <a:off x="5211031" y="1969108"/>
              <a:ext cx="226661" cy="363467"/>
            </a:xfrm>
            <a:custGeom>
              <a:avLst/>
              <a:gdLst/>
              <a:ahLst/>
              <a:cxnLst/>
              <a:rect l="l" t="t" r="r" b="b"/>
              <a:pathLst>
                <a:path w="7121" h="11419" extrusionOk="0">
                  <a:moveTo>
                    <a:pt x="6787" y="869"/>
                  </a:moveTo>
                  <a:cubicBezTo>
                    <a:pt x="6787" y="869"/>
                    <a:pt x="6799" y="869"/>
                    <a:pt x="6799" y="881"/>
                  </a:cubicBezTo>
                  <a:lnTo>
                    <a:pt x="6799" y="1238"/>
                  </a:lnTo>
                  <a:lnTo>
                    <a:pt x="6252" y="1250"/>
                  </a:lnTo>
                  <a:cubicBezTo>
                    <a:pt x="6156" y="1250"/>
                    <a:pt x="6085" y="1334"/>
                    <a:pt x="6085" y="1417"/>
                  </a:cubicBezTo>
                  <a:cubicBezTo>
                    <a:pt x="6085" y="1512"/>
                    <a:pt x="6156" y="1584"/>
                    <a:pt x="6252" y="1584"/>
                  </a:cubicBezTo>
                  <a:lnTo>
                    <a:pt x="6442" y="1584"/>
                  </a:lnTo>
                  <a:lnTo>
                    <a:pt x="6442" y="7501"/>
                  </a:lnTo>
                  <a:cubicBezTo>
                    <a:pt x="6442" y="7501"/>
                    <a:pt x="6442" y="7525"/>
                    <a:pt x="6430" y="7525"/>
                  </a:cubicBezTo>
                  <a:lnTo>
                    <a:pt x="703" y="7525"/>
                  </a:lnTo>
                  <a:cubicBezTo>
                    <a:pt x="703" y="7525"/>
                    <a:pt x="679" y="7525"/>
                    <a:pt x="679" y="7501"/>
                  </a:cubicBezTo>
                  <a:lnTo>
                    <a:pt x="679" y="1584"/>
                  </a:lnTo>
                  <a:lnTo>
                    <a:pt x="5537" y="1584"/>
                  </a:lnTo>
                  <a:cubicBezTo>
                    <a:pt x="5621" y="1584"/>
                    <a:pt x="5704" y="1512"/>
                    <a:pt x="5704" y="1417"/>
                  </a:cubicBezTo>
                  <a:cubicBezTo>
                    <a:pt x="5704" y="1334"/>
                    <a:pt x="5621" y="1250"/>
                    <a:pt x="5537" y="1250"/>
                  </a:cubicBezTo>
                  <a:lnTo>
                    <a:pt x="346" y="1250"/>
                  </a:lnTo>
                  <a:cubicBezTo>
                    <a:pt x="346" y="1250"/>
                    <a:pt x="322" y="1250"/>
                    <a:pt x="322" y="1238"/>
                  </a:cubicBezTo>
                  <a:lnTo>
                    <a:pt x="322" y="881"/>
                  </a:lnTo>
                  <a:cubicBezTo>
                    <a:pt x="322" y="881"/>
                    <a:pt x="322" y="869"/>
                    <a:pt x="346" y="869"/>
                  </a:cubicBezTo>
                  <a:close/>
                  <a:moveTo>
                    <a:pt x="5406" y="7858"/>
                  </a:moveTo>
                  <a:lnTo>
                    <a:pt x="5906" y="10394"/>
                  </a:lnTo>
                  <a:lnTo>
                    <a:pt x="3739" y="10394"/>
                  </a:lnTo>
                  <a:lnTo>
                    <a:pt x="3739" y="8418"/>
                  </a:lnTo>
                  <a:cubicBezTo>
                    <a:pt x="3739" y="8323"/>
                    <a:pt x="3656" y="8251"/>
                    <a:pt x="3573" y="8251"/>
                  </a:cubicBezTo>
                  <a:cubicBezTo>
                    <a:pt x="3477" y="8251"/>
                    <a:pt x="3406" y="8323"/>
                    <a:pt x="3406" y="8418"/>
                  </a:cubicBezTo>
                  <a:lnTo>
                    <a:pt x="3406" y="10394"/>
                  </a:lnTo>
                  <a:lnTo>
                    <a:pt x="1239" y="10394"/>
                  </a:lnTo>
                  <a:lnTo>
                    <a:pt x="1739" y="7858"/>
                  </a:lnTo>
                  <a:close/>
                  <a:moveTo>
                    <a:pt x="3573" y="0"/>
                  </a:moveTo>
                  <a:cubicBezTo>
                    <a:pt x="3477" y="0"/>
                    <a:pt x="3406" y="83"/>
                    <a:pt x="3406" y="167"/>
                  </a:cubicBezTo>
                  <a:lnTo>
                    <a:pt x="3406" y="536"/>
                  </a:lnTo>
                  <a:lnTo>
                    <a:pt x="346" y="536"/>
                  </a:lnTo>
                  <a:cubicBezTo>
                    <a:pt x="144" y="536"/>
                    <a:pt x="1" y="691"/>
                    <a:pt x="1" y="881"/>
                  </a:cubicBezTo>
                  <a:lnTo>
                    <a:pt x="1" y="1238"/>
                  </a:lnTo>
                  <a:cubicBezTo>
                    <a:pt x="1" y="1429"/>
                    <a:pt x="144" y="1584"/>
                    <a:pt x="346" y="1584"/>
                  </a:cubicBezTo>
                  <a:lnTo>
                    <a:pt x="358" y="1584"/>
                  </a:lnTo>
                  <a:lnTo>
                    <a:pt x="358" y="7501"/>
                  </a:lnTo>
                  <a:cubicBezTo>
                    <a:pt x="358" y="7703"/>
                    <a:pt x="501" y="7846"/>
                    <a:pt x="691" y="7846"/>
                  </a:cubicBezTo>
                  <a:lnTo>
                    <a:pt x="1382" y="7846"/>
                  </a:lnTo>
                  <a:lnTo>
                    <a:pt x="715" y="11228"/>
                  </a:lnTo>
                  <a:cubicBezTo>
                    <a:pt x="691" y="11311"/>
                    <a:pt x="751" y="11406"/>
                    <a:pt x="846" y="11418"/>
                  </a:cubicBezTo>
                  <a:lnTo>
                    <a:pt x="870" y="11418"/>
                  </a:lnTo>
                  <a:cubicBezTo>
                    <a:pt x="953" y="11418"/>
                    <a:pt x="1025" y="11359"/>
                    <a:pt x="1037" y="11287"/>
                  </a:cubicBezTo>
                  <a:lnTo>
                    <a:pt x="1156" y="10704"/>
                  </a:lnTo>
                  <a:lnTo>
                    <a:pt x="3394" y="10704"/>
                  </a:lnTo>
                  <a:lnTo>
                    <a:pt x="3394" y="11251"/>
                  </a:lnTo>
                  <a:cubicBezTo>
                    <a:pt x="3394" y="11347"/>
                    <a:pt x="3466" y="11418"/>
                    <a:pt x="3549" y="11418"/>
                  </a:cubicBezTo>
                  <a:cubicBezTo>
                    <a:pt x="3644" y="11418"/>
                    <a:pt x="3716" y="11347"/>
                    <a:pt x="3716" y="11251"/>
                  </a:cubicBezTo>
                  <a:lnTo>
                    <a:pt x="3716" y="10704"/>
                  </a:lnTo>
                  <a:lnTo>
                    <a:pt x="5954" y="10704"/>
                  </a:lnTo>
                  <a:lnTo>
                    <a:pt x="6073" y="11287"/>
                  </a:lnTo>
                  <a:cubicBezTo>
                    <a:pt x="6085" y="11359"/>
                    <a:pt x="6156" y="11418"/>
                    <a:pt x="6228" y="11418"/>
                  </a:cubicBezTo>
                  <a:lnTo>
                    <a:pt x="6264" y="11418"/>
                  </a:lnTo>
                  <a:cubicBezTo>
                    <a:pt x="6347" y="11406"/>
                    <a:pt x="6406" y="11311"/>
                    <a:pt x="6394" y="11228"/>
                  </a:cubicBezTo>
                  <a:lnTo>
                    <a:pt x="5728" y="7846"/>
                  </a:lnTo>
                  <a:lnTo>
                    <a:pt x="6406" y="7846"/>
                  </a:lnTo>
                  <a:cubicBezTo>
                    <a:pt x="6609" y="7846"/>
                    <a:pt x="6752" y="7703"/>
                    <a:pt x="6752" y="7501"/>
                  </a:cubicBezTo>
                  <a:lnTo>
                    <a:pt x="6752" y="1584"/>
                  </a:lnTo>
                  <a:lnTo>
                    <a:pt x="6764" y="1584"/>
                  </a:lnTo>
                  <a:cubicBezTo>
                    <a:pt x="6966" y="1584"/>
                    <a:pt x="7109" y="1429"/>
                    <a:pt x="7109" y="1238"/>
                  </a:cubicBezTo>
                  <a:lnTo>
                    <a:pt x="7109" y="881"/>
                  </a:lnTo>
                  <a:cubicBezTo>
                    <a:pt x="7121" y="691"/>
                    <a:pt x="6978" y="524"/>
                    <a:pt x="6787" y="524"/>
                  </a:cubicBezTo>
                  <a:lnTo>
                    <a:pt x="3739" y="524"/>
                  </a:lnTo>
                  <a:lnTo>
                    <a:pt x="3739" y="167"/>
                  </a:lnTo>
                  <a:cubicBezTo>
                    <a:pt x="3739" y="83"/>
                    <a:pt x="3656" y="0"/>
                    <a:pt x="3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68"/>
            <p:cNvSpPr/>
            <p:nvPr/>
          </p:nvSpPr>
          <p:spPr>
            <a:xfrm>
              <a:off x="5250468" y="2060046"/>
              <a:ext cx="147819" cy="107649"/>
            </a:xfrm>
            <a:custGeom>
              <a:avLst/>
              <a:gdLst/>
              <a:ahLst/>
              <a:cxnLst/>
              <a:rect l="l" t="t" r="r" b="b"/>
              <a:pathLst>
                <a:path w="4644" h="3382" extrusionOk="0">
                  <a:moveTo>
                    <a:pt x="3584" y="1"/>
                  </a:moveTo>
                  <a:cubicBezTo>
                    <a:pt x="3489" y="1"/>
                    <a:pt x="3417" y="84"/>
                    <a:pt x="3417" y="167"/>
                  </a:cubicBezTo>
                  <a:cubicBezTo>
                    <a:pt x="3417" y="263"/>
                    <a:pt x="3489" y="334"/>
                    <a:pt x="3584" y="334"/>
                  </a:cubicBezTo>
                  <a:lnTo>
                    <a:pt x="4072" y="334"/>
                  </a:lnTo>
                  <a:lnTo>
                    <a:pt x="2417" y="1989"/>
                  </a:lnTo>
                  <a:lnTo>
                    <a:pt x="2405" y="1989"/>
                  </a:lnTo>
                  <a:lnTo>
                    <a:pt x="2036" y="1608"/>
                  </a:lnTo>
                  <a:cubicBezTo>
                    <a:pt x="1971" y="1542"/>
                    <a:pt x="1881" y="1510"/>
                    <a:pt x="1792" y="1510"/>
                  </a:cubicBezTo>
                  <a:cubicBezTo>
                    <a:pt x="1703" y="1510"/>
                    <a:pt x="1613" y="1542"/>
                    <a:pt x="1548" y="1608"/>
                  </a:cubicBezTo>
                  <a:lnTo>
                    <a:pt x="60" y="3096"/>
                  </a:lnTo>
                  <a:cubicBezTo>
                    <a:pt x="0" y="3156"/>
                    <a:pt x="0" y="3275"/>
                    <a:pt x="60" y="3334"/>
                  </a:cubicBezTo>
                  <a:cubicBezTo>
                    <a:pt x="83" y="3370"/>
                    <a:pt x="131" y="3382"/>
                    <a:pt x="179" y="3382"/>
                  </a:cubicBezTo>
                  <a:cubicBezTo>
                    <a:pt x="214" y="3382"/>
                    <a:pt x="262" y="3370"/>
                    <a:pt x="298" y="3334"/>
                  </a:cubicBezTo>
                  <a:lnTo>
                    <a:pt x="1786" y="1846"/>
                  </a:lnTo>
                  <a:lnTo>
                    <a:pt x="1798" y="1846"/>
                  </a:lnTo>
                  <a:lnTo>
                    <a:pt x="2167" y="2227"/>
                  </a:lnTo>
                  <a:cubicBezTo>
                    <a:pt x="2227" y="2287"/>
                    <a:pt x="2310" y="2322"/>
                    <a:pt x="2405" y="2322"/>
                  </a:cubicBezTo>
                  <a:cubicBezTo>
                    <a:pt x="2488" y="2322"/>
                    <a:pt x="2584" y="2298"/>
                    <a:pt x="2643" y="2227"/>
                  </a:cubicBezTo>
                  <a:lnTo>
                    <a:pt x="4298" y="572"/>
                  </a:lnTo>
                  <a:lnTo>
                    <a:pt x="4298" y="1060"/>
                  </a:lnTo>
                  <a:cubicBezTo>
                    <a:pt x="4298" y="1155"/>
                    <a:pt x="4370" y="1227"/>
                    <a:pt x="4453" y="1227"/>
                  </a:cubicBezTo>
                  <a:cubicBezTo>
                    <a:pt x="4548" y="1227"/>
                    <a:pt x="4620" y="1155"/>
                    <a:pt x="4620" y="1060"/>
                  </a:cubicBezTo>
                  <a:lnTo>
                    <a:pt x="4620" y="167"/>
                  </a:lnTo>
                  <a:cubicBezTo>
                    <a:pt x="4644" y="84"/>
                    <a:pt x="4560"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21" name="Google Shape;13121;p68"/>
          <p:cNvGrpSpPr/>
          <p:nvPr/>
        </p:nvGrpSpPr>
        <p:grpSpPr>
          <a:xfrm>
            <a:off x="3712952" y="2046804"/>
            <a:ext cx="354363" cy="354395"/>
            <a:chOff x="3712952" y="1970604"/>
            <a:chExt cx="354363" cy="354395"/>
          </a:xfrm>
        </p:grpSpPr>
        <p:sp>
          <p:nvSpPr>
            <p:cNvPr id="13122" name="Google Shape;13122;p68"/>
            <p:cNvSpPr/>
            <p:nvPr/>
          </p:nvSpPr>
          <p:spPr>
            <a:xfrm>
              <a:off x="3868314" y="2281360"/>
              <a:ext cx="43639" cy="43639"/>
            </a:xfrm>
            <a:custGeom>
              <a:avLst/>
              <a:gdLst/>
              <a:ahLst/>
              <a:cxnLst/>
              <a:rect l="l" t="t" r="r" b="b"/>
              <a:pathLst>
                <a:path w="1371" h="1371" extrusionOk="0">
                  <a:moveTo>
                    <a:pt x="692" y="334"/>
                  </a:moveTo>
                  <a:cubicBezTo>
                    <a:pt x="882" y="334"/>
                    <a:pt x="1049" y="489"/>
                    <a:pt x="1049" y="691"/>
                  </a:cubicBezTo>
                  <a:cubicBezTo>
                    <a:pt x="1049" y="882"/>
                    <a:pt x="894" y="1049"/>
                    <a:pt x="692" y="1049"/>
                  </a:cubicBezTo>
                  <a:cubicBezTo>
                    <a:pt x="501" y="1049"/>
                    <a:pt x="334" y="882"/>
                    <a:pt x="334" y="691"/>
                  </a:cubicBezTo>
                  <a:cubicBezTo>
                    <a:pt x="334" y="489"/>
                    <a:pt x="501" y="334"/>
                    <a:pt x="692" y="334"/>
                  </a:cubicBezTo>
                  <a:close/>
                  <a:moveTo>
                    <a:pt x="692" y="1"/>
                  </a:moveTo>
                  <a:cubicBezTo>
                    <a:pt x="322" y="1"/>
                    <a:pt x="1" y="310"/>
                    <a:pt x="1" y="691"/>
                  </a:cubicBezTo>
                  <a:cubicBezTo>
                    <a:pt x="1" y="1060"/>
                    <a:pt x="322" y="1370"/>
                    <a:pt x="692" y="1370"/>
                  </a:cubicBezTo>
                  <a:cubicBezTo>
                    <a:pt x="1061" y="1370"/>
                    <a:pt x="1370" y="1060"/>
                    <a:pt x="1370" y="691"/>
                  </a:cubicBezTo>
                  <a:cubicBezTo>
                    <a:pt x="1370" y="310"/>
                    <a:pt x="1073" y="1"/>
                    <a:pt x="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68"/>
            <p:cNvSpPr/>
            <p:nvPr/>
          </p:nvSpPr>
          <p:spPr>
            <a:xfrm>
              <a:off x="3940346" y="2120300"/>
              <a:ext cx="54970" cy="55002"/>
            </a:xfrm>
            <a:custGeom>
              <a:avLst/>
              <a:gdLst/>
              <a:ahLst/>
              <a:cxnLst/>
              <a:rect l="l" t="t" r="r" b="b"/>
              <a:pathLst>
                <a:path w="1727" h="1728" extrusionOk="0">
                  <a:moveTo>
                    <a:pt x="869" y="322"/>
                  </a:moveTo>
                  <a:cubicBezTo>
                    <a:pt x="1167" y="322"/>
                    <a:pt x="1405" y="572"/>
                    <a:pt x="1405" y="870"/>
                  </a:cubicBezTo>
                  <a:cubicBezTo>
                    <a:pt x="1405" y="1167"/>
                    <a:pt x="1167" y="1406"/>
                    <a:pt x="869" y="1406"/>
                  </a:cubicBezTo>
                  <a:cubicBezTo>
                    <a:pt x="572" y="1406"/>
                    <a:pt x="334" y="1167"/>
                    <a:pt x="334" y="870"/>
                  </a:cubicBezTo>
                  <a:cubicBezTo>
                    <a:pt x="334" y="572"/>
                    <a:pt x="572" y="322"/>
                    <a:pt x="869" y="322"/>
                  </a:cubicBezTo>
                  <a:close/>
                  <a:moveTo>
                    <a:pt x="869" y="1"/>
                  </a:moveTo>
                  <a:cubicBezTo>
                    <a:pt x="393" y="1"/>
                    <a:pt x="0" y="394"/>
                    <a:pt x="0" y="870"/>
                  </a:cubicBezTo>
                  <a:cubicBezTo>
                    <a:pt x="0" y="1346"/>
                    <a:pt x="393" y="1727"/>
                    <a:pt x="869" y="1727"/>
                  </a:cubicBezTo>
                  <a:cubicBezTo>
                    <a:pt x="1346" y="1727"/>
                    <a:pt x="1727" y="1346"/>
                    <a:pt x="1727" y="870"/>
                  </a:cubicBezTo>
                  <a:cubicBezTo>
                    <a:pt x="1727" y="394"/>
                    <a:pt x="1346"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68"/>
            <p:cNvSpPr/>
            <p:nvPr/>
          </p:nvSpPr>
          <p:spPr>
            <a:xfrm>
              <a:off x="3784952" y="2120300"/>
              <a:ext cx="54970" cy="55002"/>
            </a:xfrm>
            <a:custGeom>
              <a:avLst/>
              <a:gdLst/>
              <a:ahLst/>
              <a:cxnLst/>
              <a:rect l="l" t="t" r="r" b="b"/>
              <a:pathLst>
                <a:path w="1727" h="1728" extrusionOk="0">
                  <a:moveTo>
                    <a:pt x="870" y="322"/>
                  </a:moveTo>
                  <a:cubicBezTo>
                    <a:pt x="1167" y="322"/>
                    <a:pt x="1406" y="572"/>
                    <a:pt x="1406" y="870"/>
                  </a:cubicBezTo>
                  <a:cubicBezTo>
                    <a:pt x="1406" y="1167"/>
                    <a:pt x="1167" y="1406"/>
                    <a:pt x="870" y="1406"/>
                  </a:cubicBezTo>
                  <a:cubicBezTo>
                    <a:pt x="572" y="1406"/>
                    <a:pt x="334" y="1167"/>
                    <a:pt x="334" y="870"/>
                  </a:cubicBezTo>
                  <a:cubicBezTo>
                    <a:pt x="334" y="572"/>
                    <a:pt x="572" y="322"/>
                    <a:pt x="870" y="322"/>
                  </a:cubicBezTo>
                  <a:close/>
                  <a:moveTo>
                    <a:pt x="870" y="1"/>
                  </a:moveTo>
                  <a:cubicBezTo>
                    <a:pt x="394" y="1"/>
                    <a:pt x="1" y="394"/>
                    <a:pt x="1" y="870"/>
                  </a:cubicBezTo>
                  <a:cubicBezTo>
                    <a:pt x="1" y="1346"/>
                    <a:pt x="394" y="1727"/>
                    <a:pt x="870" y="1727"/>
                  </a:cubicBezTo>
                  <a:cubicBezTo>
                    <a:pt x="1346" y="1727"/>
                    <a:pt x="1727" y="1346"/>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68"/>
            <p:cNvSpPr/>
            <p:nvPr/>
          </p:nvSpPr>
          <p:spPr>
            <a:xfrm>
              <a:off x="3712952" y="2281360"/>
              <a:ext cx="44371" cy="43639"/>
            </a:xfrm>
            <a:custGeom>
              <a:avLst/>
              <a:gdLst/>
              <a:ahLst/>
              <a:cxnLst/>
              <a:rect l="l" t="t" r="r" b="b"/>
              <a:pathLst>
                <a:path w="1394" h="1371" extrusionOk="0">
                  <a:moveTo>
                    <a:pt x="691" y="334"/>
                  </a:moveTo>
                  <a:cubicBezTo>
                    <a:pt x="881" y="334"/>
                    <a:pt x="1048" y="489"/>
                    <a:pt x="1048" y="691"/>
                  </a:cubicBezTo>
                  <a:cubicBezTo>
                    <a:pt x="1048" y="882"/>
                    <a:pt x="893" y="1049"/>
                    <a:pt x="691" y="1049"/>
                  </a:cubicBezTo>
                  <a:cubicBezTo>
                    <a:pt x="500" y="1049"/>
                    <a:pt x="334" y="882"/>
                    <a:pt x="334" y="691"/>
                  </a:cubicBezTo>
                  <a:cubicBezTo>
                    <a:pt x="334" y="489"/>
                    <a:pt x="500" y="334"/>
                    <a:pt x="691" y="334"/>
                  </a:cubicBezTo>
                  <a:close/>
                  <a:moveTo>
                    <a:pt x="691" y="1"/>
                  </a:moveTo>
                  <a:cubicBezTo>
                    <a:pt x="322" y="1"/>
                    <a:pt x="0" y="310"/>
                    <a:pt x="0" y="691"/>
                  </a:cubicBezTo>
                  <a:cubicBezTo>
                    <a:pt x="0" y="1060"/>
                    <a:pt x="322" y="1370"/>
                    <a:pt x="691" y="1370"/>
                  </a:cubicBezTo>
                  <a:cubicBezTo>
                    <a:pt x="1060" y="1370"/>
                    <a:pt x="1370" y="1060"/>
                    <a:pt x="1370" y="691"/>
                  </a:cubicBezTo>
                  <a:cubicBezTo>
                    <a:pt x="1393"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6" name="Google Shape;13126;p68"/>
            <p:cNvSpPr/>
            <p:nvPr/>
          </p:nvSpPr>
          <p:spPr>
            <a:xfrm>
              <a:off x="4023708" y="2281360"/>
              <a:ext cx="43607" cy="43639"/>
            </a:xfrm>
            <a:custGeom>
              <a:avLst/>
              <a:gdLst/>
              <a:ahLst/>
              <a:cxnLst/>
              <a:rect l="l" t="t" r="r" b="b"/>
              <a:pathLst>
                <a:path w="1370" h="1371" extrusionOk="0">
                  <a:moveTo>
                    <a:pt x="691" y="334"/>
                  </a:moveTo>
                  <a:cubicBezTo>
                    <a:pt x="882" y="334"/>
                    <a:pt x="1048" y="489"/>
                    <a:pt x="1048" y="691"/>
                  </a:cubicBezTo>
                  <a:cubicBezTo>
                    <a:pt x="1048" y="882"/>
                    <a:pt x="882" y="1049"/>
                    <a:pt x="691" y="1049"/>
                  </a:cubicBezTo>
                  <a:cubicBezTo>
                    <a:pt x="501" y="1049"/>
                    <a:pt x="334" y="882"/>
                    <a:pt x="334" y="691"/>
                  </a:cubicBezTo>
                  <a:cubicBezTo>
                    <a:pt x="334" y="489"/>
                    <a:pt x="501" y="334"/>
                    <a:pt x="691" y="334"/>
                  </a:cubicBezTo>
                  <a:close/>
                  <a:moveTo>
                    <a:pt x="691" y="1"/>
                  </a:moveTo>
                  <a:cubicBezTo>
                    <a:pt x="322" y="1"/>
                    <a:pt x="1" y="310"/>
                    <a:pt x="1" y="691"/>
                  </a:cubicBezTo>
                  <a:cubicBezTo>
                    <a:pt x="1" y="1060"/>
                    <a:pt x="322" y="1370"/>
                    <a:pt x="691" y="1370"/>
                  </a:cubicBezTo>
                  <a:cubicBezTo>
                    <a:pt x="1060" y="1370"/>
                    <a:pt x="1370" y="1060"/>
                    <a:pt x="1370" y="691"/>
                  </a:cubicBezTo>
                  <a:cubicBezTo>
                    <a:pt x="1370" y="310"/>
                    <a:pt x="1060"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7" name="Google Shape;13127;p68"/>
            <p:cNvSpPr/>
            <p:nvPr/>
          </p:nvSpPr>
          <p:spPr>
            <a:xfrm>
              <a:off x="3852049" y="1970604"/>
              <a:ext cx="76583" cy="76965"/>
            </a:xfrm>
            <a:custGeom>
              <a:avLst/>
              <a:gdLst/>
              <a:ahLst/>
              <a:cxnLst/>
              <a:rect l="l" t="t" r="r" b="b"/>
              <a:pathLst>
                <a:path w="2406" h="2418" extrusionOk="0">
                  <a:moveTo>
                    <a:pt x="1203" y="346"/>
                  </a:moveTo>
                  <a:cubicBezTo>
                    <a:pt x="1679" y="346"/>
                    <a:pt x="2084" y="751"/>
                    <a:pt x="2084" y="1227"/>
                  </a:cubicBezTo>
                  <a:cubicBezTo>
                    <a:pt x="2084" y="1703"/>
                    <a:pt x="1691" y="2096"/>
                    <a:pt x="1203" y="2096"/>
                  </a:cubicBezTo>
                  <a:cubicBezTo>
                    <a:pt x="714" y="2096"/>
                    <a:pt x="321" y="1703"/>
                    <a:pt x="321" y="1227"/>
                  </a:cubicBezTo>
                  <a:cubicBezTo>
                    <a:pt x="321" y="727"/>
                    <a:pt x="726" y="346"/>
                    <a:pt x="1203" y="346"/>
                  </a:cubicBezTo>
                  <a:close/>
                  <a:moveTo>
                    <a:pt x="1203" y="1"/>
                  </a:moveTo>
                  <a:cubicBezTo>
                    <a:pt x="536" y="1"/>
                    <a:pt x="0" y="536"/>
                    <a:pt x="0" y="1203"/>
                  </a:cubicBezTo>
                  <a:cubicBezTo>
                    <a:pt x="0" y="1882"/>
                    <a:pt x="536" y="2418"/>
                    <a:pt x="1203" y="2418"/>
                  </a:cubicBezTo>
                  <a:cubicBezTo>
                    <a:pt x="1869" y="2418"/>
                    <a:pt x="2405" y="1882"/>
                    <a:pt x="2405" y="1203"/>
                  </a:cubicBezTo>
                  <a:cubicBezTo>
                    <a:pt x="2405" y="548"/>
                    <a:pt x="1869" y="1"/>
                    <a:pt x="1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8" name="Google Shape;13128;p68"/>
            <p:cNvSpPr/>
            <p:nvPr/>
          </p:nvSpPr>
          <p:spPr>
            <a:xfrm>
              <a:off x="3746310" y="2187016"/>
              <a:ext cx="132667" cy="88710"/>
            </a:xfrm>
            <a:custGeom>
              <a:avLst/>
              <a:gdLst/>
              <a:ahLst/>
              <a:cxnLst/>
              <a:rect l="l" t="t" r="r" b="b"/>
              <a:pathLst>
                <a:path w="4168" h="2787" extrusionOk="0">
                  <a:moveTo>
                    <a:pt x="2084" y="0"/>
                  </a:moveTo>
                  <a:cubicBezTo>
                    <a:pt x="1989" y="0"/>
                    <a:pt x="1917" y="84"/>
                    <a:pt x="1917" y="167"/>
                  </a:cubicBezTo>
                  <a:lnTo>
                    <a:pt x="1917" y="1405"/>
                  </a:lnTo>
                  <a:lnTo>
                    <a:pt x="1060" y="1405"/>
                  </a:lnTo>
                  <a:cubicBezTo>
                    <a:pt x="798" y="1405"/>
                    <a:pt x="560" y="1536"/>
                    <a:pt x="441" y="1774"/>
                  </a:cubicBezTo>
                  <a:lnTo>
                    <a:pt x="48" y="2548"/>
                  </a:lnTo>
                  <a:cubicBezTo>
                    <a:pt x="0" y="2620"/>
                    <a:pt x="24" y="2727"/>
                    <a:pt x="119" y="2774"/>
                  </a:cubicBezTo>
                  <a:cubicBezTo>
                    <a:pt x="143" y="2786"/>
                    <a:pt x="155" y="2786"/>
                    <a:pt x="191" y="2786"/>
                  </a:cubicBezTo>
                  <a:cubicBezTo>
                    <a:pt x="250" y="2786"/>
                    <a:pt x="310" y="2762"/>
                    <a:pt x="345" y="2703"/>
                  </a:cubicBezTo>
                  <a:lnTo>
                    <a:pt x="738" y="1929"/>
                  </a:lnTo>
                  <a:cubicBezTo>
                    <a:pt x="798" y="1810"/>
                    <a:pt x="917" y="1727"/>
                    <a:pt x="1060" y="1727"/>
                  </a:cubicBezTo>
                  <a:lnTo>
                    <a:pt x="3096" y="1727"/>
                  </a:lnTo>
                  <a:cubicBezTo>
                    <a:pt x="3227" y="1727"/>
                    <a:pt x="3346" y="1810"/>
                    <a:pt x="3405" y="1929"/>
                  </a:cubicBezTo>
                  <a:lnTo>
                    <a:pt x="3810" y="2703"/>
                  </a:lnTo>
                  <a:cubicBezTo>
                    <a:pt x="3846" y="2756"/>
                    <a:pt x="3902" y="2783"/>
                    <a:pt x="3968" y="2783"/>
                  </a:cubicBezTo>
                  <a:cubicBezTo>
                    <a:pt x="3989" y="2783"/>
                    <a:pt x="4013" y="2780"/>
                    <a:pt x="4036" y="2774"/>
                  </a:cubicBezTo>
                  <a:cubicBezTo>
                    <a:pt x="4132" y="2715"/>
                    <a:pt x="4167" y="2608"/>
                    <a:pt x="4120" y="2536"/>
                  </a:cubicBezTo>
                  <a:lnTo>
                    <a:pt x="3715" y="1762"/>
                  </a:lnTo>
                  <a:cubicBezTo>
                    <a:pt x="3596" y="1536"/>
                    <a:pt x="3358" y="1393"/>
                    <a:pt x="3108" y="1393"/>
                  </a:cubicBezTo>
                  <a:lnTo>
                    <a:pt x="2250" y="1393"/>
                  </a:lnTo>
                  <a:lnTo>
                    <a:pt x="2250" y="167"/>
                  </a:lnTo>
                  <a:cubicBezTo>
                    <a:pt x="2250" y="84"/>
                    <a:pt x="2167"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68"/>
            <p:cNvSpPr/>
            <p:nvPr/>
          </p:nvSpPr>
          <p:spPr>
            <a:xfrm>
              <a:off x="3831583" y="2059664"/>
              <a:ext cx="117485" cy="54748"/>
            </a:xfrm>
            <a:custGeom>
              <a:avLst/>
              <a:gdLst/>
              <a:ahLst/>
              <a:cxnLst/>
              <a:rect l="l" t="t" r="r" b="b"/>
              <a:pathLst>
                <a:path w="3691" h="1720" extrusionOk="0">
                  <a:moveTo>
                    <a:pt x="1846" y="1"/>
                  </a:moveTo>
                  <a:cubicBezTo>
                    <a:pt x="1750" y="1"/>
                    <a:pt x="1679" y="72"/>
                    <a:pt x="1679" y="167"/>
                  </a:cubicBezTo>
                  <a:lnTo>
                    <a:pt x="1679" y="703"/>
                  </a:lnTo>
                  <a:lnTo>
                    <a:pt x="750" y="703"/>
                  </a:lnTo>
                  <a:cubicBezTo>
                    <a:pt x="560" y="703"/>
                    <a:pt x="405" y="810"/>
                    <a:pt x="310" y="965"/>
                  </a:cubicBezTo>
                  <a:lnTo>
                    <a:pt x="48" y="1477"/>
                  </a:lnTo>
                  <a:cubicBezTo>
                    <a:pt x="0" y="1548"/>
                    <a:pt x="24" y="1656"/>
                    <a:pt x="119" y="1703"/>
                  </a:cubicBezTo>
                  <a:cubicBezTo>
                    <a:pt x="140" y="1714"/>
                    <a:pt x="164" y="1719"/>
                    <a:pt x="188" y="1719"/>
                  </a:cubicBezTo>
                  <a:cubicBezTo>
                    <a:pt x="248" y="1719"/>
                    <a:pt x="312" y="1687"/>
                    <a:pt x="345" y="1620"/>
                  </a:cubicBezTo>
                  <a:lnTo>
                    <a:pt x="607" y="1120"/>
                  </a:lnTo>
                  <a:cubicBezTo>
                    <a:pt x="643" y="1060"/>
                    <a:pt x="703" y="1013"/>
                    <a:pt x="774" y="1013"/>
                  </a:cubicBezTo>
                  <a:lnTo>
                    <a:pt x="2929" y="1013"/>
                  </a:lnTo>
                  <a:cubicBezTo>
                    <a:pt x="3000" y="1013"/>
                    <a:pt x="3060" y="1060"/>
                    <a:pt x="3096" y="1120"/>
                  </a:cubicBezTo>
                  <a:lnTo>
                    <a:pt x="3358" y="1620"/>
                  </a:lnTo>
                  <a:cubicBezTo>
                    <a:pt x="3393" y="1679"/>
                    <a:pt x="3453" y="1715"/>
                    <a:pt x="3512" y="1715"/>
                  </a:cubicBezTo>
                  <a:cubicBezTo>
                    <a:pt x="3536" y="1715"/>
                    <a:pt x="3548" y="1715"/>
                    <a:pt x="3584" y="1703"/>
                  </a:cubicBezTo>
                  <a:cubicBezTo>
                    <a:pt x="3655" y="1656"/>
                    <a:pt x="3691" y="1548"/>
                    <a:pt x="3643" y="1477"/>
                  </a:cubicBezTo>
                  <a:lnTo>
                    <a:pt x="3381" y="965"/>
                  </a:lnTo>
                  <a:cubicBezTo>
                    <a:pt x="3286" y="810"/>
                    <a:pt x="3108" y="703"/>
                    <a:pt x="2929" y="703"/>
                  </a:cubicBezTo>
                  <a:lnTo>
                    <a:pt x="2012" y="703"/>
                  </a:lnTo>
                  <a:lnTo>
                    <a:pt x="2012" y="167"/>
                  </a:lnTo>
                  <a:cubicBezTo>
                    <a:pt x="2012" y="72"/>
                    <a:pt x="1929" y="1"/>
                    <a:pt x="1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68"/>
            <p:cNvSpPr/>
            <p:nvPr/>
          </p:nvSpPr>
          <p:spPr>
            <a:xfrm>
              <a:off x="3901672" y="2187016"/>
              <a:ext cx="132285" cy="88997"/>
            </a:xfrm>
            <a:custGeom>
              <a:avLst/>
              <a:gdLst/>
              <a:ahLst/>
              <a:cxnLst/>
              <a:rect l="l" t="t" r="r" b="b"/>
              <a:pathLst>
                <a:path w="4156" h="2796" extrusionOk="0">
                  <a:moveTo>
                    <a:pt x="2084" y="0"/>
                  </a:moveTo>
                  <a:cubicBezTo>
                    <a:pt x="1989" y="0"/>
                    <a:pt x="1918" y="84"/>
                    <a:pt x="1918" y="167"/>
                  </a:cubicBezTo>
                  <a:lnTo>
                    <a:pt x="1918" y="1405"/>
                  </a:lnTo>
                  <a:lnTo>
                    <a:pt x="1060" y="1405"/>
                  </a:lnTo>
                  <a:cubicBezTo>
                    <a:pt x="798" y="1405"/>
                    <a:pt x="560" y="1536"/>
                    <a:pt x="441" y="1774"/>
                  </a:cubicBezTo>
                  <a:lnTo>
                    <a:pt x="36" y="2548"/>
                  </a:lnTo>
                  <a:cubicBezTo>
                    <a:pt x="1" y="2620"/>
                    <a:pt x="25" y="2727"/>
                    <a:pt x="120" y="2774"/>
                  </a:cubicBezTo>
                  <a:cubicBezTo>
                    <a:pt x="142" y="2789"/>
                    <a:pt x="167" y="2796"/>
                    <a:pt x="192" y="2796"/>
                  </a:cubicBezTo>
                  <a:cubicBezTo>
                    <a:pt x="250" y="2796"/>
                    <a:pt x="309" y="2761"/>
                    <a:pt x="334" y="2703"/>
                  </a:cubicBezTo>
                  <a:lnTo>
                    <a:pt x="739" y="1929"/>
                  </a:lnTo>
                  <a:cubicBezTo>
                    <a:pt x="798" y="1810"/>
                    <a:pt x="918" y="1727"/>
                    <a:pt x="1060" y="1727"/>
                  </a:cubicBezTo>
                  <a:lnTo>
                    <a:pt x="3096" y="1727"/>
                  </a:lnTo>
                  <a:cubicBezTo>
                    <a:pt x="3227" y="1727"/>
                    <a:pt x="3346" y="1810"/>
                    <a:pt x="3406" y="1929"/>
                  </a:cubicBezTo>
                  <a:lnTo>
                    <a:pt x="3811" y="2703"/>
                  </a:lnTo>
                  <a:cubicBezTo>
                    <a:pt x="3835" y="2762"/>
                    <a:pt x="3894" y="2786"/>
                    <a:pt x="3954" y="2786"/>
                  </a:cubicBezTo>
                  <a:cubicBezTo>
                    <a:pt x="3989" y="2786"/>
                    <a:pt x="4001" y="2786"/>
                    <a:pt x="4037" y="2774"/>
                  </a:cubicBezTo>
                  <a:cubicBezTo>
                    <a:pt x="4120" y="2715"/>
                    <a:pt x="4156" y="2608"/>
                    <a:pt x="4120" y="2536"/>
                  </a:cubicBezTo>
                  <a:lnTo>
                    <a:pt x="3715" y="1762"/>
                  </a:lnTo>
                  <a:cubicBezTo>
                    <a:pt x="3596" y="1536"/>
                    <a:pt x="3358" y="1393"/>
                    <a:pt x="3108" y="1393"/>
                  </a:cubicBezTo>
                  <a:lnTo>
                    <a:pt x="2251" y="1393"/>
                  </a:lnTo>
                  <a:lnTo>
                    <a:pt x="2251" y="167"/>
                  </a:lnTo>
                  <a:cubicBezTo>
                    <a:pt x="2251" y="84"/>
                    <a:pt x="2168"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31" name="Google Shape;13131;p68"/>
          <p:cNvGrpSpPr/>
          <p:nvPr/>
        </p:nvGrpSpPr>
        <p:grpSpPr>
          <a:xfrm>
            <a:off x="3235438" y="2046804"/>
            <a:ext cx="354363" cy="354745"/>
            <a:chOff x="3235438" y="1970604"/>
            <a:chExt cx="354363" cy="354745"/>
          </a:xfrm>
        </p:grpSpPr>
        <p:sp>
          <p:nvSpPr>
            <p:cNvPr id="13132" name="Google Shape;13132;p68"/>
            <p:cNvSpPr/>
            <p:nvPr/>
          </p:nvSpPr>
          <p:spPr>
            <a:xfrm>
              <a:off x="3235438" y="2125712"/>
              <a:ext cx="132667" cy="199288"/>
            </a:xfrm>
            <a:custGeom>
              <a:avLst/>
              <a:gdLst/>
              <a:ahLst/>
              <a:cxnLst/>
              <a:rect l="l" t="t" r="r" b="b"/>
              <a:pathLst>
                <a:path w="4168" h="6261" extrusionOk="0">
                  <a:moveTo>
                    <a:pt x="2102" y="325"/>
                  </a:moveTo>
                  <a:cubicBezTo>
                    <a:pt x="2147" y="325"/>
                    <a:pt x="2191" y="331"/>
                    <a:pt x="2239" y="343"/>
                  </a:cubicBezTo>
                  <a:cubicBezTo>
                    <a:pt x="2953" y="402"/>
                    <a:pt x="3501" y="1021"/>
                    <a:pt x="3501" y="1748"/>
                  </a:cubicBezTo>
                  <a:cubicBezTo>
                    <a:pt x="3501" y="2438"/>
                    <a:pt x="3668" y="3081"/>
                    <a:pt x="3811" y="3414"/>
                  </a:cubicBezTo>
                  <a:lnTo>
                    <a:pt x="3811" y="3438"/>
                  </a:lnTo>
                  <a:cubicBezTo>
                    <a:pt x="3632" y="3534"/>
                    <a:pt x="3310" y="3736"/>
                    <a:pt x="2775" y="3831"/>
                  </a:cubicBezTo>
                  <a:lnTo>
                    <a:pt x="2775" y="3795"/>
                  </a:lnTo>
                  <a:lnTo>
                    <a:pt x="2775" y="3462"/>
                  </a:lnTo>
                  <a:cubicBezTo>
                    <a:pt x="2977" y="3343"/>
                    <a:pt x="3156" y="3164"/>
                    <a:pt x="3299" y="2938"/>
                  </a:cubicBezTo>
                  <a:cubicBezTo>
                    <a:pt x="3513" y="2545"/>
                    <a:pt x="3441" y="2021"/>
                    <a:pt x="3096" y="1712"/>
                  </a:cubicBezTo>
                  <a:cubicBezTo>
                    <a:pt x="2858" y="1486"/>
                    <a:pt x="2429" y="1236"/>
                    <a:pt x="1751" y="1236"/>
                  </a:cubicBezTo>
                  <a:cubicBezTo>
                    <a:pt x="1703" y="1236"/>
                    <a:pt x="1656" y="1248"/>
                    <a:pt x="1632" y="1271"/>
                  </a:cubicBezTo>
                  <a:lnTo>
                    <a:pt x="1286" y="1617"/>
                  </a:lnTo>
                  <a:cubicBezTo>
                    <a:pt x="1227" y="1676"/>
                    <a:pt x="1227" y="1783"/>
                    <a:pt x="1286" y="1843"/>
                  </a:cubicBezTo>
                  <a:cubicBezTo>
                    <a:pt x="1316" y="1873"/>
                    <a:pt x="1358" y="1887"/>
                    <a:pt x="1400" y="1887"/>
                  </a:cubicBezTo>
                  <a:cubicBezTo>
                    <a:pt x="1441" y="1887"/>
                    <a:pt x="1483" y="1873"/>
                    <a:pt x="1513" y="1843"/>
                  </a:cubicBezTo>
                  <a:lnTo>
                    <a:pt x="1810" y="1545"/>
                  </a:lnTo>
                  <a:cubicBezTo>
                    <a:pt x="2239" y="1557"/>
                    <a:pt x="2596" y="1688"/>
                    <a:pt x="2882" y="1950"/>
                  </a:cubicBezTo>
                  <a:cubicBezTo>
                    <a:pt x="3120" y="2152"/>
                    <a:pt x="3156" y="2510"/>
                    <a:pt x="3013" y="2783"/>
                  </a:cubicBezTo>
                  <a:cubicBezTo>
                    <a:pt x="2822" y="3105"/>
                    <a:pt x="2477" y="3319"/>
                    <a:pt x="2084" y="3319"/>
                  </a:cubicBezTo>
                  <a:cubicBezTo>
                    <a:pt x="1513" y="3319"/>
                    <a:pt x="1036" y="2843"/>
                    <a:pt x="1036" y="2260"/>
                  </a:cubicBezTo>
                  <a:cubicBezTo>
                    <a:pt x="1036" y="2164"/>
                    <a:pt x="953" y="2093"/>
                    <a:pt x="870" y="2093"/>
                  </a:cubicBezTo>
                  <a:cubicBezTo>
                    <a:pt x="774" y="2093"/>
                    <a:pt x="703" y="2164"/>
                    <a:pt x="703" y="2260"/>
                  </a:cubicBezTo>
                  <a:cubicBezTo>
                    <a:pt x="703" y="2760"/>
                    <a:pt x="989" y="3224"/>
                    <a:pt x="1405" y="3462"/>
                  </a:cubicBezTo>
                  <a:lnTo>
                    <a:pt x="1405" y="3795"/>
                  </a:lnTo>
                  <a:lnTo>
                    <a:pt x="1405" y="3831"/>
                  </a:lnTo>
                  <a:cubicBezTo>
                    <a:pt x="858" y="3712"/>
                    <a:pt x="524" y="3534"/>
                    <a:pt x="393" y="3438"/>
                  </a:cubicBezTo>
                  <a:cubicBezTo>
                    <a:pt x="393" y="3438"/>
                    <a:pt x="382" y="3438"/>
                    <a:pt x="393" y="3414"/>
                  </a:cubicBezTo>
                  <a:cubicBezTo>
                    <a:pt x="524" y="3081"/>
                    <a:pt x="691" y="2438"/>
                    <a:pt x="703" y="1748"/>
                  </a:cubicBezTo>
                  <a:cubicBezTo>
                    <a:pt x="703" y="1021"/>
                    <a:pt x="1275" y="402"/>
                    <a:pt x="1965" y="343"/>
                  </a:cubicBezTo>
                  <a:cubicBezTo>
                    <a:pt x="2013" y="331"/>
                    <a:pt x="2057" y="325"/>
                    <a:pt x="2102" y="325"/>
                  </a:cubicBezTo>
                  <a:close/>
                  <a:moveTo>
                    <a:pt x="2429" y="3581"/>
                  </a:moveTo>
                  <a:lnTo>
                    <a:pt x="2429" y="3772"/>
                  </a:lnTo>
                  <a:cubicBezTo>
                    <a:pt x="2429" y="3974"/>
                    <a:pt x="2537" y="4153"/>
                    <a:pt x="2715" y="4236"/>
                  </a:cubicBezTo>
                  <a:lnTo>
                    <a:pt x="2822" y="4296"/>
                  </a:lnTo>
                  <a:cubicBezTo>
                    <a:pt x="2668" y="4546"/>
                    <a:pt x="2382" y="4712"/>
                    <a:pt x="2072" y="4712"/>
                  </a:cubicBezTo>
                  <a:cubicBezTo>
                    <a:pt x="1775" y="4712"/>
                    <a:pt x="1489" y="4546"/>
                    <a:pt x="1334" y="4296"/>
                  </a:cubicBezTo>
                  <a:lnTo>
                    <a:pt x="1429" y="4236"/>
                  </a:lnTo>
                  <a:cubicBezTo>
                    <a:pt x="1608" y="4153"/>
                    <a:pt x="1715" y="3974"/>
                    <a:pt x="1715" y="3772"/>
                  </a:cubicBezTo>
                  <a:lnTo>
                    <a:pt x="1715" y="3581"/>
                  </a:lnTo>
                  <a:cubicBezTo>
                    <a:pt x="1834" y="3617"/>
                    <a:pt x="1953" y="3629"/>
                    <a:pt x="2072" y="3629"/>
                  </a:cubicBezTo>
                  <a:cubicBezTo>
                    <a:pt x="2191" y="3629"/>
                    <a:pt x="2310" y="3617"/>
                    <a:pt x="2429" y="3581"/>
                  </a:cubicBezTo>
                  <a:close/>
                  <a:moveTo>
                    <a:pt x="2072" y="0"/>
                  </a:moveTo>
                  <a:cubicBezTo>
                    <a:pt x="2016" y="0"/>
                    <a:pt x="1959" y="3"/>
                    <a:pt x="1906" y="9"/>
                  </a:cubicBezTo>
                  <a:cubicBezTo>
                    <a:pt x="1036" y="81"/>
                    <a:pt x="346" y="855"/>
                    <a:pt x="346" y="1748"/>
                  </a:cubicBezTo>
                  <a:cubicBezTo>
                    <a:pt x="346" y="2391"/>
                    <a:pt x="203" y="2986"/>
                    <a:pt x="60" y="3295"/>
                  </a:cubicBezTo>
                  <a:cubicBezTo>
                    <a:pt x="1" y="3450"/>
                    <a:pt x="48" y="3617"/>
                    <a:pt x="179" y="3700"/>
                  </a:cubicBezTo>
                  <a:cubicBezTo>
                    <a:pt x="322" y="3795"/>
                    <a:pt x="584" y="3950"/>
                    <a:pt x="1036" y="4093"/>
                  </a:cubicBezTo>
                  <a:lnTo>
                    <a:pt x="382" y="4415"/>
                  </a:lnTo>
                  <a:cubicBezTo>
                    <a:pt x="143" y="4534"/>
                    <a:pt x="1" y="4772"/>
                    <a:pt x="1" y="5022"/>
                  </a:cubicBezTo>
                  <a:lnTo>
                    <a:pt x="1" y="6093"/>
                  </a:lnTo>
                  <a:cubicBezTo>
                    <a:pt x="1" y="6189"/>
                    <a:pt x="84" y="6260"/>
                    <a:pt x="167" y="6260"/>
                  </a:cubicBezTo>
                  <a:cubicBezTo>
                    <a:pt x="262" y="6260"/>
                    <a:pt x="334" y="6189"/>
                    <a:pt x="334" y="6093"/>
                  </a:cubicBezTo>
                  <a:lnTo>
                    <a:pt x="334" y="5022"/>
                  </a:lnTo>
                  <a:cubicBezTo>
                    <a:pt x="334" y="4891"/>
                    <a:pt x="405" y="4772"/>
                    <a:pt x="524" y="4700"/>
                  </a:cubicBezTo>
                  <a:lnTo>
                    <a:pt x="1048" y="4450"/>
                  </a:lnTo>
                  <a:cubicBezTo>
                    <a:pt x="1275" y="4807"/>
                    <a:pt x="1656" y="5046"/>
                    <a:pt x="2084" y="5046"/>
                  </a:cubicBezTo>
                  <a:cubicBezTo>
                    <a:pt x="2525" y="5046"/>
                    <a:pt x="2906" y="4819"/>
                    <a:pt x="3132" y="4450"/>
                  </a:cubicBezTo>
                  <a:lnTo>
                    <a:pt x="3656" y="4700"/>
                  </a:lnTo>
                  <a:cubicBezTo>
                    <a:pt x="3775" y="4760"/>
                    <a:pt x="3846" y="4879"/>
                    <a:pt x="3846" y="5022"/>
                  </a:cubicBezTo>
                  <a:lnTo>
                    <a:pt x="3846" y="6093"/>
                  </a:lnTo>
                  <a:cubicBezTo>
                    <a:pt x="3846" y="6189"/>
                    <a:pt x="3918" y="6260"/>
                    <a:pt x="4013" y="6260"/>
                  </a:cubicBezTo>
                  <a:cubicBezTo>
                    <a:pt x="4096" y="6260"/>
                    <a:pt x="4168" y="6189"/>
                    <a:pt x="4168" y="6093"/>
                  </a:cubicBezTo>
                  <a:lnTo>
                    <a:pt x="4168" y="5022"/>
                  </a:lnTo>
                  <a:cubicBezTo>
                    <a:pt x="4156" y="4772"/>
                    <a:pt x="4013" y="4534"/>
                    <a:pt x="3775" y="4415"/>
                  </a:cubicBezTo>
                  <a:lnTo>
                    <a:pt x="3120" y="4093"/>
                  </a:lnTo>
                  <a:cubicBezTo>
                    <a:pt x="3549" y="3974"/>
                    <a:pt x="3834" y="3807"/>
                    <a:pt x="3965" y="3700"/>
                  </a:cubicBezTo>
                  <a:cubicBezTo>
                    <a:pt x="4096" y="3617"/>
                    <a:pt x="4144" y="3450"/>
                    <a:pt x="4084" y="3295"/>
                  </a:cubicBezTo>
                  <a:cubicBezTo>
                    <a:pt x="3953" y="2986"/>
                    <a:pt x="3799" y="2391"/>
                    <a:pt x="3799" y="1748"/>
                  </a:cubicBezTo>
                  <a:cubicBezTo>
                    <a:pt x="3799" y="855"/>
                    <a:pt x="3096" y="81"/>
                    <a:pt x="2239" y="9"/>
                  </a:cubicBezTo>
                  <a:cubicBezTo>
                    <a:pt x="2185" y="3"/>
                    <a:pt x="212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68"/>
            <p:cNvSpPr/>
            <p:nvPr/>
          </p:nvSpPr>
          <p:spPr>
            <a:xfrm>
              <a:off x="3257433" y="2292373"/>
              <a:ext cx="10249" cy="32626"/>
            </a:xfrm>
            <a:custGeom>
              <a:avLst/>
              <a:gdLst/>
              <a:ahLst/>
              <a:cxnLst/>
              <a:rect l="l" t="t" r="r" b="b"/>
              <a:pathLst>
                <a:path w="322" h="1025" extrusionOk="0">
                  <a:moveTo>
                    <a:pt x="167" y="0"/>
                  </a:moveTo>
                  <a:cubicBezTo>
                    <a:pt x="72" y="0"/>
                    <a:pt x="0" y="72"/>
                    <a:pt x="0" y="167"/>
                  </a:cubicBezTo>
                  <a:lnTo>
                    <a:pt x="0" y="857"/>
                  </a:lnTo>
                  <a:cubicBezTo>
                    <a:pt x="0" y="953"/>
                    <a:pt x="72" y="1024"/>
                    <a:pt x="167" y="1024"/>
                  </a:cubicBezTo>
                  <a:cubicBezTo>
                    <a:pt x="250" y="1024"/>
                    <a:pt x="322" y="953"/>
                    <a:pt x="322" y="85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68"/>
            <p:cNvSpPr/>
            <p:nvPr/>
          </p:nvSpPr>
          <p:spPr>
            <a:xfrm>
              <a:off x="3335098" y="2292373"/>
              <a:ext cx="10281" cy="32626"/>
            </a:xfrm>
            <a:custGeom>
              <a:avLst/>
              <a:gdLst/>
              <a:ahLst/>
              <a:cxnLst/>
              <a:rect l="l" t="t" r="r" b="b"/>
              <a:pathLst>
                <a:path w="323" h="1025" extrusionOk="0">
                  <a:moveTo>
                    <a:pt x="168" y="0"/>
                  </a:moveTo>
                  <a:cubicBezTo>
                    <a:pt x="72" y="0"/>
                    <a:pt x="1" y="72"/>
                    <a:pt x="1" y="167"/>
                  </a:cubicBezTo>
                  <a:lnTo>
                    <a:pt x="1" y="857"/>
                  </a:lnTo>
                  <a:cubicBezTo>
                    <a:pt x="1" y="953"/>
                    <a:pt x="72" y="1024"/>
                    <a:pt x="168" y="1024"/>
                  </a:cubicBezTo>
                  <a:cubicBezTo>
                    <a:pt x="251" y="1024"/>
                    <a:pt x="322" y="953"/>
                    <a:pt x="322" y="857"/>
                  </a:cubicBezTo>
                  <a:lnTo>
                    <a:pt x="322" y="167"/>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68"/>
            <p:cNvSpPr/>
            <p:nvPr/>
          </p:nvSpPr>
          <p:spPr>
            <a:xfrm>
              <a:off x="3490110" y="2163685"/>
              <a:ext cx="55734" cy="18430"/>
            </a:xfrm>
            <a:custGeom>
              <a:avLst/>
              <a:gdLst/>
              <a:ahLst/>
              <a:cxnLst/>
              <a:rect l="l" t="t" r="r" b="b"/>
              <a:pathLst>
                <a:path w="1751" h="579" extrusionOk="0">
                  <a:moveTo>
                    <a:pt x="649" y="0"/>
                  </a:moveTo>
                  <a:cubicBezTo>
                    <a:pt x="492" y="0"/>
                    <a:pt x="319" y="16"/>
                    <a:pt x="132" y="55"/>
                  </a:cubicBezTo>
                  <a:cubicBezTo>
                    <a:pt x="60" y="66"/>
                    <a:pt x="1" y="138"/>
                    <a:pt x="1" y="221"/>
                  </a:cubicBezTo>
                  <a:lnTo>
                    <a:pt x="1" y="400"/>
                  </a:lnTo>
                  <a:cubicBezTo>
                    <a:pt x="1" y="483"/>
                    <a:pt x="72" y="555"/>
                    <a:pt x="155" y="555"/>
                  </a:cubicBezTo>
                  <a:cubicBezTo>
                    <a:pt x="251" y="555"/>
                    <a:pt x="322" y="483"/>
                    <a:pt x="322" y="400"/>
                  </a:cubicBezTo>
                  <a:lnTo>
                    <a:pt x="322" y="364"/>
                  </a:lnTo>
                  <a:cubicBezTo>
                    <a:pt x="434" y="349"/>
                    <a:pt x="539" y="342"/>
                    <a:pt x="636" y="342"/>
                  </a:cubicBezTo>
                  <a:cubicBezTo>
                    <a:pt x="841" y="342"/>
                    <a:pt x="1011" y="371"/>
                    <a:pt x="1132" y="412"/>
                  </a:cubicBezTo>
                  <a:cubicBezTo>
                    <a:pt x="1334" y="471"/>
                    <a:pt x="1453" y="543"/>
                    <a:pt x="1465" y="543"/>
                  </a:cubicBezTo>
                  <a:cubicBezTo>
                    <a:pt x="1501" y="555"/>
                    <a:pt x="1525" y="578"/>
                    <a:pt x="1560" y="578"/>
                  </a:cubicBezTo>
                  <a:cubicBezTo>
                    <a:pt x="1620" y="578"/>
                    <a:pt x="1667" y="543"/>
                    <a:pt x="1691" y="495"/>
                  </a:cubicBezTo>
                  <a:cubicBezTo>
                    <a:pt x="1751" y="400"/>
                    <a:pt x="1727" y="293"/>
                    <a:pt x="1644" y="245"/>
                  </a:cubicBezTo>
                  <a:cubicBezTo>
                    <a:pt x="1625" y="236"/>
                    <a:pt x="1259" y="0"/>
                    <a:pt x="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68"/>
            <p:cNvSpPr/>
            <p:nvPr/>
          </p:nvSpPr>
          <p:spPr>
            <a:xfrm>
              <a:off x="3445771" y="2131664"/>
              <a:ext cx="144031" cy="192953"/>
            </a:xfrm>
            <a:custGeom>
              <a:avLst/>
              <a:gdLst/>
              <a:ahLst/>
              <a:cxnLst/>
              <a:rect l="l" t="t" r="r" b="b"/>
              <a:pathLst>
                <a:path w="4525" h="6062" extrusionOk="0">
                  <a:moveTo>
                    <a:pt x="3489" y="310"/>
                  </a:moveTo>
                  <a:lnTo>
                    <a:pt x="3489" y="1120"/>
                  </a:lnTo>
                  <a:cubicBezTo>
                    <a:pt x="3489" y="1251"/>
                    <a:pt x="3453" y="1382"/>
                    <a:pt x="3394" y="1525"/>
                  </a:cubicBezTo>
                  <a:lnTo>
                    <a:pt x="3334" y="1656"/>
                  </a:lnTo>
                  <a:cubicBezTo>
                    <a:pt x="3322" y="1680"/>
                    <a:pt x="3322" y="1703"/>
                    <a:pt x="3322" y="1727"/>
                  </a:cubicBezTo>
                  <a:lnTo>
                    <a:pt x="3322" y="2073"/>
                  </a:lnTo>
                  <a:cubicBezTo>
                    <a:pt x="3322" y="2370"/>
                    <a:pt x="3203" y="2632"/>
                    <a:pt x="3001" y="2835"/>
                  </a:cubicBezTo>
                  <a:cubicBezTo>
                    <a:pt x="2796" y="3016"/>
                    <a:pt x="2549" y="3133"/>
                    <a:pt x="2268" y="3133"/>
                  </a:cubicBezTo>
                  <a:cubicBezTo>
                    <a:pt x="2254" y="3133"/>
                    <a:pt x="2241" y="3133"/>
                    <a:pt x="2227" y="3132"/>
                  </a:cubicBezTo>
                  <a:cubicBezTo>
                    <a:pt x="1655" y="3108"/>
                    <a:pt x="1191" y="2608"/>
                    <a:pt x="1191" y="2025"/>
                  </a:cubicBezTo>
                  <a:lnTo>
                    <a:pt x="1191" y="1727"/>
                  </a:lnTo>
                  <a:cubicBezTo>
                    <a:pt x="1191" y="1703"/>
                    <a:pt x="1191" y="1680"/>
                    <a:pt x="1179" y="1656"/>
                  </a:cubicBezTo>
                  <a:lnTo>
                    <a:pt x="1120" y="1525"/>
                  </a:lnTo>
                  <a:cubicBezTo>
                    <a:pt x="1060" y="1406"/>
                    <a:pt x="1036" y="1263"/>
                    <a:pt x="1036" y="1120"/>
                  </a:cubicBezTo>
                  <a:cubicBezTo>
                    <a:pt x="1036" y="668"/>
                    <a:pt x="1394" y="310"/>
                    <a:pt x="1834" y="310"/>
                  </a:cubicBezTo>
                  <a:close/>
                  <a:moveTo>
                    <a:pt x="1727" y="3335"/>
                  </a:moveTo>
                  <a:cubicBezTo>
                    <a:pt x="1882" y="3406"/>
                    <a:pt x="2048" y="3442"/>
                    <a:pt x="2215" y="3454"/>
                  </a:cubicBezTo>
                  <a:lnTo>
                    <a:pt x="2263" y="3454"/>
                  </a:lnTo>
                  <a:cubicBezTo>
                    <a:pt x="2453" y="3454"/>
                    <a:pt x="2632" y="3430"/>
                    <a:pt x="2798" y="3347"/>
                  </a:cubicBezTo>
                  <a:lnTo>
                    <a:pt x="2798" y="3573"/>
                  </a:lnTo>
                  <a:cubicBezTo>
                    <a:pt x="2798" y="3620"/>
                    <a:pt x="2810" y="3680"/>
                    <a:pt x="2810" y="3728"/>
                  </a:cubicBezTo>
                  <a:lnTo>
                    <a:pt x="2263" y="4144"/>
                  </a:lnTo>
                  <a:lnTo>
                    <a:pt x="1715" y="3728"/>
                  </a:lnTo>
                  <a:cubicBezTo>
                    <a:pt x="1727" y="3680"/>
                    <a:pt x="1727" y="3632"/>
                    <a:pt x="1727" y="3573"/>
                  </a:cubicBezTo>
                  <a:lnTo>
                    <a:pt x="1727" y="3335"/>
                  </a:lnTo>
                  <a:close/>
                  <a:moveTo>
                    <a:pt x="1834" y="1"/>
                  </a:moveTo>
                  <a:cubicBezTo>
                    <a:pt x="1203" y="1"/>
                    <a:pt x="703" y="501"/>
                    <a:pt x="703" y="1132"/>
                  </a:cubicBezTo>
                  <a:cubicBezTo>
                    <a:pt x="703" y="1322"/>
                    <a:pt x="751" y="1501"/>
                    <a:pt x="834" y="1668"/>
                  </a:cubicBezTo>
                  <a:lnTo>
                    <a:pt x="882" y="1751"/>
                  </a:lnTo>
                  <a:lnTo>
                    <a:pt x="882" y="2013"/>
                  </a:lnTo>
                  <a:cubicBezTo>
                    <a:pt x="882" y="2454"/>
                    <a:pt x="1084" y="2858"/>
                    <a:pt x="1405" y="3120"/>
                  </a:cubicBezTo>
                  <a:lnTo>
                    <a:pt x="1405" y="3561"/>
                  </a:lnTo>
                  <a:cubicBezTo>
                    <a:pt x="1405" y="3632"/>
                    <a:pt x="1358" y="3704"/>
                    <a:pt x="1286" y="3739"/>
                  </a:cubicBezTo>
                  <a:lnTo>
                    <a:pt x="453" y="4049"/>
                  </a:lnTo>
                  <a:cubicBezTo>
                    <a:pt x="179" y="4156"/>
                    <a:pt x="1" y="4406"/>
                    <a:pt x="1" y="4692"/>
                  </a:cubicBezTo>
                  <a:lnTo>
                    <a:pt x="1" y="5894"/>
                  </a:lnTo>
                  <a:cubicBezTo>
                    <a:pt x="1" y="5990"/>
                    <a:pt x="72" y="6061"/>
                    <a:pt x="167" y="6061"/>
                  </a:cubicBezTo>
                  <a:cubicBezTo>
                    <a:pt x="251" y="6061"/>
                    <a:pt x="334" y="5990"/>
                    <a:pt x="334" y="5894"/>
                  </a:cubicBezTo>
                  <a:lnTo>
                    <a:pt x="334" y="4692"/>
                  </a:lnTo>
                  <a:cubicBezTo>
                    <a:pt x="334" y="4537"/>
                    <a:pt x="417" y="4406"/>
                    <a:pt x="572" y="4347"/>
                  </a:cubicBezTo>
                  <a:lnTo>
                    <a:pt x="1405" y="4037"/>
                  </a:lnTo>
                  <a:cubicBezTo>
                    <a:pt x="1441" y="4013"/>
                    <a:pt x="1489" y="3989"/>
                    <a:pt x="1525" y="3954"/>
                  </a:cubicBezTo>
                  <a:lnTo>
                    <a:pt x="2096" y="4394"/>
                  </a:lnTo>
                  <a:lnTo>
                    <a:pt x="2096" y="5883"/>
                  </a:lnTo>
                  <a:cubicBezTo>
                    <a:pt x="2096" y="5966"/>
                    <a:pt x="2179" y="6037"/>
                    <a:pt x="2263" y="6037"/>
                  </a:cubicBezTo>
                  <a:cubicBezTo>
                    <a:pt x="2358" y="6037"/>
                    <a:pt x="2429" y="5966"/>
                    <a:pt x="2429" y="5883"/>
                  </a:cubicBezTo>
                  <a:lnTo>
                    <a:pt x="2429" y="4394"/>
                  </a:lnTo>
                  <a:lnTo>
                    <a:pt x="3013" y="3954"/>
                  </a:lnTo>
                  <a:cubicBezTo>
                    <a:pt x="3049" y="3989"/>
                    <a:pt x="3084" y="4001"/>
                    <a:pt x="3132" y="4037"/>
                  </a:cubicBezTo>
                  <a:lnTo>
                    <a:pt x="3965" y="4347"/>
                  </a:lnTo>
                  <a:cubicBezTo>
                    <a:pt x="4096" y="4406"/>
                    <a:pt x="4203" y="4537"/>
                    <a:pt x="4203" y="4692"/>
                  </a:cubicBezTo>
                  <a:lnTo>
                    <a:pt x="4203" y="5894"/>
                  </a:lnTo>
                  <a:cubicBezTo>
                    <a:pt x="4203" y="5990"/>
                    <a:pt x="4275" y="6061"/>
                    <a:pt x="4358" y="6061"/>
                  </a:cubicBezTo>
                  <a:cubicBezTo>
                    <a:pt x="4453" y="6061"/>
                    <a:pt x="4525" y="5990"/>
                    <a:pt x="4525" y="5894"/>
                  </a:cubicBezTo>
                  <a:lnTo>
                    <a:pt x="4525" y="4692"/>
                  </a:lnTo>
                  <a:cubicBezTo>
                    <a:pt x="4513" y="4418"/>
                    <a:pt x="4334" y="4168"/>
                    <a:pt x="4072" y="4061"/>
                  </a:cubicBezTo>
                  <a:lnTo>
                    <a:pt x="3239" y="3751"/>
                  </a:lnTo>
                  <a:cubicBezTo>
                    <a:pt x="3156" y="3728"/>
                    <a:pt x="3120" y="3644"/>
                    <a:pt x="3120" y="3573"/>
                  </a:cubicBezTo>
                  <a:lnTo>
                    <a:pt x="3120" y="3156"/>
                  </a:lnTo>
                  <a:cubicBezTo>
                    <a:pt x="3144" y="3132"/>
                    <a:pt x="3191" y="3096"/>
                    <a:pt x="3215" y="3061"/>
                  </a:cubicBezTo>
                  <a:cubicBezTo>
                    <a:pt x="3489" y="2799"/>
                    <a:pt x="3632" y="2454"/>
                    <a:pt x="3632" y="2073"/>
                  </a:cubicBezTo>
                  <a:lnTo>
                    <a:pt x="3632" y="1751"/>
                  </a:lnTo>
                  <a:lnTo>
                    <a:pt x="3680" y="1668"/>
                  </a:lnTo>
                  <a:cubicBezTo>
                    <a:pt x="3775" y="1501"/>
                    <a:pt x="3811" y="1311"/>
                    <a:pt x="3811" y="1132"/>
                  </a:cubicBezTo>
                  <a:lnTo>
                    <a:pt x="3811" y="168"/>
                  </a:lnTo>
                  <a:cubicBezTo>
                    <a:pt x="3811" y="72"/>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68"/>
            <p:cNvSpPr/>
            <p:nvPr/>
          </p:nvSpPr>
          <p:spPr>
            <a:xfrm>
              <a:off x="3473813" y="2287058"/>
              <a:ext cx="10631" cy="38291"/>
            </a:xfrm>
            <a:custGeom>
              <a:avLst/>
              <a:gdLst/>
              <a:ahLst/>
              <a:cxnLst/>
              <a:rect l="l" t="t" r="r" b="b"/>
              <a:pathLst>
                <a:path w="334" h="1203" extrusionOk="0">
                  <a:moveTo>
                    <a:pt x="167" y="0"/>
                  </a:moveTo>
                  <a:cubicBezTo>
                    <a:pt x="72" y="0"/>
                    <a:pt x="1" y="72"/>
                    <a:pt x="1" y="167"/>
                  </a:cubicBezTo>
                  <a:lnTo>
                    <a:pt x="1" y="1048"/>
                  </a:lnTo>
                  <a:cubicBezTo>
                    <a:pt x="1" y="1131"/>
                    <a:pt x="72" y="1203"/>
                    <a:pt x="167" y="1203"/>
                  </a:cubicBezTo>
                  <a:cubicBezTo>
                    <a:pt x="251" y="1203"/>
                    <a:pt x="334" y="1131"/>
                    <a:pt x="334" y="1048"/>
                  </a:cubicBezTo>
                  <a:lnTo>
                    <a:pt x="334" y="155"/>
                  </a:lnTo>
                  <a:cubicBezTo>
                    <a:pt x="334"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68"/>
            <p:cNvSpPr/>
            <p:nvPr/>
          </p:nvSpPr>
          <p:spPr>
            <a:xfrm>
              <a:off x="3551128" y="2287058"/>
              <a:ext cx="10249" cy="38291"/>
            </a:xfrm>
            <a:custGeom>
              <a:avLst/>
              <a:gdLst/>
              <a:ahLst/>
              <a:cxnLst/>
              <a:rect l="l" t="t" r="r" b="b"/>
              <a:pathLst>
                <a:path w="322" h="1203" extrusionOk="0">
                  <a:moveTo>
                    <a:pt x="167" y="0"/>
                  </a:moveTo>
                  <a:cubicBezTo>
                    <a:pt x="72" y="0"/>
                    <a:pt x="0" y="72"/>
                    <a:pt x="0" y="167"/>
                  </a:cubicBezTo>
                  <a:lnTo>
                    <a:pt x="0" y="1048"/>
                  </a:lnTo>
                  <a:cubicBezTo>
                    <a:pt x="0" y="1131"/>
                    <a:pt x="72" y="1203"/>
                    <a:pt x="167" y="1203"/>
                  </a:cubicBezTo>
                  <a:cubicBezTo>
                    <a:pt x="250" y="1203"/>
                    <a:pt x="322" y="1131"/>
                    <a:pt x="322" y="1048"/>
                  </a:cubicBezTo>
                  <a:lnTo>
                    <a:pt x="322" y="155"/>
                  </a:lnTo>
                  <a:cubicBezTo>
                    <a:pt x="322"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68"/>
            <p:cNvSpPr/>
            <p:nvPr/>
          </p:nvSpPr>
          <p:spPr>
            <a:xfrm>
              <a:off x="3290377" y="1970604"/>
              <a:ext cx="221378" cy="185346"/>
            </a:xfrm>
            <a:custGeom>
              <a:avLst/>
              <a:gdLst/>
              <a:ahLst/>
              <a:cxnLst/>
              <a:rect l="l" t="t" r="r" b="b"/>
              <a:pathLst>
                <a:path w="6955" h="5823" extrusionOk="0">
                  <a:moveTo>
                    <a:pt x="2406" y="4168"/>
                  </a:moveTo>
                  <a:lnTo>
                    <a:pt x="2311" y="4537"/>
                  </a:lnTo>
                  <a:lnTo>
                    <a:pt x="2085" y="4537"/>
                  </a:lnTo>
                  <a:cubicBezTo>
                    <a:pt x="1894" y="4537"/>
                    <a:pt x="1727" y="4382"/>
                    <a:pt x="1727" y="4180"/>
                  </a:cubicBezTo>
                  <a:lnTo>
                    <a:pt x="1727" y="4168"/>
                  </a:lnTo>
                  <a:close/>
                  <a:moveTo>
                    <a:pt x="5573" y="358"/>
                  </a:moveTo>
                  <a:cubicBezTo>
                    <a:pt x="5764" y="358"/>
                    <a:pt x="5930" y="525"/>
                    <a:pt x="5930" y="715"/>
                  </a:cubicBezTo>
                  <a:lnTo>
                    <a:pt x="5930" y="3501"/>
                  </a:lnTo>
                  <a:cubicBezTo>
                    <a:pt x="5930" y="3692"/>
                    <a:pt x="5764" y="3858"/>
                    <a:pt x="5573" y="3858"/>
                  </a:cubicBezTo>
                  <a:lnTo>
                    <a:pt x="4168" y="3858"/>
                  </a:lnTo>
                  <a:cubicBezTo>
                    <a:pt x="4144" y="3858"/>
                    <a:pt x="4097" y="3870"/>
                    <a:pt x="4085" y="3882"/>
                  </a:cubicBezTo>
                  <a:lnTo>
                    <a:pt x="2537" y="5001"/>
                  </a:lnTo>
                  <a:lnTo>
                    <a:pt x="2537" y="5001"/>
                  </a:lnTo>
                  <a:lnTo>
                    <a:pt x="2775" y="4049"/>
                  </a:lnTo>
                  <a:cubicBezTo>
                    <a:pt x="2787" y="4001"/>
                    <a:pt x="2775" y="3942"/>
                    <a:pt x="2739" y="3918"/>
                  </a:cubicBezTo>
                  <a:cubicBezTo>
                    <a:pt x="2716" y="3870"/>
                    <a:pt x="2668" y="3858"/>
                    <a:pt x="2608" y="3858"/>
                  </a:cubicBezTo>
                  <a:lnTo>
                    <a:pt x="692" y="3858"/>
                  </a:lnTo>
                  <a:cubicBezTo>
                    <a:pt x="501" y="3858"/>
                    <a:pt x="334" y="3692"/>
                    <a:pt x="334" y="3501"/>
                  </a:cubicBezTo>
                  <a:lnTo>
                    <a:pt x="334" y="715"/>
                  </a:lnTo>
                  <a:cubicBezTo>
                    <a:pt x="334" y="525"/>
                    <a:pt x="501" y="358"/>
                    <a:pt x="692" y="358"/>
                  </a:cubicBezTo>
                  <a:close/>
                  <a:moveTo>
                    <a:pt x="6287" y="1025"/>
                  </a:moveTo>
                  <a:cubicBezTo>
                    <a:pt x="6478" y="1025"/>
                    <a:pt x="6645" y="1191"/>
                    <a:pt x="6645" y="1382"/>
                  </a:cubicBezTo>
                  <a:lnTo>
                    <a:pt x="6645" y="4180"/>
                  </a:lnTo>
                  <a:lnTo>
                    <a:pt x="6633" y="4180"/>
                  </a:lnTo>
                  <a:cubicBezTo>
                    <a:pt x="6633" y="4382"/>
                    <a:pt x="6466" y="4537"/>
                    <a:pt x="6276" y="4537"/>
                  </a:cubicBezTo>
                  <a:lnTo>
                    <a:pt x="4871" y="4537"/>
                  </a:lnTo>
                  <a:cubicBezTo>
                    <a:pt x="4823" y="4537"/>
                    <a:pt x="4787" y="4561"/>
                    <a:pt x="4752" y="4597"/>
                  </a:cubicBezTo>
                  <a:cubicBezTo>
                    <a:pt x="4728" y="4632"/>
                    <a:pt x="4704" y="4692"/>
                    <a:pt x="4728" y="4727"/>
                  </a:cubicBezTo>
                  <a:lnTo>
                    <a:pt x="4847" y="5406"/>
                  </a:lnTo>
                  <a:lnTo>
                    <a:pt x="4847" y="5406"/>
                  </a:lnTo>
                  <a:lnTo>
                    <a:pt x="3656" y="4597"/>
                  </a:lnTo>
                  <a:lnTo>
                    <a:pt x="4251" y="4168"/>
                  </a:lnTo>
                  <a:lnTo>
                    <a:pt x="5585" y="4168"/>
                  </a:lnTo>
                  <a:cubicBezTo>
                    <a:pt x="5954" y="4168"/>
                    <a:pt x="6276" y="3858"/>
                    <a:pt x="6276" y="3489"/>
                  </a:cubicBezTo>
                  <a:lnTo>
                    <a:pt x="6276" y="1025"/>
                  </a:lnTo>
                  <a:close/>
                  <a:moveTo>
                    <a:pt x="692" y="1"/>
                  </a:moveTo>
                  <a:cubicBezTo>
                    <a:pt x="322" y="1"/>
                    <a:pt x="1" y="310"/>
                    <a:pt x="1" y="691"/>
                  </a:cubicBezTo>
                  <a:lnTo>
                    <a:pt x="1" y="3465"/>
                  </a:lnTo>
                  <a:cubicBezTo>
                    <a:pt x="1" y="3846"/>
                    <a:pt x="322" y="4156"/>
                    <a:pt x="692" y="4156"/>
                  </a:cubicBezTo>
                  <a:lnTo>
                    <a:pt x="1406" y="4156"/>
                  </a:lnTo>
                  <a:lnTo>
                    <a:pt x="1406" y="4168"/>
                  </a:lnTo>
                  <a:cubicBezTo>
                    <a:pt x="1406" y="4537"/>
                    <a:pt x="1715" y="4858"/>
                    <a:pt x="2085" y="4858"/>
                  </a:cubicBezTo>
                  <a:lnTo>
                    <a:pt x="2227" y="4858"/>
                  </a:lnTo>
                  <a:lnTo>
                    <a:pt x="2168" y="5120"/>
                  </a:lnTo>
                  <a:cubicBezTo>
                    <a:pt x="2132" y="5228"/>
                    <a:pt x="2180" y="5335"/>
                    <a:pt x="2263" y="5394"/>
                  </a:cubicBezTo>
                  <a:cubicBezTo>
                    <a:pt x="2311" y="5418"/>
                    <a:pt x="2358" y="5430"/>
                    <a:pt x="2406" y="5430"/>
                  </a:cubicBezTo>
                  <a:cubicBezTo>
                    <a:pt x="2442" y="5430"/>
                    <a:pt x="2501" y="5418"/>
                    <a:pt x="2549" y="5394"/>
                  </a:cubicBezTo>
                  <a:lnTo>
                    <a:pt x="3263" y="4870"/>
                  </a:lnTo>
                  <a:lnTo>
                    <a:pt x="3430" y="4870"/>
                  </a:lnTo>
                  <a:lnTo>
                    <a:pt x="4787" y="5775"/>
                  </a:lnTo>
                  <a:cubicBezTo>
                    <a:pt x="4823" y="5811"/>
                    <a:pt x="4871" y="5823"/>
                    <a:pt x="4918" y="5823"/>
                  </a:cubicBezTo>
                  <a:cubicBezTo>
                    <a:pt x="4954" y="5823"/>
                    <a:pt x="5002" y="5811"/>
                    <a:pt x="5049" y="5775"/>
                  </a:cubicBezTo>
                  <a:cubicBezTo>
                    <a:pt x="5144" y="5716"/>
                    <a:pt x="5180" y="5632"/>
                    <a:pt x="5156" y="5525"/>
                  </a:cubicBezTo>
                  <a:lnTo>
                    <a:pt x="5049" y="4870"/>
                  </a:lnTo>
                  <a:lnTo>
                    <a:pt x="6252" y="4870"/>
                  </a:lnTo>
                  <a:cubicBezTo>
                    <a:pt x="6633" y="4870"/>
                    <a:pt x="6942" y="4561"/>
                    <a:pt x="6942" y="4180"/>
                  </a:cubicBezTo>
                  <a:lnTo>
                    <a:pt x="6942" y="1406"/>
                  </a:lnTo>
                  <a:cubicBezTo>
                    <a:pt x="6954" y="1013"/>
                    <a:pt x="6645" y="703"/>
                    <a:pt x="6276" y="703"/>
                  </a:cubicBezTo>
                  <a:cubicBezTo>
                    <a:pt x="6252" y="310"/>
                    <a:pt x="5954"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68"/>
            <p:cNvSpPr/>
            <p:nvPr/>
          </p:nvSpPr>
          <p:spPr>
            <a:xfrm>
              <a:off x="3329432" y="2004344"/>
              <a:ext cx="26928" cy="10249"/>
            </a:xfrm>
            <a:custGeom>
              <a:avLst/>
              <a:gdLst/>
              <a:ahLst/>
              <a:cxnLst/>
              <a:rect l="l" t="t" r="r" b="b"/>
              <a:pathLst>
                <a:path w="846" h="322" extrusionOk="0">
                  <a:moveTo>
                    <a:pt x="167" y="0"/>
                  </a:moveTo>
                  <a:cubicBezTo>
                    <a:pt x="72" y="0"/>
                    <a:pt x="0" y="72"/>
                    <a:pt x="0" y="167"/>
                  </a:cubicBezTo>
                  <a:cubicBezTo>
                    <a:pt x="0" y="250"/>
                    <a:pt x="72" y="322"/>
                    <a:pt x="167"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68"/>
            <p:cNvSpPr/>
            <p:nvPr/>
          </p:nvSpPr>
          <p:spPr>
            <a:xfrm>
              <a:off x="3368074" y="2004344"/>
              <a:ext cx="82663" cy="10249"/>
            </a:xfrm>
            <a:custGeom>
              <a:avLst/>
              <a:gdLst/>
              <a:ahLst/>
              <a:cxnLst/>
              <a:rect l="l" t="t" r="r" b="b"/>
              <a:pathLst>
                <a:path w="2597" h="322" extrusionOk="0">
                  <a:moveTo>
                    <a:pt x="167" y="0"/>
                  </a:moveTo>
                  <a:cubicBezTo>
                    <a:pt x="84" y="0"/>
                    <a:pt x="1" y="72"/>
                    <a:pt x="1" y="167"/>
                  </a:cubicBezTo>
                  <a:cubicBezTo>
                    <a:pt x="1" y="250"/>
                    <a:pt x="84" y="322"/>
                    <a:pt x="167" y="322"/>
                  </a:cubicBezTo>
                  <a:lnTo>
                    <a:pt x="2430" y="322"/>
                  </a:lnTo>
                  <a:cubicBezTo>
                    <a:pt x="2525" y="322"/>
                    <a:pt x="2596" y="250"/>
                    <a:pt x="2596" y="167"/>
                  </a:cubicBezTo>
                  <a:cubicBezTo>
                    <a:pt x="2596" y="72"/>
                    <a:pt x="2525"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68"/>
            <p:cNvSpPr/>
            <p:nvPr/>
          </p:nvSpPr>
          <p:spPr>
            <a:xfrm>
              <a:off x="3329432" y="2031622"/>
              <a:ext cx="121304" cy="10631"/>
            </a:xfrm>
            <a:custGeom>
              <a:avLst/>
              <a:gdLst/>
              <a:ahLst/>
              <a:cxnLst/>
              <a:rect l="l" t="t" r="r" b="b"/>
              <a:pathLst>
                <a:path w="3811" h="334" extrusionOk="0">
                  <a:moveTo>
                    <a:pt x="167" y="1"/>
                  </a:moveTo>
                  <a:cubicBezTo>
                    <a:pt x="72" y="1"/>
                    <a:pt x="0" y="84"/>
                    <a:pt x="0" y="167"/>
                  </a:cubicBezTo>
                  <a:cubicBezTo>
                    <a:pt x="0" y="263"/>
                    <a:pt x="72" y="334"/>
                    <a:pt x="167" y="334"/>
                  </a:cubicBezTo>
                  <a:lnTo>
                    <a:pt x="3644" y="334"/>
                  </a:lnTo>
                  <a:cubicBezTo>
                    <a:pt x="3739" y="334"/>
                    <a:pt x="3810" y="263"/>
                    <a:pt x="3810" y="167"/>
                  </a:cubicBezTo>
                  <a:cubicBezTo>
                    <a:pt x="3810" y="84"/>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68"/>
            <p:cNvSpPr/>
            <p:nvPr/>
          </p:nvSpPr>
          <p:spPr>
            <a:xfrm>
              <a:off x="3329432" y="2059664"/>
              <a:ext cx="82249" cy="10663"/>
            </a:xfrm>
            <a:custGeom>
              <a:avLst/>
              <a:gdLst/>
              <a:ahLst/>
              <a:cxnLst/>
              <a:rect l="l" t="t" r="r" b="b"/>
              <a:pathLst>
                <a:path w="2584" h="335" extrusionOk="0">
                  <a:moveTo>
                    <a:pt x="155" y="1"/>
                  </a:moveTo>
                  <a:cubicBezTo>
                    <a:pt x="72" y="1"/>
                    <a:pt x="0" y="72"/>
                    <a:pt x="0" y="167"/>
                  </a:cubicBezTo>
                  <a:cubicBezTo>
                    <a:pt x="0" y="251"/>
                    <a:pt x="72" y="334"/>
                    <a:pt x="155" y="334"/>
                  </a:cubicBezTo>
                  <a:lnTo>
                    <a:pt x="2429" y="334"/>
                  </a:lnTo>
                  <a:cubicBezTo>
                    <a:pt x="2513" y="334"/>
                    <a:pt x="2584" y="251"/>
                    <a:pt x="2584" y="167"/>
                  </a:cubicBezTo>
                  <a:cubicBezTo>
                    <a:pt x="2584" y="72"/>
                    <a:pt x="2513" y="1"/>
                    <a:pt x="2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68"/>
            <p:cNvSpPr/>
            <p:nvPr/>
          </p:nvSpPr>
          <p:spPr>
            <a:xfrm>
              <a:off x="3423777" y="2059664"/>
              <a:ext cx="26960" cy="10663"/>
            </a:xfrm>
            <a:custGeom>
              <a:avLst/>
              <a:gdLst/>
              <a:ahLst/>
              <a:cxnLst/>
              <a:rect l="l" t="t" r="r" b="b"/>
              <a:pathLst>
                <a:path w="847" h="335" extrusionOk="0">
                  <a:moveTo>
                    <a:pt x="156" y="1"/>
                  </a:moveTo>
                  <a:cubicBezTo>
                    <a:pt x="72" y="1"/>
                    <a:pt x="1" y="72"/>
                    <a:pt x="1" y="167"/>
                  </a:cubicBezTo>
                  <a:cubicBezTo>
                    <a:pt x="1" y="251"/>
                    <a:pt x="72" y="334"/>
                    <a:pt x="156" y="334"/>
                  </a:cubicBezTo>
                  <a:lnTo>
                    <a:pt x="680" y="334"/>
                  </a:lnTo>
                  <a:cubicBezTo>
                    <a:pt x="775" y="334"/>
                    <a:pt x="846" y="251"/>
                    <a:pt x="846" y="167"/>
                  </a:cubicBezTo>
                  <a:cubicBezTo>
                    <a:pt x="846" y="72"/>
                    <a:pt x="775"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5" name="Google Shape;13145;p68"/>
          <p:cNvGrpSpPr/>
          <p:nvPr/>
        </p:nvGrpSpPr>
        <p:grpSpPr>
          <a:xfrm>
            <a:off x="1329585" y="2066125"/>
            <a:ext cx="341472" cy="335074"/>
            <a:chOff x="1329585" y="1989925"/>
            <a:chExt cx="341472" cy="335074"/>
          </a:xfrm>
        </p:grpSpPr>
        <p:sp>
          <p:nvSpPr>
            <p:cNvPr id="13146" name="Google Shape;13146;p68"/>
            <p:cNvSpPr/>
            <p:nvPr/>
          </p:nvSpPr>
          <p:spPr>
            <a:xfrm>
              <a:off x="1562263" y="2097956"/>
              <a:ext cx="108795" cy="226661"/>
            </a:xfrm>
            <a:custGeom>
              <a:avLst/>
              <a:gdLst/>
              <a:ahLst/>
              <a:cxnLst/>
              <a:rect l="l" t="t" r="r" b="b"/>
              <a:pathLst>
                <a:path w="3418" h="7121" extrusionOk="0">
                  <a:moveTo>
                    <a:pt x="1155" y="345"/>
                  </a:moveTo>
                  <a:cubicBezTo>
                    <a:pt x="1215" y="345"/>
                    <a:pt x="1274" y="405"/>
                    <a:pt x="1274" y="465"/>
                  </a:cubicBezTo>
                  <a:lnTo>
                    <a:pt x="1274" y="536"/>
                  </a:lnTo>
                  <a:lnTo>
                    <a:pt x="1274" y="1107"/>
                  </a:lnTo>
                  <a:cubicBezTo>
                    <a:pt x="1274" y="1191"/>
                    <a:pt x="1346" y="1274"/>
                    <a:pt x="1429" y="1274"/>
                  </a:cubicBezTo>
                  <a:cubicBezTo>
                    <a:pt x="1524" y="1274"/>
                    <a:pt x="1596" y="1191"/>
                    <a:pt x="1596" y="1107"/>
                  </a:cubicBezTo>
                  <a:lnTo>
                    <a:pt x="1596" y="584"/>
                  </a:lnTo>
                  <a:cubicBezTo>
                    <a:pt x="1608" y="536"/>
                    <a:pt x="1655" y="524"/>
                    <a:pt x="1703" y="524"/>
                  </a:cubicBezTo>
                  <a:lnTo>
                    <a:pt x="1715" y="524"/>
                  </a:lnTo>
                  <a:cubicBezTo>
                    <a:pt x="1774" y="524"/>
                    <a:pt x="1834" y="584"/>
                    <a:pt x="1834" y="643"/>
                  </a:cubicBezTo>
                  <a:lnTo>
                    <a:pt x="1834" y="679"/>
                  </a:lnTo>
                  <a:lnTo>
                    <a:pt x="1834" y="1131"/>
                  </a:lnTo>
                  <a:cubicBezTo>
                    <a:pt x="1834" y="1227"/>
                    <a:pt x="1905" y="1298"/>
                    <a:pt x="2001" y="1298"/>
                  </a:cubicBezTo>
                  <a:cubicBezTo>
                    <a:pt x="2084" y="1298"/>
                    <a:pt x="2167" y="1227"/>
                    <a:pt x="2167" y="1131"/>
                  </a:cubicBezTo>
                  <a:lnTo>
                    <a:pt x="2167" y="715"/>
                  </a:lnTo>
                  <a:cubicBezTo>
                    <a:pt x="2179" y="679"/>
                    <a:pt x="2227" y="655"/>
                    <a:pt x="2263" y="655"/>
                  </a:cubicBezTo>
                  <a:lnTo>
                    <a:pt x="2286" y="655"/>
                  </a:lnTo>
                  <a:cubicBezTo>
                    <a:pt x="2346" y="655"/>
                    <a:pt x="2406" y="715"/>
                    <a:pt x="2406" y="774"/>
                  </a:cubicBezTo>
                  <a:lnTo>
                    <a:pt x="2406" y="893"/>
                  </a:lnTo>
                  <a:lnTo>
                    <a:pt x="2406" y="1238"/>
                  </a:lnTo>
                  <a:cubicBezTo>
                    <a:pt x="2406" y="1334"/>
                    <a:pt x="2477" y="1405"/>
                    <a:pt x="2560" y="1405"/>
                  </a:cubicBezTo>
                  <a:cubicBezTo>
                    <a:pt x="2656" y="1405"/>
                    <a:pt x="2727" y="1334"/>
                    <a:pt x="2727" y="1238"/>
                  </a:cubicBezTo>
                  <a:lnTo>
                    <a:pt x="2727" y="893"/>
                  </a:lnTo>
                  <a:cubicBezTo>
                    <a:pt x="2727" y="834"/>
                    <a:pt x="2787" y="774"/>
                    <a:pt x="2846" y="774"/>
                  </a:cubicBezTo>
                  <a:lnTo>
                    <a:pt x="2858" y="774"/>
                  </a:lnTo>
                  <a:cubicBezTo>
                    <a:pt x="2917" y="774"/>
                    <a:pt x="2977" y="834"/>
                    <a:pt x="2977" y="893"/>
                  </a:cubicBezTo>
                  <a:lnTo>
                    <a:pt x="2977" y="1691"/>
                  </a:lnTo>
                  <a:lnTo>
                    <a:pt x="2977" y="1703"/>
                  </a:lnTo>
                  <a:cubicBezTo>
                    <a:pt x="3001" y="1893"/>
                    <a:pt x="2977" y="2477"/>
                    <a:pt x="2679" y="2727"/>
                  </a:cubicBezTo>
                  <a:cubicBezTo>
                    <a:pt x="2644" y="2762"/>
                    <a:pt x="2620" y="2798"/>
                    <a:pt x="2620" y="2858"/>
                  </a:cubicBezTo>
                  <a:lnTo>
                    <a:pt x="2620" y="3393"/>
                  </a:lnTo>
                  <a:lnTo>
                    <a:pt x="1012" y="3393"/>
                  </a:lnTo>
                  <a:lnTo>
                    <a:pt x="1012" y="3024"/>
                  </a:lnTo>
                  <a:cubicBezTo>
                    <a:pt x="1012" y="2965"/>
                    <a:pt x="989" y="2917"/>
                    <a:pt x="941" y="2893"/>
                  </a:cubicBezTo>
                  <a:cubicBezTo>
                    <a:pt x="989" y="2846"/>
                    <a:pt x="417" y="2417"/>
                    <a:pt x="393" y="1953"/>
                  </a:cubicBezTo>
                  <a:cubicBezTo>
                    <a:pt x="381" y="1691"/>
                    <a:pt x="358" y="1358"/>
                    <a:pt x="465" y="1274"/>
                  </a:cubicBezTo>
                  <a:cubicBezTo>
                    <a:pt x="501" y="1247"/>
                    <a:pt x="550" y="1234"/>
                    <a:pt x="617" y="1234"/>
                  </a:cubicBezTo>
                  <a:cubicBezTo>
                    <a:pt x="640" y="1234"/>
                    <a:pt x="664" y="1235"/>
                    <a:pt x="691" y="1238"/>
                  </a:cubicBezTo>
                  <a:lnTo>
                    <a:pt x="691" y="1465"/>
                  </a:lnTo>
                  <a:cubicBezTo>
                    <a:pt x="691" y="1548"/>
                    <a:pt x="762" y="1631"/>
                    <a:pt x="858" y="1631"/>
                  </a:cubicBezTo>
                  <a:cubicBezTo>
                    <a:pt x="941" y="1631"/>
                    <a:pt x="1012" y="1548"/>
                    <a:pt x="1012" y="1465"/>
                  </a:cubicBezTo>
                  <a:lnTo>
                    <a:pt x="1012" y="465"/>
                  </a:lnTo>
                  <a:cubicBezTo>
                    <a:pt x="1012" y="405"/>
                    <a:pt x="1072" y="345"/>
                    <a:pt x="1132" y="345"/>
                  </a:cubicBezTo>
                  <a:close/>
                  <a:moveTo>
                    <a:pt x="2941" y="3691"/>
                  </a:moveTo>
                  <a:lnTo>
                    <a:pt x="2941" y="4215"/>
                  </a:lnTo>
                  <a:lnTo>
                    <a:pt x="810" y="4215"/>
                  </a:lnTo>
                  <a:lnTo>
                    <a:pt x="810" y="3691"/>
                  </a:lnTo>
                  <a:close/>
                  <a:moveTo>
                    <a:pt x="2941" y="4548"/>
                  </a:moveTo>
                  <a:lnTo>
                    <a:pt x="2941" y="6787"/>
                  </a:lnTo>
                  <a:lnTo>
                    <a:pt x="810" y="6787"/>
                  </a:lnTo>
                  <a:lnTo>
                    <a:pt x="810" y="4548"/>
                  </a:lnTo>
                  <a:close/>
                  <a:moveTo>
                    <a:pt x="1132" y="0"/>
                  </a:moveTo>
                  <a:cubicBezTo>
                    <a:pt x="882" y="0"/>
                    <a:pt x="667" y="215"/>
                    <a:pt x="667" y="465"/>
                  </a:cubicBezTo>
                  <a:lnTo>
                    <a:pt x="667" y="893"/>
                  </a:lnTo>
                  <a:cubicBezTo>
                    <a:pt x="645" y="892"/>
                    <a:pt x="623" y="891"/>
                    <a:pt x="602" y="891"/>
                  </a:cubicBezTo>
                  <a:cubicBezTo>
                    <a:pt x="453" y="891"/>
                    <a:pt x="332" y="927"/>
                    <a:pt x="239" y="1000"/>
                  </a:cubicBezTo>
                  <a:cubicBezTo>
                    <a:pt x="0" y="1191"/>
                    <a:pt x="36" y="1584"/>
                    <a:pt x="48" y="1965"/>
                  </a:cubicBezTo>
                  <a:cubicBezTo>
                    <a:pt x="72" y="2489"/>
                    <a:pt x="536" y="2905"/>
                    <a:pt x="715" y="3060"/>
                  </a:cubicBezTo>
                  <a:lnTo>
                    <a:pt x="715" y="3334"/>
                  </a:lnTo>
                  <a:lnTo>
                    <a:pt x="631" y="3334"/>
                  </a:lnTo>
                  <a:cubicBezTo>
                    <a:pt x="536" y="3334"/>
                    <a:pt x="465" y="3405"/>
                    <a:pt x="465" y="3501"/>
                  </a:cubicBezTo>
                  <a:lnTo>
                    <a:pt x="465" y="4370"/>
                  </a:lnTo>
                  <a:lnTo>
                    <a:pt x="465" y="6953"/>
                  </a:lnTo>
                  <a:cubicBezTo>
                    <a:pt x="465" y="7049"/>
                    <a:pt x="536" y="7120"/>
                    <a:pt x="631" y="7120"/>
                  </a:cubicBezTo>
                  <a:lnTo>
                    <a:pt x="3096" y="7120"/>
                  </a:lnTo>
                  <a:cubicBezTo>
                    <a:pt x="3191" y="7120"/>
                    <a:pt x="3263" y="7049"/>
                    <a:pt x="3263" y="6953"/>
                  </a:cubicBezTo>
                  <a:lnTo>
                    <a:pt x="3263" y="4370"/>
                  </a:lnTo>
                  <a:lnTo>
                    <a:pt x="3263" y="3501"/>
                  </a:lnTo>
                  <a:cubicBezTo>
                    <a:pt x="3263" y="3429"/>
                    <a:pt x="3191" y="3358"/>
                    <a:pt x="3096" y="3358"/>
                  </a:cubicBezTo>
                  <a:lnTo>
                    <a:pt x="3001" y="3358"/>
                  </a:lnTo>
                  <a:lnTo>
                    <a:pt x="3001" y="2893"/>
                  </a:lnTo>
                  <a:cubicBezTo>
                    <a:pt x="3418" y="2477"/>
                    <a:pt x="3370" y="1727"/>
                    <a:pt x="3358" y="1643"/>
                  </a:cubicBezTo>
                  <a:lnTo>
                    <a:pt x="3358" y="869"/>
                  </a:lnTo>
                  <a:cubicBezTo>
                    <a:pt x="3358" y="619"/>
                    <a:pt x="3144" y="405"/>
                    <a:pt x="2894" y="405"/>
                  </a:cubicBezTo>
                  <a:lnTo>
                    <a:pt x="2870" y="405"/>
                  </a:lnTo>
                  <a:cubicBezTo>
                    <a:pt x="2798" y="405"/>
                    <a:pt x="2727" y="417"/>
                    <a:pt x="2656" y="465"/>
                  </a:cubicBezTo>
                  <a:cubicBezTo>
                    <a:pt x="2560" y="357"/>
                    <a:pt x="2441" y="286"/>
                    <a:pt x="2298" y="286"/>
                  </a:cubicBezTo>
                  <a:lnTo>
                    <a:pt x="2275" y="286"/>
                  </a:lnTo>
                  <a:cubicBezTo>
                    <a:pt x="2203" y="286"/>
                    <a:pt x="2132" y="298"/>
                    <a:pt x="2072" y="345"/>
                  </a:cubicBezTo>
                  <a:cubicBezTo>
                    <a:pt x="1977" y="238"/>
                    <a:pt x="1870" y="179"/>
                    <a:pt x="1727" y="179"/>
                  </a:cubicBezTo>
                  <a:lnTo>
                    <a:pt x="1715" y="179"/>
                  </a:lnTo>
                  <a:cubicBezTo>
                    <a:pt x="1655" y="179"/>
                    <a:pt x="1596" y="203"/>
                    <a:pt x="1536" y="215"/>
                  </a:cubicBezTo>
                  <a:cubicBezTo>
                    <a:pt x="1465" y="95"/>
                    <a:pt x="1310"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7" name="Google Shape;13147;p68"/>
            <p:cNvSpPr/>
            <p:nvPr/>
          </p:nvSpPr>
          <p:spPr>
            <a:xfrm>
              <a:off x="1406137" y="1989925"/>
              <a:ext cx="198587" cy="335074"/>
            </a:xfrm>
            <a:custGeom>
              <a:avLst/>
              <a:gdLst/>
              <a:ahLst/>
              <a:cxnLst/>
              <a:rect l="l" t="t" r="r" b="b"/>
              <a:pathLst>
                <a:path w="6239" h="10527" extrusionOk="0">
                  <a:moveTo>
                    <a:pt x="643" y="346"/>
                  </a:moveTo>
                  <a:lnTo>
                    <a:pt x="1060" y="382"/>
                  </a:lnTo>
                  <a:lnTo>
                    <a:pt x="941" y="644"/>
                  </a:lnTo>
                  <a:lnTo>
                    <a:pt x="643" y="346"/>
                  </a:lnTo>
                  <a:close/>
                  <a:moveTo>
                    <a:pt x="1393" y="453"/>
                  </a:moveTo>
                  <a:lnTo>
                    <a:pt x="2465" y="894"/>
                  </a:lnTo>
                  <a:lnTo>
                    <a:pt x="2346" y="1334"/>
                  </a:lnTo>
                  <a:lnTo>
                    <a:pt x="1203" y="858"/>
                  </a:lnTo>
                  <a:lnTo>
                    <a:pt x="1393" y="453"/>
                  </a:lnTo>
                  <a:close/>
                  <a:moveTo>
                    <a:pt x="4965" y="1942"/>
                  </a:moveTo>
                  <a:lnTo>
                    <a:pt x="5346" y="2108"/>
                  </a:lnTo>
                  <a:lnTo>
                    <a:pt x="5144" y="2525"/>
                  </a:lnTo>
                  <a:lnTo>
                    <a:pt x="4834" y="2382"/>
                  </a:lnTo>
                  <a:cubicBezTo>
                    <a:pt x="4846" y="2370"/>
                    <a:pt x="4846" y="2370"/>
                    <a:pt x="4846" y="2358"/>
                  </a:cubicBezTo>
                  <a:lnTo>
                    <a:pt x="4965" y="1942"/>
                  </a:lnTo>
                  <a:close/>
                  <a:moveTo>
                    <a:pt x="5656" y="2239"/>
                  </a:moveTo>
                  <a:lnTo>
                    <a:pt x="5834" y="2311"/>
                  </a:lnTo>
                  <a:cubicBezTo>
                    <a:pt x="5858" y="2323"/>
                    <a:pt x="5882" y="2346"/>
                    <a:pt x="5894" y="2370"/>
                  </a:cubicBezTo>
                  <a:cubicBezTo>
                    <a:pt x="5906" y="2406"/>
                    <a:pt x="5906" y="2430"/>
                    <a:pt x="5894" y="2442"/>
                  </a:cubicBezTo>
                  <a:lnTo>
                    <a:pt x="5798" y="2668"/>
                  </a:lnTo>
                  <a:cubicBezTo>
                    <a:pt x="5787" y="2704"/>
                    <a:pt x="5775" y="2716"/>
                    <a:pt x="5739" y="2727"/>
                  </a:cubicBezTo>
                  <a:cubicBezTo>
                    <a:pt x="5727" y="2733"/>
                    <a:pt x="5712" y="2736"/>
                    <a:pt x="5699" y="2736"/>
                  </a:cubicBezTo>
                  <a:cubicBezTo>
                    <a:pt x="5685" y="2736"/>
                    <a:pt x="5673" y="2733"/>
                    <a:pt x="5667" y="2727"/>
                  </a:cubicBezTo>
                  <a:lnTo>
                    <a:pt x="5477" y="2632"/>
                  </a:lnTo>
                  <a:lnTo>
                    <a:pt x="5656" y="2239"/>
                  </a:lnTo>
                  <a:close/>
                  <a:moveTo>
                    <a:pt x="3060" y="453"/>
                  </a:moveTo>
                  <a:cubicBezTo>
                    <a:pt x="3096" y="453"/>
                    <a:pt x="3120" y="477"/>
                    <a:pt x="3143" y="513"/>
                  </a:cubicBezTo>
                  <a:cubicBezTo>
                    <a:pt x="3155" y="537"/>
                    <a:pt x="3155" y="572"/>
                    <a:pt x="3155" y="596"/>
                  </a:cubicBezTo>
                  <a:lnTo>
                    <a:pt x="3143" y="668"/>
                  </a:lnTo>
                  <a:lnTo>
                    <a:pt x="2941" y="1358"/>
                  </a:lnTo>
                  <a:cubicBezTo>
                    <a:pt x="2917" y="1453"/>
                    <a:pt x="2977" y="1537"/>
                    <a:pt x="3060" y="1561"/>
                  </a:cubicBezTo>
                  <a:lnTo>
                    <a:pt x="3108" y="1561"/>
                  </a:lnTo>
                  <a:cubicBezTo>
                    <a:pt x="3179" y="1561"/>
                    <a:pt x="3239" y="1525"/>
                    <a:pt x="3274" y="1442"/>
                  </a:cubicBezTo>
                  <a:lnTo>
                    <a:pt x="3465" y="799"/>
                  </a:lnTo>
                  <a:cubicBezTo>
                    <a:pt x="3501" y="763"/>
                    <a:pt x="3536" y="751"/>
                    <a:pt x="3584" y="751"/>
                  </a:cubicBezTo>
                  <a:lnTo>
                    <a:pt x="3596" y="751"/>
                  </a:lnTo>
                  <a:cubicBezTo>
                    <a:pt x="3631" y="751"/>
                    <a:pt x="3655" y="775"/>
                    <a:pt x="3679" y="811"/>
                  </a:cubicBezTo>
                  <a:cubicBezTo>
                    <a:pt x="3691" y="834"/>
                    <a:pt x="3691" y="870"/>
                    <a:pt x="3691" y="894"/>
                  </a:cubicBezTo>
                  <a:lnTo>
                    <a:pt x="3512" y="1489"/>
                  </a:lnTo>
                  <a:cubicBezTo>
                    <a:pt x="3477" y="1584"/>
                    <a:pt x="3536" y="1668"/>
                    <a:pt x="3631" y="1704"/>
                  </a:cubicBezTo>
                  <a:lnTo>
                    <a:pt x="3679" y="1704"/>
                  </a:lnTo>
                  <a:cubicBezTo>
                    <a:pt x="3751" y="1704"/>
                    <a:pt x="3810" y="1656"/>
                    <a:pt x="3834" y="1584"/>
                  </a:cubicBezTo>
                  <a:lnTo>
                    <a:pt x="4001" y="1025"/>
                  </a:lnTo>
                  <a:cubicBezTo>
                    <a:pt x="4026" y="999"/>
                    <a:pt x="4052" y="980"/>
                    <a:pt x="4082" y="980"/>
                  </a:cubicBezTo>
                  <a:cubicBezTo>
                    <a:pt x="4094" y="980"/>
                    <a:pt x="4106" y="982"/>
                    <a:pt x="4120" y="989"/>
                  </a:cubicBezTo>
                  <a:lnTo>
                    <a:pt x="4132" y="989"/>
                  </a:lnTo>
                  <a:cubicBezTo>
                    <a:pt x="4191" y="1001"/>
                    <a:pt x="4239" y="1061"/>
                    <a:pt x="4227" y="1132"/>
                  </a:cubicBezTo>
                  <a:lnTo>
                    <a:pt x="4191" y="1239"/>
                  </a:lnTo>
                  <a:lnTo>
                    <a:pt x="4048" y="1704"/>
                  </a:lnTo>
                  <a:cubicBezTo>
                    <a:pt x="4012" y="1787"/>
                    <a:pt x="4060" y="1882"/>
                    <a:pt x="4155" y="1906"/>
                  </a:cubicBezTo>
                  <a:cubicBezTo>
                    <a:pt x="4167" y="1906"/>
                    <a:pt x="4179" y="1918"/>
                    <a:pt x="4191" y="1918"/>
                  </a:cubicBezTo>
                  <a:cubicBezTo>
                    <a:pt x="4274" y="1918"/>
                    <a:pt x="4334" y="1882"/>
                    <a:pt x="4358" y="1799"/>
                  </a:cubicBezTo>
                  <a:lnTo>
                    <a:pt x="4513" y="1346"/>
                  </a:lnTo>
                  <a:cubicBezTo>
                    <a:pt x="4523" y="1293"/>
                    <a:pt x="4572" y="1249"/>
                    <a:pt x="4633" y="1249"/>
                  </a:cubicBezTo>
                  <a:cubicBezTo>
                    <a:pt x="4641" y="1249"/>
                    <a:pt x="4648" y="1250"/>
                    <a:pt x="4655" y="1251"/>
                  </a:cubicBezTo>
                  <a:lnTo>
                    <a:pt x="4667" y="1251"/>
                  </a:lnTo>
                  <a:cubicBezTo>
                    <a:pt x="4727" y="1263"/>
                    <a:pt x="4774" y="1323"/>
                    <a:pt x="4763" y="1406"/>
                  </a:cubicBezTo>
                  <a:lnTo>
                    <a:pt x="4513" y="2299"/>
                  </a:lnTo>
                  <a:lnTo>
                    <a:pt x="4513" y="2311"/>
                  </a:lnTo>
                  <a:cubicBezTo>
                    <a:pt x="4524" y="2311"/>
                    <a:pt x="4417" y="3025"/>
                    <a:pt x="3989" y="3239"/>
                  </a:cubicBezTo>
                  <a:cubicBezTo>
                    <a:pt x="3929" y="3263"/>
                    <a:pt x="3893" y="3323"/>
                    <a:pt x="3893" y="3382"/>
                  </a:cubicBezTo>
                  <a:lnTo>
                    <a:pt x="3893" y="3894"/>
                  </a:lnTo>
                  <a:lnTo>
                    <a:pt x="2310" y="3894"/>
                  </a:lnTo>
                  <a:lnTo>
                    <a:pt x="2310" y="3085"/>
                  </a:lnTo>
                  <a:cubicBezTo>
                    <a:pt x="2310" y="3037"/>
                    <a:pt x="2286" y="3013"/>
                    <a:pt x="2262" y="2977"/>
                  </a:cubicBezTo>
                  <a:cubicBezTo>
                    <a:pt x="2262" y="2977"/>
                    <a:pt x="1798" y="2430"/>
                    <a:pt x="1893" y="1965"/>
                  </a:cubicBezTo>
                  <a:cubicBezTo>
                    <a:pt x="1917" y="1823"/>
                    <a:pt x="1941" y="1656"/>
                    <a:pt x="1977" y="1537"/>
                  </a:cubicBezTo>
                  <a:lnTo>
                    <a:pt x="2274" y="1668"/>
                  </a:lnTo>
                  <a:cubicBezTo>
                    <a:pt x="2286" y="1715"/>
                    <a:pt x="2334" y="1763"/>
                    <a:pt x="2393" y="1775"/>
                  </a:cubicBezTo>
                  <a:cubicBezTo>
                    <a:pt x="2412" y="1782"/>
                    <a:pt x="2431" y="1785"/>
                    <a:pt x="2449" y="1785"/>
                  </a:cubicBezTo>
                  <a:cubicBezTo>
                    <a:pt x="2520" y="1785"/>
                    <a:pt x="2579" y="1732"/>
                    <a:pt x="2608" y="1656"/>
                  </a:cubicBezTo>
                  <a:lnTo>
                    <a:pt x="2905" y="537"/>
                  </a:lnTo>
                  <a:cubicBezTo>
                    <a:pt x="2905" y="513"/>
                    <a:pt x="2929" y="477"/>
                    <a:pt x="2953" y="465"/>
                  </a:cubicBezTo>
                  <a:cubicBezTo>
                    <a:pt x="2989" y="453"/>
                    <a:pt x="3012" y="453"/>
                    <a:pt x="3048" y="453"/>
                  </a:cubicBezTo>
                  <a:close/>
                  <a:moveTo>
                    <a:pt x="4132" y="4263"/>
                  </a:moveTo>
                  <a:lnTo>
                    <a:pt x="4132" y="4787"/>
                  </a:lnTo>
                  <a:lnTo>
                    <a:pt x="2012" y="4787"/>
                  </a:lnTo>
                  <a:lnTo>
                    <a:pt x="2012" y="4263"/>
                  </a:lnTo>
                  <a:close/>
                  <a:moveTo>
                    <a:pt x="191" y="1"/>
                  </a:moveTo>
                  <a:cubicBezTo>
                    <a:pt x="119" y="1"/>
                    <a:pt x="60" y="37"/>
                    <a:pt x="24" y="108"/>
                  </a:cubicBezTo>
                  <a:cubicBezTo>
                    <a:pt x="0" y="168"/>
                    <a:pt x="12" y="239"/>
                    <a:pt x="60" y="299"/>
                  </a:cubicBezTo>
                  <a:lnTo>
                    <a:pt x="845" y="1072"/>
                  </a:lnTo>
                  <a:lnTo>
                    <a:pt x="857" y="1084"/>
                  </a:lnTo>
                  <a:lnTo>
                    <a:pt x="869" y="1084"/>
                  </a:lnTo>
                  <a:cubicBezTo>
                    <a:pt x="893" y="1108"/>
                    <a:pt x="917" y="1120"/>
                    <a:pt x="953" y="1120"/>
                  </a:cubicBezTo>
                  <a:lnTo>
                    <a:pt x="1667" y="1418"/>
                  </a:lnTo>
                  <a:cubicBezTo>
                    <a:pt x="1607" y="1561"/>
                    <a:pt x="1572" y="1763"/>
                    <a:pt x="1548" y="1918"/>
                  </a:cubicBezTo>
                  <a:cubicBezTo>
                    <a:pt x="1453" y="2442"/>
                    <a:pt x="1822" y="2989"/>
                    <a:pt x="1941" y="3156"/>
                  </a:cubicBezTo>
                  <a:lnTo>
                    <a:pt x="1941" y="3918"/>
                  </a:lnTo>
                  <a:lnTo>
                    <a:pt x="1810" y="3918"/>
                  </a:lnTo>
                  <a:cubicBezTo>
                    <a:pt x="1726" y="3918"/>
                    <a:pt x="1643" y="3990"/>
                    <a:pt x="1643" y="4085"/>
                  </a:cubicBezTo>
                  <a:lnTo>
                    <a:pt x="1643" y="4942"/>
                  </a:lnTo>
                  <a:lnTo>
                    <a:pt x="1643" y="10359"/>
                  </a:lnTo>
                  <a:cubicBezTo>
                    <a:pt x="1643" y="10455"/>
                    <a:pt x="1726" y="10526"/>
                    <a:pt x="1810" y="10526"/>
                  </a:cubicBezTo>
                  <a:lnTo>
                    <a:pt x="4286" y="10526"/>
                  </a:lnTo>
                  <a:cubicBezTo>
                    <a:pt x="4370" y="10526"/>
                    <a:pt x="4453" y="10455"/>
                    <a:pt x="4453" y="10359"/>
                  </a:cubicBezTo>
                  <a:lnTo>
                    <a:pt x="4453" y="6168"/>
                  </a:lnTo>
                  <a:cubicBezTo>
                    <a:pt x="4453" y="6073"/>
                    <a:pt x="4370" y="6002"/>
                    <a:pt x="4286" y="6002"/>
                  </a:cubicBezTo>
                  <a:cubicBezTo>
                    <a:pt x="4191" y="6002"/>
                    <a:pt x="4120" y="6073"/>
                    <a:pt x="4120" y="6168"/>
                  </a:cubicBezTo>
                  <a:lnTo>
                    <a:pt x="4120" y="10181"/>
                  </a:lnTo>
                  <a:lnTo>
                    <a:pt x="2012" y="10181"/>
                  </a:lnTo>
                  <a:lnTo>
                    <a:pt x="2012" y="5109"/>
                  </a:lnTo>
                  <a:lnTo>
                    <a:pt x="4132" y="5109"/>
                  </a:lnTo>
                  <a:lnTo>
                    <a:pt x="4132" y="5394"/>
                  </a:lnTo>
                  <a:lnTo>
                    <a:pt x="4132" y="5585"/>
                  </a:lnTo>
                  <a:cubicBezTo>
                    <a:pt x="4132" y="5668"/>
                    <a:pt x="4215" y="5752"/>
                    <a:pt x="4298" y="5752"/>
                  </a:cubicBezTo>
                  <a:cubicBezTo>
                    <a:pt x="4393" y="5752"/>
                    <a:pt x="4465" y="5668"/>
                    <a:pt x="4465" y="5585"/>
                  </a:cubicBezTo>
                  <a:lnTo>
                    <a:pt x="4465" y="5394"/>
                  </a:lnTo>
                  <a:lnTo>
                    <a:pt x="4465" y="4942"/>
                  </a:lnTo>
                  <a:lnTo>
                    <a:pt x="4465" y="4085"/>
                  </a:lnTo>
                  <a:cubicBezTo>
                    <a:pt x="4465" y="3990"/>
                    <a:pt x="4393" y="3918"/>
                    <a:pt x="4298" y="3918"/>
                  </a:cubicBezTo>
                  <a:lnTo>
                    <a:pt x="4239" y="3918"/>
                  </a:lnTo>
                  <a:lnTo>
                    <a:pt x="4239" y="3489"/>
                  </a:lnTo>
                  <a:cubicBezTo>
                    <a:pt x="4524" y="3299"/>
                    <a:pt x="4667" y="2966"/>
                    <a:pt x="4763" y="2716"/>
                  </a:cubicBezTo>
                  <a:lnTo>
                    <a:pt x="5525" y="3037"/>
                  </a:lnTo>
                  <a:cubicBezTo>
                    <a:pt x="5584" y="3073"/>
                    <a:pt x="5644" y="3073"/>
                    <a:pt x="5703" y="3073"/>
                  </a:cubicBezTo>
                  <a:cubicBezTo>
                    <a:pt x="5763" y="3073"/>
                    <a:pt x="5822" y="3049"/>
                    <a:pt x="5858" y="3037"/>
                  </a:cubicBezTo>
                  <a:cubicBezTo>
                    <a:pt x="5965" y="3001"/>
                    <a:pt x="6060" y="2906"/>
                    <a:pt x="6096" y="2799"/>
                  </a:cubicBezTo>
                  <a:lnTo>
                    <a:pt x="6191" y="2585"/>
                  </a:lnTo>
                  <a:cubicBezTo>
                    <a:pt x="6239" y="2477"/>
                    <a:pt x="6239" y="2358"/>
                    <a:pt x="6191" y="2239"/>
                  </a:cubicBezTo>
                  <a:cubicBezTo>
                    <a:pt x="6144" y="2132"/>
                    <a:pt x="6060" y="2037"/>
                    <a:pt x="5953" y="2001"/>
                  </a:cubicBezTo>
                  <a:lnTo>
                    <a:pt x="5048" y="1608"/>
                  </a:lnTo>
                  <a:lnTo>
                    <a:pt x="5084" y="1465"/>
                  </a:lnTo>
                  <a:cubicBezTo>
                    <a:pt x="5120" y="1346"/>
                    <a:pt x="5108" y="1227"/>
                    <a:pt x="5025" y="1120"/>
                  </a:cubicBezTo>
                  <a:cubicBezTo>
                    <a:pt x="4965" y="1013"/>
                    <a:pt x="4870" y="942"/>
                    <a:pt x="4751" y="906"/>
                  </a:cubicBezTo>
                  <a:lnTo>
                    <a:pt x="4727" y="906"/>
                  </a:lnTo>
                  <a:cubicBezTo>
                    <a:pt x="4691" y="900"/>
                    <a:pt x="4655" y="897"/>
                    <a:pt x="4620" y="897"/>
                  </a:cubicBezTo>
                  <a:cubicBezTo>
                    <a:pt x="4584" y="897"/>
                    <a:pt x="4548" y="900"/>
                    <a:pt x="4513" y="906"/>
                  </a:cubicBezTo>
                  <a:cubicBezTo>
                    <a:pt x="4453" y="787"/>
                    <a:pt x="4346" y="691"/>
                    <a:pt x="4191" y="656"/>
                  </a:cubicBezTo>
                  <a:lnTo>
                    <a:pt x="4179" y="656"/>
                  </a:lnTo>
                  <a:cubicBezTo>
                    <a:pt x="4143" y="650"/>
                    <a:pt x="4108" y="647"/>
                    <a:pt x="4071" y="647"/>
                  </a:cubicBezTo>
                  <a:cubicBezTo>
                    <a:pt x="4033" y="647"/>
                    <a:pt x="3995" y="650"/>
                    <a:pt x="3953" y="656"/>
                  </a:cubicBezTo>
                  <a:cubicBezTo>
                    <a:pt x="3953" y="644"/>
                    <a:pt x="3941" y="632"/>
                    <a:pt x="3941" y="632"/>
                  </a:cubicBezTo>
                  <a:cubicBezTo>
                    <a:pt x="3882" y="525"/>
                    <a:pt x="3774" y="453"/>
                    <a:pt x="3655" y="418"/>
                  </a:cubicBezTo>
                  <a:lnTo>
                    <a:pt x="3643" y="418"/>
                  </a:lnTo>
                  <a:cubicBezTo>
                    <a:pt x="3614" y="412"/>
                    <a:pt x="3584" y="409"/>
                    <a:pt x="3554" y="409"/>
                  </a:cubicBezTo>
                  <a:cubicBezTo>
                    <a:pt x="3524" y="409"/>
                    <a:pt x="3495" y="412"/>
                    <a:pt x="3465" y="418"/>
                  </a:cubicBezTo>
                  <a:lnTo>
                    <a:pt x="3417" y="334"/>
                  </a:lnTo>
                  <a:cubicBezTo>
                    <a:pt x="3358" y="227"/>
                    <a:pt x="3250" y="156"/>
                    <a:pt x="3143" y="120"/>
                  </a:cubicBezTo>
                  <a:lnTo>
                    <a:pt x="3120" y="120"/>
                  </a:lnTo>
                  <a:cubicBezTo>
                    <a:pt x="3083" y="113"/>
                    <a:pt x="3047" y="109"/>
                    <a:pt x="3012" y="109"/>
                  </a:cubicBezTo>
                  <a:cubicBezTo>
                    <a:pt x="2931" y="109"/>
                    <a:pt x="2853" y="130"/>
                    <a:pt x="2786" y="180"/>
                  </a:cubicBezTo>
                  <a:cubicBezTo>
                    <a:pt x="2679" y="239"/>
                    <a:pt x="2608" y="346"/>
                    <a:pt x="2572" y="465"/>
                  </a:cubicBezTo>
                  <a:lnTo>
                    <a:pt x="2548" y="572"/>
                  </a:lnTo>
                  <a:lnTo>
                    <a:pt x="1369" y="72"/>
                  </a:lnTo>
                  <a:lnTo>
                    <a:pt x="1310" y="72"/>
                  </a:lnTo>
                  <a:lnTo>
                    <a:pt x="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68"/>
            <p:cNvSpPr/>
            <p:nvPr/>
          </p:nvSpPr>
          <p:spPr>
            <a:xfrm>
              <a:off x="1329585" y="2127494"/>
              <a:ext cx="108795" cy="197123"/>
            </a:xfrm>
            <a:custGeom>
              <a:avLst/>
              <a:gdLst/>
              <a:ahLst/>
              <a:cxnLst/>
              <a:rect l="l" t="t" r="r" b="b"/>
              <a:pathLst>
                <a:path w="3418" h="6193" extrusionOk="0">
                  <a:moveTo>
                    <a:pt x="1155" y="358"/>
                  </a:moveTo>
                  <a:cubicBezTo>
                    <a:pt x="1214" y="358"/>
                    <a:pt x="1274" y="418"/>
                    <a:pt x="1274" y="477"/>
                  </a:cubicBezTo>
                  <a:lnTo>
                    <a:pt x="1274" y="549"/>
                  </a:lnTo>
                  <a:lnTo>
                    <a:pt x="1274" y="1120"/>
                  </a:lnTo>
                  <a:cubicBezTo>
                    <a:pt x="1274" y="1203"/>
                    <a:pt x="1345" y="1275"/>
                    <a:pt x="1441" y="1275"/>
                  </a:cubicBezTo>
                  <a:cubicBezTo>
                    <a:pt x="1524" y="1275"/>
                    <a:pt x="1595" y="1203"/>
                    <a:pt x="1595" y="1120"/>
                  </a:cubicBezTo>
                  <a:lnTo>
                    <a:pt x="1595" y="584"/>
                  </a:lnTo>
                  <a:cubicBezTo>
                    <a:pt x="1619" y="537"/>
                    <a:pt x="1655" y="525"/>
                    <a:pt x="1703" y="525"/>
                  </a:cubicBezTo>
                  <a:lnTo>
                    <a:pt x="1715" y="525"/>
                  </a:lnTo>
                  <a:cubicBezTo>
                    <a:pt x="1774" y="525"/>
                    <a:pt x="1834" y="584"/>
                    <a:pt x="1834" y="644"/>
                  </a:cubicBezTo>
                  <a:lnTo>
                    <a:pt x="1834" y="668"/>
                  </a:lnTo>
                  <a:lnTo>
                    <a:pt x="1834" y="1132"/>
                  </a:lnTo>
                  <a:cubicBezTo>
                    <a:pt x="1834" y="1215"/>
                    <a:pt x="1917" y="1299"/>
                    <a:pt x="2000" y="1299"/>
                  </a:cubicBezTo>
                  <a:cubicBezTo>
                    <a:pt x="2096" y="1299"/>
                    <a:pt x="2167" y="1215"/>
                    <a:pt x="2167" y="1132"/>
                  </a:cubicBezTo>
                  <a:lnTo>
                    <a:pt x="2167" y="715"/>
                  </a:lnTo>
                  <a:cubicBezTo>
                    <a:pt x="2179" y="668"/>
                    <a:pt x="2226" y="656"/>
                    <a:pt x="2274" y="656"/>
                  </a:cubicBezTo>
                  <a:lnTo>
                    <a:pt x="2286" y="656"/>
                  </a:lnTo>
                  <a:cubicBezTo>
                    <a:pt x="2346" y="656"/>
                    <a:pt x="2405" y="715"/>
                    <a:pt x="2405" y="775"/>
                  </a:cubicBezTo>
                  <a:lnTo>
                    <a:pt x="2405" y="894"/>
                  </a:lnTo>
                  <a:lnTo>
                    <a:pt x="2405" y="1239"/>
                  </a:lnTo>
                  <a:cubicBezTo>
                    <a:pt x="2405" y="1322"/>
                    <a:pt x="2477" y="1394"/>
                    <a:pt x="2572" y="1394"/>
                  </a:cubicBezTo>
                  <a:cubicBezTo>
                    <a:pt x="2655" y="1394"/>
                    <a:pt x="2727" y="1322"/>
                    <a:pt x="2727" y="1239"/>
                  </a:cubicBezTo>
                  <a:lnTo>
                    <a:pt x="2727" y="894"/>
                  </a:lnTo>
                  <a:cubicBezTo>
                    <a:pt x="2727" y="834"/>
                    <a:pt x="2786" y="775"/>
                    <a:pt x="2846" y="775"/>
                  </a:cubicBezTo>
                  <a:lnTo>
                    <a:pt x="2869" y="775"/>
                  </a:lnTo>
                  <a:cubicBezTo>
                    <a:pt x="2929" y="775"/>
                    <a:pt x="2988" y="834"/>
                    <a:pt x="2988" y="894"/>
                  </a:cubicBezTo>
                  <a:lnTo>
                    <a:pt x="2988" y="1680"/>
                  </a:lnTo>
                  <a:lnTo>
                    <a:pt x="2988" y="1692"/>
                  </a:lnTo>
                  <a:cubicBezTo>
                    <a:pt x="3060" y="1858"/>
                    <a:pt x="3048" y="2442"/>
                    <a:pt x="2727" y="2692"/>
                  </a:cubicBezTo>
                  <a:cubicBezTo>
                    <a:pt x="2679" y="2727"/>
                    <a:pt x="2667" y="2763"/>
                    <a:pt x="2667" y="2823"/>
                  </a:cubicBezTo>
                  <a:lnTo>
                    <a:pt x="2667" y="3358"/>
                  </a:lnTo>
                  <a:lnTo>
                    <a:pt x="1060" y="3358"/>
                  </a:lnTo>
                  <a:lnTo>
                    <a:pt x="1060" y="2989"/>
                  </a:lnTo>
                  <a:cubicBezTo>
                    <a:pt x="1060" y="2930"/>
                    <a:pt x="1036" y="2882"/>
                    <a:pt x="988" y="2858"/>
                  </a:cubicBezTo>
                  <a:cubicBezTo>
                    <a:pt x="822" y="2739"/>
                    <a:pt x="405" y="2346"/>
                    <a:pt x="393" y="1965"/>
                  </a:cubicBezTo>
                  <a:cubicBezTo>
                    <a:pt x="381" y="1692"/>
                    <a:pt x="369" y="1370"/>
                    <a:pt x="464" y="1275"/>
                  </a:cubicBezTo>
                  <a:cubicBezTo>
                    <a:pt x="499" y="1257"/>
                    <a:pt x="547" y="1246"/>
                    <a:pt x="612" y="1246"/>
                  </a:cubicBezTo>
                  <a:cubicBezTo>
                    <a:pt x="636" y="1246"/>
                    <a:pt x="662" y="1248"/>
                    <a:pt x="691" y="1251"/>
                  </a:cubicBezTo>
                  <a:lnTo>
                    <a:pt x="691" y="1477"/>
                  </a:lnTo>
                  <a:cubicBezTo>
                    <a:pt x="691" y="1561"/>
                    <a:pt x="762" y="1632"/>
                    <a:pt x="857" y="1632"/>
                  </a:cubicBezTo>
                  <a:cubicBezTo>
                    <a:pt x="941" y="1632"/>
                    <a:pt x="1024" y="1561"/>
                    <a:pt x="1024" y="1477"/>
                  </a:cubicBezTo>
                  <a:lnTo>
                    <a:pt x="1024" y="477"/>
                  </a:lnTo>
                  <a:cubicBezTo>
                    <a:pt x="1024" y="418"/>
                    <a:pt x="1083" y="358"/>
                    <a:pt x="1143" y="358"/>
                  </a:cubicBezTo>
                  <a:close/>
                  <a:moveTo>
                    <a:pt x="2941" y="3692"/>
                  </a:moveTo>
                  <a:lnTo>
                    <a:pt x="2941" y="4216"/>
                  </a:lnTo>
                  <a:lnTo>
                    <a:pt x="810" y="4216"/>
                  </a:lnTo>
                  <a:lnTo>
                    <a:pt x="810" y="3692"/>
                  </a:lnTo>
                  <a:close/>
                  <a:moveTo>
                    <a:pt x="2941" y="4537"/>
                  </a:moveTo>
                  <a:lnTo>
                    <a:pt x="2941" y="5859"/>
                  </a:lnTo>
                  <a:lnTo>
                    <a:pt x="810" y="5859"/>
                  </a:lnTo>
                  <a:lnTo>
                    <a:pt x="810" y="4537"/>
                  </a:lnTo>
                  <a:close/>
                  <a:moveTo>
                    <a:pt x="1143" y="1"/>
                  </a:moveTo>
                  <a:cubicBezTo>
                    <a:pt x="881" y="1"/>
                    <a:pt x="679" y="203"/>
                    <a:pt x="679" y="465"/>
                  </a:cubicBezTo>
                  <a:lnTo>
                    <a:pt x="679" y="894"/>
                  </a:lnTo>
                  <a:cubicBezTo>
                    <a:pt x="642" y="889"/>
                    <a:pt x="607" y="887"/>
                    <a:pt x="573" y="887"/>
                  </a:cubicBezTo>
                  <a:cubicBezTo>
                    <a:pt x="439" y="887"/>
                    <a:pt x="326" y="923"/>
                    <a:pt x="250" y="989"/>
                  </a:cubicBezTo>
                  <a:cubicBezTo>
                    <a:pt x="0" y="1192"/>
                    <a:pt x="36" y="1573"/>
                    <a:pt x="48" y="1965"/>
                  </a:cubicBezTo>
                  <a:cubicBezTo>
                    <a:pt x="83" y="2477"/>
                    <a:pt x="548" y="2894"/>
                    <a:pt x="726" y="3049"/>
                  </a:cubicBezTo>
                  <a:lnTo>
                    <a:pt x="726" y="3335"/>
                  </a:lnTo>
                  <a:lnTo>
                    <a:pt x="631" y="3335"/>
                  </a:lnTo>
                  <a:cubicBezTo>
                    <a:pt x="536" y="3335"/>
                    <a:pt x="464" y="3406"/>
                    <a:pt x="464" y="3489"/>
                  </a:cubicBezTo>
                  <a:lnTo>
                    <a:pt x="464" y="4359"/>
                  </a:lnTo>
                  <a:lnTo>
                    <a:pt x="464" y="6025"/>
                  </a:lnTo>
                  <a:cubicBezTo>
                    <a:pt x="464" y="6121"/>
                    <a:pt x="536" y="6192"/>
                    <a:pt x="631" y="6192"/>
                  </a:cubicBezTo>
                  <a:lnTo>
                    <a:pt x="3108" y="6192"/>
                  </a:lnTo>
                  <a:cubicBezTo>
                    <a:pt x="3191" y="6192"/>
                    <a:pt x="3262" y="6121"/>
                    <a:pt x="3262" y="6025"/>
                  </a:cubicBezTo>
                  <a:lnTo>
                    <a:pt x="3262" y="4359"/>
                  </a:lnTo>
                  <a:lnTo>
                    <a:pt x="3262" y="3489"/>
                  </a:lnTo>
                  <a:cubicBezTo>
                    <a:pt x="3262" y="3406"/>
                    <a:pt x="3191" y="3335"/>
                    <a:pt x="3108" y="3335"/>
                  </a:cubicBezTo>
                  <a:lnTo>
                    <a:pt x="3000" y="3335"/>
                  </a:lnTo>
                  <a:lnTo>
                    <a:pt x="3000" y="2870"/>
                  </a:lnTo>
                  <a:cubicBezTo>
                    <a:pt x="3417" y="2465"/>
                    <a:pt x="3369" y="1727"/>
                    <a:pt x="3369" y="1632"/>
                  </a:cubicBezTo>
                  <a:lnTo>
                    <a:pt x="3369" y="858"/>
                  </a:lnTo>
                  <a:cubicBezTo>
                    <a:pt x="3369" y="608"/>
                    <a:pt x="3167" y="406"/>
                    <a:pt x="2905" y="406"/>
                  </a:cubicBezTo>
                  <a:lnTo>
                    <a:pt x="2893" y="406"/>
                  </a:lnTo>
                  <a:cubicBezTo>
                    <a:pt x="2822" y="406"/>
                    <a:pt x="2738" y="418"/>
                    <a:pt x="2667" y="465"/>
                  </a:cubicBezTo>
                  <a:cubicBezTo>
                    <a:pt x="2584" y="358"/>
                    <a:pt x="2465" y="287"/>
                    <a:pt x="2310" y="287"/>
                  </a:cubicBezTo>
                  <a:lnTo>
                    <a:pt x="2298" y="287"/>
                  </a:lnTo>
                  <a:cubicBezTo>
                    <a:pt x="2226" y="287"/>
                    <a:pt x="2143" y="299"/>
                    <a:pt x="2084" y="346"/>
                  </a:cubicBezTo>
                  <a:cubicBezTo>
                    <a:pt x="2000" y="239"/>
                    <a:pt x="1881" y="179"/>
                    <a:pt x="1750" y="179"/>
                  </a:cubicBezTo>
                  <a:lnTo>
                    <a:pt x="1726" y="179"/>
                  </a:lnTo>
                  <a:cubicBezTo>
                    <a:pt x="1667" y="179"/>
                    <a:pt x="1607" y="191"/>
                    <a:pt x="1548" y="203"/>
                  </a:cubicBezTo>
                  <a:cubicBezTo>
                    <a:pt x="1476" y="84"/>
                    <a:pt x="133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9" name="Google Shape;13149;p68"/>
          <p:cNvGrpSpPr/>
          <p:nvPr/>
        </p:nvGrpSpPr>
        <p:grpSpPr>
          <a:xfrm>
            <a:off x="5591871" y="2066106"/>
            <a:ext cx="416649" cy="325597"/>
            <a:chOff x="5626763" y="2013829"/>
            <a:chExt cx="351722" cy="274788"/>
          </a:xfrm>
        </p:grpSpPr>
        <p:sp>
          <p:nvSpPr>
            <p:cNvPr id="13150" name="Google Shape;13150;p68"/>
            <p:cNvSpPr/>
            <p:nvPr/>
          </p:nvSpPr>
          <p:spPr>
            <a:xfrm>
              <a:off x="5626763" y="2013829"/>
              <a:ext cx="351722" cy="274788"/>
            </a:xfrm>
            <a:custGeom>
              <a:avLst/>
              <a:gdLst/>
              <a:ahLst/>
              <a:cxnLst/>
              <a:rect l="l" t="t" r="r" b="b"/>
              <a:pathLst>
                <a:path w="11050" h="8633" extrusionOk="0">
                  <a:moveTo>
                    <a:pt x="10657" y="345"/>
                  </a:moveTo>
                  <a:lnTo>
                    <a:pt x="10681" y="714"/>
                  </a:lnTo>
                  <a:lnTo>
                    <a:pt x="9395" y="714"/>
                  </a:lnTo>
                  <a:cubicBezTo>
                    <a:pt x="9312" y="714"/>
                    <a:pt x="9216" y="786"/>
                    <a:pt x="9216" y="893"/>
                  </a:cubicBezTo>
                  <a:cubicBezTo>
                    <a:pt x="9216" y="1000"/>
                    <a:pt x="9288" y="1072"/>
                    <a:pt x="9395" y="1072"/>
                  </a:cubicBezTo>
                  <a:lnTo>
                    <a:pt x="10383" y="1072"/>
                  </a:lnTo>
                  <a:lnTo>
                    <a:pt x="10383" y="6191"/>
                  </a:lnTo>
                  <a:lnTo>
                    <a:pt x="4466" y="6191"/>
                  </a:lnTo>
                  <a:lnTo>
                    <a:pt x="4466" y="6025"/>
                  </a:lnTo>
                  <a:cubicBezTo>
                    <a:pt x="4466" y="5929"/>
                    <a:pt x="4394" y="5846"/>
                    <a:pt x="4287" y="5846"/>
                  </a:cubicBezTo>
                  <a:lnTo>
                    <a:pt x="4001" y="5846"/>
                  </a:lnTo>
                  <a:cubicBezTo>
                    <a:pt x="3978" y="5739"/>
                    <a:pt x="3930" y="5644"/>
                    <a:pt x="3871" y="5536"/>
                  </a:cubicBezTo>
                  <a:lnTo>
                    <a:pt x="4085" y="5322"/>
                  </a:lnTo>
                  <a:cubicBezTo>
                    <a:pt x="4156" y="5251"/>
                    <a:pt x="4156" y="5144"/>
                    <a:pt x="4085" y="5072"/>
                  </a:cubicBezTo>
                  <a:lnTo>
                    <a:pt x="3549" y="4536"/>
                  </a:lnTo>
                  <a:cubicBezTo>
                    <a:pt x="3513" y="4512"/>
                    <a:pt x="3478" y="4489"/>
                    <a:pt x="3430" y="4489"/>
                  </a:cubicBezTo>
                  <a:cubicBezTo>
                    <a:pt x="3382" y="4489"/>
                    <a:pt x="3335" y="4512"/>
                    <a:pt x="3311" y="4536"/>
                  </a:cubicBezTo>
                  <a:lnTo>
                    <a:pt x="3097" y="4739"/>
                  </a:lnTo>
                  <a:cubicBezTo>
                    <a:pt x="2989" y="4679"/>
                    <a:pt x="2894" y="4643"/>
                    <a:pt x="2787" y="4608"/>
                  </a:cubicBezTo>
                  <a:lnTo>
                    <a:pt x="2787" y="4334"/>
                  </a:lnTo>
                  <a:cubicBezTo>
                    <a:pt x="2787" y="4239"/>
                    <a:pt x="2716" y="4155"/>
                    <a:pt x="2608" y="4155"/>
                  </a:cubicBezTo>
                  <a:lnTo>
                    <a:pt x="2180" y="4155"/>
                  </a:lnTo>
                  <a:lnTo>
                    <a:pt x="2180" y="1060"/>
                  </a:lnTo>
                  <a:lnTo>
                    <a:pt x="8788" y="1060"/>
                  </a:lnTo>
                  <a:cubicBezTo>
                    <a:pt x="8871" y="1060"/>
                    <a:pt x="8966" y="976"/>
                    <a:pt x="8966" y="881"/>
                  </a:cubicBezTo>
                  <a:cubicBezTo>
                    <a:pt x="8966" y="786"/>
                    <a:pt x="8895" y="702"/>
                    <a:pt x="8788" y="702"/>
                  </a:cubicBezTo>
                  <a:lnTo>
                    <a:pt x="1894" y="702"/>
                  </a:lnTo>
                  <a:lnTo>
                    <a:pt x="1894" y="345"/>
                  </a:lnTo>
                  <a:close/>
                  <a:moveTo>
                    <a:pt x="10681" y="6537"/>
                  </a:moveTo>
                  <a:lnTo>
                    <a:pt x="10681" y="6870"/>
                  </a:lnTo>
                  <a:lnTo>
                    <a:pt x="4430" y="6870"/>
                  </a:lnTo>
                  <a:cubicBezTo>
                    <a:pt x="4454" y="6846"/>
                    <a:pt x="4466" y="6798"/>
                    <a:pt x="4466" y="6751"/>
                  </a:cubicBezTo>
                  <a:lnTo>
                    <a:pt x="4466" y="6560"/>
                  </a:lnTo>
                  <a:lnTo>
                    <a:pt x="10562" y="6560"/>
                  </a:lnTo>
                  <a:cubicBezTo>
                    <a:pt x="10598" y="6560"/>
                    <a:pt x="10633" y="6548"/>
                    <a:pt x="10657" y="6537"/>
                  </a:cubicBezTo>
                  <a:close/>
                  <a:moveTo>
                    <a:pt x="2477" y="4524"/>
                  </a:moveTo>
                  <a:lnTo>
                    <a:pt x="2477" y="4763"/>
                  </a:lnTo>
                  <a:cubicBezTo>
                    <a:pt x="2477" y="4834"/>
                    <a:pt x="2537" y="4905"/>
                    <a:pt x="2608" y="4929"/>
                  </a:cubicBezTo>
                  <a:cubicBezTo>
                    <a:pt x="2775" y="4965"/>
                    <a:pt x="2942" y="5024"/>
                    <a:pt x="3073" y="5120"/>
                  </a:cubicBezTo>
                  <a:cubicBezTo>
                    <a:pt x="3099" y="5137"/>
                    <a:pt x="3128" y="5145"/>
                    <a:pt x="3157" y="5145"/>
                  </a:cubicBezTo>
                  <a:cubicBezTo>
                    <a:pt x="3206" y="5145"/>
                    <a:pt x="3253" y="5122"/>
                    <a:pt x="3275" y="5084"/>
                  </a:cubicBezTo>
                  <a:lnTo>
                    <a:pt x="3454" y="4905"/>
                  </a:lnTo>
                  <a:lnTo>
                    <a:pt x="3740" y="5191"/>
                  </a:lnTo>
                  <a:lnTo>
                    <a:pt x="3561" y="5370"/>
                  </a:lnTo>
                  <a:cubicBezTo>
                    <a:pt x="3501" y="5429"/>
                    <a:pt x="3490" y="5525"/>
                    <a:pt x="3537" y="5584"/>
                  </a:cubicBezTo>
                  <a:cubicBezTo>
                    <a:pt x="3620" y="5727"/>
                    <a:pt x="3680" y="5882"/>
                    <a:pt x="3728" y="6036"/>
                  </a:cubicBezTo>
                  <a:cubicBezTo>
                    <a:pt x="3740" y="6120"/>
                    <a:pt x="3811" y="6179"/>
                    <a:pt x="3894" y="6179"/>
                  </a:cubicBezTo>
                  <a:lnTo>
                    <a:pt x="4132" y="6179"/>
                  </a:lnTo>
                  <a:lnTo>
                    <a:pt x="4132" y="6572"/>
                  </a:lnTo>
                  <a:lnTo>
                    <a:pt x="3894" y="6572"/>
                  </a:lnTo>
                  <a:cubicBezTo>
                    <a:pt x="3811" y="6572"/>
                    <a:pt x="3740" y="6632"/>
                    <a:pt x="3728" y="6715"/>
                  </a:cubicBezTo>
                  <a:cubicBezTo>
                    <a:pt x="3680" y="6870"/>
                    <a:pt x="3620" y="7037"/>
                    <a:pt x="3537" y="7168"/>
                  </a:cubicBezTo>
                  <a:cubicBezTo>
                    <a:pt x="3490" y="7251"/>
                    <a:pt x="3501" y="7334"/>
                    <a:pt x="3561" y="7382"/>
                  </a:cubicBezTo>
                  <a:lnTo>
                    <a:pt x="3740" y="7560"/>
                  </a:lnTo>
                  <a:lnTo>
                    <a:pt x="3454" y="7834"/>
                  </a:lnTo>
                  <a:lnTo>
                    <a:pt x="3275" y="7656"/>
                  </a:lnTo>
                  <a:cubicBezTo>
                    <a:pt x="3238" y="7626"/>
                    <a:pt x="3193" y="7606"/>
                    <a:pt x="3149" y="7606"/>
                  </a:cubicBezTo>
                  <a:cubicBezTo>
                    <a:pt x="3122" y="7606"/>
                    <a:pt x="3096" y="7614"/>
                    <a:pt x="3073" y="7632"/>
                  </a:cubicBezTo>
                  <a:cubicBezTo>
                    <a:pt x="2918" y="7727"/>
                    <a:pt x="2775" y="7787"/>
                    <a:pt x="2608" y="7822"/>
                  </a:cubicBezTo>
                  <a:cubicBezTo>
                    <a:pt x="2537" y="7846"/>
                    <a:pt x="2477" y="7918"/>
                    <a:pt x="2477" y="7989"/>
                  </a:cubicBezTo>
                  <a:lnTo>
                    <a:pt x="2477" y="8227"/>
                  </a:lnTo>
                  <a:lnTo>
                    <a:pt x="2073" y="8227"/>
                  </a:lnTo>
                  <a:lnTo>
                    <a:pt x="2073" y="7989"/>
                  </a:lnTo>
                  <a:cubicBezTo>
                    <a:pt x="2073" y="7918"/>
                    <a:pt x="2013" y="7846"/>
                    <a:pt x="1942" y="7822"/>
                  </a:cubicBezTo>
                  <a:cubicBezTo>
                    <a:pt x="1775" y="7787"/>
                    <a:pt x="1608" y="7727"/>
                    <a:pt x="1477" y="7632"/>
                  </a:cubicBezTo>
                  <a:cubicBezTo>
                    <a:pt x="1450" y="7614"/>
                    <a:pt x="1419" y="7606"/>
                    <a:pt x="1390" y="7606"/>
                  </a:cubicBezTo>
                  <a:cubicBezTo>
                    <a:pt x="1342" y="7606"/>
                    <a:pt x="1297" y="7626"/>
                    <a:pt x="1275" y="7656"/>
                  </a:cubicBezTo>
                  <a:lnTo>
                    <a:pt x="1096" y="7834"/>
                  </a:lnTo>
                  <a:lnTo>
                    <a:pt x="811" y="7560"/>
                  </a:lnTo>
                  <a:lnTo>
                    <a:pt x="989" y="7382"/>
                  </a:lnTo>
                  <a:cubicBezTo>
                    <a:pt x="1049" y="7322"/>
                    <a:pt x="1061" y="7227"/>
                    <a:pt x="1013" y="7168"/>
                  </a:cubicBezTo>
                  <a:cubicBezTo>
                    <a:pt x="930" y="7025"/>
                    <a:pt x="870" y="6870"/>
                    <a:pt x="823" y="6715"/>
                  </a:cubicBezTo>
                  <a:cubicBezTo>
                    <a:pt x="811" y="6632"/>
                    <a:pt x="739" y="6572"/>
                    <a:pt x="656" y="6572"/>
                  </a:cubicBezTo>
                  <a:lnTo>
                    <a:pt x="418" y="6572"/>
                  </a:lnTo>
                  <a:lnTo>
                    <a:pt x="418" y="6179"/>
                  </a:lnTo>
                  <a:lnTo>
                    <a:pt x="656" y="6179"/>
                  </a:lnTo>
                  <a:cubicBezTo>
                    <a:pt x="739" y="6179"/>
                    <a:pt x="811" y="6120"/>
                    <a:pt x="823" y="6036"/>
                  </a:cubicBezTo>
                  <a:cubicBezTo>
                    <a:pt x="870" y="5882"/>
                    <a:pt x="930" y="5715"/>
                    <a:pt x="1013" y="5584"/>
                  </a:cubicBezTo>
                  <a:cubicBezTo>
                    <a:pt x="1061" y="5501"/>
                    <a:pt x="1049" y="5417"/>
                    <a:pt x="989" y="5370"/>
                  </a:cubicBezTo>
                  <a:lnTo>
                    <a:pt x="811" y="5191"/>
                  </a:lnTo>
                  <a:lnTo>
                    <a:pt x="1096" y="4905"/>
                  </a:lnTo>
                  <a:lnTo>
                    <a:pt x="1275" y="5084"/>
                  </a:lnTo>
                  <a:cubicBezTo>
                    <a:pt x="1313" y="5122"/>
                    <a:pt x="1360" y="5145"/>
                    <a:pt x="1405" y="5145"/>
                  </a:cubicBezTo>
                  <a:cubicBezTo>
                    <a:pt x="1430" y="5145"/>
                    <a:pt x="1456" y="5137"/>
                    <a:pt x="1477" y="5120"/>
                  </a:cubicBezTo>
                  <a:cubicBezTo>
                    <a:pt x="1632" y="5024"/>
                    <a:pt x="1775" y="4965"/>
                    <a:pt x="1942" y="4929"/>
                  </a:cubicBezTo>
                  <a:cubicBezTo>
                    <a:pt x="2013" y="4905"/>
                    <a:pt x="2073" y="4834"/>
                    <a:pt x="2073" y="4763"/>
                  </a:cubicBezTo>
                  <a:lnTo>
                    <a:pt x="2073" y="4524"/>
                  </a:lnTo>
                  <a:close/>
                  <a:moveTo>
                    <a:pt x="1715" y="0"/>
                  </a:moveTo>
                  <a:cubicBezTo>
                    <a:pt x="1632" y="0"/>
                    <a:pt x="1537" y="71"/>
                    <a:pt x="1537" y="179"/>
                  </a:cubicBezTo>
                  <a:lnTo>
                    <a:pt x="1537" y="881"/>
                  </a:lnTo>
                  <a:cubicBezTo>
                    <a:pt x="1537" y="964"/>
                    <a:pt x="1608" y="1060"/>
                    <a:pt x="1715" y="1060"/>
                  </a:cubicBezTo>
                  <a:lnTo>
                    <a:pt x="1835" y="1060"/>
                  </a:lnTo>
                  <a:lnTo>
                    <a:pt x="1835" y="4155"/>
                  </a:lnTo>
                  <a:cubicBezTo>
                    <a:pt x="1751" y="4167"/>
                    <a:pt x="1692" y="4239"/>
                    <a:pt x="1692" y="4310"/>
                  </a:cubicBezTo>
                  <a:lnTo>
                    <a:pt x="1692" y="4596"/>
                  </a:lnTo>
                  <a:cubicBezTo>
                    <a:pt x="1585" y="4632"/>
                    <a:pt x="1477" y="4667"/>
                    <a:pt x="1370" y="4727"/>
                  </a:cubicBezTo>
                  <a:lnTo>
                    <a:pt x="1168" y="4524"/>
                  </a:lnTo>
                  <a:cubicBezTo>
                    <a:pt x="1132" y="4489"/>
                    <a:pt x="1096" y="4477"/>
                    <a:pt x="1049" y="4477"/>
                  </a:cubicBezTo>
                  <a:cubicBezTo>
                    <a:pt x="1001" y="4477"/>
                    <a:pt x="953" y="4489"/>
                    <a:pt x="930" y="4524"/>
                  </a:cubicBezTo>
                  <a:lnTo>
                    <a:pt x="394" y="5060"/>
                  </a:lnTo>
                  <a:cubicBezTo>
                    <a:pt x="322" y="5132"/>
                    <a:pt x="322" y="5239"/>
                    <a:pt x="394" y="5310"/>
                  </a:cubicBezTo>
                  <a:lnTo>
                    <a:pt x="596" y="5525"/>
                  </a:lnTo>
                  <a:cubicBezTo>
                    <a:pt x="537" y="5620"/>
                    <a:pt x="501" y="5727"/>
                    <a:pt x="465" y="5834"/>
                  </a:cubicBezTo>
                  <a:lnTo>
                    <a:pt x="180" y="5834"/>
                  </a:lnTo>
                  <a:cubicBezTo>
                    <a:pt x="96" y="5834"/>
                    <a:pt x="1" y="5906"/>
                    <a:pt x="1" y="6013"/>
                  </a:cubicBezTo>
                  <a:lnTo>
                    <a:pt x="1" y="6751"/>
                  </a:lnTo>
                  <a:cubicBezTo>
                    <a:pt x="1" y="6846"/>
                    <a:pt x="84" y="6929"/>
                    <a:pt x="180" y="6929"/>
                  </a:cubicBezTo>
                  <a:lnTo>
                    <a:pt x="465" y="6929"/>
                  </a:lnTo>
                  <a:cubicBezTo>
                    <a:pt x="501" y="7037"/>
                    <a:pt x="537" y="7144"/>
                    <a:pt x="596" y="7251"/>
                  </a:cubicBezTo>
                  <a:lnTo>
                    <a:pt x="394" y="7453"/>
                  </a:lnTo>
                  <a:cubicBezTo>
                    <a:pt x="322" y="7525"/>
                    <a:pt x="322" y="7632"/>
                    <a:pt x="394" y="7703"/>
                  </a:cubicBezTo>
                  <a:lnTo>
                    <a:pt x="930" y="8239"/>
                  </a:lnTo>
                  <a:cubicBezTo>
                    <a:pt x="965" y="8281"/>
                    <a:pt x="1010" y="8302"/>
                    <a:pt x="1055" y="8302"/>
                  </a:cubicBezTo>
                  <a:cubicBezTo>
                    <a:pt x="1099" y="8302"/>
                    <a:pt x="1144" y="8281"/>
                    <a:pt x="1180" y="8239"/>
                  </a:cubicBezTo>
                  <a:lnTo>
                    <a:pt x="1394" y="8037"/>
                  </a:lnTo>
                  <a:cubicBezTo>
                    <a:pt x="1489" y="8096"/>
                    <a:pt x="1596" y="8144"/>
                    <a:pt x="1704" y="8168"/>
                  </a:cubicBezTo>
                  <a:lnTo>
                    <a:pt x="1704" y="8453"/>
                  </a:lnTo>
                  <a:cubicBezTo>
                    <a:pt x="1704" y="8537"/>
                    <a:pt x="1775" y="8632"/>
                    <a:pt x="1882" y="8632"/>
                  </a:cubicBezTo>
                  <a:lnTo>
                    <a:pt x="2620" y="8632"/>
                  </a:lnTo>
                  <a:cubicBezTo>
                    <a:pt x="2716" y="8632"/>
                    <a:pt x="2799" y="8549"/>
                    <a:pt x="2799" y="8453"/>
                  </a:cubicBezTo>
                  <a:lnTo>
                    <a:pt x="2799" y="8168"/>
                  </a:lnTo>
                  <a:cubicBezTo>
                    <a:pt x="2906" y="8144"/>
                    <a:pt x="3013" y="8096"/>
                    <a:pt x="3120" y="8037"/>
                  </a:cubicBezTo>
                  <a:lnTo>
                    <a:pt x="3323" y="8239"/>
                  </a:lnTo>
                  <a:cubicBezTo>
                    <a:pt x="3359" y="8281"/>
                    <a:pt x="3403" y="8302"/>
                    <a:pt x="3448" y="8302"/>
                  </a:cubicBezTo>
                  <a:cubicBezTo>
                    <a:pt x="3492" y="8302"/>
                    <a:pt x="3537" y="8281"/>
                    <a:pt x="3573" y="8239"/>
                  </a:cubicBezTo>
                  <a:lnTo>
                    <a:pt x="4109" y="7703"/>
                  </a:lnTo>
                  <a:cubicBezTo>
                    <a:pt x="4192" y="7632"/>
                    <a:pt x="4192" y="7525"/>
                    <a:pt x="4109" y="7453"/>
                  </a:cubicBezTo>
                  <a:lnTo>
                    <a:pt x="3906" y="7251"/>
                  </a:lnTo>
                  <a:cubicBezTo>
                    <a:pt x="3906" y="7227"/>
                    <a:pt x="3918" y="7227"/>
                    <a:pt x="3918" y="7215"/>
                  </a:cubicBezTo>
                  <a:lnTo>
                    <a:pt x="10871" y="7215"/>
                  </a:lnTo>
                  <a:cubicBezTo>
                    <a:pt x="10955" y="7215"/>
                    <a:pt x="11050" y="7144"/>
                    <a:pt x="11050" y="7037"/>
                  </a:cubicBezTo>
                  <a:lnTo>
                    <a:pt x="11050" y="6358"/>
                  </a:lnTo>
                  <a:cubicBezTo>
                    <a:pt x="11050" y="6263"/>
                    <a:pt x="10979" y="6179"/>
                    <a:pt x="10871" y="6179"/>
                  </a:cubicBezTo>
                  <a:lnTo>
                    <a:pt x="10752" y="6179"/>
                  </a:lnTo>
                  <a:lnTo>
                    <a:pt x="10752" y="1060"/>
                  </a:lnTo>
                  <a:lnTo>
                    <a:pt x="10836" y="1060"/>
                  </a:lnTo>
                  <a:cubicBezTo>
                    <a:pt x="10931" y="1060"/>
                    <a:pt x="11014" y="976"/>
                    <a:pt x="11014" y="881"/>
                  </a:cubicBezTo>
                  <a:lnTo>
                    <a:pt x="11014" y="179"/>
                  </a:lnTo>
                  <a:cubicBezTo>
                    <a:pt x="11014" y="83"/>
                    <a:pt x="10943" y="0"/>
                    <a:pt x="108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68"/>
            <p:cNvSpPr/>
            <p:nvPr/>
          </p:nvSpPr>
          <p:spPr>
            <a:xfrm>
              <a:off x="5784799" y="2125234"/>
              <a:ext cx="33390" cy="70503"/>
            </a:xfrm>
            <a:custGeom>
              <a:avLst/>
              <a:gdLst/>
              <a:ahLst/>
              <a:cxnLst/>
              <a:rect l="l" t="t" r="r" b="b"/>
              <a:pathLst>
                <a:path w="1049" h="2215" extrusionOk="0">
                  <a:moveTo>
                    <a:pt x="691" y="334"/>
                  </a:moveTo>
                  <a:lnTo>
                    <a:pt x="691" y="1858"/>
                  </a:lnTo>
                  <a:lnTo>
                    <a:pt x="334" y="1858"/>
                  </a:lnTo>
                  <a:lnTo>
                    <a:pt x="334" y="334"/>
                  </a:lnTo>
                  <a:close/>
                  <a:moveTo>
                    <a:pt x="179" y="0"/>
                  </a:moveTo>
                  <a:cubicBezTo>
                    <a:pt x="84" y="0"/>
                    <a:pt x="1" y="72"/>
                    <a:pt x="1" y="179"/>
                  </a:cubicBezTo>
                  <a:lnTo>
                    <a:pt x="1" y="2036"/>
                  </a:lnTo>
                  <a:cubicBezTo>
                    <a:pt x="1" y="2120"/>
                    <a:pt x="72" y="2215"/>
                    <a:pt x="179" y="2215"/>
                  </a:cubicBezTo>
                  <a:lnTo>
                    <a:pt x="870" y="2215"/>
                  </a:lnTo>
                  <a:cubicBezTo>
                    <a:pt x="965" y="2215"/>
                    <a:pt x="1049" y="2144"/>
                    <a:pt x="1049" y="2036"/>
                  </a:cubicBezTo>
                  <a:lnTo>
                    <a:pt x="1049" y="179"/>
                  </a:lnTo>
                  <a:cubicBezTo>
                    <a:pt x="1049" y="72"/>
                    <a:pt x="965"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2" name="Google Shape;13152;p68"/>
            <p:cNvSpPr/>
            <p:nvPr/>
          </p:nvSpPr>
          <p:spPr>
            <a:xfrm>
              <a:off x="5824236" y="2097956"/>
              <a:ext cx="33740" cy="97782"/>
            </a:xfrm>
            <a:custGeom>
              <a:avLst/>
              <a:gdLst/>
              <a:ahLst/>
              <a:cxnLst/>
              <a:rect l="l" t="t" r="r" b="b"/>
              <a:pathLst>
                <a:path w="1060" h="3072" extrusionOk="0">
                  <a:moveTo>
                    <a:pt x="703" y="345"/>
                  </a:moveTo>
                  <a:lnTo>
                    <a:pt x="703" y="2715"/>
                  </a:lnTo>
                  <a:lnTo>
                    <a:pt x="345" y="2715"/>
                  </a:lnTo>
                  <a:lnTo>
                    <a:pt x="345" y="345"/>
                  </a:lnTo>
                  <a:close/>
                  <a:moveTo>
                    <a:pt x="179" y="0"/>
                  </a:moveTo>
                  <a:cubicBezTo>
                    <a:pt x="95" y="0"/>
                    <a:pt x="0" y="84"/>
                    <a:pt x="0" y="179"/>
                  </a:cubicBezTo>
                  <a:lnTo>
                    <a:pt x="0" y="2893"/>
                  </a:lnTo>
                  <a:cubicBezTo>
                    <a:pt x="0" y="2977"/>
                    <a:pt x="83" y="3072"/>
                    <a:pt x="179" y="3072"/>
                  </a:cubicBezTo>
                  <a:lnTo>
                    <a:pt x="881" y="3072"/>
                  </a:lnTo>
                  <a:cubicBezTo>
                    <a:pt x="976" y="3072"/>
                    <a:pt x="1060" y="3001"/>
                    <a:pt x="1060" y="2893"/>
                  </a:cubicBezTo>
                  <a:lnTo>
                    <a:pt x="1060" y="179"/>
                  </a:lnTo>
                  <a:cubicBezTo>
                    <a:pt x="1048" y="84"/>
                    <a:pt x="976"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3" name="Google Shape;13153;p68"/>
            <p:cNvSpPr/>
            <p:nvPr/>
          </p:nvSpPr>
          <p:spPr>
            <a:xfrm>
              <a:off x="5864024" y="2111961"/>
              <a:ext cx="33740" cy="83426"/>
            </a:xfrm>
            <a:custGeom>
              <a:avLst/>
              <a:gdLst/>
              <a:ahLst/>
              <a:cxnLst/>
              <a:rect l="l" t="t" r="r" b="b"/>
              <a:pathLst>
                <a:path w="1060" h="2621" extrusionOk="0">
                  <a:moveTo>
                    <a:pt x="703" y="358"/>
                  </a:moveTo>
                  <a:lnTo>
                    <a:pt x="703" y="2275"/>
                  </a:lnTo>
                  <a:lnTo>
                    <a:pt x="346" y="2275"/>
                  </a:lnTo>
                  <a:lnTo>
                    <a:pt x="346" y="358"/>
                  </a:lnTo>
                  <a:close/>
                  <a:moveTo>
                    <a:pt x="191" y="1"/>
                  </a:moveTo>
                  <a:cubicBezTo>
                    <a:pt x="96" y="1"/>
                    <a:pt x="0" y="72"/>
                    <a:pt x="0" y="179"/>
                  </a:cubicBezTo>
                  <a:lnTo>
                    <a:pt x="0" y="2442"/>
                  </a:lnTo>
                  <a:cubicBezTo>
                    <a:pt x="0" y="2525"/>
                    <a:pt x="84" y="2620"/>
                    <a:pt x="191" y="2620"/>
                  </a:cubicBezTo>
                  <a:lnTo>
                    <a:pt x="881" y="2620"/>
                  </a:lnTo>
                  <a:cubicBezTo>
                    <a:pt x="977" y="2620"/>
                    <a:pt x="1060" y="2537"/>
                    <a:pt x="1060" y="2442"/>
                  </a:cubicBezTo>
                  <a:lnTo>
                    <a:pt x="1060" y="179"/>
                  </a:lnTo>
                  <a:cubicBezTo>
                    <a:pt x="1048" y="84"/>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68"/>
            <p:cNvSpPr/>
            <p:nvPr/>
          </p:nvSpPr>
          <p:spPr>
            <a:xfrm>
              <a:off x="5904193" y="2065744"/>
              <a:ext cx="33390" cy="129644"/>
            </a:xfrm>
            <a:custGeom>
              <a:avLst/>
              <a:gdLst/>
              <a:ahLst/>
              <a:cxnLst/>
              <a:rect l="l" t="t" r="r" b="b"/>
              <a:pathLst>
                <a:path w="1049" h="4073" extrusionOk="0">
                  <a:moveTo>
                    <a:pt x="691" y="357"/>
                  </a:moveTo>
                  <a:lnTo>
                    <a:pt x="691" y="3727"/>
                  </a:lnTo>
                  <a:lnTo>
                    <a:pt x="334" y="3727"/>
                  </a:lnTo>
                  <a:lnTo>
                    <a:pt x="334" y="357"/>
                  </a:lnTo>
                  <a:close/>
                  <a:moveTo>
                    <a:pt x="179" y="0"/>
                  </a:moveTo>
                  <a:cubicBezTo>
                    <a:pt x="72" y="24"/>
                    <a:pt x="0" y="95"/>
                    <a:pt x="0" y="179"/>
                  </a:cubicBezTo>
                  <a:lnTo>
                    <a:pt x="0" y="3894"/>
                  </a:lnTo>
                  <a:cubicBezTo>
                    <a:pt x="0" y="3977"/>
                    <a:pt x="72" y="4072"/>
                    <a:pt x="179" y="4072"/>
                  </a:cubicBezTo>
                  <a:lnTo>
                    <a:pt x="870" y="4072"/>
                  </a:lnTo>
                  <a:cubicBezTo>
                    <a:pt x="965" y="4072"/>
                    <a:pt x="1048" y="3989"/>
                    <a:pt x="1048" y="3894"/>
                  </a:cubicBezTo>
                  <a:lnTo>
                    <a:pt x="1048" y="179"/>
                  </a:lnTo>
                  <a:cubicBezTo>
                    <a:pt x="1048" y="95"/>
                    <a:pt x="977"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68"/>
            <p:cNvSpPr/>
            <p:nvPr/>
          </p:nvSpPr>
          <p:spPr>
            <a:xfrm>
              <a:off x="5713563" y="2080131"/>
              <a:ext cx="40965" cy="11395"/>
            </a:xfrm>
            <a:custGeom>
              <a:avLst/>
              <a:gdLst/>
              <a:ahLst/>
              <a:cxnLst/>
              <a:rect l="l" t="t" r="r" b="b"/>
              <a:pathLst>
                <a:path w="1287" h="358" extrusionOk="0">
                  <a:moveTo>
                    <a:pt x="179" y="1"/>
                  </a:moveTo>
                  <a:cubicBezTo>
                    <a:pt x="96" y="1"/>
                    <a:pt x="1" y="72"/>
                    <a:pt x="1" y="179"/>
                  </a:cubicBezTo>
                  <a:cubicBezTo>
                    <a:pt x="12" y="263"/>
                    <a:pt x="96" y="358"/>
                    <a:pt x="179" y="358"/>
                  </a:cubicBezTo>
                  <a:lnTo>
                    <a:pt x="1108" y="358"/>
                  </a:lnTo>
                  <a:cubicBezTo>
                    <a:pt x="1191" y="358"/>
                    <a:pt x="1286" y="286"/>
                    <a:pt x="1286" y="179"/>
                  </a:cubicBezTo>
                  <a:cubicBezTo>
                    <a:pt x="1286" y="72"/>
                    <a:pt x="1203"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6" name="Google Shape;13156;p68"/>
            <p:cNvSpPr/>
            <p:nvPr/>
          </p:nvSpPr>
          <p:spPr>
            <a:xfrm>
              <a:off x="5713945" y="2097574"/>
              <a:ext cx="56880" cy="11395"/>
            </a:xfrm>
            <a:custGeom>
              <a:avLst/>
              <a:gdLst/>
              <a:ahLst/>
              <a:cxnLst/>
              <a:rect l="l" t="t" r="r" b="b"/>
              <a:pathLst>
                <a:path w="1787" h="358" extrusionOk="0">
                  <a:moveTo>
                    <a:pt x="179" y="0"/>
                  </a:moveTo>
                  <a:cubicBezTo>
                    <a:pt x="96" y="0"/>
                    <a:pt x="0" y="72"/>
                    <a:pt x="0" y="179"/>
                  </a:cubicBezTo>
                  <a:cubicBezTo>
                    <a:pt x="0" y="274"/>
                    <a:pt x="84" y="357"/>
                    <a:pt x="179" y="357"/>
                  </a:cubicBezTo>
                  <a:lnTo>
                    <a:pt x="1608" y="357"/>
                  </a:lnTo>
                  <a:cubicBezTo>
                    <a:pt x="1703" y="357"/>
                    <a:pt x="1786" y="286"/>
                    <a:pt x="1786" y="179"/>
                  </a:cubicBezTo>
                  <a:cubicBezTo>
                    <a:pt x="1774"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7" name="Google Shape;13157;p68"/>
            <p:cNvSpPr/>
            <p:nvPr/>
          </p:nvSpPr>
          <p:spPr>
            <a:xfrm>
              <a:off x="5713945" y="2114985"/>
              <a:ext cx="56880" cy="11427"/>
            </a:xfrm>
            <a:custGeom>
              <a:avLst/>
              <a:gdLst/>
              <a:ahLst/>
              <a:cxnLst/>
              <a:rect l="l" t="t" r="r" b="b"/>
              <a:pathLst>
                <a:path w="1787" h="359" extrusionOk="0">
                  <a:moveTo>
                    <a:pt x="179" y="1"/>
                  </a:moveTo>
                  <a:cubicBezTo>
                    <a:pt x="96" y="1"/>
                    <a:pt x="0" y="84"/>
                    <a:pt x="0" y="180"/>
                  </a:cubicBezTo>
                  <a:cubicBezTo>
                    <a:pt x="0" y="275"/>
                    <a:pt x="84" y="358"/>
                    <a:pt x="179" y="358"/>
                  </a:cubicBezTo>
                  <a:lnTo>
                    <a:pt x="1608" y="358"/>
                  </a:lnTo>
                  <a:cubicBezTo>
                    <a:pt x="1703" y="358"/>
                    <a:pt x="1786" y="287"/>
                    <a:pt x="1786" y="180"/>
                  </a:cubicBezTo>
                  <a:cubicBezTo>
                    <a:pt x="1774" y="84"/>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68"/>
            <p:cNvSpPr/>
            <p:nvPr/>
          </p:nvSpPr>
          <p:spPr>
            <a:xfrm>
              <a:off x="5713945" y="2132810"/>
              <a:ext cx="56880" cy="11013"/>
            </a:xfrm>
            <a:custGeom>
              <a:avLst/>
              <a:gdLst/>
              <a:ahLst/>
              <a:cxnLst/>
              <a:rect l="l" t="t" r="r" b="b"/>
              <a:pathLst>
                <a:path w="1787" h="346" extrusionOk="0">
                  <a:moveTo>
                    <a:pt x="179" y="1"/>
                  </a:moveTo>
                  <a:cubicBezTo>
                    <a:pt x="96" y="1"/>
                    <a:pt x="0" y="72"/>
                    <a:pt x="0" y="179"/>
                  </a:cubicBezTo>
                  <a:cubicBezTo>
                    <a:pt x="0" y="263"/>
                    <a:pt x="84" y="346"/>
                    <a:pt x="179" y="346"/>
                  </a:cubicBezTo>
                  <a:lnTo>
                    <a:pt x="1608" y="346"/>
                  </a:lnTo>
                  <a:cubicBezTo>
                    <a:pt x="1703" y="346"/>
                    <a:pt x="1786" y="274"/>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68"/>
            <p:cNvSpPr/>
            <p:nvPr/>
          </p:nvSpPr>
          <p:spPr>
            <a:xfrm>
              <a:off x="5663526" y="2182464"/>
              <a:ext cx="69389" cy="68625"/>
            </a:xfrm>
            <a:custGeom>
              <a:avLst/>
              <a:gdLst/>
              <a:ahLst/>
              <a:cxnLst/>
              <a:rect l="l" t="t" r="r" b="b"/>
              <a:pathLst>
                <a:path w="2180" h="2156" extrusionOk="0">
                  <a:moveTo>
                    <a:pt x="1084" y="0"/>
                  </a:moveTo>
                  <a:cubicBezTo>
                    <a:pt x="489" y="0"/>
                    <a:pt x="1" y="488"/>
                    <a:pt x="1" y="1084"/>
                  </a:cubicBezTo>
                  <a:cubicBezTo>
                    <a:pt x="1" y="1322"/>
                    <a:pt x="72" y="1548"/>
                    <a:pt x="215" y="1739"/>
                  </a:cubicBezTo>
                  <a:cubicBezTo>
                    <a:pt x="250" y="1780"/>
                    <a:pt x="300" y="1806"/>
                    <a:pt x="351" y="1806"/>
                  </a:cubicBezTo>
                  <a:cubicBezTo>
                    <a:pt x="387" y="1806"/>
                    <a:pt x="423" y="1792"/>
                    <a:pt x="453" y="1762"/>
                  </a:cubicBezTo>
                  <a:cubicBezTo>
                    <a:pt x="537" y="1715"/>
                    <a:pt x="549" y="1608"/>
                    <a:pt x="489" y="1524"/>
                  </a:cubicBezTo>
                  <a:cubicBezTo>
                    <a:pt x="382" y="1393"/>
                    <a:pt x="334" y="1250"/>
                    <a:pt x="334" y="1084"/>
                  </a:cubicBezTo>
                  <a:cubicBezTo>
                    <a:pt x="334" y="679"/>
                    <a:pt x="668" y="334"/>
                    <a:pt x="1084" y="334"/>
                  </a:cubicBezTo>
                  <a:cubicBezTo>
                    <a:pt x="1489" y="334"/>
                    <a:pt x="1823" y="667"/>
                    <a:pt x="1823" y="1084"/>
                  </a:cubicBezTo>
                  <a:cubicBezTo>
                    <a:pt x="1823" y="1334"/>
                    <a:pt x="1703" y="1560"/>
                    <a:pt x="1501" y="1691"/>
                  </a:cubicBezTo>
                  <a:cubicBezTo>
                    <a:pt x="1489" y="1691"/>
                    <a:pt x="1489" y="1715"/>
                    <a:pt x="1465" y="1715"/>
                  </a:cubicBezTo>
                  <a:lnTo>
                    <a:pt x="1453" y="1715"/>
                  </a:lnTo>
                  <a:lnTo>
                    <a:pt x="1442" y="1727"/>
                  </a:lnTo>
                  <a:lnTo>
                    <a:pt x="1430" y="1727"/>
                  </a:lnTo>
                  <a:cubicBezTo>
                    <a:pt x="1406" y="1727"/>
                    <a:pt x="1406" y="1739"/>
                    <a:pt x="1394" y="1739"/>
                  </a:cubicBezTo>
                  <a:cubicBezTo>
                    <a:pt x="1382" y="1739"/>
                    <a:pt x="1382" y="1751"/>
                    <a:pt x="1370" y="1751"/>
                  </a:cubicBezTo>
                  <a:lnTo>
                    <a:pt x="1346" y="1751"/>
                  </a:lnTo>
                  <a:cubicBezTo>
                    <a:pt x="1346" y="1751"/>
                    <a:pt x="1334" y="1751"/>
                    <a:pt x="1334" y="1774"/>
                  </a:cubicBezTo>
                  <a:lnTo>
                    <a:pt x="1322" y="1774"/>
                  </a:lnTo>
                  <a:cubicBezTo>
                    <a:pt x="1311" y="1774"/>
                    <a:pt x="1311" y="1774"/>
                    <a:pt x="1287" y="1786"/>
                  </a:cubicBezTo>
                  <a:cubicBezTo>
                    <a:pt x="1275" y="1786"/>
                    <a:pt x="1275" y="1786"/>
                    <a:pt x="1263" y="1798"/>
                  </a:cubicBezTo>
                  <a:lnTo>
                    <a:pt x="834" y="1798"/>
                  </a:lnTo>
                  <a:cubicBezTo>
                    <a:pt x="811" y="1798"/>
                    <a:pt x="811" y="1798"/>
                    <a:pt x="799" y="1786"/>
                  </a:cubicBezTo>
                  <a:cubicBezTo>
                    <a:pt x="787" y="1786"/>
                    <a:pt x="787" y="1786"/>
                    <a:pt x="775" y="1774"/>
                  </a:cubicBezTo>
                  <a:lnTo>
                    <a:pt x="751" y="1774"/>
                  </a:lnTo>
                  <a:cubicBezTo>
                    <a:pt x="732" y="1766"/>
                    <a:pt x="712" y="1762"/>
                    <a:pt x="691" y="1762"/>
                  </a:cubicBezTo>
                  <a:cubicBezTo>
                    <a:pt x="623" y="1762"/>
                    <a:pt x="555" y="1805"/>
                    <a:pt x="537" y="1870"/>
                  </a:cubicBezTo>
                  <a:cubicBezTo>
                    <a:pt x="501" y="1965"/>
                    <a:pt x="549" y="2072"/>
                    <a:pt x="632" y="2096"/>
                  </a:cubicBezTo>
                  <a:lnTo>
                    <a:pt x="656" y="2096"/>
                  </a:lnTo>
                  <a:cubicBezTo>
                    <a:pt x="668" y="2096"/>
                    <a:pt x="680" y="2108"/>
                    <a:pt x="691" y="2108"/>
                  </a:cubicBezTo>
                  <a:cubicBezTo>
                    <a:pt x="715" y="2108"/>
                    <a:pt x="727" y="2132"/>
                    <a:pt x="739" y="2132"/>
                  </a:cubicBezTo>
                  <a:lnTo>
                    <a:pt x="751" y="2132"/>
                  </a:lnTo>
                  <a:cubicBezTo>
                    <a:pt x="775" y="2132"/>
                    <a:pt x="787" y="2132"/>
                    <a:pt x="787" y="2143"/>
                  </a:cubicBezTo>
                  <a:lnTo>
                    <a:pt x="799" y="2143"/>
                  </a:lnTo>
                  <a:cubicBezTo>
                    <a:pt x="811" y="2143"/>
                    <a:pt x="834" y="2143"/>
                    <a:pt x="846" y="2155"/>
                  </a:cubicBezTo>
                  <a:lnTo>
                    <a:pt x="1156" y="2155"/>
                  </a:lnTo>
                  <a:cubicBezTo>
                    <a:pt x="1168" y="2155"/>
                    <a:pt x="1180" y="2155"/>
                    <a:pt x="1203" y="2143"/>
                  </a:cubicBezTo>
                  <a:lnTo>
                    <a:pt x="1215" y="2143"/>
                  </a:lnTo>
                  <a:cubicBezTo>
                    <a:pt x="1227" y="2143"/>
                    <a:pt x="1239" y="2143"/>
                    <a:pt x="1239" y="2132"/>
                  </a:cubicBezTo>
                  <a:lnTo>
                    <a:pt x="1263" y="2132"/>
                  </a:lnTo>
                  <a:cubicBezTo>
                    <a:pt x="1275" y="2132"/>
                    <a:pt x="1287" y="2108"/>
                    <a:pt x="1299" y="2108"/>
                  </a:cubicBezTo>
                  <a:cubicBezTo>
                    <a:pt x="1322" y="2108"/>
                    <a:pt x="1334" y="2096"/>
                    <a:pt x="1346" y="2096"/>
                  </a:cubicBezTo>
                  <a:lnTo>
                    <a:pt x="1358" y="2096"/>
                  </a:lnTo>
                  <a:cubicBezTo>
                    <a:pt x="1382" y="2096"/>
                    <a:pt x="1382" y="2084"/>
                    <a:pt x="1394" y="2084"/>
                  </a:cubicBezTo>
                  <a:lnTo>
                    <a:pt x="1406" y="2084"/>
                  </a:lnTo>
                  <a:cubicBezTo>
                    <a:pt x="1418" y="2084"/>
                    <a:pt x="1442" y="2072"/>
                    <a:pt x="1453" y="2072"/>
                  </a:cubicBezTo>
                  <a:cubicBezTo>
                    <a:pt x="1465" y="2072"/>
                    <a:pt x="1477" y="2048"/>
                    <a:pt x="1501" y="2048"/>
                  </a:cubicBezTo>
                  <a:lnTo>
                    <a:pt x="1513" y="2048"/>
                  </a:lnTo>
                  <a:cubicBezTo>
                    <a:pt x="1525" y="2048"/>
                    <a:pt x="1525" y="2036"/>
                    <a:pt x="1537" y="2036"/>
                  </a:cubicBezTo>
                  <a:lnTo>
                    <a:pt x="1561" y="2036"/>
                  </a:lnTo>
                  <a:cubicBezTo>
                    <a:pt x="1573" y="2024"/>
                    <a:pt x="1584" y="2024"/>
                    <a:pt x="1596" y="2012"/>
                  </a:cubicBezTo>
                  <a:cubicBezTo>
                    <a:pt x="1894" y="1798"/>
                    <a:pt x="2073" y="1465"/>
                    <a:pt x="2073" y="1096"/>
                  </a:cubicBezTo>
                  <a:cubicBezTo>
                    <a:pt x="2180" y="488"/>
                    <a:pt x="1692"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0" name="Google Shape;13160;p68"/>
          <p:cNvGrpSpPr/>
          <p:nvPr/>
        </p:nvGrpSpPr>
        <p:grpSpPr>
          <a:xfrm>
            <a:off x="7576605" y="2060077"/>
            <a:ext cx="276698" cy="333133"/>
            <a:chOff x="7576605" y="1983877"/>
            <a:chExt cx="276698" cy="333133"/>
          </a:xfrm>
        </p:grpSpPr>
        <p:sp>
          <p:nvSpPr>
            <p:cNvPr id="13161" name="Google Shape;13161;p68"/>
            <p:cNvSpPr/>
            <p:nvPr/>
          </p:nvSpPr>
          <p:spPr>
            <a:xfrm>
              <a:off x="7576605" y="1983877"/>
              <a:ext cx="276698" cy="333133"/>
            </a:xfrm>
            <a:custGeom>
              <a:avLst/>
              <a:gdLst/>
              <a:ahLst/>
              <a:cxnLst/>
              <a:rect l="l" t="t" r="r" b="b"/>
              <a:pathLst>
                <a:path w="8693" h="10466" extrusionOk="0">
                  <a:moveTo>
                    <a:pt x="417" y="1024"/>
                  </a:moveTo>
                  <a:cubicBezTo>
                    <a:pt x="655" y="1024"/>
                    <a:pt x="894" y="1143"/>
                    <a:pt x="1036" y="1358"/>
                  </a:cubicBezTo>
                  <a:lnTo>
                    <a:pt x="1156" y="1536"/>
                  </a:lnTo>
                  <a:cubicBezTo>
                    <a:pt x="1275" y="1715"/>
                    <a:pt x="1477" y="1822"/>
                    <a:pt x="1703" y="1822"/>
                  </a:cubicBezTo>
                  <a:lnTo>
                    <a:pt x="1703" y="2477"/>
                  </a:lnTo>
                  <a:cubicBezTo>
                    <a:pt x="1703" y="2941"/>
                    <a:pt x="1775" y="3406"/>
                    <a:pt x="1906" y="3834"/>
                  </a:cubicBezTo>
                  <a:cubicBezTo>
                    <a:pt x="1810" y="3763"/>
                    <a:pt x="1656" y="3703"/>
                    <a:pt x="1513" y="3644"/>
                  </a:cubicBezTo>
                  <a:cubicBezTo>
                    <a:pt x="1215" y="3525"/>
                    <a:pt x="894" y="3394"/>
                    <a:pt x="655" y="3144"/>
                  </a:cubicBezTo>
                  <a:cubicBezTo>
                    <a:pt x="394" y="2846"/>
                    <a:pt x="274" y="2417"/>
                    <a:pt x="274" y="1822"/>
                  </a:cubicBezTo>
                  <a:lnTo>
                    <a:pt x="274" y="1179"/>
                  </a:lnTo>
                  <a:cubicBezTo>
                    <a:pt x="274" y="1132"/>
                    <a:pt x="286" y="1108"/>
                    <a:pt x="322" y="1072"/>
                  </a:cubicBezTo>
                  <a:cubicBezTo>
                    <a:pt x="346" y="1048"/>
                    <a:pt x="394" y="1024"/>
                    <a:pt x="417" y="1024"/>
                  </a:cubicBezTo>
                  <a:close/>
                  <a:moveTo>
                    <a:pt x="8204" y="1024"/>
                  </a:moveTo>
                  <a:cubicBezTo>
                    <a:pt x="8252" y="1024"/>
                    <a:pt x="8275" y="1048"/>
                    <a:pt x="8311" y="1072"/>
                  </a:cubicBezTo>
                  <a:cubicBezTo>
                    <a:pt x="8335" y="1108"/>
                    <a:pt x="8359" y="1143"/>
                    <a:pt x="8359" y="1179"/>
                  </a:cubicBezTo>
                  <a:lnTo>
                    <a:pt x="8359" y="1822"/>
                  </a:lnTo>
                  <a:lnTo>
                    <a:pt x="8383" y="1822"/>
                  </a:lnTo>
                  <a:cubicBezTo>
                    <a:pt x="8383" y="2417"/>
                    <a:pt x="8252" y="2858"/>
                    <a:pt x="8002" y="3144"/>
                  </a:cubicBezTo>
                  <a:cubicBezTo>
                    <a:pt x="7775" y="3394"/>
                    <a:pt x="7466" y="3525"/>
                    <a:pt x="7144" y="3644"/>
                  </a:cubicBezTo>
                  <a:cubicBezTo>
                    <a:pt x="7002" y="3703"/>
                    <a:pt x="6871" y="3763"/>
                    <a:pt x="6716" y="3834"/>
                  </a:cubicBezTo>
                  <a:cubicBezTo>
                    <a:pt x="6847" y="3394"/>
                    <a:pt x="6930" y="2929"/>
                    <a:pt x="6930" y="2477"/>
                  </a:cubicBezTo>
                  <a:lnTo>
                    <a:pt x="6930" y="1822"/>
                  </a:lnTo>
                  <a:cubicBezTo>
                    <a:pt x="7144" y="1822"/>
                    <a:pt x="7359" y="1715"/>
                    <a:pt x="7478" y="1536"/>
                  </a:cubicBezTo>
                  <a:lnTo>
                    <a:pt x="7597" y="1358"/>
                  </a:lnTo>
                  <a:cubicBezTo>
                    <a:pt x="7728" y="1167"/>
                    <a:pt x="7966" y="1024"/>
                    <a:pt x="8204" y="1024"/>
                  </a:cubicBezTo>
                  <a:close/>
                  <a:moveTo>
                    <a:pt x="6954" y="334"/>
                  </a:moveTo>
                  <a:lnTo>
                    <a:pt x="6954" y="703"/>
                  </a:lnTo>
                  <a:lnTo>
                    <a:pt x="5632" y="703"/>
                  </a:lnTo>
                  <a:cubicBezTo>
                    <a:pt x="5537" y="703"/>
                    <a:pt x="5478" y="774"/>
                    <a:pt x="5478" y="846"/>
                  </a:cubicBezTo>
                  <a:cubicBezTo>
                    <a:pt x="5478" y="929"/>
                    <a:pt x="5561" y="1001"/>
                    <a:pt x="5632" y="1001"/>
                  </a:cubicBezTo>
                  <a:lnTo>
                    <a:pt x="6632" y="1001"/>
                  </a:lnTo>
                  <a:lnTo>
                    <a:pt x="6632" y="2477"/>
                  </a:lnTo>
                  <a:cubicBezTo>
                    <a:pt x="6632" y="3810"/>
                    <a:pt x="5989" y="5072"/>
                    <a:pt x="4906" y="5882"/>
                  </a:cubicBezTo>
                  <a:lnTo>
                    <a:pt x="4799" y="5954"/>
                  </a:lnTo>
                  <a:cubicBezTo>
                    <a:pt x="4763" y="5954"/>
                    <a:pt x="4739" y="5942"/>
                    <a:pt x="4704" y="5942"/>
                  </a:cubicBezTo>
                  <a:lnTo>
                    <a:pt x="3954" y="5942"/>
                  </a:lnTo>
                  <a:cubicBezTo>
                    <a:pt x="3918" y="5942"/>
                    <a:pt x="3894" y="5942"/>
                    <a:pt x="3858" y="5954"/>
                  </a:cubicBezTo>
                  <a:lnTo>
                    <a:pt x="3751" y="5882"/>
                  </a:lnTo>
                  <a:cubicBezTo>
                    <a:pt x="2668" y="5096"/>
                    <a:pt x="2025" y="3810"/>
                    <a:pt x="2025" y="2477"/>
                  </a:cubicBezTo>
                  <a:lnTo>
                    <a:pt x="2025" y="1001"/>
                  </a:lnTo>
                  <a:lnTo>
                    <a:pt x="4918" y="1001"/>
                  </a:lnTo>
                  <a:cubicBezTo>
                    <a:pt x="5001" y="1001"/>
                    <a:pt x="5061" y="929"/>
                    <a:pt x="5061" y="846"/>
                  </a:cubicBezTo>
                  <a:cubicBezTo>
                    <a:pt x="5061" y="774"/>
                    <a:pt x="4989" y="703"/>
                    <a:pt x="4918" y="703"/>
                  </a:cubicBezTo>
                  <a:lnTo>
                    <a:pt x="1715" y="703"/>
                  </a:lnTo>
                  <a:lnTo>
                    <a:pt x="1715" y="334"/>
                  </a:lnTo>
                  <a:close/>
                  <a:moveTo>
                    <a:pt x="4704" y="6263"/>
                  </a:moveTo>
                  <a:cubicBezTo>
                    <a:pt x="4763" y="6263"/>
                    <a:pt x="4811" y="6311"/>
                    <a:pt x="4811" y="6370"/>
                  </a:cubicBezTo>
                  <a:lnTo>
                    <a:pt x="4811" y="6477"/>
                  </a:lnTo>
                  <a:cubicBezTo>
                    <a:pt x="4811" y="6537"/>
                    <a:pt x="4763" y="6585"/>
                    <a:pt x="4704" y="6585"/>
                  </a:cubicBezTo>
                  <a:lnTo>
                    <a:pt x="3954" y="6585"/>
                  </a:lnTo>
                  <a:cubicBezTo>
                    <a:pt x="3882" y="6585"/>
                    <a:pt x="3846" y="6537"/>
                    <a:pt x="3846" y="6477"/>
                  </a:cubicBezTo>
                  <a:lnTo>
                    <a:pt x="3846" y="6370"/>
                  </a:lnTo>
                  <a:cubicBezTo>
                    <a:pt x="3846" y="6311"/>
                    <a:pt x="3882" y="6263"/>
                    <a:pt x="3954" y="6263"/>
                  </a:cubicBezTo>
                  <a:close/>
                  <a:moveTo>
                    <a:pt x="4513" y="6882"/>
                  </a:moveTo>
                  <a:lnTo>
                    <a:pt x="4513" y="8382"/>
                  </a:lnTo>
                  <a:lnTo>
                    <a:pt x="4156" y="8382"/>
                  </a:lnTo>
                  <a:lnTo>
                    <a:pt x="4156" y="6882"/>
                  </a:lnTo>
                  <a:close/>
                  <a:moveTo>
                    <a:pt x="5287" y="8692"/>
                  </a:moveTo>
                  <a:cubicBezTo>
                    <a:pt x="5394" y="8692"/>
                    <a:pt x="5478" y="8787"/>
                    <a:pt x="5478" y="8882"/>
                  </a:cubicBezTo>
                  <a:lnTo>
                    <a:pt x="5478" y="9061"/>
                  </a:lnTo>
                  <a:lnTo>
                    <a:pt x="4108" y="9061"/>
                  </a:lnTo>
                  <a:cubicBezTo>
                    <a:pt x="4025" y="9061"/>
                    <a:pt x="3965" y="9144"/>
                    <a:pt x="3965" y="9216"/>
                  </a:cubicBezTo>
                  <a:cubicBezTo>
                    <a:pt x="3965" y="9287"/>
                    <a:pt x="4037" y="9359"/>
                    <a:pt x="4108" y="9359"/>
                  </a:cubicBezTo>
                  <a:lnTo>
                    <a:pt x="6204" y="9359"/>
                  </a:lnTo>
                  <a:cubicBezTo>
                    <a:pt x="6228" y="9359"/>
                    <a:pt x="6240" y="9383"/>
                    <a:pt x="6251" y="9394"/>
                  </a:cubicBezTo>
                  <a:lnTo>
                    <a:pt x="6406" y="10133"/>
                  </a:lnTo>
                  <a:cubicBezTo>
                    <a:pt x="6406" y="10156"/>
                    <a:pt x="6406" y="10168"/>
                    <a:pt x="6382" y="10168"/>
                  </a:cubicBezTo>
                  <a:cubicBezTo>
                    <a:pt x="6382" y="10168"/>
                    <a:pt x="6370" y="10180"/>
                    <a:pt x="6359" y="10180"/>
                  </a:cubicBezTo>
                  <a:lnTo>
                    <a:pt x="2299" y="10180"/>
                  </a:lnTo>
                  <a:cubicBezTo>
                    <a:pt x="2287" y="10180"/>
                    <a:pt x="2263" y="10168"/>
                    <a:pt x="2263" y="10168"/>
                  </a:cubicBezTo>
                  <a:cubicBezTo>
                    <a:pt x="2263" y="10168"/>
                    <a:pt x="2251" y="10145"/>
                    <a:pt x="2251" y="10133"/>
                  </a:cubicBezTo>
                  <a:lnTo>
                    <a:pt x="2394" y="9394"/>
                  </a:lnTo>
                  <a:cubicBezTo>
                    <a:pt x="2394" y="9371"/>
                    <a:pt x="2418" y="9359"/>
                    <a:pt x="2441" y="9359"/>
                  </a:cubicBezTo>
                  <a:lnTo>
                    <a:pt x="3394" y="9359"/>
                  </a:lnTo>
                  <a:cubicBezTo>
                    <a:pt x="3489" y="9359"/>
                    <a:pt x="3549" y="9287"/>
                    <a:pt x="3549" y="9216"/>
                  </a:cubicBezTo>
                  <a:cubicBezTo>
                    <a:pt x="3549" y="9144"/>
                    <a:pt x="3477" y="9061"/>
                    <a:pt x="3394" y="9061"/>
                  </a:cubicBezTo>
                  <a:lnTo>
                    <a:pt x="3192" y="9061"/>
                  </a:lnTo>
                  <a:lnTo>
                    <a:pt x="3192" y="8882"/>
                  </a:lnTo>
                  <a:cubicBezTo>
                    <a:pt x="3192" y="8787"/>
                    <a:pt x="3275" y="8692"/>
                    <a:pt x="3382" y="8692"/>
                  </a:cubicBezTo>
                  <a:close/>
                  <a:moveTo>
                    <a:pt x="1715" y="0"/>
                  </a:moveTo>
                  <a:cubicBezTo>
                    <a:pt x="1548" y="0"/>
                    <a:pt x="1417" y="131"/>
                    <a:pt x="1417" y="298"/>
                  </a:cubicBezTo>
                  <a:lnTo>
                    <a:pt x="1417" y="703"/>
                  </a:lnTo>
                  <a:cubicBezTo>
                    <a:pt x="1417" y="870"/>
                    <a:pt x="1548" y="1001"/>
                    <a:pt x="1715" y="1001"/>
                  </a:cubicBezTo>
                  <a:lnTo>
                    <a:pt x="1751" y="1001"/>
                  </a:lnTo>
                  <a:lnTo>
                    <a:pt x="1751" y="1501"/>
                  </a:lnTo>
                  <a:cubicBezTo>
                    <a:pt x="1632" y="1501"/>
                    <a:pt x="1525" y="1441"/>
                    <a:pt x="1453" y="1334"/>
                  </a:cubicBezTo>
                  <a:lnTo>
                    <a:pt x="1334" y="1155"/>
                  </a:lnTo>
                  <a:cubicBezTo>
                    <a:pt x="1132" y="881"/>
                    <a:pt x="810" y="715"/>
                    <a:pt x="465" y="703"/>
                  </a:cubicBezTo>
                  <a:cubicBezTo>
                    <a:pt x="346" y="703"/>
                    <a:pt x="227" y="739"/>
                    <a:pt x="144" y="834"/>
                  </a:cubicBezTo>
                  <a:cubicBezTo>
                    <a:pt x="48" y="917"/>
                    <a:pt x="1" y="1036"/>
                    <a:pt x="1" y="1155"/>
                  </a:cubicBezTo>
                  <a:lnTo>
                    <a:pt x="1" y="1798"/>
                  </a:lnTo>
                  <a:cubicBezTo>
                    <a:pt x="1" y="3334"/>
                    <a:pt x="798" y="3656"/>
                    <a:pt x="1429" y="3918"/>
                  </a:cubicBezTo>
                  <a:cubicBezTo>
                    <a:pt x="1787" y="4060"/>
                    <a:pt x="2096" y="4180"/>
                    <a:pt x="2251" y="4489"/>
                  </a:cubicBezTo>
                  <a:cubicBezTo>
                    <a:pt x="2299" y="4584"/>
                    <a:pt x="2287" y="4656"/>
                    <a:pt x="2215" y="4715"/>
                  </a:cubicBezTo>
                  <a:cubicBezTo>
                    <a:pt x="2164" y="4767"/>
                    <a:pt x="2075" y="4806"/>
                    <a:pt x="1994" y="4806"/>
                  </a:cubicBezTo>
                  <a:cubicBezTo>
                    <a:pt x="1963" y="4806"/>
                    <a:pt x="1932" y="4800"/>
                    <a:pt x="1906" y="4787"/>
                  </a:cubicBezTo>
                  <a:cubicBezTo>
                    <a:pt x="1798" y="4751"/>
                    <a:pt x="1775" y="4608"/>
                    <a:pt x="1787" y="4489"/>
                  </a:cubicBezTo>
                  <a:cubicBezTo>
                    <a:pt x="1787" y="4406"/>
                    <a:pt x="1727" y="4334"/>
                    <a:pt x="1644" y="4334"/>
                  </a:cubicBezTo>
                  <a:cubicBezTo>
                    <a:pt x="1548" y="4334"/>
                    <a:pt x="1477" y="4394"/>
                    <a:pt x="1477" y="4477"/>
                  </a:cubicBezTo>
                  <a:cubicBezTo>
                    <a:pt x="1477" y="4608"/>
                    <a:pt x="1489" y="4942"/>
                    <a:pt x="1787" y="5072"/>
                  </a:cubicBezTo>
                  <a:cubicBezTo>
                    <a:pt x="1846" y="5108"/>
                    <a:pt x="1929" y="5120"/>
                    <a:pt x="2001" y="5120"/>
                  </a:cubicBezTo>
                  <a:cubicBezTo>
                    <a:pt x="2168" y="5120"/>
                    <a:pt x="2322" y="5061"/>
                    <a:pt x="2441" y="4930"/>
                  </a:cubicBezTo>
                  <a:cubicBezTo>
                    <a:pt x="2465" y="4906"/>
                    <a:pt x="2477" y="4894"/>
                    <a:pt x="2477" y="4882"/>
                  </a:cubicBezTo>
                  <a:cubicBezTo>
                    <a:pt x="2775" y="5346"/>
                    <a:pt x="3156" y="5763"/>
                    <a:pt x="3608" y="6096"/>
                  </a:cubicBezTo>
                  <a:lnTo>
                    <a:pt x="3632" y="6120"/>
                  </a:lnTo>
                  <a:cubicBezTo>
                    <a:pt x="3596" y="6180"/>
                    <a:pt x="3573" y="6251"/>
                    <a:pt x="3573" y="6323"/>
                  </a:cubicBezTo>
                  <a:lnTo>
                    <a:pt x="3573" y="6430"/>
                  </a:lnTo>
                  <a:cubicBezTo>
                    <a:pt x="3573" y="6620"/>
                    <a:pt x="3715" y="6775"/>
                    <a:pt x="3870" y="6835"/>
                  </a:cubicBezTo>
                  <a:lnTo>
                    <a:pt x="3870" y="8347"/>
                  </a:lnTo>
                  <a:lnTo>
                    <a:pt x="3394" y="8347"/>
                  </a:lnTo>
                  <a:cubicBezTo>
                    <a:pt x="3108" y="8347"/>
                    <a:pt x="2894" y="8573"/>
                    <a:pt x="2894" y="8859"/>
                  </a:cubicBezTo>
                  <a:lnTo>
                    <a:pt x="2894" y="9037"/>
                  </a:lnTo>
                  <a:lnTo>
                    <a:pt x="2453" y="9037"/>
                  </a:lnTo>
                  <a:cubicBezTo>
                    <a:pt x="2299" y="9037"/>
                    <a:pt x="2144" y="9156"/>
                    <a:pt x="2120" y="9311"/>
                  </a:cubicBezTo>
                  <a:lnTo>
                    <a:pt x="1965" y="10061"/>
                  </a:lnTo>
                  <a:cubicBezTo>
                    <a:pt x="1953" y="10168"/>
                    <a:pt x="1965" y="10264"/>
                    <a:pt x="2037" y="10347"/>
                  </a:cubicBezTo>
                  <a:cubicBezTo>
                    <a:pt x="2096" y="10418"/>
                    <a:pt x="2203" y="10466"/>
                    <a:pt x="2310" y="10466"/>
                  </a:cubicBezTo>
                  <a:lnTo>
                    <a:pt x="6370" y="10466"/>
                  </a:lnTo>
                  <a:cubicBezTo>
                    <a:pt x="6478" y="10466"/>
                    <a:pt x="6585" y="10418"/>
                    <a:pt x="6644" y="10347"/>
                  </a:cubicBezTo>
                  <a:cubicBezTo>
                    <a:pt x="6704" y="10264"/>
                    <a:pt x="6728" y="10168"/>
                    <a:pt x="6716" y="10061"/>
                  </a:cubicBezTo>
                  <a:lnTo>
                    <a:pt x="6561" y="9311"/>
                  </a:lnTo>
                  <a:cubicBezTo>
                    <a:pt x="6537" y="9156"/>
                    <a:pt x="6382" y="9037"/>
                    <a:pt x="6228" y="9037"/>
                  </a:cubicBezTo>
                  <a:lnTo>
                    <a:pt x="5787" y="9037"/>
                  </a:lnTo>
                  <a:lnTo>
                    <a:pt x="5787" y="8859"/>
                  </a:lnTo>
                  <a:cubicBezTo>
                    <a:pt x="5787" y="8573"/>
                    <a:pt x="5573" y="8347"/>
                    <a:pt x="5287" y="8347"/>
                  </a:cubicBezTo>
                  <a:lnTo>
                    <a:pt x="4811" y="8347"/>
                  </a:lnTo>
                  <a:lnTo>
                    <a:pt x="4811" y="6835"/>
                  </a:lnTo>
                  <a:cubicBezTo>
                    <a:pt x="4989" y="6787"/>
                    <a:pt x="5108" y="6620"/>
                    <a:pt x="5108" y="6430"/>
                  </a:cubicBezTo>
                  <a:lnTo>
                    <a:pt x="5108" y="6323"/>
                  </a:lnTo>
                  <a:cubicBezTo>
                    <a:pt x="5108" y="6251"/>
                    <a:pt x="5073" y="6180"/>
                    <a:pt x="5049" y="6120"/>
                  </a:cubicBezTo>
                  <a:lnTo>
                    <a:pt x="5073" y="6096"/>
                  </a:lnTo>
                  <a:cubicBezTo>
                    <a:pt x="5537" y="5763"/>
                    <a:pt x="5906" y="5358"/>
                    <a:pt x="6204" y="4882"/>
                  </a:cubicBezTo>
                  <a:cubicBezTo>
                    <a:pt x="6228" y="4894"/>
                    <a:pt x="6228" y="4906"/>
                    <a:pt x="6240" y="4930"/>
                  </a:cubicBezTo>
                  <a:cubicBezTo>
                    <a:pt x="6359" y="5049"/>
                    <a:pt x="6525" y="5120"/>
                    <a:pt x="6680" y="5120"/>
                  </a:cubicBezTo>
                  <a:cubicBezTo>
                    <a:pt x="6763" y="5120"/>
                    <a:pt x="6835" y="5108"/>
                    <a:pt x="6894" y="5072"/>
                  </a:cubicBezTo>
                  <a:cubicBezTo>
                    <a:pt x="7192" y="4942"/>
                    <a:pt x="7204" y="4608"/>
                    <a:pt x="7204" y="4477"/>
                  </a:cubicBezTo>
                  <a:cubicBezTo>
                    <a:pt x="7204" y="4394"/>
                    <a:pt x="7132" y="4334"/>
                    <a:pt x="7037" y="4334"/>
                  </a:cubicBezTo>
                  <a:cubicBezTo>
                    <a:pt x="6954" y="4334"/>
                    <a:pt x="6894" y="4406"/>
                    <a:pt x="6894" y="4489"/>
                  </a:cubicBezTo>
                  <a:cubicBezTo>
                    <a:pt x="6894" y="4596"/>
                    <a:pt x="6882" y="4727"/>
                    <a:pt x="6775" y="4787"/>
                  </a:cubicBezTo>
                  <a:cubicBezTo>
                    <a:pt x="6749" y="4800"/>
                    <a:pt x="6718" y="4806"/>
                    <a:pt x="6687" y="4806"/>
                  </a:cubicBezTo>
                  <a:cubicBezTo>
                    <a:pt x="6606" y="4806"/>
                    <a:pt x="6517" y="4767"/>
                    <a:pt x="6466" y="4715"/>
                  </a:cubicBezTo>
                  <a:cubicBezTo>
                    <a:pt x="6406" y="4656"/>
                    <a:pt x="6382" y="4584"/>
                    <a:pt x="6430" y="4489"/>
                  </a:cubicBezTo>
                  <a:cubicBezTo>
                    <a:pt x="6585" y="4191"/>
                    <a:pt x="6894" y="4060"/>
                    <a:pt x="7252" y="3918"/>
                  </a:cubicBezTo>
                  <a:cubicBezTo>
                    <a:pt x="7894" y="3656"/>
                    <a:pt x="8680" y="3334"/>
                    <a:pt x="8680" y="1798"/>
                  </a:cubicBezTo>
                  <a:lnTo>
                    <a:pt x="8680" y="1155"/>
                  </a:lnTo>
                  <a:cubicBezTo>
                    <a:pt x="8692" y="1048"/>
                    <a:pt x="8633" y="941"/>
                    <a:pt x="8561" y="846"/>
                  </a:cubicBezTo>
                  <a:cubicBezTo>
                    <a:pt x="8478" y="762"/>
                    <a:pt x="8347" y="715"/>
                    <a:pt x="8240" y="715"/>
                  </a:cubicBezTo>
                  <a:cubicBezTo>
                    <a:pt x="7894" y="715"/>
                    <a:pt x="7561" y="881"/>
                    <a:pt x="7371" y="1179"/>
                  </a:cubicBezTo>
                  <a:lnTo>
                    <a:pt x="7252" y="1358"/>
                  </a:lnTo>
                  <a:cubicBezTo>
                    <a:pt x="7180" y="1465"/>
                    <a:pt x="7073" y="1524"/>
                    <a:pt x="6954" y="1524"/>
                  </a:cubicBezTo>
                  <a:lnTo>
                    <a:pt x="6954" y="1012"/>
                  </a:lnTo>
                  <a:lnTo>
                    <a:pt x="6990" y="1012"/>
                  </a:lnTo>
                  <a:cubicBezTo>
                    <a:pt x="7144" y="1012"/>
                    <a:pt x="7287" y="881"/>
                    <a:pt x="7287" y="715"/>
                  </a:cubicBezTo>
                  <a:lnTo>
                    <a:pt x="7287" y="298"/>
                  </a:lnTo>
                  <a:cubicBezTo>
                    <a:pt x="7287" y="131"/>
                    <a:pt x="7144" y="0"/>
                    <a:pt x="6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2" name="Google Shape;13162;p68"/>
            <p:cNvSpPr/>
            <p:nvPr/>
          </p:nvSpPr>
          <p:spPr>
            <a:xfrm>
              <a:off x="7670981" y="2041871"/>
              <a:ext cx="87182" cy="83076"/>
            </a:xfrm>
            <a:custGeom>
              <a:avLst/>
              <a:gdLst/>
              <a:ahLst/>
              <a:cxnLst/>
              <a:rect l="l" t="t" r="r" b="b"/>
              <a:pathLst>
                <a:path w="2739" h="2610" extrusionOk="0">
                  <a:moveTo>
                    <a:pt x="1334" y="476"/>
                  </a:moveTo>
                  <a:lnTo>
                    <a:pt x="1572" y="953"/>
                  </a:lnTo>
                  <a:cubicBezTo>
                    <a:pt x="1608" y="1012"/>
                    <a:pt x="1655" y="1036"/>
                    <a:pt x="1715" y="1048"/>
                  </a:cubicBezTo>
                  <a:lnTo>
                    <a:pt x="2251" y="1131"/>
                  </a:lnTo>
                  <a:lnTo>
                    <a:pt x="1893" y="1500"/>
                  </a:lnTo>
                  <a:cubicBezTo>
                    <a:pt x="1846" y="1548"/>
                    <a:pt x="1834" y="1607"/>
                    <a:pt x="1834" y="1667"/>
                  </a:cubicBezTo>
                  <a:lnTo>
                    <a:pt x="1917" y="2203"/>
                  </a:lnTo>
                  <a:lnTo>
                    <a:pt x="1441" y="1941"/>
                  </a:lnTo>
                  <a:cubicBezTo>
                    <a:pt x="1417" y="1929"/>
                    <a:pt x="1381" y="1929"/>
                    <a:pt x="1358" y="1929"/>
                  </a:cubicBezTo>
                  <a:cubicBezTo>
                    <a:pt x="1322" y="1929"/>
                    <a:pt x="1298" y="1929"/>
                    <a:pt x="1262" y="1941"/>
                  </a:cubicBezTo>
                  <a:lnTo>
                    <a:pt x="786" y="2203"/>
                  </a:lnTo>
                  <a:lnTo>
                    <a:pt x="786" y="2203"/>
                  </a:lnTo>
                  <a:lnTo>
                    <a:pt x="881" y="1667"/>
                  </a:lnTo>
                  <a:cubicBezTo>
                    <a:pt x="893" y="1607"/>
                    <a:pt x="869" y="1548"/>
                    <a:pt x="822" y="1500"/>
                  </a:cubicBezTo>
                  <a:lnTo>
                    <a:pt x="429" y="1131"/>
                  </a:lnTo>
                  <a:lnTo>
                    <a:pt x="965" y="1048"/>
                  </a:lnTo>
                  <a:cubicBezTo>
                    <a:pt x="1024" y="1036"/>
                    <a:pt x="1084" y="1012"/>
                    <a:pt x="1108" y="953"/>
                  </a:cubicBezTo>
                  <a:lnTo>
                    <a:pt x="1334" y="476"/>
                  </a:lnTo>
                  <a:close/>
                  <a:moveTo>
                    <a:pt x="1370" y="0"/>
                  </a:moveTo>
                  <a:cubicBezTo>
                    <a:pt x="1298" y="0"/>
                    <a:pt x="1239" y="36"/>
                    <a:pt x="1203" y="95"/>
                  </a:cubicBezTo>
                  <a:lnTo>
                    <a:pt x="881" y="750"/>
                  </a:lnTo>
                  <a:lnTo>
                    <a:pt x="167" y="857"/>
                  </a:lnTo>
                  <a:cubicBezTo>
                    <a:pt x="96" y="869"/>
                    <a:pt x="36" y="917"/>
                    <a:pt x="12" y="976"/>
                  </a:cubicBezTo>
                  <a:cubicBezTo>
                    <a:pt x="0" y="1048"/>
                    <a:pt x="12" y="1107"/>
                    <a:pt x="60" y="1167"/>
                  </a:cubicBezTo>
                  <a:lnTo>
                    <a:pt x="584" y="1679"/>
                  </a:lnTo>
                  <a:lnTo>
                    <a:pt x="465" y="2393"/>
                  </a:lnTo>
                  <a:cubicBezTo>
                    <a:pt x="453" y="2465"/>
                    <a:pt x="477" y="2524"/>
                    <a:pt x="536" y="2572"/>
                  </a:cubicBezTo>
                  <a:cubicBezTo>
                    <a:pt x="568" y="2597"/>
                    <a:pt x="603" y="2609"/>
                    <a:pt x="638" y="2609"/>
                  </a:cubicBezTo>
                  <a:cubicBezTo>
                    <a:pt x="669" y="2609"/>
                    <a:pt x="699" y="2600"/>
                    <a:pt x="727" y="2584"/>
                  </a:cubicBezTo>
                  <a:lnTo>
                    <a:pt x="1370" y="2238"/>
                  </a:lnTo>
                  <a:lnTo>
                    <a:pt x="2012" y="2584"/>
                  </a:lnTo>
                  <a:cubicBezTo>
                    <a:pt x="2036" y="2596"/>
                    <a:pt x="2072" y="2596"/>
                    <a:pt x="2096" y="2596"/>
                  </a:cubicBezTo>
                  <a:cubicBezTo>
                    <a:pt x="2143" y="2596"/>
                    <a:pt x="2179" y="2584"/>
                    <a:pt x="2203" y="2572"/>
                  </a:cubicBezTo>
                  <a:cubicBezTo>
                    <a:pt x="2262" y="2524"/>
                    <a:pt x="2298" y="2465"/>
                    <a:pt x="2274" y="2393"/>
                  </a:cubicBezTo>
                  <a:lnTo>
                    <a:pt x="2155" y="1679"/>
                  </a:lnTo>
                  <a:lnTo>
                    <a:pt x="2679" y="1167"/>
                  </a:lnTo>
                  <a:cubicBezTo>
                    <a:pt x="2727" y="1107"/>
                    <a:pt x="2739" y="1048"/>
                    <a:pt x="2727" y="976"/>
                  </a:cubicBezTo>
                  <a:cubicBezTo>
                    <a:pt x="2715" y="905"/>
                    <a:pt x="2655" y="857"/>
                    <a:pt x="2572" y="857"/>
                  </a:cubicBezTo>
                  <a:lnTo>
                    <a:pt x="1858" y="750"/>
                  </a:lnTo>
                  <a:lnTo>
                    <a:pt x="1536" y="95"/>
                  </a:lnTo>
                  <a:cubicBezTo>
                    <a:pt x="1500" y="36"/>
                    <a:pt x="144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3" name="Google Shape;13163;p68"/>
          <p:cNvGrpSpPr/>
          <p:nvPr/>
        </p:nvGrpSpPr>
        <p:grpSpPr>
          <a:xfrm>
            <a:off x="853568" y="2051738"/>
            <a:ext cx="337334" cy="353599"/>
            <a:chOff x="853568" y="1975538"/>
            <a:chExt cx="337334" cy="353599"/>
          </a:xfrm>
        </p:grpSpPr>
        <p:sp>
          <p:nvSpPr>
            <p:cNvPr id="13164" name="Google Shape;13164;p68"/>
            <p:cNvSpPr/>
            <p:nvPr/>
          </p:nvSpPr>
          <p:spPr>
            <a:xfrm>
              <a:off x="853568" y="1975538"/>
              <a:ext cx="337334" cy="353599"/>
            </a:xfrm>
            <a:custGeom>
              <a:avLst/>
              <a:gdLst/>
              <a:ahLst/>
              <a:cxnLst/>
              <a:rect l="l" t="t" r="r" b="b"/>
              <a:pathLst>
                <a:path w="10598" h="11109" extrusionOk="0">
                  <a:moveTo>
                    <a:pt x="8180" y="322"/>
                  </a:moveTo>
                  <a:lnTo>
                    <a:pt x="5823" y="3596"/>
                  </a:lnTo>
                  <a:lnTo>
                    <a:pt x="5501" y="3132"/>
                  </a:lnTo>
                  <a:lnTo>
                    <a:pt x="7502" y="322"/>
                  </a:lnTo>
                  <a:close/>
                  <a:moveTo>
                    <a:pt x="9252" y="322"/>
                  </a:moveTo>
                  <a:lnTo>
                    <a:pt x="6371" y="4346"/>
                  </a:lnTo>
                  <a:lnTo>
                    <a:pt x="6049" y="3882"/>
                  </a:lnTo>
                  <a:lnTo>
                    <a:pt x="8597" y="322"/>
                  </a:lnTo>
                  <a:close/>
                  <a:moveTo>
                    <a:pt x="2072" y="322"/>
                  </a:moveTo>
                  <a:lnTo>
                    <a:pt x="4966" y="4358"/>
                  </a:lnTo>
                  <a:cubicBezTo>
                    <a:pt x="4906" y="4382"/>
                    <a:pt x="4859" y="4430"/>
                    <a:pt x="4811" y="4477"/>
                  </a:cubicBezTo>
                  <a:cubicBezTo>
                    <a:pt x="4750" y="4538"/>
                    <a:pt x="4652" y="4579"/>
                    <a:pt x="4557" y="4579"/>
                  </a:cubicBezTo>
                  <a:cubicBezTo>
                    <a:pt x="4521" y="4579"/>
                    <a:pt x="4486" y="4574"/>
                    <a:pt x="4454" y="4561"/>
                  </a:cubicBezTo>
                  <a:lnTo>
                    <a:pt x="1418" y="322"/>
                  </a:lnTo>
                  <a:close/>
                  <a:moveTo>
                    <a:pt x="3084" y="322"/>
                  </a:moveTo>
                  <a:lnTo>
                    <a:pt x="6121" y="4584"/>
                  </a:lnTo>
                  <a:cubicBezTo>
                    <a:pt x="6100" y="4589"/>
                    <a:pt x="6079" y="4591"/>
                    <a:pt x="6057" y="4591"/>
                  </a:cubicBezTo>
                  <a:cubicBezTo>
                    <a:pt x="5957" y="4591"/>
                    <a:pt x="5854" y="4546"/>
                    <a:pt x="5775" y="4477"/>
                  </a:cubicBezTo>
                  <a:cubicBezTo>
                    <a:pt x="5644" y="4346"/>
                    <a:pt x="5466" y="4287"/>
                    <a:pt x="5287" y="4287"/>
                  </a:cubicBezTo>
                  <a:lnTo>
                    <a:pt x="2453" y="334"/>
                  </a:lnTo>
                  <a:lnTo>
                    <a:pt x="3084" y="334"/>
                  </a:lnTo>
                  <a:lnTo>
                    <a:pt x="3084" y="322"/>
                  </a:lnTo>
                  <a:close/>
                  <a:moveTo>
                    <a:pt x="1013" y="322"/>
                  </a:moveTo>
                  <a:lnTo>
                    <a:pt x="4025" y="4537"/>
                  </a:lnTo>
                  <a:cubicBezTo>
                    <a:pt x="3858" y="4584"/>
                    <a:pt x="3716" y="4668"/>
                    <a:pt x="3608" y="4823"/>
                  </a:cubicBezTo>
                  <a:lnTo>
                    <a:pt x="394" y="322"/>
                  </a:lnTo>
                  <a:close/>
                  <a:moveTo>
                    <a:pt x="10216" y="322"/>
                  </a:moveTo>
                  <a:lnTo>
                    <a:pt x="7002" y="4823"/>
                  </a:lnTo>
                  <a:cubicBezTo>
                    <a:pt x="6906" y="4680"/>
                    <a:pt x="6775" y="4596"/>
                    <a:pt x="6633" y="4549"/>
                  </a:cubicBezTo>
                  <a:lnTo>
                    <a:pt x="9645" y="322"/>
                  </a:lnTo>
                  <a:close/>
                  <a:moveTo>
                    <a:pt x="5268" y="4599"/>
                  </a:moveTo>
                  <a:cubicBezTo>
                    <a:pt x="5362" y="4599"/>
                    <a:pt x="5454" y="4638"/>
                    <a:pt x="5525" y="4715"/>
                  </a:cubicBezTo>
                  <a:cubicBezTo>
                    <a:pt x="5652" y="4842"/>
                    <a:pt x="5822" y="4911"/>
                    <a:pt x="5994" y="4911"/>
                  </a:cubicBezTo>
                  <a:cubicBezTo>
                    <a:pt x="6081" y="4911"/>
                    <a:pt x="6168" y="4894"/>
                    <a:pt x="6252" y="4858"/>
                  </a:cubicBezTo>
                  <a:cubicBezTo>
                    <a:pt x="6295" y="4843"/>
                    <a:pt x="6338" y="4836"/>
                    <a:pt x="6380" y="4836"/>
                  </a:cubicBezTo>
                  <a:cubicBezTo>
                    <a:pt x="6534" y="4836"/>
                    <a:pt x="6672" y="4932"/>
                    <a:pt x="6728" y="5073"/>
                  </a:cubicBezTo>
                  <a:cubicBezTo>
                    <a:pt x="6728" y="5084"/>
                    <a:pt x="6752" y="5096"/>
                    <a:pt x="6752" y="5120"/>
                  </a:cubicBezTo>
                  <a:cubicBezTo>
                    <a:pt x="6823" y="5311"/>
                    <a:pt x="6954" y="5382"/>
                    <a:pt x="6954" y="5382"/>
                  </a:cubicBezTo>
                  <a:cubicBezTo>
                    <a:pt x="7109" y="5454"/>
                    <a:pt x="7240" y="5513"/>
                    <a:pt x="7371" y="5513"/>
                  </a:cubicBezTo>
                  <a:cubicBezTo>
                    <a:pt x="7561" y="5537"/>
                    <a:pt x="7728" y="5692"/>
                    <a:pt x="7716" y="5906"/>
                  </a:cubicBezTo>
                  <a:cubicBezTo>
                    <a:pt x="7704" y="6168"/>
                    <a:pt x="7847" y="6430"/>
                    <a:pt x="8085" y="6561"/>
                  </a:cubicBezTo>
                  <a:cubicBezTo>
                    <a:pt x="8264" y="6644"/>
                    <a:pt x="8335" y="6870"/>
                    <a:pt x="8252" y="7049"/>
                  </a:cubicBezTo>
                  <a:cubicBezTo>
                    <a:pt x="8133" y="7287"/>
                    <a:pt x="8157" y="7585"/>
                    <a:pt x="8323" y="7799"/>
                  </a:cubicBezTo>
                  <a:cubicBezTo>
                    <a:pt x="8442" y="7954"/>
                    <a:pt x="8430" y="8180"/>
                    <a:pt x="8264" y="8311"/>
                  </a:cubicBezTo>
                  <a:cubicBezTo>
                    <a:pt x="8061" y="8490"/>
                    <a:pt x="7966" y="8763"/>
                    <a:pt x="8026" y="9025"/>
                  </a:cubicBezTo>
                  <a:cubicBezTo>
                    <a:pt x="8073" y="9228"/>
                    <a:pt x="7966" y="9430"/>
                    <a:pt x="7776" y="9478"/>
                  </a:cubicBezTo>
                  <a:cubicBezTo>
                    <a:pt x="7502" y="9549"/>
                    <a:pt x="7311" y="9775"/>
                    <a:pt x="7264" y="10026"/>
                  </a:cubicBezTo>
                  <a:cubicBezTo>
                    <a:pt x="7242" y="10196"/>
                    <a:pt x="7087" y="10329"/>
                    <a:pt x="6909" y="10329"/>
                  </a:cubicBezTo>
                  <a:cubicBezTo>
                    <a:pt x="6889" y="10329"/>
                    <a:pt x="6868" y="10327"/>
                    <a:pt x="6847" y="10323"/>
                  </a:cubicBezTo>
                  <a:cubicBezTo>
                    <a:pt x="6809" y="10316"/>
                    <a:pt x="6770" y="10313"/>
                    <a:pt x="6732" y="10313"/>
                  </a:cubicBezTo>
                  <a:cubicBezTo>
                    <a:pt x="6508" y="10313"/>
                    <a:pt x="6290" y="10429"/>
                    <a:pt x="6168" y="10633"/>
                  </a:cubicBezTo>
                  <a:cubicBezTo>
                    <a:pt x="6100" y="10740"/>
                    <a:pt x="5977" y="10802"/>
                    <a:pt x="5854" y="10802"/>
                  </a:cubicBezTo>
                  <a:cubicBezTo>
                    <a:pt x="5785" y="10802"/>
                    <a:pt x="5716" y="10783"/>
                    <a:pt x="5656" y="10740"/>
                  </a:cubicBezTo>
                  <a:cubicBezTo>
                    <a:pt x="5537" y="10668"/>
                    <a:pt x="5418" y="10633"/>
                    <a:pt x="5287" y="10633"/>
                  </a:cubicBezTo>
                  <a:cubicBezTo>
                    <a:pt x="5156" y="10633"/>
                    <a:pt x="5025" y="10668"/>
                    <a:pt x="4918" y="10740"/>
                  </a:cubicBezTo>
                  <a:cubicBezTo>
                    <a:pt x="4858" y="10779"/>
                    <a:pt x="4788" y="10797"/>
                    <a:pt x="4719" y="10797"/>
                  </a:cubicBezTo>
                  <a:cubicBezTo>
                    <a:pt x="4596" y="10797"/>
                    <a:pt x="4475" y="10739"/>
                    <a:pt x="4406" y="10633"/>
                  </a:cubicBezTo>
                  <a:cubicBezTo>
                    <a:pt x="4275" y="10437"/>
                    <a:pt x="4035" y="10320"/>
                    <a:pt x="3794" y="10320"/>
                  </a:cubicBezTo>
                  <a:cubicBezTo>
                    <a:pt x="3772" y="10320"/>
                    <a:pt x="3750" y="10321"/>
                    <a:pt x="3727" y="10323"/>
                  </a:cubicBezTo>
                  <a:cubicBezTo>
                    <a:pt x="3708" y="10327"/>
                    <a:pt x="3688" y="10329"/>
                    <a:pt x="3668" y="10329"/>
                  </a:cubicBezTo>
                  <a:cubicBezTo>
                    <a:pt x="3497" y="10329"/>
                    <a:pt x="3332" y="10196"/>
                    <a:pt x="3311" y="10026"/>
                  </a:cubicBezTo>
                  <a:cubicBezTo>
                    <a:pt x="3263" y="9764"/>
                    <a:pt x="3073" y="9537"/>
                    <a:pt x="2799" y="9478"/>
                  </a:cubicBezTo>
                  <a:cubicBezTo>
                    <a:pt x="2608" y="9418"/>
                    <a:pt x="2489" y="9228"/>
                    <a:pt x="2549" y="9025"/>
                  </a:cubicBezTo>
                  <a:cubicBezTo>
                    <a:pt x="2620" y="8763"/>
                    <a:pt x="2537" y="8490"/>
                    <a:pt x="2311" y="8311"/>
                  </a:cubicBezTo>
                  <a:cubicBezTo>
                    <a:pt x="2168" y="8180"/>
                    <a:pt x="2132" y="7954"/>
                    <a:pt x="2251" y="7799"/>
                  </a:cubicBezTo>
                  <a:cubicBezTo>
                    <a:pt x="2418" y="7585"/>
                    <a:pt x="2442" y="7287"/>
                    <a:pt x="2322" y="7049"/>
                  </a:cubicBezTo>
                  <a:cubicBezTo>
                    <a:pt x="2239" y="6870"/>
                    <a:pt x="2311" y="6644"/>
                    <a:pt x="2489" y="6561"/>
                  </a:cubicBezTo>
                  <a:cubicBezTo>
                    <a:pt x="2727" y="6442"/>
                    <a:pt x="2882" y="6192"/>
                    <a:pt x="2858" y="5906"/>
                  </a:cubicBezTo>
                  <a:cubicBezTo>
                    <a:pt x="2846" y="5715"/>
                    <a:pt x="3013" y="5537"/>
                    <a:pt x="3204" y="5513"/>
                  </a:cubicBezTo>
                  <a:cubicBezTo>
                    <a:pt x="3418" y="5501"/>
                    <a:pt x="3608" y="5394"/>
                    <a:pt x="3727" y="5215"/>
                  </a:cubicBezTo>
                  <a:lnTo>
                    <a:pt x="3727" y="5204"/>
                  </a:lnTo>
                  <a:cubicBezTo>
                    <a:pt x="3751" y="5156"/>
                    <a:pt x="3787" y="5120"/>
                    <a:pt x="3799" y="5073"/>
                  </a:cubicBezTo>
                  <a:cubicBezTo>
                    <a:pt x="3854" y="4925"/>
                    <a:pt x="3995" y="4835"/>
                    <a:pt x="4145" y="4835"/>
                  </a:cubicBezTo>
                  <a:cubicBezTo>
                    <a:pt x="4188" y="4835"/>
                    <a:pt x="4232" y="4842"/>
                    <a:pt x="4275" y="4858"/>
                  </a:cubicBezTo>
                  <a:cubicBezTo>
                    <a:pt x="4355" y="4889"/>
                    <a:pt x="4438" y="4903"/>
                    <a:pt x="4521" y="4903"/>
                  </a:cubicBezTo>
                  <a:cubicBezTo>
                    <a:pt x="4698" y="4903"/>
                    <a:pt x="4872" y="4837"/>
                    <a:pt x="5001" y="4715"/>
                  </a:cubicBezTo>
                  <a:cubicBezTo>
                    <a:pt x="5079" y="4638"/>
                    <a:pt x="5174" y="4599"/>
                    <a:pt x="5268" y="4599"/>
                  </a:cubicBezTo>
                  <a:close/>
                  <a:moveTo>
                    <a:pt x="298" y="0"/>
                  </a:moveTo>
                  <a:cubicBezTo>
                    <a:pt x="203" y="0"/>
                    <a:pt x="108" y="60"/>
                    <a:pt x="48" y="143"/>
                  </a:cubicBezTo>
                  <a:cubicBezTo>
                    <a:pt x="1" y="239"/>
                    <a:pt x="1" y="358"/>
                    <a:pt x="60" y="429"/>
                  </a:cubicBezTo>
                  <a:lnTo>
                    <a:pt x="3418" y="5096"/>
                  </a:lnTo>
                  <a:cubicBezTo>
                    <a:pt x="3358" y="5144"/>
                    <a:pt x="3275" y="5168"/>
                    <a:pt x="3204" y="5168"/>
                  </a:cubicBezTo>
                  <a:cubicBezTo>
                    <a:pt x="2834" y="5192"/>
                    <a:pt x="2537" y="5513"/>
                    <a:pt x="2549" y="5906"/>
                  </a:cubicBezTo>
                  <a:cubicBezTo>
                    <a:pt x="2549" y="6049"/>
                    <a:pt x="2477" y="6180"/>
                    <a:pt x="2358" y="6239"/>
                  </a:cubicBezTo>
                  <a:cubicBezTo>
                    <a:pt x="2013" y="6418"/>
                    <a:pt x="1882" y="6835"/>
                    <a:pt x="2061" y="7168"/>
                  </a:cubicBezTo>
                  <a:cubicBezTo>
                    <a:pt x="2120" y="7299"/>
                    <a:pt x="2108" y="7454"/>
                    <a:pt x="2013" y="7573"/>
                  </a:cubicBezTo>
                  <a:cubicBezTo>
                    <a:pt x="1775" y="7871"/>
                    <a:pt x="1822" y="8299"/>
                    <a:pt x="2120" y="8537"/>
                  </a:cubicBezTo>
                  <a:cubicBezTo>
                    <a:pt x="2215" y="8621"/>
                    <a:pt x="2275" y="8775"/>
                    <a:pt x="2239" y="8906"/>
                  </a:cubicBezTo>
                  <a:cubicBezTo>
                    <a:pt x="2132" y="9275"/>
                    <a:pt x="2358" y="9656"/>
                    <a:pt x="2727" y="9752"/>
                  </a:cubicBezTo>
                  <a:cubicBezTo>
                    <a:pt x="2858" y="9799"/>
                    <a:pt x="2965" y="9906"/>
                    <a:pt x="3001" y="10049"/>
                  </a:cubicBezTo>
                  <a:cubicBezTo>
                    <a:pt x="3056" y="10399"/>
                    <a:pt x="3361" y="10639"/>
                    <a:pt x="3697" y="10639"/>
                  </a:cubicBezTo>
                  <a:cubicBezTo>
                    <a:pt x="3727" y="10639"/>
                    <a:pt x="3757" y="10637"/>
                    <a:pt x="3787" y="10633"/>
                  </a:cubicBezTo>
                  <a:cubicBezTo>
                    <a:pt x="3799" y="10632"/>
                    <a:pt x="3811" y="10631"/>
                    <a:pt x="3823" y="10631"/>
                  </a:cubicBezTo>
                  <a:cubicBezTo>
                    <a:pt x="3953" y="10631"/>
                    <a:pt x="4079" y="10690"/>
                    <a:pt x="4144" y="10799"/>
                  </a:cubicBezTo>
                  <a:cubicBezTo>
                    <a:pt x="4274" y="10998"/>
                    <a:pt x="4502" y="11109"/>
                    <a:pt x="4731" y="11109"/>
                  </a:cubicBezTo>
                  <a:cubicBezTo>
                    <a:pt x="4858" y="11109"/>
                    <a:pt x="4986" y="11074"/>
                    <a:pt x="5097" y="11002"/>
                  </a:cubicBezTo>
                  <a:cubicBezTo>
                    <a:pt x="5156" y="10966"/>
                    <a:pt x="5228" y="10948"/>
                    <a:pt x="5299" y="10948"/>
                  </a:cubicBezTo>
                  <a:cubicBezTo>
                    <a:pt x="5370" y="10948"/>
                    <a:pt x="5442" y="10966"/>
                    <a:pt x="5501" y="11002"/>
                  </a:cubicBezTo>
                  <a:cubicBezTo>
                    <a:pt x="5621" y="11085"/>
                    <a:pt x="5740" y="11109"/>
                    <a:pt x="5871" y="11109"/>
                  </a:cubicBezTo>
                  <a:cubicBezTo>
                    <a:pt x="6097" y="11109"/>
                    <a:pt x="6311" y="11002"/>
                    <a:pt x="6454" y="10799"/>
                  </a:cubicBezTo>
                  <a:cubicBezTo>
                    <a:pt x="6519" y="10690"/>
                    <a:pt x="6645" y="10631"/>
                    <a:pt x="6775" y="10631"/>
                  </a:cubicBezTo>
                  <a:cubicBezTo>
                    <a:pt x="6787" y="10631"/>
                    <a:pt x="6799" y="10632"/>
                    <a:pt x="6811" y="10633"/>
                  </a:cubicBezTo>
                  <a:cubicBezTo>
                    <a:pt x="6848" y="10639"/>
                    <a:pt x="6884" y="10641"/>
                    <a:pt x="6920" y="10641"/>
                  </a:cubicBezTo>
                  <a:cubicBezTo>
                    <a:pt x="7248" y="10641"/>
                    <a:pt x="7543" y="10403"/>
                    <a:pt x="7597" y="10049"/>
                  </a:cubicBezTo>
                  <a:cubicBezTo>
                    <a:pt x="7621" y="9906"/>
                    <a:pt x="7728" y="9799"/>
                    <a:pt x="7859" y="9752"/>
                  </a:cubicBezTo>
                  <a:cubicBezTo>
                    <a:pt x="8240" y="9656"/>
                    <a:pt x="8442" y="9275"/>
                    <a:pt x="8359" y="8906"/>
                  </a:cubicBezTo>
                  <a:cubicBezTo>
                    <a:pt x="8323" y="8775"/>
                    <a:pt x="8371" y="8621"/>
                    <a:pt x="8478" y="8537"/>
                  </a:cubicBezTo>
                  <a:cubicBezTo>
                    <a:pt x="8776" y="8299"/>
                    <a:pt x="8811" y="7871"/>
                    <a:pt x="8573" y="7573"/>
                  </a:cubicBezTo>
                  <a:cubicBezTo>
                    <a:pt x="8490" y="7454"/>
                    <a:pt x="8478" y="7299"/>
                    <a:pt x="8538" y="7168"/>
                  </a:cubicBezTo>
                  <a:cubicBezTo>
                    <a:pt x="8692" y="6823"/>
                    <a:pt x="8561" y="6406"/>
                    <a:pt x="8240" y="6239"/>
                  </a:cubicBezTo>
                  <a:cubicBezTo>
                    <a:pt x="8097" y="6180"/>
                    <a:pt x="8026" y="6037"/>
                    <a:pt x="8037" y="5906"/>
                  </a:cubicBezTo>
                  <a:cubicBezTo>
                    <a:pt x="8061" y="5525"/>
                    <a:pt x="7776" y="5204"/>
                    <a:pt x="7383" y="5168"/>
                  </a:cubicBezTo>
                  <a:cubicBezTo>
                    <a:pt x="7311" y="5168"/>
                    <a:pt x="7240" y="5144"/>
                    <a:pt x="7180" y="5096"/>
                  </a:cubicBezTo>
                  <a:lnTo>
                    <a:pt x="10526" y="429"/>
                  </a:lnTo>
                  <a:cubicBezTo>
                    <a:pt x="10585" y="358"/>
                    <a:pt x="10597" y="251"/>
                    <a:pt x="10538" y="143"/>
                  </a:cubicBezTo>
                  <a:cubicBezTo>
                    <a:pt x="10490" y="60"/>
                    <a:pt x="10395" y="0"/>
                    <a:pt x="10288" y="0"/>
                  </a:cubicBezTo>
                  <a:lnTo>
                    <a:pt x="7478" y="0"/>
                  </a:lnTo>
                  <a:cubicBezTo>
                    <a:pt x="7383" y="0"/>
                    <a:pt x="7299" y="36"/>
                    <a:pt x="7252" y="120"/>
                  </a:cubicBezTo>
                  <a:lnTo>
                    <a:pt x="5287" y="2858"/>
                  </a:lnTo>
                  <a:lnTo>
                    <a:pt x="3335" y="120"/>
                  </a:lnTo>
                  <a:cubicBezTo>
                    <a:pt x="3299" y="36"/>
                    <a:pt x="3204" y="0"/>
                    <a:pt x="3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68"/>
            <p:cNvSpPr/>
            <p:nvPr/>
          </p:nvSpPr>
          <p:spPr>
            <a:xfrm>
              <a:off x="938458" y="2136979"/>
              <a:ext cx="166789" cy="76742"/>
            </a:xfrm>
            <a:custGeom>
              <a:avLst/>
              <a:gdLst/>
              <a:ahLst/>
              <a:cxnLst/>
              <a:rect l="l" t="t" r="r" b="b"/>
              <a:pathLst>
                <a:path w="5240" h="2411" extrusionOk="0">
                  <a:moveTo>
                    <a:pt x="2620" y="1"/>
                  </a:moveTo>
                  <a:cubicBezTo>
                    <a:pt x="2001" y="1"/>
                    <a:pt x="1370" y="227"/>
                    <a:pt x="894" y="643"/>
                  </a:cubicBezTo>
                  <a:cubicBezTo>
                    <a:pt x="417" y="1036"/>
                    <a:pt x="108" y="1608"/>
                    <a:pt x="13" y="2227"/>
                  </a:cubicBezTo>
                  <a:cubicBezTo>
                    <a:pt x="1" y="2322"/>
                    <a:pt x="60" y="2406"/>
                    <a:pt x="156" y="2406"/>
                  </a:cubicBezTo>
                  <a:lnTo>
                    <a:pt x="179" y="2406"/>
                  </a:lnTo>
                  <a:cubicBezTo>
                    <a:pt x="251" y="2406"/>
                    <a:pt x="334" y="2346"/>
                    <a:pt x="346" y="2275"/>
                  </a:cubicBezTo>
                  <a:cubicBezTo>
                    <a:pt x="429" y="1739"/>
                    <a:pt x="703" y="1251"/>
                    <a:pt x="1120" y="894"/>
                  </a:cubicBezTo>
                  <a:cubicBezTo>
                    <a:pt x="1537" y="536"/>
                    <a:pt x="2072" y="322"/>
                    <a:pt x="2620" y="322"/>
                  </a:cubicBezTo>
                  <a:cubicBezTo>
                    <a:pt x="3168" y="322"/>
                    <a:pt x="3704" y="524"/>
                    <a:pt x="4120" y="894"/>
                  </a:cubicBezTo>
                  <a:cubicBezTo>
                    <a:pt x="4537" y="1251"/>
                    <a:pt x="4811" y="1739"/>
                    <a:pt x="4894" y="2275"/>
                  </a:cubicBezTo>
                  <a:cubicBezTo>
                    <a:pt x="4904" y="2356"/>
                    <a:pt x="4975" y="2411"/>
                    <a:pt x="5040" y="2411"/>
                  </a:cubicBezTo>
                  <a:cubicBezTo>
                    <a:pt x="5051" y="2411"/>
                    <a:pt x="5062" y="2409"/>
                    <a:pt x="5073" y="2406"/>
                  </a:cubicBezTo>
                  <a:cubicBezTo>
                    <a:pt x="5180" y="2394"/>
                    <a:pt x="5240" y="2322"/>
                    <a:pt x="5228" y="2227"/>
                  </a:cubicBezTo>
                  <a:cubicBezTo>
                    <a:pt x="5132" y="1620"/>
                    <a:pt x="4823" y="1060"/>
                    <a:pt x="4347" y="643"/>
                  </a:cubicBezTo>
                  <a:cubicBezTo>
                    <a:pt x="3870" y="227"/>
                    <a:pt x="326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68"/>
            <p:cNvSpPr/>
            <p:nvPr/>
          </p:nvSpPr>
          <p:spPr>
            <a:xfrm>
              <a:off x="938840" y="2227377"/>
              <a:ext cx="166407" cy="76774"/>
            </a:xfrm>
            <a:custGeom>
              <a:avLst/>
              <a:gdLst/>
              <a:ahLst/>
              <a:cxnLst/>
              <a:rect l="l" t="t" r="r" b="b"/>
              <a:pathLst>
                <a:path w="5228" h="2412" extrusionOk="0">
                  <a:moveTo>
                    <a:pt x="193" y="1"/>
                  </a:moveTo>
                  <a:cubicBezTo>
                    <a:pt x="181" y="1"/>
                    <a:pt x="168" y="3"/>
                    <a:pt x="155" y="6"/>
                  </a:cubicBezTo>
                  <a:cubicBezTo>
                    <a:pt x="60" y="18"/>
                    <a:pt x="1" y="101"/>
                    <a:pt x="24" y="197"/>
                  </a:cubicBezTo>
                  <a:cubicBezTo>
                    <a:pt x="108" y="804"/>
                    <a:pt x="417" y="1375"/>
                    <a:pt x="894" y="1768"/>
                  </a:cubicBezTo>
                  <a:cubicBezTo>
                    <a:pt x="1370" y="2185"/>
                    <a:pt x="1989" y="2411"/>
                    <a:pt x="2608" y="2411"/>
                  </a:cubicBezTo>
                  <a:cubicBezTo>
                    <a:pt x="3239" y="2411"/>
                    <a:pt x="3858" y="2185"/>
                    <a:pt x="4335" y="1768"/>
                  </a:cubicBezTo>
                  <a:cubicBezTo>
                    <a:pt x="4811" y="1375"/>
                    <a:pt x="5120" y="804"/>
                    <a:pt x="5216" y="185"/>
                  </a:cubicBezTo>
                  <a:cubicBezTo>
                    <a:pt x="5228" y="101"/>
                    <a:pt x="5168" y="18"/>
                    <a:pt x="5085" y="6"/>
                  </a:cubicBezTo>
                  <a:cubicBezTo>
                    <a:pt x="5070" y="3"/>
                    <a:pt x="5056" y="1"/>
                    <a:pt x="5043" y="1"/>
                  </a:cubicBezTo>
                  <a:cubicBezTo>
                    <a:pt x="4966" y="1"/>
                    <a:pt x="4906" y="56"/>
                    <a:pt x="4906" y="137"/>
                  </a:cubicBezTo>
                  <a:cubicBezTo>
                    <a:pt x="4811" y="673"/>
                    <a:pt x="4549" y="1161"/>
                    <a:pt x="4132" y="1518"/>
                  </a:cubicBezTo>
                  <a:cubicBezTo>
                    <a:pt x="3715" y="1875"/>
                    <a:pt x="3180" y="2090"/>
                    <a:pt x="2620" y="2090"/>
                  </a:cubicBezTo>
                  <a:cubicBezTo>
                    <a:pt x="2072" y="2090"/>
                    <a:pt x="1537" y="1887"/>
                    <a:pt x="1120" y="1518"/>
                  </a:cubicBezTo>
                  <a:cubicBezTo>
                    <a:pt x="703" y="1161"/>
                    <a:pt x="441" y="673"/>
                    <a:pt x="346" y="137"/>
                  </a:cubicBezTo>
                  <a:cubicBezTo>
                    <a:pt x="336" y="56"/>
                    <a:pt x="265"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68"/>
            <p:cNvSpPr/>
            <p:nvPr/>
          </p:nvSpPr>
          <p:spPr>
            <a:xfrm>
              <a:off x="1007052" y="2185106"/>
              <a:ext cx="19003" cy="70153"/>
            </a:xfrm>
            <a:custGeom>
              <a:avLst/>
              <a:gdLst/>
              <a:ahLst/>
              <a:cxnLst/>
              <a:rect l="l" t="t" r="r" b="b"/>
              <a:pathLst>
                <a:path w="597" h="2204" extrusionOk="0">
                  <a:moveTo>
                    <a:pt x="453" y="1"/>
                  </a:moveTo>
                  <a:cubicBezTo>
                    <a:pt x="418" y="1"/>
                    <a:pt x="394" y="24"/>
                    <a:pt x="382" y="36"/>
                  </a:cubicBezTo>
                  <a:lnTo>
                    <a:pt x="60" y="334"/>
                  </a:lnTo>
                  <a:cubicBezTo>
                    <a:pt x="25" y="358"/>
                    <a:pt x="1" y="405"/>
                    <a:pt x="1" y="453"/>
                  </a:cubicBezTo>
                  <a:cubicBezTo>
                    <a:pt x="1" y="513"/>
                    <a:pt x="48" y="584"/>
                    <a:pt x="108" y="584"/>
                  </a:cubicBezTo>
                  <a:cubicBezTo>
                    <a:pt x="120" y="584"/>
                    <a:pt x="156" y="572"/>
                    <a:pt x="167" y="560"/>
                  </a:cubicBezTo>
                  <a:lnTo>
                    <a:pt x="275" y="417"/>
                  </a:lnTo>
                  <a:lnTo>
                    <a:pt x="275" y="2108"/>
                  </a:lnTo>
                  <a:cubicBezTo>
                    <a:pt x="275" y="2179"/>
                    <a:pt x="346" y="2203"/>
                    <a:pt x="441" y="2203"/>
                  </a:cubicBezTo>
                  <a:cubicBezTo>
                    <a:pt x="513" y="2203"/>
                    <a:pt x="596" y="2179"/>
                    <a:pt x="596" y="2108"/>
                  </a:cubicBezTo>
                  <a:lnTo>
                    <a:pt x="596" y="96"/>
                  </a:lnTo>
                  <a:cubicBezTo>
                    <a:pt x="584" y="48"/>
                    <a:pt x="513"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8" name="Google Shape;13168;p68"/>
          <p:cNvGrpSpPr/>
          <p:nvPr/>
        </p:nvGrpSpPr>
        <p:grpSpPr>
          <a:xfrm>
            <a:off x="2770052" y="2085828"/>
            <a:ext cx="327085" cy="277080"/>
            <a:chOff x="2770052" y="2009628"/>
            <a:chExt cx="327085" cy="277080"/>
          </a:xfrm>
        </p:grpSpPr>
        <p:sp>
          <p:nvSpPr>
            <p:cNvPr id="13169" name="Google Shape;13169;p68"/>
            <p:cNvSpPr/>
            <p:nvPr/>
          </p:nvSpPr>
          <p:spPr>
            <a:xfrm>
              <a:off x="2770052" y="2023537"/>
              <a:ext cx="327085" cy="263170"/>
            </a:xfrm>
            <a:custGeom>
              <a:avLst/>
              <a:gdLst/>
              <a:ahLst/>
              <a:cxnLst/>
              <a:rect l="l" t="t" r="r" b="b"/>
              <a:pathLst>
                <a:path w="10276" h="8268" extrusionOk="0">
                  <a:moveTo>
                    <a:pt x="6251" y="2267"/>
                  </a:moveTo>
                  <a:lnTo>
                    <a:pt x="7061" y="2541"/>
                  </a:lnTo>
                  <a:cubicBezTo>
                    <a:pt x="7073" y="2544"/>
                    <a:pt x="7086" y="2545"/>
                    <a:pt x="7098" y="2545"/>
                  </a:cubicBezTo>
                  <a:cubicBezTo>
                    <a:pt x="7136" y="2545"/>
                    <a:pt x="7174" y="2532"/>
                    <a:pt x="7192" y="2505"/>
                  </a:cubicBezTo>
                  <a:lnTo>
                    <a:pt x="7454" y="2314"/>
                  </a:lnTo>
                  <a:lnTo>
                    <a:pt x="9240" y="4660"/>
                  </a:lnTo>
                  <a:lnTo>
                    <a:pt x="8978" y="4874"/>
                  </a:lnTo>
                  <a:cubicBezTo>
                    <a:pt x="8966" y="4862"/>
                    <a:pt x="8942" y="4839"/>
                    <a:pt x="8930" y="4839"/>
                  </a:cubicBezTo>
                  <a:lnTo>
                    <a:pt x="5811" y="3148"/>
                  </a:lnTo>
                  <a:lnTo>
                    <a:pt x="5930" y="2969"/>
                  </a:lnTo>
                  <a:cubicBezTo>
                    <a:pt x="5978" y="2898"/>
                    <a:pt x="5966" y="2803"/>
                    <a:pt x="5894" y="2755"/>
                  </a:cubicBezTo>
                  <a:cubicBezTo>
                    <a:pt x="5864" y="2742"/>
                    <a:pt x="5834" y="2735"/>
                    <a:pt x="5806" y="2735"/>
                  </a:cubicBezTo>
                  <a:cubicBezTo>
                    <a:pt x="5756" y="2735"/>
                    <a:pt x="5710" y="2757"/>
                    <a:pt x="5680" y="2803"/>
                  </a:cubicBezTo>
                  <a:lnTo>
                    <a:pt x="5358" y="3326"/>
                  </a:lnTo>
                  <a:cubicBezTo>
                    <a:pt x="5335" y="3350"/>
                    <a:pt x="5323" y="3374"/>
                    <a:pt x="5323" y="3398"/>
                  </a:cubicBezTo>
                  <a:lnTo>
                    <a:pt x="5323" y="4684"/>
                  </a:lnTo>
                  <a:cubicBezTo>
                    <a:pt x="5323" y="4946"/>
                    <a:pt x="5097" y="5172"/>
                    <a:pt x="4835" y="5172"/>
                  </a:cubicBezTo>
                  <a:cubicBezTo>
                    <a:pt x="4561" y="5172"/>
                    <a:pt x="4346" y="4946"/>
                    <a:pt x="4346" y="4684"/>
                  </a:cubicBezTo>
                  <a:lnTo>
                    <a:pt x="4346" y="3410"/>
                  </a:lnTo>
                  <a:lnTo>
                    <a:pt x="4620" y="2267"/>
                  </a:lnTo>
                  <a:close/>
                  <a:moveTo>
                    <a:pt x="2680" y="1767"/>
                  </a:moveTo>
                  <a:lnTo>
                    <a:pt x="2918" y="1898"/>
                  </a:lnTo>
                  <a:lnTo>
                    <a:pt x="941" y="5303"/>
                  </a:lnTo>
                  <a:lnTo>
                    <a:pt x="703" y="5172"/>
                  </a:lnTo>
                  <a:lnTo>
                    <a:pt x="2680" y="1767"/>
                  </a:lnTo>
                  <a:close/>
                  <a:moveTo>
                    <a:pt x="3180" y="4743"/>
                  </a:moveTo>
                  <a:cubicBezTo>
                    <a:pt x="3287" y="4743"/>
                    <a:pt x="3370" y="4779"/>
                    <a:pt x="3442" y="4874"/>
                  </a:cubicBezTo>
                  <a:cubicBezTo>
                    <a:pt x="3561" y="5017"/>
                    <a:pt x="3525" y="5231"/>
                    <a:pt x="3370" y="5339"/>
                  </a:cubicBezTo>
                  <a:lnTo>
                    <a:pt x="2322" y="6112"/>
                  </a:lnTo>
                  <a:cubicBezTo>
                    <a:pt x="2262" y="6150"/>
                    <a:pt x="2194" y="6169"/>
                    <a:pt x="2127" y="6169"/>
                  </a:cubicBezTo>
                  <a:cubicBezTo>
                    <a:pt x="2023" y="6169"/>
                    <a:pt x="1923" y="6123"/>
                    <a:pt x="1858" y="6029"/>
                  </a:cubicBezTo>
                  <a:cubicBezTo>
                    <a:pt x="1751" y="5886"/>
                    <a:pt x="1787" y="5672"/>
                    <a:pt x="1929" y="5565"/>
                  </a:cubicBezTo>
                  <a:lnTo>
                    <a:pt x="2989" y="4803"/>
                  </a:lnTo>
                  <a:cubicBezTo>
                    <a:pt x="3049" y="4755"/>
                    <a:pt x="3120" y="4743"/>
                    <a:pt x="3180" y="4743"/>
                  </a:cubicBezTo>
                  <a:close/>
                  <a:moveTo>
                    <a:pt x="3775" y="5493"/>
                  </a:moveTo>
                  <a:cubicBezTo>
                    <a:pt x="3870" y="5493"/>
                    <a:pt x="3954" y="5553"/>
                    <a:pt x="4013" y="5636"/>
                  </a:cubicBezTo>
                  <a:cubicBezTo>
                    <a:pt x="4132" y="5779"/>
                    <a:pt x="4085" y="5993"/>
                    <a:pt x="3942" y="6089"/>
                  </a:cubicBezTo>
                  <a:lnTo>
                    <a:pt x="3132" y="6708"/>
                  </a:lnTo>
                  <a:cubicBezTo>
                    <a:pt x="3076" y="6745"/>
                    <a:pt x="3013" y="6764"/>
                    <a:pt x="2949" y="6764"/>
                  </a:cubicBezTo>
                  <a:cubicBezTo>
                    <a:pt x="2851" y="6764"/>
                    <a:pt x="2752" y="6718"/>
                    <a:pt x="2680" y="6624"/>
                  </a:cubicBezTo>
                  <a:cubicBezTo>
                    <a:pt x="2572" y="6482"/>
                    <a:pt x="2596" y="6255"/>
                    <a:pt x="2751" y="6148"/>
                  </a:cubicBezTo>
                  <a:lnTo>
                    <a:pt x="3537" y="5589"/>
                  </a:lnTo>
                  <a:cubicBezTo>
                    <a:pt x="3573" y="5565"/>
                    <a:pt x="3596" y="5541"/>
                    <a:pt x="3620" y="5529"/>
                  </a:cubicBezTo>
                  <a:cubicBezTo>
                    <a:pt x="3668" y="5517"/>
                    <a:pt x="3715" y="5493"/>
                    <a:pt x="3775" y="5493"/>
                  </a:cubicBezTo>
                  <a:close/>
                  <a:moveTo>
                    <a:pt x="4359" y="6281"/>
                  </a:moveTo>
                  <a:cubicBezTo>
                    <a:pt x="4454" y="6281"/>
                    <a:pt x="4550" y="6321"/>
                    <a:pt x="4620" y="6398"/>
                  </a:cubicBezTo>
                  <a:cubicBezTo>
                    <a:pt x="4739" y="6553"/>
                    <a:pt x="4704" y="6755"/>
                    <a:pt x="4549" y="6863"/>
                  </a:cubicBezTo>
                  <a:lnTo>
                    <a:pt x="3954" y="7303"/>
                  </a:lnTo>
                  <a:cubicBezTo>
                    <a:pt x="3898" y="7331"/>
                    <a:pt x="3829" y="7358"/>
                    <a:pt x="3767" y="7358"/>
                  </a:cubicBezTo>
                  <a:cubicBezTo>
                    <a:pt x="3749" y="7358"/>
                    <a:pt x="3732" y="7356"/>
                    <a:pt x="3715" y="7351"/>
                  </a:cubicBezTo>
                  <a:cubicBezTo>
                    <a:pt x="3620" y="7339"/>
                    <a:pt x="3549" y="7303"/>
                    <a:pt x="3513" y="7220"/>
                  </a:cubicBezTo>
                  <a:cubicBezTo>
                    <a:pt x="3406" y="7077"/>
                    <a:pt x="3430" y="6863"/>
                    <a:pt x="3584" y="6755"/>
                  </a:cubicBezTo>
                  <a:lnTo>
                    <a:pt x="4144" y="6363"/>
                  </a:lnTo>
                  <a:lnTo>
                    <a:pt x="4168" y="6339"/>
                  </a:lnTo>
                  <a:cubicBezTo>
                    <a:pt x="4226" y="6300"/>
                    <a:pt x="4292" y="6281"/>
                    <a:pt x="4359" y="6281"/>
                  </a:cubicBezTo>
                  <a:close/>
                  <a:moveTo>
                    <a:pt x="2870" y="2553"/>
                  </a:moveTo>
                  <a:lnTo>
                    <a:pt x="3156" y="2707"/>
                  </a:lnTo>
                  <a:cubicBezTo>
                    <a:pt x="3173" y="2725"/>
                    <a:pt x="3197" y="2736"/>
                    <a:pt x="3218" y="2736"/>
                  </a:cubicBezTo>
                  <a:cubicBezTo>
                    <a:pt x="3226" y="2736"/>
                    <a:pt x="3233" y="2734"/>
                    <a:pt x="3239" y="2731"/>
                  </a:cubicBezTo>
                  <a:lnTo>
                    <a:pt x="3942" y="2636"/>
                  </a:lnTo>
                  <a:lnTo>
                    <a:pt x="4192" y="2743"/>
                  </a:lnTo>
                  <a:lnTo>
                    <a:pt x="4049" y="3338"/>
                  </a:lnTo>
                  <a:lnTo>
                    <a:pt x="4049" y="3362"/>
                  </a:lnTo>
                  <a:lnTo>
                    <a:pt x="4049" y="4648"/>
                  </a:lnTo>
                  <a:cubicBezTo>
                    <a:pt x="4049" y="5077"/>
                    <a:pt x="4406" y="5434"/>
                    <a:pt x="4835" y="5434"/>
                  </a:cubicBezTo>
                  <a:cubicBezTo>
                    <a:pt x="5263" y="5434"/>
                    <a:pt x="5620" y="5077"/>
                    <a:pt x="5620" y="4648"/>
                  </a:cubicBezTo>
                  <a:lnTo>
                    <a:pt x="5620" y="3410"/>
                  </a:lnTo>
                  <a:lnTo>
                    <a:pt x="5656" y="3362"/>
                  </a:lnTo>
                  <a:lnTo>
                    <a:pt x="8776" y="5065"/>
                  </a:lnTo>
                  <a:cubicBezTo>
                    <a:pt x="8942" y="5184"/>
                    <a:pt x="9002" y="5374"/>
                    <a:pt x="8907" y="5541"/>
                  </a:cubicBezTo>
                  <a:cubicBezTo>
                    <a:pt x="8850" y="5654"/>
                    <a:pt x="8745" y="5717"/>
                    <a:pt x="8631" y="5717"/>
                  </a:cubicBezTo>
                  <a:cubicBezTo>
                    <a:pt x="8576" y="5717"/>
                    <a:pt x="8520" y="5703"/>
                    <a:pt x="8466" y="5672"/>
                  </a:cubicBezTo>
                  <a:lnTo>
                    <a:pt x="6740" y="4743"/>
                  </a:lnTo>
                  <a:cubicBezTo>
                    <a:pt x="6711" y="4727"/>
                    <a:pt x="6682" y="4719"/>
                    <a:pt x="6655" y="4719"/>
                  </a:cubicBezTo>
                  <a:cubicBezTo>
                    <a:pt x="6603" y="4719"/>
                    <a:pt x="6557" y="4748"/>
                    <a:pt x="6525" y="4803"/>
                  </a:cubicBezTo>
                  <a:cubicBezTo>
                    <a:pt x="6490" y="4874"/>
                    <a:pt x="6513" y="4958"/>
                    <a:pt x="6585" y="5005"/>
                  </a:cubicBezTo>
                  <a:lnTo>
                    <a:pt x="8037" y="5791"/>
                  </a:lnTo>
                  <a:cubicBezTo>
                    <a:pt x="8192" y="5886"/>
                    <a:pt x="8252" y="6077"/>
                    <a:pt x="8168" y="6243"/>
                  </a:cubicBezTo>
                  <a:cubicBezTo>
                    <a:pt x="8104" y="6356"/>
                    <a:pt x="7996" y="6415"/>
                    <a:pt x="7881" y="6415"/>
                  </a:cubicBezTo>
                  <a:cubicBezTo>
                    <a:pt x="7826" y="6415"/>
                    <a:pt x="7770" y="6401"/>
                    <a:pt x="7716" y="6374"/>
                  </a:cubicBezTo>
                  <a:lnTo>
                    <a:pt x="6251" y="5565"/>
                  </a:lnTo>
                  <a:cubicBezTo>
                    <a:pt x="6226" y="5554"/>
                    <a:pt x="6200" y="5548"/>
                    <a:pt x="6175" y="5548"/>
                  </a:cubicBezTo>
                  <a:cubicBezTo>
                    <a:pt x="6120" y="5548"/>
                    <a:pt x="6070" y="5575"/>
                    <a:pt x="6037" y="5624"/>
                  </a:cubicBezTo>
                  <a:cubicBezTo>
                    <a:pt x="5990" y="5708"/>
                    <a:pt x="6025" y="5791"/>
                    <a:pt x="6097" y="5839"/>
                  </a:cubicBezTo>
                  <a:lnTo>
                    <a:pt x="7287" y="6493"/>
                  </a:lnTo>
                  <a:cubicBezTo>
                    <a:pt x="7454" y="6577"/>
                    <a:pt x="7514" y="6779"/>
                    <a:pt x="7418" y="6934"/>
                  </a:cubicBezTo>
                  <a:cubicBezTo>
                    <a:pt x="7360" y="7050"/>
                    <a:pt x="7250" y="7114"/>
                    <a:pt x="7132" y="7114"/>
                  </a:cubicBezTo>
                  <a:cubicBezTo>
                    <a:pt x="7081" y="7114"/>
                    <a:pt x="7028" y="7102"/>
                    <a:pt x="6978" y="7077"/>
                  </a:cubicBezTo>
                  <a:lnTo>
                    <a:pt x="5728" y="6386"/>
                  </a:lnTo>
                  <a:cubicBezTo>
                    <a:pt x="5705" y="6371"/>
                    <a:pt x="5680" y="6365"/>
                    <a:pt x="5655" y="6365"/>
                  </a:cubicBezTo>
                  <a:cubicBezTo>
                    <a:pt x="5601" y="6365"/>
                    <a:pt x="5546" y="6397"/>
                    <a:pt x="5513" y="6446"/>
                  </a:cubicBezTo>
                  <a:cubicBezTo>
                    <a:pt x="5478" y="6517"/>
                    <a:pt x="5501" y="6613"/>
                    <a:pt x="5573" y="6660"/>
                  </a:cubicBezTo>
                  <a:lnTo>
                    <a:pt x="6549" y="7172"/>
                  </a:lnTo>
                  <a:cubicBezTo>
                    <a:pt x="6704" y="7267"/>
                    <a:pt x="6763" y="7458"/>
                    <a:pt x="6680" y="7625"/>
                  </a:cubicBezTo>
                  <a:cubicBezTo>
                    <a:pt x="6616" y="7737"/>
                    <a:pt x="6508" y="7801"/>
                    <a:pt x="6393" y="7801"/>
                  </a:cubicBezTo>
                  <a:cubicBezTo>
                    <a:pt x="6338" y="7801"/>
                    <a:pt x="6282" y="7786"/>
                    <a:pt x="6228" y="7756"/>
                  </a:cubicBezTo>
                  <a:lnTo>
                    <a:pt x="5549" y="7386"/>
                  </a:lnTo>
                  <a:cubicBezTo>
                    <a:pt x="5549" y="7255"/>
                    <a:pt x="5501" y="7101"/>
                    <a:pt x="5406" y="6994"/>
                  </a:cubicBezTo>
                  <a:cubicBezTo>
                    <a:pt x="5299" y="6851"/>
                    <a:pt x="5132" y="6755"/>
                    <a:pt x="4954" y="6744"/>
                  </a:cubicBezTo>
                  <a:lnTo>
                    <a:pt x="4954" y="6696"/>
                  </a:lnTo>
                  <a:cubicBezTo>
                    <a:pt x="4977" y="6541"/>
                    <a:pt x="4930" y="6363"/>
                    <a:pt x="4835" y="6220"/>
                  </a:cubicBezTo>
                  <a:cubicBezTo>
                    <a:pt x="4716" y="6077"/>
                    <a:pt x="4549" y="5982"/>
                    <a:pt x="4370" y="5970"/>
                  </a:cubicBezTo>
                  <a:lnTo>
                    <a:pt x="4370" y="5922"/>
                  </a:lnTo>
                  <a:cubicBezTo>
                    <a:pt x="4406" y="5767"/>
                    <a:pt x="4358" y="5589"/>
                    <a:pt x="4251" y="5446"/>
                  </a:cubicBezTo>
                  <a:cubicBezTo>
                    <a:pt x="4132" y="5303"/>
                    <a:pt x="3965" y="5208"/>
                    <a:pt x="3787" y="5196"/>
                  </a:cubicBezTo>
                  <a:lnTo>
                    <a:pt x="3787" y="5148"/>
                  </a:lnTo>
                  <a:cubicBezTo>
                    <a:pt x="3823" y="4993"/>
                    <a:pt x="3775" y="4815"/>
                    <a:pt x="3668" y="4672"/>
                  </a:cubicBezTo>
                  <a:cubicBezTo>
                    <a:pt x="3547" y="4516"/>
                    <a:pt x="3359" y="4432"/>
                    <a:pt x="3172" y="4432"/>
                  </a:cubicBezTo>
                  <a:cubicBezTo>
                    <a:pt x="3044" y="4432"/>
                    <a:pt x="2917" y="4471"/>
                    <a:pt x="2811" y="4553"/>
                  </a:cubicBezTo>
                  <a:lnTo>
                    <a:pt x="1763" y="5315"/>
                  </a:lnTo>
                  <a:lnTo>
                    <a:pt x="1394" y="5112"/>
                  </a:lnTo>
                  <a:lnTo>
                    <a:pt x="2870" y="2553"/>
                  </a:lnTo>
                  <a:close/>
                  <a:moveTo>
                    <a:pt x="4936" y="7026"/>
                  </a:moveTo>
                  <a:cubicBezTo>
                    <a:pt x="5036" y="7026"/>
                    <a:pt x="5132" y="7070"/>
                    <a:pt x="5204" y="7148"/>
                  </a:cubicBezTo>
                  <a:cubicBezTo>
                    <a:pt x="5251" y="7244"/>
                    <a:pt x="5275" y="7315"/>
                    <a:pt x="5263" y="7398"/>
                  </a:cubicBezTo>
                  <a:cubicBezTo>
                    <a:pt x="5251" y="7494"/>
                    <a:pt x="5204" y="7565"/>
                    <a:pt x="5132" y="7625"/>
                  </a:cubicBezTo>
                  <a:lnTo>
                    <a:pt x="4787" y="7875"/>
                  </a:lnTo>
                  <a:cubicBezTo>
                    <a:pt x="4729" y="7918"/>
                    <a:pt x="4658" y="7940"/>
                    <a:pt x="4588" y="7940"/>
                  </a:cubicBezTo>
                  <a:cubicBezTo>
                    <a:pt x="4487" y="7940"/>
                    <a:pt x="4386" y="7895"/>
                    <a:pt x="4323" y="7803"/>
                  </a:cubicBezTo>
                  <a:cubicBezTo>
                    <a:pt x="4215" y="7660"/>
                    <a:pt x="4251" y="7446"/>
                    <a:pt x="4406" y="7339"/>
                  </a:cubicBezTo>
                  <a:lnTo>
                    <a:pt x="4727" y="7101"/>
                  </a:lnTo>
                  <a:lnTo>
                    <a:pt x="4739" y="7089"/>
                  </a:lnTo>
                  <a:cubicBezTo>
                    <a:pt x="4802" y="7046"/>
                    <a:pt x="4870" y="7026"/>
                    <a:pt x="4936" y="7026"/>
                  </a:cubicBezTo>
                  <a:close/>
                  <a:moveTo>
                    <a:pt x="180" y="0"/>
                  </a:moveTo>
                  <a:cubicBezTo>
                    <a:pt x="125" y="0"/>
                    <a:pt x="69" y="27"/>
                    <a:pt x="36" y="76"/>
                  </a:cubicBezTo>
                  <a:cubicBezTo>
                    <a:pt x="1" y="159"/>
                    <a:pt x="24" y="243"/>
                    <a:pt x="96" y="290"/>
                  </a:cubicBezTo>
                  <a:lnTo>
                    <a:pt x="2382" y="1600"/>
                  </a:lnTo>
                  <a:lnTo>
                    <a:pt x="405" y="5005"/>
                  </a:lnTo>
                  <a:lnTo>
                    <a:pt x="251" y="4922"/>
                  </a:lnTo>
                  <a:cubicBezTo>
                    <a:pt x="221" y="4905"/>
                    <a:pt x="192" y="4897"/>
                    <a:pt x="164" y="4897"/>
                  </a:cubicBezTo>
                  <a:cubicBezTo>
                    <a:pt x="113" y="4897"/>
                    <a:pt x="67" y="4923"/>
                    <a:pt x="36" y="4969"/>
                  </a:cubicBezTo>
                  <a:cubicBezTo>
                    <a:pt x="1" y="5053"/>
                    <a:pt x="24" y="5136"/>
                    <a:pt x="96" y="5184"/>
                  </a:cubicBezTo>
                  <a:lnTo>
                    <a:pt x="882" y="5648"/>
                  </a:lnTo>
                  <a:cubicBezTo>
                    <a:pt x="908" y="5663"/>
                    <a:pt x="934" y="5670"/>
                    <a:pt x="959" y="5670"/>
                  </a:cubicBezTo>
                  <a:cubicBezTo>
                    <a:pt x="1014" y="5670"/>
                    <a:pt x="1063" y="5638"/>
                    <a:pt x="1096" y="5589"/>
                  </a:cubicBezTo>
                  <a:lnTo>
                    <a:pt x="1215" y="5398"/>
                  </a:lnTo>
                  <a:lnTo>
                    <a:pt x="1537" y="5565"/>
                  </a:lnTo>
                  <a:cubicBezTo>
                    <a:pt x="1441" y="5779"/>
                    <a:pt x="1453" y="6029"/>
                    <a:pt x="1584" y="6220"/>
                  </a:cubicBezTo>
                  <a:cubicBezTo>
                    <a:pt x="1703" y="6386"/>
                    <a:pt x="1894" y="6482"/>
                    <a:pt x="2096" y="6482"/>
                  </a:cubicBezTo>
                  <a:cubicBezTo>
                    <a:pt x="2156" y="6482"/>
                    <a:pt x="2227" y="6458"/>
                    <a:pt x="2287" y="6446"/>
                  </a:cubicBezTo>
                  <a:cubicBezTo>
                    <a:pt x="2287" y="6577"/>
                    <a:pt x="2334" y="6720"/>
                    <a:pt x="2406" y="6815"/>
                  </a:cubicBezTo>
                  <a:cubicBezTo>
                    <a:pt x="2525" y="6982"/>
                    <a:pt x="2715" y="7077"/>
                    <a:pt x="2906" y="7077"/>
                  </a:cubicBezTo>
                  <a:cubicBezTo>
                    <a:pt x="2965" y="7077"/>
                    <a:pt x="3049" y="7053"/>
                    <a:pt x="3108" y="7041"/>
                  </a:cubicBezTo>
                  <a:cubicBezTo>
                    <a:pt x="3108" y="7160"/>
                    <a:pt x="3144" y="7291"/>
                    <a:pt x="3227" y="7398"/>
                  </a:cubicBezTo>
                  <a:cubicBezTo>
                    <a:pt x="3323" y="7529"/>
                    <a:pt x="3465" y="7625"/>
                    <a:pt x="3644" y="7648"/>
                  </a:cubicBezTo>
                  <a:cubicBezTo>
                    <a:pt x="3668" y="7648"/>
                    <a:pt x="3715" y="7672"/>
                    <a:pt x="3739" y="7672"/>
                  </a:cubicBezTo>
                  <a:cubicBezTo>
                    <a:pt x="3799" y="7672"/>
                    <a:pt x="3882" y="7648"/>
                    <a:pt x="3942" y="7636"/>
                  </a:cubicBezTo>
                  <a:cubicBezTo>
                    <a:pt x="3942" y="7767"/>
                    <a:pt x="3977" y="7886"/>
                    <a:pt x="4061" y="7994"/>
                  </a:cubicBezTo>
                  <a:cubicBezTo>
                    <a:pt x="4156" y="8125"/>
                    <a:pt x="4299" y="8220"/>
                    <a:pt x="4477" y="8244"/>
                  </a:cubicBezTo>
                  <a:cubicBezTo>
                    <a:pt x="4501" y="8244"/>
                    <a:pt x="4549" y="8267"/>
                    <a:pt x="4573" y="8267"/>
                  </a:cubicBezTo>
                  <a:cubicBezTo>
                    <a:pt x="4716" y="8267"/>
                    <a:pt x="4835" y="8220"/>
                    <a:pt x="4954" y="8148"/>
                  </a:cubicBezTo>
                  <a:lnTo>
                    <a:pt x="5287" y="7886"/>
                  </a:lnTo>
                  <a:cubicBezTo>
                    <a:pt x="5370" y="7827"/>
                    <a:pt x="5430" y="7767"/>
                    <a:pt x="5466" y="7684"/>
                  </a:cubicBezTo>
                  <a:lnTo>
                    <a:pt x="6085" y="8029"/>
                  </a:lnTo>
                  <a:cubicBezTo>
                    <a:pt x="6168" y="8077"/>
                    <a:pt x="6275" y="8101"/>
                    <a:pt x="6382" y="8101"/>
                  </a:cubicBezTo>
                  <a:cubicBezTo>
                    <a:pt x="6442" y="8101"/>
                    <a:pt x="6501" y="8089"/>
                    <a:pt x="6561" y="8077"/>
                  </a:cubicBezTo>
                  <a:cubicBezTo>
                    <a:pt x="6716" y="8029"/>
                    <a:pt x="6859" y="7922"/>
                    <a:pt x="6930" y="7779"/>
                  </a:cubicBezTo>
                  <a:cubicBezTo>
                    <a:pt x="6990" y="7648"/>
                    <a:pt x="7013" y="7529"/>
                    <a:pt x="7002" y="7398"/>
                  </a:cubicBezTo>
                  <a:cubicBezTo>
                    <a:pt x="7049" y="7398"/>
                    <a:pt x="7073" y="7422"/>
                    <a:pt x="7121" y="7422"/>
                  </a:cubicBezTo>
                  <a:cubicBezTo>
                    <a:pt x="7347" y="7422"/>
                    <a:pt x="7573" y="7303"/>
                    <a:pt x="7668" y="7089"/>
                  </a:cubicBezTo>
                  <a:cubicBezTo>
                    <a:pt x="7728" y="6970"/>
                    <a:pt x="7764" y="6839"/>
                    <a:pt x="7752" y="6720"/>
                  </a:cubicBezTo>
                  <a:cubicBezTo>
                    <a:pt x="7787" y="6720"/>
                    <a:pt x="7823" y="6732"/>
                    <a:pt x="7871" y="6732"/>
                  </a:cubicBezTo>
                  <a:cubicBezTo>
                    <a:pt x="8085" y="6732"/>
                    <a:pt x="8311" y="6613"/>
                    <a:pt x="8418" y="6410"/>
                  </a:cubicBezTo>
                  <a:cubicBezTo>
                    <a:pt x="8478" y="6291"/>
                    <a:pt x="8502" y="6172"/>
                    <a:pt x="8490" y="6029"/>
                  </a:cubicBezTo>
                  <a:cubicBezTo>
                    <a:pt x="8537" y="6029"/>
                    <a:pt x="8561" y="6053"/>
                    <a:pt x="8609" y="6053"/>
                  </a:cubicBezTo>
                  <a:cubicBezTo>
                    <a:pt x="8668" y="6053"/>
                    <a:pt x="8728" y="6029"/>
                    <a:pt x="8787" y="6017"/>
                  </a:cubicBezTo>
                  <a:cubicBezTo>
                    <a:pt x="8954" y="5970"/>
                    <a:pt x="9085" y="5874"/>
                    <a:pt x="9157" y="5720"/>
                  </a:cubicBezTo>
                  <a:cubicBezTo>
                    <a:pt x="9240" y="5577"/>
                    <a:pt x="9264" y="5410"/>
                    <a:pt x="9204" y="5243"/>
                  </a:cubicBezTo>
                  <a:cubicBezTo>
                    <a:pt x="9192" y="5196"/>
                    <a:pt x="9180" y="5172"/>
                    <a:pt x="9157" y="5136"/>
                  </a:cubicBezTo>
                  <a:lnTo>
                    <a:pt x="9430" y="4946"/>
                  </a:lnTo>
                  <a:lnTo>
                    <a:pt x="9561" y="5124"/>
                  </a:lnTo>
                  <a:cubicBezTo>
                    <a:pt x="9591" y="5161"/>
                    <a:pt x="9644" y="5180"/>
                    <a:pt x="9694" y="5180"/>
                  </a:cubicBezTo>
                  <a:cubicBezTo>
                    <a:pt x="9724" y="5180"/>
                    <a:pt x="9753" y="5173"/>
                    <a:pt x="9776" y="5160"/>
                  </a:cubicBezTo>
                  <a:lnTo>
                    <a:pt x="10192" y="4827"/>
                  </a:lnTo>
                  <a:cubicBezTo>
                    <a:pt x="10264" y="4743"/>
                    <a:pt x="10276" y="4648"/>
                    <a:pt x="10240" y="4577"/>
                  </a:cubicBezTo>
                  <a:cubicBezTo>
                    <a:pt x="10210" y="4539"/>
                    <a:pt x="10157" y="4521"/>
                    <a:pt x="10107" y="4521"/>
                  </a:cubicBezTo>
                  <a:cubicBezTo>
                    <a:pt x="10077" y="4521"/>
                    <a:pt x="10048" y="4527"/>
                    <a:pt x="10026" y="4541"/>
                  </a:cubicBezTo>
                  <a:lnTo>
                    <a:pt x="9728" y="4779"/>
                  </a:lnTo>
                  <a:lnTo>
                    <a:pt x="7347" y="1671"/>
                  </a:lnTo>
                  <a:lnTo>
                    <a:pt x="8704" y="790"/>
                  </a:lnTo>
                  <a:cubicBezTo>
                    <a:pt x="8776" y="755"/>
                    <a:pt x="8787" y="659"/>
                    <a:pt x="8752" y="588"/>
                  </a:cubicBezTo>
                  <a:cubicBezTo>
                    <a:pt x="8721" y="542"/>
                    <a:pt x="8670" y="516"/>
                    <a:pt x="8619" y="516"/>
                  </a:cubicBezTo>
                  <a:cubicBezTo>
                    <a:pt x="8591" y="516"/>
                    <a:pt x="8563" y="523"/>
                    <a:pt x="8537" y="540"/>
                  </a:cubicBezTo>
                  <a:lnTo>
                    <a:pt x="7049" y="1493"/>
                  </a:lnTo>
                  <a:cubicBezTo>
                    <a:pt x="6978" y="1540"/>
                    <a:pt x="6966" y="1648"/>
                    <a:pt x="7002" y="1719"/>
                  </a:cubicBezTo>
                  <a:lnTo>
                    <a:pt x="7275" y="2076"/>
                  </a:lnTo>
                  <a:lnTo>
                    <a:pt x="7085" y="2219"/>
                  </a:lnTo>
                  <a:lnTo>
                    <a:pt x="6311" y="1969"/>
                  </a:lnTo>
                  <a:cubicBezTo>
                    <a:pt x="6287" y="1969"/>
                    <a:pt x="6275" y="1957"/>
                    <a:pt x="6263" y="1957"/>
                  </a:cubicBezTo>
                  <a:lnTo>
                    <a:pt x="4501" y="1957"/>
                  </a:lnTo>
                  <a:cubicBezTo>
                    <a:pt x="4430" y="1957"/>
                    <a:pt x="4370" y="2005"/>
                    <a:pt x="4358" y="2076"/>
                  </a:cubicBezTo>
                  <a:lnTo>
                    <a:pt x="4251" y="2481"/>
                  </a:lnTo>
                  <a:lnTo>
                    <a:pt x="4001" y="2374"/>
                  </a:lnTo>
                  <a:cubicBezTo>
                    <a:pt x="3965" y="2362"/>
                    <a:pt x="3954" y="2362"/>
                    <a:pt x="3930" y="2362"/>
                  </a:cubicBezTo>
                  <a:lnTo>
                    <a:pt x="3227" y="2433"/>
                  </a:lnTo>
                  <a:lnTo>
                    <a:pt x="2989" y="2302"/>
                  </a:lnTo>
                  <a:lnTo>
                    <a:pt x="3215" y="1910"/>
                  </a:lnTo>
                  <a:cubicBezTo>
                    <a:pt x="3251" y="1838"/>
                    <a:pt x="3227" y="1743"/>
                    <a:pt x="3156" y="1707"/>
                  </a:cubicBezTo>
                  <a:lnTo>
                    <a:pt x="251" y="16"/>
                  </a:lnTo>
                  <a:cubicBezTo>
                    <a:pt x="229" y="5"/>
                    <a:pt x="20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68"/>
            <p:cNvSpPr/>
            <p:nvPr/>
          </p:nvSpPr>
          <p:spPr>
            <a:xfrm>
              <a:off x="3059960" y="2009628"/>
              <a:ext cx="37177" cy="26960"/>
            </a:xfrm>
            <a:custGeom>
              <a:avLst/>
              <a:gdLst/>
              <a:ahLst/>
              <a:cxnLst/>
              <a:rect l="l" t="t" r="r" b="b"/>
              <a:pathLst>
                <a:path w="1168" h="847" extrusionOk="0">
                  <a:moveTo>
                    <a:pt x="999" y="0"/>
                  </a:moveTo>
                  <a:cubicBezTo>
                    <a:pt x="971" y="0"/>
                    <a:pt x="943" y="8"/>
                    <a:pt x="918" y="25"/>
                  </a:cubicBezTo>
                  <a:lnTo>
                    <a:pt x="84" y="561"/>
                  </a:lnTo>
                  <a:cubicBezTo>
                    <a:pt x="13" y="608"/>
                    <a:pt x="1" y="692"/>
                    <a:pt x="37" y="775"/>
                  </a:cubicBezTo>
                  <a:cubicBezTo>
                    <a:pt x="72" y="811"/>
                    <a:pt x="120" y="846"/>
                    <a:pt x="156" y="846"/>
                  </a:cubicBezTo>
                  <a:cubicBezTo>
                    <a:pt x="191" y="846"/>
                    <a:pt x="215" y="823"/>
                    <a:pt x="239" y="811"/>
                  </a:cubicBezTo>
                  <a:lnTo>
                    <a:pt x="1073" y="275"/>
                  </a:lnTo>
                  <a:cubicBezTo>
                    <a:pt x="1156" y="239"/>
                    <a:pt x="1168" y="144"/>
                    <a:pt x="1132" y="72"/>
                  </a:cubicBezTo>
                  <a:cubicBezTo>
                    <a:pt x="1101" y="26"/>
                    <a:pt x="1051" y="0"/>
                    <a:pt x="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1" name="Google Shape;13171;p68"/>
          <p:cNvSpPr/>
          <p:nvPr/>
        </p:nvSpPr>
        <p:spPr>
          <a:xfrm>
            <a:off x="7060068" y="2065329"/>
            <a:ext cx="354363" cy="324093"/>
          </a:xfrm>
          <a:custGeom>
            <a:avLst/>
            <a:gdLst/>
            <a:ahLst/>
            <a:cxnLst/>
            <a:rect l="l" t="t" r="r" b="b"/>
            <a:pathLst>
              <a:path w="11133" h="10182" extrusionOk="0">
                <a:moveTo>
                  <a:pt x="4132" y="3622"/>
                </a:moveTo>
                <a:cubicBezTo>
                  <a:pt x="4299" y="3622"/>
                  <a:pt x="4430" y="3753"/>
                  <a:pt x="4430" y="3919"/>
                </a:cubicBezTo>
                <a:cubicBezTo>
                  <a:pt x="4430" y="4074"/>
                  <a:pt x="4299" y="4217"/>
                  <a:pt x="4132" y="4217"/>
                </a:cubicBezTo>
                <a:cubicBezTo>
                  <a:pt x="3965" y="4217"/>
                  <a:pt x="3834" y="4074"/>
                  <a:pt x="3834" y="3919"/>
                </a:cubicBezTo>
                <a:cubicBezTo>
                  <a:pt x="3846" y="3753"/>
                  <a:pt x="3965" y="3622"/>
                  <a:pt x="4132" y="3622"/>
                </a:cubicBezTo>
                <a:close/>
                <a:moveTo>
                  <a:pt x="5334" y="1252"/>
                </a:moveTo>
                <a:lnTo>
                  <a:pt x="5334" y="1776"/>
                </a:lnTo>
                <a:lnTo>
                  <a:pt x="5358" y="3645"/>
                </a:lnTo>
                <a:lnTo>
                  <a:pt x="5370" y="5300"/>
                </a:lnTo>
                <a:lnTo>
                  <a:pt x="1405" y="4419"/>
                </a:lnTo>
                <a:cubicBezTo>
                  <a:pt x="1679" y="3455"/>
                  <a:pt x="2322" y="2574"/>
                  <a:pt x="3156" y="2014"/>
                </a:cubicBezTo>
                <a:lnTo>
                  <a:pt x="3870" y="3324"/>
                </a:lnTo>
                <a:cubicBezTo>
                  <a:pt x="3644" y="3419"/>
                  <a:pt x="3489" y="3645"/>
                  <a:pt x="3489" y="3895"/>
                </a:cubicBezTo>
                <a:cubicBezTo>
                  <a:pt x="3489" y="4253"/>
                  <a:pt x="3775" y="4538"/>
                  <a:pt x="4132" y="4538"/>
                </a:cubicBezTo>
                <a:cubicBezTo>
                  <a:pt x="4489" y="4538"/>
                  <a:pt x="4775" y="4253"/>
                  <a:pt x="4775" y="3895"/>
                </a:cubicBezTo>
                <a:cubicBezTo>
                  <a:pt x="4775" y="3586"/>
                  <a:pt x="4537" y="3324"/>
                  <a:pt x="4239" y="3264"/>
                </a:cubicBezTo>
                <a:lnTo>
                  <a:pt x="3453" y="1800"/>
                </a:lnTo>
                <a:cubicBezTo>
                  <a:pt x="4013" y="1490"/>
                  <a:pt x="4656" y="1300"/>
                  <a:pt x="5334" y="1252"/>
                </a:cubicBezTo>
                <a:close/>
                <a:moveTo>
                  <a:pt x="5715" y="3860"/>
                </a:moveTo>
                <a:cubicBezTo>
                  <a:pt x="6573" y="3943"/>
                  <a:pt x="7239" y="4657"/>
                  <a:pt x="7239" y="5550"/>
                </a:cubicBezTo>
                <a:cubicBezTo>
                  <a:pt x="7239" y="5896"/>
                  <a:pt x="7144" y="6217"/>
                  <a:pt x="6942" y="6503"/>
                </a:cubicBezTo>
                <a:lnTo>
                  <a:pt x="5715" y="5455"/>
                </a:lnTo>
                <a:lnTo>
                  <a:pt x="5715" y="3860"/>
                </a:lnTo>
                <a:close/>
                <a:moveTo>
                  <a:pt x="5846" y="347"/>
                </a:moveTo>
                <a:cubicBezTo>
                  <a:pt x="8597" y="502"/>
                  <a:pt x="10752" y="2776"/>
                  <a:pt x="10752" y="5550"/>
                </a:cubicBezTo>
                <a:cubicBezTo>
                  <a:pt x="10752" y="6682"/>
                  <a:pt x="10395" y="7741"/>
                  <a:pt x="9728" y="8646"/>
                </a:cubicBezTo>
                <a:cubicBezTo>
                  <a:pt x="9704" y="8682"/>
                  <a:pt x="9656" y="8706"/>
                  <a:pt x="9609" y="8706"/>
                </a:cubicBezTo>
                <a:cubicBezTo>
                  <a:pt x="9561" y="8706"/>
                  <a:pt x="9537" y="8694"/>
                  <a:pt x="9502" y="8658"/>
                </a:cubicBezTo>
                <a:lnTo>
                  <a:pt x="8644" y="7932"/>
                </a:lnTo>
                <a:cubicBezTo>
                  <a:pt x="9073" y="7372"/>
                  <a:pt x="9347" y="6717"/>
                  <a:pt x="9430" y="6015"/>
                </a:cubicBezTo>
                <a:cubicBezTo>
                  <a:pt x="9442" y="5908"/>
                  <a:pt x="9359" y="5824"/>
                  <a:pt x="9252" y="5824"/>
                </a:cubicBezTo>
                <a:cubicBezTo>
                  <a:pt x="9168" y="5824"/>
                  <a:pt x="9085" y="5884"/>
                  <a:pt x="9073" y="5967"/>
                </a:cubicBezTo>
                <a:cubicBezTo>
                  <a:pt x="9002" y="6562"/>
                  <a:pt x="8775" y="7146"/>
                  <a:pt x="8418" y="7634"/>
                </a:cubicBezTo>
                <a:cubicBezTo>
                  <a:pt x="8406" y="7646"/>
                  <a:pt x="8394" y="7682"/>
                  <a:pt x="8371" y="7694"/>
                </a:cubicBezTo>
                <a:cubicBezTo>
                  <a:pt x="8371" y="7694"/>
                  <a:pt x="8371" y="7705"/>
                  <a:pt x="8359" y="7705"/>
                </a:cubicBezTo>
                <a:lnTo>
                  <a:pt x="7204" y="6729"/>
                </a:lnTo>
                <a:cubicBezTo>
                  <a:pt x="7442" y="6384"/>
                  <a:pt x="7573" y="5967"/>
                  <a:pt x="7573" y="5550"/>
                </a:cubicBezTo>
                <a:cubicBezTo>
                  <a:pt x="7573" y="4479"/>
                  <a:pt x="6739" y="3586"/>
                  <a:pt x="5680" y="3514"/>
                </a:cubicBezTo>
                <a:lnTo>
                  <a:pt x="5680" y="1979"/>
                </a:lnTo>
                <a:lnTo>
                  <a:pt x="5787" y="1979"/>
                </a:lnTo>
                <a:cubicBezTo>
                  <a:pt x="5811" y="1979"/>
                  <a:pt x="5846" y="1979"/>
                  <a:pt x="5894" y="1990"/>
                </a:cubicBezTo>
                <a:cubicBezTo>
                  <a:pt x="7561" y="2169"/>
                  <a:pt x="8894" y="3503"/>
                  <a:pt x="9073" y="5169"/>
                </a:cubicBezTo>
                <a:cubicBezTo>
                  <a:pt x="9085" y="5253"/>
                  <a:pt x="9168" y="5312"/>
                  <a:pt x="9252" y="5312"/>
                </a:cubicBezTo>
                <a:cubicBezTo>
                  <a:pt x="9359" y="5312"/>
                  <a:pt x="9430" y="5229"/>
                  <a:pt x="9430" y="5122"/>
                </a:cubicBezTo>
                <a:cubicBezTo>
                  <a:pt x="9228" y="3205"/>
                  <a:pt x="7632" y="1693"/>
                  <a:pt x="5680" y="1621"/>
                </a:cubicBezTo>
                <a:lnTo>
                  <a:pt x="5680" y="490"/>
                </a:lnTo>
                <a:cubicBezTo>
                  <a:pt x="5680" y="443"/>
                  <a:pt x="5692" y="419"/>
                  <a:pt x="5727" y="383"/>
                </a:cubicBezTo>
                <a:cubicBezTo>
                  <a:pt x="5751" y="359"/>
                  <a:pt x="5799" y="347"/>
                  <a:pt x="5846" y="347"/>
                </a:cubicBezTo>
                <a:close/>
                <a:moveTo>
                  <a:pt x="1334" y="4788"/>
                </a:moveTo>
                <a:lnTo>
                  <a:pt x="5323" y="5681"/>
                </a:lnTo>
                <a:lnTo>
                  <a:pt x="4239" y="9622"/>
                </a:lnTo>
                <a:cubicBezTo>
                  <a:pt x="2513" y="9063"/>
                  <a:pt x="1262" y="7455"/>
                  <a:pt x="1262" y="5550"/>
                </a:cubicBezTo>
                <a:cubicBezTo>
                  <a:pt x="1262" y="5300"/>
                  <a:pt x="1286" y="5050"/>
                  <a:pt x="1334" y="4788"/>
                </a:cubicBezTo>
                <a:close/>
                <a:moveTo>
                  <a:pt x="5656" y="5848"/>
                </a:moveTo>
                <a:lnTo>
                  <a:pt x="6870" y="6872"/>
                </a:lnTo>
                <a:lnTo>
                  <a:pt x="8299" y="8086"/>
                </a:lnTo>
                <a:lnTo>
                  <a:pt x="8704" y="8420"/>
                </a:lnTo>
                <a:cubicBezTo>
                  <a:pt x="7882" y="9313"/>
                  <a:pt x="6751" y="9825"/>
                  <a:pt x="5549" y="9825"/>
                </a:cubicBezTo>
                <a:cubicBezTo>
                  <a:pt x="5203" y="9825"/>
                  <a:pt x="4894" y="9777"/>
                  <a:pt x="4584" y="9706"/>
                </a:cubicBezTo>
                <a:lnTo>
                  <a:pt x="5656" y="5848"/>
                </a:lnTo>
                <a:close/>
                <a:moveTo>
                  <a:pt x="5837" y="1"/>
                </a:moveTo>
                <a:cubicBezTo>
                  <a:pt x="5717" y="1"/>
                  <a:pt x="5599" y="57"/>
                  <a:pt x="5501" y="133"/>
                </a:cubicBezTo>
                <a:cubicBezTo>
                  <a:pt x="5394" y="228"/>
                  <a:pt x="5334" y="359"/>
                  <a:pt x="5358" y="502"/>
                </a:cubicBezTo>
                <a:lnTo>
                  <a:pt x="5358" y="943"/>
                </a:lnTo>
                <a:cubicBezTo>
                  <a:pt x="4620" y="967"/>
                  <a:pt x="3929" y="1181"/>
                  <a:pt x="3298" y="1514"/>
                </a:cubicBezTo>
                <a:lnTo>
                  <a:pt x="2894" y="788"/>
                </a:lnTo>
                <a:cubicBezTo>
                  <a:pt x="2870" y="728"/>
                  <a:pt x="2810" y="693"/>
                  <a:pt x="2751" y="693"/>
                </a:cubicBezTo>
                <a:lnTo>
                  <a:pt x="358" y="693"/>
                </a:lnTo>
                <a:lnTo>
                  <a:pt x="358" y="395"/>
                </a:lnTo>
                <a:cubicBezTo>
                  <a:pt x="358" y="300"/>
                  <a:pt x="274" y="228"/>
                  <a:pt x="179" y="228"/>
                </a:cubicBezTo>
                <a:cubicBezTo>
                  <a:pt x="72" y="228"/>
                  <a:pt x="0" y="300"/>
                  <a:pt x="0" y="395"/>
                </a:cubicBezTo>
                <a:lnTo>
                  <a:pt x="0" y="1336"/>
                </a:lnTo>
                <a:cubicBezTo>
                  <a:pt x="0" y="1443"/>
                  <a:pt x="72" y="1514"/>
                  <a:pt x="179" y="1514"/>
                </a:cubicBezTo>
                <a:cubicBezTo>
                  <a:pt x="274" y="1514"/>
                  <a:pt x="358" y="1443"/>
                  <a:pt x="358" y="1336"/>
                </a:cubicBezTo>
                <a:lnTo>
                  <a:pt x="358" y="1038"/>
                </a:lnTo>
                <a:lnTo>
                  <a:pt x="2644" y="1038"/>
                </a:lnTo>
                <a:lnTo>
                  <a:pt x="3001" y="1693"/>
                </a:lnTo>
                <a:cubicBezTo>
                  <a:pt x="2751" y="1871"/>
                  <a:pt x="2501" y="2062"/>
                  <a:pt x="2275" y="2288"/>
                </a:cubicBezTo>
                <a:cubicBezTo>
                  <a:pt x="1405" y="3169"/>
                  <a:pt x="929" y="4312"/>
                  <a:pt x="929" y="5550"/>
                </a:cubicBezTo>
                <a:cubicBezTo>
                  <a:pt x="929" y="8098"/>
                  <a:pt x="3001" y="10182"/>
                  <a:pt x="5561" y="10182"/>
                </a:cubicBezTo>
                <a:cubicBezTo>
                  <a:pt x="6870" y="10182"/>
                  <a:pt x="8109" y="9622"/>
                  <a:pt x="8990" y="8658"/>
                </a:cubicBezTo>
                <a:lnTo>
                  <a:pt x="9311" y="8944"/>
                </a:lnTo>
                <a:cubicBezTo>
                  <a:pt x="9406" y="9015"/>
                  <a:pt x="9525" y="9063"/>
                  <a:pt x="9644" y="9063"/>
                </a:cubicBezTo>
                <a:lnTo>
                  <a:pt x="9704" y="9063"/>
                </a:lnTo>
                <a:cubicBezTo>
                  <a:pt x="9835" y="9051"/>
                  <a:pt x="9966" y="8967"/>
                  <a:pt x="10037" y="8872"/>
                </a:cubicBezTo>
                <a:cubicBezTo>
                  <a:pt x="10752" y="7896"/>
                  <a:pt x="11133" y="6765"/>
                  <a:pt x="11133" y="5562"/>
                </a:cubicBezTo>
                <a:cubicBezTo>
                  <a:pt x="11109" y="2610"/>
                  <a:pt x="8811" y="169"/>
                  <a:pt x="5870" y="2"/>
                </a:cubicBezTo>
                <a:cubicBezTo>
                  <a:pt x="5859" y="1"/>
                  <a:pt x="5848" y="1"/>
                  <a:pt x="58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72" name="Google Shape;13172;p68"/>
          <p:cNvGrpSpPr/>
          <p:nvPr/>
        </p:nvGrpSpPr>
        <p:grpSpPr>
          <a:xfrm>
            <a:off x="4195399" y="2046804"/>
            <a:ext cx="344878" cy="343573"/>
            <a:chOff x="4195399" y="1970604"/>
            <a:chExt cx="344878" cy="343573"/>
          </a:xfrm>
        </p:grpSpPr>
        <p:sp>
          <p:nvSpPr>
            <p:cNvPr id="13173" name="Google Shape;13173;p68"/>
            <p:cNvSpPr/>
            <p:nvPr/>
          </p:nvSpPr>
          <p:spPr>
            <a:xfrm>
              <a:off x="4195399" y="1970604"/>
              <a:ext cx="344878" cy="343573"/>
            </a:xfrm>
            <a:custGeom>
              <a:avLst/>
              <a:gdLst/>
              <a:ahLst/>
              <a:cxnLst/>
              <a:rect l="l" t="t" r="r" b="b"/>
              <a:pathLst>
                <a:path w="10835" h="10794" extrusionOk="0">
                  <a:moveTo>
                    <a:pt x="4155" y="6287"/>
                  </a:moveTo>
                  <a:cubicBezTo>
                    <a:pt x="4274" y="6418"/>
                    <a:pt x="4417" y="6561"/>
                    <a:pt x="4572" y="6704"/>
                  </a:cubicBezTo>
                  <a:lnTo>
                    <a:pt x="3977" y="7299"/>
                  </a:lnTo>
                  <a:lnTo>
                    <a:pt x="3929" y="7252"/>
                  </a:lnTo>
                  <a:lnTo>
                    <a:pt x="3596" y="6918"/>
                  </a:lnTo>
                  <a:lnTo>
                    <a:pt x="3560" y="6883"/>
                  </a:lnTo>
                  <a:lnTo>
                    <a:pt x="4155" y="6287"/>
                  </a:lnTo>
                  <a:close/>
                  <a:moveTo>
                    <a:pt x="3203" y="7064"/>
                  </a:moveTo>
                  <a:cubicBezTo>
                    <a:pt x="3271" y="7064"/>
                    <a:pt x="3340" y="7091"/>
                    <a:pt x="3393" y="7144"/>
                  </a:cubicBezTo>
                  <a:lnTo>
                    <a:pt x="3715" y="7478"/>
                  </a:lnTo>
                  <a:cubicBezTo>
                    <a:pt x="3810" y="7573"/>
                    <a:pt x="3822" y="7740"/>
                    <a:pt x="3715" y="7847"/>
                  </a:cubicBezTo>
                  <a:lnTo>
                    <a:pt x="3524" y="8037"/>
                  </a:lnTo>
                  <a:lnTo>
                    <a:pt x="2822" y="7335"/>
                  </a:lnTo>
                  <a:lnTo>
                    <a:pt x="3012" y="7144"/>
                  </a:lnTo>
                  <a:cubicBezTo>
                    <a:pt x="3066" y="7091"/>
                    <a:pt x="3134" y="7064"/>
                    <a:pt x="3203" y="7064"/>
                  </a:cubicBezTo>
                  <a:close/>
                  <a:moveTo>
                    <a:pt x="2608" y="7549"/>
                  </a:moveTo>
                  <a:lnTo>
                    <a:pt x="3298" y="8252"/>
                  </a:lnTo>
                  <a:lnTo>
                    <a:pt x="1143" y="10407"/>
                  </a:lnTo>
                  <a:cubicBezTo>
                    <a:pt x="1089" y="10460"/>
                    <a:pt x="1024" y="10487"/>
                    <a:pt x="959" y="10487"/>
                  </a:cubicBezTo>
                  <a:cubicBezTo>
                    <a:pt x="893" y="10487"/>
                    <a:pt x="828" y="10460"/>
                    <a:pt x="774" y="10407"/>
                  </a:cubicBezTo>
                  <a:lnTo>
                    <a:pt x="441" y="10073"/>
                  </a:lnTo>
                  <a:cubicBezTo>
                    <a:pt x="345" y="9978"/>
                    <a:pt x="345" y="9811"/>
                    <a:pt x="441" y="9704"/>
                  </a:cubicBezTo>
                  <a:lnTo>
                    <a:pt x="2608" y="7549"/>
                  </a:lnTo>
                  <a:close/>
                  <a:moveTo>
                    <a:pt x="7037" y="1"/>
                  </a:moveTo>
                  <a:cubicBezTo>
                    <a:pt x="3941" y="1"/>
                    <a:pt x="2155" y="3513"/>
                    <a:pt x="3953" y="6013"/>
                  </a:cubicBezTo>
                  <a:lnTo>
                    <a:pt x="3239" y="6728"/>
                  </a:lnTo>
                  <a:cubicBezTo>
                    <a:pt x="3224" y="6727"/>
                    <a:pt x="3209" y="6726"/>
                    <a:pt x="3194" y="6726"/>
                  </a:cubicBezTo>
                  <a:cubicBezTo>
                    <a:pt x="3036" y="6726"/>
                    <a:pt x="2907" y="6785"/>
                    <a:pt x="2798" y="6894"/>
                  </a:cubicBezTo>
                  <a:lnTo>
                    <a:pt x="226" y="9466"/>
                  </a:lnTo>
                  <a:cubicBezTo>
                    <a:pt x="0" y="9692"/>
                    <a:pt x="0" y="10061"/>
                    <a:pt x="226" y="10288"/>
                  </a:cubicBezTo>
                  <a:lnTo>
                    <a:pt x="548" y="10633"/>
                  </a:lnTo>
                  <a:cubicBezTo>
                    <a:pt x="661" y="10740"/>
                    <a:pt x="810" y="10794"/>
                    <a:pt x="959" y="10794"/>
                  </a:cubicBezTo>
                  <a:cubicBezTo>
                    <a:pt x="1107" y="10794"/>
                    <a:pt x="1256" y="10740"/>
                    <a:pt x="1369" y="10633"/>
                  </a:cubicBezTo>
                  <a:lnTo>
                    <a:pt x="3631" y="8371"/>
                  </a:lnTo>
                  <a:lnTo>
                    <a:pt x="3941" y="8049"/>
                  </a:lnTo>
                  <a:cubicBezTo>
                    <a:pt x="4060" y="7930"/>
                    <a:pt x="4120" y="7775"/>
                    <a:pt x="4108" y="7609"/>
                  </a:cubicBezTo>
                  <a:lnTo>
                    <a:pt x="4822" y="6894"/>
                  </a:lnTo>
                  <a:cubicBezTo>
                    <a:pt x="5358" y="7275"/>
                    <a:pt x="6001" y="7514"/>
                    <a:pt x="6656" y="7597"/>
                  </a:cubicBezTo>
                  <a:lnTo>
                    <a:pt x="6668" y="7597"/>
                  </a:lnTo>
                  <a:cubicBezTo>
                    <a:pt x="6739" y="7597"/>
                    <a:pt x="6810" y="7537"/>
                    <a:pt x="6834" y="7442"/>
                  </a:cubicBezTo>
                  <a:cubicBezTo>
                    <a:pt x="6846" y="7359"/>
                    <a:pt x="6775" y="7275"/>
                    <a:pt x="6691" y="7264"/>
                  </a:cubicBezTo>
                  <a:cubicBezTo>
                    <a:pt x="6013" y="7192"/>
                    <a:pt x="5370" y="6918"/>
                    <a:pt x="4846" y="6502"/>
                  </a:cubicBezTo>
                  <a:cubicBezTo>
                    <a:pt x="2286" y="4442"/>
                    <a:pt x="3798" y="334"/>
                    <a:pt x="7037" y="334"/>
                  </a:cubicBezTo>
                  <a:cubicBezTo>
                    <a:pt x="8870" y="334"/>
                    <a:pt x="10323" y="1715"/>
                    <a:pt x="10501" y="3454"/>
                  </a:cubicBezTo>
                  <a:cubicBezTo>
                    <a:pt x="10522" y="3535"/>
                    <a:pt x="10576" y="3590"/>
                    <a:pt x="10644" y="3590"/>
                  </a:cubicBezTo>
                  <a:cubicBezTo>
                    <a:pt x="10655" y="3590"/>
                    <a:pt x="10668" y="3588"/>
                    <a:pt x="10680" y="3584"/>
                  </a:cubicBezTo>
                  <a:cubicBezTo>
                    <a:pt x="10775" y="3573"/>
                    <a:pt x="10835" y="3501"/>
                    <a:pt x="10823" y="3406"/>
                  </a:cubicBezTo>
                  <a:cubicBezTo>
                    <a:pt x="10620" y="1525"/>
                    <a:pt x="9037"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4" name="Google Shape;13174;p68"/>
            <p:cNvSpPr/>
            <p:nvPr/>
          </p:nvSpPr>
          <p:spPr>
            <a:xfrm>
              <a:off x="4311356" y="1993458"/>
              <a:ext cx="206959" cy="197378"/>
            </a:xfrm>
            <a:custGeom>
              <a:avLst/>
              <a:gdLst/>
              <a:ahLst/>
              <a:cxnLst/>
              <a:rect l="l" t="t" r="r" b="b"/>
              <a:pathLst>
                <a:path w="6502" h="6201" extrusionOk="0">
                  <a:moveTo>
                    <a:pt x="3394" y="295"/>
                  </a:moveTo>
                  <a:cubicBezTo>
                    <a:pt x="4930" y="295"/>
                    <a:pt x="6180" y="1533"/>
                    <a:pt x="6180" y="3081"/>
                  </a:cubicBezTo>
                  <a:cubicBezTo>
                    <a:pt x="6180" y="4641"/>
                    <a:pt x="4930" y="5879"/>
                    <a:pt x="3394" y="5879"/>
                  </a:cubicBezTo>
                  <a:cubicBezTo>
                    <a:pt x="2679" y="5879"/>
                    <a:pt x="1965" y="5605"/>
                    <a:pt x="1429" y="5057"/>
                  </a:cubicBezTo>
                  <a:cubicBezTo>
                    <a:pt x="346" y="3974"/>
                    <a:pt x="346" y="2200"/>
                    <a:pt x="1429" y="1116"/>
                  </a:cubicBezTo>
                  <a:cubicBezTo>
                    <a:pt x="1977" y="569"/>
                    <a:pt x="2679" y="295"/>
                    <a:pt x="3394" y="295"/>
                  </a:cubicBezTo>
                  <a:close/>
                  <a:moveTo>
                    <a:pt x="3404" y="0"/>
                  </a:moveTo>
                  <a:cubicBezTo>
                    <a:pt x="2608" y="0"/>
                    <a:pt x="1810" y="301"/>
                    <a:pt x="1203" y="902"/>
                  </a:cubicBezTo>
                  <a:cubicBezTo>
                    <a:pt x="0" y="2116"/>
                    <a:pt x="0" y="4093"/>
                    <a:pt x="1203" y="5295"/>
                  </a:cubicBezTo>
                  <a:cubicBezTo>
                    <a:pt x="1822" y="5903"/>
                    <a:pt x="2608" y="6200"/>
                    <a:pt x="3394" y="6200"/>
                  </a:cubicBezTo>
                  <a:cubicBezTo>
                    <a:pt x="5108" y="6188"/>
                    <a:pt x="6501" y="4819"/>
                    <a:pt x="6501" y="3093"/>
                  </a:cubicBezTo>
                  <a:cubicBezTo>
                    <a:pt x="6501" y="2259"/>
                    <a:pt x="6180" y="1485"/>
                    <a:pt x="5596" y="902"/>
                  </a:cubicBezTo>
                  <a:cubicBezTo>
                    <a:pt x="4995" y="301"/>
                    <a:pt x="4200" y="0"/>
                    <a:pt x="3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5" name="Google Shape;13175;p68"/>
            <p:cNvSpPr/>
            <p:nvPr/>
          </p:nvSpPr>
          <p:spPr>
            <a:xfrm>
              <a:off x="4372374" y="2030476"/>
              <a:ext cx="94026" cy="114493"/>
            </a:xfrm>
            <a:custGeom>
              <a:avLst/>
              <a:gdLst/>
              <a:ahLst/>
              <a:cxnLst/>
              <a:rect l="l" t="t" r="r" b="b"/>
              <a:pathLst>
                <a:path w="2954" h="3597" extrusionOk="0">
                  <a:moveTo>
                    <a:pt x="1477" y="310"/>
                  </a:moveTo>
                  <a:cubicBezTo>
                    <a:pt x="1834" y="310"/>
                    <a:pt x="2120" y="584"/>
                    <a:pt x="2120" y="953"/>
                  </a:cubicBezTo>
                  <a:cubicBezTo>
                    <a:pt x="2120" y="1311"/>
                    <a:pt x="1834" y="1584"/>
                    <a:pt x="1477" y="1584"/>
                  </a:cubicBezTo>
                  <a:cubicBezTo>
                    <a:pt x="1119" y="1584"/>
                    <a:pt x="834" y="1311"/>
                    <a:pt x="834" y="953"/>
                  </a:cubicBezTo>
                  <a:cubicBezTo>
                    <a:pt x="834" y="596"/>
                    <a:pt x="1119" y="310"/>
                    <a:pt x="1477" y="310"/>
                  </a:cubicBezTo>
                  <a:close/>
                  <a:moveTo>
                    <a:pt x="1905" y="1918"/>
                  </a:moveTo>
                  <a:cubicBezTo>
                    <a:pt x="2298" y="1918"/>
                    <a:pt x="2608" y="2227"/>
                    <a:pt x="2608" y="2620"/>
                  </a:cubicBezTo>
                  <a:lnTo>
                    <a:pt x="2608" y="3287"/>
                  </a:lnTo>
                  <a:lnTo>
                    <a:pt x="2298" y="3287"/>
                  </a:lnTo>
                  <a:lnTo>
                    <a:pt x="2298" y="2585"/>
                  </a:lnTo>
                  <a:cubicBezTo>
                    <a:pt x="2298" y="2501"/>
                    <a:pt x="2227" y="2418"/>
                    <a:pt x="2132" y="2418"/>
                  </a:cubicBezTo>
                  <a:cubicBezTo>
                    <a:pt x="2048" y="2418"/>
                    <a:pt x="1965" y="2501"/>
                    <a:pt x="1965" y="2585"/>
                  </a:cubicBezTo>
                  <a:lnTo>
                    <a:pt x="1965" y="3287"/>
                  </a:lnTo>
                  <a:lnTo>
                    <a:pt x="977" y="3287"/>
                  </a:lnTo>
                  <a:lnTo>
                    <a:pt x="977" y="2585"/>
                  </a:lnTo>
                  <a:cubicBezTo>
                    <a:pt x="977" y="2501"/>
                    <a:pt x="893" y="2418"/>
                    <a:pt x="810" y="2418"/>
                  </a:cubicBezTo>
                  <a:cubicBezTo>
                    <a:pt x="715" y="2418"/>
                    <a:pt x="643" y="2501"/>
                    <a:pt x="643" y="2585"/>
                  </a:cubicBezTo>
                  <a:lnTo>
                    <a:pt x="643" y="3287"/>
                  </a:lnTo>
                  <a:lnTo>
                    <a:pt x="298" y="3287"/>
                  </a:lnTo>
                  <a:lnTo>
                    <a:pt x="298" y="2620"/>
                  </a:lnTo>
                  <a:cubicBezTo>
                    <a:pt x="298" y="2227"/>
                    <a:pt x="619" y="1918"/>
                    <a:pt x="1000" y="1918"/>
                  </a:cubicBezTo>
                  <a:close/>
                  <a:moveTo>
                    <a:pt x="1477" y="1"/>
                  </a:moveTo>
                  <a:cubicBezTo>
                    <a:pt x="941" y="1"/>
                    <a:pt x="512" y="430"/>
                    <a:pt x="512" y="965"/>
                  </a:cubicBezTo>
                  <a:cubicBezTo>
                    <a:pt x="512" y="1227"/>
                    <a:pt x="619" y="1465"/>
                    <a:pt x="798" y="1632"/>
                  </a:cubicBezTo>
                  <a:cubicBezTo>
                    <a:pt x="346" y="1739"/>
                    <a:pt x="0" y="2144"/>
                    <a:pt x="0" y="2632"/>
                  </a:cubicBezTo>
                  <a:lnTo>
                    <a:pt x="0" y="3299"/>
                  </a:lnTo>
                  <a:cubicBezTo>
                    <a:pt x="0" y="3466"/>
                    <a:pt x="143" y="3597"/>
                    <a:pt x="298" y="3597"/>
                  </a:cubicBezTo>
                  <a:lnTo>
                    <a:pt x="2643" y="3597"/>
                  </a:lnTo>
                  <a:cubicBezTo>
                    <a:pt x="2798" y="3597"/>
                    <a:pt x="2941" y="3466"/>
                    <a:pt x="2941" y="3299"/>
                  </a:cubicBezTo>
                  <a:lnTo>
                    <a:pt x="2941" y="2632"/>
                  </a:lnTo>
                  <a:cubicBezTo>
                    <a:pt x="2953" y="2144"/>
                    <a:pt x="2620" y="1739"/>
                    <a:pt x="2167" y="1632"/>
                  </a:cubicBezTo>
                  <a:cubicBezTo>
                    <a:pt x="2322" y="1453"/>
                    <a:pt x="2441" y="1215"/>
                    <a:pt x="2441" y="965"/>
                  </a:cubicBezTo>
                  <a:cubicBezTo>
                    <a:pt x="2441" y="430"/>
                    <a:pt x="2012"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6" name="Google Shape;13176;p68"/>
            <p:cNvSpPr/>
            <p:nvPr/>
          </p:nvSpPr>
          <p:spPr>
            <a:xfrm>
              <a:off x="4426167" y="2098561"/>
              <a:ext cx="114111" cy="113474"/>
            </a:xfrm>
            <a:custGeom>
              <a:avLst/>
              <a:gdLst/>
              <a:ahLst/>
              <a:cxnLst/>
              <a:rect l="l" t="t" r="r" b="b"/>
              <a:pathLst>
                <a:path w="3585" h="3565" extrusionOk="0">
                  <a:moveTo>
                    <a:pt x="3401" y="1"/>
                  </a:moveTo>
                  <a:cubicBezTo>
                    <a:pt x="3330" y="1"/>
                    <a:pt x="3272" y="73"/>
                    <a:pt x="3251" y="136"/>
                  </a:cubicBezTo>
                  <a:cubicBezTo>
                    <a:pt x="3097" y="1767"/>
                    <a:pt x="1799" y="3077"/>
                    <a:pt x="144" y="3244"/>
                  </a:cubicBezTo>
                  <a:cubicBezTo>
                    <a:pt x="61" y="3255"/>
                    <a:pt x="1" y="3339"/>
                    <a:pt x="13" y="3422"/>
                  </a:cubicBezTo>
                  <a:cubicBezTo>
                    <a:pt x="25" y="3494"/>
                    <a:pt x="84" y="3565"/>
                    <a:pt x="180" y="3565"/>
                  </a:cubicBezTo>
                  <a:lnTo>
                    <a:pt x="191" y="3565"/>
                  </a:lnTo>
                  <a:cubicBezTo>
                    <a:pt x="1966" y="3398"/>
                    <a:pt x="3394" y="1970"/>
                    <a:pt x="3573" y="184"/>
                  </a:cubicBezTo>
                  <a:cubicBezTo>
                    <a:pt x="3585" y="88"/>
                    <a:pt x="3513" y="17"/>
                    <a:pt x="3430" y="5"/>
                  </a:cubicBezTo>
                  <a:cubicBezTo>
                    <a:pt x="3420" y="2"/>
                    <a:pt x="3410" y="1"/>
                    <a:pt x="3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7" name="Google Shape;13177;p68"/>
          <p:cNvGrpSpPr/>
          <p:nvPr/>
        </p:nvGrpSpPr>
        <p:grpSpPr>
          <a:xfrm>
            <a:off x="4674791" y="2053647"/>
            <a:ext cx="344528" cy="344114"/>
            <a:chOff x="4674791" y="1977447"/>
            <a:chExt cx="344528" cy="344114"/>
          </a:xfrm>
        </p:grpSpPr>
        <p:sp>
          <p:nvSpPr>
            <p:cNvPr id="13178" name="Google Shape;13178;p68"/>
            <p:cNvSpPr/>
            <p:nvPr/>
          </p:nvSpPr>
          <p:spPr>
            <a:xfrm>
              <a:off x="4696022" y="1996768"/>
              <a:ext cx="29570" cy="29220"/>
            </a:xfrm>
            <a:custGeom>
              <a:avLst/>
              <a:gdLst/>
              <a:ahLst/>
              <a:cxnLst/>
              <a:rect l="l" t="t" r="r" b="b"/>
              <a:pathLst>
                <a:path w="929" h="918" extrusionOk="0">
                  <a:moveTo>
                    <a:pt x="476" y="310"/>
                  </a:moveTo>
                  <a:cubicBezTo>
                    <a:pt x="548" y="310"/>
                    <a:pt x="631" y="369"/>
                    <a:pt x="631" y="465"/>
                  </a:cubicBezTo>
                  <a:cubicBezTo>
                    <a:pt x="631" y="536"/>
                    <a:pt x="572" y="607"/>
                    <a:pt x="476" y="607"/>
                  </a:cubicBezTo>
                  <a:cubicBezTo>
                    <a:pt x="405" y="607"/>
                    <a:pt x="334" y="548"/>
                    <a:pt x="334" y="465"/>
                  </a:cubicBezTo>
                  <a:cubicBezTo>
                    <a:pt x="334" y="381"/>
                    <a:pt x="393" y="310"/>
                    <a:pt x="476"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68"/>
            <p:cNvSpPr/>
            <p:nvPr/>
          </p:nvSpPr>
          <p:spPr>
            <a:xfrm>
              <a:off x="4733899" y="1996768"/>
              <a:ext cx="29602" cy="29220"/>
            </a:xfrm>
            <a:custGeom>
              <a:avLst/>
              <a:gdLst/>
              <a:ahLst/>
              <a:cxnLst/>
              <a:rect l="l" t="t" r="r" b="b"/>
              <a:pathLst>
                <a:path w="930" h="918" extrusionOk="0">
                  <a:moveTo>
                    <a:pt x="465" y="310"/>
                  </a:moveTo>
                  <a:cubicBezTo>
                    <a:pt x="549" y="310"/>
                    <a:pt x="608" y="369"/>
                    <a:pt x="608" y="465"/>
                  </a:cubicBezTo>
                  <a:cubicBezTo>
                    <a:pt x="608" y="536"/>
                    <a:pt x="549" y="607"/>
                    <a:pt x="465" y="607"/>
                  </a:cubicBezTo>
                  <a:cubicBezTo>
                    <a:pt x="394" y="607"/>
                    <a:pt x="310" y="548"/>
                    <a:pt x="310" y="465"/>
                  </a:cubicBezTo>
                  <a:cubicBezTo>
                    <a:pt x="310" y="381"/>
                    <a:pt x="370" y="310"/>
                    <a:pt x="465" y="310"/>
                  </a:cubicBezTo>
                  <a:close/>
                  <a:moveTo>
                    <a:pt x="465" y="0"/>
                  </a:moveTo>
                  <a:cubicBezTo>
                    <a:pt x="215" y="0"/>
                    <a:pt x="1" y="203"/>
                    <a:pt x="1" y="465"/>
                  </a:cubicBezTo>
                  <a:cubicBezTo>
                    <a:pt x="1" y="715"/>
                    <a:pt x="215" y="917"/>
                    <a:pt x="465" y="917"/>
                  </a:cubicBezTo>
                  <a:cubicBezTo>
                    <a:pt x="715" y="917"/>
                    <a:pt x="930" y="715"/>
                    <a:pt x="930" y="465"/>
                  </a:cubicBezTo>
                  <a:cubicBezTo>
                    <a:pt x="930"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68"/>
            <p:cNvSpPr/>
            <p:nvPr/>
          </p:nvSpPr>
          <p:spPr>
            <a:xfrm>
              <a:off x="4771809" y="1996768"/>
              <a:ext cx="29602" cy="29220"/>
            </a:xfrm>
            <a:custGeom>
              <a:avLst/>
              <a:gdLst/>
              <a:ahLst/>
              <a:cxnLst/>
              <a:rect l="l" t="t" r="r" b="b"/>
              <a:pathLst>
                <a:path w="930" h="918" extrusionOk="0">
                  <a:moveTo>
                    <a:pt x="465" y="310"/>
                  </a:moveTo>
                  <a:cubicBezTo>
                    <a:pt x="536" y="310"/>
                    <a:pt x="608" y="369"/>
                    <a:pt x="608" y="465"/>
                  </a:cubicBezTo>
                  <a:cubicBezTo>
                    <a:pt x="608" y="536"/>
                    <a:pt x="548" y="607"/>
                    <a:pt x="465" y="607"/>
                  </a:cubicBezTo>
                  <a:cubicBezTo>
                    <a:pt x="393" y="607"/>
                    <a:pt x="310" y="548"/>
                    <a:pt x="310" y="465"/>
                  </a:cubicBezTo>
                  <a:cubicBezTo>
                    <a:pt x="310" y="381"/>
                    <a:pt x="370" y="310"/>
                    <a:pt x="465"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68"/>
            <p:cNvSpPr/>
            <p:nvPr/>
          </p:nvSpPr>
          <p:spPr>
            <a:xfrm>
              <a:off x="4674791" y="1977447"/>
              <a:ext cx="344528" cy="344114"/>
            </a:xfrm>
            <a:custGeom>
              <a:avLst/>
              <a:gdLst/>
              <a:ahLst/>
              <a:cxnLst/>
              <a:rect l="l" t="t" r="r" b="b"/>
              <a:pathLst>
                <a:path w="10824" h="10811" extrusionOk="0">
                  <a:moveTo>
                    <a:pt x="10466" y="2155"/>
                  </a:moveTo>
                  <a:lnTo>
                    <a:pt x="10466" y="10120"/>
                  </a:lnTo>
                  <a:lnTo>
                    <a:pt x="10478" y="10120"/>
                  </a:lnTo>
                  <a:cubicBezTo>
                    <a:pt x="10478" y="10323"/>
                    <a:pt x="10311" y="10501"/>
                    <a:pt x="10085" y="10501"/>
                  </a:cubicBezTo>
                  <a:lnTo>
                    <a:pt x="667" y="10501"/>
                  </a:lnTo>
                  <a:cubicBezTo>
                    <a:pt x="465" y="10501"/>
                    <a:pt x="286" y="10335"/>
                    <a:pt x="286" y="10120"/>
                  </a:cubicBezTo>
                  <a:lnTo>
                    <a:pt x="286" y="2155"/>
                  </a:lnTo>
                  <a:close/>
                  <a:moveTo>
                    <a:pt x="703" y="0"/>
                  </a:moveTo>
                  <a:cubicBezTo>
                    <a:pt x="310" y="0"/>
                    <a:pt x="0" y="310"/>
                    <a:pt x="0" y="691"/>
                  </a:cubicBezTo>
                  <a:lnTo>
                    <a:pt x="0" y="10120"/>
                  </a:lnTo>
                  <a:cubicBezTo>
                    <a:pt x="0" y="10501"/>
                    <a:pt x="310" y="10811"/>
                    <a:pt x="703" y="10811"/>
                  </a:cubicBezTo>
                  <a:lnTo>
                    <a:pt x="10121" y="10811"/>
                  </a:lnTo>
                  <a:cubicBezTo>
                    <a:pt x="10502" y="10811"/>
                    <a:pt x="10823" y="10501"/>
                    <a:pt x="10823" y="10120"/>
                  </a:cubicBezTo>
                  <a:lnTo>
                    <a:pt x="10823" y="691"/>
                  </a:lnTo>
                  <a:cubicBezTo>
                    <a:pt x="10799" y="310"/>
                    <a:pt x="10490" y="0"/>
                    <a:pt x="10109" y="0"/>
                  </a:cubicBezTo>
                  <a:lnTo>
                    <a:pt x="5025" y="0"/>
                  </a:lnTo>
                  <a:cubicBezTo>
                    <a:pt x="4942" y="0"/>
                    <a:pt x="4870" y="71"/>
                    <a:pt x="4870" y="155"/>
                  </a:cubicBezTo>
                  <a:cubicBezTo>
                    <a:pt x="4870" y="250"/>
                    <a:pt x="4942" y="321"/>
                    <a:pt x="5025" y="321"/>
                  </a:cubicBezTo>
                  <a:lnTo>
                    <a:pt x="10109" y="321"/>
                  </a:lnTo>
                  <a:cubicBezTo>
                    <a:pt x="10311" y="321"/>
                    <a:pt x="10490" y="488"/>
                    <a:pt x="10490" y="714"/>
                  </a:cubicBezTo>
                  <a:lnTo>
                    <a:pt x="10490" y="1857"/>
                  </a:lnTo>
                  <a:lnTo>
                    <a:pt x="310" y="1857"/>
                  </a:lnTo>
                  <a:lnTo>
                    <a:pt x="310" y="714"/>
                  </a:lnTo>
                  <a:cubicBezTo>
                    <a:pt x="310" y="500"/>
                    <a:pt x="477" y="321"/>
                    <a:pt x="703" y="321"/>
                  </a:cubicBezTo>
                  <a:lnTo>
                    <a:pt x="4049" y="321"/>
                  </a:lnTo>
                  <a:cubicBezTo>
                    <a:pt x="4132" y="321"/>
                    <a:pt x="4215" y="250"/>
                    <a:pt x="4215" y="155"/>
                  </a:cubicBezTo>
                  <a:cubicBezTo>
                    <a:pt x="4215" y="71"/>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68"/>
            <p:cNvSpPr/>
            <p:nvPr/>
          </p:nvSpPr>
          <p:spPr>
            <a:xfrm>
              <a:off x="4696022" y="2073160"/>
              <a:ext cx="13655" cy="27469"/>
            </a:xfrm>
            <a:custGeom>
              <a:avLst/>
              <a:gdLst/>
              <a:ahLst/>
              <a:cxnLst/>
              <a:rect l="l" t="t" r="r" b="b"/>
              <a:pathLst>
                <a:path w="429" h="863" extrusionOk="0">
                  <a:moveTo>
                    <a:pt x="249" y="1"/>
                  </a:moveTo>
                  <a:cubicBezTo>
                    <a:pt x="198" y="1"/>
                    <a:pt x="148" y="22"/>
                    <a:pt x="119" y="65"/>
                  </a:cubicBezTo>
                  <a:cubicBezTo>
                    <a:pt x="48" y="184"/>
                    <a:pt x="0" y="327"/>
                    <a:pt x="0" y="470"/>
                  </a:cubicBezTo>
                  <a:lnTo>
                    <a:pt x="0" y="708"/>
                  </a:lnTo>
                  <a:cubicBezTo>
                    <a:pt x="0" y="779"/>
                    <a:pt x="72" y="863"/>
                    <a:pt x="167" y="863"/>
                  </a:cubicBezTo>
                  <a:cubicBezTo>
                    <a:pt x="250" y="863"/>
                    <a:pt x="334" y="779"/>
                    <a:pt x="334" y="696"/>
                  </a:cubicBezTo>
                  <a:lnTo>
                    <a:pt x="334" y="470"/>
                  </a:lnTo>
                  <a:cubicBezTo>
                    <a:pt x="334" y="398"/>
                    <a:pt x="357" y="303"/>
                    <a:pt x="393" y="243"/>
                  </a:cubicBezTo>
                  <a:cubicBezTo>
                    <a:pt x="429" y="172"/>
                    <a:pt x="417" y="65"/>
                    <a:pt x="346" y="29"/>
                  </a:cubicBezTo>
                  <a:cubicBezTo>
                    <a:pt x="317" y="10"/>
                    <a:pt x="283"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68"/>
            <p:cNvSpPr/>
            <p:nvPr/>
          </p:nvSpPr>
          <p:spPr>
            <a:xfrm>
              <a:off x="4711173" y="2279419"/>
              <a:ext cx="28456" cy="10695"/>
            </a:xfrm>
            <a:custGeom>
              <a:avLst/>
              <a:gdLst/>
              <a:ahLst/>
              <a:cxnLst/>
              <a:rect l="l" t="t" r="r" b="b"/>
              <a:pathLst>
                <a:path w="894" h="336" extrusionOk="0">
                  <a:moveTo>
                    <a:pt x="170" y="1"/>
                  </a:moveTo>
                  <a:cubicBezTo>
                    <a:pt x="96" y="1"/>
                    <a:pt x="34" y="57"/>
                    <a:pt x="12" y="133"/>
                  </a:cubicBezTo>
                  <a:cubicBezTo>
                    <a:pt x="0" y="228"/>
                    <a:pt x="60" y="300"/>
                    <a:pt x="131" y="312"/>
                  </a:cubicBezTo>
                  <a:cubicBezTo>
                    <a:pt x="179" y="312"/>
                    <a:pt x="215" y="336"/>
                    <a:pt x="251" y="336"/>
                  </a:cubicBezTo>
                  <a:lnTo>
                    <a:pt x="727" y="336"/>
                  </a:lnTo>
                  <a:cubicBezTo>
                    <a:pt x="822" y="336"/>
                    <a:pt x="893" y="252"/>
                    <a:pt x="893" y="169"/>
                  </a:cubicBezTo>
                  <a:cubicBezTo>
                    <a:pt x="893" y="74"/>
                    <a:pt x="822" y="2"/>
                    <a:pt x="727" y="2"/>
                  </a:cubicBezTo>
                  <a:lnTo>
                    <a:pt x="191" y="2"/>
                  </a:lnTo>
                  <a:cubicBezTo>
                    <a:pt x="184" y="1"/>
                    <a:pt x="177"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68"/>
            <p:cNvSpPr/>
            <p:nvPr/>
          </p:nvSpPr>
          <p:spPr>
            <a:xfrm>
              <a:off x="4714197" y="2064216"/>
              <a:ext cx="28456" cy="10631"/>
            </a:xfrm>
            <a:custGeom>
              <a:avLst/>
              <a:gdLst/>
              <a:ahLst/>
              <a:cxnLst/>
              <a:rect l="l" t="t" r="r" b="b"/>
              <a:pathLst>
                <a:path w="894" h="334" extrusionOk="0">
                  <a:moveTo>
                    <a:pt x="156" y="1"/>
                  </a:moveTo>
                  <a:cubicBezTo>
                    <a:pt x="72" y="1"/>
                    <a:pt x="1" y="84"/>
                    <a:pt x="1" y="167"/>
                  </a:cubicBezTo>
                  <a:cubicBezTo>
                    <a:pt x="13"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68"/>
            <p:cNvSpPr/>
            <p:nvPr/>
          </p:nvSpPr>
          <p:spPr>
            <a:xfrm>
              <a:off x="4747173" y="2279482"/>
              <a:ext cx="28456" cy="10631"/>
            </a:xfrm>
            <a:custGeom>
              <a:avLst/>
              <a:gdLst/>
              <a:ahLst/>
              <a:cxnLst/>
              <a:rect l="l" t="t" r="r" b="b"/>
              <a:pathLst>
                <a:path w="894" h="334" extrusionOk="0">
                  <a:moveTo>
                    <a:pt x="167" y="0"/>
                  </a:moveTo>
                  <a:cubicBezTo>
                    <a:pt x="72" y="0"/>
                    <a:pt x="1" y="72"/>
                    <a:pt x="1" y="167"/>
                  </a:cubicBezTo>
                  <a:cubicBezTo>
                    <a:pt x="1"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68"/>
            <p:cNvSpPr/>
            <p:nvPr/>
          </p:nvSpPr>
          <p:spPr>
            <a:xfrm>
              <a:off x="4750196" y="2064216"/>
              <a:ext cx="28456" cy="10631"/>
            </a:xfrm>
            <a:custGeom>
              <a:avLst/>
              <a:gdLst/>
              <a:ahLst/>
              <a:cxnLst/>
              <a:rect l="l" t="t" r="r" b="b"/>
              <a:pathLst>
                <a:path w="894" h="334" extrusionOk="0">
                  <a:moveTo>
                    <a:pt x="156" y="1"/>
                  </a:moveTo>
                  <a:cubicBezTo>
                    <a:pt x="72" y="1"/>
                    <a:pt x="1" y="84"/>
                    <a:pt x="1" y="167"/>
                  </a:cubicBezTo>
                  <a:cubicBezTo>
                    <a:pt x="1"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7" name="Google Shape;13187;p68"/>
            <p:cNvSpPr/>
            <p:nvPr/>
          </p:nvSpPr>
          <p:spPr>
            <a:xfrm>
              <a:off x="4696022" y="2107791"/>
              <a:ext cx="10631" cy="28838"/>
            </a:xfrm>
            <a:custGeom>
              <a:avLst/>
              <a:gdLst/>
              <a:ahLst/>
              <a:cxnLst/>
              <a:rect l="l" t="t" r="r" b="b"/>
              <a:pathLst>
                <a:path w="334" h="906" extrusionOk="0">
                  <a:moveTo>
                    <a:pt x="167" y="1"/>
                  </a:moveTo>
                  <a:cubicBezTo>
                    <a:pt x="72" y="1"/>
                    <a:pt x="0" y="84"/>
                    <a:pt x="0" y="167"/>
                  </a:cubicBezTo>
                  <a:lnTo>
                    <a:pt x="0" y="739"/>
                  </a:lnTo>
                  <a:cubicBezTo>
                    <a:pt x="0" y="822"/>
                    <a:pt x="72" y="906"/>
                    <a:pt x="167" y="906"/>
                  </a:cubicBezTo>
                  <a:cubicBezTo>
                    <a:pt x="250" y="906"/>
                    <a:pt x="334" y="822"/>
                    <a:pt x="334" y="739"/>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8" name="Google Shape;13188;p68"/>
            <p:cNvSpPr/>
            <p:nvPr/>
          </p:nvSpPr>
          <p:spPr>
            <a:xfrm>
              <a:off x="4695640" y="2251058"/>
              <a:ext cx="12541" cy="28074"/>
            </a:xfrm>
            <a:custGeom>
              <a:avLst/>
              <a:gdLst/>
              <a:ahLst/>
              <a:cxnLst/>
              <a:rect l="l" t="t" r="r" b="b"/>
              <a:pathLst>
                <a:path w="394" h="882" extrusionOk="0">
                  <a:moveTo>
                    <a:pt x="155" y="0"/>
                  </a:moveTo>
                  <a:cubicBezTo>
                    <a:pt x="72" y="0"/>
                    <a:pt x="0" y="72"/>
                    <a:pt x="0" y="167"/>
                  </a:cubicBezTo>
                  <a:lnTo>
                    <a:pt x="0" y="488"/>
                  </a:lnTo>
                  <a:cubicBezTo>
                    <a:pt x="0" y="596"/>
                    <a:pt x="12" y="703"/>
                    <a:pt x="60" y="786"/>
                  </a:cubicBezTo>
                  <a:cubicBezTo>
                    <a:pt x="107" y="846"/>
                    <a:pt x="167" y="881"/>
                    <a:pt x="227" y="881"/>
                  </a:cubicBezTo>
                  <a:cubicBezTo>
                    <a:pt x="238" y="881"/>
                    <a:pt x="262" y="881"/>
                    <a:pt x="286" y="869"/>
                  </a:cubicBezTo>
                  <a:cubicBezTo>
                    <a:pt x="358" y="834"/>
                    <a:pt x="393" y="727"/>
                    <a:pt x="358" y="655"/>
                  </a:cubicBezTo>
                  <a:cubicBezTo>
                    <a:pt x="322" y="596"/>
                    <a:pt x="322" y="548"/>
                    <a:pt x="322" y="488"/>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9" name="Google Shape;13189;p68"/>
            <p:cNvSpPr/>
            <p:nvPr/>
          </p:nvSpPr>
          <p:spPr>
            <a:xfrm>
              <a:off x="4782790" y="2279482"/>
              <a:ext cx="28456" cy="10631"/>
            </a:xfrm>
            <a:custGeom>
              <a:avLst/>
              <a:gdLst/>
              <a:ahLst/>
              <a:cxnLst/>
              <a:rect l="l" t="t" r="r" b="b"/>
              <a:pathLst>
                <a:path w="894" h="334" extrusionOk="0">
                  <a:moveTo>
                    <a:pt x="167" y="0"/>
                  </a:moveTo>
                  <a:cubicBezTo>
                    <a:pt x="72" y="0"/>
                    <a:pt x="1" y="72"/>
                    <a:pt x="1" y="167"/>
                  </a:cubicBezTo>
                  <a:cubicBezTo>
                    <a:pt x="13"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68"/>
            <p:cNvSpPr/>
            <p:nvPr/>
          </p:nvSpPr>
          <p:spPr>
            <a:xfrm>
              <a:off x="4696022" y="2143409"/>
              <a:ext cx="10631" cy="28456"/>
            </a:xfrm>
            <a:custGeom>
              <a:avLst/>
              <a:gdLst/>
              <a:ahLst/>
              <a:cxnLst/>
              <a:rect l="l" t="t" r="r" b="b"/>
              <a:pathLst>
                <a:path w="334" h="894" extrusionOk="0">
                  <a:moveTo>
                    <a:pt x="167" y="1"/>
                  </a:moveTo>
                  <a:cubicBezTo>
                    <a:pt x="72" y="1"/>
                    <a:pt x="0" y="72"/>
                    <a:pt x="0" y="168"/>
                  </a:cubicBezTo>
                  <a:lnTo>
                    <a:pt x="0" y="739"/>
                  </a:lnTo>
                  <a:cubicBezTo>
                    <a:pt x="0" y="822"/>
                    <a:pt x="72" y="894"/>
                    <a:pt x="167" y="894"/>
                  </a:cubicBezTo>
                  <a:cubicBezTo>
                    <a:pt x="250" y="894"/>
                    <a:pt x="334" y="822"/>
                    <a:pt x="334" y="739"/>
                  </a:cubicBez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1" name="Google Shape;13191;p68"/>
            <p:cNvSpPr/>
            <p:nvPr/>
          </p:nvSpPr>
          <p:spPr>
            <a:xfrm>
              <a:off x="4696022" y="2215440"/>
              <a:ext cx="10631" cy="28074"/>
            </a:xfrm>
            <a:custGeom>
              <a:avLst/>
              <a:gdLst/>
              <a:ahLst/>
              <a:cxnLst/>
              <a:rect l="l" t="t" r="r" b="b"/>
              <a:pathLst>
                <a:path w="334" h="882" extrusionOk="0">
                  <a:moveTo>
                    <a:pt x="167" y="0"/>
                  </a:moveTo>
                  <a:cubicBezTo>
                    <a:pt x="72" y="0"/>
                    <a:pt x="0" y="83"/>
                    <a:pt x="0" y="167"/>
                  </a:cubicBezTo>
                  <a:lnTo>
                    <a:pt x="0" y="738"/>
                  </a:lnTo>
                  <a:cubicBezTo>
                    <a:pt x="0" y="810"/>
                    <a:pt x="72" y="881"/>
                    <a:pt x="167" y="881"/>
                  </a:cubicBezTo>
                  <a:cubicBezTo>
                    <a:pt x="250" y="881"/>
                    <a:pt x="334" y="810"/>
                    <a:pt x="334" y="715"/>
                  </a:cubicBezTo>
                  <a:lnTo>
                    <a:pt x="334" y="167"/>
                  </a:lnTo>
                  <a:cubicBezTo>
                    <a:pt x="334"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2" name="Google Shape;13192;p68"/>
            <p:cNvSpPr/>
            <p:nvPr/>
          </p:nvSpPr>
          <p:spPr>
            <a:xfrm>
              <a:off x="4696022" y="2179441"/>
              <a:ext cx="10631" cy="28424"/>
            </a:xfrm>
            <a:custGeom>
              <a:avLst/>
              <a:gdLst/>
              <a:ahLst/>
              <a:cxnLst/>
              <a:rect l="l" t="t" r="r" b="b"/>
              <a:pathLst>
                <a:path w="334" h="893" extrusionOk="0">
                  <a:moveTo>
                    <a:pt x="167" y="0"/>
                  </a:moveTo>
                  <a:cubicBezTo>
                    <a:pt x="72" y="0"/>
                    <a:pt x="0" y="71"/>
                    <a:pt x="0" y="167"/>
                  </a:cubicBezTo>
                  <a:lnTo>
                    <a:pt x="0" y="738"/>
                  </a:lnTo>
                  <a:cubicBezTo>
                    <a:pt x="0" y="822"/>
                    <a:pt x="72" y="893"/>
                    <a:pt x="167" y="893"/>
                  </a:cubicBezTo>
                  <a:cubicBezTo>
                    <a:pt x="250" y="893"/>
                    <a:pt x="334" y="822"/>
                    <a:pt x="334" y="738"/>
                  </a:cubicBezTo>
                  <a:lnTo>
                    <a:pt x="334"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68"/>
            <p:cNvSpPr/>
            <p:nvPr/>
          </p:nvSpPr>
          <p:spPr>
            <a:xfrm>
              <a:off x="4854790" y="2146847"/>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4" name="Google Shape;13194;p68"/>
            <p:cNvSpPr/>
            <p:nvPr/>
          </p:nvSpPr>
          <p:spPr>
            <a:xfrm>
              <a:off x="4854790" y="2110847"/>
              <a:ext cx="10281" cy="28424"/>
            </a:xfrm>
            <a:custGeom>
              <a:avLst/>
              <a:gdLst/>
              <a:ahLst/>
              <a:cxnLst/>
              <a:rect l="l" t="t" r="r" b="b"/>
              <a:pathLst>
                <a:path w="323" h="893" extrusionOk="0">
                  <a:moveTo>
                    <a:pt x="168" y="0"/>
                  </a:moveTo>
                  <a:cubicBezTo>
                    <a:pt x="72" y="0"/>
                    <a:pt x="1" y="71"/>
                    <a:pt x="1" y="167"/>
                  </a:cubicBezTo>
                  <a:lnTo>
                    <a:pt x="1" y="726"/>
                  </a:lnTo>
                  <a:cubicBezTo>
                    <a:pt x="1" y="822"/>
                    <a:pt x="72" y="893"/>
                    <a:pt x="168" y="893"/>
                  </a:cubicBezTo>
                  <a:cubicBezTo>
                    <a:pt x="251" y="893"/>
                    <a:pt x="322" y="822"/>
                    <a:pt x="322" y="726"/>
                  </a:cubicBezTo>
                  <a:lnTo>
                    <a:pt x="322" y="167"/>
                  </a:lnTo>
                  <a:cubicBezTo>
                    <a:pt x="311"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5" name="Google Shape;13195;p68"/>
            <p:cNvSpPr/>
            <p:nvPr/>
          </p:nvSpPr>
          <p:spPr>
            <a:xfrm>
              <a:off x="4854790" y="2182846"/>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55"/>
                  </a:lnTo>
                  <a:cubicBezTo>
                    <a:pt x="311" y="60"/>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6" name="Google Shape;13196;p68"/>
            <p:cNvSpPr/>
            <p:nvPr/>
          </p:nvSpPr>
          <p:spPr>
            <a:xfrm>
              <a:off x="4852912" y="2075738"/>
              <a:ext cx="12159" cy="27915"/>
            </a:xfrm>
            <a:custGeom>
              <a:avLst/>
              <a:gdLst/>
              <a:ahLst/>
              <a:cxnLst/>
              <a:rect l="l" t="t" r="r" b="b"/>
              <a:pathLst>
                <a:path w="382" h="877" extrusionOk="0">
                  <a:moveTo>
                    <a:pt x="185" y="0"/>
                  </a:moveTo>
                  <a:cubicBezTo>
                    <a:pt x="162" y="0"/>
                    <a:pt x="139" y="6"/>
                    <a:pt x="119" y="20"/>
                  </a:cubicBezTo>
                  <a:cubicBezTo>
                    <a:pt x="48" y="43"/>
                    <a:pt x="0" y="151"/>
                    <a:pt x="48" y="222"/>
                  </a:cubicBezTo>
                  <a:cubicBezTo>
                    <a:pt x="48" y="270"/>
                    <a:pt x="60" y="329"/>
                    <a:pt x="60" y="389"/>
                  </a:cubicBezTo>
                  <a:lnTo>
                    <a:pt x="60" y="722"/>
                  </a:lnTo>
                  <a:cubicBezTo>
                    <a:pt x="60" y="805"/>
                    <a:pt x="131" y="877"/>
                    <a:pt x="227" y="877"/>
                  </a:cubicBezTo>
                  <a:cubicBezTo>
                    <a:pt x="310" y="877"/>
                    <a:pt x="381" y="805"/>
                    <a:pt x="381" y="722"/>
                  </a:cubicBezTo>
                  <a:lnTo>
                    <a:pt x="381" y="389"/>
                  </a:lnTo>
                  <a:cubicBezTo>
                    <a:pt x="381" y="281"/>
                    <a:pt x="370" y="186"/>
                    <a:pt x="322" y="91"/>
                  </a:cubicBezTo>
                  <a:cubicBezTo>
                    <a:pt x="305" y="39"/>
                    <a:pt x="244"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68"/>
            <p:cNvSpPr/>
            <p:nvPr/>
          </p:nvSpPr>
          <p:spPr>
            <a:xfrm>
              <a:off x="4854790" y="2218464"/>
              <a:ext cx="10281" cy="28456"/>
            </a:xfrm>
            <a:custGeom>
              <a:avLst/>
              <a:gdLst/>
              <a:ahLst/>
              <a:cxnLst/>
              <a:rect l="l" t="t" r="r" b="b"/>
              <a:pathLst>
                <a:path w="323" h="894" extrusionOk="0">
                  <a:moveTo>
                    <a:pt x="168" y="0"/>
                  </a:moveTo>
                  <a:cubicBezTo>
                    <a:pt x="72" y="0"/>
                    <a:pt x="1" y="72"/>
                    <a:pt x="1" y="167"/>
                  </a:cubicBezTo>
                  <a:lnTo>
                    <a:pt x="1" y="727"/>
                  </a:lnTo>
                  <a:cubicBezTo>
                    <a:pt x="1" y="822"/>
                    <a:pt x="72" y="893"/>
                    <a:pt x="168" y="893"/>
                  </a:cubicBezTo>
                  <a:cubicBezTo>
                    <a:pt x="251" y="893"/>
                    <a:pt x="322" y="822"/>
                    <a:pt x="322" y="727"/>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68"/>
            <p:cNvSpPr/>
            <p:nvPr/>
          </p:nvSpPr>
          <p:spPr>
            <a:xfrm>
              <a:off x="4821464" y="2064598"/>
              <a:ext cx="29188" cy="10249"/>
            </a:xfrm>
            <a:custGeom>
              <a:avLst/>
              <a:gdLst/>
              <a:ahLst/>
              <a:cxnLst/>
              <a:rect l="l" t="t" r="r" b="b"/>
              <a:pathLst>
                <a:path w="917" h="322" extrusionOk="0">
                  <a:moveTo>
                    <a:pt x="167" y="0"/>
                  </a:moveTo>
                  <a:cubicBezTo>
                    <a:pt x="84" y="0"/>
                    <a:pt x="0" y="72"/>
                    <a:pt x="0" y="155"/>
                  </a:cubicBezTo>
                  <a:cubicBezTo>
                    <a:pt x="0" y="250"/>
                    <a:pt x="84" y="322"/>
                    <a:pt x="167" y="322"/>
                  </a:cubicBezTo>
                  <a:lnTo>
                    <a:pt x="738" y="322"/>
                  </a:lnTo>
                  <a:cubicBezTo>
                    <a:pt x="810" y="322"/>
                    <a:pt x="881" y="262"/>
                    <a:pt x="893" y="191"/>
                  </a:cubicBezTo>
                  <a:cubicBezTo>
                    <a:pt x="917" y="96"/>
                    <a:pt x="857" y="24"/>
                    <a:pt x="762" y="12"/>
                  </a:cubicBezTo>
                  <a:cubicBezTo>
                    <a:pt x="715" y="12"/>
                    <a:pt x="691"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68"/>
            <p:cNvSpPr/>
            <p:nvPr/>
          </p:nvSpPr>
          <p:spPr>
            <a:xfrm>
              <a:off x="4785464" y="2064216"/>
              <a:ext cx="28456" cy="10631"/>
            </a:xfrm>
            <a:custGeom>
              <a:avLst/>
              <a:gdLst/>
              <a:ahLst/>
              <a:cxnLst/>
              <a:rect l="l" t="t" r="r" b="b"/>
              <a:pathLst>
                <a:path w="894" h="334" extrusionOk="0">
                  <a:moveTo>
                    <a:pt x="167" y="1"/>
                  </a:moveTo>
                  <a:cubicBezTo>
                    <a:pt x="83" y="1"/>
                    <a:pt x="0" y="84"/>
                    <a:pt x="0" y="167"/>
                  </a:cubicBezTo>
                  <a:cubicBezTo>
                    <a:pt x="24" y="262"/>
                    <a:pt x="83" y="334"/>
                    <a:pt x="167" y="334"/>
                  </a:cubicBezTo>
                  <a:lnTo>
                    <a:pt x="738" y="334"/>
                  </a:lnTo>
                  <a:cubicBezTo>
                    <a:pt x="822" y="334"/>
                    <a:pt x="893" y="262"/>
                    <a:pt x="893" y="167"/>
                  </a:cubicBezTo>
                  <a:cubicBezTo>
                    <a:pt x="893" y="84"/>
                    <a:pt x="822"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68"/>
            <p:cNvSpPr/>
            <p:nvPr/>
          </p:nvSpPr>
          <p:spPr>
            <a:xfrm>
              <a:off x="4818790" y="2279482"/>
              <a:ext cx="28456" cy="10631"/>
            </a:xfrm>
            <a:custGeom>
              <a:avLst/>
              <a:gdLst/>
              <a:ahLst/>
              <a:cxnLst/>
              <a:rect l="l" t="t" r="r" b="b"/>
              <a:pathLst>
                <a:path w="894" h="334" extrusionOk="0">
                  <a:moveTo>
                    <a:pt x="168" y="0"/>
                  </a:moveTo>
                  <a:cubicBezTo>
                    <a:pt x="72" y="0"/>
                    <a:pt x="1" y="72"/>
                    <a:pt x="1" y="167"/>
                  </a:cubicBezTo>
                  <a:cubicBezTo>
                    <a:pt x="1" y="250"/>
                    <a:pt x="72" y="334"/>
                    <a:pt x="168"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68"/>
            <p:cNvSpPr/>
            <p:nvPr/>
          </p:nvSpPr>
          <p:spPr>
            <a:xfrm>
              <a:off x="4851002" y="2253700"/>
              <a:ext cx="14069" cy="28074"/>
            </a:xfrm>
            <a:custGeom>
              <a:avLst/>
              <a:gdLst/>
              <a:ahLst/>
              <a:cxnLst/>
              <a:rect l="l" t="t" r="r" b="b"/>
              <a:pathLst>
                <a:path w="442" h="882" extrusionOk="0">
                  <a:moveTo>
                    <a:pt x="275" y="1"/>
                  </a:moveTo>
                  <a:cubicBezTo>
                    <a:pt x="191" y="1"/>
                    <a:pt x="120" y="84"/>
                    <a:pt x="120" y="167"/>
                  </a:cubicBezTo>
                  <a:lnTo>
                    <a:pt x="120" y="405"/>
                  </a:lnTo>
                  <a:cubicBezTo>
                    <a:pt x="120" y="489"/>
                    <a:pt x="84" y="572"/>
                    <a:pt x="60" y="632"/>
                  </a:cubicBezTo>
                  <a:cubicBezTo>
                    <a:pt x="1" y="703"/>
                    <a:pt x="25" y="810"/>
                    <a:pt x="108" y="858"/>
                  </a:cubicBezTo>
                  <a:cubicBezTo>
                    <a:pt x="132" y="870"/>
                    <a:pt x="168" y="882"/>
                    <a:pt x="191" y="882"/>
                  </a:cubicBezTo>
                  <a:cubicBezTo>
                    <a:pt x="239" y="882"/>
                    <a:pt x="299" y="858"/>
                    <a:pt x="322" y="810"/>
                  </a:cubicBezTo>
                  <a:cubicBezTo>
                    <a:pt x="406" y="691"/>
                    <a:pt x="441" y="560"/>
                    <a:pt x="441" y="405"/>
                  </a:cubicBezTo>
                  <a:lnTo>
                    <a:pt x="441" y="167"/>
                  </a:lnTo>
                  <a:cubicBezTo>
                    <a:pt x="441" y="84"/>
                    <a:pt x="37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2" name="Google Shape;13202;p68"/>
            <p:cNvSpPr/>
            <p:nvPr/>
          </p:nvSpPr>
          <p:spPr>
            <a:xfrm>
              <a:off x="4883596" y="2064980"/>
              <a:ext cx="107299" cy="99310"/>
            </a:xfrm>
            <a:custGeom>
              <a:avLst/>
              <a:gdLst/>
              <a:ahLst/>
              <a:cxnLst/>
              <a:rect l="l" t="t" r="r" b="b"/>
              <a:pathLst>
                <a:path w="3371" h="3120" extrusionOk="0">
                  <a:moveTo>
                    <a:pt x="2620" y="310"/>
                  </a:moveTo>
                  <a:cubicBezTo>
                    <a:pt x="2680" y="310"/>
                    <a:pt x="2739" y="322"/>
                    <a:pt x="2787" y="346"/>
                  </a:cubicBezTo>
                  <a:lnTo>
                    <a:pt x="1656" y="1334"/>
                  </a:lnTo>
                  <a:lnTo>
                    <a:pt x="525" y="346"/>
                  </a:lnTo>
                  <a:cubicBezTo>
                    <a:pt x="584" y="322"/>
                    <a:pt x="644" y="310"/>
                    <a:pt x="703" y="310"/>
                  </a:cubicBezTo>
                  <a:close/>
                  <a:moveTo>
                    <a:pt x="3013" y="572"/>
                  </a:moveTo>
                  <a:cubicBezTo>
                    <a:pt x="3025" y="619"/>
                    <a:pt x="3037" y="667"/>
                    <a:pt x="3037" y="727"/>
                  </a:cubicBezTo>
                  <a:lnTo>
                    <a:pt x="3037" y="2394"/>
                  </a:lnTo>
                  <a:cubicBezTo>
                    <a:pt x="3037" y="2453"/>
                    <a:pt x="3025" y="2501"/>
                    <a:pt x="3013" y="2548"/>
                  </a:cubicBezTo>
                  <a:lnTo>
                    <a:pt x="1906" y="1560"/>
                  </a:lnTo>
                  <a:lnTo>
                    <a:pt x="3013" y="572"/>
                  </a:lnTo>
                  <a:close/>
                  <a:moveTo>
                    <a:pt x="310" y="596"/>
                  </a:moveTo>
                  <a:lnTo>
                    <a:pt x="1418" y="1572"/>
                  </a:lnTo>
                  <a:lnTo>
                    <a:pt x="310" y="2560"/>
                  </a:lnTo>
                  <a:cubicBezTo>
                    <a:pt x="298" y="2513"/>
                    <a:pt x="287" y="2465"/>
                    <a:pt x="287" y="2405"/>
                  </a:cubicBezTo>
                  <a:lnTo>
                    <a:pt x="287" y="727"/>
                  </a:lnTo>
                  <a:cubicBezTo>
                    <a:pt x="287" y="679"/>
                    <a:pt x="298" y="619"/>
                    <a:pt x="310" y="596"/>
                  </a:cubicBezTo>
                  <a:close/>
                  <a:moveTo>
                    <a:pt x="715" y="0"/>
                  </a:moveTo>
                  <a:cubicBezTo>
                    <a:pt x="501" y="0"/>
                    <a:pt x="322" y="84"/>
                    <a:pt x="191" y="227"/>
                  </a:cubicBezTo>
                  <a:lnTo>
                    <a:pt x="179" y="238"/>
                  </a:lnTo>
                  <a:cubicBezTo>
                    <a:pt x="60" y="369"/>
                    <a:pt x="1" y="536"/>
                    <a:pt x="1" y="715"/>
                  </a:cubicBezTo>
                  <a:lnTo>
                    <a:pt x="1" y="2382"/>
                  </a:lnTo>
                  <a:cubicBezTo>
                    <a:pt x="1" y="2560"/>
                    <a:pt x="60" y="2727"/>
                    <a:pt x="168" y="2846"/>
                  </a:cubicBezTo>
                  <a:cubicBezTo>
                    <a:pt x="156" y="2870"/>
                    <a:pt x="156" y="2870"/>
                    <a:pt x="168" y="2882"/>
                  </a:cubicBezTo>
                  <a:lnTo>
                    <a:pt x="191" y="2917"/>
                  </a:lnTo>
                  <a:cubicBezTo>
                    <a:pt x="334" y="3048"/>
                    <a:pt x="513" y="3120"/>
                    <a:pt x="703" y="3120"/>
                  </a:cubicBezTo>
                  <a:lnTo>
                    <a:pt x="1132" y="3120"/>
                  </a:lnTo>
                  <a:cubicBezTo>
                    <a:pt x="1227" y="3120"/>
                    <a:pt x="1299" y="3048"/>
                    <a:pt x="1299" y="2953"/>
                  </a:cubicBezTo>
                  <a:cubicBezTo>
                    <a:pt x="1299" y="2870"/>
                    <a:pt x="1227" y="2798"/>
                    <a:pt x="1132" y="2798"/>
                  </a:cubicBezTo>
                  <a:lnTo>
                    <a:pt x="703" y="2798"/>
                  </a:lnTo>
                  <a:cubicBezTo>
                    <a:pt x="644" y="2798"/>
                    <a:pt x="584" y="2775"/>
                    <a:pt x="537" y="2763"/>
                  </a:cubicBezTo>
                  <a:lnTo>
                    <a:pt x="1668" y="1762"/>
                  </a:lnTo>
                  <a:lnTo>
                    <a:pt x="2799" y="2763"/>
                  </a:lnTo>
                  <a:cubicBezTo>
                    <a:pt x="2751" y="2775"/>
                    <a:pt x="2692" y="2798"/>
                    <a:pt x="2632" y="2798"/>
                  </a:cubicBezTo>
                  <a:lnTo>
                    <a:pt x="2096" y="2798"/>
                  </a:lnTo>
                  <a:cubicBezTo>
                    <a:pt x="2013" y="2798"/>
                    <a:pt x="1942" y="2870"/>
                    <a:pt x="1942" y="2953"/>
                  </a:cubicBezTo>
                  <a:cubicBezTo>
                    <a:pt x="1942" y="3048"/>
                    <a:pt x="2013" y="3120"/>
                    <a:pt x="2096" y="3120"/>
                  </a:cubicBezTo>
                  <a:lnTo>
                    <a:pt x="2632" y="3120"/>
                  </a:lnTo>
                  <a:cubicBezTo>
                    <a:pt x="2846" y="3120"/>
                    <a:pt x="3025" y="3036"/>
                    <a:pt x="3156" y="2905"/>
                  </a:cubicBezTo>
                  <a:lnTo>
                    <a:pt x="3168" y="2882"/>
                  </a:lnTo>
                  <a:cubicBezTo>
                    <a:pt x="3287" y="2751"/>
                    <a:pt x="3370" y="2584"/>
                    <a:pt x="3370" y="2394"/>
                  </a:cubicBezTo>
                  <a:lnTo>
                    <a:pt x="3370" y="727"/>
                  </a:lnTo>
                  <a:cubicBezTo>
                    <a:pt x="3370" y="322"/>
                    <a:pt x="3037" y="0"/>
                    <a:pt x="2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3" name="Google Shape;13203;p68"/>
            <p:cNvSpPr/>
            <p:nvPr/>
          </p:nvSpPr>
          <p:spPr>
            <a:xfrm>
              <a:off x="4882864" y="2190422"/>
              <a:ext cx="107267" cy="99692"/>
            </a:xfrm>
            <a:custGeom>
              <a:avLst/>
              <a:gdLst/>
              <a:ahLst/>
              <a:cxnLst/>
              <a:rect l="l" t="t" r="r" b="b"/>
              <a:pathLst>
                <a:path w="3370" h="3132" extrusionOk="0">
                  <a:moveTo>
                    <a:pt x="2643" y="310"/>
                  </a:moveTo>
                  <a:cubicBezTo>
                    <a:pt x="2703" y="310"/>
                    <a:pt x="2762" y="334"/>
                    <a:pt x="2810" y="346"/>
                  </a:cubicBezTo>
                  <a:lnTo>
                    <a:pt x="1679" y="1346"/>
                  </a:lnTo>
                  <a:lnTo>
                    <a:pt x="548" y="346"/>
                  </a:lnTo>
                  <a:cubicBezTo>
                    <a:pt x="607" y="334"/>
                    <a:pt x="667" y="310"/>
                    <a:pt x="726" y="310"/>
                  </a:cubicBezTo>
                  <a:close/>
                  <a:moveTo>
                    <a:pt x="333" y="584"/>
                  </a:moveTo>
                  <a:lnTo>
                    <a:pt x="1441" y="1560"/>
                  </a:lnTo>
                  <a:lnTo>
                    <a:pt x="333" y="2548"/>
                  </a:lnTo>
                  <a:cubicBezTo>
                    <a:pt x="321" y="2501"/>
                    <a:pt x="310" y="2453"/>
                    <a:pt x="310" y="2393"/>
                  </a:cubicBezTo>
                  <a:lnTo>
                    <a:pt x="310" y="727"/>
                  </a:lnTo>
                  <a:cubicBezTo>
                    <a:pt x="310" y="691"/>
                    <a:pt x="321" y="631"/>
                    <a:pt x="333" y="584"/>
                  </a:cubicBezTo>
                  <a:close/>
                  <a:moveTo>
                    <a:pt x="3036" y="584"/>
                  </a:moveTo>
                  <a:cubicBezTo>
                    <a:pt x="3048" y="631"/>
                    <a:pt x="3060" y="667"/>
                    <a:pt x="3060" y="727"/>
                  </a:cubicBezTo>
                  <a:lnTo>
                    <a:pt x="3060" y="2393"/>
                  </a:lnTo>
                  <a:cubicBezTo>
                    <a:pt x="3060" y="2441"/>
                    <a:pt x="3048" y="2501"/>
                    <a:pt x="3036" y="2548"/>
                  </a:cubicBezTo>
                  <a:lnTo>
                    <a:pt x="1929" y="1560"/>
                  </a:lnTo>
                  <a:lnTo>
                    <a:pt x="3036" y="584"/>
                  </a:lnTo>
                  <a:close/>
                  <a:moveTo>
                    <a:pt x="1691" y="1786"/>
                  </a:moveTo>
                  <a:lnTo>
                    <a:pt x="2822" y="2786"/>
                  </a:lnTo>
                  <a:cubicBezTo>
                    <a:pt x="2762" y="2798"/>
                    <a:pt x="2703" y="2810"/>
                    <a:pt x="2643" y="2810"/>
                  </a:cubicBezTo>
                  <a:lnTo>
                    <a:pt x="726" y="2810"/>
                  </a:lnTo>
                  <a:cubicBezTo>
                    <a:pt x="667" y="2810"/>
                    <a:pt x="607" y="2798"/>
                    <a:pt x="560" y="2786"/>
                  </a:cubicBezTo>
                  <a:lnTo>
                    <a:pt x="1691" y="1786"/>
                  </a:lnTo>
                  <a:close/>
                  <a:moveTo>
                    <a:pt x="726" y="0"/>
                  </a:moveTo>
                  <a:cubicBezTo>
                    <a:pt x="512" y="0"/>
                    <a:pt x="333" y="96"/>
                    <a:pt x="202" y="227"/>
                  </a:cubicBezTo>
                  <a:lnTo>
                    <a:pt x="191" y="238"/>
                  </a:lnTo>
                  <a:cubicBezTo>
                    <a:pt x="71" y="369"/>
                    <a:pt x="0" y="536"/>
                    <a:pt x="0" y="727"/>
                  </a:cubicBezTo>
                  <a:lnTo>
                    <a:pt x="0" y="2393"/>
                  </a:lnTo>
                  <a:cubicBezTo>
                    <a:pt x="0" y="2596"/>
                    <a:pt x="71" y="2751"/>
                    <a:pt x="191" y="2894"/>
                  </a:cubicBezTo>
                  <a:cubicBezTo>
                    <a:pt x="333" y="3036"/>
                    <a:pt x="512" y="3132"/>
                    <a:pt x="726" y="3132"/>
                  </a:cubicBezTo>
                  <a:lnTo>
                    <a:pt x="2643" y="3132"/>
                  </a:lnTo>
                  <a:cubicBezTo>
                    <a:pt x="2858" y="3132"/>
                    <a:pt x="3036" y="3036"/>
                    <a:pt x="3167" y="2905"/>
                  </a:cubicBezTo>
                  <a:lnTo>
                    <a:pt x="3179" y="2894"/>
                  </a:lnTo>
                  <a:cubicBezTo>
                    <a:pt x="3298" y="2751"/>
                    <a:pt x="3369" y="2596"/>
                    <a:pt x="3369" y="2393"/>
                  </a:cubicBezTo>
                  <a:lnTo>
                    <a:pt x="3369" y="727"/>
                  </a:lnTo>
                  <a:cubicBezTo>
                    <a:pt x="3369" y="536"/>
                    <a:pt x="3298" y="369"/>
                    <a:pt x="3179" y="238"/>
                  </a:cubicBezTo>
                  <a:lnTo>
                    <a:pt x="3167" y="227"/>
                  </a:lnTo>
                  <a:cubicBezTo>
                    <a:pt x="3036" y="96"/>
                    <a:pt x="2858" y="0"/>
                    <a:pt x="2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04" name="Google Shape;13204;p68"/>
          <p:cNvGrpSpPr/>
          <p:nvPr/>
        </p:nvGrpSpPr>
        <p:grpSpPr>
          <a:xfrm>
            <a:off x="6083810" y="1623497"/>
            <a:ext cx="382819" cy="310788"/>
            <a:chOff x="6083810" y="1547297"/>
            <a:chExt cx="382819" cy="310788"/>
          </a:xfrm>
        </p:grpSpPr>
        <p:sp>
          <p:nvSpPr>
            <p:cNvPr id="13205" name="Google Shape;13205;p68"/>
            <p:cNvSpPr/>
            <p:nvPr/>
          </p:nvSpPr>
          <p:spPr>
            <a:xfrm>
              <a:off x="6083810" y="1547297"/>
              <a:ext cx="382819" cy="310788"/>
            </a:xfrm>
            <a:custGeom>
              <a:avLst/>
              <a:gdLst/>
              <a:ahLst/>
              <a:cxnLst/>
              <a:rect l="l" t="t" r="r" b="b"/>
              <a:pathLst>
                <a:path w="12027" h="9764" extrusionOk="0">
                  <a:moveTo>
                    <a:pt x="1834" y="334"/>
                  </a:moveTo>
                  <a:cubicBezTo>
                    <a:pt x="1834" y="334"/>
                    <a:pt x="1846" y="334"/>
                    <a:pt x="1846" y="358"/>
                  </a:cubicBezTo>
                  <a:lnTo>
                    <a:pt x="1846" y="1108"/>
                  </a:lnTo>
                  <a:cubicBezTo>
                    <a:pt x="1846" y="1108"/>
                    <a:pt x="1846" y="1132"/>
                    <a:pt x="1834" y="1132"/>
                  </a:cubicBezTo>
                  <a:lnTo>
                    <a:pt x="1465" y="1132"/>
                  </a:lnTo>
                  <a:cubicBezTo>
                    <a:pt x="1465" y="1132"/>
                    <a:pt x="1453" y="1132"/>
                    <a:pt x="1453" y="1108"/>
                  </a:cubicBezTo>
                  <a:lnTo>
                    <a:pt x="1453" y="358"/>
                  </a:lnTo>
                  <a:lnTo>
                    <a:pt x="1834" y="334"/>
                  </a:lnTo>
                  <a:close/>
                  <a:moveTo>
                    <a:pt x="10502" y="334"/>
                  </a:moveTo>
                  <a:cubicBezTo>
                    <a:pt x="10502" y="334"/>
                    <a:pt x="10514" y="334"/>
                    <a:pt x="10514" y="358"/>
                  </a:cubicBezTo>
                  <a:lnTo>
                    <a:pt x="10514" y="1108"/>
                  </a:lnTo>
                  <a:cubicBezTo>
                    <a:pt x="10514" y="1108"/>
                    <a:pt x="10514" y="1132"/>
                    <a:pt x="10502" y="1132"/>
                  </a:cubicBezTo>
                  <a:lnTo>
                    <a:pt x="10133" y="1132"/>
                  </a:lnTo>
                  <a:cubicBezTo>
                    <a:pt x="10133" y="1132"/>
                    <a:pt x="10109" y="1132"/>
                    <a:pt x="10109" y="1108"/>
                  </a:cubicBezTo>
                  <a:lnTo>
                    <a:pt x="10109" y="358"/>
                  </a:lnTo>
                  <a:lnTo>
                    <a:pt x="10502" y="334"/>
                  </a:lnTo>
                  <a:close/>
                  <a:moveTo>
                    <a:pt x="11229" y="1096"/>
                  </a:moveTo>
                  <a:cubicBezTo>
                    <a:pt x="11443" y="1096"/>
                    <a:pt x="11621" y="1274"/>
                    <a:pt x="11621" y="1477"/>
                  </a:cubicBezTo>
                  <a:lnTo>
                    <a:pt x="11621" y="9013"/>
                  </a:lnTo>
                  <a:cubicBezTo>
                    <a:pt x="11645" y="9240"/>
                    <a:pt x="11467" y="9406"/>
                    <a:pt x="11264" y="9406"/>
                  </a:cubicBezTo>
                  <a:lnTo>
                    <a:pt x="727" y="9406"/>
                  </a:lnTo>
                  <a:cubicBezTo>
                    <a:pt x="513" y="9406"/>
                    <a:pt x="334" y="9228"/>
                    <a:pt x="334" y="9013"/>
                  </a:cubicBezTo>
                  <a:lnTo>
                    <a:pt x="334" y="1477"/>
                  </a:lnTo>
                  <a:cubicBezTo>
                    <a:pt x="334" y="1274"/>
                    <a:pt x="513" y="1096"/>
                    <a:pt x="727" y="1096"/>
                  </a:cubicBezTo>
                  <a:lnTo>
                    <a:pt x="1108" y="1096"/>
                  </a:lnTo>
                  <a:lnTo>
                    <a:pt x="1108" y="1108"/>
                  </a:lnTo>
                  <a:cubicBezTo>
                    <a:pt x="1108" y="1322"/>
                    <a:pt x="1275" y="1465"/>
                    <a:pt x="1465" y="1465"/>
                  </a:cubicBezTo>
                  <a:lnTo>
                    <a:pt x="1834" y="1465"/>
                  </a:lnTo>
                  <a:cubicBezTo>
                    <a:pt x="2049" y="1465"/>
                    <a:pt x="2192" y="1298"/>
                    <a:pt x="2192" y="1108"/>
                  </a:cubicBezTo>
                  <a:lnTo>
                    <a:pt x="2192" y="1096"/>
                  </a:lnTo>
                  <a:lnTo>
                    <a:pt x="9752" y="1096"/>
                  </a:lnTo>
                  <a:lnTo>
                    <a:pt x="9752" y="1108"/>
                  </a:lnTo>
                  <a:cubicBezTo>
                    <a:pt x="9752" y="1322"/>
                    <a:pt x="9919" y="1465"/>
                    <a:pt x="10109" y="1465"/>
                  </a:cubicBezTo>
                  <a:lnTo>
                    <a:pt x="10490" y="1465"/>
                  </a:lnTo>
                  <a:cubicBezTo>
                    <a:pt x="10693" y="1465"/>
                    <a:pt x="10848" y="1298"/>
                    <a:pt x="10848" y="1108"/>
                  </a:cubicBezTo>
                  <a:lnTo>
                    <a:pt x="10848" y="1096"/>
                  </a:lnTo>
                  <a:close/>
                  <a:moveTo>
                    <a:pt x="1489" y="0"/>
                  </a:moveTo>
                  <a:cubicBezTo>
                    <a:pt x="1287" y="0"/>
                    <a:pt x="1132" y="155"/>
                    <a:pt x="1132" y="358"/>
                  </a:cubicBezTo>
                  <a:lnTo>
                    <a:pt x="1132" y="739"/>
                  </a:lnTo>
                  <a:lnTo>
                    <a:pt x="751" y="739"/>
                  </a:lnTo>
                  <a:cubicBezTo>
                    <a:pt x="346" y="739"/>
                    <a:pt x="1" y="1072"/>
                    <a:pt x="1" y="1489"/>
                  </a:cubicBezTo>
                  <a:lnTo>
                    <a:pt x="1" y="9013"/>
                  </a:lnTo>
                  <a:cubicBezTo>
                    <a:pt x="1" y="9418"/>
                    <a:pt x="334" y="9764"/>
                    <a:pt x="751" y="9764"/>
                  </a:cubicBezTo>
                  <a:lnTo>
                    <a:pt x="11288" y="9764"/>
                  </a:lnTo>
                  <a:cubicBezTo>
                    <a:pt x="11693" y="9764"/>
                    <a:pt x="12026" y="9430"/>
                    <a:pt x="12026" y="9013"/>
                  </a:cubicBezTo>
                  <a:lnTo>
                    <a:pt x="12026" y="1489"/>
                  </a:lnTo>
                  <a:cubicBezTo>
                    <a:pt x="12002" y="1084"/>
                    <a:pt x="11657" y="739"/>
                    <a:pt x="11264" y="739"/>
                  </a:cubicBezTo>
                  <a:lnTo>
                    <a:pt x="10871" y="739"/>
                  </a:lnTo>
                  <a:lnTo>
                    <a:pt x="10871" y="358"/>
                  </a:lnTo>
                  <a:cubicBezTo>
                    <a:pt x="10871" y="143"/>
                    <a:pt x="10705" y="0"/>
                    <a:pt x="10514" y="0"/>
                  </a:cubicBezTo>
                  <a:lnTo>
                    <a:pt x="10145" y="0"/>
                  </a:lnTo>
                  <a:cubicBezTo>
                    <a:pt x="9931" y="0"/>
                    <a:pt x="9788" y="155"/>
                    <a:pt x="9788" y="358"/>
                  </a:cubicBezTo>
                  <a:lnTo>
                    <a:pt x="9788" y="739"/>
                  </a:lnTo>
                  <a:lnTo>
                    <a:pt x="2227" y="739"/>
                  </a:lnTo>
                  <a:lnTo>
                    <a:pt x="2227" y="358"/>
                  </a:lnTo>
                  <a:cubicBezTo>
                    <a:pt x="2227" y="143"/>
                    <a:pt x="2061"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68"/>
            <p:cNvSpPr/>
            <p:nvPr/>
          </p:nvSpPr>
          <p:spPr>
            <a:xfrm>
              <a:off x="6106950" y="1606787"/>
              <a:ext cx="334661" cy="11395"/>
            </a:xfrm>
            <a:custGeom>
              <a:avLst/>
              <a:gdLst/>
              <a:ahLst/>
              <a:cxnLst/>
              <a:rect l="l" t="t" r="r" b="b"/>
              <a:pathLst>
                <a:path w="10514" h="358" extrusionOk="0">
                  <a:moveTo>
                    <a:pt x="179" y="1"/>
                  </a:moveTo>
                  <a:cubicBezTo>
                    <a:pt x="72" y="1"/>
                    <a:pt x="0" y="72"/>
                    <a:pt x="0" y="179"/>
                  </a:cubicBezTo>
                  <a:cubicBezTo>
                    <a:pt x="0" y="286"/>
                    <a:pt x="72" y="358"/>
                    <a:pt x="179" y="358"/>
                  </a:cubicBezTo>
                  <a:lnTo>
                    <a:pt x="10335" y="358"/>
                  </a:lnTo>
                  <a:cubicBezTo>
                    <a:pt x="10442" y="358"/>
                    <a:pt x="10513" y="286"/>
                    <a:pt x="10513" y="179"/>
                  </a:cubicBezTo>
                  <a:cubicBezTo>
                    <a:pt x="10513" y="72"/>
                    <a:pt x="10442" y="1"/>
                    <a:pt x="10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68"/>
            <p:cNvSpPr/>
            <p:nvPr/>
          </p:nvSpPr>
          <p:spPr>
            <a:xfrm>
              <a:off x="6124743" y="1655296"/>
              <a:ext cx="47427" cy="11395"/>
            </a:xfrm>
            <a:custGeom>
              <a:avLst/>
              <a:gdLst/>
              <a:ahLst/>
              <a:cxnLst/>
              <a:rect l="l" t="t" r="r" b="b"/>
              <a:pathLst>
                <a:path w="1490" h="358" extrusionOk="0">
                  <a:moveTo>
                    <a:pt x="179" y="1"/>
                  </a:moveTo>
                  <a:cubicBezTo>
                    <a:pt x="72" y="1"/>
                    <a:pt x="1" y="72"/>
                    <a:pt x="1" y="179"/>
                  </a:cubicBezTo>
                  <a:cubicBezTo>
                    <a:pt x="1" y="275"/>
                    <a:pt x="72" y="358"/>
                    <a:pt x="179" y="358"/>
                  </a:cubicBezTo>
                  <a:lnTo>
                    <a:pt x="1310" y="358"/>
                  </a:lnTo>
                  <a:cubicBezTo>
                    <a:pt x="1418" y="358"/>
                    <a:pt x="1489" y="275"/>
                    <a:pt x="1489" y="179"/>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68"/>
            <p:cNvSpPr/>
            <p:nvPr/>
          </p:nvSpPr>
          <p:spPr>
            <a:xfrm>
              <a:off x="6208520" y="1655296"/>
              <a:ext cx="47395" cy="11395"/>
            </a:xfrm>
            <a:custGeom>
              <a:avLst/>
              <a:gdLst/>
              <a:ahLst/>
              <a:cxnLst/>
              <a:rect l="l" t="t" r="r" b="b"/>
              <a:pathLst>
                <a:path w="1489" h="358" extrusionOk="0">
                  <a:moveTo>
                    <a:pt x="179" y="1"/>
                  </a:moveTo>
                  <a:cubicBezTo>
                    <a:pt x="83" y="1"/>
                    <a:pt x="0" y="72"/>
                    <a:pt x="0" y="179"/>
                  </a:cubicBezTo>
                  <a:cubicBezTo>
                    <a:pt x="0" y="275"/>
                    <a:pt x="83" y="358"/>
                    <a:pt x="179" y="358"/>
                  </a:cubicBezTo>
                  <a:lnTo>
                    <a:pt x="1310" y="358"/>
                  </a:lnTo>
                  <a:cubicBezTo>
                    <a:pt x="1417" y="358"/>
                    <a:pt x="1488" y="275"/>
                    <a:pt x="1488" y="179"/>
                  </a:cubicBezTo>
                  <a:cubicBezTo>
                    <a:pt x="1488"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68"/>
            <p:cNvSpPr/>
            <p:nvPr/>
          </p:nvSpPr>
          <p:spPr>
            <a:xfrm>
              <a:off x="6376391" y="1655296"/>
              <a:ext cx="47395" cy="11395"/>
            </a:xfrm>
            <a:custGeom>
              <a:avLst/>
              <a:gdLst/>
              <a:ahLst/>
              <a:cxnLst/>
              <a:rect l="l" t="t" r="r" b="b"/>
              <a:pathLst>
                <a:path w="1489" h="358" extrusionOk="0">
                  <a:moveTo>
                    <a:pt x="179" y="1"/>
                  </a:moveTo>
                  <a:cubicBezTo>
                    <a:pt x="72" y="1"/>
                    <a:pt x="1" y="72"/>
                    <a:pt x="1" y="179"/>
                  </a:cubicBezTo>
                  <a:cubicBezTo>
                    <a:pt x="1" y="275"/>
                    <a:pt x="72" y="358"/>
                    <a:pt x="179" y="358"/>
                  </a:cubicBezTo>
                  <a:lnTo>
                    <a:pt x="1310" y="358"/>
                  </a:lnTo>
                  <a:cubicBezTo>
                    <a:pt x="1417" y="358"/>
                    <a:pt x="1489" y="275"/>
                    <a:pt x="1489" y="179"/>
                  </a:cubicBezTo>
                  <a:cubicBezTo>
                    <a:pt x="1489" y="72"/>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68"/>
            <p:cNvSpPr/>
            <p:nvPr/>
          </p:nvSpPr>
          <p:spPr>
            <a:xfrm>
              <a:off x="6124743" y="1703041"/>
              <a:ext cx="47427" cy="11427"/>
            </a:xfrm>
            <a:custGeom>
              <a:avLst/>
              <a:gdLst/>
              <a:ahLst/>
              <a:cxnLst/>
              <a:rect l="l" t="t" r="r" b="b"/>
              <a:pathLst>
                <a:path w="1490" h="359" extrusionOk="0">
                  <a:moveTo>
                    <a:pt x="179" y="1"/>
                  </a:moveTo>
                  <a:cubicBezTo>
                    <a:pt x="72" y="1"/>
                    <a:pt x="1" y="72"/>
                    <a:pt x="1" y="180"/>
                  </a:cubicBezTo>
                  <a:cubicBezTo>
                    <a:pt x="1" y="275"/>
                    <a:pt x="72" y="358"/>
                    <a:pt x="179" y="358"/>
                  </a:cubicBezTo>
                  <a:lnTo>
                    <a:pt x="1310" y="358"/>
                  </a:lnTo>
                  <a:cubicBezTo>
                    <a:pt x="1418" y="358"/>
                    <a:pt x="1489" y="275"/>
                    <a:pt x="1489" y="180"/>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1" name="Google Shape;13211;p68"/>
            <p:cNvSpPr/>
            <p:nvPr/>
          </p:nvSpPr>
          <p:spPr>
            <a:xfrm>
              <a:off x="6292646" y="1703041"/>
              <a:ext cx="47395" cy="11427"/>
            </a:xfrm>
            <a:custGeom>
              <a:avLst/>
              <a:gdLst/>
              <a:ahLst/>
              <a:cxnLst/>
              <a:rect l="l" t="t" r="r" b="b"/>
              <a:pathLst>
                <a:path w="1489" h="359" extrusionOk="0">
                  <a:moveTo>
                    <a:pt x="179" y="1"/>
                  </a:moveTo>
                  <a:cubicBezTo>
                    <a:pt x="72" y="1"/>
                    <a:pt x="0" y="72"/>
                    <a:pt x="0" y="180"/>
                  </a:cubicBezTo>
                  <a:cubicBezTo>
                    <a:pt x="0" y="275"/>
                    <a:pt x="72" y="358"/>
                    <a:pt x="179" y="358"/>
                  </a:cubicBezTo>
                  <a:lnTo>
                    <a:pt x="1310" y="358"/>
                  </a:lnTo>
                  <a:cubicBezTo>
                    <a:pt x="1405" y="358"/>
                    <a:pt x="1489" y="275"/>
                    <a:pt x="1489" y="180"/>
                  </a:cubicBezTo>
                  <a:cubicBezTo>
                    <a:pt x="1489"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2" name="Google Shape;13212;p68"/>
            <p:cNvSpPr/>
            <p:nvPr/>
          </p:nvSpPr>
          <p:spPr>
            <a:xfrm>
              <a:off x="6124743" y="1750818"/>
              <a:ext cx="47427" cy="11395"/>
            </a:xfrm>
            <a:custGeom>
              <a:avLst/>
              <a:gdLst/>
              <a:ahLst/>
              <a:cxnLst/>
              <a:rect l="l" t="t" r="r" b="b"/>
              <a:pathLst>
                <a:path w="1490" h="358" extrusionOk="0">
                  <a:moveTo>
                    <a:pt x="179" y="0"/>
                  </a:moveTo>
                  <a:cubicBezTo>
                    <a:pt x="72" y="0"/>
                    <a:pt x="1" y="72"/>
                    <a:pt x="1" y="179"/>
                  </a:cubicBezTo>
                  <a:cubicBezTo>
                    <a:pt x="1" y="286"/>
                    <a:pt x="72" y="357"/>
                    <a:pt x="179" y="357"/>
                  </a:cubicBezTo>
                  <a:lnTo>
                    <a:pt x="1310" y="357"/>
                  </a:lnTo>
                  <a:cubicBezTo>
                    <a:pt x="1418" y="357"/>
                    <a:pt x="1489" y="286"/>
                    <a:pt x="1489" y="179"/>
                  </a:cubicBezTo>
                  <a:cubicBezTo>
                    <a:pt x="1489" y="72"/>
                    <a:pt x="1406"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3" name="Google Shape;13213;p68"/>
            <p:cNvSpPr/>
            <p:nvPr/>
          </p:nvSpPr>
          <p:spPr>
            <a:xfrm>
              <a:off x="6208520" y="1750818"/>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68"/>
            <p:cNvSpPr/>
            <p:nvPr/>
          </p:nvSpPr>
          <p:spPr>
            <a:xfrm>
              <a:off x="6376391" y="1750818"/>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68"/>
            <p:cNvSpPr/>
            <p:nvPr/>
          </p:nvSpPr>
          <p:spPr>
            <a:xfrm>
              <a:off x="6208520" y="1798563"/>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68"/>
            <p:cNvSpPr/>
            <p:nvPr/>
          </p:nvSpPr>
          <p:spPr>
            <a:xfrm>
              <a:off x="6292646" y="1798563"/>
              <a:ext cx="47395" cy="11395"/>
            </a:xfrm>
            <a:custGeom>
              <a:avLst/>
              <a:gdLst/>
              <a:ahLst/>
              <a:cxnLst/>
              <a:rect l="l" t="t" r="r" b="b"/>
              <a:pathLst>
                <a:path w="1489" h="358" extrusionOk="0">
                  <a:moveTo>
                    <a:pt x="179" y="0"/>
                  </a:moveTo>
                  <a:cubicBezTo>
                    <a:pt x="72" y="0"/>
                    <a:pt x="0" y="72"/>
                    <a:pt x="0" y="179"/>
                  </a:cubicBezTo>
                  <a:cubicBezTo>
                    <a:pt x="0" y="286"/>
                    <a:pt x="72" y="357"/>
                    <a:pt x="179" y="357"/>
                  </a:cubicBezTo>
                  <a:lnTo>
                    <a:pt x="1310" y="357"/>
                  </a:lnTo>
                  <a:cubicBezTo>
                    <a:pt x="1405" y="357"/>
                    <a:pt x="1489" y="286"/>
                    <a:pt x="1489" y="179"/>
                  </a:cubicBezTo>
                  <a:cubicBezTo>
                    <a:pt x="1489"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68"/>
            <p:cNvSpPr/>
            <p:nvPr/>
          </p:nvSpPr>
          <p:spPr>
            <a:xfrm>
              <a:off x="6376391" y="1798563"/>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68"/>
            <p:cNvSpPr/>
            <p:nvPr/>
          </p:nvSpPr>
          <p:spPr>
            <a:xfrm>
              <a:off x="6207756" y="1690723"/>
              <a:ext cx="48923" cy="35108"/>
            </a:xfrm>
            <a:custGeom>
              <a:avLst/>
              <a:gdLst/>
              <a:ahLst/>
              <a:cxnLst/>
              <a:rect l="l" t="t" r="r" b="b"/>
              <a:pathLst>
                <a:path w="1537" h="1103" extrusionOk="0">
                  <a:moveTo>
                    <a:pt x="1328" y="1"/>
                  </a:moveTo>
                  <a:cubicBezTo>
                    <a:pt x="1283" y="1"/>
                    <a:pt x="1239" y="19"/>
                    <a:pt x="1203" y="55"/>
                  </a:cubicBezTo>
                  <a:lnTo>
                    <a:pt x="584" y="686"/>
                  </a:lnTo>
                  <a:lnTo>
                    <a:pt x="322" y="436"/>
                  </a:lnTo>
                  <a:cubicBezTo>
                    <a:pt x="286" y="394"/>
                    <a:pt x="241" y="373"/>
                    <a:pt x="197" y="373"/>
                  </a:cubicBezTo>
                  <a:cubicBezTo>
                    <a:pt x="152" y="373"/>
                    <a:pt x="107" y="394"/>
                    <a:pt x="72" y="436"/>
                  </a:cubicBezTo>
                  <a:cubicBezTo>
                    <a:pt x="0" y="507"/>
                    <a:pt x="0" y="614"/>
                    <a:pt x="72" y="686"/>
                  </a:cubicBezTo>
                  <a:lnTo>
                    <a:pt x="441" y="1055"/>
                  </a:lnTo>
                  <a:cubicBezTo>
                    <a:pt x="477" y="1078"/>
                    <a:pt x="512" y="1102"/>
                    <a:pt x="560" y="1102"/>
                  </a:cubicBezTo>
                  <a:cubicBezTo>
                    <a:pt x="607" y="1102"/>
                    <a:pt x="655" y="1078"/>
                    <a:pt x="679" y="1055"/>
                  </a:cubicBezTo>
                  <a:lnTo>
                    <a:pt x="1441" y="293"/>
                  </a:lnTo>
                  <a:cubicBezTo>
                    <a:pt x="1536" y="233"/>
                    <a:pt x="1536" y="138"/>
                    <a:pt x="1453" y="55"/>
                  </a:cubicBezTo>
                  <a:cubicBezTo>
                    <a:pt x="1417" y="19"/>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68"/>
            <p:cNvSpPr/>
            <p:nvPr/>
          </p:nvSpPr>
          <p:spPr>
            <a:xfrm>
              <a:off x="6376009" y="1690723"/>
              <a:ext cx="48159" cy="35108"/>
            </a:xfrm>
            <a:custGeom>
              <a:avLst/>
              <a:gdLst/>
              <a:ahLst/>
              <a:cxnLst/>
              <a:rect l="l" t="t" r="r" b="b"/>
              <a:pathLst>
                <a:path w="1513" h="1103" extrusionOk="0">
                  <a:moveTo>
                    <a:pt x="1328" y="1"/>
                  </a:moveTo>
                  <a:cubicBezTo>
                    <a:pt x="1284" y="1"/>
                    <a:pt x="1239" y="19"/>
                    <a:pt x="1203" y="55"/>
                  </a:cubicBezTo>
                  <a:lnTo>
                    <a:pt x="572" y="686"/>
                  </a:lnTo>
                  <a:lnTo>
                    <a:pt x="322" y="436"/>
                  </a:lnTo>
                  <a:cubicBezTo>
                    <a:pt x="286" y="394"/>
                    <a:pt x="242" y="373"/>
                    <a:pt x="197" y="373"/>
                  </a:cubicBezTo>
                  <a:cubicBezTo>
                    <a:pt x="152" y="373"/>
                    <a:pt x="108" y="394"/>
                    <a:pt x="72" y="436"/>
                  </a:cubicBezTo>
                  <a:cubicBezTo>
                    <a:pt x="1" y="507"/>
                    <a:pt x="1" y="614"/>
                    <a:pt x="72" y="686"/>
                  </a:cubicBezTo>
                  <a:lnTo>
                    <a:pt x="441" y="1055"/>
                  </a:lnTo>
                  <a:cubicBezTo>
                    <a:pt x="477" y="1078"/>
                    <a:pt x="513" y="1102"/>
                    <a:pt x="560" y="1102"/>
                  </a:cubicBezTo>
                  <a:cubicBezTo>
                    <a:pt x="608" y="1102"/>
                    <a:pt x="644" y="1078"/>
                    <a:pt x="679" y="1055"/>
                  </a:cubicBezTo>
                  <a:lnTo>
                    <a:pt x="1441" y="293"/>
                  </a:lnTo>
                  <a:cubicBezTo>
                    <a:pt x="1513" y="233"/>
                    <a:pt x="1513" y="138"/>
                    <a:pt x="1453" y="55"/>
                  </a:cubicBezTo>
                  <a:cubicBezTo>
                    <a:pt x="1417" y="19"/>
                    <a:pt x="1373"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68"/>
            <p:cNvSpPr/>
            <p:nvPr/>
          </p:nvSpPr>
          <p:spPr>
            <a:xfrm>
              <a:off x="6291500" y="1738595"/>
              <a:ext cx="48923" cy="34981"/>
            </a:xfrm>
            <a:custGeom>
              <a:avLst/>
              <a:gdLst/>
              <a:ahLst/>
              <a:cxnLst/>
              <a:rect l="l" t="t" r="r" b="b"/>
              <a:pathLst>
                <a:path w="1537" h="1099" extrusionOk="0">
                  <a:moveTo>
                    <a:pt x="1334" y="0"/>
                  </a:moveTo>
                  <a:cubicBezTo>
                    <a:pt x="1289" y="0"/>
                    <a:pt x="1245" y="21"/>
                    <a:pt x="1203" y="63"/>
                  </a:cubicBezTo>
                  <a:lnTo>
                    <a:pt x="584" y="682"/>
                  </a:lnTo>
                  <a:lnTo>
                    <a:pt x="322" y="432"/>
                  </a:lnTo>
                  <a:cubicBezTo>
                    <a:pt x="286" y="396"/>
                    <a:pt x="242" y="378"/>
                    <a:pt x="197" y="378"/>
                  </a:cubicBezTo>
                  <a:cubicBezTo>
                    <a:pt x="152" y="378"/>
                    <a:pt x="108" y="396"/>
                    <a:pt x="72" y="432"/>
                  </a:cubicBezTo>
                  <a:cubicBezTo>
                    <a:pt x="1" y="503"/>
                    <a:pt x="1" y="610"/>
                    <a:pt x="72" y="682"/>
                  </a:cubicBezTo>
                  <a:lnTo>
                    <a:pt x="441" y="1051"/>
                  </a:lnTo>
                  <a:cubicBezTo>
                    <a:pt x="477" y="1087"/>
                    <a:pt x="524" y="1098"/>
                    <a:pt x="560" y="1098"/>
                  </a:cubicBezTo>
                  <a:cubicBezTo>
                    <a:pt x="608" y="1098"/>
                    <a:pt x="655" y="1087"/>
                    <a:pt x="679" y="1051"/>
                  </a:cubicBezTo>
                  <a:lnTo>
                    <a:pt x="1441" y="301"/>
                  </a:lnTo>
                  <a:cubicBezTo>
                    <a:pt x="1536" y="241"/>
                    <a:pt x="1536" y="134"/>
                    <a:pt x="1465" y="63"/>
                  </a:cubicBezTo>
                  <a:cubicBezTo>
                    <a:pt x="1423" y="21"/>
                    <a:pt x="137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68"/>
            <p:cNvSpPr/>
            <p:nvPr/>
          </p:nvSpPr>
          <p:spPr>
            <a:xfrm>
              <a:off x="6123629" y="1786627"/>
              <a:ext cx="48891" cy="34695"/>
            </a:xfrm>
            <a:custGeom>
              <a:avLst/>
              <a:gdLst/>
              <a:ahLst/>
              <a:cxnLst/>
              <a:rect l="l" t="t" r="r" b="b"/>
              <a:pathLst>
                <a:path w="1536" h="1090" extrusionOk="0">
                  <a:moveTo>
                    <a:pt x="1340" y="0"/>
                  </a:moveTo>
                  <a:cubicBezTo>
                    <a:pt x="1295" y="0"/>
                    <a:pt x="1250" y="18"/>
                    <a:pt x="1215" y="54"/>
                  </a:cubicBezTo>
                  <a:lnTo>
                    <a:pt x="583" y="673"/>
                  </a:lnTo>
                  <a:lnTo>
                    <a:pt x="333" y="423"/>
                  </a:lnTo>
                  <a:cubicBezTo>
                    <a:pt x="298" y="387"/>
                    <a:pt x="253" y="369"/>
                    <a:pt x="208" y="369"/>
                  </a:cubicBezTo>
                  <a:cubicBezTo>
                    <a:pt x="164" y="369"/>
                    <a:pt x="119" y="387"/>
                    <a:pt x="83" y="423"/>
                  </a:cubicBezTo>
                  <a:cubicBezTo>
                    <a:pt x="0" y="494"/>
                    <a:pt x="0" y="601"/>
                    <a:pt x="83" y="673"/>
                  </a:cubicBezTo>
                  <a:lnTo>
                    <a:pt x="453" y="1042"/>
                  </a:lnTo>
                  <a:cubicBezTo>
                    <a:pt x="476" y="1078"/>
                    <a:pt x="524" y="1090"/>
                    <a:pt x="572" y="1090"/>
                  </a:cubicBezTo>
                  <a:cubicBezTo>
                    <a:pt x="619" y="1090"/>
                    <a:pt x="655" y="1078"/>
                    <a:pt x="691" y="1042"/>
                  </a:cubicBezTo>
                  <a:lnTo>
                    <a:pt x="1453" y="292"/>
                  </a:lnTo>
                  <a:cubicBezTo>
                    <a:pt x="1536" y="232"/>
                    <a:pt x="1536" y="125"/>
                    <a:pt x="1465" y="54"/>
                  </a:cubicBezTo>
                  <a:cubicBezTo>
                    <a:pt x="1429" y="18"/>
                    <a:pt x="1384" y="0"/>
                    <a:pt x="1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68"/>
            <p:cNvSpPr/>
            <p:nvPr/>
          </p:nvSpPr>
          <p:spPr>
            <a:xfrm>
              <a:off x="6291500" y="1642978"/>
              <a:ext cx="48923" cy="34727"/>
            </a:xfrm>
            <a:custGeom>
              <a:avLst/>
              <a:gdLst/>
              <a:ahLst/>
              <a:cxnLst/>
              <a:rect l="l" t="t" r="r" b="b"/>
              <a:pathLst>
                <a:path w="1537" h="1091" extrusionOk="0">
                  <a:moveTo>
                    <a:pt x="1334" y="1"/>
                  </a:moveTo>
                  <a:cubicBezTo>
                    <a:pt x="1289" y="1"/>
                    <a:pt x="1245" y="19"/>
                    <a:pt x="1203" y="54"/>
                  </a:cubicBezTo>
                  <a:lnTo>
                    <a:pt x="584" y="673"/>
                  </a:lnTo>
                  <a:lnTo>
                    <a:pt x="322" y="423"/>
                  </a:lnTo>
                  <a:cubicBezTo>
                    <a:pt x="286" y="388"/>
                    <a:pt x="242" y="370"/>
                    <a:pt x="197" y="370"/>
                  </a:cubicBezTo>
                  <a:cubicBezTo>
                    <a:pt x="152" y="370"/>
                    <a:pt x="108" y="388"/>
                    <a:pt x="72" y="423"/>
                  </a:cubicBezTo>
                  <a:cubicBezTo>
                    <a:pt x="1" y="495"/>
                    <a:pt x="1" y="602"/>
                    <a:pt x="72" y="673"/>
                  </a:cubicBezTo>
                  <a:lnTo>
                    <a:pt x="441" y="1054"/>
                  </a:lnTo>
                  <a:cubicBezTo>
                    <a:pt x="477" y="1078"/>
                    <a:pt x="524" y="1090"/>
                    <a:pt x="560" y="1090"/>
                  </a:cubicBezTo>
                  <a:cubicBezTo>
                    <a:pt x="608" y="1090"/>
                    <a:pt x="655" y="1078"/>
                    <a:pt x="679" y="1054"/>
                  </a:cubicBezTo>
                  <a:lnTo>
                    <a:pt x="1441" y="292"/>
                  </a:lnTo>
                  <a:cubicBezTo>
                    <a:pt x="1536" y="233"/>
                    <a:pt x="1536" y="114"/>
                    <a:pt x="1465" y="54"/>
                  </a:cubicBezTo>
                  <a:cubicBezTo>
                    <a:pt x="1423" y="19"/>
                    <a:pt x="1379"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3" name="Google Shape;13223;p68"/>
          <p:cNvGrpSpPr/>
          <p:nvPr/>
        </p:nvGrpSpPr>
        <p:grpSpPr>
          <a:xfrm>
            <a:off x="6558300" y="1614393"/>
            <a:ext cx="382788" cy="328613"/>
            <a:chOff x="6558300" y="1538193"/>
            <a:chExt cx="382788" cy="328613"/>
          </a:xfrm>
        </p:grpSpPr>
        <p:sp>
          <p:nvSpPr>
            <p:cNvPr id="13224" name="Google Shape;13224;p68"/>
            <p:cNvSpPr/>
            <p:nvPr/>
          </p:nvSpPr>
          <p:spPr>
            <a:xfrm>
              <a:off x="6558300" y="1538193"/>
              <a:ext cx="382788" cy="328613"/>
            </a:xfrm>
            <a:custGeom>
              <a:avLst/>
              <a:gdLst/>
              <a:ahLst/>
              <a:cxnLst/>
              <a:rect l="l" t="t" r="r" b="b"/>
              <a:pathLst>
                <a:path w="12026" h="10324" extrusionOk="0">
                  <a:moveTo>
                    <a:pt x="6859" y="358"/>
                  </a:moveTo>
                  <a:cubicBezTo>
                    <a:pt x="7037" y="358"/>
                    <a:pt x="7204" y="477"/>
                    <a:pt x="7228" y="656"/>
                  </a:cubicBezTo>
                  <a:lnTo>
                    <a:pt x="7454" y="1691"/>
                  </a:lnTo>
                  <a:lnTo>
                    <a:pt x="4513" y="1691"/>
                  </a:lnTo>
                  <a:lnTo>
                    <a:pt x="4763" y="656"/>
                  </a:lnTo>
                  <a:cubicBezTo>
                    <a:pt x="4811" y="477"/>
                    <a:pt x="4954" y="358"/>
                    <a:pt x="5132" y="358"/>
                  </a:cubicBezTo>
                  <a:close/>
                  <a:moveTo>
                    <a:pt x="2822" y="2037"/>
                  </a:moveTo>
                  <a:lnTo>
                    <a:pt x="2822" y="5835"/>
                  </a:lnTo>
                  <a:lnTo>
                    <a:pt x="2429" y="5835"/>
                  </a:lnTo>
                  <a:lnTo>
                    <a:pt x="2429" y="2037"/>
                  </a:lnTo>
                  <a:close/>
                  <a:moveTo>
                    <a:pt x="9597" y="2037"/>
                  </a:moveTo>
                  <a:lnTo>
                    <a:pt x="9597" y="5835"/>
                  </a:lnTo>
                  <a:lnTo>
                    <a:pt x="9192" y="5835"/>
                  </a:lnTo>
                  <a:lnTo>
                    <a:pt x="9192" y="2037"/>
                  </a:lnTo>
                  <a:close/>
                  <a:moveTo>
                    <a:pt x="8835" y="2037"/>
                  </a:moveTo>
                  <a:lnTo>
                    <a:pt x="8835" y="5835"/>
                  </a:lnTo>
                  <a:lnTo>
                    <a:pt x="8823" y="5835"/>
                  </a:lnTo>
                  <a:cubicBezTo>
                    <a:pt x="8621" y="5835"/>
                    <a:pt x="8466" y="6001"/>
                    <a:pt x="8466" y="6192"/>
                  </a:cubicBezTo>
                  <a:lnTo>
                    <a:pt x="8466" y="6573"/>
                  </a:lnTo>
                  <a:lnTo>
                    <a:pt x="3561" y="6573"/>
                  </a:lnTo>
                  <a:lnTo>
                    <a:pt x="3561" y="6192"/>
                  </a:lnTo>
                  <a:cubicBezTo>
                    <a:pt x="3561" y="5978"/>
                    <a:pt x="3394" y="5835"/>
                    <a:pt x="3203" y="5835"/>
                  </a:cubicBezTo>
                  <a:lnTo>
                    <a:pt x="3180" y="5835"/>
                  </a:lnTo>
                  <a:lnTo>
                    <a:pt x="3180" y="2037"/>
                  </a:lnTo>
                  <a:close/>
                  <a:moveTo>
                    <a:pt x="2084" y="2037"/>
                  </a:moveTo>
                  <a:lnTo>
                    <a:pt x="2084" y="5835"/>
                  </a:lnTo>
                  <a:lnTo>
                    <a:pt x="2072" y="5835"/>
                  </a:lnTo>
                  <a:cubicBezTo>
                    <a:pt x="1858" y="5835"/>
                    <a:pt x="1715" y="6001"/>
                    <a:pt x="1715" y="6192"/>
                  </a:cubicBezTo>
                  <a:lnTo>
                    <a:pt x="1715" y="6573"/>
                  </a:lnTo>
                  <a:lnTo>
                    <a:pt x="1691" y="6573"/>
                  </a:lnTo>
                  <a:cubicBezTo>
                    <a:pt x="1677" y="6573"/>
                    <a:pt x="1663" y="6574"/>
                    <a:pt x="1648" y="6574"/>
                  </a:cubicBezTo>
                  <a:cubicBezTo>
                    <a:pt x="930" y="6574"/>
                    <a:pt x="358" y="5987"/>
                    <a:pt x="358" y="5251"/>
                  </a:cubicBezTo>
                  <a:lnTo>
                    <a:pt x="358" y="2620"/>
                  </a:lnTo>
                  <a:cubicBezTo>
                    <a:pt x="358" y="2299"/>
                    <a:pt x="608" y="2037"/>
                    <a:pt x="941" y="2037"/>
                  </a:cubicBezTo>
                  <a:close/>
                  <a:moveTo>
                    <a:pt x="11097" y="2049"/>
                  </a:moveTo>
                  <a:cubicBezTo>
                    <a:pt x="11419" y="2049"/>
                    <a:pt x="11681" y="2299"/>
                    <a:pt x="11681" y="2632"/>
                  </a:cubicBezTo>
                  <a:lnTo>
                    <a:pt x="11681" y="5263"/>
                  </a:lnTo>
                  <a:cubicBezTo>
                    <a:pt x="11669" y="6001"/>
                    <a:pt x="11073" y="6597"/>
                    <a:pt x="10347" y="6597"/>
                  </a:cubicBezTo>
                  <a:lnTo>
                    <a:pt x="10323" y="6204"/>
                  </a:lnTo>
                  <a:cubicBezTo>
                    <a:pt x="10323" y="6001"/>
                    <a:pt x="10168" y="5847"/>
                    <a:pt x="9966" y="5847"/>
                  </a:cubicBezTo>
                  <a:lnTo>
                    <a:pt x="9954" y="5847"/>
                  </a:lnTo>
                  <a:lnTo>
                    <a:pt x="9954" y="2049"/>
                  </a:lnTo>
                  <a:close/>
                  <a:moveTo>
                    <a:pt x="3180" y="6192"/>
                  </a:moveTo>
                  <a:cubicBezTo>
                    <a:pt x="3180" y="6192"/>
                    <a:pt x="3203" y="6192"/>
                    <a:pt x="3203" y="6204"/>
                  </a:cubicBezTo>
                  <a:lnTo>
                    <a:pt x="3203" y="7144"/>
                  </a:lnTo>
                  <a:cubicBezTo>
                    <a:pt x="3203" y="7144"/>
                    <a:pt x="3203" y="7156"/>
                    <a:pt x="3180" y="7156"/>
                  </a:cubicBezTo>
                  <a:lnTo>
                    <a:pt x="2048" y="7156"/>
                  </a:lnTo>
                  <a:cubicBezTo>
                    <a:pt x="2048" y="7156"/>
                    <a:pt x="2037" y="7156"/>
                    <a:pt x="2037" y="7144"/>
                  </a:cubicBezTo>
                  <a:lnTo>
                    <a:pt x="2037" y="6204"/>
                  </a:lnTo>
                  <a:cubicBezTo>
                    <a:pt x="2037" y="6204"/>
                    <a:pt x="2037" y="6192"/>
                    <a:pt x="2048" y="6192"/>
                  </a:cubicBezTo>
                  <a:lnTo>
                    <a:pt x="2441" y="6192"/>
                  </a:lnTo>
                  <a:lnTo>
                    <a:pt x="2441" y="6573"/>
                  </a:lnTo>
                  <a:cubicBezTo>
                    <a:pt x="2441" y="6668"/>
                    <a:pt x="2525" y="6752"/>
                    <a:pt x="2620" y="6752"/>
                  </a:cubicBezTo>
                  <a:cubicBezTo>
                    <a:pt x="2727" y="6752"/>
                    <a:pt x="2799" y="6680"/>
                    <a:pt x="2799" y="6573"/>
                  </a:cubicBezTo>
                  <a:lnTo>
                    <a:pt x="2799" y="6192"/>
                  </a:lnTo>
                  <a:close/>
                  <a:moveTo>
                    <a:pt x="9966" y="6192"/>
                  </a:moveTo>
                  <a:cubicBezTo>
                    <a:pt x="9966" y="6192"/>
                    <a:pt x="9978" y="6192"/>
                    <a:pt x="9978" y="6204"/>
                  </a:cubicBezTo>
                  <a:lnTo>
                    <a:pt x="9990" y="7144"/>
                  </a:lnTo>
                  <a:lnTo>
                    <a:pt x="8835" y="7156"/>
                  </a:lnTo>
                  <a:cubicBezTo>
                    <a:pt x="8835" y="7156"/>
                    <a:pt x="8823" y="7156"/>
                    <a:pt x="8823" y="7144"/>
                  </a:cubicBezTo>
                  <a:lnTo>
                    <a:pt x="8823" y="6204"/>
                  </a:lnTo>
                  <a:cubicBezTo>
                    <a:pt x="8823" y="6204"/>
                    <a:pt x="8823" y="6192"/>
                    <a:pt x="8835" y="6192"/>
                  </a:cubicBezTo>
                  <a:lnTo>
                    <a:pt x="9228" y="6192"/>
                  </a:lnTo>
                  <a:lnTo>
                    <a:pt x="9228" y="6573"/>
                  </a:lnTo>
                  <a:cubicBezTo>
                    <a:pt x="9228" y="6680"/>
                    <a:pt x="9299" y="6752"/>
                    <a:pt x="9406" y="6752"/>
                  </a:cubicBezTo>
                  <a:cubicBezTo>
                    <a:pt x="9514" y="6752"/>
                    <a:pt x="9585" y="6680"/>
                    <a:pt x="9585" y="6573"/>
                  </a:cubicBezTo>
                  <a:lnTo>
                    <a:pt x="9585" y="6192"/>
                  </a:lnTo>
                  <a:close/>
                  <a:moveTo>
                    <a:pt x="727" y="6632"/>
                  </a:moveTo>
                  <a:cubicBezTo>
                    <a:pt x="989" y="6823"/>
                    <a:pt x="1322" y="6930"/>
                    <a:pt x="1679" y="6930"/>
                  </a:cubicBezTo>
                  <a:lnTo>
                    <a:pt x="1691" y="6930"/>
                  </a:lnTo>
                  <a:lnTo>
                    <a:pt x="1691" y="7121"/>
                  </a:lnTo>
                  <a:cubicBezTo>
                    <a:pt x="1691" y="7335"/>
                    <a:pt x="1858" y="7478"/>
                    <a:pt x="2048" y="7478"/>
                  </a:cubicBezTo>
                  <a:lnTo>
                    <a:pt x="2810" y="7478"/>
                  </a:lnTo>
                  <a:lnTo>
                    <a:pt x="2810" y="9966"/>
                  </a:lnTo>
                  <a:lnTo>
                    <a:pt x="2429" y="9966"/>
                  </a:lnTo>
                  <a:lnTo>
                    <a:pt x="2429" y="8085"/>
                  </a:lnTo>
                  <a:cubicBezTo>
                    <a:pt x="2429" y="7978"/>
                    <a:pt x="2346" y="7906"/>
                    <a:pt x="2239" y="7906"/>
                  </a:cubicBezTo>
                  <a:cubicBezTo>
                    <a:pt x="2144" y="7906"/>
                    <a:pt x="2060" y="7978"/>
                    <a:pt x="2060" y="8085"/>
                  </a:cubicBezTo>
                  <a:lnTo>
                    <a:pt x="2060" y="9966"/>
                  </a:lnTo>
                  <a:lnTo>
                    <a:pt x="1108" y="9966"/>
                  </a:lnTo>
                  <a:cubicBezTo>
                    <a:pt x="905" y="9966"/>
                    <a:pt x="727" y="9788"/>
                    <a:pt x="727" y="9585"/>
                  </a:cubicBezTo>
                  <a:lnTo>
                    <a:pt x="727" y="6632"/>
                  </a:lnTo>
                  <a:close/>
                  <a:moveTo>
                    <a:pt x="8466" y="6942"/>
                  </a:moveTo>
                  <a:lnTo>
                    <a:pt x="8466" y="7144"/>
                  </a:lnTo>
                  <a:cubicBezTo>
                    <a:pt x="8466" y="7347"/>
                    <a:pt x="8633" y="7502"/>
                    <a:pt x="8823" y="7502"/>
                  </a:cubicBezTo>
                  <a:lnTo>
                    <a:pt x="9585" y="7502"/>
                  </a:lnTo>
                  <a:lnTo>
                    <a:pt x="9597" y="9966"/>
                  </a:lnTo>
                  <a:lnTo>
                    <a:pt x="9192" y="9966"/>
                  </a:lnTo>
                  <a:lnTo>
                    <a:pt x="9192" y="8085"/>
                  </a:lnTo>
                  <a:cubicBezTo>
                    <a:pt x="9192" y="7978"/>
                    <a:pt x="9121" y="7906"/>
                    <a:pt x="9014" y="7906"/>
                  </a:cubicBezTo>
                  <a:cubicBezTo>
                    <a:pt x="8906" y="7906"/>
                    <a:pt x="8835" y="7978"/>
                    <a:pt x="8835" y="8085"/>
                  </a:cubicBezTo>
                  <a:lnTo>
                    <a:pt x="8835" y="9966"/>
                  </a:lnTo>
                  <a:lnTo>
                    <a:pt x="3168" y="9966"/>
                  </a:lnTo>
                  <a:lnTo>
                    <a:pt x="3168" y="7502"/>
                  </a:lnTo>
                  <a:lnTo>
                    <a:pt x="3180" y="7502"/>
                  </a:lnTo>
                  <a:cubicBezTo>
                    <a:pt x="3394" y="7502"/>
                    <a:pt x="3537" y="7335"/>
                    <a:pt x="3537" y="7144"/>
                  </a:cubicBezTo>
                  <a:lnTo>
                    <a:pt x="3537" y="6942"/>
                  </a:lnTo>
                  <a:close/>
                  <a:moveTo>
                    <a:pt x="11300" y="6656"/>
                  </a:moveTo>
                  <a:lnTo>
                    <a:pt x="11300" y="9585"/>
                  </a:lnTo>
                  <a:cubicBezTo>
                    <a:pt x="11300" y="9788"/>
                    <a:pt x="11121" y="9966"/>
                    <a:pt x="10907" y="9966"/>
                  </a:cubicBezTo>
                  <a:lnTo>
                    <a:pt x="9954" y="9966"/>
                  </a:lnTo>
                  <a:lnTo>
                    <a:pt x="9954" y="7502"/>
                  </a:lnTo>
                  <a:lnTo>
                    <a:pt x="9966" y="7502"/>
                  </a:lnTo>
                  <a:cubicBezTo>
                    <a:pt x="10180" y="7502"/>
                    <a:pt x="10323" y="7335"/>
                    <a:pt x="10323" y="7144"/>
                  </a:cubicBezTo>
                  <a:lnTo>
                    <a:pt x="10323" y="6954"/>
                  </a:lnTo>
                  <a:lnTo>
                    <a:pt x="10347" y="6954"/>
                  </a:lnTo>
                  <a:cubicBezTo>
                    <a:pt x="10704" y="6954"/>
                    <a:pt x="11026" y="6847"/>
                    <a:pt x="11300" y="6656"/>
                  </a:cubicBezTo>
                  <a:close/>
                  <a:moveTo>
                    <a:pt x="5144" y="1"/>
                  </a:moveTo>
                  <a:cubicBezTo>
                    <a:pt x="4787" y="1"/>
                    <a:pt x="4489" y="239"/>
                    <a:pt x="4418" y="584"/>
                  </a:cubicBezTo>
                  <a:lnTo>
                    <a:pt x="4168" y="1691"/>
                  </a:lnTo>
                  <a:lnTo>
                    <a:pt x="917" y="1691"/>
                  </a:lnTo>
                  <a:cubicBezTo>
                    <a:pt x="417" y="1691"/>
                    <a:pt x="1" y="2108"/>
                    <a:pt x="1" y="2620"/>
                  </a:cubicBezTo>
                  <a:lnTo>
                    <a:pt x="1" y="5251"/>
                  </a:lnTo>
                  <a:cubicBezTo>
                    <a:pt x="1" y="5656"/>
                    <a:pt x="132" y="6025"/>
                    <a:pt x="370" y="6311"/>
                  </a:cubicBezTo>
                  <a:lnTo>
                    <a:pt x="370" y="9585"/>
                  </a:lnTo>
                  <a:cubicBezTo>
                    <a:pt x="370" y="9990"/>
                    <a:pt x="703" y="10323"/>
                    <a:pt x="1120" y="10323"/>
                  </a:cubicBezTo>
                  <a:lnTo>
                    <a:pt x="10907" y="10323"/>
                  </a:lnTo>
                  <a:cubicBezTo>
                    <a:pt x="11311" y="10323"/>
                    <a:pt x="11657" y="10002"/>
                    <a:pt x="11657" y="9585"/>
                  </a:cubicBezTo>
                  <a:lnTo>
                    <a:pt x="11657" y="6311"/>
                  </a:lnTo>
                  <a:cubicBezTo>
                    <a:pt x="11883" y="6025"/>
                    <a:pt x="12026" y="5656"/>
                    <a:pt x="12026" y="5251"/>
                  </a:cubicBezTo>
                  <a:lnTo>
                    <a:pt x="12026" y="2620"/>
                  </a:lnTo>
                  <a:cubicBezTo>
                    <a:pt x="12026" y="2108"/>
                    <a:pt x="11609" y="1691"/>
                    <a:pt x="11097" y="1691"/>
                  </a:cubicBezTo>
                  <a:lnTo>
                    <a:pt x="7859" y="1691"/>
                  </a:lnTo>
                  <a:lnTo>
                    <a:pt x="7609" y="584"/>
                  </a:lnTo>
                  <a:cubicBezTo>
                    <a:pt x="7525" y="239"/>
                    <a:pt x="7228"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68"/>
            <p:cNvSpPr/>
            <p:nvPr/>
          </p:nvSpPr>
          <p:spPr>
            <a:xfrm>
              <a:off x="6714426" y="1699635"/>
              <a:ext cx="70917" cy="34536"/>
            </a:xfrm>
            <a:custGeom>
              <a:avLst/>
              <a:gdLst/>
              <a:ahLst/>
              <a:cxnLst/>
              <a:rect l="l" t="t" r="r" b="b"/>
              <a:pathLst>
                <a:path w="2228" h="1085" extrusionOk="0">
                  <a:moveTo>
                    <a:pt x="358" y="1"/>
                  </a:moveTo>
                  <a:cubicBezTo>
                    <a:pt x="156" y="1"/>
                    <a:pt x="1" y="167"/>
                    <a:pt x="1" y="358"/>
                  </a:cubicBezTo>
                  <a:lnTo>
                    <a:pt x="1" y="727"/>
                  </a:lnTo>
                  <a:cubicBezTo>
                    <a:pt x="1" y="941"/>
                    <a:pt x="168" y="1084"/>
                    <a:pt x="358" y="1084"/>
                  </a:cubicBezTo>
                  <a:lnTo>
                    <a:pt x="1870" y="1084"/>
                  </a:lnTo>
                  <a:cubicBezTo>
                    <a:pt x="2073" y="1084"/>
                    <a:pt x="2227" y="918"/>
                    <a:pt x="2227" y="727"/>
                  </a:cubicBezTo>
                  <a:lnTo>
                    <a:pt x="2227" y="358"/>
                  </a:lnTo>
                  <a:cubicBezTo>
                    <a:pt x="2227" y="167"/>
                    <a:pt x="2061" y="1"/>
                    <a:pt x="1870" y="1"/>
                  </a:cubicBezTo>
                  <a:lnTo>
                    <a:pt x="1668" y="1"/>
                  </a:lnTo>
                  <a:cubicBezTo>
                    <a:pt x="1573" y="1"/>
                    <a:pt x="1489" y="72"/>
                    <a:pt x="1489" y="179"/>
                  </a:cubicBezTo>
                  <a:cubicBezTo>
                    <a:pt x="1489" y="287"/>
                    <a:pt x="1573" y="358"/>
                    <a:pt x="1668" y="358"/>
                  </a:cubicBezTo>
                  <a:lnTo>
                    <a:pt x="1870" y="358"/>
                  </a:lnTo>
                  <a:cubicBezTo>
                    <a:pt x="1870" y="358"/>
                    <a:pt x="1882" y="358"/>
                    <a:pt x="1882" y="370"/>
                  </a:cubicBezTo>
                  <a:lnTo>
                    <a:pt x="1882" y="751"/>
                  </a:lnTo>
                  <a:cubicBezTo>
                    <a:pt x="1882" y="751"/>
                    <a:pt x="1882" y="763"/>
                    <a:pt x="1870" y="763"/>
                  </a:cubicBezTo>
                  <a:lnTo>
                    <a:pt x="358" y="763"/>
                  </a:lnTo>
                  <a:cubicBezTo>
                    <a:pt x="358" y="763"/>
                    <a:pt x="346" y="763"/>
                    <a:pt x="346" y="751"/>
                  </a:cubicBezTo>
                  <a:lnTo>
                    <a:pt x="346" y="370"/>
                  </a:lnTo>
                  <a:cubicBezTo>
                    <a:pt x="346" y="370"/>
                    <a:pt x="346" y="358"/>
                    <a:pt x="358" y="358"/>
                  </a:cubicBezTo>
                  <a:lnTo>
                    <a:pt x="930" y="358"/>
                  </a:lnTo>
                  <a:cubicBezTo>
                    <a:pt x="1037" y="358"/>
                    <a:pt x="1108" y="287"/>
                    <a:pt x="1108" y="179"/>
                  </a:cubicBezTo>
                  <a:cubicBezTo>
                    <a:pt x="1108" y="72"/>
                    <a:pt x="1037"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6" name="Google Shape;13226;p68"/>
          <p:cNvGrpSpPr/>
          <p:nvPr/>
        </p:nvGrpSpPr>
        <p:grpSpPr>
          <a:xfrm>
            <a:off x="5194002" y="1587497"/>
            <a:ext cx="259605" cy="346024"/>
            <a:chOff x="5194002" y="1511297"/>
            <a:chExt cx="259605" cy="346024"/>
          </a:xfrm>
        </p:grpSpPr>
        <p:sp>
          <p:nvSpPr>
            <p:cNvPr id="13227" name="Google Shape;13227;p68"/>
            <p:cNvSpPr/>
            <p:nvPr/>
          </p:nvSpPr>
          <p:spPr>
            <a:xfrm>
              <a:off x="5216729" y="1543636"/>
              <a:ext cx="169431" cy="159436"/>
            </a:xfrm>
            <a:custGeom>
              <a:avLst/>
              <a:gdLst/>
              <a:ahLst/>
              <a:cxnLst/>
              <a:rect l="l" t="t" r="r" b="b"/>
              <a:pathLst>
                <a:path w="5323" h="5009" extrusionOk="0">
                  <a:moveTo>
                    <a:pt x="3353" y="0"/>
                  </a:moveTo>
                  <a:cubicBezTo>
                    <a:pt x="2568" y="0"/>
                    <a:pt x="1788" y="303"/>
                    <a:pt x="1203" y="901"/>
                  </a:cubicBezTo>
                  <a:cubicBezTo>
                    <a:pt x="96" y="1997"/>
                    <a:pt x="0" y="3747"/>
                    <a:pt x="965" y="4949"/>
                  </a:cubicBezTo>
                  <a:cubicBezTo>
                    <a:pt x="1001" y="4997"/>
                    <a:pt x="1036" y="5009"/>
                    <a:pt x="1084" y="5009"/>
                  </a:cubicBezTo>
                  <a:cubicBezTo>
                    <a:pt x="1120" y="5009"/>
                    <a:pt x="1155" y="4985"/>
                    <a:pt x="1191" y="4973"/>
                  </a:cubicBezTo>
                  <a:cubicBezTo>
                    <a:pt x="1262" y="4914"/>
                    <a:pt x="1262" y="4830"/>
                    <a:pt x="1215" y="4759"/>
                  </a:cubicBezTo>
                  <a:cubicBezTo>
                    <a:pt x="358" y="3664"/>
                    <a:pt x="441" y="2104"/>
                    <a:pt x="1429" y="1127"/>
                  </a:cubicBezTo>
                  <a:cubicBezTo>
                    <a:pt x="1957" y="594"/>
                    <a:pt x="2658" y="324"/>
                    <a:pt x="3362" y="324"/>
                  </a:cubicBezTo>
                  <a:cubicBezTo>
                    <a:pt x="3961" y="324"/>
                    <a:pt x="4562" y="519"/>
                    <a:pt x="5061" y="913"/>
                  </a:cubicBezTo>
                  <a:cubicBezTo>
                    <a:pt x="5091" y="939"/>
                    <a:pt x="5127" y="951"/>
                    <a:pt x="5162" y="951"/>
                  </a:cubicBezTo>
                  <a:cubicBezTo>
                    <a:pt x="5208" y="951"/>
                    <a:pt x="5253" y="930"/>
                    <a:pt x="5287" y="889"/>
                  </a:cubicBezTo>
                  <a:cubicBezTo>
                    <a:pt x="5323" y="806"/>
                    <a:pt x="5311" y="711"/>
                    <a:pt x="5251" y="663"/>
                  </a:cubicBezTo>
                  <a:cubicBezTo>
                    <a:pt x="4693" y="220"/>
                    <a:pt x="4021" y="0"/>
                    <a:pt x="3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68"/>
            <p:cNvSpPr/>
            <p:nvPr/>
          </p:nvSpPr>
          <p:spPr>
            <a:xfrm>
              <a:off x="5194002" y="1511297"/>
              <a:ext cx="259605" cy="346024"/>
            </a:xfrm>
            <a:custGeom>
              <a:avLst/>
              <a:gdLst/>
              <a:ahLst/>
              <a:cxnLst/>
              <a:rect l="l" t="t" r="r" b="b"/>
              <a:pathLst>
                <a:path w="8156" h="10871" extrusionOk="0">
                  <a:moveTo>
                    <a:pt x="4060" y="322"/>
                  </a:moveTo>
                  <a:cubicBezTo>
                    <a:pt x="6132" y="322"/>
                    <a:pt x="7822" y="2001"/>
                    <a:pt x="7822" y="4084"/>
                  </a:cubicBezTo>
                  <a:cubicBezTo>
                    <a:pt x="7822" y="4977"/>
                    <a:pt x="7632" y="5894"/>
                    <a:pt x="7227" y="6763"/>
                  </a:cubicBezTo>
                  <a:cubicBezTo>
                    <a:pt x="6918" y="7466"/>
                    <a:pt x="6477" y="8168"/>
                    <a:pt x="5906" y="8823"/>
                  </a:cubicBezTo>
                  <a:cubicBezTo>
                    <a:pt x="5120" y="9740"/>
                    <a:pt x="4310" y="10335"/>
                    <a:pt x="4060" y="10537"/>
                  </a:cubicBezTo>
                  <a:cubicBezTo>
                    <a:pt x="3810" y="10359"/>
                    <a:pt x="3000" y="9763"/>
                    <a:pt x="2215" y="8835"/>
                  </a:cubicBezTo>
                  <a:cubicBezTo>
                    <a:pt x="1643" y="8180"/>
                    <a:pt x="1203" y="7477"/>
                    <a:pt x="893" y="6787"/>
                  </a:cubicBezTo>
                  <a:cubicBezTo>
                    <a:pt x="488" y="5906"/>
                    <a:pt x="298" y="5001"/>
                    <a:pt x="298" y="4084"/>
                  </a:cubicBezTo>
                  <a:cubicBezTo>
                    <a:pt x="298" y="2024"/>
                    <a:pt x="1976" y="322"/>
                    <a:pt x="4060" y="322"/>
                  </a:cubicBezTo>
                  <a:close/>
                  <a:moveTo>
                    <a:pt x="4072" y="0"/>
                  </a:moveTo>
                  <a:cubicBezTo>
                    <a:pt x="1834" y="0"/>
                    <a:pt x="0" y="1822"/>
                    <a:pt x="0" y="4072"/>
                  </a:cubicBezTo>
                  <a:cubicBezTo>
                    <a:pt x="0" y="5025"/>
                    <a:pt x="202" y="5977"/>
                    <a:pt x="619" y="6894"/>
                  </a:cubicBezTo>
                  <a:cubicBezTo>
                    <a:pt x="953" y="7632"/>
                    <a:pt x="1405" y="8359"/>
                    <a:pt x="1988" y="9025"/>
                  </a:cubicBezTo>
                  <a:cubicBezTo>
                    <a:pt x="2977" y="10192"/>
                    <a:pt x="3941" y="10835"/>
                    <a:pt x="3989" y="10847"/>
                  </a:cubicBezTo>
                  <a:cubicBezTo>
                    <a:pt x="4012" y="10859"/>
                    <a:pt x="4048" y="10871"/>
                    <a:pt x="4072" y="10871"/>
                  </a:cubicBezTo>
                  <a:cubicBezTo>
                    <a:pt x="4108" y="10871"/>
                    <a:pt x="4132" y="10859"/>
                    <a:pt x="4167" y="10847"/>
                  </a:cubicBezTo>
                  <a:cubicBezTo>
                    <a:pt x="4203" y="10811"/>
                    <a:pt x="5179" y="10168"/>
                    <a:pt x="6156" y="9025"/>
                  </a:cubicBezTo>
                  <a:cubicBezTo>
                    <a:pt x="6739" y="8347"/>
                    <a:pt x="7203" y="7632"/>
                    <a:pt x="7525" y="6894"/>
                  </a:cubicBezTo>
                  <a:cubicBezTo>
                    <a:pt x="7942" y="5977"/>
                    <a:pt x="8156" y="5025"/>
                    <a:pt x="8156" y="4072"/>
                  </a:cubicBezTo>
                  <a:cubicBezTo>
                    <a:pt x="8156" y="1822"/>
                    <a:pt x="6322" y="0"/>
                    <a:pt x="4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9" name="Google Shape;13229;p68"/>
            <p:cNvSpPr/>
            <p:nvPr/>
          </p:nvSpPr>
          <p:spPr>
            <a:xfrm>
              <a:off x="5296304" y="1607105"/>
              <a:ext cx="55002" cy="17156"/>
            </a:xfrm>
            <a:custGeom>
              <a:avLst/>
              <a:gdLst/>
              <a:ahLst/>
              <a:cxnLst/>
              <a:rect l="l" t="t" r="r" b="b"/>
              <a:pathLst>
                <a:path w="1728" h="539" extrusionOk="0">
                  <a:moveTo>
                    <a:pt x="629" y="0"/>
                  </a:moveTo>
                  <a:cubicBezTo>
                    <a:pt x="478" y="0"/>
                    <a:pt x="312" y="15"/>
                    <a:pt x="132" y="50"/>
                  </a:cubicBezTo>
                  <a:cubicBezTo>
                    <a:pt x="60" y="62"/>
                    <a:pt x="1" y="122"/>
                    <a:pt x="1" y="217"/>
                  </a:cubicBezTo>
                  <a:lnTo>
                    <a:pt x="1" y="384"/>
                  </a:lnTo>
                  <a:cubicBezTo>
                    <a:pt x="1" y="467"/>
                    <a:pt x="72" y="538"/>
                    <a:pt x="156" y="538"/>
                  </a:cubicBezTo>
                  <a:cubicBezTo>
                    <a:pt x="251" y="538"/>
                    <a:pt x="322" y="467"/>
                    <a:pt x="322" y="384"/>
                  </a:cubicBezTo>
                  <a:lnTo>
                    <a:pt x="322" y="348"/>
                  </a:lnTo>
                  <a:cubicBezTo>
                    <a:pt x="437" y="332"/>
                    <a:pt x="543" y="325"/>
                    <a:pt x="640" y="325"/>
                  </a:cubicBezTo>
                  <a:cubicBezTo>
                    <a:pt x="833" y="325"/>
                    <a:pt x="989" y="352"/>
                    <a:pt x="1108" y="384"/>
                  </a:cubicBezTo>
                  <a:cubicBezTo>
                    <a:pt x="1322" y="443"/>
                    <a:pt x="1441" y="515"/>
                    <a:pt x="1441" y="515"/>
                  </a:cubicBezTo>
                  <a:cubicBezTo>
                    <a:pt x="1465" y="527"/>
                    <a:pt x="1501" y="538"/>
                    <a:pt x="1525" y="538"/>
                  </a:cubicBezTo>
                  <a:cubicBezTo>
                    <a:pt x="1572" y="538"/>
                    <a:pt x="1632" y="515"/>
                    <a:pt x="1668" y="467"/>
                  </a:cubicBezTo>
                  <a:cubicBezTo>
                    <a:pt x="1727" y="396"/>
                    <a:pt x="1691" y="300"/>
                    <a:pt x="1620" y="241"/>
                  </a:cubicBezTo>
                  <a:cubicBezTo>
                    <a:pt x="1591" y="231"/>
                    <a:pt x="1235" y="0"/>
                    <a:pt x="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68"/>
            <p:cNvSpPr/>
            <p:nvPr/>
          </p:nvSpPr>
          <p:spPr>
            <a:xfrm>
              <a:off x="5260686" y="1576103"/>
              <a:ext cx="169813" cy="162970"/>
            </a:xfrm>
            <a:custGeom>
              <a:avLst/>
              <a:gdLst/>
              <a:ahLst/>
              <a:cxnLst/>
              <a:rect l="l" t="t" r="r" b="b"/>
              <a:pathLst>
                <a:path w="5335" h="5120" extrusionOk="0">
                  <a:moveTo>
                    <a:pt x="3191" y="322"/>
                  </a:moveTo>
                  <a:lnTo>
                    <a:pt x="3191" y="1108"/>
                  </a:lnTo>
                  <a:cubicBezTo>
                    <a:pt x="3191" y="1250"/>
                    <a:pt x="3156" y="1381"/>
                    <a:pt x="3096" y="1501"/>
                  </a:cubicBezTo>
                  <a:lnTo>
                    <a:pt x="3037" y="1620"/>
                  </a:lnTo>
                  <a:cubicBezTo>
                    <a:pt x="3025" y="1631"/>
                    <a:pt x="3025" y="1667"/>
                    <a:pt x="3025" y="1691"/>
                  </a:cubicBezTo>
                  <a:lnTo>
                    <a:pt x="3025" y="2036"/>
                  </a:lnTo>
                  <a:cubicBezTo>
                    <a:pt x="3025" y="2322"/>
                    <a:pt x="2918" y="2584"/>
                    <a:pt x="2715" y="2786"/>
                  </a:cubicBezTo>
                  <a:cubicBezTo>
                    <a:pt x="2501" y="2977"/>
                    <a:pt x="2239" y="3084"/>
                    <a:pt x="1953" y="3084"/>
                  </a:cubicBezTo>
                  <a:cubicBezTo>
                    <a:pt x="1382" y="3048"/>
                    <a:pt x="941" y="2572"/>
                    <a:pt x="941" y="1989"/>
                  </a:cubicBezTo>
                  <a:lnTo>
                    <a:pt x="941" y="1691"/>
                  </a:lnTo>
                  <a:cubicBezTo>
                    <a:pt x="941" y="1667"/>
                    <a:pt x="941" y="1655"/>
                    <a:pt x="929" y="1620"/>
                  </a:cubicBezTo>
                  <a:lnTo>
                    <a:pt x="870" y="1501"/>
                  </a:lnTo>
                  <a:cubicBezTo>
                    <a:pt x="798" y="1381"/>
                    <a:pt x="774" y="1250"/>
                    <a:pt x="774" y="1108"/>
                  </a:cubicBezTo>
                  <a:cubicBezTo>
                    <a:pt x="774" y="679"/>
                    <a:pt x="1132" y="322"/>
                    <a:pt x="1560" y="322"/>
                  </a:cubicBezTo>
                  <a:close/>
                  <a:moveTo>
                    <a:pt x="2489" y="3286"/>
                  </a:moveTo>
                  <a:lnTo>
                    <a:pt x="2489" y="3513"/>
                  </a:lnTo>
                  <a:cubicBezTo>
                    <a:pt x="2489" y="3560"/>
                    <a:pt x="2489" y="3596"/>
                    <a:pt x="2501" y="3644"/>
                  </a:cubicBezTo>
                  <a:lnTo>
                    <a:pt x="1965" y="4048"/>
                  </a:lnTo>
                  <a:lnTo>
                    <a:pt x="1429" y="3644"/>
                  </a:lnTo>
                  <a:cubicBezTo>
                    <a:pt x="1441" y="3596"/>
                    <a:pt x="1441" y="3548"/>
                    <a:pt x="1441" y="3513"/>
                  </a:cubicBezTo>
                  <a:lnTo>
                    <a:pt x="1441" y="3286"/>
                  </a:lnTo>
                  <a:cubicBezTo>
                    <a:pt x="1596" y="3346"/>
                    <a:pt x="1751" y="3394"/>
                    <a:pt x="1917" y="3394"/>
                  </a:cubicBezTo>
                  <a:lnTo>
                    <a:pt x="1965" y="3394"/>
                  </a:lnTo>
                  <a:cubicBezTo>
                    <a:pt x="2144" y="3394"/>
                    <a:pt x="2322" y="3358"/>
                    <a:pt x="2489" y="3286"/>
                  </a:cubicBezTo>
                  <a:close/>
                  <a:moveTo>
                    <a:pt x="1251" y="3917"/>
                  </a:moveTo>
                  <a:lnTo>
                    <a:pt x="1822" y="4346"/>
                  </a:lnTo>
                  <a:lnTo>
                    <a:pt x="1822" y="4775"/>
                  </a:lnTo>
                  <a:cubicBezTo>
                    <a:pt x="1322" y="4751"/>
                    <a:pt x="834" y="4584"/>
                    <a:pt x="405" y="4287"/>
                  </a:cubicBezTo>
                  <a:cubicBezTo>
                    <a:pt x="429" y="4251"/>
                    <a:pt x="477" y="4227"/>
                    <a:pt x="513" y="4215"/>
                  </a:cubicBezTo>
                  <a:lnTo>
                    <a:pt x="1132" y="3965"/>
                  </a:lnTo>
                  <a:cubicBezTo>
                    <a:pt x="1179" y="3953"/>
                    <a:pt x="1227" y="3929"/>
                    <a:pt x="1251" y="3917"/>
                  </a:cubicBezTo>
                  <a:close/>
                  <a:moveTo>
                    <a:pt x="2691" y="3894"/>
                  </a:moveTo>
                  <a:cubicBezTo>
                    <a:pt x="2727" y="3929"/>
                    <a:pt x="2775" y="3941"/>
                    <a:pt x="2810" y="3953"/>
                  </a:cubicBezTo>
                  <a:lnTo>
                    <a:pt x="3572" y="4239"/>
                  </a:lnTo>
                  <a:cubicBezTo>
                    <a:pt x="3144" y="4572"/>
                    <a:pt x="2656" y="4751"/>
                    <a:pt x="2132" y="4775"/>
                  </a:cubicBezTo>
                  <a:lnTo>
                    <a:pt x="2132" y="4334"/>
                  </a:lnTo>
                  <a:lnTo>
                    <a:pt x="2691" y="3894"/>
                  </a:lnTo>
                  <a:close/>
                  <a:moveTo>
                    <a:pt x="1572" y="0"/>
                  </a:moveTo>
                  <a:cubicBezTo>
                    <a:pt x="965" y="0"/>
                    <a:pt x="465" y="488"/>
                    <a:pt x="465" y="1108"/>
                  </a:cubicBezTo>
                  <a:cubicBezTo>
                    <a:pt x="465" y="1286"/>
                    <a:pt x="501" y="1489"/>
                    <a:pt x="584" y="1655"/>
                  </a:cubicBezTo>
                  <a:lnTo>
                    <a:pt x="620" y="1739"/>
                  </a:lnTo>
                  <a:lnTo>
                    <a:pt x="620" y="1989"/>
                  </a:lnTo>
                  <a:cubicBezTo>
                    <a:pt x="620" y="2429"/>
                    <a:pt x="822" y="2822"/>
                    <a:pt x="1132" y="3096"/>
                  </a:cubicBezTo>
                  <a:lnTo>
                    <a:pt x="1132" y="3525"/>
                  </a:lnTo>
                  <a:cubicBezTo>
                    <a:pt x="1132" y="3596"/>
                    <a:pt x="1084" y="3667"/>
                    <a:pt x="1013" y="3691"/>
                  </a:cubicBezTo>
                  <a:lnTo>
                    <a:pt x="382" y="3929"/>
                  </a:lnTo>
                  <a:cubicBezTo>
                    <a:pt x="227" y="3989"/>
                    <a:pt x="84" y="4108"/>
                    <a:pt x="24" y="4275"/>
                  </a:cubicBezTo>
                  <a:cubicBezTo>
                    <a:pt x="1" y="4334"/>
                    <a:pt x="12" y="4418"/>
                    <a:pt x="72" y="4465"/>
                  </a:cubicBezTo>
                  <a:cubicBezTo>
                    <a:pt x="620" y="4906"/>
                    <a:pt x="1298" y="5120"/>
                    <a:pt x="1965" y="5120"/>
                  </a:cubicBezTo>
                  <a:cubicBezTo>
                    <a:pt x="2751" y="5120"/>
                    <a:pt x="3525" y="4822"/>
                    <a:pt x="4120" y="4227"/>
                  </a:cubicBezTo>
                  <a:cubicBezTo>
                    <a:pt x="5227" y="3108"/>
                    <a:pt x="5335" y="1370"/>
                    <a:pt x="4370" y="143"/>
                  </a:cubicBezTo>
                  <a:cubicBezTo>
                    <a:pt x="4337" y="104"/>
                    <a:pt x="4297" y="86"/>
                    <a:pt x="4256" y="86"/>
                  </a:cubicBezTo>
                  <a:cubicBezTo>
                    <a:pt x="4222" y="86"/>
                    <a:pt x="4188" y="98"/>
                    <a:pt x="4156" y="119"/>
                  </a:cubicBezTo>
                  <a:cubicBezTo>
                    <a:pt x="4072" y="179"/>
                    <a:pt x="4072" y="262"/>
                    <a:pt x="4120" y="346"/>
                  </a:cubicBezTo>
                  <a:cubicBezTo>
                    <a:pt x="4989" y="1429"/>
                    <a:pt x="4894" y="2989"/>
                    <a:pt x="3918" y="3965"/>
                  </a:cubicBezTo>
                  <a:lnTo>
                    <a:pt x="3858" y="4025"/>
                  </a:lnTo>
                  <a:cubicBezTo>
                    <a:pt x="3822" y="4013"/>
                    <a:pt x="3775" y="3989"/>
                    <a:pt x="3751" y="3989"/>
                  </a:cubicBezTo>
                  <a:lnTo>
                    <a:pt x="2941" y="3691"/>
                  </a:lnTo>
                  <a:cubicBezTo>
                    <a:pt x="2870" y="3656"/>
                    <a:pt x="2822" y="3596"/>
                    <a:pt x="2822" y="3525"/>
                  </a:cubicBezTo>
                  <a:lnTo>
                    <a:pt x="2822" y="3120"/>
                  </a:lnTo>
                  <a:cubicBezTo>
                    <a:pt x="2858" y="3096"/>
                    <a:pt x="2906" y="3060"/>
                    <a:pt x="2929" y="3036"/>
                  </a:cubicBezTo>
                  <a:cubicBezTo>
                    <a:pt x="3203" y="2774"/>
                    <a:pt x="3346" y="2441"/>
                    <a:pt x="3346" y="2060"/>
                  </a:cubicBezTo>
                  <a:lnTo>
                    <a:pt x="3346" y="1762"/>
                  </a:lnTo>
                  <a:lnTo>
                    <a:pt x="3394" y="1679"/>
                  </a:lnTo>
                  <a:cubicBezTo>
                    <a:pt x="3465" y="1512"/>
                    <a:pt x="3513" y="1334"/>
                    <a:pt x="3513" y="1143"/>
                  </a:cubicBezTo>
                  <a:lnTo>
                    <a:pt x="3513" y="167"/>
                  </a:lnTo>
                  <a:cubicBezTo>
                    <a:pt x="3513" y="72"/>
                    <a:pt x="344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1" name="Google Shape;13231;p68"/>
          <p:cNvGrpSpPr/>
          <p:nvPr/>
        </p:nvGrpSpPr>
        <p:grpSpPr>
          <a:xfrm>
            <a:off x="1394741" y="1588261"/>
            <a:ext cx="252444" cy="351722"/>
            <a:chOff x="1394741" y="1512061"/>
            <a:chExt cx="252444" cy="351722"/>
          </a:xfrm>
        </p:grpSpPr>
        <p:sp>
          <p:nvSpPr>
            <p:cNvPr id="13232" name="Google Shape;13232;p68"/>
            <p:cNvSpPr/>
            <p:nvPr/>
          </p:nvSpPr>
          <p:spPr>
            <a:xfrm>
              <a:off x="1394741" y="1512061"/>
              <a:ext cx="252444" cy="351722"/>
            </a:xfrm>
            <a:custGeom>
              <a:avLst/>
              <a:gdLst/>
              <a:ahLst/>
              <a:cxnLst/>
              <a:rect l="l" t="t" r="r" b="b"/>
              <a:pathLst>
                <a:path w="7931" h="11050" extrusionOk="0">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3" name="Google Shape;13233;p68"/>
            <p:cNvSpPr/>
            <p:nvPr/>
          </p:nvSpPr>
          <p:spPr>
            <a:xfrm>
              <a:off x="1515282" y="1534024"/>
              <a:ext cx="10631" cy="10281"/>
            </a:xfrm>
            <a:custGeom>
              <a:avLst/>
              <a:gdLst/>
              <a:ahLst/>
              <a:cxnLst/>
              <a:rect l="l" t="t" r="r" b="b"/>
              <a:pathLst>
                <a:path w="334" h="323" extrusionOk="0">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68"/>
            <p:cNvSpPr/>
            <p:nvPr/>
          </p:nvSpPr>
          <p:spPr>
            <a:xfrm>
              <a:off x="1415972" y="1556018"/>
              <a:ext cx="208486" cy="274406"/>
            </a:xfrm>
            <a:custGeom>
              <a:avLst/>
              <a:gdLst/>
              <a:ahLst/>
              <a:cxnLst/>
              <a:rect l="l" t="t" r="r" b="b"/>
              <a:pathLst>
                <a:path w="6550" h="8621" extrusionOk="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68"/>
            <p:cNvSpPr/>
            <p:nvPr/>
          </p:nvSpPr>
          <p:spPr>
            <a:xfrm>
              <a:off x="1449330" y="1665927"/>
              <a:ext cx="31862" cy="32244"/>
            </a:xfrm>
            <a:custGeom>
              <a:avLst/>
              <a:gdLst/>
              <a:ahLst/>
              <a:cxnLst/>
              <a:rect l="l" t="t" r="r" b="b"/>
              <a:pathLst>
                <a:path w="1001" h="1013" extrusionOk="0">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6" name="Google Shape;13236;p68"/>
            <p:cNvSpPr/>
            <p:nvPr/>
          </p:nvSpPr>
          <p:spPr>
            <a:xfrm>
              <a:off x="1449330" y="1715168"/>
              <a:ext cx="31862" cy="32244"/>
            </a:xfrm>
            <a:custGeom>
              <a:avLst/>
              <a:gdLst/>
              <a:ahLst/>
              <a:cxnLst/>
              <a:rect l="l" t="t" r="r" b="b"/>
              <a:pathLst>
                <a:path w="1001" h="1013" extrusionOk="0">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7" name="Google Shape;13237;p68"/>
            <p:cNvSpPr/>
            <p:nvPr/>
          </p:nvSpPr>
          <p:spPr>
            <a:xfrm>
              <a:off x="1449330" y="1765205"/>
              <a:ext cx="31862" cy="31862"/>
            </a:xfrm>
            <a:custGeom>
              <a:avLst/>
              <a:gdLst/>
              <a:ahLst/>
              <a:cxnLst/>
              <a:rect l="l" t="t" r="r" b="b"/>
              <a:pathLst>
                <a:path w="1001" h="1001" extrusionOk="0">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68"/>
            <p:cNvSpPr/>
            <p:nvPr/>
          </p:nvSpPr>
          <p:spPr>
            <a:xfrm>
              <a:off x="1493287" y="1665927"/>
              <a:ext cx="59522" cy="10631"/>
            </a:xfrm>
            <a:custGeom>
              <a:avLst/>
              <a:gdLst/>
              <a:ahLst/>
              <a:cxnLst/>
              <a:rect l="l" t="t" r="r" b="b"/>
              <a:pathLst>
                <a:path w="1870" h="334" extrusionOk="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68"/>
            <p:cNvSpPr/>
            <p:nvPr/>
          </p:nvSpPr>
          <p:spPr>
            <a:xfrm>
              <a:off x="1493287" y="1687890"/>
              <a:ext cx="98578" cy="10281"/>
            </a:xfrm>
            <a:custGeom>
              <a:avLst/>
              <a:gdLst/>
              <a:ahLst/>
              <a:cxnLst/>
              <a:rect l="l" t="t" r="r" b="b"/>
              <a:pathLst>
                <a:path w="3097" h="323" extrusionOk="0">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68"/>
            <p:cNvSpPr/>
            <p:nvPr/>
          </p:nvSpPr>
          <p:spPr>
            <a:xfrm>
              <a:off x="1493287" y="1715168"/>
              <a:ext cx="59522" cy="10663"/>
            </a:xfrm>
            <a:custGeom>
              <a:avLst/>
              <a:gdLst/>
              <a:ahLst/>
              <a:cxnLst/>
              <a:rect l="l" t="t" r="r" b="b"/>
              <a:pathLst>
                <a:path w="1870" h="335" extrusionOk="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68"/>
            <p:cNvSpPr/>
            <p:nvPr/>
          </p:nvSpPr>
          <p:spPr>
            <a:xfrm>
              <a:off x="1493287" y="1737545"/>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2" name="Google Shape;13242;p68"/>
            <p:cNvSpPr/>
            <p:nvPr/>
          </p:nvSpPr>
          <p:spPr>
            <a:xfrm>
              <a:off x="1493287" y="1765205"/>
              <a:ext cx="59522" cy="10249"/>
            </a:xfrm>
            <a:custGeom>
              <a:avLst/>
              <a:gdLst/>
              <a:ahLst/>
              <a:cxnLst/>
              <a:rect l="l" t="t" r="r" b="b"/>
              <a:pathLst>
                <a:path w="1870" h="322" extrusionOk="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3" name="Google Shape;13243;p68"/>
            <p:cNvSpPr/>
            <p:nvPr/>
          </p:nvSpPr>
          <p:spPr>
            <a:xfrm>
              <a:off x="1493287" y="1786818"/>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68"/>
            <p:cNvSpPr/>
            <p:nvPr/>
          </p:nvSpPr>
          <p:spPr>
            <a:xfrm>
              <a:off x="1493287" y="1583679"/>
              <a:ext cx="98578" cy="10249"/>
            </a:xfrm>
            <a:custGeom>
              <a:avLst/>
              <a:gdLst/>
              <a:ahLst/>
              <a:cxnLst/>
              <a:rect l="l" t="t" r="r" b="b"/>
              <a:pathLst>
                <a:path w="3097" h="322" extrusionOk="0">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5" name="Google Shape;13245;p68"/>
            <p:cNvSpPr/>
            <p:nvPr/>
          </p:nvSpPr>
          <p:spPr>
            <a:xfrm>
              <a:off x="1449330" y="1632951"/>
              <a:ext cx="142535" cy="10249"/>
            </a:xfrm>
            <a:custGeom>
              <a:avLst/>
              <a:gdLst/>
              <a:ahLst/>
              <a:cxnLst/>
              <a:rect l="l" t="t" r="r" b="b"/>
              <a:pathLst>
                <a:path w="4478" h="322" extrusionOk="0">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68"/>
            <p:cNvSpPr/>
            <p:nvPr/>
          </p:nvSpPr>
          <p:spPr>
            <a:xfrm>
              <a:off x="1493287" y="1605291"/>
              <a:ext cx="26928" cy="10631"/>
            </a:xfrm>
            <a:custGeom>
              <a:avLst/>
              <a:gdLst/>
              <a:ahLst/>
              <a:cxnLst/>
              <a:rect l="l" t="t" r="r" b="b"/>
              <a:pathLst>
                <a:path w="846" h="334" extrusionOk="0">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7" name="Google Shape;13247;p68"/>
            <p:cNvSpPr/>
            <p:nvPr/>
          </p:nvSpPr>
          <p:spPr>
            <a:xfrm>
              <a:off x="1531579" y="1605291"/>
              <a:ext cx="26928" cy="10631"/>
            </a:xfrm>
            <a:custGeom>
              <a:avLst/>
              <a:gdLst/>
              <a:ahLst/>
              <a:cxnLst/>
              <a:rect l="l" t="t" r="r" b="b"/>
              <a:pathLst>
                <a:path w="846" h="334" extrusionOk="0">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8" name="Google Shape;13248;p68"/>
            <p:cNvSpPr/>
            <p:nvPr/>
          </p:nvSpPr>
          <p:spPr>
            <a:xfrm>
              <a:off x="1449712" y="1583679"/>
              <a:ext cx="32244" cy="32244"/>
            </a:xfrm>
            <a:custGeom>
              <a:avLst/>
              <a:gdLst/>
              <a:ahLst/>
              <a:cxnLst/>
              <a:rect l="l" t="t" r="r" b="b"/>
              <a:pathLst>
                <a:path w="1013" h="1013" extrusionOk="0">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9" name="Google Shape;13249;p68"/>
          <p:cNvGrpSpPr/>
          <p:nvPr/>
        </p:nvGrpSpPr>
        <p:grpSpPr>
          <a:xfrm>
            <a:off x="855096" y="1580685"/>
            <a:ext cx="380910" cy="339594"/>
            <a:chOff x="855096" y="1504485"/>
            <a:chExt cx="380910" cy="339594"/>
          </a:xfrm>
        </p:grpSpPr>
        <p:sp>
          <p:nvSpPr>
            <p:cNvPr id="13250" name="Google Shape;13250;p68"/>
            <p:cNvSpPr/>
            <p:nvPr/>
          </p:nvSpPr>
          <p:spPr>
            <a:xfrm>
              <a:off x="1092707" y="1504485"/>
              <a:ext cx="107299" cy="136837"/>
            </a:xfrm>
            <a:custGeom>
              <a:avLst/>
              <a:gdLst/>
              <a:ahLst/>
              <a:cxnLst/>
              <a:rect l="l" t="t" r="r" b="b"/>
              <a:pathLst>
                <a:path w="3371" h="4299" extrusionOk="0">
                  <a:moveTo>
                    <a:pt x="1691" y="357"/>
                  </a:moveTo>
                  <a:cubicBezTo>
                    <a:pt x="2418" y="357"/>
                    <a:pt x="3013" y="953"/>
                    <a:pt x="3013" y="1679"/>
                  </a:cubicBezTo>
                  <a:cubicBezTo>
                    <a:pt x="3013" y="2250"/>
                    <a:pt x="2644" y="2750"/>
                    <a:pt x="2108" y="2929"/>
                  </a:cubicBezTo>
                  <a:lnTo>
                    <a:pt x="2418" y="1726"/>
                  </a:lnTo>
                  <a:cubicBezTo>
                    <a:pt x="2453" y="1643"/>
                    <a:pt x="2394" y="1536"/>
                    <a:pt x="2287" y="1512"/>
                  </a:cubicBezTo>
                  <a:cubicBezTo>
                    <a:pt x="2273" y="1509"/>
                    <a:pt x="2258" y="1507"/>
                    <a:pt x="2244" y="1507"/>
                  </a:cubicBezTo>
                  <a:cubicBezTo>
                    <a:pt x="2162" y="1507"/>
                    <a:pt x="2082" y="1564"/>
                    <a:pt x="2072" y="1655"/>
                  </a:cubicBezTo>
                  <a:lnTo>
                    <a:pt x="2060" y="1715"/>
                  </a:lnTo>
                  <a:lnTo>
                    <a:pt x="1322" y="1715"/>
                  </a:lnTo>
                  <a:lnTo>
                    <a:pt x="1298" y="1655"/>
                  </a:lnTo>
                  <a:cubicBezTo>
                    <a:pt x="1277" y="1568"/>
                    <a:pt x="1195" y="1511"/>
                    <a:pt x="1117" y="1511"/>
                  </a:cubicBezTo>
                  <a:cubicBezTo>
                    <a:pt x="1110" y="1511"/>
                    <a:pt x="1103" y="1511"/>
                    <a:pt x="1096" y="1512"/>
                  </a:cubicBezTo>
                  <a:cubicBezTo>
                    <a:pt x="1001" y="1548"/>
                    <a:pt x="941" y="1631"/>
                    <a:pt x="965" y="1726"/>
                  </a:cubicBezTo>
                  <a:lnTo>
                    <a:pt x="1275" y="2929"/>
                  </a:lnTo>
                  <a:cubicBezTo>
                    <a:pt x="751" y="2750"/>
                    <a:pt x="370" y="2262"/>
                    <a:pt x="370" y="1679"/>
                  </a:cubicBezTo>
                  <a:cubicBezTo>
                    <a:pt x="370" y="953"/>
                    <a:pt x="965" y="357"/>
                    <a:pt x="1691" y="357"/>
                  </a:cubicBezTo>
                  <a:close/>
                  <a:moveTo>
                    <a:pt x="1989" y="2036"/>
                  </a:moveTo>
                  <a:lnTo>
                    <a:pt x="1751" y="3012"/>
                  </a:lnTo>
                  <a:lnTo>
                    <a:pt x="1656" y="3012"/>
                  </a:lnTo>
                  <a:lnTo>
                    <a:pt x="1406" y="2036"/>
                  </a:lnTo>
                  <a:close/>
                  <a:moveTo>
                    <a:pt x="2072" y="3310"/>
                  </a:moveTo>
                  <a:lnTo>
                    <a:pt x="2072" y="3739"/>
                  </a:lnTo>
                  <a:lnTo>
                    <a:pt x="1322" y="3751"/>
                  </a:lnTo>
                  <a:cubicBezTo>
                    <a:pt x="1322" y="3751"/>
                    <a:pt x="1298" y="3751"/>
                    <a:pt x="1298" y="3739"/>
                  </a:cubicBezTo>
                  <a:lnTo>
                    <a:pt x="1298" y="3310"/>
                  </a:lnTo>
                  <a:cubicBezTo>
                    <a:pt x="1417" y="3334"/>
                    <a:pt x="1560" y="3346"/>
                    <a:pt x="1691" y="3346"/>
                  </a:cubicBezTo>
                  <a:cubicBezTo>
                    <a:pt x="1822" y="3346"/>
                    <a:pt x="1953" y="3334"/>
                    <a:pt x="2072" y="3310"/>
                  </a:cubicBezTo>
                  <a:close/>
                  <a:moveTo>
                    <a:pt x="1691" y="0"/>
                  </a:moveTo>
                  <a:cubicBezTo>
                    <a:pt x="763" y="0"/>
                    <a:pt x="1" y="750"/>
                    <a:pt x="1" y="1679"/>
                  </a:cubicBezTo>
                  <a:cubicBezTo>
                    <a:pt x="1" y="2334"/>
                    <a:pt x="394" y="2917"/>
                    <a:pt x="941" y="3191"/>
                  </a:cubicBezTo>
                  <a:lnTo>
                    <a:pt x="941" y="3751"/>
                  </a:lnTo>
                  <a:cubicBezTo>
                    <a:pt x="941" y="3941"/>
                    <a:pt x="1108" y="4108"/>
                    <a:pt x="1298" y="4108"/>
                  </a:cubicBezTo>
                  <a:lnTo>
                    <a:pt x="1501" y="4108"/>
                  </a:lnTo>
                  <a:lnTo>
                    <a:pt x="1501" y="4120"/>
                  </a:lnTo>
                  <a:cubicBezTo>
                    <a:pt x="1501" y="4227"/>
                    <a:pt x="1572" y="4298"/>
                    <a:pt x="1679" y="4298"/>
                  </a:cubicBezTo>
                  <a:cubicBezTo>
                    <a:pt x="1775" y="4298"/>
                    <a:pt x="1858" y="4227"/>
                    <a:pt x="1858" y="4120"/>
                  </a:cubicBezTo>
                  <a:lnTo>
                    <a:pt x="1858" y="4108"/>
                  </a:lnTo>
                  <a:lnTo>
                    <a:pt x="2048" y="4108"/>
                  </a:lnTo>
                  <a:cubicBezTo>
                    <a:pt x="2239" y="4108"/>
                    <a:pt x="2406" y="3941"/>
                    <a:pt x="2406" y="3751"/>
                  </a:cubicBezTo>
                  <a:lnTo>
                    <a:pt x="2406" y="3191"/>
                  </a:lnTo>
                  <a:cubicBezTo>
                    <a:pt x="2953" y="2917"/>
                    <a:pt x="3346" y="2334"/>
                    <a:pt x="3346" y="1679"/>
                  </a:cubicBezTo>
                  <a:cubicBezTo>
                    <a:pt x="3370" y="750"/>
                    <a:pt x="2608"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68"/>
            <p:cNvSpPr/>
            <p:nvPr/>
          </p:nvSpPr>
          <p:spPr>
            <a:xfrm>
              <a:off x="855096" y="1521896"/>
              <a:ext cx="214152" cy="322183"/>
            </a:xfrm>
            <a:custGeom>
              <a:avLst/>
              <a:gdLst/>
              <a:ahLst/>
              <a:cxnLst/>
              <a:rect l="l" t="t" r="r" b="b"/>
              <a:pathLst>
                <a:path w="6728" h="10122" extrusionOk="0">
                  <a:moveTo>
                    <a:pt x="3346" y="358"/>
                  </a:moveTo>
                  <a:cubicBezTo>
                    <a:pt x="3870" y="358"/>
                    <a:pt x="4299" y="703"/>
                    <a:pt x="4299" y="1120"/>
                  </a:cubicBezTo>
                  <a:cubicBezTo>
                    <a:pt x="4001" y="1001"/>
                    <a:pt x="3691" y="941"/>
                    <a:pt x="3346" y="941"/>
                  </a:cubicBezTo>
                  <a:cubicBezTo>
                    <a:pt x="3001" y="941"/>
                    <a:pt x="2691" y="1001"/>
                    <a:pt x="2394" y="1120"/>
                  </a:cubicBezTo>
                  <a:cubicBezTo>
                    <a:pt x="2394" y="703"/>
                    <a:pt x="2810" y="358"/>
                    <a:pt x="3346" y="358"/>
                  </a:cubicBezTo>
                  <a:close/>
                  <a:moveTo>
                    <a:pt x="3370" y="1299"/>
                  </a:moveTo>
                  <a:cubicBezTo>
                    <a:pt x="4620" y="1299"/>
                    <a:pt x="5620" y="2311"/>
                    <a:pt x="5620" y="3561"/>
                  </a:cubicBezTo>
                  <a:cubicBezTo>
                    <a:pt x="5620" y="3882"/>
                    <a:pt x="5549" y="4216"/>
                    <a:pt x="5418" y="4513"/>
                  </a:cubicBezTo>
                  <a:lnTo>
                    <a:pt x="5418" y="4347"/>
                  </a:lnTo>
                  <a:cubicBezTo>
                    <a:pt x="5418" y="4144"/>
                    <a:pt x="5322" y="3930"/>
                    <a:pt x="5168" y="3799"/>
                  </a:cubicBezTo>
                  <a:cubicBezTo>
                    <a:pt x="4811" y="3489"/>
                    <a:pt x="4025" y="2953"/>
                    <a:pt x="2632" y="2811"/>
                  </a:cubicBezTo>
                  <a:cubicBezTo>
                    <a:pt x="2626" y="2810"/>
                    <a:pt x="2619" y="2809"/>
                    <a:pt x="2613" y="2809"/>
                  </a:cubicBezTo>
                  <a:cubicBezTo>
                    <a:pt x="2535" y="2809"/>
                    <a:pt x="2452" y="2878"/>
                    <a:pt x="2441" y="2977"/>
                  </a:cubicBezTo>
                  <a:cubicBezTo>
                    <a:pt x="2429" y="3073"/>
                    <a:pt x="2501" y="3156"/>
                    <a:pt x="2608" y="3168"/>
                  </a:cubicBezTo>
                  <a:cubicBezTo>
                    <a:pt x="3882" y="3311"/>
                    <a:pt x="4632" y="3787"/>
                    <a:pt x="4941" y="4061"/>
                  </a:cubicBezTo>
                  <a:cubicBezTo>
                    <a:pt x="5013" y="4144"/>
                    <a:pt x="5072" y="4239"/>
                    <a:pt x="5072" y="4347"/>
                  </a:cubicBezTo>
                  <a:lnTo>
                    <a:pt x="5072" y="4680"/>
                  </a:lnTo>
                  <a:cubicBezTo>
                    <a:pt x="5072" y="5609"/>
                    <a:pt x="4310" y="6371"/>
                    <a:pt x="3382" y="6371"/>
                  </a:cubicBezTo>
                  <a:cubicBezTo>
                    <a:pt x="3374" y="6371"/>
                    <a:pt x="3367" y="6371"/>
                    <a:pt x="3359" y="6371"/>
                  </a:cubicBezTo>
                  <a:cubicBezTo>
                    <a:pt x="2405" y="6371"/>
                    <a:pt x="1643" y="5625"/>
                    <a:pt x="1643" y="4692"/>
                  </a:cubicBezTo>
                  <a:lnTo>
                    <a:pt x="1643" y="4549"/>
                  </a:lnTo>
                  <a:cubicBezTo>
                    <a:pt x="1643" y="4466"/>
                    <a:pt x="1679" y="4406"/>
                    <a:pt x="1739" y="4382"/>
                  </a:cubicBezTo>
                  <a:cubicBezTo>
                    <a:pt x="1965" y="4263"/>
                    <a:pt x="2251" y="4025"/>
                    <a:pt x="2382" y="3620"/>
                  </a:cubicBezTo>
                  <a:cubicBezTo>
                    <a:pt x="2405" y="3525"/>
                    <a:pt x="2370" y="3430"/>
                    <a:pt x="2274" y="3394"/>
                  </a:cubicBezTo>
                  <a:cubicBezTo>
                    <a:pt x="2258" y="3389"/>
                    <a:pt x="2240" y="3387"/>
                    <a:pt x="2222" y="3387"/>
                  </a:cubicBezTo>
                  <a:cubicBezTo>
                    <a:pt x="2152" y="3387"/>
                    <a:pt x="2079" y="3425"/>
                    <a:pt x="2060" y="3501"/>
                  </a:cubicBezTo>
                  <a:cubicBezTo>
                    <a:pt x="1953" y="3799"/>
                    <a:pt x="1739" y="3966"/>
                    <a:pt x="1584" y="4061"/>
                  </a:cubicBezTo>
                  <a:cubicBezTo>
                    <a:pt x="1417" y="4156"/>
                    <a:pt x="1310" y="4335"/>
                    <a:pt x="1310" y="4513"/>
                  </a:cubicBezTo>
                  <a:cubicBezTo>
                    <a:pt x="1179" y="4216"/>
                    <a:pt x="1108" y="3882"/>
                    <a:pt x="1108" y="3561"/>
                  </a:cubicBezTo>
                  <a:cubicBezTo>
                    <a:pt x="1108" y="2311"/>
                    <a:pt x="2120" y="1299"/>
                    <a:pt x="3370" y="1299"/>
                  </a:cubicBezTo>
                  <a:close/>
                  <a:moveTo>
                    <a:pt x="4108" y="6585"/>
                  </a:moveTo>
                  <a:lnTo>
                    <a:pt x="4108" y="7002"/>
                  </a:lnTo>
                  <a:cubicBezTo>
                    <a:pt x="4108" y="7228"/>
                    <a:pt x="4239" y="7418"/>
                    <a:pt x="4430" y="7502"/>
                  </a:cubicBezTo>
                  <a:lnTo>
                    <a:pt x="4691" y="7621"/>
                  </a:lnTo>
                  <a:cubicBezTo>
                    <a:pt x="4441" y="8133"/>
                    <a:pt x="3918" y="8442"/>
                    <a:pt x="3346" y="8442"/>
                  </a:cubicBezTo>
                  <a:cubicBezTo>
                    <a:pt x="2786" y="8442"/>
                    <a:pt x="2263" y="8133"/>
                    <a:pt x="2013" y="7621"/>
                  </a:cubicBezTo>
                  <a:lnTo>
                    <a:pt x="2263" y="7502"/>
                  </a:lnTo>
                  <a:cubicBezTo>
                    <a:pt x="2453" y="7418"/>
                    <a:pt x="2584" y="7228"/>
                    <a:pt x="2584" y="7002"/>
                  </a:cubicBezTo>
                  <a:lnTo>
                    <a:pt x="2584" y="6585"/>
                  </a:lnTo>
                  <a:cubicBezTo>
                    <a:pt x="2822" y="6668"/>
                    <a:pt x="3084" y="6728"/>
                    <a:pt x="3346" y="6728"/>
                  </a:cubicBezTo>
                  <a:cubicBezTo>
                    <a:pt x="3620" y="6728"/>
                    <a:pt x="3870" y="6668"/>
                    <a:pt x="4108" y="6585"/>
                  </a:cubicBezTo>
                  <a:close/>
                  <a:moveTo>
                    <a:pt x="3346" y="1"/>
                  </a:moveTo>
                  <a:cubicBezTo>
                    <a:pt x="2632" y="1"/>
                    <a:pt x="2060" y="513"/>
                    <a:pt x="2060" y="1120"/>
                  </a:cubicBezTo>
                  <a:cubicBezTo>
                    <a:pt x="2060" y="1179"/>
                    <a:pt x="2060" y="1227"/>
                    <a:pt x="2072" y="1287"/>
                  </a:cubicBezTo>
                  <a:cubicBezTo>
                    <a:pt x="1286" y="1727"/>
                    <a:pt x="750" y="2572"/>
                    <a:pt x="750" y="3561"/>
                  </a:cubicBezTo>
                  <a:cubicBezTo>
                    <a:pt x="750" y="4204"/>
                    <a:pt x="989" y="4811"/>
                    <a:pt x="1405" y="5287"/>
                  </a:cubicBezTo>
                  <a:cubicBezTo>
                    <a:pt x="1548" y="5751"/>
                    <a:pt x="1846" y="6156"/>
                    <a:pt x="2251" y="6406"/>
                  </a:cubicBezTo>
                  <a:lnTo>
                    <a:pt x="2251" y="7014"/>
                  </a:lnTo>
                  <a:cubicBezTo>
                    <a:pt x="2251" y="7085"/>
                    <a:pt x="2203" y="7168"/>
                    <a:pt x="2132" y="7192"/>
                  </a:cubicBezTo>
                  <a:lnTo>
                    <a:pt x="548" y="7895"/>
                  </a:lnTo>
                  <a:cubicBezTo>
                    <a:pt x="203" y="8037"/>
                    <a:pt x="0" y="8371"/>
                    <a:pt x="0" y="8740"/>
                  </a:cubicBezTo>
                  <a:lnTo>
                    <a:pt x="0" y="9942"/>
                  </a:lnTo>
                  <a:cubicBezTo>
                    <a:pt x="0" y="10050"/>
                    <a:pt x="72" y="10121"/>
                    <a:pt x="179" y="10121"/>
                  </a:cubicBezTo>
                  <a:cubicBezTo>
                    <a:pt x="286" y="10121"/>
                    <a:pt x="358" y="10050"/>
                    <a:pt x="358" y="9942"/>
                  </a:cubicBezTo>
                  <a:lnTo>
                    <a:pt x="358" y="8740"/>
                  </a:lnTo>
                  <a:cubicBezTo>
                    <a:pt x="358" y="8514"/>
                    <a:pt x="489" y="8311"/>
                    <a:pt x="703" y="8216"/>
                  </a:cubicBezTo>
                  <a:lnTo>
                    <a:pt x="1691" y="7776"/>
                  </a:lnTo>
                  <a:cubicBezTo>
                    <a:pt x="2013" y="8395"/>
                    <a:pt x="2644" y="8799"/>
                    <a:pt x="3358" y="8799"/>
                  </a:cubicBezTo>
                  <a:cubicBezTo>
                    <a:pt x="4072" y="8799"/>
                    <a:pt x="4715" y="8395"/>
                    <a:pt x="5025" y="7776"/>
                  </a:cubicBezTo>
                  <a:lnTo>
                    <a:pt x="6025" y="8216"/>
                  </a:lnTo>
                  <a:cubicBezTo>
                    <a:pt x="6239" y="8311"/>
                    <a:pt x="6370" y="8514"/>
                    <a:pt x="6370" y="8740"/>
                  </a:cubicBezTo>
                  <a:lnTo>
                    <a:pt x="6370" y="9942"/>
                  </a:lnTo>
                  <a:cubicBezTo>
                    <a:pt x="6370" y="10050"/>
                    <a:pt x="6442" y="10121"/>
                    <a:pt x="6549" y="10121"/>
                  </a:cubicBezTo>
                  <a:cubicBezTo>
                    <a:pt x="6656" y="10121"/>
                    <a:pt x="6727" y="10050"/>
                    <a:pt x="6727" y="9942"/>
                  </a:cubicBezTo>
                  <a:lnTo>
                    <a:pt x="6727" y="8740"/>
                  </a:lnTo>
                  <a:cubicBezTo>
                    <a:pt x="6704" y="8371"/>
                    <a:pt x="6489" y="8037"/>
                    <a:pt x="6144" y="7895"/>
                  </a:cubicBezTo>
                  <a:lnTo>
                    <a:pt x="4572" y="7192"/>
                  </a:lnTo>
                  <a:cubicBezTo>
                    <a:pt x="4501" y="7168"/>
                    <a:pt x="4453" y="7085"/>
                    <a:pt x="4453" y="7014"/>
                  </a:cubicBezTo>
                  <a:lnTo>
                    <a:pt x="4453" y="6406"/>
                  </a:lnTo>
                  <a:cubicBezTo>
                    <a:pt x="4858" y="6156"/>
                    <a:pt x="5156" y="5751"/>
                    <a:pt x="5299" y="5287"/>
                  </a:cubicBezTo>
                  <a:cubicBezTo>
                    <a:pt x="5715" y="4811"/>
                    <a:pt x="5954" y="4204"/>
                    <a:pt x="5954" y="3561"/>
                  </a:cubicBezTo>
                  <a:cubicBezTo>
                    <a:pt x="5954" y="2596"/>
                    <a:pt x="5418" y="1727"/>
                    <a:pt x="4632" y="1287"/>
                  </a:cubicBezTo>
                  <a:cubicBezTo>
                    <a:pt x="4644" y="1227"/>
                    <a:pt x="4644" y="1179"/>
                    <a:pt x="4644" y="1120"/>
                  </a:cubicBezTo>
                  <a:cubicBezTo>
                    <a:pt x="4644" y="513"/>
                    <a:pt x="4060"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68"/>
            <p:cNvSpPr/>
            <p:nvPr/>
          </p:nvSpPr>
          <p:spPr>
            <a:xfrm>
              <a:off x="896411" y="1808780"/>
              <a:ext cx="11395" cy="34918"/>
            </a:xfrm>
            <a:custGeom>
              <a:avLst/>
              <a:gdLst/>
              <a:ahLst/>
              <a:cxnLst/>
              <a:rect l="l" t="t" r="r" b="b"/>
              <a:pathLst>
                <a:path w="358" h="1097" extrusionOk="0">
                  <a:moveTo>
                    <a:pt x="179" y="1"/>
                  </a:moveTo>
                  <a:cubicBezTo>
                    <a:pt x="72" y="1"/>
                    <a:pt x="0" y="72"/>
                    <a:pt x="0" y="179"/>
                  </a:cubicBezTo>
                  <a:lnTo>
                    <a:pt x="0" y="918"/>
                  </a:lnTo>
                  <a:cubicBezTo>
                    <a:pt x="0" y="1025"/>
                    <a:pt x="72" y="1096"/>
                    <a:pt x="179" y="1096"/>
                  </a:cubicBezTo>
                  <a:cubicBezTo>
                    <a:pt x="286" y="1096"/>
                    <a:pt x="357" y="1025"/>
                    <a:pt x="357" y="918"/>
                  </a:cubicBezTo>
                  <a:lnTo>
                    <a:pt x="357" y="179"/>
                  </a:lnTo>
                  <a:cubicBezTo>
                    <a:pt x="345"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3" name="Google Shape;13253;p68"/>
            <p:cNvSpPr/>
            <p:nvPr/>
          </p:nvSpPr>
          <p:spPr>
            <a:xfrm>
              <a:off x="1015391" y="1808780"/>
              <a:ext cx="11395" cy="34918"/>
            </a:xfrm>
            <a:custGeom>
              <a:avLst/>
              <a:gdLst/>
              <a:ahLst/>
              <a:cxnLst/>
              <a:rect l="l" t="t" r="r" b="b"/>
              <a:pathLst>
                <a:path w="358" h="1097" extrusionOk="0">
                  <a:moveTo>
                    <a:pt x="179" y="1"/>
                  </a:moveTo>
                  <a:cubicBezTo>
                    <a:pt x="72" y="1"/>
                    <a:pt x="1" y="72"/>
                    <a:pt x="1" y="179"/>
                  </a:cubicBezTo>
                  <a:lnTo>
                    <a:pt x="1" y="918"/>
                  </a:lnTo>
                  <a:cubicBezTo>
                    <a:pt x="1" y="1025"/>
                    <a:pt x="72" y="1096"/>
                    <a:pt x="179" y="1096"/>
                  </a:cubicBezTo>
                  <a:cubicBezTo>
                    <a:pt x="275" y="1096"/>
                    <a:pt x="346" y="1025"/>
                    <a:pt x="346" y="918"/>
                  </a:cubicBezTo>
                  <a:lnTo>
                    <a:pt x="346" y="179"/>
                  </a:lnTo>
                  <a:cubicBezTo>
                    <a:pt x="358" y="84"/>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4" name="Google Shape;13254;p68"/>
            <p:cNvSpPr/>
            <p:nvPr/>
          </p:nvSpPr>
          <p:spPr>
            <a:xfrm>
              <a:off x="1057471" y="1522660"/>
              <a:ext cx="178534" cy="186110"/>
            </a:xfrm>
            <a:custGeom>
              <a:avLst/>
              <a:gdLst/>
              <a:ahLst/>
              <a:cxnLst/>
              <a:rect l="l" t="t" r="r" b="b"/>
              <a:pathLst>
                <a:path w="5609" h="5847" extrusionOk="0">
                  <a:moveTo>
                    <a:pt x="739" y="1"/>
                  </a:moveTo>
                  <a:cubicBezTo>
                    <a:pt x="346" y="1"/>
                    <a:pt x="0" y="322"/>
                    <a:pt x="0" y="739"/>
                  </a:cubicBezTo>
                  <a:lnTo>
                    <a:pt x="0" y="3751"/>
                  </a:lnTo>
                  <a:cubicBezTo>
                    <a:pt x="0" y="4144"/>
                    <a:pt x="322" y="4489"/>
                    <a:pt x="739" y="4489"/>
                  </a:cubicBezTo>
                  <a:lnTo>
                    <a:pt x="1084" y="4489"/>
                  </a:lnTo>
                  <a:lnTo>
                    <a:pt x="834" y="5513"/>
                  </a:lnTo>
                  <a:cubicBezTo>
                    <a:pt x="798" y="5620"/>
                    <a:pt x="846" y="5739"/>
                    <a:pt x="941" y="5799"/>
                  </a:cubicBezTo>
                  <a:cubicBezTo>
                    <a:pt x="977" y="5823"/>
                    <a:pt x="1036" y="5847"/>
                    <a:pt x="1084" y="5847"/>
                  </a:cubicBezTo>
                  <a:cubicBezTo>
                    <a:pt x="1143" y="5847"/>
                    <a:pt x="1191" y="5823"/>
                    <a:pt x="1250" y="5799"/>
                  </a:cubicBezTo>
                  <a:lnTo>
                    <a:pt x="3048" y="4489"/>
                  </a:lnTo>
                  <a:lnTo>
                    <a:pt x="4870" y="4489"/>
                  </a:lnTo>
                  <a:cubicBezTo>
                    <a:pt x="5263" y="4489"/>
                    <a:pt x="5608" y="4156"/>
                    <a:pt x="5608" y="3739"/>
                  </a:cubicBezTo>
                  <a:lnTo>
                    <a:pt x="5608" y="739"/>
                  </a:lnTo>
                  <a:cubicBezTo>
                    <a:pt x="5596" y="322"/>
                    <a:pt x="5263" y="1"/>
                    <a:pt x="4870" y="1"/>
                  </a:cubicBezTo>
                  <a:cubicBezTo>
                    <a:pt x="4763" y="1"/>
                    <a:pt x="4691" y="72"/>
                    <a:pt x="4691" y="179"/>
                  </a:cubicBezTo>
                  <a:cubicBezTo>
                    <a:pt x="4691" y="274"/>
                    <a:pt x="4763" y="346"/>
                    <a:pt x="4870" y="346"/>
                  </a:cubicBezTo>
                  <a:cubicBezTo>
                    <a:pt x="5072" y="346"/>
                    <a:pt x="5251" y="524"/>
                    <a:pt x="5251" y="739"/>
                  </a:cubicBezTo>
                  <a:lnTo>
                    <a:pt x="5251" y="3739"/>
                  </a:lnTo>
                  <a:cubicBezTo>
                    <a:pt x="5251" y="3953"/>
                    <a:pt x="5072" y="4132"/>
                    <a:pt x="4870" y="4132"/>
                  </a:cubicBezTo>
                  <a:lnTo>
                    <a:pt x="2989" y="4132"/>
                  </a:lnTo>
                  <a:cubicBezTo>
                    <a:pt x="2965" y="4132"/>
                    <a:pt x="2917" y="4144"/>
                    <a:pt x="2882" y="4156"/>
                  </a:cubicBezTo>
                  <a:lnTo>
                    <a:pt x="1215" y="5382"/>
                  </a:lnTo>
                  <a:lnTo>
                    <a:pt x="1477" y="4358"/>
                  </a:lnTo>
                  <a:cubicBezTo>
                    <a:pt x="1489" y="4299"/>
                    <a:pt x="1477" y="4251"/>
                    <a:pt x="1441" y="4203"/>
                  </a:cubicBezTo>
                  <a:cubicBezTo>
                    <a:pt x="1417" y="4156"/>
                    <a:pt x="1358" y="4132"/>
                    <a:pt x="1310" y="4132"/>
                  </a:cubicBezTo>
                  <a:lnTo>
                    <a:pt x="739" y="4132"/>
                  </a:lnTo>
                  <a:cubicBezTo>
                    <a:pt x="536" y="4132"/>
                    <a:pt x="358" y="3953"/>
                    <a:pt x="358" y="3739"/>
                  </a:cubicBezTo>
                  <a:lnTo>
                    <a:pt x="358" y="739"/>
                  </a:lnTo>
                  <a:cubicBezTo>
                    <a:pt x="358" y="524"/>
                    <a:pt x="536" y="346"/>
                    <a:pt x="739" y="346"/>
                  </a:cubicBezTo>
                  <a:cubicBezTo>
                    <a:pt x="846" y="346"/>
                    <a:pt x="917" y="274"/>
                    <a:pt x="917" y="179"/>
                  </a:cubicBezTo>
                  <a:cubicBezTo>
                    <a:pt x="917" y="72"/>
                    <a:pt x="846"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5" name="Google Shape;13255;p68"/>
          <p:cNvGrpSpPr/>
          <p:nvPr/>
        </p:nvGrpSpPr>
        <p:grpSpPr>
          <a:xfrm>
            <a:off x="1819576" y="1587879"/>
            <a:ext cx="352103" cy="352103"/>
            <a:chOff x="1819576" y="1511679"/>
            <a:chExt cx="352103" cy="352103"/>
          </a:xfrm>
        </p:grpSpPr>
        <p:sp>
          <p:nvSpPr>
            <p:cNvPr id="13256" name="Google Shape;13256;p68"/>
            <p:cNvSpPr/>
            <p:nvPr/>
          </p:nvSpPr>
          <p:spPr>
            <a:xfrm>
              <a:off x="1819576" y="1511679"/>
              <a:ext cx="352103" cy="352103"/>
            </a:xfrm>
            <a:custGeom>
              <a:avLst/>
              <a:gdLst/>
              <a:ahLst/>
              <a:cxnLst/>
              <a:rect l="l" t="t" r="r" b="b"/>
              <a:pathLst>
                <a:path w="11062" h="11062" extrusionOk="0">
                  <a:moveTo>
                    <a:pt x="6216" y="310"/>
                  </a:moveTo>
                  <a:cubicBezTo>
                    <a:pt x="6216" y="310"/>
                    <a:pt x="6240" y="310"/>
                    <a:pt x="6240" y="322"/>
                  </a:cubicBezTo>
                  <a:lnTo>
                    <a:pt x="6240" y="786"/>
                  </a:lnTo>
                  <a:cubicBezTo>
                    <a:pt x="6240" y="953"/>
                    <a:pt x="6335" y="1084"/>
                    <a:pt x="6502" y="1108"/>
                  </a:cubicBezTo>
                  <a:cubicBezTo>
                    <a:pt x="7025" y="1227"/>
                    <a:pt x="7514" y="1429"/>
                    <a:pt x="7966" y="1727"/>
                  </a:cubicBezTo>
                  <a:cubicBezTo>
                    <a:pt x="8022" y="1762"/>
                    <a:pt x="8086" y="1780"/>
                    <a:pt x="8150" y="1780"/>
                  </a:cubicBezTo>
                  <a:cubicBezTo>
                    <a:pt x="8236" y="1780"/>
                    <a:pt x="8321" y="1747"/>
                    <a:pt x="8383" y="1679"/>
                  </a:cubicBezTo>
                  <a:lnTo>
                    <a:pt x="8704" y="1346"/>
                  </a:lnTo>
                  <a:lnTo>
                    <a:pt x="8716" y="1346"/>
                  </a:lnTo>
                  <a:lnTo>
                    <a:pt x="9704" y="2334"/>
                  </a:lnTo>
                  <a:lnTo>
                    <a:pt x="9704" y="2346"/>
                  </a:lnTo>
                  <a:lnTo>
                    <a:pt x="9371" y="2679"/>
                  </a:lnTo>
                  <a:cubicBezTo>
                    <a:pt x="9252" y="2798"/>
                    <a:pt x="9240" y="2953"/>
                    <a:pt x="9335" y="3096"/>
                  </a:cubicBezTo>
                  <a:cubicBezTo>
                    <a:pt x="9609" y="3536"/>
                    <a:pt x="9823" y="4025"/>
                    <a:pt x="9943" y="4548"/>
                  </a:cubicBezTo>
                  <a:cubicBezTo>
                    <a:pt x="9966" y="4703"/>
                    <a:pt x="10109" y="4822"/>
                    <a:pt x="10264" y="4822"/>
                  </a:cubicBezTo>
                  <a:lnTo>
                    <a:pt x="10728" y="4822"/>
                  </a:lnTo>
                  <a:cubicBezTo>
                    <a:pt x="10728" y="4822"/>
                    <a:pt x="10752" y="4822"/>
                    <a:pt x="10752" y="4834"/>
                  </a:cubicBezTo>
                  <a:lnTo>
                    <a:pt x="10728" y="6239"/>
                  </a:lnTo>
                  <a:lnTo>
                    <a:pt x="10264" y="6239"/>
                  </a:lnTo>
                  <a:cubicBezTo>
                    <a:pt x="10109" y="6239"/>
                    <a:pt x="9966" y="6334"/>
                    <a:pt x="9943" y="6501"/>
                  </a:cubicBezTo>
                  <a:cubicBezTo>
                    <a:pt x="9823" y="7025"/>
                    <a:pt x="9633" y="7513"/>
                    <a:pt x="9335" y="7966"/>
                  </a:cubicBezTo>
                  <a:cubicBezTo>
                    <a:pt x="9240" y="8097"/>
                    <a:pt x="9252" y="8275"/>
                    <a:pt x="9371" y="8382"/>
                  </a:cubicBezTo>
                  <a:lnTo>
                    <a:pt x="9704" y="8704"/>
                  </a:lnTo>
                  <a:lnTo>
                    <a:pt x="9704" y="8716"/>
                  </a:lnTo>
                  <a:lnTo>
                    <a:pt x="8716" y="9704"/>
                  </a:lnTo>
                  <a:lnTo>
                    <a:pt x="8704" y="9704"/>
                  </a:lnTo>
                  <a:lnTo>
                    <a:pt x="8383" y="9370"/>
                  </a:lnTo>
                  <a:cubicBezTo>
                    <a:pt x="8317" y="9304"/>
                    <a:pt x="8236" y="9271"/>
                    <a:pt x="8155" y="9271"/>
                  </a:cubicBezTo>
                  <a:cubicBezTo>
                    <a:pt x="8090" y="9271"/>
                    <a:pt x="8024" y="9292"/>
                    <a:pt x="7966" y="9335"/>
                  </a:cubicBezTo>
                  <a:cubicBezTo>
                    <a:pt x="7514" y="9609"/>
                    <a:pt x="7025" y="9823"/>
                    <a:pt x="6502" y="9942"/>
                  </a:cubicBezTo>
                  <a:cubicBezTo>
                    <a:pt x="6359" y="9966"/>
                    <a:pt x="6240" y="10109"/>
                    <a:pt x="6240" y="10263"/>
                  </a:cubicBezTo>
                  <a:lnTo>
                    <a:pt x="6240" y="10728"/>
                  </a:lnTo>
                  <a:cubicBezTo>
                    <a:pt x="6240" y="10728"/>
                    <a:pt x="6240" y="10740"/>
                    <a:pt x="6216" y="10740"/>
                  </a:cubicBezTo>
                  <a:lnTo>
                    <a:pt x="4835" y="10740"/>
                  </a:lnTo>
                  <a:cubicBezTo>
                    <a:pt x="4835" y="10740"/>
                    <a:pt x="4823" y="10740"/>
                    <a:pt x="4823" y="10728"/>
                  </a:cubicBezTo>
                  <a:lnTo>
                    <a:pt x="4823" y="10263"/>
                  </a:lnTo>
                  <a:cubicBezTo>
                    <a:pt x="4823" y="10109"/>
                    <a:pt x="4716" y="9966"/>
                    <a:pt x="4549" y="9942"/>
                  </a:cubicBezTo>
                  <a:cubicBezTo>
                    <a:pt x="4037" y="9823"/>
                    <a:pt x="3537" y="9632"/>
                    <a:pt x="3096" y="9335"/>
                  </a:cubicBezTo>
                  <a:cubicBezTo>
                    <a:pt x="3037" y="9299"/>
                    <a:pt x="2977" y="9275"/>
                    <a:pt x="2918" y="9275"/>
                  </a:cubicBezTo>
                  <a:cubicBezTo>
                    <a:pt x="2823" y="9275"/>
                    <a:pt x="2751" y="9299"/>
                    <a:pt x="2680" y="9370"/>
                  </a:cubicBezTo>
                  <a:lnTo>
                    <a:pt x="2346" y="9704"/>
                  </a:lnTo>
                  <a:lnTo>
                    <a:pt x="2334" y="9704"/>
                  </a:lnTo>
                  <a:lnTo>
                    <a:pt x="1358" y="8716"/>
                  </a:lnTo>
                  <a:lnTo>
                    <a:pt x="1358" y="8704"/>
                  </a:lnTo>
                  <a:lnTo>
                    <a:pt x="1680" y="8382"/>
                  </a:lnTo>
                  <a:cubicBezTo>
                    <a:pt x="1799" y="8263"/>
                    <a:pt x="1811" y="8097"/>
                    <a:pt x="1727" y="7966"/>
                  </a:cubicBezTo>
                  <a:cubicBezTo>
                    <a:pt x="1441" y="7513"/>
                    <a:pt x="1239" y="7025"/>
                    <a:pt x="1120" y="6501"/>
                  </a:cubicBezTo>
                  <a:cubicBezTo>
                    <a:pt x="1084" y="6358"/>
                    <a:pt x="953" y="6239"/>
                    <a:pt x="787" y="6239"/>
                  </a:cubicBezTo>
                  <a:lnTo>
                    <a:pt x="322" y="6239"/>
                  </a:lnTo>
                  <a:cubicBezTo>
                    <a:pt x="322" y="6239"/>
                    <a:pt x="310" y="6239"/>
                    <a:pt x="310" y="6215"/>
                  </a:cubicBezTo>
                  <a:lnTo>
                    <a:pt x="310" y="4834"/>
                  </a:lnTo>
                  <a:cubicBezTo>
                    <a:pt x="310" y="4834"/>
                    <a:pt x="310" y="4822"/>
                    <a:pt x="322" y="4822"/>
                  </a:cubicBezTo>
                  <a:lnTo>
                    <a:pt x="787" y="4822"/>
                  </a:lnTo>
                  <a:cubicBezTo>
                    <a:pt x="953" y="4822"/>
                    <a:pt x="1084" y="4715"/>
                    <a:pt x="1120" y="4548"/>
                  </a:cubicBezTo>
                  <a:cubicBezTo>
                    <a:pt x="1239" y="4025"/>
                    <a:pt x="1430" y="3536"/>
                    <a:pt x="1727" y="3096"/>
                  </a:cubicBezTo>
                  <a:cubicBezTo>
                    <a:pt x="1811" y="2953"/>
                    <a:pt x="1799" y="2774"/>
                    <a:pt x="1680" y="2679"/>
                  </a:cubicBezTo>
                  <a:lnTo>
                    <a:pt x="1358" y="2346"/>
                  </a:lnTo>
                  <a:lnTo>
                    <a:pt x="1358" y="2334"/>
                  </a:lnTo>
                  <a:lnTo>
                    <a:pt x="2334" y="1346"/>
                  </a:lnTo>
                  <a:lnTo>
                    <a:pt x="2346" y="1346"/>
                  </a:lnTo>
                  <a:lnTo>
                    <a:pt x="2680" y="1679"/>
                  </a:lnTo>
                  <a:cubicBezTo>
                    <a:pt x="2748" y="1747"/>
                    <a:pt x="2832" y="1780"/>
                    <a:pt x="2916" y="1780"/>
                  </a:cubicBezTo>
                  <a:cubicBezTo>
                    <a:pt x="2978" y="1780"/>
                    <a:pt x="3041" y="1762"/>
                    <a:pt x="3096" y="1727"/>
                  </a:cubicBezTo>
                  <a:cubicBezTo>
                    <a:pt x="3537" y="1441"/>
                    <a:pt x="4037" y="1227"/>
                    <a:pt x="4549" y="1108"/>
                  </a:cubicBezTo>
                  <a:cubicBezTo>
                    <a:pt x="4704" y="1084"/>
                    <a:pt x="4823" y="953"/>
                    <a:pt x="4823" y="786"/>
                  </a:cubicBezTo>
                  <a:lnTo>
                    <a:pt x="4823" y="322"/>
                  </a:lnTo>
                  <a:cubicBezTo>
                    <a:pt x="4823" y="322"/>
                    <a:pt x="4823" y="310"/>
                    <a:pt x="4835" y="310"/>
                  </a:cubicBezTo>
                  <a:close/>
                  <a:moveTo>
                    <a:pt x="4835" y="0"/>
                  </a:moveTo>
                  <a:cubicBezTo>
                    <a:pt x="4656" y="0"/>
                    <a:pt x="4513" y="143"/>
                    <a:pt x="4513" y="322"/>
                  </a:cubicBezTo>
                  <a:lnTo>
                    <a:pt x="4513" y="786"/>
                  </a:lnTo>
                  <a:cubicBezTo>
                    <a:pt x="4513" y="786"/>
                    <a:pt x="4513" y="798"/>
                    <a:pt x="4489" y="798"/>
                  </a:cubicBezTo>
                  <a:cubicBezTo>
                    <a:pt x="3930" y="917"/>
                    <a:pt x="3406" y="1143"/>
                    <a:pt x="2930" y="1453"/>
                  </a:cubicBezTo>
                  <a:lnTo>
                    <a:pt x="2918" y="1453"/>
                  </a:lnTo>
                  <a:lnTo>
                    <a:pt x="2584" y="1131"/>
                  </a:lnTo>
                  <a:cubicBezTo>
                    <a:pt x="2519" y="1066"/>
                    <a:pt x="2436" y="1033"/>
                    <a:pt x="2351" y="1033"/>
                  </a:cubicBezTo>
                  <a:cubicBezTo>
                    <a:pt x="2266" y="1033"/>
                    <a:pt x="2180" y="1066"/>
                    <a:pt x="2108" y="1131"/>
                  </a:cubicBezTo>
                  <a:lnTo>
                    <a:pt x="1132" y="2108"/>
                  </a:lnTo>
                  <a:cubicBezTo>
                    <a:pt x="1001" y="2251"/>
                    <a:pt x="1001" y="2453"/>
                    <a:pt x="1132" y="2584"/>
                  </a:cubicBezTo>
                  <a:lnTo>
                    <a:pt x="1453" y="2917"/>
                  </a:lnTo>
                  <a:lnTo>
                    <a:pt x="1453" y="2929"/>
                  </a:lnTo>
                  <a:cubicBezTo>
                    <a:pt x="1144" y="3405"/>
                    <a:pt x="941" y="3941"/>
                    <a:pt x="799" y="4489"/>
                  </a:cubicBezTo>
                  <a:cubicBezTo>
                    <a:pt x="799" y="4489"/>
                    <a:pt x="799" y="4513"/>
                    <a:pt x="787" y="4513"/>
                  </a:cubicBezTo>
                  <a:lnTo>
                    <a:pt x="322" y="4513"/>
                  </a:lnTo>
                  <a:cubicBezTo>
                    <a:pt x="144" y="4513"/>
                    <a:pt x="1" y="4656"/>
                    <a:pt x="1" y="4834"/>
                  </a:cubicBezTo>
                  <a:lnTo>
                    <a:pt x="1" y="6215"/>
                  </a:lnTo>
                  <a:cubicBezTo>
                    <a:pt x="1" y="6394"/>
                    <a:pt x="144" y="6549"/>
                    <a:pt x="322" y="6549"/>
                  </a:cubicBezTo>
                  <a:lnTo>
                    <a:pt x="787" y="6549"/>
                  </a:lnTo>
                  <a:cubicBezTo>
                    <a:pt x="787" y="6549"/>
                    <a:pt x="799" y="6549"/>
                    <a:pt x="799" y="6561"/>
                  </a:cubicBezTo>
                  <a:cubicBezTo>
                    <a:pt x="918" y="7132"/>
                    <a:pt x="1144" y="7644"/>
                    <a:pt x="1453" y="8120"/>
                  </a:cubicBezTo>
                  <a:lnTo>
                    <a:pt x="1453" y="8144"/>
                  </a:lnTo>
                  <a:lnTo>
                    <a:pt x="1132" y="8466"/>
                  </a:lnTo>
                  <a:cubicBezTo>
                    <a:pt x="1001" y="8597"/>
                    <a:pt x="1001" y="8811"/>
                    <a:pt x="1132" y="8942"/>
                  </a:cubicBezTo>
                  <a:lnTo>
                    <a:pt x="2108" y="9930"/>
                  </a:lnTo>
                  <a:cubicBezTo>
                    <a:pt x="2180" y="9996"/>
                    <a:pt x="2266" y="10028"/>
                    <a:pt x="2351" y="10028"/>
                  </a:cubicBezTo>
                  <a:cubicBezTo>
                    <a:pt x="2436" y="10028"/>
                    <a:pt x="2519" y="9996"/>
                    <a:pt x="2584" y="9930"/>
                  </a:cubicBezTo>
                  <a:lnTo>
                    <a:pt x="2918" y="9597"/>
                  </a:lnTo>
                  <a:lnTo>
                    <a:pt x="2930" y="9597"/>
                  </a:lnTo>
                  <a:cubicBezTo>
                    <a:pt x="3406" y="9906"/>
                    <a:pt x="3942" y="10121"/>
                    <a:pt x="4489" y="10252"/>
                  </a:cubicBezTo>
                  <a:cubicBezTo>
                    <a:pt x="4489" y="10252"/>
                    <a:pt x="4513" y="10252"/>
                    <a:pt x="4513" y="10263"/>
                  </a:cubicBezTo>
                  <a:lnTo>
                    <a:pt x="4513" y="10728"/>
                  </a:lnTo>
                  <a:cubicBezTo>
                    <a:pt x="4513" y="10906"/>
                    <a:pt x="4656" y="11061"/>
                    <a:pt x="4835" y="11061"/>
                  </a:cubicBezTo>
                  <a:lnTo>
                    <a:pt x="6216" y="11061"/>
                  </a:lnTo>
                  <a:cubicBezTo>
                    <a:pt x="6394" y="11061"/>
                    <a:pt x="6549" y="10906"/>
                    <a:pt x="6549" y="10728"/>
                  </a:cubicBezTo>
                  <a:lnTo>
                    <a:pt x="6549" y="10263"/>
                  </a:lnTo>
                  <a:cubicBezTo>
                    <a:pt x="6549" y="10263"/>
                    <a:pt x="6549" y="10252"/>
                    <a:pt x="6561" y="10252"/>
                  </a:cubicBezTo>
                  <a:cubicBezTo>
                    <a:pt x="7133" y="10132"/>
                    <a:pt x="7645" y="9906"/>
                    <a:pt x="8121" y="9597"/>
                  </a:cubicBezTo>
                  <a:lnTo>
                    <a:pt x="8145" y="9597"/>
                  </a:lnTo>
                  <a:lnTo>
                    <a:pt x="8466" y="9930"/>
                  </a:lnTo>
                  <a:cubicBezTo>
                    <a:pt x="8532" y="9996"/>
                    <a:pt x="8618" y="10028"/>
                    <a:pt x="8704" y="10028"/>
                  </a:cubicBezTo>
                  <a:cubicBezTo>
                    <a:pt x="8791" y="10028"/>
                    <a:pt x="8877" y="9996"/>
                    <a:pt x="8942" y="9930"/>
                  </a:cubicBezTo>
                  <a:lnTo>
                    <a:pt x="9931" y="8942"/>
                  </a:lnTo>
                  <a:cubicBezTo>
                    <a:pt x="10062" y="8811"/>
                    <a:pt x="10062" y="8597"/>
                    <a:pt x="9931" y="8466"/>
                  </a:cubicBezTo>
                  <a:lnTo>
                    <a:pt x="9597" y="8144"/>
                  </a:lnTo>
                  <a:lnTo>
                    <a:pt x="9597" y="8120"/>
                  </a:lnTo>
                  <a:cubicBezTo>
                    <a:pt x="9919" y="7644"/>
                    <a:pt x="10121" y="7108"/>
                    <a:pt x="10252" y="6561"/>
                  </a:cubicBezTo>
                  <a:cubicBezTo>
                    <a:pt x="10252" y="6561"/>
                    <a:pt x="10252" y="6549"/>
                    <a:pt x="10264" y="6549"/>
                  </a:cubicBezTo>
                  <a:lnTo>
                    <a:pt x="10728" y="6549"/>
                  </a:lnTo>
                  <a:cubicBezTo>
                    <a:pt x="10907" y="6549"/>
                    <a:pt x="11062" y="6394"/>
                    <a:pt x="11062" y="6215"/>
                  </a:cubicBezTo>
                  <a:lnTo>
                    <a:pt x="11062" y="4834"/>
                  </a:lnTo>
                  <a:cubicBezTo>
                    <a:pt x="11062" y="4656"/>
                    <a:pt x="10907" y="4513"/>
                    <a:pt x="10728" y="4513"/>
                  </a:cubicBezTo>
                  <a:lnTo>
                    <a:pt x="10264" y="4513"/>
                  </a:lnTo>
                  <a:cubicBezTo>
                    <a:pt x="10264" y="4513"/>
                    <a:pt x="10252" y="4513"/>
                    <a:pt x="10252" y="4489"/>
                  </a:cubicBezTo>
                  <a:cubicBezTo>
                    <a:pt x="10133" y="3929"/>
                    <a:pt x="9907" y="3405"/>
                    <a:pt x="9597" y="2929"/>
                  </a:cubicBezTo>
                  <a:lnTo>
                    <a:pt x="9597" y="2917"/>
                  </a:lnTo>
                  <a:lnTo>
                    <a:pt x="9931" y="2584"/>
                  </a:lnTo>
                  <a:cubicBezTo>
                    <a:pt x="10062" y="2453"/>
                    <a:pt x="10062" y="2239"/>
                    <a:pt x="9931" y="2108"/>
                  </a:cubicBezTo>
                  <a:lnTo>
                    <a:pt x="8942" y="1131"/>
                  </a:lnTo>
                  <a:cubicBezTo>
                    <a:pt x="8877" y="1066"/>
                    <a:pt x="8791" y="1033"/>
                    <a:pt x="8704" y="1033"/>
                  </a:cubicBezTo>
                  <a:cubicBezTo>
                    <a:pt x="8618" y="1033"/>
                    <a:pt x="8532" y="1066"/>
                    <a:pt x="8466" y="1131"/>
                  </a:cubicBezTo>
                  <a:lnTo>
                    <a:pt x="8145" y="1453"/>
                  </a:lnTo>
                  <a:lnTo>
                    <a:pt x="8121" y="1453"/>
                  </a:lnTo>
                  <a:cubicBezTo>
                    <a:pt x="7645" y="1143"/>
                    <a:pt x="7109" y="941"/>
                    <a:pt x="6561" y="798"/>
                  </a:cubicBezTo>
                  <a:cubicBezTo>
                    <a:pt x="6561" y="798"/>
                    <a:pt x="6549" y="798"/>
                    <a:pt x="6549" y="786"/>
                  </a:cubicBezTo>
                  <a:lnTo>
                    <a:pt x="6549" y="322"/>
                  </a:lnTo>
                  <a:cubicBezTo>
                    <a:pt x="6549" y="143"/>
                    <a:pt x="6394" y="0"/>
                    <a:pt x="6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7" name="Google Shape;13257;p68"/>
            <p:cNvSpPr/>
            <p:nvPr/>
          </p:nvSpPr>
          <p:spPr>
            <a:xfrm>
              <a:off x="1885146" y="1578204"/>
              <a:ext cx="182322" cy="180603"/>
            </a:xfrm>
            <a:custGeom>
              <a:avLst/>
              <a:gdLst/>
              <a:ahLst/>
              <a:cxnLst/>
              <a:rect l="l" t="t" r="r" b="b"/>
              <a:pathLst>
                <a:path w="5728" h="5674" extrusionOk="0">
                  <a:moveTo>
                    <a:pt x="3502" y="0"/>
                  </a:moveTo>
                  <a:cubicBezTo>
                    <a:pt x="3438" y="0"/>
                    <a:pt x="3374" y="2"/>
                    <a:pt x="3311" y="6"/>
                  </a:cubicBezTo>
                  <a:cubicBezTo>
                    <a:pt x="2453" y="53"/>
                    <a:pt x="1644" y="411"/>
                    <a:pt x="1048" y="1018"/>
                  </a:cubicBezTo>
                  <a:cubicBezTo>
                    <a:pt x="441" y="1625"/>
                    <a:pt x="84" y="2435"/>
                    <a:pt x="36" y="3280"/>
                  </a:cubicBezTo>
                  <a:cubicBezTo>
                    <a:pt x="1" y="4125"/>
                    <a:pt x="263" y="4959"/>
                    <a:pt x="798" y="5614"/>
                  </a:cubicBezTo>
                  <a:cubicBezTo>
                    <a:pt x="834" y="5661"/>
                    <a:pt x="870" y="5673"/>
                    <a:pt x="917" y="5673"/>
                  </a:cubicBezTo>
                  <a:cubicBezTo>
                    <a:pt x="953" y="5673"/>
                    <a:pt x="989" y="5661"/>
                    <a:pt x="1025" y="5649"/>
                  </a:cubicBezTo>
                  <a:cubicBezTo>
                    <a:pt x="1096" y="5590"/>
                    <a:pt x="1096" y="5483"/>
                    <a:pt x="1048" y="5423"/>
                  </a:cubicBezTo>
                  <a:cubicBezTo>
                    <a:pt x="572" y="4828"/>
                    <a:pt x="322" y="4066"/>
                    <a:pt x="370" y="3304"/>
                  </a:cubicBezTo>
                  <a:cubicBezTo>
                    <a:pt x="417" y="2530"/>
                    <a:pt x="727" y="1804"/>
                    <a:pt x="1275" y="1256"/>
                  </a:cubicBezTo>
                  <a:cubicBezTo>
                    <a:pt x="1822" y="708"/>
                    <a:pt x="2560" y="375"/>
                    <a:pt x="3334" y="351"/>
                  </a:cubicBezTo>
                  <a:cubicBezTo>
                    <a:pt x="3397" y="347"/>
                    <a:pt x="3459" y="345"/>
                    <a:pt x="3521" y="345"/>
                  </a:cubicBezTo>
                  <a:cubicBezTo>
                    <a:pt x="4227" y="345"/>
                    <a:pt x="4895" y="592"/>
                    <a:pt x="5442" y="1030"/>
                  </a:cubicBezTo>
                  <a:cubicBezTo>
                    <a:pt x="5473" y="1055"/>
                    <a:pt x="5510" y="1068"/>
                    <a:pt x="5547" y="1068"/>
                  </a:cubicBezTo>
                  <a:cubicBezTo>
                    <a:pt x="5595" y="1068"/>
                    <a:pt x="5641" y="1046"/>
                    <a:pt x="5668" y="1006"/>
                  </a:cubicBezTo>
                  <a:cubicBezTo>
                    <a:pt x="5727" y="911"/>
                    <a:pt x="5716" y="815"/>
                    <a:pt x="5656" y="768"/>
                  </a:cubicBezTo>
                  <a:cubicBezTo>
                    <a:pt x="5050" y="272"/>
                    <a:pt x="4291" y="0"/>
                    <a:pt x="3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8" name="Google Shape;13258;p68"/>
            <p:cNvSpPr/>
            <p:nvPr/>
          </p:nvSpPr>
          <p:spPr>
            <a:xfrm>
              <a:off x="1923820" y="1610193"/>
              <a:ext cx="183054" cy="186874"/>
            </a:xfrm>
            <a:custGeom>
              <a:avLst/>
              <a:gdLst/>
              <a:ahLst/>
              <a:cxnLst/>
              <a:rect l="l" t="t" r="r" b="b"/>
              <a:pathLst>
                <a:path w="5751" h="5871" extrusionOk="0">
                  <a:moveTo>
                    <a:pt x="3310" y="358"/>
                  </a:moveTo>
                  <a:lnTo>
                    <a:pt x="3310" y="1025"/>
                  </a:lnTo>
                  <a:cubicBezTo>
                    <a:pt x="3310" y="1132"/>
                    <a:pt x="3274" y="1251"/>
                    <a:pt x="3227" y="1334"/>
                  </a:cubicBezTo>
                  <a:lnTo>
                    <a:pt x="3155" y="1501"/>
                  </a:lnTo>
                  <a:cubicBezTo>
                    <a:pt x="3143" y="1525"/>
                    <a:pt x="3143" y="1549"/>
                    <a:pt x="3143" y="1573"/>
                  </a:cubicBezTo>
                  <a:lnTo>
                    <a:pt x="3143" y="1918"/>
                  </a:lnTo>
                  <a:cubicBezTo>
                    <a:pt x="3143" y="2156"/>
                    <a:pt x="3048" y="2382"/>
                    <a:pt x="2869" y="2549"/>
                  </a:cubicBezTo>
                  <a:cubicBezTo>
                    <a:pt x="2691" y="2704"/>
                    <a:pt x="2477" y="2799"/>
                    <a:pt x="2226" y="2799"/>
                  </a:cubicBezTo>
                  <a:cubicBezTo>
                    <a:pt x="1774" y="2787"/>
                    <a:pt x="1381" y="2370"/>
                    <a:pt x="1381" y="1870"/>
                  </a:cubicBezTo>
                  <a:lnTo>
                    <a:pt x="1381" y="1573"/>
                  </a:lnTo>
                  <a:cubicBezTo>
                    <a:pt x="1381" y="1549"/>
                    <a:pt x="1381" y="1525"/>
                    <a:pt x="1369" y="1501"/>
                  </a:cubicBezTo>
                  <a:lnTo>
                    <a:pt x="1262" y="1311"/>
                  </a:lnTo>
                  <a:cubicBezTo>
                    <a:pt x="1238" y="1227"/>
                    <a:pt x="1203" y="1156"/>
                    <a:pt x="1203" y="1072"/>
                  </a:cubicBezTo>
                  <a:lnTo>
                    <a:pt x="1203" y="1049"/>
                  </a:lnTo>
                  <a:cubicBezTo>
                    <a:pt x="1203" y="668"/>
                    <a:pt x="1524" y="358"/>
                    <a:pt x="1905" y="358"/>
                  </a:cubicBezTo>
                  <a:close/>
                  <a:moveTo>
                    <a:pt x="1905" y="3049"/>
                  </a:moveTo>
                  <a:cubicBezTo>
                    <a:pt x="2012" y="3085"/>
                    <a:pt x="2119" y="3108"/>
                    <a:pt x="2238" y="3108"/>
                  </a:cubicBezTo>
                  <a:lnTo>
                    <a:pt x="2274" y="3108"/>
                  </a:lnTo>
                  <a:cubicBezTo>
                    <a:pt x="2393" y="3108"/>
                    <a:pt x="2512" y="3097"/>
                    <a:pt x="2631" y="3049"/>
                  </a:cubicBezTo>
                  <a:lnTo>
                    <a:pt x="2631" y="3049"/>
                  </a:lnTo>
                  <a:cubicBezTo>
                    <a:pt x="2619" y="3108"/>
                    <a:pt x="2631" y="3156"/>
                    <a:pt x="2655" y="3204"/>
                  </a:cubicBezTo>
                  <a:lnTo>
                    <a:pt x="2512" y="3335"/>
                  </a:lnTo>
                  <a:cubicBezTo>
                    <a:pt x="2441" y="3406"/>
                    <a:pt x="2357" y="3442"/>
                    <a:pt x="2262" y="3442"/>
                  </a:cubicBezTo>
                  <a:cubicBezTo>
                    <a:pt x="2179" y="3442"/>
                    <a:pt x="2084" y="3406"/>
                    <a:pt x="2012" y="3335"/>
                  </a:cubicBezTo>
                  <a:lnTo>
                    <a:pt x="1881" y="3204"/>
                  </a:lnTo>
                  <a:cubicBezTo>
                    <a:pt x="1893" y="3156"/>
                    <a:pt x="1905" y="3108"/>
                    <a:pt x="1905" y="3049"/>
                  </a:cubicBezTo>
                  <a:close/>
                  <a:moveTo>
                    <a:pt x="2810" y="3466"/>
                  </a:moveTo>
                  <a:cubicBezTo>
                    <a:pt x="2858" y="3501"/>
                    <a:pt x="2905" y="3513"/>
                    <a:pt x="2941" y="3525"/>
                  </a:cubicBezTo>
                  <a:lnTo>
                    <a:pt x="3524" y="3692"/>
                  </a:lnTo>
                  <a:cubicBezTo>
                    <a:pt x="3679" y="3739"/>
                    <a:pt x="3774" y="3870"/>
                    <a:pt x="3774" y="4037"/>
                  </a:cubicBezTo>
                  <a:lnTo>
                    <a:pt x="3774" y="5132"/>
                  </a:lnTo>
                  <a:lnTo>
                    <a:pt x="3822" y="5132"/>
                  </a:lnTo>
                  <a:cubicBezTo>
                    <a:pt x="3703" y="5204"/>
                    <a:pt x="3584" y="5263"/>
                    <a:pt x="3453" y="5311"/>
                  </a:cubicBezTo>
                  <a:lnTo>
                    <a:pt x="3453" y="4335"/>
                  </a:lnTo>
                  <a:cubicBezTo>
                    <a:pt x="3453" y="4240"/>
                    <a:pt x="3381" y="4168"/>
                    <a:pt x="3286" y="4168"/>
                  </a:cubicBezTo>
                  <a:cubicBezTo>
                    <a:pt x="3203" y="4168"/>
                    <a:pt x="3119" y="4240"/>
                    <a:pt x="3119" y="4335"/>
                  </a:cubicBezTo>
                  <a:lnTo>
                    <a:pt x="3119" y="5430"/>
                  </a:lnTo>
                  <a:cubicBezTo>
                    <a:pt x="2881" y="5502"/>
                    <a:pt x="2655" y="5537"/>
                    <a:pt x="2405" y="5549"/>
                  </a:cubicBezTo>
                  <a:lnTo>
                    <a:pt x="2262" y="5549"/>
                  </a:lnTo>
                  <a:cubicBezTo>
                    <a:pt x="1965" y="5549"/>
                    <a:pt x="1667" y="5502"/>
                    <a:pt x="1381" y="5430"/>
                  </a:cubicBezTo>
                  <a:lnTo>
                    <a:pt x="1381" y="4335"/>
                  </a:lnTo>
                  <a:cubicBezTo>
                    <a:pt x="1381" y="4240"/>
                    <a:pt x="1310" y="4168"/>
                    <a:pt x="1214" y="4168"/>
                  </a:cubicBezTo>
                  <a:cubicBezTo>
                    <a:pt x="1131" y="4168"/>
                    <a:pt x="1060" y="4240"/>
                    <a:pt x="1060" y="4335"/>
                  </a:cubicBezTo>
                  <a:lnTo>
                    <a:pt x="1060" y="5311"/>
                  </a:lnTo>
                  <a:cubicBezTo>
                    <a:pt x="941" y="5252"/>
                    <a:pt x="798" y="5192"/>
                    <a:pt x="679" y="5132"/>
                  </a:cubicBezTo>
                  <a:lnTo>
                    <a:pt x="679" y="4037"/>
                  </a:lnTo>
                  <a:cubicBezTo>
                    <a:pt x="679" y="3870"/>
                    <a:pt x="786" y="3739"/>
                    <a:pt x="941" y="3692"/>
                  </a:cubicBezTo>
                  <a:lnTo>
                    <a:pt x="1512" y="3525"/>
                  </a:lnTo>
                  <a:cubicBezTo>
                    <a:pt x="1560" y="3513"/>
                    <a:pt x="1619" y="3501"/>
                    <a:pt x="1655" y="3466"/>
                  </a:cubicBezTo>
                  <a:lnTo>
                    <a:pt x="1750" y="3573"/>
                  </a:lnTo>
                  <a:cubicBezTo>
                    <a:pt x="1893" y="3704"/>
                    <a:pt x="2072" y="3763"/>
                    <a:pt x="2226" y="3763"/>
                  </a:cubicBezTo>
                  <a:cubicBezTo>
                    <a:pt x="2405" y="3763"/>
                    <a:pt x="2572" y="3704"/>
                    <a:pt x="2703" y="3573"/>
                  </a:cubicBezTo>
                  <a:lnTo>
                    <a:pt x="2810" y="3466"/>
                  </a:lnTo>
                  <a:close/>
                  <a:moveTo>
                    <a:pt x="1893" y="1"/>
                  </a:moveTo>
                  <a:cubicBezTo>
                    <a:pt x="1322" y="1"/>
                    <a:pt x="869" y="465"/>
                    <a:pt x="869" y="1025"/>
                  </a:cubicBezTo>
                  <a:lnTo>
                    <a:pt x="869" y="1037"/>
                  </a:lnTo>
                  <a:cubicBezTo>
                    <a:pt x="869" y="1168"/>
                    <a:pt x="893" y="1311"/>
                    <a:pt x="953" y="1430"/>
                  </a:cubicBezTo>
                  <a:lnTo>
                    <a:pt x="1048" y="1596"/>
                  </a:lnTo>
                  <a:lnTo>
                    <a:pt x="1048" y="1858"/>
                  </a:lnTo>
                  <a:cubicBezTo>
                    <a:pt x="1048" y="2275"/>
                    <a:pt x="1250" y="2644"/>
                    <a:pt x="1560" y="2882"/>
                  </a:cubicBezTo>
                  <a:lnTo>
                    <a:pt x="1560" y="3037"/>
                  </a:lnTo>
                  <a:cubicBezTo>
                    <a:pt x="1560" y="3108"/>
                    <a:pt x="1500" y="3180"/>
                    <a:pt x="1429" y="3216"/>
                  </a:cubicBezTo>
                  <a:lnTo>
                    <a:pt x="845" y="3382"/>
                  </a:lnTo>
                  <a:cubicBezTo>
                    <a:pt x="548" y="3466"/>
                    <a:pt x="357" y="3739"/>
                    <a:pt x="357" y="4037"/>
                  </a:cubicBezTo>
                  <a:lnTo>
                    <a:pt x="357" y="4906"/>
                  </a:lnTo>
                  <a:cubicBezTo>
                    <a:pt x="333" y="4894"/>
                    <a:pt x="310" y="4859"/>
                    <a:pt x="286" y="4847"/>
                  </a:cubicBezTo>
                  <a:cubicBezTo>
                    <a:pt x="256" y="4822"/>
                    <a:pt x="220" y="4810"/>
                    <a:pt x="185" y="4810"/>
                  </a:cubicBezTo>
                  <a:cubicBezTo>
                    <a:pt x="135" y="4810"/>
                    <a:pt x="87" y="4834"/>
                    <a:pt x="60" y="4882"/>
                  </a:cubicBezTo>
                  <a:cubicBezTo>
                    <a:pt x="0" y="4954"/>
                    <a:pt x="12" y="5061"/>
                    <a:pt x="95" y="5097"/>
                  </a:cubicBezTo>
                  <a:cubicBezTo>
                    <a:pt x="702" y="5597"/>
                    <a:pt x="1476" y="5871"/>
                    <a:pt x="2262" y="5871"/>
                  </a:cubicBezTo>
                  <a:lnTo>
                    <a:pt x="2429" y="5871"/>
                  </a:lnTo>
                  <a:cubicBezTo>
                    <a:pt x="3286" y="5835"/>
                    <a:pt x="4096" y="5478"/>
                    <a:pt x="4691" y="4859"/>
                  </a:cubicBezTo>
                  <a:cubicBezTo>
                    <a:pt x="5298" y="4251"/>
                    <a:pt x="5655" y="3454"/>
                    <a:pt x="5703" y="2596"/>
                  </a:cubicBezTo>
                  <a:cubicBezTo>
                    <a:pt x="5751" y="1751"/>
                    <a:pt x="5477" y="918"/>
                    <a:pt x="4941" y="263"/>
                  </a:cubicBezTo>
                  <a:cubicBezTo>
                    <a:pt x="4908" y="223"/>
                    <a:pt x="4861" y="206"/>
                    <a:pt x="4815" y="206"/>
                  </a:cubicBezTo>
                  <a:cubicBezTo>
                    <a:pt x="4778" y="206"/>
                    <a:pt x="4742" y="218"/>
                    <a:pt x="4715" y="239"/>
                  </a:cubicBezTo>
                  <a:cubicBezTo>
                    <a:pt x="4643" y="299"/>
                    <a:pt x="4643" y="406"/>
                    <a:pt x="4691" y="465"/>
                  </a:cubicBezTo>
                  <a:cubicBezTo>
                    <a:pt x="5167" y="1061"/>
                    <a:pt x="5417" y="1811"/>
                    <a:pt x="5370" y="2573"/>
                  </a:cubicBezTo>
                  <a:cubicBezTo>
                    <a:pt x="5334" y="3347"/>
                    <a:pt x="5013" y="4073"/>
                    <a:pt x="4465" y="4632"/>
                  </a:cubicBezTo>
                  <a:cubicBezTo>
                    <a:pt x="4358" y="4728"/>
                    <a:pt x="4262" y="4823"/>
                    <a:pt x="4155" y="4906"/>
                  </a:cubicBezTo>
                  <a:lnTo>
                    <a:pt x="4155" y="4037"/>
                  </a:lnTo>
                  <a:cubicBezTo>
                    <a:pt x="4155" y="3739"/>
                    <a:pt x="3941" y="3466"/>
                    <a:pt x="3667" y="3382"/>
                  </a:cubicBezTo>
                  <a:lnTo>
                    <a:pt x="3084" y="3216"/>
                  </a:lnTo>
                  <a:cubicBezTo>
                    <a:pt x="3012" y="3180"/>
                    <a:pt x="2953" y="3120"/>
                    <a:pt x="2953" y="3037"/>
                  </a:cubicBezTo>
                  <a:lnTo>
                    <a:pt x="2953" y="2906"/>
                  </a:lnTo>
                  <a:cubicBezTo>
                    <a:pt x="3012" y="2858"/>
                    <a:pt x="3048" y="2823"/>
                    <a:pt x="3096" y="2763"/>
                  </a:cubicBezTo>
                  <a:cubicBezTo>
                    <a:pt x="3334" y="2549"/>
                    <a:pt x="3453" y="2227"/>
                    <a:pt x="3453" y="1906"/>
                  </a:cubicBezTo>
                  <a:lnTo>
                    <a:pt x="3453" y="1596"/>
                  </a:lnTo>
                  <a:lnTo>
                    <a:pt x="3512" y="1453"/>
                  </a:lnTo>
                  <a:cubicBezTo>
                    <a:pt x="3584" y="1311"/>
                    <a:pt x="3620" y="1156"/>
                    <a:pt x="3620" y="1001"/>
                  </a:cubicBezTo>
                  <a:lnTo>
                    <a:pt x="3620" y="168"/>
                  </a:lnTo>
                  <a:cubicBezTo>
                    <a:pt x="3620" y="72"/>
                    <a:pt x="3548" y="1"/>
                    <a:pt x="3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68"/>
            <p:cNvSpPr/>
            <p:nvPr/>
          </p:nvSpPr>
          <p:spPr>
            <a:xfrm>
              <a:off x="1974207" y="1638617"/>
              <a:ext cx="43989" cy="15597"/>
            </a:xfrm>
            <a:custGeom>
              <a:avLst/>
              <a:gdLst/>
              <a:ahLst/>
              <a:cxnLst/>
              <a:rect l="l" t="t" r="r" b="b"/>
              <a:pathLst>
                <a:path w="1382" h="490" extrusionOk="0">
                  <a:moveTo>
                    <a:pt x="155" y="1"/>
                  </a:moveTo>
                  <a:cubicBezTo>
                    <a:pt x="72" y="1"/>
                    <a:pt x="1" y="72"/>
                    <a:pt x="1" y="168"/>
                  </a:cubicBezTo>
                  <a:cubicBezTo>
                    <a:pt x="1" y="251"/>
                    <a:pt x="72" y="322"/>
                    <a:pt x="155" y="322"/>
                  </a:cubicBezTo>
                  <a:cubicBezTo>
                    <a:pt x="334" y="322"/>
                    <a:pt x="870" y="358"/>
                    <a:pt x="1132" y="477"/>
                  </a:cubicBezTo>
                  <a:cubicBezTo>
                    <a:pt x="1155" y="489"/>
                    <a:pt x="1167" y="489"/>
                    <a:pt x="1203" y="489"/>
                  </a:cubicBezTo>
                  <a:cubicBezTo>
                    <a:pt x="1263" y="489"/>
                    <a:pt x="1322" y="465"/>
                    <a:pt x="1346" y="406"/>
                  </a:cubicBezTo>
                  <a:cubicBezTo>
                    <a:pt x="1382" y="322"/>
                    <a:pt x="1346" y="227"/>
                    <a:pt x="1275" y="191"/>
                  </a:cubicBezTo>
                  <a:cubicBezTo>
                    <a:pt x="905"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0" name="Google Shape;13260;p68"/>
          <p:cNvGrpSpPr/>
          <p:nvPr/>
        </p:nvGrpSpPr>
        <p:grpSpPr>
          <a:xfrm>
            <a:off x="5621097" y="1576961"/>
            <a:ext cx="371424" cy="355446"/>
            <a:chOff x="5621097" y="1500761"/>
            <a:chExt cx="371424" cy="355446"/>
          </a:xfrm>
        </p:grpSpPr>
        <p:sp>
          <p:nvSpPr>
            <p:cNvPr id="13261" name="Google Shape;13261;p68"/>
            <p:cNvSpPr/>
            <p:nvPr/>
          </p:nvSpPr>
          <p:spPr>
            <a:xfrm>
              <a:off x="5621097" y="1539721"/>
              <a:ext cx="324061" cy="316486"/>
            </a:xfrm>
            <a:custGeom>
              <a:avLst/>
              <a:gdLst/>
              <a:ahLst/>
              <a:cxnLst/>
              <a:rect l="l" t="t" r="r" b="b"/>
              <a:pathLst>
                <a:path w="10181" h="9943" extrusionOk="0">
                  <a:moveTo>
                    <a:pt x="8811" y="0"/>
                  </a:moveTo>
                  <a:cubicBezTo>
                    <a:pt x="8454" y="0"/>
                    <a:pt x="8109" y="143"/>
                    <a:pt x="7847" y="393"/>
                  </a:cubicBezTo>
                  <a:lnTo>
                    <a:pt x="6906" y="1334"/>
                  </a:lnTo>
                  <a:cubicBezTo>
                    <a:pt x="6835" y="1405"/>
                    <a:pt x="6835" y="1512"/>
                    <a:pt x="6906" y="1584"/>
                  </a:cubicBezTo>
                  <a:cubicBezTo>
                    <a:pt x="6942" y="1620"/>
                    <a:pt x="6986" y="1637"/>
                    <a:pt x="7031" y="1637"/>
                  </a:cubicBezTo>
                  <a:cubicBezTo>
                    <a:pt x="7076" y="1637"/>
                    <a:pt x="7120" y="1620"/>
                    <a:pt x="7156" y="1584"/>
                  </a:cubicBezTo>
                  <a:lnTo>
                    <a:pt x="8097" y="643"/>
                  </a:lnTo>
                  <a:cubicBezTo>
                    <a:pt x="8287" y="453"/>
                    <a:pt x="8549" y="346"/>
                    <a:pt x="8811" y="346"/>
                  </a:cubicBezTo>
                  <a:cubicBezTo>
                    <a:pt x="9085" y="346"/>
                    <a:pt x="9335" y="453"/>
                    <a:pt x="9525" y="643"/>
                  </a:cubicBezTo>
                  <a:cubicBezTo>
                    <a:pt x="9716" y="846"/>
                    <a:pt x="9823" y="1096"/>
                    <a:pt x="9823" y="1358"/>
                  </a:cubicBezTo>
                  <a:cubicBezTo>
                    <a:pt x="9823" y="1631"/>
                    <a:pt x="9716" y="1882"/>
                    <a:pt x="9525" y="2084"/>
                  </a:cubicBezTo>
                  <a:lnTo>
                    <a:pt x="8228" y="3370"/>
                  </a:lnTo>
                  <a:cubicBezTo>
                    <a:pt x="8097" y="3060"/>
                    <a:pt x="7906" y="2763"/>
                    <a:pt x="7668" y="2524"/>
                  </a:cubicBezTo>
                  <a:cubicBezTo>
                    <a:pt x="7162" y="2018"/>
                    <a:pt x="6498" y="1765"/>
                    <a:pt x="5834" y="1765"/>
                  </a:cubicBezTo>
                  <a:cubicBezTo>
                    <a:pt x="5171" y="1765"/>
                    <a:pt x="4507" y="2018"/>
                    <a:pt x="4001" y="2524"/>
                  </a:cubicBezTo>
                  <a:lnTo>
                    <a:pt x="1012" y="5513"/>
                  </a:lnTo>
                  <a:cubicBezTo>
                    <a:pt x="0" y="6525"/>
                    <a:pt x="0" y="8168"/>
                    <a:pt x="1012" y="9180"/>
                  </a:cubicBezTo>
                  <a:cubicBezTo>
                    <a:pt x="1524" y="9680"/>
                    <a:pt x="2191" y="9942"/>
                    <a:pt x="2846" y="9942"/>
                  </a:cubicBezTo>
                  <a:cubicBezTo>
                    <a:pt x="3501" y="9942"/>
                    <a:pt x="4168" y="9680"/>
                    <a:pt x="4680" y="9180"/>
                  </a:cubicBezTo>
                  <a:lnTo>
                    <a:pt x="6263" y="7585"/>
                  </a:lnTo>
                  <a:cubicBezTo>
                    <a:pt x="6346" y="7513"/>
                    <a:pt x="6346" y="7406"/>
                    <a:pt x="6263" y="7335"/>
                  </a:cubicBezTo>
                  <a:cubicBezTo>
                    <a:pt x="6239" y="7305"/>
                    <a:pt x="6201" y="7290"/>
                    <a:pt x="6159" y="7290"/>
                  </a:cubicBezTo>
                  <a:cubicBezTo>
                    <a:pt x="6117" y="7290"/>
                    <a:pt x="6073" y="7305"/>
                    <a:pt x="6037" y="7335"/>
                  </a:cubicBezTo>
                  <a:lnTo>
                    <a:pt x="4441" y="8930"/>
                  </a:lnTo>
                  <a:cubicBezTo>
                    <a:pt x="4025" y="9347"/>
                    <a:pt x="3453" y="9573"/>
                    <a:pt x="2858" y="9573"/>
                  </a:cubicBezTo>
                  <a:cubicBezTo>
                    <a:pt x="2263" y="9573"/>
                    <a:pt x="1703" y="9335"/>
                    <a:pt x="1286" y="8930"/>
                  </a:cubicBezTo>
                  <a:cubicBezTo>
                    <a:pt x="405" y="8049"/>
                    <a:pt x="405" y="6632"/>
                    <a:pt x="1286" y="5775"/>
                  </a:cubicBezTo>
                  <a:lnTo>
                    <a:pt x="4275" y="2774"/>
                  </a:lnTo>
                  <a:cubicBezTo>
                    <a:pt x="4691" y="2358"/>
                    <a:pt x="5251" y="2120"/>
                    <a:pt x="5846" y="2120"/>
                  </a:cubicBezTo>
                  <a:cubicBezTo>
                    <a:pt x="6442" y="2120"/>
                    <a:pt x="7013" y="2358"/>
                    <a:pt x="7430" y="2774"/>
                  </a:cubicBezTo>
                  <a:cubicBezTo>
                    <a:pt x="7680" y="3025"/>
                    <a:pt x="7859" y="3322"/>
                    <a:pt x="7966" y="3656"/>
                  </a:cubicBezTo>
                  <a:lnTo>
                    <a:pt x="6549" y="5072"/>
                  </a:lnTo>
                  <a:cubicBezTo>
                    <a:pt x="6358" y="5263"/>
                    <a:pt x="6108" y="5370"/>
                    <a:pt x="5834" y="5370"/>
                  </a:cubicBezTo>
                  <a:cubicBezTo>
                    <a:pt x="5573" y="5370"/>
                    <a:pt x="5311" y="5263"/>
                    <a:pt x="5120" y="5072"/>
                  </a:cubicBezTo>
                  <a:cubicBezTo>
                    <a:pt x="5037" y="4977"/>
                    <a:pt x="4953" y="4858"/>
                    <a:pt x="4894" y="4739"/>
                  </a:cubicBezTo>
                  <a:cubicBezTo>
                    <a:pt x="4874" y="4670"/>
                    <a:pt x="4798" y="4626"/>
                    <a:pt x="4711" y="4626"/>
                  </a:cubicBezTo>
                  <a:cubicBezTo>
                    <a:pt x="4693" y="4626"/>
                    <a:pt x="4674" y="4628"/>
                    <a:pt x="4656" y="4632"/>
                  </a:cubicBezTo>
                  <a:cubicBezTo>
                    <a:pt x="4572" y="4668"/>
                    <a:pt x="4525" y="4775"/>
                    <a:pt x="4560" y="4882"/>
                  </a:cubicBezTo>
                  <a:cubicBezTo>
                    <a:pt x="4632" y="5037"/>
                    <a:pt x="4715" y="5203"/>
                    <a:pt x="4858" y="5322"/>
                  </a:cubicBezTo>
                  <a:cubicBezTo>
                    <a:pt x="5108" y="5572"/>
                    <a:pt x="5453" y="5727"/>
                    <a:pt x="5823" y="5727"/>
                  </a:cubicBezTo>
                  <a:cubicBezTo>
                    <a:pt x="6192" y="5727"/>
                    <a:pt x="6525" y="5572"/>
                    <a:pt x="6787" y="5322"/>
                  </a:cubicBezTo>
                  <a:lnTo>
                    <a:pt x="9775" y="2334"/>
                  </a:lnTo>
                  <a:cubicBezTo>
                    <a:pt x="10037" y="2084"/>
                    <a:pt x="10180" y="1739"/>
                    <a:pt x="10180" y="1358"/>
                  </a:cubicBezTo>
                  <a:cubicBezTo>
                    <a:pt x="10180" y="989"/>
                    <a:pt x="10037" y="667"/>
                    <a:pt x="9775" y="393"/>
                  </a:cubicBezTo>
                  <a:cubicBezTo>
                    <a:pt x="9525" y="131"/>
                    <a:pt x="9180" y="0"/>
                    <a:pt x="8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2" name="Google Shape;13262;p68"/>
            <p:cNvSpPr/>
            <p:nvPr/>
          </p:nvSpPr>
          <p:spPr>
            <a:xfrm>
              <a:off x="5669606" y="1500761"/>
              <a:ext cx="322915" cy="316390"/>
            </a:xfrm>
            <a:custGeom>
              <a:avLst/>
              <a:gdLst/>
              <a:ahLst/>
              <a:cxnLst/>
              <a:rect l="l" t="t" r="r" b="b"/>
              <a:pathLst>
                <a:path w="10145" h="9940" extrusionOk="0">
                  <a:moveTo>
                    <a:pt x="7323" y="1"/>
                  </a:moveTo>
                  <a:cubicBezTo>
                    <a:pt x="6659" y="1"/>
                    <a:pt x="5995" y="254"/>
                    <a:pt x="5489" y="760"/>
                  </a:cubicBezTo>
                  <a:lnTo>
                    <a:pt x="3894" y="2355"/>
                  </a:lnTo>
                  <a:cubicBezTo>
                    <a:pt x="3822" y="2427"/>
                    <a:pt x="3822" y="2534"/>
                    <a:pt x="3894" y="2605"/>
                  </a:cubicBezTo>
                  <a:cubicBezTo>
                    <a:pt x="3935" y="2641"/>
                    <a:pt x="3980" y="2659"/>
                    <a:pt x="4025" y="2659"/>
                  </a:cubicBezTo>
                  <a:cubicBezTo>
                    <a:pt x="4069" y="2659"/>
                    <a:pt x="4114" y="2641"/>
                    <a:pt x="4156" y="2605"/>
                  </a:cubicBezTo>
                  <a:lnTo>
                    <a:pt x="5739" y="1010"/>
                  </a:lnTo>
                  <a:cubicBezTo>
                    <a:pt x="6180" y="569"/>
                    <a:pt x="6754" y="349"/>
                    <a:pt x="7326" y="349"/>
                  </a:cubicBezTo>
                  <a:cubicBezTo>
                    <a:pt x="7897" y="349"/>
                    <a:pt x="8466" y="569"/>
                    <a:pt x="8894" y="1010"/>
                  </a:cubicBezTo>
                  <a:cubicBezTo>
                    <a:pt x="9775" y="1891"/>
                    <a:pt x="9775" y="3308"/>
                    <a:pt x="8894" y="4165"/>
                  </a:cubicBezTo>
                  <a:lnTo>
                    <a:pt x="5906" y="7154"/>
                  </a:lnTo>
                  <a:cubicBezTo>
                    <a:pt x="5489" y="7570"/>
                    <a:pt x="4930" y="7808"/>
                    <a:pt x="4334" y="7808"/>
                  </a:cubicBezTo>
                  <a:cubicBezTo>
                    <a:pt x="3739" y="7808"/>
                    <a:pt x="3167" y="7570"/>
                    <a:pt x="2751" y="7154"/>
                  </a:cubicBezTo>
                  <a:cubicBezTo>
                    <a:pt x="2501" y="6904"/>
                    <a:pt x="2322" y="6606"/>
                    <a:pt x="2215" y="6284"/>
                  </a:cubicBezTo>
                  <a:lnTo>
                    <a:pt x="3632" y="4868"/>
                  </a:lnTo>
                  <a:cubicBezTo>
                    <a:pt x="3822" y="4677"/>
                    <a:pt x="4072" y="4570"/>
                    <a:pt x="4346" y="4570"/>
                  </a:cubicBezTo>
                  <a:cubicBezTo>
                    <a:pt x="4608" y="4570"/>
                    <a:pt x="4870" y="4677"/>
                    <a:pt x="5061" y="4868"/>
                  </a:cubicBezTo>
                  <a:cubicBezTo>
                    <a:pt x="5144" y="4951"/>
                    <a:pt x="5227" y="5070"/>
                    <a:pt x="5287" y="5189"/>
                  </a:cubicBezTo>
                  <a:cubicBezTo>
                    <a:pt x="5305" y="5263"/>
                    <a:pt x="5374" y="5308"/>
                    <a:pt x="5453" y="5308"/>
                  </a:cubicBezTo>
                  <a:cubicBezTo>
                    <a:pt x="5477" y="5308"/>
                    <a:pt x="5501" y="5304"/>
                    <a:pt x="5525" y="5296"/>
                  </a:cubicBezTo>
                  <a:cubicBezTo>
                    <a:pt x="5608" y="5272"/>
                    <a:pt x="5656" y="5165"/>
                    <a:pt x="5620" y="5058"/>
                  </a:cubicBezTo>
                  <a:cubicBezTo>
                    <a:pt x="5549" y="4891"/>
                    <a:pt x="5465" y="4737"/>
                    <a:pt x="5322" y="4618"/>
                  </a:cubicBezTo>
                  <a:cubicBezTo>
                    <a:pt x="5072" y="4356"/>
                    <a:pt x="4727" y="4213"/>
                    <a:pt x="4358" y="4213"/>
                  </a:cubicBezTo>
                  <a:cubicBezTo>
                    <a:pt x="3989" y="4213"/>
                    <a:pt x="3656" y="4356"/>
                    <a:pt x="3394" y="4618"/>
                  </a:cubicBezTo>
                  <a:lnTo>
                    <a:pt x="1929" y="6070"/>
                  </a:lnTo>
                  <a:cubicBezTo>
                    <a:pt x="1905" y="6082"/>
                    <a:pt x="1893" y="6106"/>
                    <a:pt x="1870" y="6130"/>
                  </a:cubicBezTo>
                  <a:lnTo>
                    <a:pt x="405" y="7606"/>
                  </a:lnTo>
                  <a:cubicBezTo>
                    <a:pt x="143" y="7856"/>
                    <a:pt x="0" y="8201"/>
                    <a:pt x="0" y="8570"/>
                  </a:cubicBezTo>
                  <a:cubicBezTo>
                    <a:pt x="0" y="8928"/>
                    <a:pt x="143" y="9273"/>
                    <a:pt x="405" y="9535"/>
                  </a:cubicBezTo>
                  <a:cubicBezTo>
                    <a:pt x="655" y="9785"/>
                    <a:pt x="1001" y="9940"/>
                    <a:pt x="1370" y="9940"/>
                  </a:cubicBezTo>
                  <a:cubicBezTo>
                    <a:pt x="1739" y="9940"/>
                    <a:pt x="2072" y="9785"/>
                    <a:pt x="2334" y="9535"/>
                  </a:cubicBezTo>
                  <a:lnTo>
                    <a:pt x="3275" y="8594"/>
                  </a:lnTo>
                  <a:cubicBezTo>
                    <a:pt x="3346" y="8523"/>
                    <a:pt x="3346" y="8416"/>
                    <a:pt x="3275" y="8344"/>
                  </a:cubicBezTo>
                  <a:cubicBezTo>
                    <a:pt x="3239" y="8309"/>
                    <a:pt x="3194" y="8291"/>
                    <a:pt x="3150" y="8291"/>
                  </a:cubicBezTo>
                  <a:cubicBezTo>
                    <a:pt x="3105" y="8291"/>
                    <a:pt x="3060" y="8309"/>
                    <a:pt x="3025" y="8344"/>
                  </a:cubicBezTo>
                  <a:lnTo>
                    <a:pt x="2084" y="9285"/>
                  </a:lnTo>
                  <a:cubicBezTo>
                    <a:pt x="1893" y="9475"/>
                    <a:pt x="1632" y="9582"/>
                    <a:pt x="1370" y="9582"/>
                  </a:cubicBezTo>
                  <a:cubicBezTo>
                    <a:pt x="1096" y="9582"/>
                    <a:pt x="846" y="9475"/>
                    <a:pt x="655" y="9285"/>
                  </a:cubicBezTo>
                  <a:cubicBezTo>
                    <a:pt x="465" y="9094"/>
                    <a:pt x="358" y="8832"/>
                    <a:pt x="358" y="8570"/>
                  </a:cubicBezTo>
                  <a:cubicBezTo>
                    <a:pt x="358" y="8297"/>
                    <a:pt x="465" y="8047"/>
                    <a:pt x="655" y="7856"/>
                  </a:cubicBezTo>
                  <a:lnTo>
                    <a:pt x="1953" y="6558"/>
                  </a:lnTo>
                  <a:cubicBezTo>
                    <a:pt x="2084" y="6880"/>
                    <a:pt x="2274" y="7177"/>
                    <a:pt x="2513" y="7404"/>
                  </a:cubicBezTo>
                  <a:cubicBezTo>
                    <a:pt x="3001" y="7904"/>
                    <a:pt x="3656" y="8166"/>
                    <a:pt x="4346" y="8166"/>
                  </a:cubicBezTo>
                  <a:cubicBezTo>
                    <a:pt x="5049" y="8166"/>
                    <a:pt x="5680" y="7904"/>
                    <a:pt x="6180" y="7404"/>
                  </a:cubicBezTo>
                  <a:lnTo>
                    <a:pt x="9168" y="4415"/>
                  </a:lnTo>
                  <a:cubicBezTo>
                    <a:pt x="10145" y="3403"/>
                    <a:pt x="10145" y="1772"/>
                    <a:pt x="9156" y="760"/>
                  </a:cubicBezTo>
                  <a:cubicBezTo>
                    <a:pt x="8650" y="254"/>
                    <a:pt x="7987" y="1"/>
                    <a:pt x="7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3" name="Google Shape;13263;p68"/>
          <p:cNvGrpSpPr/>
          <p:nvPr/>
        </p:nvGrpSpPr>
        <p:grpSpPr>
          <a:xfrm>
            <a:off x="4670239" y="1617799"/>
            <a:ext cx="359679" cy="321833"/>
            <a:chOff x="4670239" y="1541599"/>
            <a:chExt cx="359679" cy="321833"/>
          </a:xfrm>
        </p:grpSpPr>
        <p:sp>
          <p:nvSpPr>
            <p:cNvPr id="13264" name="Google Shape;13264;p68"/>
            <p:cNvSpPr/>
            <p:nvPr/>
          </p:nvSpPr>
          <p:spPr>
            <a:xfrm>
              <a:off x="4818790" y="1606787"/>
              <a:ext cx="28838" cy="49687"/>
            </a:xfrm>
            <a:custGeom>
              <a:avLst/>
              <a:gdLst/>
              <a:ahLst/>
              <a:cxnLst/>
              <a:rect l="l" t="t" r="r" b="b"/>
              <a:pathLst>
                <a:path w="906" h="1561" extrusionOk="0">
                  <a:moveTo>
                    <a:pt x="429" y="298"/>
                  </a:moveTo>
                  <a:lnTo>
                    <a:pt x="429" y="584"/>
                  </a:lnTo>
                  <a:cubicBezTo>
                    <a:pt x="310" y="537"/>
                    <a:pt x="287" y="489"/>
                    <a:pt x="287" y="429"/>
                  </a:cubicBezTo>
                  <a:cubicBezTo>
                    <a:pt x="287" y="346"/>
                    <a:pt x="358" y="310"/>
                    <a:pt x="429" y="298"/>
                  </a:cubicBezTo>
                  <a:close/>
                  <a:moveTo>
                    <a:pt x="537" y="882"/>
                  </a:moveTo>
                  <a:cubicBezTo>
                    <a:pt x="656" y="929"/>
                    <a:pt x="680" y="989"/>
                    <a:pt x="680" y="1060"/>
                  </a:cubicBezTo>
                  <a:cubicBezTo>
                    <a:pt x="680" y="1132"/>
                    <a:pt x="620" y="1191"/>
                    <a:pt x="537" y="1203"/>
                  </a:cubicBezTo>
                  <a:lnTo>
                    <a:pt x="537" y="882"/>
                  </a:lnTo>
                  <a:close/>
                  <a:moveTo>
                    <a:pt x="477" y="1"/>
                  </a:moveTo>
                  <a:cubicBezTo>
                    <a:pt x="441" y="1"/>
                    <a:pt x="418" y="13"/>
                    <a:pt x="418" y="48"/>
                  </a:cubicBezTo>
                  <a:lnTo>
                    <a:pt x="418" y="108"/>
                  </a:lnTo>
                  <a:cubicBezTo>
                    <a:pt x="191" y="132"/>
                    <a:pt x="48" y="251"/>
                    <a:pt x="48" y="477"/>
                  </a:cubicBezTo>
                  <a:cubicBezTo>
                    <a:pt x="48" y="715"/>
                    <a:pt x="227" y="787"/>
                    <a:pt x="418" y="870"/>
                  </a:cubicBezTo>
                  <a:lnTo>
                    <a:pt x="418" y="1239"/>
                  </a:lnTo>
                  <a:cubicBezTo>
                    <a:pt x="310" y="1215"/>
                    <a:pt x="263" y="1191"/>
                    <a:pt x="179" y="1120"/>
                  </a:cubicBezTo>
                  <a:cubicBezTo>
                    <a:pt x="159" y="1104"/>
                    <a:pt x="138" y="1096"/>
                    <a:pt x="118" y="1096"/>
                  </a:cubicBezTo>
                  <a:cubicBezTo>
                    <a:pt x="93" y="1096"/>
                    <a:pt x="69" y="1110"/>
                    <a:pt x="48" y="1144"/>
                  </a:cubicBezTo>
                  <a:cubicBezTo>
                    <a:pt x="1" y="1203"/>
                    <a:pt x="1" y="1263"/>
                    <a:pt x="48" y="1310"/>
                  </a:cubicBezTo>
                  <a:cubicBezTo>
                    <a:pt x="120" y="1418"/>
                    <a:pt x="287" y="1465"/>
                    <a:pt x="418" y="1465"/>
                  </a:cubicBezTo>
                  <a:lnTo>
                    <a:pt x="418" y="1513"/>
                  </a:lnTo>
                  <a:cubicBezTo>
                    <a:pt x="418" y="1549"/>
                    <a:pt x="441" y="1560"/>
                    <a:pt x="477" y="1560"/>
                  </a:cubicBezTo>
                  <a:cubicBezTo>
                    <a:pt x="501" y="1560"/>
                    <a:pt x="537" y="1549"/>
                    <a:pt x="537" y="1513"/>
                  </a:cubicBezTo>
                  <a:lnTo>
                    <a:pt x="537" y="1429"/>
                  </a:lnTo>
                  <a:cubicBezTo>
                    <a:pt x="727" y="1406"/>
                    <a:pt x="894" y="1263"/>
                    <a:pt x="894" y="1025"/>
                  </a:cubicBezTo>
                  <a:cubicBezTo>
                    <a:pt x="906" y="787"/>
                    <a:pt x="763" y="703"/>
                    <a:pt x="549" y="632"/>
                  </a:cubicBezTo>
                  <a:lnTo>
                    <a:pt x="549" y="286"/>
                  </a:lnTo>
                  <a:cubicBezTo>
                    <a:pt x="596" y="286"/>
                    <a:pt x="644" y="298"/>
                    <a:pt x="680" y="334"/>
                  </a:cubicBezTo>
                  <a:cubicBezTo>
                    <a:pt x="707" y="341"/>
                    <a:pt x="738" y="363"/>
                    <a:pt x="771" y="363"/>
                  </a:cubicBezTo>
                  <a:cubicBezTo>
                    <a:pt x="795" y="363"/>
                    <a:pt x="821" y="351"/>
                    <a:pt x="846" y="310"/>
                  </a:cubicBezTo>
                  <a:cubicBezTo>
                    <a:pt x="882" y="275"/>
                    <a:pt x="894" y="215"/>
                    <a:pt x="834" y="167"/>
                  </a:cubicBezTo>
                  <a:cubicBezTo>
                    <a:pt x="763" y="108"/>
                    <a:pt x="644" y="96"/>
                    <a:pt x="537" y="96"/>
                  </a:cubicBezTo>
                  <a:lnTo>
                    <a:pt x="537" y="48"/>
                  </a:lnTo>
                  <a:cubicBezTo>
                    <a:pt x="537" y="13"/>
                    <a:pt x="501"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68"/>
            <p:cNvSpPr/>
            <p:nvPr/>
          </p:nvSpPr>
          <p:spPr>
            <a:xfrm>
              <a:off x="4875256" y="1557896"/>
              <a:ext cx="82281" cy="82663"/>
            </a:xfrm>
            <a:custGeom>
              <a:avLst/>
              <a:gdLst/>
              <a:ahLst/>
              <a:cxnLst/>
              <a:rect l="l" t="t" r="r" b="b"/>
              <a:pathLst>
                <a:path w="2585" h="2597" extrusionOk="0">
                  <a:moveTo>
                    <a:pt x="1287" y="310"/>
                  </a:moveTo>
                  <a:cubicBezTo>
                    <a:pt x="1823" y="310"/>
                    <a:pt x="2275" y="751"/>
                    <a:pt x="2275" y="1299"/>
                  </a:cubicBezTo>
                  <a:cubicBezTo>
                    <a:pt x="2263" y="1834"/>
                    <a:pt x="1823" y="2275"/>
                    <a:pt x="1287" y="2275"/>
                  </a:cubicBezTo>
                  <a:cubicBezTo>
                    <a:pt x="751" y="2275"/>
                    <a:pt x="310" y="1846"/>
                    <a:pt x="310" y="1299"/>
                  </a:cubicBezTo>
                  <a:cubicBezTo>
                    <a:pt x="310" y="763"/>
                    <a:pt x="739" y="310"/>
                    <a:pt x="1287" y="310"/>
                  </a:cubicBezTo>
                  <a:close/>
                  <a:moveTo>
                    <a:pt x="1287" y="1"/>
                  </a:moveTo>
                  <a:cubicBezTo>
                    <a:pt x="572" y="1"/>
                    <a:pt x="1" y="584"/>
                    <a:pt x="1" y="1299"/>
                  </a:cubicBezTo>
                  <a:cubicBezTo>
                    <a:pt x="1" y="2013"/>
                    <a:pt x="572" y="2596"/>
                    <a:pt x="1287" y="2596"/>
                  </a:cubicBezTo>
                  <a:cubicBezTo>
                    <a:pt x="2001" y="2596"/>
                    <a:pt x="2585" y="2013"/>
                    <a:pt x="2585" y="1299"/>
                  </a:cubicBezTo>
                  <a:cubicBezTo>
                    <a:pt x="2585"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68"/>
            <p:cNvSpPr/>
            <p:nvPr/>
          </p:nvSpPr>
          <p:spPr>
            <a:xfrm>
              <a:off x="4775215" y="1541599"/>
              <a:ext cx="199001" cy="147850"/>
            </a:xfrm>
            <a:custGeom>
              <a:avLst/>
              <a:gdLst/>
              <a:ahLst/>
              <a:cxnLst/>
              <a:rect l="l" t="t" r="r" b="b"/>
              <a:pathLst>
                <a:path w="6252" h="4645" extrusionOk="0">
                  <a:moveTo>
                    <a:pt x="1834" y="1811"/>
                  </a:moveTo>
                  <a:cubicBezTo>
                    <a:pt x="2168" y="1811"/>
                    <a:pt x="2465" y="1989"/>
                    <a:pt x="2644" y="2239"/>
                  </a:cubicBezTo>
                  <a:cubicBezTo>
                    <a:pt x="2680" y="2394"/>
                    <a:pt x="2739" y="2525"/>
                    <a:pt x="2799" y="2656"/>
                  </a:cubicBezTo>
                  <a:cubicBezTo>
                    <a:pt x="2799" y="2704"/>
                    <a:pt x="2811" y="2751"/>
                    <a:pt x="2811" y="2787"/>
                  </a:cubicBezTo>
                  <a:cubicBezTo>
                    <a:pt x="2811" y="3335"/>
                    <a:pt x="2382" y="3775"/>
                    <a:pt x="1834" y="3775"/>
                  </a:cubicBezTo>
                  <a:cubicBezTo>
                    <a:pt x="1298" y="3775"/>
                    <a:pt x="846" y="3347"/>
                    <a:pt x="846" y="2787"/>
                  </a:cubicBezTo>
                  <a:cubicBezTo>
                    <a:pt x="846" y="2251"/>
                    <a:pt x="1275" y="1811"/>
                    <a:pt x="1834" y="1811"/>
                  </a:cubicBezTo>
                  <a:close/>
                  <a:moveTo>
                    <a:pt x="1834" y="1263"/>
                  </a:moveTo>
                  <a:cubicBezTo>
                    <a:pt x="2108" y="1263"/>
                    <a:pt x="2382" y="1334"/>
                    <a:pt x="2620" y="1489"/>
                  </a:cubicBezTo>
                  <a:cubicBezTo>
                    <a:pt x="2608" y="1561"/>
                    <a:pt x="2608" y="1644"/>
                    <a:pt x="2584" y="1727"/>
                  </a:cubicBezTo>
                  <a:cubicBezTo>
                    <a:pt x="2382" y="1572"/>
                    <a:pt x="2108" y="1465"/>
                    <a:pt x="1822" y="1465"/>
                  </a:cubicBezTo>
                  <a:cubicBezTo>
                    <a:pt x="1120" y="1465"/>
                    <a:pt x="536" y="2049"/>
                    <a:pt x="536" y="2763"/>
                  </a:cubicBezTo>
                  <a:cubicBezTo>
                    <a:pt x="536" y="3477"/>
                    <a:pt x="1108" y="4061"/>
                    <a:pt x="1822" y="4061"/>
                  </a:cubicBezTo>
                  <a:cubicBezTo>
                    <a:pt x="2453" y="4061"/>
                    <a:pt x="2953" y="3632"/>
                    <a:pt x="3096" y="3049"/>
                  </a:cubicBezTo>
                  <a:cubicBezTo>
                    <a:pt x="3156" y="3108"/>
                    <a:pt x="3215" y="3156"/>
                    <a:pt x="3275" y="3216"/>
                  </a:cubicBezTo>
                  <a:cubicBezTo>
                    <a:pt x="3084" y="3870"/>
                    <a:pt x="2501" y="4299"/>
                    <a:pt x="1834" y="4299"/>
                  </a:cubicBezTo>
                  <a:cubicBezTo>
                    <a:pt x="1001" y="4299"/>
                    <a:pt x="310" y="3608"/>
                    <a:pt x="310" y="2775"/>
                  </a:cubicBezTo>
                  <a:cubicBezTo>
                    <a:pt x="310" y="1942"/>
                    <a:pt x="1001" y="1263"/>
                    <a:pt x="1834" y="1263"/>
                  </a:cubicBezTo>
                  <a:close/>
                  <a:moveTo>
                    <a:pt x="4430" y="1"/>
                  </a:moveTo>
                  <a:cubicBezTo>
                    <a:pt x="3644" y="1"/>
                    <a:pt x="2977" y="501"/>
                    <a:pt x="2703" y="1203"/>
                  </a:cubicBezTo>
                  <a:cubicBezTo>
                    <a:pt x="2441" y="1049"/>
                    <a:pt x="2144" y="977"/>
                    <a:pt x="1834" y="977"/>
                  </a:cubicBezTo>
                  <a:cubicBezTo>
                    <a:pt x="822" y="977"/>
                    <a:pt x="1" y="1799"/>
                    <a:pt x="1" y="2811"/>
                  </a:cubicBezTo>
                  <a:cubicBezTo>
                    <a:pt x="1" y="3823"/>
                    <a:pt x="822" y="4644"/>
                    <a:pt x="1834" y="4644"/>
                  </a:cubicBezTo>
                  <a:cubicBezTo>
                    <a:pt x="2608" y="4644"/>
                    <a:pt x="3287" y="4168"/>
                    <a:pt x="3561" y="3430"/>
                  </a:cubicBezTo>
                  <a:cubicBezTo>
                    <a:pt x="3811" y="3573"/>
                    <a:pt x="4108" y="3656"/>
                    <a:pt x="4430" y="3656"/>
                  </a:cubicBezTo>
                  <a:cubicBezTo>
                    <a:pt x="4846" y="3656"/>
                    <a:pt x="5251" y="3513"/>
                    <a:pt x="5585" y="3251"/>
                  </a:cubicBezTo>
                  <a:cubicBezTo>
                    <a:pt x="5894" y="3001"/>
                    <a:pt x="6132" y="2632"/>
                    <a:pt x="6216" y="2239"/>
                  </a:cubicBezTo>
                  <a:cubicBezTo>
                    <a:pt x="6228" y="2144"/>
                    <a:pt x="6192" y="2049"/>
                    <a:pt x="6097" y="2037"/>
                  </a:cubicBezTo>
                  <a:cubicBezTo>
                    <a:pt x="6086" y="2035"/>
                    <a:pt x="6076" y="2035"/>
                    <a:pt x="6065" y="2035"/>
                  </a:cubicBezTo>
                  <a:cubicBezTo>
                    <a:pt x="5991" y="2035"/>
                    <a:pt x="5917" y="2072"/>
                    <a:pt x="5906" y="2156"/>
                  </a:cubicBezTo>
                  <a:cubicBezTo>
                    <a:pt x="5739" y="2835"/>
                    <a:pt x="5144" y="3335"/>
                    <a:pt x="4430" y="3335"/>
                  </a:cubicBezTo>
                  <a:cubicBezTo>
                    <a:pt x="3882" y="3335"/>
                    <a:pt x="3394" y="3037"/>
                    <a:pt x="3120" y="2561"/>
                  </a:cubicBezTo>
                  <a:cubicBezTo>
                    <a:pt x="3096" y="2406"/>
                    <a:pt x="3037" y="2263"/>
                    <a:pt x="2965" y="2120"/>
                  </a:cubicBezTo>
                  <a:cubicBezTo>
                    <a:pt x="2763" y="1191"/>
                    <a:pt x="3477" y="310"/>
                    <a:pt x="4430" y="310"/>
                  </a:cubicBezTo>
                  <a:cubicBezTo>
                    <a:pt x="5144" y="310"/>
                    <a:pt x="5739" y="787"/>
                    <a:pt x="5906" y="1489"/>
                  </a:cubicBezTo>
                  <a:cubicBezTo>
                    <a:pt x="5916" y="1560"/>
                    <a:pt x="5986" y="1613"/>
                    <a:pt x="6058" y="1613"/>
                  </a:cubicBezTo>
                  <a:cubicBezTo>
                    <a:pt x="6071" y="1613"/>
                    <a:pt x="6084" y="1612"/>
                    <a:pt x="6097" y="1608"/>
                  </a:cubicBezTo>
                  <a:cubicBezTo>
                    <a:pt x="6192" y="1584"/>
                    <a:pt x="6251" y="1501"/>
                    <a:pt x="6216" y="1406"/>
                  </a:cubicBezTo>
                  <a:cubicBezTo>
                    <a:pt x="6132" y="1013"/>
                    <a:pt x="5906" y="656"/>
                    <a:pt x="5585" y="394"/>
                  </a:cubicBezTo>
                  <a:cubicBezTo>
                    <a:pt x="5251" y="132"/>
                    <a:pt x="4846" y="1"/>
                    <a:pt x="4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68"/>
            <p:cNvSpPr/>
            <p:nvPr/>
          </p:nvSpPr>
          <p:spPr>
            <a:xfrm>
              <a:off x="4901803" y="1574957"/>
              <a:ext cx="28838" cy="50069"/>
            </a:xfrm>
            <a:custGeom>
              <a:avLst/>
              <a:gdLst/>
              <a:ahLst/>
              <a:cxnLst/>
              <a:rect l="l" t="t" r="r" b="b"/>
              <a:pathLst>
                <a:path w="906" h="1573" extrusionOk="0">
                  <a:moveTo>
                    <a:pt x="429" y="322"/>
                  </a:moveTo>
                  <a:lnTo>
                    <a:pt x="429" y="596"/>
                  </a:lnTo>
                  <a:cubicBezTo>
                    <a:pt x="310" y="548"/>
                    <a:pt x="274" y="513"/>
                    <a:pt x="274" y="453"/>
                  </a:cubicBezTo>
                  <a:cubicBezTo>
                    <a:pt x="274" y="358"/>
                    <a:pt x="358" y="334"/>
                    <a:pt x="429" y="322"/>
                  </a:cubicBezTo>
                  <a:close/>
                  <a:moveTo>
                    <a:pt x="512" y="894"/>
                  </a:moveTo>
                  <a:cubicBezTo>
                    <a:pt x="631" y="941"/>
                    <a:pt x="667" y="1001"/>
                    <a:pt x="667" y="1072"/>
                  </a:cubicBezTo>
                  <a:cubicBezTo>
                    <a:pt x="667" y="1167"/>
                    <a:pt x="608" y="1215"/>
                    <a:pt x="512" y="1227"/>
                  </a:cubicBezTo>
                  <a:lnTo>
                    <a:pt x="512" y="894"/>
                  </a:lnTo>
                  <a:close/>
                  <a:moveTo>
                    <a:pt x="453" y="1"/>
                  </a:moveTo>
                  <a:cubicBezTo>
                    <a:pt x="429" y="1"/>
                    <a:pt x="393" y="24"/>
                    <a:pt x="393" y="48"/>
                  </a:cubicBezTo>
                  <a:lnTo>
                    <a:pt x="393" y="108"/>
                  </a:lnTo>
                  <a:cubicBezTo>
                    <a:pt x="167" y="132"/>
                    <a:pt x="24" y="251"/>
                    <a:pt x="24" y="477"/>
                  </a:cubicBezTo>
                  <a:cubicBezTo>
                    <a:pt x="24" y="715"/>
                    <a:pt x="203" y="798"/>
                    <a:pt x="393" y="870"/>
                  </a:cubicBezTo>
                  <a:lnTo>
                    <a:pt x="393" y="1239"/>
                  </a:lnTo>
                  <a:cubicBezTo>
                    <a:pt x="286" y="1227"/>
                    <a:pt x="250" y="1179"/>
                    <a:pt x="155" y="1120"/>
                  </a:cubicBezTo>
                  <a:cubicBezTo>
                    <a:pt x="138" y="1108"/>
                    <a:pt x="122" y="1102"/>
                    <a:pt x="106" y="1102"/>
                  </a:cubicBezTo>
                  <a:cubicBezTo>
                    <a:pt x="46" y="1102"/>
                    <a:pt x="0" y="1182"/>
                    <a:pt x="0" y="1239"/>
                  </a:cubicBezTo>
                  <a:cubicBezTo>
                    <a:pt x="0" y="1275"/>
                    <a:pt x="12" y="1298"/>
                    <a:pt x="24" y="1310"/>
                  </a:cubicBezTo>
                  <a:cubicBezTo>
                    <a:pt x="96" y="1417"/>
                    <a:pt x="262" y="1465"/>
                    <a:pt x="393" y="1465"/>
                  </a:cubicBezTo>
                  <a:lnTo>
                    <a:pt x="393" y="1525"/>
                  </a:lnTo>
                  <a:cubicBezTo>
                    <a:pt x="393" y="1548"/>
                    <a:pt x="429" y="1572"/>
                    <a:pt x="453" y="1572"/>
                  </a:cubicBezTo>
                  <a:cubicBezTo>
                    <a:pt x="488" y="1572"/>
                    <a:pt x="512" y="1548"/>
                    <a:pt x="512" y="1525"/>
                  </a:cubicBezTo>
                  <a:lnTo>
                    <a:pt x="512" y="1465"/>
                  </a:lnTo>
                  <a:cubicBezTo>
                    <a:pt x="715" y="1429"/>
                    <a:pt x="869" y="1298"/>
                    <a:pt x="869" y="1060"/>
                  </a:cubicBezTo>
                  <a:cubicBezTo>
                    <a:pt x="905" y="810"/>
                    <a:pt x="739" y="715"/>
                    <a:pt x="536" y="644"/>
                  </a:cubicBezTo>
                  <a:lnTo>
                    <a:pt x="536" y="298"/>
                  </a:lnTo>
                  <a:cubicBezTo>
                    <a:pt x="608" y="298"/>
                    <a:pt x="631" y="322"/>
                    <a:pt x="715" y="358"/>
                  </a:cubicBezTo>
                  <a:cubicBezTo>
                    <a:pt x="728" y="367"/>
                    <a:pt x="742" y="372"/>
                    <a:pt x="758" y="372"/>
                  </a:cubicBezTo>
                  <a:cubicBezTo>
                    <a:pt x="784" y="372"/>
                    <a:pt x="811" y="355"/>
                    <a:pt x="834" y="310"/>
                  </a:cubicBezTo>
                  <a:cubicBezTo>
                    <a:pt x="858" y="274"/>
                    <a:pt x="869" y="215"/>
                    <a:pt x="810" y="167"/>
                  </a:cubicBezTo>
                  <a:cubicBezTo>
                    <a:pt x="739" y="108"/>
                    <a:pt x="619" y="96"/>
                    <a:pt x="512" y="96"/>
                  </a:cubicBezTo>
                  <a:lnTo>
                    <a:pt x="512" y="48"/>
                  </a:lnTo>
                  <a:cubicBezTo>
                    <a:pt x="512" y="24"/>
                    <a:pt x="48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8" name="Google Shape;13268;p68"/>
            <p:cNvSpPr/>
            <p:nvPr/>
          </p:nvSpPr>
          <p:spPr>
            <a:xfrm>
              <a:off x="4670239" y="1657269"/>
              <a:ext cx="359679" cy="206163"/>
            </a:xfrm>
            <a:custGeom>
              <a:avLst/>
              <a:gdLst/>
              <a:ahLst/>
              <a:cxnLst/>
              <a:rect l="l" t="t" r="r" b="b"/>
              <a:pathLst>
                <a:path w="11300" h="6477" extrusionOk="0">
                  <a:moveTo>
                    <a:pt x="3590" y="1935"/>
                  </a:moveTo>
                  <a:cubicBezTo>
                    <a:pt x="3607" y="1935"/>
                    <a:pt x="3623" y="1948"/>
                    <a:pt x="3632" y="1975"/>
                  </a:cubicBezTo>
                  <a:cubicBezTo>
                    <a:pt x="3715" y="2129"/>
                    <a:pt x="4727" y="4832"/>
                    <a:pt x="4751" y="4939"/>
                  </a:cubicBezTo>
                  <a:cubicBezTo>
                    <a:pt x="4775" y="4951"/>
                    <a:pt x="4751" y="4975"/>
                    <a:pt x="4727" y="4987"/>
                  </a:cubicBezTo>
                  <a:lnTo>
                    <a:pt x="4013" y="5261"/>
                  </a:lnTo>
                  <a:cubicBezTo>
                    <a:pt x="3965" y="5130"/>
                    <a:pt x="2941" y="2403"/>
                    <a:pt x="2870" y="2213"/>
                  </a:cubicBezTo>
                  <a:lnTo>
                    <a:pt x="3572" y="1939"/>
                  </a:lnTo>
                  <a:cubicBezTo>
                    <a:pt x="3578" y="1936"/>
                    <a:pt x="3584" y="1935"/>
                    <a:pt x="3590" y="1935"/>
                  </a:cubicBezTo>
                  <a:close/>
                  <a:moveTo>
                    <a:pt x="2584" y="2308"/>
                  </a:moveTo>
                  <a:lnTo>
                    <a:pt x="3727" y="5368"/>
                  </a:lnTo>
                  <a:cubicBezTo>
                    <a:pt x="3180" y="5570"/>
                    <a:pt x="1810" y="6082"/>
                    <a:pt x="1584" y="6166"/>
                  </a:cubicBezTo>
                  <a:cubicBezTo>
                    <a:pt x="1577" y="6172"/>
                    <a:pt x="1569" y="6175"/>
                    <a:pt x="1560" y="6175"/>
                  </a:cubicBezTo>
                  <a:cubicBezTo>
                    <a:pt x="1537" y="6175"/>
                    <a:pt x="1509" y="6156"/>
                    <a:pt x="1501" y="6130"/>
                  </a:cubicBezTo>
                  <a:lnTo>
                    <a:pt x="394" y="3201"/>
                  </a:lnTo>
                  <a:cubicBezTo>
                    <a:pt x="382" y="3177"/>
                    <a:pt x="394" y="3130"/>
                    <a:pt x="441" y="3118"/>
                  </a:cubicBezTo>
                  <a:cubicBezTo>
                    <a:pt x="1144" y="2844"/>
                    <a:pt x="2096" y="2487"/>
                    <a:pt x="2584" y="2308"/>
                  </a:cubicBezTo>
                  <a:close/>
                  <a:moveTo>
                    <a:pt x="10358" y="1"/>
                  </a:moveTo>
                  <a:cubicBezTo>
                    <a:pt x="10108" y="1"/>
                    <a:pt x="9869" y="131"/>
                    <a:pt x="9692" y="308"/>
                  </a:cubicBezTo>
                  <a:lnTo>
                    <a:pt x="7966" y="1737"/>
                  </a:lnTo>
                  <a:cubicBezTo>
                    <a:pt x="7883" y="1522"/>
                    <a:pt x="7668" y="1308"/>
                    <a:pt x="7263" y="1308"/>
                  </a:cubicBezTo>
                  <a:cubicBezTo>
                    <a:pt x="6756" y="1308"/>
                    <a:pt x="6387" y="1304"/>
                    <a:pt x="6108" y="1304"/>
                  </a:cubicBezTo>
                  <a:cubicBezTo>
                    <a:pt x="5503" y="1304"/>
                    <a:pt x="5318" y="1321"/>
                    <a:pt x="5049" y="1427"/>
                  </a:cubicBezTo>
                  <a:lnTo>
                    <a:pt x="3953" y="1868"/>
                  </a:lnTo>
                  <a:lnTo>
                    <a:pt x="3930" y="1820"/>
                  </a:lnTo>
                  <a:cubicBezTo>
                    <a:pt x="3875" y="1675"/>
                    <a:pt x="3745" y="1592"/>
                    <a:pt x="3597" y="1592"/>
                  </a:cubicBezTo>
                  <a:cubicBezTo>
                    <a:pt x="3550" y="1592"/>
                    <a:pt x="3502" y="1600"/>
                    <a:pt x="3453" y="1618"/>
                  </a:cubicBezTo>
                  <a:lnTo>
                    <a:pt x="2620" y="1927"/>
                  </a:lnTo>
                  <a:cubicBezTo>
                    <a:pt x="2251" y="2058"/>
                    <a:pt x="1108" y="2510"/>
                    <a:pt x="298" y="2808"/>
                  </a:cubicBezTo>
                  <a:cubicBezTo>
                    <a:pt x="96" y="2880"/>
                    <a:pt x="1" y="3106"/>
                    <a:pt x="84" y="3308"/>
                  </a:cubicBezTo>
                  <a:lnTo>
                    <a:pt x="1179" y="6225"/>
                  </a:lnTo>
                  <a:cubicBezTo>
                    <a:pt x="1234" y="6389"/>
                    <a:pt x="1379" y="6476"/>
                    <a:pt x="1540" y="6476"/>
                  </a:cubicBezTo>
                  <a:cubicBezTo>
                    <a:pt x="1590" y="6476"/>
                    <a:pt x="1641" y="6468"/>
                    <a:pt x="1691" y="6451"/>
                  </a:cubicBezTo>
                  <a:cubicBezTo>
                    <a:pt x="1941" y="6368"/>
                    <a:pt x="3608" y="5725"/>
                    <a:pt x="3977" y="5594"/>
                  </a:cubicBezTo>
                  <a:lnTo>
                    <a:pt x="4858" y="5261"/>
                  </a:lnTo>
                  <a:cubicBezTo>
                    <a:pt x="5049" y="5189"/>
                    <a:pt x="5144" y="4975"/>
                    <a:pt x="5061" y="4785"/>
                  </a:cubicBezTo>
                  <a:lnTo>
                    <a:pt x="5049" y="4737"/>
                  </a:lnTo>
                  <a:cubicBezTo>
                    <a:pt x="5620" y="4499"/>
                    <a:pt x="5632" y="4475"/>
                    <a:pt x="6228" y="4475"/>
                  </a:cubicBezTo>
                  <a:cubicBezTo>
                    <a:pt x="6311" y="4475"/>
                    <a:pt x="6394" y="4404"/>
                    <a:pt x="6394" y="4308"/>
                  </a:cubicBezTo>
                  <a:cubicBezTo>
                    <a:pt x="6394" y="4225"/>
                    <a:pt x="6311" y="4142"/>
                    <a:pt x="6228" y="4142"/>
                  </a:cubicBezTo>
                  <a:cubicBezTo>
                    <a:pt x="5585" y="4142"/>
                    <a:pt x="5525" y="4189"/>
                    <a:pt x="4930" y="4439"/>
                  </a:cubicBezTo>
                  <a:lnTo>
                    <a:pt x="4073" y="2153"/>
                  </a:lnTo>
                  <a:lnTo>
                    <a:pt x="5168" y="1689"/>
                  </a:lnTo>
                  <a:cubicBezTo>
                    <a:pt x="5361" y="1615"/>
                    <a:pt x="5513" y="1601"/>
                    <a:pt x="5986" y="1601"/>
                  </a:cubicBezTo>
                  <a:cubicBezTo>
                    <a:pt x="6270" y="1601"/>
                    <a:pt x="6670" y="1606"/>
                    <a:pt x="7263" y="1606"/>
                  </a:cubicBezTo>
                  <a:cubicBezTo>
                    <a:pt x="7442" y="1606"/>
                    <a:pt x="7561" y="1665"/>
                    <a:pt x="7644" y="1784"/>
                  </a:cubicBezTo>
                  <a:cubicBezTo>
                    <a:pt x="7704" y="1868"/>
                    <a:pt x="7704" y="1963"/>
                    <a:pt x="7716" y="1987"/>
                  </a:cubicBezTo>
                  <a:cubicBezTo>
                    <a:pt x="7716" y="2046"/>
                    <a:pt x="7668" y="2344"/>
                    <a:pt x="7382" y="2391"/>
                  </a:cubicBezTo>
                  <a:cubicBezTo>
                    <a:pt x="6942" y="2463"/>
                    <a:pt x="5989" y="2594"/>
                    <a:pt x="5978" y="2594"/>
                  </a:cubicBezTo>
                  <a:cubicBezTo>
                    <a:pt x="5882" y="2606"/>
                    <a:pt x="5823" y="2689"/>
                    <a:pt x="5835" y="2772"/>
                  </a:cubicBezTo>
                  <a:cubicBezTo>
                    <a:pt x="5858" y="2844"/>
                    <a:pt x="5918" y="2903"/>
                    <a:pt x="6001" y="2903"/>
                  </a:cubicBezTo>
                  <a:lnTo>
                    <a:pt x="6037" y="2903"/>
                  </a:lnTo>
                  <a:cubicBezTo>
                    <a:pt x="6049" y="2903"/>
                    <a:pt x="7001" y="2772"/>
                    <a:pt x="7442" y="2701"/>
                  </a:cubicBezTo>
                  <a:cubicBezTo>
                    <a:pt x="7859" y="2630"/>
                    <a:pt x="8014" y="2284"/>
                    <a:pt x="8037" y="2046"/>
                  </a:cubicBezTo>
                  <a:lnTo>
                    <a:pt x="9919" y="498"/>
                  </a:lnTo>
                  <a:cubicBezTo>
                    <a:pt x="10039" y="385"/>
                    <a:pt x="10193" y="287"/>
                    <a:pt x="10356" y="287"/>
                  </a:cubicBezTo>
                  <a:cubicBezTo>
                    <a:pt x="10451" y="287"/>
                    <a:pt x="10549" y="320"/>
                    <a:pt x="10645" y="403"/>
                  </a:cubicBezTo>
                  <a:cubicBezTo>
                    <a:pt x="10942" y="701"/>
                    <a:pt x="10681" y="1058"/>
                    <a:pt x="10597" y="1141"/>
                  </a:cubicBezTo>
                  <a:cubicBezTo>
                    <a:pt x="10526" y="1213"/>
                    <a:pt x="8240" y="3677"/>
                    <a:pt x="8240" y="3677"/>
                  </a:cubicBezTo>
                  <a:cubicBezTo>
                    <a:pt x="7906" y="4070"/>
                    <a:pt x="7466" y="4130"/>
                    <a:pt x="7263" y="4130"/>
                  </a:cubicBezTo>
                  <a:lnTo>
                    <a:pt x="6966" y="4130"/>
                  </a:lnTo>
                  <a:cubicBezTo>
                    <a:pt x="6882" y="4130"/>
                    <a:pt x="6811" y="4201"/>
                    <a:pt x="6811" y="4296"/>
                  </a:cubicBezTo>
                  <a:cubicBezTo>
                    <a:pt x="6811" y="4380"/>
                    <a:pt x="6882" y="4463"/>
                    <a:pt x="6966" y="4463"/>
                  </a:cubicBezTo>
                  <a:lnTo>
                    <a:pt x="7287" y="4463"/>
                  </a:lnTo>
                  <a:cubicBezTo>
                    <a:pt x="7502" y="4439"/>
                    <a:pt x="8061" y="4368"/>
                    <a:pt x="8478" y="3892"/>
                  </a:cubicBezTo>
                  <a:lnTo>
                    <a:pt x="10835" y="1344"/>
                  </a:lnTo>
                  <a:cubicBezTo>
                    <a:pt x="11062" y="1153"/>
                    <a:pt x="11300" y="629"/>
                    <a:pt x="10871" y="213"/>
                  </a:cubicBezTo>
                  <a:cubicBezTo>
                    <a:pt x="10706" y="62"/>
                    <a:pt x="10530" y="1"/>
                    <a:pt x="10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9" name="Google Shape;13269;p68"/>
          <p:cNvGrpSpPr/>
          <p:nvPr/>
        </p:nvGrpSpPr>
        <p:grpSpPr>
          <a:xfrm>
            <a:off x="4212429" y="1578585"/>
            <a:ext cx="321037" cy="353822"/>
            <a:chOff x="4212429" y="1502385"/>
            <a:chExt cx="321037" cy="353822"/>
          </a:xfrm>
        </p:grpSpPr>
        <p:sp>
          <p:nvSpPr>
            <p:cNvPr id="13270" name="Google Shape;13270;p68"/>
            <p:cNvSpPr/>
            <p:nvPr/>
          </p:nvSpPr>
          <p:spPr>
            <a:xfrm>
              <a:off x="4310592" y="1585938"/>
              <a:ext cx="125092" cy="163001"/>
            </a:xfrm>
            <a:custGeom>
              <a:avLst/>
              <a:gdLst/>
              <a:ahLst/>
              <a:cxnLst/>
              <a:rect l="l" t="t" r="r" b="b"/>
              <a:pathLst>
                <a:path w="3930" h="5121" extrusionOk="0">
                  <a:moveTo>
                    <a:pt x="1941" y="310"/>
                  </a:moveTo>
                  <a:cubicBezTo>
                    <a:pt x="2227" y="310"/>
                    <a:pt x="2477" y="489"/>
                    <a:pt x="2584" y="751"/>
                  </a:cubicBezTo>
                  <a:cubicBezTo>
                    <a:pt x="2620" y="834"/>
                    <a:pt x="2644" y="930"/>
                    <a:pt x="2644" y="1013"/>
                  </a:cubicBezTo>
                  <a:lnTo>
                    <a:pt x="2644" y="1192"/>
                  </a:lnTo>
                  <a:cubicBezTo>
                    <a:pt x="2370" y="1096"/>
                    <a:pt x="2275" y="834"/>
                    <a:pt x="2251" y="822"/>
                  </a:cubicBezTo>
                  <a:cubicBezTo>
                    <a:pt x="2227" y="763"/>
                    <a:pt x="2179" y="715"/>
                    <a:pt x="2108" y="715"/>
                  </a:cubicBezTo>
                  <a:cubicBezTo>
                    <a:pt x="2048" y="715"/>
                    <a:pt x="1989" y="751"/>
                    <a:pt x="1953" y="811"/>
                  </a:cubicBezTo>
                  <a:cubicBezTo>
                    <a:pt x="1953" y="811"/>
                    <a:pt x="1763" y="1168"/>
                    <a:pt x="1239" y="1227"/>
                  </a:cubicBezTo>
                  <a:lnTo>
                    <a:pt x="1239" y="1025"/>
                  </a:lnTo>
                  <a:cubicBezTo>
                    <a:pt x="1263" y="930"/>
                    <a:pt x="1275" y="834"/>
                    <a:pt x="1310" y="751"/>
                  </a:cubicBezTo>
                  <a:cubicBezTo>
                    <a:pt x="1406" y="489"/>
                    <a:pt x="1667" y="310"/>
                    <a:pt x="1941" y="310"/>
                  </a:cubicBezTo>
                  <a:close/>
                  <a:moveTo>
                    <a:pt x="2108" y="1180"/>
                  </a:moveTo>
                  <a:cubicBezTo>
                    <a:pt x="2215" y="1322"/>
                    <a:pt x="2394" y="1489"/>
                    <a:pt x="2656" y="1549"/>
                  </a:cubicBezTo>
                  <a:lnTo>
                    <a:pt x="2656" y="1775"/>
                  </a:lnTo>
                  <a:cubicBezTo>
                    <a:pt x="2656" y="2144"/>
                    <a:pt x="2358" y="2454"/>
                    <a:pt x="1989" y="2477"/>
                  </a:cubicBezTo>
                  <a:lnTo>
                    <a:pt x="1929" y="2477"/>
                  </a:lnTo>
                  <a:cubicBezTo>
                    <a:pt x="1560" y="2442"/>
                    <a:pt x="1263" y="2144"/>
                    <a:pt x="1263" y="1763"/>
                  </a:cubicBezTo>
                  <a:lnTo>
                    <a:pt x="1263" y="1549"/>
                  </a:lnTo>
                  <a:cubicBezTo>
                    <a:pt x="1679" y="1501"/>
                    <a:pt x="1941" y="1322"/>
                    <a:pt x="2108" y="1180"/>
                  </a:cubicBezTo>
                  <a:close/>
                  <a:moveTo>
                    <a:pt x="2132" y="2799"/>
                  </a:moveTo>
                  <a:lnTo>
                    <a:pt x="2048" y="2966"/>
                  </a:lnTo>
                  <a:lnTo>
                    <a:pt x="1846" y="2966"/>
                  </a:lnTo>
                  <a:lnTo>
                    <a:pt x="1751" y="2799"/>
                  </a:lnTo>
                  <a:close/>
                  <a:moveTo>
                    <a:pt x="2025" y="3287"/>
                  </a:moveTo>
                  <a:lnTo>
                    <a:pt x="2215" y="4109"/>
                  </a:lnTo>
                  <a:lnTo>
                    <a:pt x="1941" y="4347"/>
                  </a:lnTo>
                  <a:lnTo>
                    <a:pt x="1679" y="4109"/>
                  </a:lnTo>
                  <a:lnTo>
                    <a:pt x="1870" y="3287"/>
                  </a:lnTo>
                  <a:close/>
                  <a:moveTo>
                    <a:pt x="2453" y="2870"/>
                  </a:moveTo>
                  <a:cubicBezTo>
                    <a:pt x="2668" y="2954"/>
                    <a:pt x="2894" y="3085"/>
                    <a:pt x="3072" y="3263"/>
                  </a:cubicBezTo>
                  <a:cubicBezTo>
                    <a:pt x="3394" y="3561"/>
                    <a:pt x="3561" y="3966"/>
                    <a:pt x="3561" y="4359"/>
                  </a:cubicBezTo>
                  <a:lnTo>
                    <a:pt x="3596" y="4775"/>
                  </a:lnTo>
                  <a:lnTo>
                    <a:pt x="322" y="4775"/>
                  </a:lnTo>
                  <a:lnTo>
                    <a:pt x="322" y="4359"/>
                  </a:lnTo>
                  <a:cubicBezTo>
                    <a:pt x="322" y="3942"/>
                    <a:pt x="501" y="3561"/>
                    <a:pt x="810" y="3263"/>
                  </a:cubicBezTo>
                  <a:cubicBezTo>
                    <a:pt x="989" y="3097"/>
                    <a:pt x="1215" y="2966"/>
                    <a:pt x="1441" y="2870"/>
                  </a:cubicBezTo>
                  <a:lnTo>
                    <a:pt x="1572" y="3144"/>
                  </a:lnTo>
                  <a:lnTo>
                    <a:pt x="1346" y="4120"/>
                  </a:lnTo>
                  <a:cubicBezTo>
                    <a:pt x="1334" y="4180"/>
                    <a:pt x="1346" y="4240"/>
                    <a:pt x="1394" y="4287"/>
                  </a:cubicBezTo>
                  <a:lnTo>
                    <a:pt x="1834" y="4692"/>
                  </a:lnTo>
                  <a:cubicBezTo>
                    <a:pt x="1870" y="4716"/>
                    <a:pt x="1917" y="4740"/>
                    <a:pt x="1941" y="4740"/>
                  </a:cubicBezTo>
                  <a:cubicBezTo>
                    <a:pt x="1989" y="4740"/>
                    <a:pt x="2025" y="4716"/>
                    <a:pt x="2048" y="4692"/>
                  </a:cubicBezTo>
                  <a:lnTo>
                    <a:pt x="2501" y="4287"/>
                  </a:lnTo>
                  <a:cubicBezTo>
                    <a:pt x="2537" y="4240"/>
                    <a:pt x="2560" y="4180"/>
                    <a:pt x="2537" y="4120"/>
                  </a:cubicBezTo>
                  <a:lnTo>
                    <a:pt x="2322" y="3144"/>
                  </a:lnTo>
                  <a:lnTo>
                    <a:pt x="2453" y="2870"/>
                  </a:lnTo>
                  <a:close/>
                  <a:moveTo>
                    <a:pt x="1965" y="1"/>
                  </a:moveTo>
                  <a:cubicBezTo>
                    <a:pt x="1394" y="1"/>
                    <a:pt x="929" y="465"/>
                    <a:pt x="929" y="1025"/>
                  </a:cubicBezTo>
                  <a:lnTo>
                    <a:pt x="929" y="1406"/>
                  </a:lnTo>
                  <a:lnTo>
                    <a:pt x="929" y="1775"/>
                  </a:lnTo>
                  <a:cubicBezTo>
                    <a:pt x="929" y="2096"/>
                    <a:pt x="1084" y="2394"/>
                    <a:pt x="1334" y="2573"/>
                  </a:cubicBezTo>
                  <a:cubicBezTo>
                    <a:pt x="560" y="2846"/>
                    <a:pt x="1" y="3561"/>
                    <a:pt x="1" y="4382"/>
                  </a:cubicBezTo>
                  <a:lnTo>
                    <a:pt x="1" y="4954"/>
                  </a:lnTo>
                  <a:cubicBezTo>
                    <a:pt x="1" y="5049"/>
                    <a:pt x="72" y="5121"/>
                    <a:pt x="155" y="5121"/>
                  </a:cubicBezTo>
                  <a:lnTo>
                    <a:pt x="3763" y="5121"/>
                  </a:lnTo>
                  <a:cubicBezTo>
                    <a:pt x="3846" y="5121"/>
                    <a:pt x="3930" y="5049"/>
                    <a:pt x="3930" y="4954"/>
                  </a:cubicBezTo>
                  <a:lnTo>
                    <a:pt x="3930" y="4382"/>
                  </a:lnTo>
                  <a:cubicBezTo>
                    <a:pt x="3930" y="3561"/>
                    <a:pt x="3346" y="2846"/>
                    <a:pt x="2584" y="2573"/>
                  </a:cubicBezTo>
                  <a:cubicBezTo>
                    <a:pt x="2822" y="2382"/>
                    <a:pt x="2989" y="2096"/>
                    <a:pt x="2989" y="1775"/>
                  </a:cubicBezTo>
                  <a:lnTo>
                    <a:pt x="2989" y="1406"/>
                  </a:lnTo>
                  <a:lnTo>
                    <a:pt x="2989" y="1025"/>
                  </a:lnTo>
                  <a:cubicBezTo>
                    <a:pt x="2989" y="465"/>
                    <a:pt x="2525" y="1"/>
                    <a:pt x="1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68"/>
            <p:cNvSpPr/>
            <p:nvPr/>
          </p:nvSpPr>
          <p:spPr>
            <a:xfrm>
              <a:off x="4248428" y="1536124"/>
              <a:ext cx="253972" cy="152179"/>
            </a:xfrm>
            <a:custGeom>
              <a:avLst/>
              <a:gdLst/>
              <a:ahLst/>
              <a:cxnLst/>
              <a:rect l="l" t="t" r="r" b="b"/>
              <a:pathLst>
                <a:path w="7979" h="4781" extrusionOk="0">
                  <a:moveTo>
                    <a:pt x="3906" y="0"/>
                  </a:moveTo>
                  <a:cubicBezTo>
                    <a:pt x="3876" y="0"/>
                    <a:pt x="3847" y="6"/>
                    <a:pt x="3823" y="18"/>
                  </a:cubicBezTo>
                  <a:cubicBezTo>
                    <a:pt x="3811" y="30"/>
                    <a:pt x="1775" y="1244"/>
                    <a:pt x="239" y="1244"/>
                  </a:cubicBezTo>
                  <a:cubicBezTo>
                    <a:pt x="156" y="1244"/>
                    <a:pt x="84" y="1304"/>
                    <a:pt x="72" y="1375"/>
                  </a:cubicBezTo>
                  <a:cubicBezTo>
                    <a:pt x="72" y="1387"/>
                    <a:pt x="1" y="1875"/>
                    <a:pt x="1" y="2614"/>
                  </a:cubicBezTo>
                  <a:cubicBezTo>
                    <a:pt x="1" y="2697"/>
                    <a:pt x="72" y="2768"/>
                    <a:pt x="156" y="2768"/>
                  </a:cubicBezTo>
                  <a:cubicBezTo>
                    <a:pt x="251" y="2768"/>
                    <a:pt x="322" y="2697"/>
                    <a:pt x="322" y="2614"/>
                  </a:cubicBezTo>
                  <a:cubicBezTo>
                    <a:pt x="322" y="2137"/>
                    <a:pt x="358" y="1744"/>
                    <a:pt x="382" y="1566"/>
                  </a:cubicBezTo>
                  <a:cubicBezTo>
                    <a:pt x="1037" y="1542"/>
                    <a:pt x="1835" y="1328"/>
                    <a:pt x="2739" y="923"/>
                  </a:cubicBezTo>
                  <a:cubicBezTo>
                    <a:pt x="3299" y="685"/>
                    <a:pt x="3728" y="435"/>
                    <a:pt x="3906" y="351"/>
                  </a:cubicBezTo>
                  <a:cubicBezTo>
                    <a:pt x="4085" y="447"/>
                    <a:pt x="4525" y="685"/>
                    <a:pt x="5085" y="923"/>
                  </a:cubicBezTo>
                  <a:cubicBezTo>
                    <a:pt x="5990" y="1316"/>
                    <a:pt x="6788" y="1542"/>
                    <a:pt x="7442" y="1566"/>
                  </a:cubicBezTo>
                  <a:cubicBezTo>
                    <a:pt x="7478" y="1971"/>
                    <a:pt x="7585" y="3233"/>
                    <a:pt x="7288" y="4590"/>
                  </a:cubicBezTo>
                  <a:cubicBezTo>
                    <a:pt x="7276" y="4673"/>
                    <a:pt x="7323" y="4769"/>
                    <a:pt x="7407" y="4781"/>
                  </a:cubicBezTo>
                  <a:lnTo>
                    <a:pt x="7442" y="4781"/>
                  </a:lnTo>
                  <a:cubicBezTo>
                    <a:pt x="7514" y="4781"/>
                    <a:pt x="7585" y="4733"/>
                    <a:pt x="7597" y="4650"/>
                  </a:cubicBezTo>
                  <a:cubicBezTo>
                    <a:pt x="7978" y="2947"/>
                    <a:pt x="7752" y="1435"/>
                    <a:pt x="7740" y="1375"/>
                  </a:cubicBezTo>
                  <a:cubicBezTo>
                    <a:pt x="7728" y="1304"/>
                    <a:pt x="7669" y="1244"/>
                    <a:pt x="7573" y="1244"/>
                  </a:cubicBezTo>
                  <a:cubicBezTo>
                    <a:pt x="6037" y="1244"/>
                    <a:pt x="4001" y="30"/>
                    <a:pt x="3990" y="18"/>
                  </a:cubicBezTo>
                  <a:cubicBezTo>
                    <a:pt x="3966" y="6"/>
                    <a:pt x="3936"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2" name="Google Shape;13272;p68"/>
            <p:cNvSpPr/>
            <p:nvPr/>
          </p:nvSpPr>
          <p:spPr>
            <a:xfrm>
              <a:off x="4248428" y="1633270"/>
              <a:ext cx="238407" cy="187288"/>
            </a:xfrm>
            <a:custGeom>
              <a:avLst/>
              <a:gdLst/>
              <a:ahLst/>
              <a:cxnLst/>
              <a:rect l="l" t="t" r="r" b="b"/>
              <a:pathLst>
                <a:path w="7490" h="5884" extrusionOk="0">
                  <a:moveTo>
                    <a:pt x="186" y="1"/>
                  </a:moveTo>
                  <a:cubicBezTo>
                    <a:pt x="180" y="1"/>
                    <a:pt x="174" y="1"/>
                    <a:pt x="168" y="2"/>
                  </a:cubicBezTo>
                  <a:cubicBezTo>
                    <a:pt x="72" y="2"/>
                    <a:pt x="1" y="97"/>
                    <a:pt x="13" y="181"/>
                  </a:cubicBezTo>
                  <a:cubicBezTo>
                    <a:pt x="84" y="1383"/>
                    <a:pt x="370" y="2455"/>
                    <a:pt x="846" y="3348"/>
                  </a:cubicBezTo>
                  <a:cubicBezTo>
                    <a:pt x="1501" y="4574"/>
                    <a:pt x="2513" y="5419"/>
                    <a:pt x="3859" y="5860"/>
                  </a:cubicBezTo>
                  <a:cubicBezTo>
                    <a:pt x="3870" y="5860"/>
                    <a:pt x="3882" y="5884"/>
                    <a:pt x="3894" y="5884"/>
                  </a:cubicBezTo>
                  <a:cubicBezTo>
                    <a:pt x="3918" y="5884"/>
                    <a:pt x="3930" y="5884"/>
                    <a:pt x="3942" y="5860"/>
                  </a:cubicBezTo>
                  <a:cubicBezTo>
                    <a:pt x="4811" y="5586"/>
                    <a:pt x="5549" y="5110"/>
                    <a:pt x="6133" y="4503"/>
                  </a:cubicBezTo>
                  <a:cubicBezTo>
                    <a:pt x="6716" y="3872"/>
                    <a:pt x="7157" y="3086"/>
                    <a:pt x="7442" y="2145"/>
                  </a:cubicBezTo>
                  <a:cubicBezTo>
                    <a:pt x="7490" y="2062"/>
                    <a:pt x="7442" y="1967"/>
                    <a:pt x="7347" y="1955"/>
                  </a:cubicBezTo>
                  <a:cubicBezTo>
                    <a:pt x="7330" y="1948"/>
                    <a:pt x="7313" y="1944"/>
                    <a:pt x="7296" y="1944"/>
                  </a:cubicBezTo>
                  <a:cubicBezTo>
                    <a:pt x="7228" y="1944"/>
                    <a:pt x="7164" y="1996"/>
                    <a:pt x="7145" y="2062"/>
                  </a:cubicBezTo>
                  <a:cubicBezTo>
                    <a:pt x="6871" y="2931"/>
                    <a:pt x="6454" y="3693"/>
                    <a:pt x="5906" y="4277"/>
                  </a:cubicBezTo>
                  <a:cubicBezTo>
                    <a:pt x="5371" y="4836"/>
                    <a:pt x="4704" y="5265"/>
                    <a:pt x="3894" y="5539"/>
                  </a:cubicBezTo>
                  <a:cubicBezTo>
                    <a:pt x="2668" y="5122"/>
                    <a:pt x="1727" y="4336"/>
                    <a:pt x="1132" y="3181"/>
                  </a:cubicBezTo>
                  <a:cubicBezTo>
                    <a:pt x="680" y="2336"/>
                    <a:pt x="418" y="1312"/>
                    <a:pt x="346" y="157"/>
                  </a:cubicBezTo>
                  <a:cubicBezTo>
                    <a:pt x="346" y="69"/>
                    <a:pt x="264"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3" name="Google Shape;13273;p68"/>
            <p:cNvSpPr/>
            <p:nvPr/>
          </p:nvSpPr>
          <p:spPr>
            <a:xfrm>
              <a:off x="4212429" y="1502385"/>
              <a:ext cx="321037" cy="353822"/>
            </a:xfrm>
            <a:custGeom>
              <a:avLst/>
              <a:gdLst/>
              <a:ahLst/>
              <a:cxnLst/>
              <a:rect l="l" t="t" r="r" b="b"/>
              <a:pathLst>
                <a:path w="10086" h="11116" extrusionOk="0">
                  <a:moveTo>
                    <a:pt x="5061" y="316"/>
                  </a:moveTo>
                  <a:cubicBezTo>
                    <a:pt x="5263" y="435"/>
                    <a:pt x="5811" y="757"/>
                    <a:pt x="6549" y="1066"/>
                  </a:cubicBezTo>
                  <a:cubicBezTo>
                    <a:pt x="7692" y="1554"/>
                    <a:pt x="8692" y="1828"/>
                    <a:pt x="9526" y="1852"/>
                  </a:cubicBezTo>
                  <a:cubicBezTo>
                    <a:pt x="9550" y="2328"/>
                    <a:pt x="9693" y="3876"/>
                    <a:pt x="9335" y="5579"/>
                  </a:cubicBezTo>
                  <a:cubicBezTo>
                    <a:pt x="9073" y="6745"/>
                    <a:pt x="8645" y="7757"/>
                    <a:pt x="8049" y="8591"/>
                  </a:cubicBezTo>
                  <a:cubicBezTo>
                    <a:pt x="7311" y="9603"/>
                    <a:pt x="6299" y="10341"/>
                    <a:pt x="5049" y="10770"/>
                  </a:cubicBezTo>
                  <a:cubicBezTo>
                    <a:pt x="3799" y="10341"/>
                    <a:pt x="2775" y="9603"/>
                    <a:pt x="2037" y="8591"/>
                  </a:cubicBezTo>
                  <a:cubicBezTo>
                    <a:pt x="1430" y="7781"/>
                    <a:pt x="989" y="6745"/>
                    <a:pt x="751" y="5579"/>
                  </a:cubicBezTo>
                  <a:cubicBezTo>
                    <a:pt x="394" y="3876"/>
                    <a:pt x="537" y="2316"/>
                    <a:pt x="596" y="1852"/>
                  </a:cubicBezTo>
                  <a:cubicBezTo>
                    <a:pt x="1406" y="1828"/>
                    <a:pt x="2418" y="1554"/>
                    <a:pt x="3573" y="1066"/>
                  </a:cubicBezTo>
                  <a:cubicBezTo>
                    <a:pt x="4299" y="757"/>
                    <a:pt x="4847" y="435"/>
                    <a:pt x="5061" y="316"/>
                  </a:cubicBezTo>
                  <a:close/>
                  <a:moveTo>
                    <a:pt x="5037" y="1"/>
                  </a:moveTo>
                  <a:cubicBezTo>
                    <a:pt x="5007" y="1"/>
                    <a:pt x="4978" y="7"/>
                    <a:pt x="4954" y="18"/>
                  </a:cubicBezTo>
                  <a:cubicBezTo>
                    <a:pt x="4930" y="30"/>
                    <a:pt x="2370" y="1554"/>
                    <a:pt x="441" y="1554"/>
                  </a:cubicBezTo>
                  <a:cubicBezTo>
                    <a:pt x="370" y="1554"/>
                    <a:pt x="299" y="1614"/>
                    <a:pt x="287" y="1685"/>
                  </a:cubicBezTo>
                  <a:cubicBezTo>
                    <a:pt x="263" y="1769"/>
                    <a:pt x="1" y="3578"/>
                    <a:pt x="429" y="5650"/>
                  </a:cubicBezTo>
                  <a:cubicBezTo>
                    <a:pt x="680" y="6865"/>
                    <a:pt x="1132" y="7924"/>
                    <a:pt x="1775" y="8793"/>
                  </a:cubicBezTo>
                  <a:cubicBezTo>
                    <a:pt x="2561" y="9877"/>
                    <a:pt x="3644" y="10651"/>
                    <a:pt x="5001" y="11091"/>
                  </a:cubicBezTo>
                  <a:cubicBezTo>
                    <a:pt x="5013" y="11091"/>
                    <a:pt x="5025" y="11115"/>
                    <a:pt x="5049" y="11115"/>
                  </a:cubicBezTo>
                  <a:cubicBezTo>
                    <a:pt x="5061" y="11115"/>
                    <a:pt x="5073" y="11115"/>
                    <a:pt x="5085" y="11091"/>
                  </a:cubicBezTo>
                  <a:cubicBezTo>
                    <a:pt x="6430" y="10651"/>
                    <a:pt x="7514" y="9877"/>
                    <a:pt x="8323" y="8793"/>
                  </a:cubicBezTo>
                  <a:cubicBezTo>
                    <a:pt x="8954" y="7924"/>
                    <a:pt x="9407" y="6865"/>
                    <a:pt x="9657" y="5650"/>
                  </a:cubicBezTo>
                  <a:cubicBezTo>
                    <a:pt x="10085" y="3566"/>
                    <a:pt x="9812" y="1769"/>
                    <a:pt x="9788" y="1685"/>
                  </a:cubicBezTo>
                  <a:cubicBezTo>
                    <a:pt x="9776" y="1614"/>
                    <a:pt x="9716" y="1554"/>
                    <a:pt x="9633" y="1554"/>
                  </a:cubicBezTo>
                  <a:cubicBezTo>
                    <a:pt x="7692" y="1554"/>
                    <a:pt x="5132" y="42"/>
                    <a:pt x="5121" y="18"/>
                  </a:cubicBezTo>
                  <a:cubicBezTo>
                    <a:pt x="5097" y="7"/>
                    <a:pt x="5067" y="1"/>
                    <a:pt x="5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4" name="Google Shape;13274;p68"/>
          <p:cNvGrpSpPr/>
          <p:nvPr/>
        </p:nvGrpSpPr>
        <p:grpSpPr>
          <a:xfrm>
            <a:off x="2302788" y="1582181"/>
            <a:ext cx="336188" cy="335425"/>
            <a:chOff x="2302788" y="1505981"/>
            <a:chExt cx="336188" cy="335425"/>
          </a:xfrm>
        </p:grpSpPr>
        <p:sp>
          <p:nvSpPr>
            <p:cNvPr id="13275" name="Google Shape;13275;p68"/>
            <p:cNvSpPr/>
            <p:nvPr/>
          </p:nvSpPr>
          <p:spPr>
            <a:xfrm>
              <a:off x="2302788" y="1505981"/>
              <a:ext cx="336188" cy="335425"/>
            </a:xfrm>
            <a:custGeom>
              <a:avLst/>
              <a:gdLst/>
              <a:ahLst/>
              <a:cxnLst/>
              <a:rect l="l" t="t" r="r" b="b"/>
              <a:pathLst>
                <a:path w="10562" h="10538" extrusionOk="0">
                  <a:moveTo>
                    <a:pt x="5275" y="1"/>
                  </a:moveTo>
                  <a:cubicBezTo>
                    <a:pt x="3858" y="1"/>
                    <a:pt x="2536" y="548"/>
                    <a:pt x="1548" y="1548"/>
                  </a:cubicBezTo>
                  <a:cubicBezTo>
                    <a:pt x="548" y="2549"/>
                    <a:pt x="0" y="3870"/>
                    <a:pt x="0" y="5263"/>
                  </a:cubicBezTo>
                  <a:cubicBezTo>
                    <a:pt x="0" y="6668"/>
                    <a:pt x="548" y="8002"/>
                    <a:pt x="1548" y="8990"/>
                  </a:cubicBezTo>
                  <a:cubicBezTo>
                    <a:pt x="2548" y="9990"/>
                    <a:pt x="3870" y="10538"/>
                    <a:pt x="5275" y="10538"/>
                  </a:cubicBezTo>
                  <a:cubicBezTo>
                    <a:pt x="6680" y="10538"/>
                    <a:pt x="8013" y="9990"/>
                    <a:pt x="8989" y="8990"/>
                  </a:cubicBezTo>
                  <a:cubicBezTo>
                    <a:pt x="9990" y="7990"/>
                    <a:pt x="10537" y="6668"/>
                    <a:pt x="10537" y="5263"/>
                  </a:cubicBezTo>
                  <a:cubicBezTo>
                    <a:pt x="10561" y="5192"/>
                    <a:pt x="10549" y="5085"/>
                    <a:pt x="10549" y="5001"/>
                  </a:cubicBezTo>
                  <a:cubicBezTo>
                    <a:pt x="10549" y="4906"/>
                    <a:pt x="10478" y="4847"/>
                    <a:pt x="10394" y="4847"/>
                  </a:cubicBezTo>
                  <a:cubicBezTo>
                    <a:pt x="10299" y="4847"/>
                    <a:pt x="10240" y="4930"/>
                    <a:pt x="10240" y="5013"/>
                  </a:cubicBezTo>
                  <a:lnTo>
                    <a:pt x="10240" y="5287"/>
                  </a:lnTo>
                  <a:cubicBezTo>
                    <a:pt x="10240" y="6609"/>
                    <a:pt x="9716" y="7859"/>
                    <a:pt x="8787" y="8799"/>
                  </a:cubicBezTo>
                  <a:cubicBezTo>
                    <a:pt x="7846" y="9728"/>
                    <a:pt x="6596" y="10252"/>
                    <a:pt x="5275" y="10252"/>
                  </a:cubicBezTo>
                  <a:cubicBezTo>
                    <a:pt x="3941" y="10252"/>
                    <a:pt x="2691" y="9728"/>
                    <a:pt x="1762" y="8799"/>
                  </a:cubicBezTo>
                  <a:cubicBezTo>
                    <a:pt x="822" y="7859"/>
                    <a:pt x="298" y="6609"/>
                    <a:pt x="298" y="5287"/>
                  </a:cubicBezTo>
                  <a:cubicBezTo>
                    <a:pt x="298" y="3954"/>
                    <a:pt x="822" y="2703"/>
                    <a:pt x="1762" y="1775"/>
                  </a:cubicBezTo>
                  <a:cubicBezTo>
                    <a:pt x="2691" y="834"/>
                    <a:pt x="3941" y="310"/>
                    <a:pt x="5275" y="310"/>
                  </a:cubicBezTo>
                  <a:cubicBezTo>
                    <a:pt x="6442" y="310"/>
                    <a:pt x="7573" y="727"/>
                    <a:pt x="8466" y="1477"/>
                  </a:cubicBezTo>
                  <a:cubicBezTo>
                    <a:pt x="9347" y="2215"/>
                    <a:pt x="9942" y="3239"/>
                    <a:pt x="10156" y="4370"/>
                  </a:cubicBezTo>
                  <a:cubicBezTo>
                    <a:pt x="10167" y="4454"/>
                    <a:pt x="10223" y="4492"/>
                    <a:pt x="10301" y="4492"/>
                  </a:cubicBezTo>
                  <a:cubicBezTo>
                    <a:pt x="10312" y="4492"/>
                    <a:pt x="10323" y="4491"/>
                    <a:pt x="10335" y="4489"/>
                  </a:cubicBezTo>
                  <a:cubicBezTo>
                    <a:pt x="10418" y="4477"/>
                    <a:pt x="10466" y="4406"/>
                    <a:pt x="10454" y="4311"/>
                  </a:cubicBezTo>
                  <a:cubicBezTo>
                    <a:pt x="10228" y="3108"/>
                    <a:pt x="9597" y="2025"/>
                    <a:pt x="8668" y="1239"/>
                  </a:cubicBezTo>
                  <a:cubicBezTo>
                    <a:pt x="7716" y="429"/>
                    <a:pt x="6501" y="1"/>
                    <a:pt x="5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68"/>
            <p:cNvSpPr/>
            <p:nvPr/>
          </p:nvSpPr>
          <p:spPr>
            <a:xfrm>
              <a:off x="2327806" y="1530618"/>
              <a:ext cx="287266" cy="286916"/>
            </a:xfrm>
            <a:custGeom>
              <a:avLst/>
              <a:gdLst/>
              <a:ahLst/>
              <a:cxnLst/>
              <a:rect l="l" t="t" r="r" b="b"/>
              <a:pathLst>
                <a:path w="9025" h="9014" extrusionOk="0">
                  <a:moveTo>
                    <a:pt x="4513" y="1"/>
                  </a:moveTo>
                  <a:cubicBezTo>
                    <a:pt x="3870" y="1"/>
                    <a:pt x="3262" y="132"/>
                    <a:pt x="2679" y="382"/>
                  </a:cubicBezTo>
                  <a:cubicBezTo>
                    <a:pt x="2119" y="644"/>
                    <a:pt x="1619" y="1001"/>
                    <a:pt x="1215" y="1441"/>
                  </a:cubicBezTo>
                  <a:cubicBezTo>
                    <a:pt x="1155" y="1501"/>
                    <a:pt x="1155" y="1608"/>
                    <a:pt x="1226" y="1667"/>
                  </a:cubicBezTo>
                  <a:cubicBezTo>
                    <a:pt x="1255" y="1696"/>
                    <a:pt x="1294" y="1711"/>
                    <a:pt x="1334" y="1711"/>
                  </a:cubicBezTo>
                  <a:cubicBezTo>
                    <a:pt x="1377" y="1711"/>
                    <a:pt x="1422" y="1693"/>
                    <a:pt x="1453" y="1656"/>
                  </a:cubicBezTo>
                  <a:cubicBezTo>
                    <a:pt x="1834" y="1239"/>
                    <a:pt x="2298" y="894"/>
                    <a:pt x="2822" y="667"/>
                  </a:cubicBezTo>
                  <a:cubicBezTo>
                    <a:pt x="3358" y="429"/>
                    <a:pt x="3929" y="310"/>
                    <a:pt x="4524" y="310"/>
                  </a:cubicBezTo>
                  <a:cubicBezTo>
                    <a:pt x="6834" y="310"/>
                    <a:pt x="8727" y="2191"/>
                    <a:pt x="8727" y="4513"/>
                  </a:cubicBezTo>
                  <a:cubicBezTo>
                    <a:pt x="8727" y="6811"/>
                    <a:pt x="6846" y="8704"/>
                    <a:pt x="4524" y="8704"/>
                  </a:cubicBezTo>
                  <a:cubicBezTo>
                    <a:pt x="2227" y="8704"/>
                    <a:pt x="333" y="6835"/>
                    <a:pt x="333" y="4513"/>
                  </a:cubicBezTo>
                  <a:cubicBezTo>
                    <a:pt x="333" y="3692"/>
                    <a:pt x="572" y="2882"/>
                    <a:pt x="1036" y="2203"/>
                  </a:cubicBezTo>
                  <a:cubicBezTo>
                    <a:pt x="1048" y="2132"/>
                    <a:pt x="1036" y="2037"/>
                    <a:pt x="953" y="1977"/>
                  </a:cubicBezTo>
                  <a:cubicBezTo>
                    <a:pt x="927" y="1960"/>
                    <a:pt x="900" y="1952"/>
                    <a:pt x="874" y="1952"/>
                  </a:cubicBezTo>
                  <a:cubicBezTo>
                    <a:pt x="827" y="1952"/>
                    <a:pt x="781" y="1979"/>
                    <a:pt x="750" y="2025"/>
                  </a:cubicBezTo>
                  <a:cubicBezTo>
                    <a:pt x="262" y="2751"/>
                    <a:pt x="0" y="3620"/>
                    <a:pt x="0" y="4513"/>
                  </a:cubicBezTo>
                  <a:cubicBezTo>
                    <a:pt x="0" y="5716"/>
                    <a:pt x="464" y="6847"/>
                    <a:pt x="1334" y="7692"/>
                  </a:cubicBezTo>
                  <a:cubicBezTo>
                    <a:pt x="2191" y="8537"/>
                    <a:pt x="3310" y="9014"/>
                    <a:pt x="4513" y="9014"/>
                  </a:cubicBezTo>
                  <a:cubicBezTo>
                    <a:pt x="5715" y="9014"/>
                    <a:pt x="6846" y="8549"/>
                    <a:pt x="7692" y="7692"/>
                  </a:cubicBezTo>
                  <a:cubicBezTo>
                    <a:pt x="8549" y="6835"/>
                    <a:pt x="9025" y="5716"/>
                    <a:pt x="9025" y="4513"/>
                  </a:cubicBezTo>
                  <a:cubicBezTo>
                    <a:pt x="9025" y="3299"/>
                    <a:pt x="8561" y="2168"/>
                    <a:pt x="7692" y="1322"/>
                  </a:cubicBezTo>
                  <a:cubicBezTo>
                    <a:pt x="6846" y="477"/>
                    <a:pt x="5715" y="1"/>
                    <a:pt x="4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7" name="Google Shape;13277;p68"/>
            <p:cNvSpPr/>
            <p:nvPr/>
          </p:nvSpPr>
          <p:spPr>
            <a:xfrm>
              <a:off x="2352061" y="1669333"/>
              <a:ext cx="16679" cy="9485"/>
            </a:xfrm>
            <a:custGeom>
              <a:avLst/>
              <a:gdLst/>
              <a:ahLst/>
              <a:cxnLst/>
              <a:rect l="l" t="t" r="r" b="b"/>
              <a:pathLst>
                <a:path w="524" h="298" extrusionOk="0">
                  <a:moveTo>
                    <a:pt x="155" y="0"/>
                  </a:moveTo>
                  <a:cubicBezTo>
                    <a:pt x="60" y="0"/>
                    <a:pt x="0" y="60"/>
                    <a:pt x="0" y="155"/>
                  </a:cubicBezTo>
                  <a:cubicBezTo>
                    <a:pt x="0" y="238"/>
                    <a:pt x="72" y="298"/>
                    <a:pt x="155" y="298"/>
                  </a:cubicBezTo>
                  <a:lnTo>
                    <a:pt x="369" y="298"/>
                  </a:lnTo>
                  <a:cubicBezTo>
                    <a:pt x="464" y="298"/>
                    <a:pt x="524" y="226"/>
                    <a:pt x="524" y="155"/>
                  </a:cubicBezTo>
                  <a:cubicBezTo>
                    <a:pt x="524" y="60"/>
                    <a:pt x="453" y="0"/>
                    <a:pt x="3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8" name="Google Shape;13278;p68"/>
            <p:cNvSpPr/>
            <p:nvPr/>
          </p:nvSpPr>
          <p:spPr>
            <a:xfrm>
              <a:off x="2466871" y="1554490"/>
              <a:ext cx="123946" cy="124328"/>
            </a:xfrm>
            <a:custGeom>
              <a:avLst/>
              <a:gdLst/>
              <a:ahLst/>
              <a:cxnLst/>
              <a:rect l="l" t="t" r="r" b="b"/>
              <a:pathLst>
                <a:path w="3894" h="3906" extrusionOk="0">
                  <a:moveTo>
                    <a:pt x="144" y="1"/>
                  </a:moveTo>
                  <a:cubicBezTo>
                    <a:pt x="48" y="1"/>
                    <a:pt x="1" y="84"/>
                    <a:pt x="1" y="155"/>
                  </a:cubicBezTo>
                  <a:lnTo>
                    <a:pt x="1" y="3751"/>
                  </a:lnTo>
                  <a:cubicBezTo>
                    <a:pt x="1" y="3846"/>
                    <a:pt x="72" y="3906"/>
                    <a:pt x="144" y="3906"/>
                  </a:cubicBezTo>
                  <a:lnTo>
                    <a:pt x="3751" y="3906"/>
                  </a:lnTo>
                  <a:cubicBezTo>
                    <a:pt x="3834" y="3906"/>
                    <a:pt x="3894" y="3834"/>
                    <a:pt x="3894" y="3751"/>
                  </a:cubicBezTo>
                  <a:cubicBezTo>
                    <a:pt x="3894" y="3668"/>
                    <a:pt x="3823" y="3608"/>
                    <a:pt x="3751" y="3608"/>
                  </a:cubicBezTo>
                  <a:lnTo>
                    <a:pt x="310" y="3608"/>
                  </a:lnTo>
                  <a:lnTo>
                    <a:pt x="310" y="155"/>
                  </a:lnTo>
                  <a:lnTo>
                    <a:pt x="298" y="155"/>
                  </a:lnTo>
                  <a:cubicBezTo>
                    <a:pt x="298" y="72"/>
                    <a:pt x="215"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9" name="Google Shape;13279;p68"/>
            <p:cNvSpPr/>
            <p:nvPr/>
          </p:nvSpPr>
          <p:spPr>
            <a:xfrm>
              <a:off x="2466107" y="1776950"/>
              <a:ext cx="9517" cy="16711"/>
            </a:xfrm>
            <a:custGeom>
              <a:avLst/>
              <a:gdLst/>
              <a:ahLst/>
              <a:cxnLst/>
              <a:rect l="l" t="t" r="r" b="b"/>
              <a:pathLst>
                <a:path w="299" h="525" extrusionOk="0">
                  <a:moveTo>
                    <a:pt x="156" y="1"/>
                  </a:moveTo>
                  <a:cubicBezTo>
                    <a:pt x="60" y="1"/>
                    <a:pt x="1" y="72"/>
                    <a:pt x="1" y="144"/>
                  </a:cubicBezTo>
                  <a:lnTo>
                    <a:pt x="1" y="370"/>
                  </a:lnTo>
                  <a:cubicBezTo>
                    <a:pt x="1" y="465"/>
                    <a:pt x="84" y="525"/>
                    <a:pt x="156" y="525"/>
                  </a:cubicBezTo>
                  <a:cubicBezTo>
                    <a:pt x="239" y="525"/>
                    <a:pt x="299" y="441"/>
                    <a:pt x="299" y="370"/>
                  </a:cubicBezTo>
                  <a:lnTo>
                    <a:pt x="299" y="144"/>
                  </a:lnTo>
                  <a:cubicBezTo>
                    <a:pt x="299" y="60"/>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0" name="Google Shape;13280;p68"/>
            <p:cNvSpPr/>
            <p:nvPr/>
          </p:nvSpPr>
          <p:spPr>
            <a:xfrm>
              <a:off x="2384272" y="1587944"/>
              <a:ext cx="16329" cy="15087"/>
            </a:xfrm>
            <a:custGeom>
              <a:avLst/>
              <a:gdLst/>
              <a:ahLst/>
              <a:cxnLst/>
              <a:rect l="l" t="t" r="r" b="b"/>
              <a:pathLst>
                <a:path w="513" h="474" extrusionOk="0">
                  <a:moveTo>
                    <a:pt x="173" y="0"/>
                  </a:moveTo>
                  <a:cubicBezTo>
                    <a:pt x="131" y="0"/>
                    <a:pt x="89" y="15"/>
                    <a:pt x="60" y="45"/>
                  </a:cubicBezTo>
                  <a:cubicBezTo>
                    <a:pt x="0" y="105"/>
                    <a:pt x="0" y="212"/>
                    <a:pt x="60" y="271"/>
                  </a:cubicBezTo>
                  <a:lnTo>
                    <a:pt x="238" y="426"/>
                  </a:lnTo>
                  <a:cubicBezTo>
                    <a:pt x="274" y="462"/>
                    <a:pt x="310" y="474"/>
                    <a:pt x="345" y="474"/>
                  </a:cubicBezTo>
                  <a:cubicBezTo>
                    <a:pt x="393" y="474"/>
                    <a:pt x="417" y="462"/>
                    <a:pt x="453" y="426"/>
                  </a:cubicBezTo>
                  <a:cubicBezTo>
                    <a:pt x="512" y="367"/>
                    <a:pt x="512" y="271"/>
                    <a:pt x="453" y="212"/>
                  </a:cubicBezTo>
                  <a:lnTo>
                    <a:pt x="286" y="45"/>
                  </a:ln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1" name="Google Shape;13281;p68"/>
            <p:cNvSpPr/>
            <p:nvPr/>
          </p:nvSpPr>
          <p:spPr>
            <a:xfrm>
              <a:off x="2541544" y="1745216"/>
              <a:ext cx="15565" cy="15087"/>
            </a:xfrm>
            <a:custGeom>
              <a:avLst/>
              <a:gdLst/>
              <a:ahLst/>
              <a:cxnLst/>
              <a:rect l="l" t="t" r="r" b="b"/>
              <a:pathLst>
                <a:path w="489" h="474" extrusionOk="0">
                  <a:moveTo>
                    <a:pt x="171" y="0"/>
                  </a:moveTo>
                  <a:cubicBezTo>
                    <a:pt x="131" y="0"/>
                    <a:pt x="89" y="15"/>
                    <a:pt x="60" y="45"/>
                  </a:cubicBezTo>
                  <a:cubicBezTo>
                    <a:pt x="0" y="105"/>
                    <a:pt x="0" y="212"/>
                    <a:pt x="60" y="259"/>
                  </a:cubicBezTo>
                  <a:lnTo>
                    <a:pt x="226" y="426"/>
                  </a:lnTo>
                  <a:cubicBezTo>
                    <a:pt x="250" y="462"/>
                    <a:pt x="298" y="474"/>
                    <a:pt x="334" y="474"/>
                  </a:cubicBezTo>
                  <a:cubicBezTo>
                    <a:pt x="369" y="474"/>
                    <a:pt x="405" y="462"/>
                    <a:pt x="429" y="426"/>
                  </a:cubicBezTo>
                  <a:cubicBezTo>
                    <a:pt x="488" y="367"/>
                    <a:pt x="488" y="259"/>
                    <a:pt x="429" y="212"/>
                  </a:cubicBezTo>
                  <a:lnTo>
                    <a:pt x="274" y="45"/>
                  </a:lnTo>
                  <a:cubicBezTo>
                    <a:pt x="250" y="15"/>
                    <a:pt x="212" y="0"/>
                    <a:pt x="1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68"/>
            <p:cNvSpPr/>
            <p:nvPr/>
          </p:nvSpPr>
          <p:spPr>
            <a:xfrm>
              <a:off x="2541544" y="1587944"/>
              <a:ext cx="16329" cy="15087"/>
            </a:xfrm>
            <a:custGeom>
              <a:avLst/>
              <a:gdLst/>
              <a:ahLst/>
              <a:cxnLst/>
              <a:rect l="l" t="t" r="r" b="b"/>
              <a:pathLst>
                <a:path w="513" h="474" extrusionOk="0">
                  <a:moveTo>
                    <a:pt x="340" y="0"/>
                  </a:moveTo>
                  <a:cubicBezTo>
                    <a:pt x="298" y="0"/>
                    <a:pt x="256" y="15"/>
                    <a:pt x="226" y="45"/>
                  </a:cubicBezTo>
                  <a:lnTo>
                    <a:pt x="60" y="212"/>
                  </a:lnTo>
                  <a:cubicBezTo>
                    <a:pt x="0" y="271"/>
                    <a:pt x="0" y="367"/>
                    <a:pt x="60" y="426"/>
                  </a:cubicBezTo>
                  <a:cubicBezTo>
                    <a:pt x="95" y="462"/>
                    <a:pt x="131" y="474"/>
                    <a:pt x="167" y="474"/>
                  </a:cubicBezTo>
                  <a:cubicBezTo>
                    <a:pt x="215" y="474"/>
                    <a:pt x="250" y="462"/>
                    <a:pt x="286" y="426"/>
                  </a:cubicBezTo>
                  <a:lnTo>
                    <a:pt x="453" y="271"/>
                  </a:lnTo>
                  <a:cubicBezTo>
                    <a:pt x="512" y="212"/>
                    <a:pt x="512" y="105"/>
                    <a:pt x="453" y="45"/>
                  </a:cubicBezTo>
                  <a:cubicBezTo>
                    <a:pt x="423" y="15"/>
                    <a:pt x="381"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68"/>
            <p:cNvSpPr/>
            <p:nvPr/>
          </p:nvSpPr>
          <p:spPr>
            <a:xfrm>
              <a:off x="2384654" y="1744452"/>
              <a:ext cx="15947" cy="15469"/>
            </a:xfrm>
            <a:custGeom>
              <a:avLst/>
              <a:gdLst/>
              <a:ahLst/>
              <a:cxnLst/>
              <a:rect l="l" t="t" r="r" b="b"/>
              <a:pathLst>
                <a:path w="501" h="486" extrusionOk="0">
                  <a:moveTo>
                    <a:pt x="327" y="1"/>
                  </a:moveTo>
                  <a:cubicBezTo>
                    <a:pt x="286" y="1"/>
                    <a:pt x="244" y="16"/>
                    <a:pt x="214" y="45"/>
                  </a:cubicBezTo>
                  <a:lnTo>
                    <a:pt x="48" y="212"/>
                  </a:lnTo>
                  <a:cubicBezTo>
                    <a:pt x="0" y="272"/>
                    <a:pt x="0" y="379"/>
                    <a:pt x="60" y="438"/>
                  </a:cubicBezTo>
                  <a:cubicBezTo>
                    <a:pt x="95" y="462"/>
                    <a:pt x="143" y="486"/>
                    <a:pt x="167" y="486"/>
                  </a:cubicBezTo>
                  <a:cubicBezTo>
                    <a:pt x="202" y="486"/>
                    <a:pt x="238" y="462"/>
                    <a:pt x="274" y="438"/>
                  </a:cubicBezTo>
                  <a:lnTo>
                    <a:pt x="441" y="272"/>
                  </a:lnTo>
                  <a:cubicBezTo>
                    <a:pt x="500" y="212"/>
                    <a:pt x="500" y="105"/>
                    <a:pt x="441" y="45"/>
                  </a:cubicBezTo>
                  <a:cubicBezTo>
                    <a:pt x="411" y="16"/>
                    <a:pt x="369" y="1"/>
                    <a:pt x="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68"/>
            <p:cNvSpPr/>
            <p:nvPr/>
          </p:nvSpPr>
          <p:spPr>
            <a:xfrm>
              <a:off x="2360018" y="1624548"/>
              <a:ext cx="18207" cy="12605"/>
            </a:xfrm>
            <a:custGeom>
              <a:avLst/>
              <a:gdLst/>
              <a:ahLst/>
              <a:cxnLst/>
              <a:rect l="l" t="t" r="r" b="b"/>
              <a:pathLst>
                <a:path w="572" h="396" extrusionOk="0">
                  <a:moveTo>
                    <a:pt x="179" y="0"/>
                  </a:moveTo>
                  <a:cubicBezTo>
                    <a:pt x="125" y="0"/>
                    <a:pt x="71" y="33"/>
                    <a:pt x="36" y="86"/>
                  </a:cubicBezTo>
                  <a:cubicBezTo>
                    <a:pt x="0" y="157"/>
                    <a:pt x="36" y="252"/>
                    <a:pt x="107" y="288"/>
                  </a:cubicBezTo>
                  <a:lnTo>
                    <a:pt x="322" y="383"/>
                  </a:lnTo>
                  <a:cubicBezTo>
                    <a:pt x="333" y="395"/>
                    <a:pt x="357" y="395"/>
                    <a:pt x="381" y="395"/>
                  </a:cubicBezTo>
                  <a:cubicBezTo>
                    <a:pt x="429" y="395"/>
                    <a:pt x="500" y="371"/>
                    <a:pt x="524" y="312"/>
                  </a:cubicBezTo>
                  <a:cubicBezTo>
                    <a:pt x="572" y="217"/>
                    <a:pt x="524" y="133"/>
                    <a:pt x="453" y="98"/>
                  </a:cubicBezTo>
                  <a:lnTo>
                    <a:pt x="238" y="14"/>
                  </a:lnTo>
                  <a:cubicBezTo>
                    <a:pt x="219" y="5"/>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5" name="Google Shape;13285;p68"/>
            <p:cNvSpPr/>
            <p:nvPr/>
          </p:nvSpPr>
          <p:spPr>
            <a:xfrm>
              <a:off x="2564271" y="1711126"/>
              <a:ext cx="17475" cy="12796"/>
            </a:xfrm>
            <a:custGeom>
              <a:avLst/>
              <a:gdLst/>
              <a:ahLst/>
              <a:cxnLst/>
              <a:rect l="l" t="t" r="r" b="b"/>
              <a:pathLst>
                <a:path w="549" h="402" extrusionOk="0">
                  <a:moveTo>
                    <a:pt x="184" y="0"/>
                  </a:moveTo>
                  <a:cubicBezTo>
                    <a:pt x="125" y="0"/>
                    <a:pt x="63" y="29"/>
                    <a:pt x="36" y="92"/>
                  </a:cubicBezTo>
                  <a:cubicBezTo>
                    <a:pt x="1" y="164"/>
                    <a:pt x="36" y="247"/>
                    <a:pt x="108" y="295"/>
                  </a:cubicBezTo>
                  <a:lnTo>
                    <a:pt x="310" y="390"/>
                  </a:lnTo>
                  <a:cubicBezTo>
                    <a:pt x="334" y="402"/>
                    <a:pt x="358" y="402"/>
                    <a:pt x="370" y="402"/>
                  </a:cubicBezTo>
                  <a:cubicBezTo>
                    <a:pt x="429" y="402"/>
                    <a:pt x="489" y="366"/>
                    <a:pt x="524" y="307"/>
                  </a:cubicBezTo>
                  <a:cubicBezTo>
                    <a:pt x="548" y="235"/>
                    <a:pt x="524" y="140"/>
                    <a:pt x="453" y="104"/>
                  </a:cubicBezTo>
                  <a:lnTo>
                    <a:pt x="239" y="9"/>
                  </a:lnTo>
                  <a:cubicBezTo>
                    <a:pt x="221" y="3"/>
                    <a:pt x="203"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68"/>
            <p:cNvSpPr/>
            <p:nvPr/>
          </p:nvSpPr>
          <p:spPr>
            <a:xfrm>
              <a:off x="2507805" y="1563912"/>
              <a:ext cx="14069" cy="16392"/>
            </a:xfrm>
            <a:custGeom>
              <a:avLst/>
              <a:gdLst/>
              <a:ahLst/>
              <a:cxnLst/>
              <a:rect l="l" t="t" r="r" b="b"/>
              <a:pathLst>
                <a:path w="442" h="515" extrusionOk="0">
                  <a:moveTo>
                    <a:pt x="273" y="0"/>
                  </a:moveTo>
                  <a:cubicBezTo>
                    <a:pt x="215" y="0"/>
                    <a:pt x="154" y="33"/>
                    <a:pt x="120" y="86"/>
                  </a:cubicBezTo>
                  <a:lnTo>
                    <a:pt x="36" y="288"/>
                  </a:lnTo>
                  <a:cubicBezTo>
                    <a:pt x="1" y="371"/>
                    <a:pt x="36" y="455"/>
                    <a:pt x="108" y="502"/>
                  </a:cubicBezTo>
                  <a:cubicBezTo>
                    <a:pt x="120" y="514"/>
                    <a:pt x="155" y="514"/>
                    <a:pt x="167" y="514"/>
                  </a:cubicBezTo>
                  <a:cubicBezTo>
                    <a:pt x="227" y="514"/>
                    <a:pt x="286" y="490"/>
                    <a:pt x="322" y="431"/>
                  </a:cubicBezTo>
                  <a:lnTo>
                    <a:pt x="405" y="217"/>
                  </a:lnTo>
                  <a:cubicBezTo>
                    <a:pt x="441" y="145"/>
                    <a:pt x="405" y="50"/>
                    <a:pt x="334" y="14"/>
                  </a:cubicBezTo>
                  <a:cubicBezTo>
                    <a:pt x="315" y="5"/>
                    <a:pt x="294" y="0"/>
                    <a:pt x="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68"/>
            <p:cNvSpPr/>
            <p:nvPr/>
          </p:nvSpPr>
          <p:spPr>
            <a:xfrm>
              <a:off x="2420654" y="1767974"/>
              <a:ext cx="14419" cy="16583"/>
            </a:xfrm>
            <a:custGeom>
              <a:avLst/>
              <a:gdLst/>
              <a:ahLst/>
              <a:cxnLst/>
              <a:rect l="l" t="t" r="r" b="b"/>
              <a:pathLst>
                <a:path w="453" h="521" extrusionOk="0">
                  <a:moveTo>
                    <a:pt x="290" y="0"/>
                  </a:moveTo>
                  <a:cubicBezTo>
                    <a:pt x="231" y="0"/>
                    <a:pt x="170" y="29"/>
                    <a:pt x="143" y="92"/>
                  </a:cubicBezTo>
                  <a:lnTo>
                    <a:pt x="48" y="295"/>
                  </a:lnTo>
                  <a:cubicBezTo>
                    <a:pt x="0" y="366"/>
                    <a:pt x="48" y="473"/>
                    <a:pt x="119" y="509"/>
                  </a:cubicBezTo>
                  <a:cubicBezTo>
                    <a:pt x="143" y="521"/>
                    <a:pt x="167" y="521"/>
                    <a:pt x="179" y="521"/>
                  </a:cubicBezTo>
                  <a:cubicBezTo>
                    <a:pt x="238" y="521"/>
                    <a:pt x="298" y="485"/>
                    <a:pt x="333" y="426"/>
                  </a:cubicBezTo>
                  <a:lnTo>
                    <a:pt x="417" y="223"/>
                  </a:lnTo>
                  <a:cubicBezTo>
                    <a:pt x="453" y="152"/>
                    <a:pt x="417" y="56"/>
                    <a:pt x="345" y="9"/>
                  </a:cubicBezTo>
                  <a:cubicBezTo>
                    <a:pt x="328" y="3"/>
                    <a:pt x="309" y="0"/>
                    <a:pt x="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68"/>
            <p:cNvSpPr/>
            <p:nvPr/>
          </p:nvSpPr>
          <p:spPr>
            <a:xfrm>
              <a:off x="2422532" y="1562448"/>
              <a:ext cx="14451" cy="17093"/>
            </a:xfrm>
            <a:custGeom>
              <a:avLst/>
              <a:gdLst/>
              <a:ahLst/>
              <a:cxnLst/>
              <a:rect l="l" t="t" r="r" b="b"/>
              <a:pathLst>
                <a:path w="454" h="537" extrusionOk="0">
                  <a:moveTo>
                    <a:pt x="184" y="0"/>
                  </a:moveTo>
                  <a:cubicBezTo>
                    <a:pt x="164" y="0"/>
                    <a:pt x="142" y="4"/>
                    <a:pt x="120" y="13"/>
                  </a:cubicBezTo>
                  <a:cubicBezTo>
                    <a:pt x="48" y="36"/>
                    <a:pt x="1" y="132"/>
                    <a:pt x="36" y="215"/>
                  </a:cubicBezTo>
                  <a:lnTo>
                    <a:pt x="120" y="429"/>
                  </a:lnTo>
                  <a:cubicBezTo>
                    <a:pt x="155" y="501"/>
                    <a:pt x="215" y="536"/>
                    <a:pt x="274" y="536"/>
                  </a:cubicBezTo>
                  <a:cubicBezTo>
                    <a:pt x="286" y="536"/>
                    <a:pt x="322" y="536"/>
                    <a:pt x="334" y="513"/>
                  </a:cubicBezTo>
                  <a:cubicBezTo>
                    <a:pt x="405" y="489"/>
                    <a:pt x="453" y="394"/>
                    <a:pt x="417" y="310"/>
                  </a:cubicBezTo>
                  <a:lnTo>
                    <a:pt x="334" y="96"/>
                  </a:lnTo>
                  <a:cubicBezTo>
                    <a:pt x="307" y="41"/>
                    <a:pt x="251"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68"/>
            <p:cNvSpPr/>
            <p:nvPr/>
          </p:nvSpPr>
          <p:spPr>
            <a:xfrm>
              <a:off x="2505545" y="1768770"/>
              <a:ext cx="14037" cy="16552"/>
            </a:xfrm>
            <a:custGeom>
              <a:avLst/>
              <a:gdLst/>
              <a:ahLst/>
              <a:cxnLst/>
              <a:rect l="l" t="t" r="r" b="b"/>
              <a:pathLst>
                <a:path w="441" h="520" extrusionOk="0">
                  <a:moveTo>
                    <a:pt x="195" y="0"/>
                  </a:moveTo>
                  <a:cubicBezTo>
                    <a:pt x="171" y="0"/>
                    <a:pt x="146" y="6"/>
                    <a:pt x="119" y="20"/>
                  </a:cubicBezTo>
                  <a:cubicBezTo>
                    <a:pt x="48" y="43"/>
                    <a:pt x="0" y="139"/>
                    <a:pt x="24" y="222"/>
                  </a:cubicBezTo>
                  <a:lnTo>
                    <a:pt x="119" y="436"/>
                  </a:lnTo>
                  <a:cubicBezTo>
                    <a:pt x="155" y="496"/>
                    <a:pt x="214" y="520"/>
                    <a:pt x="274" y="520"/>
                  </a:cubicBezTo>
                  <a:cubicBezTo>
                    <a:pt x="286" y="520"/>
                    <a:pt x="310" y="520"/>
                    <a:pt x="322" y="508"/>
                  </a:cubicBezTo>
                  <a:cubicBezTo>
                    <a:pt x="405" y="472"/>
                    <a:pt x="441" y="389"/>
                    <a:pt x="417" y="293"/>
                  </a:cubicBezTo>
                  <a:lnTo>
                    <a:pt x="322" y="91"/>
                  </a:lnTo>
                  <a:cubicBezTo>
                    <a:pt x="304" y="39"/>
                    <a:pt x="256"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68"/>
            <p:cNvSpPr/>
            <p:nvPr/>
          </p:nvSpPr>
          <p:spPr>
            <a:xfrm>
              <a:off x="2565417" y="1625885"/>
              <a:ext cx="17825" cy="13146"/>
            </a:xfrm>
            <a:custGeom>
              <a:avLst/>
              <a:gdLst/>
              <a:ahLst/>
              <a:cxnLst/>
              <a:rect l="l" t="t" r="r" b="b"/>
              <a:pathLst>
                <a:path w="560" h="413" extrusionOk="0">
                  <a:moveTo>
                    <a:pt x="378" y="1"/>
                  </a:moveTo>
                  <a:cubicBezTo>
                    <a:pt x="360" y="1"/>
                    <a:pt x="341" y="3"/>
                    <a:pt x="322" y="8"/>
                  </a:cubicBezTo>
                  <a:lnTo>
                    <a:pt x="119" y="103"/>
                  </a:lnTo>
                  <a:cubicBezTo>
                    <a:pt x="36" y="127"/>
                    <a:pt x="0" y="222"/>
                    <a:pt x="24" y="306"/>
                  </a:cubicBezTo>
                  <a:cubicBezTo>
                    <a:pt x="60" y="365"/>
                    <a:pt x="96" y="413"/>
                    <a:pt x="179" y="413"/>
                  </a:cubicBezTo>
                  <a:cubicBezTo>
                    <a:pt x="191" y="413"/>
                    <a:pt x="215" y="413"/>
                    <a:pt x="227" y="401"/>
                  </a:cubicBezTo>
                  <a:lnTo>
                    <a:pt x="441" y="306"/>
                  </a:lnTo>
                  <a:cubicBezTo>
                    <a:pt x="512" y="282"/>
                    <a:pt x="560" y="187"/>
                    <a:pt x="524" y="103"/>
                  </a:cubicBezTo>
                  <a:cubicBezTo>
                    <a:pt x="505" y="37"/>
                    <a:pt x="449" y="1"/>
                    <a:pt x="3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68"/>
            <p:cNvSpPr/>
            <p:nvPr/>
          </p:nvSpPr>
          <p:spPr>
            <a:xfrm>
              <a:off x="2359254" y="1709312"/>
              <a:ext cx="17825" cy="12732"/>
            </a:xfrm>
            <a:custGeom>
              <a:avLst/>
              <a:gdLst/>
              <a:ahLst/>
              <a:cxnLst/>
              <a:rect l="l" t="t" r="r" b="b"/>
              <a:pathLst>
                <a:path w="560" h="400" extrusionOk="0">
                  <a:moveTo>
                    <a:pt x="372" y="0"/>
                  </a:moveTo>
                  <a:cubicBezTo>
                    <a:pt x="356" y="0"/>
                    <a:pt x="339" y="2"/>
                    <a:pt x="322" y="6"/>
                  </a:cubicBezTo>
                  <a:lnTo>
                    <a:pt x="119" y="102"/>
                  </a:lnTo>
                  <a:cubicBezTo>
                    <a:pt x="48" y="125"/>
                    <a:pt x="0" y="221"/>
                    <a:pt x="24" y="304"/>
                  </a:cubicBezTo>
                  <a:cubicBezTo>
                    <a:pt x="60" y="364"/>
                    <a:pt x="119" y="399"/>
                    <a:pt x="179" y="399"/>
                  </a:cubicBezTo>
                  <a:cubicBezTo>
                    <a:pt x="191" y="399"/>
                    <a:pt x="227" y="399"/>
                    <a:pt x="238" y="387"/>
                  </a:cubicBezTo>
                  <a:lnTo>
                    <a:pt x="441" y="292"/>
                  </a:lnTo>
                  <a:cubicBezTo>
                    <a:pt x="512" y="268"/>
                    <a:pt x="560" y="173"/>
                    <a:pt x="536" y="90"/>
                  </a:cubicBezTo>
                  <a:cubicBezTo>
                    <a:pt x="507" y="41"/>
                    <a:pt x="445" y="0"/>
                    <a:pt x="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2" name="Google Shape;13292;p68"/>
          <p:cNvGrpSpPr/>
          <p:nvPr/>
        </p:nvGrpSpPr>
        <p:grpSpPr>
          <a:xfrm>
            <a:off x="2780301" y="1598096"/>
            <a:ext cx="333133" cy="321037"/>
            <a:chOff x="2780301" y="1521896"/>
            <a:chExt cx="333133" cy="321037"/>
          </a:xfrm>
        </p:grpSpPr>
        <p:sp>
          <p:nvSpPr>
            <p:cNvPr id="13293" name="Google Shape;13293;p68"/>
            <p:cNvSpPr/>
            <p:nvPr/>
          </p:nvSpPr>
          <p:spPr>
            <a:xfrm>
              <a:off x="3009573" y="1542745"/>
              <a:ext cx="72031" cy="9517"/>
            </a:xfrm>
            <a:custGeom>
              <a:avLst/>
              <a:gdLst/>
              <a:ahLst/>
              <a:cxnLst/>
              <a:rect l="l" t="t" r="r" b="b"/>
              <a:pathLst>
                <a:path w="2263" h="299" extrusionOk="0">
                  <a:moveTo>
                    <a:pt x="155" y="1"/>
                  </a:moveTo>
                  <a:cubicBezTo>
                    <a:pt x="60" y="1"/>
                    <a:pt x="0" y="84"/>
                    <a:pt x="0" y="155"/>
                  </a:cubicBezTo>
                  <a:cubicBezTo>
                    <a:pt x="0" y="227"/>
                    <a:pt x="72" y="298"/>
                    <a:pt x="155" y="298"/>
                  </a:cubicBezTo>
                  <a:lnTo>
                    <a:pt x="2120" y="298"/>
                  </a:lnTo>
                  <a:cubicBezTo>
                    <a:pt x="2203" y="298"/>
                    <a:pt x="2263" y="227"/>
                    <a:pt x="2263" y="155"/>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68"/>
            <p:cNvSpPr/>
            <p:nvPr/>
          </p:nvSpPr>
          <p:spPr>
            <a:xfrm>
              <a:off x="2967876" y="1542745"/>
              <a:ext cx="30366" cy="9517"/>
            </a:xfrm>
            <a:custGeom>
              <a:avLst/>
              <a:gdLst/>
              <a:ahLst/>
              <a:cxnLst/>
              <a:rect l="l" t="t" r="r" b="b"/>
              <a:pathLst>
                <a:path w="954" h="299" extrusionOk="0">
                  <a:moveTo>
                    <a:pt x="156" y="1"/>
                  </a:moveTo>
                  <a:cubicBezTo>
                    <a:pt x="60" y="1"/>
                    <a:pt x="1" y="84"/>
                    <a:pt x="1" y="155"/>
                  </a:cubicBezTo>
                  <a:cubicBezTo>
                    <a:pt x="1" y="227"/>
                    <a:pt x="72" y="298"/>
                    <a:pt x="156" y="298"/>
                  </a:cubicBezTo>
                  <a:lnTo>
                    <a:pt x="810" y="298"/>
                  </a:lnTo>
                  <a:cubicBezTo>
                    <a:pt x="894" y="298"/>
                    <a:pt x="953" y="227"/>
                    <a:pt x="953" y="155"/>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68"/>
            <p:cNvSpPr/>
            <p:nvPr/>
          </p:nvSpPr>
          <p:spPr>
            <a:xfrm>
              <a:off x="3061870" y="1563594"/>
              <a:ext cx="19735" cy="9517"/>
            </a:xfrm>
            <a:custGeom>
              <a:avLst/>
              <a:gdLst/>
              <a:ahLst/>
              <a:cxnLst/>
              <a:rect l="l" t="t" r="r" b="b"/>
              <a:pathLst>
                <a:path w="620" h="299" extrusionOk="0">
                  <a:moveTo>
                    <a:pt x="143" y="0"/>
                  </a:moveTo>
                  <a:cubicBezTo>
                    <a:pt x="60" y="0"/>
                    <a:pt x="0" y="84"/>
                    <a:pt x="0" y="155"/>
                  </a:cubicBezTo>
                  <a:cubicBezTo>
                    <a:pt x="0" y="239"/>
                    <a:pt x="72" y="298"/>
                    <a:pt x="143" y="298"/>
                  </a:cubicBezTo>
                  <a:lnTo>
                    <a:pt x="477" y="298"/>
                  </a:lnTo>
                  <a:cubicBezTo>
                    <a:pt x="560" y="298"/>
                    <a:pt x="620" y="227"/>
                    <a:pt x="620" y="155"/>
                  </a:cubicBezTo>
                  <a:cubicBezTo>
                    <a:pt x="620" y="60"/>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6" name="Google Shape;13296;p68"/>
            <p:cNvSpPr/>
            <p:nvPr/>
          </p:nvSpPr>
          <p:spPr>
            <a:xfrm>
              <a:off x="2967876" y="1563594"/>
              <a:ext cx="82663" cy="9517"/>
            </a:xfrm>
            <a:custGeom>
              <a:avLst/>
              <a:gdLst/>
              <a:ahLst/>
              <a:cxnLst/>
              <a:rect l="l" t="t" r="r" b="b"/>
              <a:pathLst>
                <a:path w="2597" h="299" extrusionOk="0">
                  <a:moveTo>
                    <a:pt x="156" y="0"/>
                  </a:moveTo>
                  <a:cubicBezTo>
                    <a:pt x="60" y="0"/>
                    <a:pt x="1" y="84"/>
                    <a:pt x="1" y="155"/>
                  </a:cubicBezTo>
                  <a:cubicBezTo>
                    <a:pt x="1" y="239"/>
                    <a:pt x="72" y="298"/>
                    <a:pt x="156" y="298"/>
                  </a:cubicBezTo>
                  <a:lnTo>
                    <a:pt x="2442" y="298"/>
                  </a:lnTo>
                  <a:cubicBezTo>
                    <a:pt x="2537" y="298"/>
                    <a:pt x="2596" y="227"/>
                    <a:pt x="2596" y="155"/>
                  </a:cubicBezTo>
                  <a:cubicBezTo>
                    <a:pt x="2596" y="60"/>
                    <a:pt x="2537"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7" name="Google Shape;13297;p68"/>
            <p:cNvSpPr/>
            <p:nvPr/>
          </p:nvSpPr>
          <p:spPr>
            <a:xfrm>
              <a:off x="2936809" y="1521896"/>
              <a:ext cx="176625" cy="96286"/>
            </a:xfrm>
            <a:custGeom>
              <a:avLst/>
              <a:gdLst/>
              <a:ahLst/>
              <a:cxnLst/>
              <a:rect l="l" t="t" r="r" b="b"/>
              <a:pathLst>
                <a:path w="5549" h="3025" extrusionOk="0">
                  <a:moveTo>
                    <a:pt x="4894" y="298"/>
                  </a:moveTo>
                  <a:cubicBezTo>
                    <a:pt x="5084" y="298"/>
                    <a:pt x="5227" y="453"/>
                    <a:pt x="5227" y="644"/>
                  </a:cubicBezTo>
                  <a:lnTo>
                    <a:pt x="5227" y="1620"/>
                  </a:lnTo>
                  <a:cubicBezTo>
                    <a:pt x="5227" y="1822"/>
                    <a:pt x="5084" y="1965"/>
                    <a:pt x="4894" y="1965"/>
                  </a:cubicBezTo>
                  <a:lnTo>
                    <a:pt x="4406" y="1965"/>
                  </a:lnTo>
                  <a:cubicBezTo>
                    <a:pt x="4358" y="1965"/>
                    <a:pt x="4310" y="1989"/>
                    <a:pt x="4287" y="2025"/>
                  </a:cubicBezTo>
                  <a:cubicBezTo>
                    <a:pt x="4251" y="2061"/>
                    <a:pt x="4239" y="2096"/>
                    <a:pt x="4251" y="2144"/>
                  </a:cubicBezTo>
                  <a:lnTo>
                    <a:pt x="4346" y="2727"/>
                  </a:lnTo>
                  <a:lnTo>
                    <a:pt x="4346" y="2739"/>
                  </a:lnTo>
                  <a:lnTo>
                    <a:pt x="4322" y="2739"/>
                  </a:lnTo>
                  <a:lnTo>
                    <a:pt x="3346" y="2001"/>
                  </a:lnTo>
                  <a:cubicBezTo>
                    <a:pt x="3310" y="1977"/>
                    <a:pt x="3287" y="1965"/>
                    <a:pt x="3251" y="1965"/>
                  </a:cubicBezTo>
                  <a:lnTo>
                    <a:pt x="631" y="1965"/>
                  </a:lnTo>
                  <a:cubicBezTo>
                    <a:pt x="441" y="1965"/>
                    <a:pt x="298" y="1822"/>
                    <a:pt x="298" y="1620"/>
                  </a:cubicBezTo>
                  <a:lnTo>
                    <a:pt x="298" y="644"/>
                  </a:lnTo>
                  <a:cubicBezTo>
                    <a:pt x="298" y="453"/>
                    <a:pt x="441" y="298"/>
                    <a:pt x="631" y="298"/>
                  </a:cubicBezTo>
                  <a:close/>
                  <a:moveTo>
                    <a:pt x="631" y="1"/>
                  </a:moveTo>
                  <a:cubicBezTo>
                    <a:pt x="274" y="1"/>
                    <a:pt x="0" y="286"/>
                    <a:pt x="0" y="644"/>
                  </a:cubicBezTo>
                  <a:lnTo>
                    <a:pt x="0" y="1632"/>
                  </a:lnTo>
                  <a:cubicBezTo>
                    <a:pt x="0" y="1989"/>
                    <a:pt x="274" y="2263"/>
                    <a:pt x="631" y="2263"/>
                  </a:cubicBezTo>
                  <a:lnTo>
                    <a:pt x="3203" y="2263"/>
                  </a:lnTo>
                  <a:lnTo>
                    <a:pt x="4144" y="2965"/>
                  </a:lnTo>
                  <a:cubicBezTo>
                    <a:pt x="4203" y="3013"/>
                    <a:pt x="4263" y="3025"/>
                    <a:pt x="4334" y="3025"/>
                  </a:cubicBezTo>
                  <a:cubicBezTo>
                    <a:pt x="4394" y="3025"/>
                    <a:pt x="4453" y="3013"/>
                    <a:pt x="4501" y="2977"/>
                  </a:cubicBezTo>
                  <a:cubicBezTo>
                    <a:pt x="4608" y="2906"/>
                    <a:pt x="4668" y="2787"/>
                    <a:pt x="4656" y="2656"/>
                  </a:cubicBezTo>
                  <a:lnTo>
                    <a:pt x="4596" y="2251"/>
                  </a:lnTo>
                  <a:lnTo>
                    <a:pt x="4906" y="2251"/>
                  </a:lnTo>
                  <a:cubicBezTo>
                    <a:pt x="5263" y="2251"/>
                    <a:pt x="5549" y="1965"/>
                    <a:pt x="5549" y="1608"/>
                  </a:cubicBezTo>
                  <a:lnTo>
                    <a:pt x="5549" y="632"/>
                  </a:lnTo>
                  <a:cubicBezTo>
                    <a:pt x="5525" y="286"/>
                    <a:pt x="5251" y="1"/>
                    <a:pt x="4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68"/>
            <p:cNvSpPr/>
            <p:nvPr/>
          </p:nvSpPr>
          <p:spPr>
            <a:xfrm>
              <a:off x="2811367" y="1767115"/>
              <a:ext cx="72413" cy="9485"/>
            </a:xfrm>
            <a:custGeom>
              <a:avLst/>
              <a:gdLst/>
              <a:ahLst/>
              <a:cxnLst/>
              <a:rect l="l" t="t" r="r" b="b"/>
              <a:pathLst>
                <a:path w="2275" h="298" extrusionOk="0">
                  <a:moveTo>
                    <a:pt x="155" y="0"/>
                  </a:moveTo>
                  <a:cubicBezTo>
                    <a:pt x="60" y="0"/>
                    <a:pt x="0" y="72"/>
                    <a:pt x="0" y="143"/>
                  </a:cubicBezTo>
                  <a:cubicBezTo>
                    <a:pt x="0" y="214"/>
                    <a:pt x="84" y="298"/>
                    <a:pt x="155" y="298"/>
                  </a:cubicBezTo>
                  <a:lnTo>
                    <a:pt x="2120" y="298"/>
                  </a:lnTo>
                  <a:cubicBezTo>
                    <a:pt x="2215" y="298"/>
                    <a:pt x="2275" y="214"/>
                    <a:pt x="2275" y="143"/>
                  </a:cubicBezTo>
                  <a:cubicBezTo>
                    <a:pt x="2275" y="72"/>
                    <a:pt x="2215"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68"/>
            <p:cNvSpPr/>
            <p:nvPr/>
          </p:nvSpPr>
          <p:spPr>
            <a:xfrm>
              <a:off x="2894730" y="1767115"/>
              <a:ext cx="20117" cy="9485"/>
            </a:xfrm>
            <a:custGeom>
              <a:avLst/>
              <a:gdLst/>
              <a:ahLst/>
              <a:cxnLst/>
              <a:rect l="l" t="t" r="r" b="b"/>
              <a:pathLst>
                <a:path w="632" h="298" extrusionOk="0">
                  <a:moveTo>
                    <a:pt x="156" y="0"/>
                  </a:moveTo>
                  <a:cubicBezTo>
                    <a:pt x="60" y="0"/>
                    <a:pt x="1" y="72"/>
                    <a:pt x="1" y="143"/>
                  </a:cubicBezTo>
                  <a:cubicBezTo>
                    <a:pt x="1" y="214"/>
                    <a:pt x="84" y="298"/>
                    <a:pt x="156" y="298"/>
                  </a:cubicBezTo>
                  <a:lnTo>
                    <a:pt x="489" y="298"/>
                  </a:lnTo>
                  <a:cubicBezTo>
                    <a:pt x="572" y="298"/>
                    <a:pt x="632" y="214"/>
                    <a:pt x="632" y="143"/>
                  </a:cubicBezTo>
                  <a:cubicBezTo>
                    <a:pt x="632" y="72"/>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0" name="Google Shape;13300;p68"/>
            <p:cNvSpPr/>
            <p:nvPr/>
          </p:nvSpPr>
          <p:spPr>
            <a:xfrm>
              <a:off x="2811367" y="1787932"/>
              <a:ext cx="20117" cy="9517"/>
            </a:xfrm>
            <a:custGeom>
              <a:avLst/>
              <a:gdLst/>
              <a:ahLst/>
              <a:cxnLst/>
              <a:rect l="l" t="t" r="r" b="b"/>
              <a:pathLst>
                <a:path w="632" h="299" extrusionOk="0">
                  <a:moveTo>
                    <a:pt x="155" y="1"/>
                  </a:moveTo>
                  <a:cubicBezTo>
                    <a:pt x="60" y="1"/>
                    <a:pt x="0" y="72"/>
                    <a:pt x="0" y="144"/>
                  </a:cubicBezTo>
                  <a:cubicBezTo>
                    <a:pt x="0" y="239"/>
                    <a:pt x="84" y="299"/>
                    <a:pt x="155" y="299"/>
                  </a:cubicBezTo>
                  <a:lnTo>
                    <a:pt x="489" y="299"/>
                  </a:lnTo>
                  <a:cubicBezTo>
                    <a:pt x="572" y="299"/>
                    <a:pt x="631" y="215"/>
                    <a:pt x="631" y="144"/>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1" name="Google Shape;13301;p68"/>
            <p:cNvSpPr/>
            <p:nvPr/>
          </p:nvSpPr>
          <p:spPr>
            <a:xfrm>
              <a:off x="2842815" y="1787932"/>
              <a:ext cx="72031" cy="9517"/>
            </a:xfrm>
            <a:custGeom>
              <a:avLst/>
              <a:gdLst/>
              <a:ahLst/>
              <a:cxnLst/>
              <a:rect l="l" t="t" r="r" b="b"/>
              <a:pathLst>
                <a:path w="2263" h="299" extrusionOk="0">
                  <a:moveTo>
                    <a:pt x="144" y="1"/>
                  </a:moveTo>
                  <a:cubicBezTo>
                    <a:pt x="60" y="1"/>
                    <a:pt x="1" y="72"/>
                    <a:pt x="1" y="144"/>
                  </a:cubicBezTo>
                  <a:cubicBezTo>
                    <a:pt x="1" y="239"/>
                    <a:pt x="72" y="299"/>
                    <a:pt x="144" y="299"/>
                  </a:cubicBezTo>
                  <a:lnTo>
                    <a:pt x="2120" y="299"/>
                  </a:lnTo>
                  <a:cubicBezTo>
                    <a:pt x="2203" y="299"/>
                    <a:pt x="2263" y="215"/>
                    <a:pt x="2263" y="144"/>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68"/>
            <p:cNvSpPr/>
            <p:nvPr/>
          </p:nvSpPr>
          <p:spPr>
            <a:xfrm>
              <a:off x="2780301" y="1746266"/>
              <a:ext cx="166375" cy="96668"/>
            </a:xfrm>
            <a:custGeom>
              <a:avLst/>
              <a:gdLst/>
              <a:ahLst/>
              <a:cxnLst/>
              <a:rect l="l" t="t" r="r" b="b"/>
              <a:pathLst>
                <a:path w="5227" h="3037" extrusionOk="0">
                  <a:moveTo>
                    <a:pt x="4572" y="286"/>
                  </a:moveTo>
                  <a:cubicBezTo>
                    <a:pt x="4763" y="286"/>
                    <a:pt x="4917" y="441"/>
                    <a:pt x="4917" y="631"/>
                  </a:cubicBezTo>
                  <a:lnTo>
                    <a:pt x="4917" y="1619"/>
                  </a:lnTo>
                  <a:cubicBezTo>
                    <a:pt x="4917" y="1810"/>
                    <a:pt x="4763" y="1965"/>
                    <a:pt x="4572" y="1965"/>
                  </a:cubicBezTo>
                  <a:lnTo>
                    <a:pt x="2274" y="1965"/>
                  </a:lnTo>
                  <a:cubicBezTo>
                    <a:pt x="2250" y="1965"/>
                    <a:pt x="2215" y="1977"/>
                    <a:pt x="2191" y="1989"/>
                  </a:cubicBezTo>
                  <a:lnTo>
                    <a:pt x="1203" y="2739"/>
                  </a:lnTo>
                  <a:lnTo>
                    <a:pt x="1191" y="2739"/>
                  </a:lnTo>
                  <a:lnTo>
                    <a:pt x="1191" y="2715"/>
                  </a:lnTo>
                  <a:lnTo>
                    <a:pt x="1286" y="2143"/>
                  </a:lnTo>
                  <a:cubicBezTo>
                    <a:pt x="1286" y="2096"/>
                    <a:pt x="1286" y="2048"/>
                    <a:pt x="1250" y="2012"/>
                  </a:cubicBezTo>
                  <a:cubicBezTo>
                    <a:pt x="1215" y="1989"/>
                    <a:pt x="1179" y="1965"/>
                    <a:pt x="1131" y="1965"/>
                  </a:cubicBezTo>
                  <a:lnTo>
                    <a:pt x="643" y="1965"/>
                  </a:lnTo>
                  <a:cubicBezTo>
                    <a:pt x="453" y="1965"/>
                    <a:pt x="298" y="1810"/>
                    <a:pt x="298" y="1619"/>
                  </a:cubicBezTo>
                  <a:lnTo>
                    <a:pt x="298" y="631"/>
                  </a:lnTo>
                  <a:cubicBezTo>
                    <a:pt x="298" y="441"/>
                    <a:pt x="453" y="286"/>
                    <a:pt x="643" y="286"/>
                  </a:cubicBezTo>
                  <a:close/>
                  <a:moveTo>
                    <a:pt x="643" y="0"/>
                  </a:moveTo>
                  <a:cubicBezTo>
                    <a:pt x="286" y="0"/>
                    <a:pt x="0" y="274"/>
                    <a:pt x="0" y="631"/>
                  </a:cubicBezTo>
                  <a:lnTo>
                    <a:pt x="0" y="1619"/>
                  </a:lnTo>
                  <a:cubicBezTo>
                    <a:pt x="0" y="1977"/>
                    <a:pt x="286" y="2262"/>
                    <a:pt x="643" y="2262"/>
                  </a:cubicBezTo>
                  <a:lnTo>
                    <a:pt x="953" y="2262"/>
                  </a:lnTo>
                  <a:lnTo>
                    <a:pt x="893" y="2655"/>
                  </a:lnTo>
                  <a:cubicBezTo>
                    <a:pt x="881" y="2798"/>
                    <a:pt x="929" y="2917"/>
                    <a:pt x="1048" y="2989"/>
                  </a:cubicBezTo>
                  <a:cubicBezTo>
                    <a:pt x="1084" y="3012"/>
                    <a:pt x="1143" y="3036"/>
                    <a:pt x="1203" y="3036"/>
                  </a:cubicBezTo>
                  <a:cubicBezTo>
                    <a:pt x="1262" y="3036"/>
                    <a:pt x="1346" y="3012"/>
                    <a:pt x="1405" y="2977"/>
                  </a:cubicBezTo>
                  <a:lnTo>
                    <a:pt x="2334" y="2274"/>
                  </a:lnTo>
                  <a:lnTo>
                    <a:pt x="4584" y="2274"/>
                  </a:lnTo>
                  <a:cubicBezTo>
                    <a:pt x="4941" y="2274"/>
                    <a:pt x="5227" y="1989"/>
                    <a:pt x="5227" y="1631"/>
                  </a:cubicBezTo>
                  <a:lnTo>
                    <a:pt x="5227" y="655"/>
                  </a:lnTo>
                  <a:cubicBezTo>
                    <a:pt x="5215" y="274"/>
                    <a:pt x="4929" y="0"/>
                    <a:pt x="4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68"/>
            <p:cNvSpPr/>
            <p:nvPr/>
          </p:nvSpPr>
          <p:spPr>
            <a:xfrm>
              <a:off x="3020172" y="1720102"/>
              <a:ext cx="61432" cy="9517"/>
            </a:xfrm>
            <a:custGeom>
              <a:avLst/>
              <a:gdLst/>
              <a:ahLst/>
              <a:cxnLst/>
              <a:rect l="l" t="t" r="r" b="b"/>
              <a:pathLst>
                <a:path w="1930" h="299" extrusionOk="0">
                  <a:moveTo>
                    <a:pt x="144" y="1"/>
                  </a:moveTo>
                  <a:cubicBezTo>
                    <a:pt x="60" y="1"/>
                    <a:pt x="1" y="72"/>
                    <a:pt x="1" y="144"/>
                  </a:cubicBezTo>
                  <a:cubicBezTo>
                    <a:pt x="1" y="239"/>
                    <a:pt x="72" y="298"/>
                    <a:pt x="144" y="298"/>
                  </a:cubicBezTo>
                  <a:lnTo>
                    <a:pt x="1787" y="298"/>
                  </a:lnTo>
                  <a:cubicBezTo>
                    <a:pt x="1870" y="298"/>
                    <a:pt x="1930" y="227"/>
                    <a:pt x="1930" y="144"/>
                  </a:cubicBezTo>
                  <a:cubicBezTo>
                    <a:pt x="1930" y="60"/>
                    <a:pt x="1870"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4" name="Google Shape;13304;p68"/>
            <p:cNvSpPr/>
            <p:nvPr/>
          </p:nvSpPr>
          <p:spPr>
            <a:xfrm>
              <a:off x="2988724" y="1720102"/>
              <a:ext cx="19735" cy="9517"/>
            </a:xfrm>
            <a:custGeom>
              <a:avLst/>
              <a:gdLst/>
              <a:ahLst/>
              <a:cxnLst/>
              <a:rect l="l" t="t" r="r" b="b"/>
              <a:pathLst>
                <a:path w="620" h="299" extrusionOk="0">
                  <a:moveTo>
                    <a:pt x="143" y="1"/>
                  </a:moveTo>
                  <a:cubicBezTo>
                    <a:pt x="60" y="1"/>
                    <a:pt x="1" y="72"/>
                    <a:pt x="1" y="144"/>
                  </a:cubicBezTo>
                  <a:cubicBezTo>
                    <a:pt x="1" y="239"/>
                    <a:pt x="72" y="298"/>
                    <a:pt x="143" y="298"/>
                  </a:cubicBezTo>
                  <a:lnTo>
                    <a:pt x="477" y="298"/>
                  </a:lnTo>
                  <a:cubicBezTo>
                    <a:pt x="572" y="298"/>
                    <a:pt x="620" y="227"/>
                    <a:pt x="620" y="144"/>
                  </a:cubicBezTo>
                  <a:cubicBezTo>
                    <a:pt x="620" y="60"/>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68"/>
            <p:cNvSpPr/>
            <p:nvPr/>
          </p:nvSpPr>
          <p:spPr>
            <a:xfrm>
              <a:off x="2957658" y="1699253"/>
              <a:ext cx="155776" cy="75087"/>
            </a:xfrm>
            <a:custGeom>
              <a:avLst/>
              <a:gdLst/>
              <a:ahLst/>
              <a:cxnLst/>
              <a:rect l="l" t="t" r="r" b="b"/>
              <a:pathLst>
                <a:path w="4894" h="2359" extrusionOk="0">
                  <a:moveTo>
                    <a:pt x="4239" y="299"/>
                  </a:moveTo>
                  <a:cubicBezTo>
                    <a:pt x="4429" y="299"/>
                    <a:pt x="4572" y="441"/>
                    <a:pt x="4572" y="644"/>
                  </a:cubicBezTo>
                  <a:lnTo>
                    <a:pt x="4572" y="965"/>
                  </a:lnTo>
                  <a:cubicBezTo>
                    <a:pt x="4572" y="1156"/>
                    <a:pt x="4429" y="1311"/>
                    <a:pt x="4239" y="1311"/>
                  </a:cubicBezTo>
                  <a:lnTo>
                    <a:pt x="3751" y="1311"/>
                  </a:lnTo>
                  <a:cubicBezTo>
                    <a:pt x="3703" y="1311"/>
                    <a:pt x="3655" y="1322"/>
                    <a:pt x="3632" y="1370"/>
                  </a:cubicBezTo>
                  <a:cubicBezTo>
                    <a:pt x="3596" y="1394"/>
                    <a:pt x="3584" y="1442"/>
                    <a:pt x="3596" y="1489"/>
                  </a:cubicBezTo>
                  <a:lnTo>
                    <a:pt x="3691" y="2061"/>
                  </a:lnTo>
                  <a:lnTo>
                    <a:pt x="3691" y="2084"/>
                  </a:lnTo>
                  <a:cubicBezTo>
                    <a:pt x="3691" y="2088"/>
                    <a:pt x="3689" y="2090"/>
                    <a:pt x="3685" y="2090"/>
                  </a:cubicBezTo>
                  <a:cubicBezTo>
                    <a:pt x="3678" y="2090"/>
                    <a:pt x="3667" y="2084"/>
                    <a:pt x="3667" y="2084"/>
                  </a:cubicBezTo>
                  <a:lnTo>
                    <a:pt x="2691" y="1334"/>
                  </a:lnTo>
                  <a:cubicBezTo>
                    <a:pt x="2655" y="1322"/>
                    <a:pt x="2632" y="1311"/>
                    <a:pt x="2596" y="1311"/>
                  </a:cubicBezTo>
                  <a:lnTo>
                    <a:pt x="631" y="1311"/>
                  </a:lnTo>
                  <a:cubicBezTo>
                    <a:pt x="441" y="1311"/>
                    <a:pt x="298" y="1156"/>
                    <a:pt x="298" y="965"/>
                  </a:cubicBezTo>
                  <a:lnTo>
                    <a:pt x="298" y="644"/>
                  </a:lnTo>
                  <a:cubicBezTo>
                    <a:pt x="298" y="441"/>
                    <a:pt x="441" y="299"/>
                    <a:pt x="631" y="299"/>
                  </a:cubicBezTo>
                  <a:close/>
                  <a:moveTo>
                    <a:pt x="631" y="1"/>
                  </a:moveTo>
                  <a:cubicBezTo>
                    <a:pt x="274" y="1"/>
                    <a:pt x="0" y="275"/>
                    <a:pt x="0" y="644"/>
                  </a:cubicBezTo>
                  <a:lnTo>
                    <a:pt x="0" y="965"/>
                  </a:lnTo>
                  <a:cubicBezTo>
                    <a:pt x="0" y="1322"/>
                    <a:pt x="274" y="1608"/>
                    <a:pt x="631" y="1608"/>
                  </a:cubicBezTo>
                  <a:lnTo>
                    <a:pt x="2548" y="1608"/>
                  </a:lnTo>
                  <a:lnTo>
                    <a:pt x="3489" y="2299"/>
                  </a:lnTo>
                  <a:cubicBezTo>
                    <a:pt x="3548" y="2346"/>
                    <a:pt x="3608" y="2358"/>
                    <a:pt x="3679" y="2358"/>
                  </a:cubicBezTo>
                  <a:cubicBezTo>
                    <a:pt x="3739" y="2358"/>
                    <a:pt x="3798" y="2346"/>
                    <a:pt x="3846" y="2323"/>
                  </a:cubicBezTo>
                  <a:cubicBezTo>
                    <a:pt x="3953" y="2239"/>
                    <a:pt x="4013" y="2120"/>
                    <a:pt x="4001" y="1989"/>
                  </a:cubicBezTo>
                  <a:lnTo>
                    <a:pt x="3941" y="1584"/>
                  </a:lnTo>
                  <a:lnTo>
                    <a:pt x="4251" y="1584"/>
                  </a:lnTo>
                  <a:cubicBezTo>
                    <a:pt x="4608" y="1584"/>
                    <a:pt x="4894" y="1311"/>
                    <a:pt x="4894" y="953"/>
                  </a:cubicBezTo>
                  <a:lnTo>
                    <a:pt x="4894" y="620"/>
                  </a:lnTo>
                  <a:cubicBezTo>
                    <a:pt x="4870" y="287"/>
                    <a:pt x="4596"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6" name="Google Shape;13306;p68"/>
            <p:cNvSpPr/>
            <p:nvPr/>
          </p:nvSpPr>
          <p:spPr>
            <a:xfrm>
              <a:off x="2811367" y="1626108"/>
              <a:ext cx="72413" cy="9517"/>
            </a:xfrm>
            <a:custGeom>
              <a:avLst/>
              <a:gdLst/>
              <a:ahLst/>
              <a:cxnLst/>
              <a:rect l="l" t="t" r="r" b="b"/>
              <a:pathLst>
                <a:path w="2275" h="299" extrusionOk="0">
                  <a:moveTo>
                    <a:pt x="155" y="1"/>
                  </a:moveTo>
                  <a:cubicBezTo>
                    <a:pt x="60" y="1"/>
                    <a:pt x="0" y="84"/>
                    <a:pt x="0" y="156"/>
                  </a:cubicBezTo>
                  <a:cubicBezTo>
                    <a:pt x="0" y="227"/>
                    <a:pt x="84" y="299"/>
                    <a:pt x="155" y="299"/>
                  </a:cubicBezTo>
                  <a:lnTo>
                    <a:pt x="2120" y="299"/>
                  </a:lnTo>
                  <a:cubicBezTo>
                    <a:pt x="2215" y="299"/>
                    <a:pt x="2275" y="227"/>
                    <a:pt x="2275" y="156"/>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7" name="Google Shape;13307;p68"/>
            <p:cNvSpPr/>
            <p:nvPr/>
          </p:nvSpPr>
          <p:spPr>
            <a:xfrm>
              <a:off x="2895112" y="1626108"/>
              <a:ext cx="30366" cy="9517"/>
            </a:xfrm>
            <a:custGeom>
              <a:avLst/>
              <a:gdLst/>
              <a:ahLst/>
              <a:cxnLst/>
              <a:rect l="l" t="t" r="r" b="b"/>
              <a:pathLst>
                <a:path w="954" h="299" extrusionOk="0">
                  <a:moveTo>
                    <a:pt x="144" y="1"/>
                  </a:moveTo>
                  <a:cubicBezTo>
                    <a:pt x="60" y="1"/>
                    <a:pt x="1" y="84"/>
                    <a:pt x="1" y="156"/>
                  </a:cubicBezTo>
                  <a:cubicBezTo>
                    <a:pt x="1" y="227"/>
                    <a:pt x="72" y="299"/>
                    <a:pt x="144" y="299"/>
                  </a:cubicBezTo>
                  <a:lnTo>
                    <a:pt x="798" y="299"/>
                  </a:lnTo>
                  <a:cubicBezTo>
                    <a:pt x="894" y="299"/>
                    <a:pt x="953" y="227"/>
                    <a:pt x="953" y="156"/>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68"/>
            <p:cNvSpPr/>
            <p:nvPr/>
          </p:nvSpPr>
          <p:spPr>
            <a:xfrm>
              <a:off x="2811367" y="1667805"/>
              <a:ext cx="72413" cy="9517"/>
            </a:xfrm>
            <a:custGeom>
              <a:avLst/>
              <a:gdLst/>
              <a:ahLst/>
              <a:cxnLst/>
              <a:rect l="l" t="t" r="r" b="b"/>
              <a:pathLst>
                <a:path w="2275" h="299" extrusionOk="0">
                  <a:moveTo>
                    <a:pt x="155" y="1"/>
                  </a:moveTo>
                  <a:cubicBezTo>
                    <a:pt x="60" y="1"/>
                    <a:pt x="0" y="84"/>
                    <a:pt x="0" y="155"/>
                  </a:cubicBezTo>
                  <a:cubicBezTo>
                    <a:pt x="0" y="227"/>
                    <a:pt x="84" y="298"/>
                    <a:pt x="155" y="298"/>
                  </a:cubicBezTo>
                  <a:lnTo>
                    <a:pt x="2120" y="298"/>
                  </a:lnTo>
                  <a:cubicBezTo>
                    <a:pt x="2215" y="298"/>
                    <a:pt x="2275" y="227"/>
                    <a:pt x="2275" y="155"/>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9" name="Google Shape;13309;p68"/>
            <p:cNvSpPr/>
            <p:nvPr/>
          </p:nvSpPr>
          <p:spPr>
            <a:xfrm>
              <a:off x="2895112" y="1667805"/>
              <a:ext cx="30366" cy="9517"/>
            </a:xfrm>
            <a:custGeom>
              <a:avLst/>
              <a:gdLst/>
              <a:ahLst/>
              <a:cxnLst/>
              <a:rect l="l" t="t" r="r" b="b"/>
              <a:pathLst>
                <a:path w="954" h="299" extrusionOk="0">
                  <a:moveTo>
                    <a:pt x="144" y="1"/>
                  </a:moveTo>
                  <a:cubicBezTo>
                    <a:pt x="60" y="1"/>
                    <a:pt x="1" y="84"/>
                    <a:pt x="1" y="155"/>
                  </a:cubicBezTo>
                  <a:cubicBezTo>
                    <a:pt x="1" y="227"/>
                    <a:pt x="72" y="298"/>
                    <a:pt x="144" y="298"/>
                  </a:cubicBezTo>
                  <a:lnTo>
                    <a:pt x="798" y="298"/>
                  </a:lnTo>
                  <a:cubicBezTo>
                    <a:pt x="894" y="298"/>
                    <a:pt x="953" y="227"/>
                    <a:pt x="953" y="155"/>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0" name="Google Shape;13310;p68"/>
            <p:cNvSpPr/>
            <p:nvPr/>
          </p:nvSpPr>
          <p:spPr>
            <a:xfrm>
              <a:off x="2811367" y="1646957"/>
              <a:ext cx="20117" cy="9517"/>
            </a:xfrm>
            <a:custGeom>
              <a:avLst/>
              <a:gdLst/>
              <a:ahLst/>
              <a:cxnLst/>
              <a:rect l="l" t="t" r="r" b="b"/>
              <a:pathLst>
                <a:path w="632" h="299" extrusionOk="0">
                  <a:moveTo>
                    <a:pt x="155" y="1"/>
                  </a:moveTo>
                  <a:cubicBezTo>
                    <a:pt x="60" y="1"/>
                    <a:pt x="0" y="72"/>
                    <a:pt x="0" y="156"/>
                  </a:cubicBezTo>
                  <a:cubicBezTo>
                    <a:pt x="0" y="239"/>
                    <a:pt x="84" y="298"/>
                    <a:pt x="155" y="298"/>
                  </a:cubicBezTo>
                  <a:lnTo>
                    <a:pt x="489" y="298"/>
                  </a:lnTo>
                  <a:cubicBezTo>
                    <a:pt x="572" y="298"/>
                    <a:pt x="631" y="227"/>
                    <a:pt x="631" y="156"/>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1" name="Google Shape;13311;p68"/>
            <p:cNvSpPr/>
            <p:nvPr/>
          </p:nvSpPr>
          <p:spPr>
            <a:xfrm>
              <a:off x="2842815" y="1646957"/>
              <a:ext cx="82663" cy="9517"/>
            </a:xfrm>
            <a:custGeom>
              <a:avLst/>
              <a:gdLst/>
              <a:ahLst/>
              <a:cxnLst/>
              <a:rect l="l" t="t" r="r" b="b"/>
              <a:pathLst>
                <a:path w="2597" h="299" extrusionOk="0">
                  <a:moveTo>
                    <a:pt x="155" y="1"/>
                  </a:moveTo>
                  <a:cubicBezTo>
                    <a:pt x="60" y="1"/>
                    <a:pt x="1" y="72"/>
                    <a:pt x="1" y="156"/>
                  </a:cubicBezTo>
                  <a:cubicBezTo>
                    <a:pt x="1" y="239"/>
                    <a:pt x="72" y="298"/>
                    <a:pt x="155" y="298"/>
                  </a:cubicBezTo>
                  <a:lnTo>
                    <a:pt x="2441" y="298"/>
                  </a:lnTo>
                  <a:cubicBezTo>
                    <a:pt x="2537" y="298"/>
                    <a:pt x="2596" y="227"/>
                    <a:pt x="2596" y="156"/>
                  </a:cubicBezTo>
                  <a:cubicBezTo>
                    <a:pt x="2596" y="60"/>
                    <a:pt x="2525" y="1"/>
                    <a:pt x="2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68"/>
            <p:cNvSpPr/>
            <p:nvPr/>
          </p:nvSpPr>
          <p:spPr>
            <a:xfrm>
              <a:off x="2780301" y="1605291"/>
              <a:ext cx="176625" cy="117516"/>
            </a:xfrm>
            <a:custGeom>
              <a:avLst/>
              <a:gdLst/>
              <a:ahLst/>
              <a:cxnLst/>
              <a:rect l="l" t="t" r="r" b="b"/>
              <a:pathLst>
                <a:path w="5549" h="3692" extrusionOk="0">
                  <a:moveTo>
                    <a:pt x="4894" y="298"/>
                  </a:moveTo>
                  <a:cubicBezTo>
                    <a:pt x="5084" y="298"/>
                    <a:pt x="5239" y="453"/>
                    <a:pt x="5239" y="643"/>
                  </a:cubicBezTo>
                  <a:lnTo>
                    <a:pt x="5239" y="2274"/>
                  </a:lnTo>
                  <a:cubicBezTo>
                    <a:pt x="5239" y="2477"/>
                    <a:pt x="5084" y="2619"/>
                    <a:pt x="4894" y="2619"/>
                  </a:cubicBezTo>
                  <a:lnTo>
                    <a:pt x="2274" y="2619"/>
                  </a:lnTo>
                  <a:cubicBezTo>
                    <a:pt x="2250" y="2619"/>
                    <a:pt x="2215" y="2643"/>
                    <a:pt x="2191" y="2655"/>
                  </a:cubicBezTo>
                  <a:lnTo>
                    <a:pt x="1203" y="3393"/>
                  </a:lnTo>
                  <a:lnTo>
                    <a:pt x="1191" y="3393"/>
                  </a:lnTo>
                  <a:lnTo>
                    <a:pt x="1191" y="3381"/>
                  </a:lnTo>
                  <a:lnTo>
                    <a:pt x="1274" y="2798"/>
                  </a:lnTo>
                  <a:cubicBezTo>
                    <a:pt x="1274" y="2750"/>
                    <a:pt x="1274" y="2715"/>
                    <a:pt x="1250" y="2679"/>
                  </a:cubicBezTo>
                  <a:cubicBezTo>
                    <a:pt x="1215" y="2655"/>
                    <a:pt x="1179" y="2619"/>
                    <a:pt x="1131" y="2619"/>
                  </a:cubicBezTo>
                  <a:lnTo>
                    <a:pt x="643" y="2619"/>
                  </a:lnTo>
                  <a:cubicBezTo>
                    <a:pt x="453" y="2619"/>
                    <a:pt x="298" y="2477"/>
                    <a:pt x="298" y="2274"/>
                  </a:cubicBezTo>
                  <a:lnTo>
                    <a:pt x="298" y="643"/>
                  </a:lnTo>
                  <a:cubicBezTo>
                    <a:pt x="298" y="453"/>
                    <a:pt x="453" y="298"/>
                    <a:pt x="643" y="298"/>
                  </a:cubicBezTo>
                  <a:close/>
                  <a:moveTo>
                    <a:pt x="643" y="0"/>
                  </a:moveTo>
                  <a:cubicBezTo>
                    <a:pt x="286" y="0"/>
                    <a:pt x="0" y="286"/>
                    <a:pt x="0" y="643"/>
                  </a:cubicBezTo>
                  <a:lnTo>
                    <a:pt x="0" y="2286"/>
                  </a:lnTo>
                  <a:cubicBezTo>
                    <a:pt x="0" y="2643"/>
                    <a:pt x="286" y="2917"/>
                    <a:pt x="643" y="2917"/>
                  </a:cubicBezTo>
                  <a:lnTo>
                    <a:pt x="953" y="2917"/>
                  </a:lnTo>
                  <a:lnTo>
                    <a:pt x="893" y="3322"/>
                  </a:lnTo>
                  <a:cubicBezTo>
                    <a:pt x="881" y="3453"/>
                    <a:pt x="929" y="3572"/>
                    <a:pt x="1048" y="3655"/>
                  </a:cubicBezTo>
                  <a:cubicBezTo>
                    <a:pt x="1084" y="3679"/>
                    <a:pt x="1143" y="3691"/>
                    <a:pt x="1203" y="3691"/>
                  </a:cubicBezTo>
                  <a:cubicBezTo>
                    <a:pt x="1262" y="3691"/>
                    <a:pt x="1346" y="3679"/>
                    <a:pt x="1405" y="3632"/>
                  </a:cubicBezTo>
                  <a:lnTo>
                    <a:pt x="2334" y="2941"/>
                  </a:lnTo>
                  <a:lnTo>
                    <a:pt x="4906" y="2941"/>
                  </a:lnTo>
                  <a:cubicBezTo>
                    <a:pt x="5263" y="2941"/>
                    <a:pt x="5548" y="2655"/>
                    <a:pt x="5548" y="2298"/>
                  </a:cubicBezTo>
                  <a:lnTo>
                    <a:pt x="5548" y="655"/>
                  </a:lnTo>
                  <a:cubicBezTo>
                    <a:pt x="5537" y="286"/>
                    <a:pt x="5251" y="0"/>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3" name="Google Shape;13313;p68"/>
          <p:cNvGrpSpPr/>
          <p:nvPr/>
        </p:nvGrpSpPr>
        <p:grpSpPr>
          <a:xfrm>
            <a:off x="3316159" y="1591285"/>
            <a:ext cx="211892" cy="339594"/>
            <a:chOff x="3316159" y="1515085"/>
            <a:chExt cx="211892" cy="339594"/>
          </a:xfrm>
        </p:grpSpPr>
        <p:sp>
          <p:nvSpPr>
            <p:cNvPr id="13314" name="Google Shape;13314;p68"/>
            <p:cNvSpPr/>
            <p:nvPr/>
          </p:nvSpPr>
          <p:spPr>
            <a:xfrm>
              <a:off x="3358621" y="1823199"/>
              <a:ext cx="15183" cy="9485"/>
            </a:xfrm>
            <a:custGeom>
              <a:avLst/>
              <a:gdLst/>
              <a:ahLst/>
              <a:cxnLst/>
              <a:rect l="l" t="t" r="r" b="b"/>
              <a:pathLst>
                <a:path w="477" h="298" extrusionOk="0">
                  <a:moveTo>
                    <a:pt x="155" y="0"/>
                  </a:moveTo>
                  <a:cubicBezTo>
                    <a:pt x="60" y="0"/>
                    <a:pt x="0" y="84"/>
                    <a:pt x="0" y="155"/>
                  </a:cubicBezTo>
                  <a:cubicBezTo>
                    <a:pt x="0" y="238"/>
                    <a:pt x="83" y="298"/>
                    <a:pt x="155" y="298"/>
                  </a:cubicBezTo>
                  <a:lnTo>
                    <a:pt x="322" y="298"/>
                  </a:lnTo>
                  <a:cubicBezTo>
                    <a:pt x="405" y="298"/>
                    <a:pt x="464" y="226"/>
                    <a:pt x="464" y="155"/>
                  </a:cubicBezTo>
                  <a:cubicBezTo>
                    <a:pt x="476" y="84"/>
                    <a:pt x="405"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5" name="Google Shape;13315;p68"/>
            <p:cNvSpPr/>
            <p:nvPr/>
          </p:nvSpPr>
          <p:spPr>
            <a:xfrm>
              <a:off x="3427946" y="1823199"/>
              <a:ext cx="15215" cy="9485"/>
            </a:xfrm>
            <a:custGeom>
              <a:avLst/>
              <a:gdLst/>
              <a:ahLst/>
              <a:cxnLst/>
              <a:rect l="l" t="t" r="r" b="b"/>
              <a:pathLst>
                <a:path w="478" h="298" extrusionOk="0">
                  <a:moveTo>
                    <a:pt x="144" y="0"/>
                  </a:moveTo>
                  <a:cubicBezTo>
                    <a:pt x="60" y="0"/>
                    <a:pt x="1" y="84"/>
                    <a:pt x="1" y="155"/>
                  </a:cubicBezTo>
                  <a:cubicBezTo>
                    <a:pt x="1" y="238"/>
                    <a:pt x="72" y="298"/>
                    <a:pt x="144" y="298"/>
                  </a:cubicBezTo>
                  <a:lnTo>
                    <a:pt x="310" y="298"/>
                  </a:lnTo>
                  <a:cubicBezTo>
                    <a:pt x="406" y="298"/>
                    <a:pt x="465" y="226"/>
                    <a:pt x="465" y="155"/>
                  </a:cubicBezTo>
                  <a:cubicBezTo>
                    <a:pt x="477" y="84"/>
                    <a:pt x="406"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68"/>
            <p:cNvSpPr/>
            <p:nvPr/>
          </p:nvSpPr>
          <p:spPr>
            <a:xfrm>
              <a:off x="3385135" y="1823199"/>
              <a:ext cx="31480" cy="9485"/>
            </a:xfrm>
            <a:custGeom>
              <a:avLst/>
              <a:gdLst/>
              <a:ahLst/>
              <a:cxnLst/>
              <a:rect l="l" t="t" r="r" b="b"/>
              <a:pathLst>
                <a:path w="989" h="298" extrusionOk="0">
                  <a:moveTo>
                    <a:pt x="155" y="0"/>
                  </a:moveTo>
                  <a:cubicBezTo>
                    <a:pt x="60" y="0"/>
                    <a:pt x="1" y="84"/>
                    <a:pt x="1" y="155"/>
                  </a:cubicBezTo>
                  <a:cubicBezTo>
                    <a:pt x="1" y="238"/>
                    <a:pt x="84" y="298"/>
                    <a:pt x="155" y="298"/>
                  </a:cubicBezTo>
                  <a:lnTo>
                    <a:pt x="822" y="298"/>
                  </a:lnTo>
                  <a:cubicBezTo>
                    <a:pt x="917" y="298"/>
                    <a:pt x="977" y="226"/>
                    <a:pt x="977" y="155"/>
                  </a:cubicBezTo>
                  <a:cubicBezTo>
                    <a:pt x="989" y="84"/>
                    <a:pt x="917"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17" name="Google Shape;13317;p68"/>
            <p:cNvGrpSpPr/>
            <p:nvPr/>
          </p:nvGrpSpPr>
          <p:grpSpPr>
            <a:xfrm>
              <a:off x="3316159" y="1515085"/>
              <a:ext cx="211892" cy="339594"/>
              <a:chOff x="3316159" y="1515085"/>
              <a:chExt cx="211892" cy="339594"/>
            </a:xfrm>
          </p:grpSpPr>
          <p:sp>
            <p:nvSpPr>
              <p:cNvPr id="13318" name="Google Shape;13318;p68"/>
              <p:cNvSpPr/>
              <p:nvPr/>
            </p:nvSpPr>
            <p:spPr>
              <a:xfrm>
                <a:off x="3316159" y="1557514"/>
                <a:ext cx="169049" cy="297165"/>
              </a:xfrm>
              <a:custGeom>
                <a:avLst/>
                <a:gdLst/>
                <a:ahLst/>
                <a:cxnLst/>
                <a:rect l="l" t="t" r="r" b="b"/>
                <a:pathLst>
                  <a:path w="5311" h="9336" extrusionOk="0">
                    <a:moveTo>
                      <a:pt x="4656" y="310"/>
                    </a:moveTo>
                    <a:cubicBezTo>
                      <a:pt x="4846" y="310"/>
                      <a:pt x="5001" y="477"/>
                      <a:pt x="5001" y="668"/>
                    </a:cubicBezTo>
                    <a:lnTo>
                      <a:pt x="298" y="668"/>
                    </a:lnTo>
                    <a:lnTo>
                      <a:pt x="298" y="656"/>
                    </a:lnTo>
                    <a:cubicBezTo>
                      <a:pt x="298" y="465"/>
                      <a:pt x="441" y="310"/>
                      <a:pt x="632" y="310"/>
                    </a:cubicBezTo>
                    <a:close/>
                    <a:moveTo>
                      <a:pt x="5001" y="989"/>
                    </a:moveTo>
                    <a:lnTo>
                      <a:pt x="5001" y="7680"/>
                    </a:lnTo>
                    <a:lnTo>
                      <a:pt x="298" y="7680"/>
                    </a:lnTo>
                    <a:lnTo>
                      <a:pt x="298" y="989"/>
                    </a:lnTo>
                    <a:close/>
                    <a:moveTo>
                      <a:pt x="5013" y="7990"/>
                    </a:moveTo>
                    <a:lnTo>
                      <a:pt x="5013" y="8681"/>
                    </a:lnTo>
                    <a:lnTo>
                      <a:pt x="5001" y="8681"/>
                    </a:lnTo>
                    <a:cubicBezTo>
                      <a:pt x="5001" y="8871"/>
                      <a:pt x="4846" y="9026"/>
                      <a:pt x="4656" y="9026"/>
                    </a:cubicBezTo>
                    <a:lnTo>
                      <a:pt x="655" y="9026"/>
                    </a:lnTo>
                    <a:cubicBezTo>
                      <a:pt x="465" y="9026"/>
                      <a:pt x="310" y="8871"/>
                      <a:pt x="310" y="8681"/>
                    </a:cubicBezTo>
                    <a:lnTo>
                      <a:pt x="310" y="7990"/>
                    </a:lnTo>
                    <a:close/>
                    <a:moveTo>
                      <a:pt x="655" y="1"/>
                    </a:moveTo>
                    <a:cubicBezTo>
                      <a:pt x="298" y="1"/>
                      <a:pt x="1" y="299"/>
                      <a:pt x="1" y="656"/>
                    </a:cubicBezTo>
                    <a:lnTo>
                      <a:pt x="1" y="8681"/>
                    </a:lnTo>
                    <a:cubicBezTo>
                      <a:pt x="1" y="9038"/>
                      <a:pt x="298" y="9335"/>
                      <a:pt x="655" y="9335"/>
                    </a:cubicBezTo>
                    <a:lnTo>
                      <a:pt x="4656" y="9335"/>
                    </a:lnTo>
                    <a:cubicBezTo>
                      <a:pt x="5013" y="9335"/>
                      <a:pt x="5311" y="9038"/>
                      <a:pt x="5311" y="8681"/>
                    </a:cubicBezTo>
                    <a:lnTo>
                      <a:pt x="5311" y="656"/>
                    </a:lnTo>
                    <a:cubicBezTo>
                      <a:pt x="5311" y="299"/>
                      <a:pt x="5025" y="1"/>
                      <a:pt x="4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9" name="Google Shape;13319;p68"/>
              <p:cNvSpPr/>
              <p:nvPr/>
            </p:nvSpPr>
            <p:spPr>
              <a:xfrm>
                <a:off x="3337772" y="1610161"/>
                <a:ext cx="132667" cy="127415"/>
              </a:xfrm>
              <a:custGeom>
                <a:avLst/>
                <a:gdLst/>
                <a:ahLst/>
                <a:cxnLst/>
                <a:rect l="l" t="t" r="r" b="b"/>
                <a:pathLst>
                  <a:path w="4168" h="4003" extrusionOk="0">
                    <a:moveTo>
                      <a:pt x="2131" y="1014"/>
                    </a:moveTo>
                    <a:cubicBezTo>
                      <a:pt x="2322" y="1014"/>
                      <a:pt x="2477" y="1157"/>
                      <a:pt x="2477" y="1359"/>
                    </a:cubicBezTo>
                    <a:lnTo>
                      <a:pt x="2477" y="1681"/>
                    </a:lnTo>
                    <a:cubicBezTo>
                      <a:pt x="2477" y="1966"/>
                      <a:pt x="2251" y="2181"/>
                      <a:pt x="1965" y="2181"/>
                    </a:cubicBezTo>
                    <a:cubicBezTo>
                      <a:pt x="1958" y="2181"/>
                      <a:pt x="1952" y="2181"/>
                      <a:pt x="1945" y="2181"/>
                    </a:cubicBezTo>
                    <a:cubicBezTo>
                      <a:pt x="1691" y="2181"/>
                      <a:pt x="1465" y="1959"/>
                      <a:pt x="1465" y="1681"/>
                    </a:cubicBezTo>
                    <a:lnTo>
                      <a:pt x="1465" y="1359"/>
                    </a:lnTo>
                    <a:cubicBezTo>
                      <a:pt x="1465" y="1157"/>
                      <a:pt x="1608" y="1014"/>
                      <a:pt x="1810" y="1014"/>
                    </a:cubicBezTo>
                    <a:close/>
                    <a:moveTo>
                      <a:pt x="2143" y="2478"/>
                    </a:moveTo>
                    <a:lnTo>
                      <a:pt x="2143" y="2574"/>
                    </a:lnTo>
                    <a:cubicBezTo>
                      <a:pt x="2167" y="2633"/>
                      <a:pt x="2179" y="2693"/>
                      <a:pt x="2191" y="2740"/>
                    </a:cubicBezTo>
                    <a:lnTo>
                      <a:pt x="1989" y="2943"/>
                    </a:lnTo>
                    <a:lnTo>
                      <a:pt x="1953" y="2943"/>
                    </a:lnTo>
                    <a:lnTo>
                      <a:pt x="1750" y="2740"/>
                    </a:lnTo>
                    <a:cubicBezTo>
                      <a:pt x="1774" y="2693"/>
                      <a:pt x="1786" y="2633"/>
                      <a:pt x="1786" y="2574"/>
                    </a:cubicBezTo>
                    <a:lnTo>
                      <a:pt x="1786" y="2478"/>
                    </a:lnTo>
                    <a:cubicBezTo>
                      <a:pt x="1846" y="2502"/>
                      <a:pt x="1905" y="2502"/>
                      <a:pt x="1965" y="2502"/>
                    </a:cubicBezTo>
                    <a:cubicBezTo>
                      <a:pt x="2024" y="2502"/>
                      <a:pt x="2084" y="2502"/>
                      <a:pt x="2143" y="2478"/>
                    </a:cubicBezTo>
                    <a:close/>
                    <a:moveTo>
                      <a:pt x="2441" y="2931"/>
                    </a:moveTo>
                    <a:lnTo>
                      <a:pt x="2715" y="3062"/>
                    </a:lnTo>
                    <a:cubicBezTo>
                      <a:pt x="2774" y="3098"/>
                      <a:pt x="2822" y="3157"/>
                      <a:pt x="2822" y="3228"/>
                    </a:cubicBezTo>
                    <a:lnTo>
                      <a:pt x="2822" y="3467"/>
                    </a:lnTo>
                    <a:cubicBezTo>
                      <a:pt x="2560" y="3609"/>
                      <a:pt x="2262" y="3693"/>
                      <a:pt x="1965" y="3693"/>
                    </a:cubicBezTo>
                    <a:cubicBezTo>
                      <a:pt x="1667" y="3693"/>
                      <a:pt x="1369" y="3609"/>
                      <a:pt x="1119" y="3467"/>
                    </a:cubicBezTo>
                    <a:lnTo>
                      <a:pt x="1119" y="3228"/>
                    </a:lnTo>
                    <a:cubicBezTo>
                      <a:pt x="1119" y="3157"/>
                      <a:pt x="1167" y="3098"/>
                      <a:pt x="1227" y="3062"/>
                    </a:cubicBezTo>
                    <a:lnTo>
                      <a:pt x="1489" y="2931"/>
                    </a:lnTo>
                    <a:lnTo>
                      <a:pt x="1750" y="3181"/>
                    </a:lnTo>
                    <a:cubicBezTo>
                      <a:pt x="1810" y="3240"/>
                      <a:pt x="1893" y="3276"/>
                      <a:pt x="1965" y="3276"/>
                    </a:cubicBezTo>
                    <a:cubicBezTo>
                      <a:pt x="2048" y="3276"/>
                      <a:pt x="2131" y="3240"/>
                      <a:pt x="2191" y="3181"/>
                    </a:cubicBezTo>
                    <a:lnTo>
                      <a:pt x="2441" y="2931"/>
                    </a:lnTo>
                    <a:close/>
                    <a:moveTo>
                      <a:pt x="2009" y="0"/>
                    </a:moveTo>
                    <a:cubicBezTo>
                      <a:pt x="1492" y="0"/>
                      <a:pt x="976" y="204"/>
                      <a:pt x="584" y="597"/>
                    </a:cubicBezTo>
                    <a:cubicBezTo>
                      <a:pt x="215" y="966"/>
                      <a:pt x="0" y="1466"/>
                      <a:pt x="0" y="2002"/>
                    </a:cubicBezTo>
                    <a:cubicBezTo>
                      <a:pt x="0" y="2550"/>
                      <a:pt x="215" y="3038"/>
                      <a:pt x="584" y="3419"/>
                    </a:cubicBezTo>
                    <a:cubicBezTo>
                      <a:pt x="977" y="3812"/>
                      <a:pt x="1477" y="4002"/>
                      <a:pt x="2000" y="4002"/>
                    </a:cubicBezTo>
                    <a:cubicBezTo>
                      <a:pt x="2501" y="4002"/>
                      <a:pt x="3024" y="3812"/>
                      <a:pt x="3417" y="3419"/>
                    </a:cubicBezTo>
                    <a:cubicBezTo>
                      <a:pt x="4072" y="2740"/>
                      <a:pt x="4167" y="1681"/>
                      <a:pt x="3620" y="883"/>
                    </a:cubicBezTo>
                    <a:cubicBezTo>
                      <a:pt x="3590" y="832"/>
                      <a:pt x="3543" y="807"/>
                      <a:pt x="3492" y="807"/>
                    </a:cubicBezTo>
                    <a:cubicBezTo>
                      <a:pt x="3459" y="807"/>
                      <a:pt x="3426" y="817"/>
                      <a:pt x="3394" y="835"/>
                    </a:cubicBezTo>
                    <a:cubicBezTo>
                      <a:pt x="3322" y="883"/>
                      <a:pt x="3310" y="978"/>
                      <a:pt x="3358" y="1062"/>
                    </a:cubicBezTo>
                    <a:cubicBezTo>
                      <a:pt x="3810" y="1728"/>
                      <a:pt x="3727" y="2621"/>
                      <a:pt x="3155" y="3193"/>
                    </a:cubicBezTo>
                    <a:lnTo>
                      <a:pt x="3132" y="3228"/>
                    </a:lnTo>
                    <a:lnTo>
                      <a:pt x="3132" y="3217"/>
                    </a:lnTo>
                    <a:cubicBezTo>
                      <a:pt x="3132" y="3014"/>
                      <a:pt x="3024" y="2859"/>
                      <a:pt x="2858" y="2776"/>
                    </a:cubicBezTo>
                    <a:lnTo>
                      <a:pt x="2477" y="2586"/>
                    </a:lnTo>
                    <a:lnTo>
                      <a:pt x="2477" y="2574"/>
                    </a:lnTo>
                    <a:lnTo>
                      <a:pt x="2477" y="2336"/>
                    </a:lnTo>
                    <a:cubicBezTo>
                      <a:pt x="2679" y="2181"/>
                      <a:pt x="2798" y="1943"/>
                      <a:pt x="2798" y="1681"/>
                    </a:cubicBezTo>
                    <a:lnTo>
                      <a:pt x="2798" y="1347"/>
                    </a:lnTo>
                    <a:cubicBezTo>
                      <a:pt x="2798" y="990"/>
                      <a:pt x="2501" y="692"/>
                      <a:pt x="2143" y="692"/>
                    </a:cubicBezTo>
                    <a:lnTo>
                      <a:pt x="1822" y="692"/>
                    </a:lnTo>
                    <a:cubicBezTo>
                      <a:pt x="1465" y="692"/>
                      <a:pt x="1167" y="990"/>
                      <a:pt x="1167" y="1347"/>
                    </a:cubicBezTo>
                    <a:lnTo>
                      <a:pt x="1167" y="1681"/>
                    </a:lnTo>
                    <a:cubicBezTo>
                      <a:pt x="1167" y="1943"/>
                      <a:pt x="1298" y="2181"/>
                      <a:pt x="1489" y="2336"/>
                    </a:cubicBezTo>
                    <a:lnTo>
                      <a:pt x="1489" y="2574"/>
                    </a:lnTo>
                    <a:lnTo>
                      <a:pt x="1489" y="2586"/>
                    </a:lnTo>
                    <a:lnTo>
                      <a:pt x="1108" y="2776"/>
                    </a:lnTo>
                    <a:cubicBezTo>
                      <a:pt x="941" y="2871"/>
                      <a:pt x="834" y="3038"/>
                      <a:pt x="834" y="3217"/>
                    </a:cubicBezTo>
                    <a:lnTo>
                      <a:pt x="834" y="3228"/>
                    </a:lnTo>
                    <a:lnTo>
                      <a:pt x="810" y="3193"/>
                    </a:lnTo>
                    <a:cubicBezTo>
                      <a:pt x="500" y="2883"/>
                      <a:pt x="322" y="2455"/>
                      <a:pt x="322" y="2002"/>
                    </a:cubicBezTo>
                    <a:cubicBezTo>
                      <a:pt x="322" y="1562"/>
                      <a:pt x="500" y="1133"/>
                      <a:pt x="810" y="812"/>
                    </a:cubicBezTo>
                    <a:cubicBezTo>
                      <a:pt x="1139" y="489"/>
                      <a:pt x="1566" y="326"/>
                      <a:pt x="1996" y="326"/>
                    </a:cubicBezTo>
                    <a:cubicBezTo>
                      <a:pt x="2328" y="326"/>
                      <a:pt x="2662" y="424"/>
                      <a:pt x="2953" y="621"/>
                    </a:cubicBezTo>
                    <a:cubicBezTo>
                      <a:pt x="2980" y="639"/>
                      <a:pt x="3012" y="649"/>
                      <a:pt x="3043" y="649"/>
                    </a:cubicBezTo>
                    <a:cubicBezTo>
                      <a:pt x="3092" y="649"/>
                      <a:pt x="3143" y="625"/>
                      <a:pt x="3179" y="573"/>
                    </a:cubicBezTo>
                    <a:cubicBezTo>
                      <a:pt x="3215" y="502"/>
                      <a:pt x="3203" y="419"/>
                      <a:pt x="3132" y="359"/>
                    </a:cubicBezTo>
                    <a:cubicBezTo>
                      <a:pt x="2793" y="118"/>
                      <a:pt x="2401" y="0"/>
                      <a:pt x="2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68"/>
              <p:cNvSpPr/>
              <p:nvPr/>
            </p:nvSpPr>
            <p:spPr>
              <a:xfrm>
                <a:off x="3343056" y="1749290"/>
                <a:ext cx="41729" cy="41729"/>
              </a:xfrm>
              <a:custGeom>
                <a:avLst/>
                <a:gdLst/>
                <a:ahLst/>
                <a:cxnLst/>
                <a:rect l="l" t="t" r="r" b="b"/>
                <a:pathLst>
                  <a:path w="1311" h="1311" extrusionOk="0">
                    <a:moveTo>
                      <a:pt x="656" y="0"/>
                    </a:moveTo>
                    <a:cubicBezTo>
                      <a:pt x="299" y="0"/>
                      <a:pt x="1" y="298"/>
                      <a:pt x="1" y="655"/>
                    </a:cubicBezTo>
                    <a:cubicBezTo>
                      <a:pt x="1" y="1013"/>
                      <a:pt x="299" y="1310"/>
                      <a:pt x="656" y="1310"/>
                    </a:cubicBezTo>
                    <a:cubicBezTo>
                      <a:pt x="1013" y="1310"/>
                      <a:pt x="1311" y="1013"/>
                      <a:pt x="1311" y="655"/>
                    </a:cubicBezTo>
                    <a:cubicBezTo>
                      <a:pt x="1299" y="560"/>
                      <a:pt x="1227" y="501"/>
                      <a:pt x="1144" y="501"/>
                    </a:cubicBezTo>
                    <a:cubicBezTo>
                      <a:pt x="1061" y="501"/>
                      <a:pt x="1001" y="572"/>
                      <a:pt x="1001" y="643"/>
                    </a:cubicBezTo>
                    <a:cubicBezTo>
                      <a:pt x="1001" y="834"/>
                      <a:pt x="846" y="989"/>
                      <a:pt x="656" y="989"/>
                    </a:cubicBezTo>
                    <a:cubicBezTo>
                      <a:pt x="465" y="989"/>
                      <a:pt x="310" y="834"/>
                      <a:pt x="310" y="643"/>
                    </a:cubicBezTo>
                    <a:cubicBezTo>
                      <a:pt x="310" y="453"/>
                      <a:pt x="465" y="298"/>
                      <a:pt x="656" y="298"/>
                    </a:cubicBezTo>
                    <a:cubicBezTo>
                      <a:pt x="751" y="298"/>
                      <a:pt x="811" y="227"/>
                      <a:pt x="811" y="155"/>
                    </a:cubicBezTo>
                    <a:cubicBezTo>
                      <a:pt x="811" y="84"/>
                      <a:pt x="727"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1" name="Google Shape;13321;p68"/>
              <p:cNvSpPr/>
              <p:nvPr/>
            </p:nvSpPr>
            <p:spPr>
              <a:xfrm>
                <a:off x="3417347" y="1749290"/>
                <a:ext cx="41729" cy="41729"/>
              </a:xfrm>
              <a:custGeom>
                <a:avLst/>
                <a:gdLst/>
                <a:ahLst/>
                <a:cxnLst/>
                <a:rect l="l" t="t" r="r" b="b"/>
                <a:pathLst>
                  <a:path w="1311" h="1311" extrusionOk="0">
                    <a:moveTo>
                      <a:pt x="655" y="0"/>
                    </a:moveTo>
                    <a:cubicBezTo>
                      <a:pt x="298" y="0"/>
                      <a:pt x="1" y="298"/>
                      <a:pt x="1" y="655"/>
                    </a:cubicBezTo>
                    <a:cubicBezTo>
                      <a:pt x="1" y="1013"/>
                      <a:pt x="298" y="1310"/>
                      <a:pt x="655" y="1310"/>
                    </a:cubicBezTo>
                    <a:cubicBezTo>
                      <a:pt x="1013" y="1310"/>
                      <a:pt x="1310" y="1013"/>
                      <a:pt x="1310" y="655"/>
                    </a:cubicBezTo>
                    <a:cubicBezTo>
                      <a:pt x="1298" y="560"/>
                      <a:pt x="1239" y="501"/>
                      <a:pt x="1155" y="501"/>
                    </a:cubicBezTo>
                    <a:cubicBezTo>
                      <a:pt x="1060" y="501"/>
                      <a:pt x="1001" y="572"/>
                      <a:pt x="1001" y="643"/>
                    </a:cubicBezTo>
                    <a:cubicBezTo>
                      <a:pt x="1001" y="834"/>
                      <a:pt x="858" y="989"/>
                      <a:pt x="655" y="989"/>
                    </a:cubicBezTo>
                    <a:cubicBezTo>
                      <a:pt x="465" y="989"/>
                      <a:pt x="322" y="834"/>
                      <a:pt x="322" y="643"/>
                    </a:cubicBezTo>
                    <a:cubicBezTo>
                      <a:pt x="322" y="453"/>
                      <a:pt x="465" y="298"/>
                      <a:pt x="655" y="298"/>
                    </a:cubicBezTo>
                    <a:cubicBezTo>
                      <a:pt x="751" y="298"/>
                      <a:pt x="810" y="227"/>
                      <a:pt x="810" y="155"/>
                    </a:cubicBezTo>
                    <a:cubicBezTo>
                      <a:pt x="810" y="84"/>
                      <a:pt x="73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2" name="Google Shape;13322;p68"/>
              <p:cNvSpPr/>
              <p:nvPr/>
            </p:nvSpPr>
            <p:spPr>
              <a:xfrm>
                <a:off x="3464710" y="1536315"/>
                <a:ext cx="41729" cy="41315"/>
              </a:xfrm>
              <a:custGeom>
                <a:avLst/>
                <a:gdLst/>
                <a:ahLst/>
                <a:cxnLst/>
                <a:rect l="l" t="t" r="r" b="b"/>
                <a:pathLst>
                  <a:path w="1311" h="1298" extrusionOk="0">
                    <a:moveTo>
                      <a:pt x="156" y="0"/>
                    </a:moveTo>
                    <a:cubicBezTo>
                      <a:pt x="60" y="0"/>
                      <a:pt x="1" y="72"/>
                      <a:pt x="1" y="143"/>
                    </a:cubicBezTo>
                    <a:cubicBezTo>
                      <a:pt x="1" y="238"/>
                      <a:pt x="84" y="298"/>
                      <a:pt x="156" y="298"/>
                    </a:cubicBezTo>
                    <a:cubicBezTo>
                      <a:pt x="620" y="298"/>
                      <a:pt x="1001" y="667"/>
                      <a:pt x="1001" y="1143"/>
                    </a:cubicBezTo>
                    <a:cubicBezTo>
                      <a:pt x="1001" y="1238"/>
                      <a:pt x="1072" y="1298"/>
                      <a:pt x="1156" y="1298"/>
                    </a:cubicBezTo>
                    <a:cubicBezTo>
                      <a:pt x="1239" y="1298"/>
                      <a:pt x="1299" y="1215"/>
                      <a:pt x="1299" y="1143"/>
                    </a:cubicBezTo>
                    <a:cubicBezTo>
                      <a:pt x="1311" y="524"/>
                      <a:pt x="799"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3" name="Google Shape;13323;p68"/>
              <p:cNvSpPr/>
              <p:nvPr/>
            </p:nvSpPr>
            <p:spPr>
              <a:xfrm>
                <a:off x="3464710" y="1515085"/>
                <a:ext cx="63342" cy="62546"/>
              </a:xfrm>
              <a:custGeom>
                <a:avLst/>
                <a:gdLst/>
                <a:ahLst/>
                <a:cxnLst/>
                <a:rect l="l" t="t" r="r" b="b"/>
                <a:pathLst>
                  <a:path w="1990" h="1965" extrusionOk="0">
                    <a:moveTo>
                      <a:pt x="156" y="0"/>
                    </a:moveTo>
                    <a:cubicBezTo>
                      <a:pt x="60" y="0"/>
                      <a:pt x="1" y="72"/>
                      <a:pt x="1" y="143"/>
                    </a:cubicBezTo>
                    <a:cubicBezTo>
                      <a:pt x="1" y="239"/>
                      <a:pt x="84" y="298"/>
                      <a:pt x="156" y="298"/>
                    </a:cubicBezTo>
                    <a:cubicBezTo>
                      <a:pt x="989" y="298"/>
                      <a:pt x="1668" y="977"/>
                      <a:pt x="1668" y="1810"/>
                    </a:cubicBezTo>
                    <a:cubicBezTo>
                      <a:pt x="1668" y="1905"/>
                      <a:pt x="1751" y="1965"/>
                      <a:pt x="1822" y="1965"/>
                    </a:cubicBezTo>
                    <a:cubicBezTo>
                      <a:pt x="1894" y="1965"/>
                      <a:pt x="1965" y="1882"/>
                      <a:pt x="1965" y="1810"/>
                    </a:cubicBezTo>
                    <a:cubicBezTo>
                      <a:pt x="1989" y="810"/>
                      <a:pt x="1168"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324" name="Google Shape;13324;p68"/>
          <p:cNvGrpSpPr/>
          <p:nvPr/>
        </p:nvGrpSpPr>
        <p:grpSpPr>
          <a:xfrm>
            <a:off x="3716358" y="1620855"/>
            <a:ext cx="361971" cy="314958"/>
            <a:chOff x="3716358" y="1544655"/>
            <a:chExt cx="361971" cy="314958"/>
          </a:xfrm>
        </p:grpSpPr>
        <p:sp>
          <p:nvSpPr>
            <p:cNvPr id="13325" name="Google Shape;13325;p68"/>
            <p:cNvSpPr/>
            <p:nvPr/>
          </p:nvSpPr>
          <p:spPr>
            <a:xfrm>
              <a:off x="3767509" y="1646957"/>
              <a:ext cx="231213" cy="10663"/>
            </a:xfrm>
            <a:custGeom>
              <a:avLst/>
              <a:gdLst/>
              <a:ahLst/>
              <a:cxnLst/>
              <a:rect l="l" t="t" r="r" b="b"/>
              <a:pathLst>
                <a:path w="7264" h="335" extrusionOk="0">
                  <a:moveTo>
                    <a:pt x="168" y="1"/>
                  </a:moveTo>
                  <a:cubicBezTo>
                    <a:pt x="72" y="1"/>
                    <a:pt x="1" y="72"/>
                    <a:pt x="1" y="167"/>
                  </a:cubicBezTo>
                  <a:cubicBezTo>
                    <a:pt x="1" y="263"/>
                    <a:pt x="72" y="334"/>
                    <a:pt x="168" y="334"/>
                  </a:cubicBezTo>
                  <a:lnTo>
                    <a:pt x="7097" y="334"/>
                  </a:lnTo>
                  <a:cubicBezTo>
                    <a:pt x="7192" y="334"/>
                    <a:pt x="7264" y="263"/>
                    <a:pt x="7264" y="167"/>
                  </a:cubicBezTo>
                  <a:cubicBezTo>
                    <a:pt x="7264" y="72"/>
                    <a:pt x="7192" y="1"/>
                    <a:pt x="7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68"/>
            <p:cNvSpPr/>
            <p:nvPr/>
          </p:nvSpPr>
          <p:spPr>
            <a:xfrm>
              <a:off x="3767509" y="1618532"/>
              <a:ext cx="152020" cy="10663"/>
            </a:xfrm>
            <a:custGeom>
              <a:avLst/>
              <a:gdLst/>
              <a:ahLst/>
              <a:cxnLst/>
              <a:rect l="l" t="t" r="r" b="b"/>
              <a:pathLst>
                <a:path w="4776" h="335" extrusionOk="0">
                  <a:moveTo>
                    <a:pt x="168" y="1"/>
                  </a:moveTo>
                  <a:cubicBezTo>
                    <a:pt x="72" y="1"/>
                    <a:pt x="1" y="72"/>
                    <a:pt x="1" y="168"/>
                  </a:cubicBezTo>
                  <a:cubicBezTo>
                    <a:pt x="1" y="263"/>
                    <a:pt x="72" y="334"/>
                    <a:pt x="168" y="334"/>
                  </a:cubicBezTo>
                  <a:lnTo>
                    <a:pt x="4621" y="334"/>
                  </a:lnTo>
                  <a:cubicBezTo>
                    <a:pt x="4704" y="334"/>
                    <a:pt x="4775" y="263"/>
                    <a:pt x="4775" y="168"/>
                  </a:cubicBezTo>
                  <a:cubicBezTo>
                    <a:pt x="4775" y="72"/>
                    <a:pt x="4704" y="1"/>
                    <a:pt x="4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68"/>
            <p:cNvSpPr/>
            <p:nvPr/>
          </p:nvSpPr>
          <p:spPr>
            <a:xfrm>
              <a:off x="3931624" y="1618532"/>
              <a:ext cx="67098" cy="10663"/>
            </a:xfrm>
            <a:custGeom>
              <a:avLst/>
              <a:gdLst/>
              <a:ahLst/>
              <a:cxnLst/>
              <a:rect l="l" t="t" r="r" b="b"/>
              <a:pathLst>
                <a:path w="2108" h="335" extrusionOk="0">
                  <a:moveTo>
                    <a:pt x="155" y="1"/>
                  </a:moveTo>
                  <a:cubicBezTo>
                    <a:pt x="72" y="1"/>
                    <a:pt x="0" y="72"/>
                    <a:pt x="0" y="168"/>
                  </a:cubicBezTo>
                  <a:cubicBezTo>
                    <a:pt x="0" y="263"/>
                    <a:pt x="72" y="334"/>
                    <a:pt x="155" y="334"/>
                  </a:cubicBezTo>
                  <a:lnTo>
                    <a:pt x="1941" y="334"/>
                  </a:lnTo>
                  <a:cubicBezTo>
                    <a:pt x="2036" y="334"/>
                    <a:pt x="2108" y="263"/>
                    <a:pt x="2108" y="168"/>
                  </a:cubicBezTo>
                  <a:cubicBezTo>
                    <a:pt x="2108" y="72"/>
                    <a:pt x="2036"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68"/>
            <p:cNvSpPr/>
            <p:nvPr/>
          </p:nvSpPr>
          <p:spPr>
            <a:xfrm>
              <a:off x="3767509" y="1590108"/>
              <a:ext cx="39087" cy="10663"/>
            </a:xfrm>
            <a:custGeom>
              <a:avLst/>
              <a:gdLst/>
              <a:ahLst/>
              <a:cxnLst/>
              <a:rect l="l" t="t" r="r" b="b"/>
              <a:pathLst>
                <a:path w="1228" h="335" extrusionOk="0">
                  <a:moveTo>
                    <a:pt x="168" y="1"/>
                  </a:moveTo>
                  <a:cubicBezTo>
                    <a:pt x="72" y="1"/>
                    <a:pt x="1" y="72"/>
                    <a:pt x="1" y="168"/>
                  </a:cubicBezTo>
                  <a:cubicBezTo>
                    <a:pt x="1" y="263"/>
                    <a:pt x="72" y="334"/>
                    <a:pt x="168" y="334"/>
                  </a:cubicBezTo>
                  <a:lnTo>
                    <a:pt x="1061" y="334"/>
                  </a:lnTo>
                  <a:cubicBezTo>
                    <a:pt x="1144" y="334"/>
                    <a:pt x="1227" y="263"/>
                    <a:pt x="1227" y="168"/>
                  </a:cubicBezTo>
                  <a:cubicBezTo>
                    <a:pt x="1227" y="72"/>
                    <a:pt x="1144" y="1"/>
                    <a:pt x="1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9" name="Google Shape;13329;p68"/>
            <p:cNvSpPr/>
            <p:nvPr/>
          </p:nvSpPr>
          <p:spPr>
            <a:xfrm>
              <a:off x="3818309" y="1590108"/>
              <a:ext cx="180412" cy="10663"/>
            </a:xfrm>
            <a:custGeom>
              <a:avLst/>
              <a:gdLst/>
              <a:ahLst/>
              <a:cxnLst/>
              <a:rect l="l" t="t" r="r" b="b"/>
              <a:pathLst>
                <a:path w="5668" h="335" extrusionOk="0">
                  <a:moveTo>
                    <a:pt x="167" y="1"/>
                  </a:moveTo>
                  <a:cubicBezTo>
                    <a:pt x="72" y="1"/>
                    <a:pt x="0" y="72"/>
                    <a:pt x="0" y="168"/>
                  </a:cubicBezTo>
                  <a:cubicBezTo>
                    <a:pt x="0" y="263"/>
                    <a:pt x="72" y="334"/>
                    <a:pt x="167" y="334"/>
                  </a:cubicBezTo>
                  <a:lnTo>
                    <a:pt x="5501" y="334"/>
                  </a:lnTo>
                  <a:cubicBezTo>
                    <a:pt x="5596" y="334"/>
                    <a:pt x="5668" y="263"/>
                    <a:pt x="5668" y="168"/>
                  </a:cubicBezTo>
                  <a:cubicBezTo>
                    <a:pt x="5668" y="72"/>
                    <a:pt x="5596"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30" name="Google Shape;13330;p68"/>
            <p:cNvGrpSpPr/>
            <p:nvPr/>
          </p:nvGrpSpPr>
          <p:grpSpPr>
            <a:xfrm>
              <a:off x="3716358" y="1544655"/>
              <a:ext cx="361971" cy="314958"/>
              <a:chOff x="3716358" y="1544655"/>
              <a:chExt cx="361971" cy="314958"/>
            </a:xfrm>
          </p:grpSpPr>
          <p:sp>
            <p:nvSpPr>
              <p:cNvPr id="13331" name="Google Shape;13331;p68"/>
              <p:cNvSpPr/>
              <p:nvPr/>
            </p:nvSpPr>
            <p:spPr>
              <a:xfrm>
                <a:off x="3767509" y="1675381"/>
                <a:ext cx="84540" cy="10663"/>
              </a:xfrm>
              <a:custGeom>
                <a:avLst/>
                <a:gdLst/>
                <a:ahLst/>
                <a:cxnLst/>
                <a:rect l="l" t="t" r="r" b="b"/>
                <a:pathLst>
                  <a:path w="2656" h="335" extrusionOk="0">
                    <a:moveTo>
                      <a:pt x="168" y="1"/>
                    </a:moveTo>
                    <a:cubicBezTo>
                      <a:pt x="72" y="1"/>
                      <a:pt x="1" y="72"/>
                      <a:pt x="1" y="167"/>
                    </a:cubicBezTo>
                    <a:cubicBezTo>
                      <a:pt x="1" y="263"/>
                      <a:pt x="72" y="334"/>
                      <a:pt x="168" y="334"/>
                    </a:cubicBezTo>
                    <a:lnTo>
                      <a:pt x="2477" y="334"/>
                    </a:lnTo>
                    <a:cubicBezTo>
                      <a:pt x="2561" y="334"/>
                      <a:pt x="2632" y="263"/>
                      <a:pt x="2632" y="167"/>
                    </a:cubicBezTo>
                    <a:cubicBezTo>
                      <a:pt x="2656" y="72"/>
                      <a:pt x="2573"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68"/>
              <p:cNvSpPr/>
              <p:nvPr/>
            </p:nvSpPr>
            <p:spPr>
              <a:xfrm>
                <a:off x="3875158" y="1675381"/>
                <a:ext cx="123564" cy="10663"/>
              </a:xfrm>
              <a:custGeom>
                <a:avLst/>
                <a:gdLst/>
                <a:ahLst/>
                <a:cxnLst/>
                <a:rect l="l" t="t" r="r" b="b"/>
                <a:pathLst>
                  <a:path w="3882" h="335" extrusionOk="0">
                    <a:moveTo>
                      <a:pt x="167" y="1"/>
                    </a:moveTo>
                    <a:cubicBezTo>
                      <a:pt x="72" y="1"/>
                      <a:pt x="0" y="72"/>
                      <a:pt x="0" y="167"/>
                    </a:cubicBezTo>
                    <a:cubicBezTo>
                      <a:pt x="0" y="263"/>
                      <a:pt x="72" y="334"/>
                      <a:pt x="167" y="334"/>
                    </a:cubicBezTo>
                    <a:lnTo>
                      <a:pt x="3715" y="334"/>
                    </a:lnTo>
                    <a:cubicBezTo>
                      <a:pt x="3810" y="334"/>
                      <a:pt x="3882" y="263"/>
                      <a:pt x="3882" y="167"/>
                    </a:cubicBezTo>
                    <a:cubicBezTo>
                      <a:pt x="3882" y="72"/>
                      <a:pt x="3810" y="1"/>
                      <a:pt x="3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3" name="Google Shape;13333;p68"/>
              <p:cNvSpPr/>
              <p:nvPr/>
            </p:nvSpPr>
            <p:spPr>
              <a:xfrm>
                <a:off x="3767509" y="1703423"/>
                <a:ext cx="174747" cy="10663"/>
              </a:xfrm>
              <a:custGeom>
                <a:avLst/>
                <a:gdLst/>
                <a:ahLst/>
                <a:cxnLst/>
                <a:rect l="l" t="t" r="r" b="b"/>
                <a:pathLst>
                  <a:path w="5490" h="335" extrusionOk="0">
                    <a:moveTo>
                      <a:pt x="168" y="1"/>
                    </a:moveTo>
                    <a:cubicBezTo>
                      <a:pt x="72" y="1"/>
                      <a:pt x="1" y="72"/>
                      <a:pt x="1" y="168"/>
                    </a:cubicBezTo>
                    <a:cubicBezTo>
                      <a:pt x="1" y="251"/>
                      <a:pt x="72" y="334"/>
                      <a:pt x="168" y="334"/>
                    </a:cubicBezTo>
                    <a:lnTo>
                      <a:pt x="5335" y="334"/>
                    </a:lnTo>
                    <a:cubicBezTo>
                      <a:pt x="5418" y="334"/>
                      <a:pt x="5490" y="251"/>
                      <a:pt x="5490" y="168"/>
                    </a:cubicBezTo>
                    <a:cubicBezTo>
                      <a:pt x="5490" y="72"/>
                      <a:pt x="5418"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68"/>
              <p:cNvSpPr/>
              <p:nvPr/>
            </p:nvSpPr>
            <p:spPr>
              <a:xfrm>
                <a:off x="3954351" y="1703423"/>
                <a:ext cx="44371" cy="10663"/>
              </a:xfrm>
              <a:custGeom>
                <a:avLst/>
                <a:gdLst/>
                <a:ahLst/>
                <a:cxnLst/>
                <a:rect l="l" t="t" r="r" b="b"/>
                <a:pathLst>
                  <a:path w="1394" h="335" extrusionOk="0">
                    <a:moveTo>
                      <a:pt x="155" y="1"/>
                    </a:moveTo>
                    <a:cubicBezTo>
                      <a:pt x="72" y="1"/>
                      <a:pt x="1" y="72"/>
                      <a:pt x="1" y="168"/>
                    </a:cubicBezTo>
                    <a:cubicBezTo>
                      <a:pt x="1" y="251"/>
                      <a:pt x="72" y="334"/>
                      <a:pt x="155" y="334"/>
                    </a:cubicBezTo>
                    <a:lnTo>
                      <a:pt x="1227" y="334"/>
                    </a:lnTo>
                    <a:cubicBezTo>
                      <a:pt x="1322" y="334"/>
                      <a:pt x="1394" y="251"/>
                      <a:pt x="1394" y="168"/>
                    </a:cubicBezTo>
                    <a:cubicBezTo>
                      <a:pt x="1394" y="72"/>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5" name="Google Shape;13335;p68"/>
              <p:cNvSpPr/>
              <p:nvPr/>
            </p:nvSpPr>
            <p:spPr>
              <a:xfrm>
                <a:off x="3716358" y="1544655"/>
                <a:ext cx="361971" cy="314958"/>
              </a:xfrm>
              <a:custGeom>
                <a:avLst/>
                <a:gdLst/>
                <a:ahLst/>
                <a:cxnLst/>
                <a:rect l="l" t="t" r="r" b="b"/>
                <a:pathLst>
                  <a:path w="11372" h="9895" extrusionOk="0">
                    <a:moveTo>
                      <a:pt x="3513" y="6751"/>
                    </a:moveTo>
                    <a:lnTo>
                      <a:pt x="3346" y="7477"/>
                    </a:lnTo>
                    <a:lnTo>
                      <a:pt x="1953" y="7477"/>
                    </a:lnTo>
                    <a:lnTo>
                      <a:pt x="1953" y="7489"/>
                    </a:lnTo>
                    <a:cubicBezTo>
                      <a:pt x="1656" y="7489"/>
                      <a:pt x="1394" y="7251"/>
                      <a:pt x="1394" y="6941"/>
                    </a:cubicBezTo>
                    <a:lnTo>
                      <a:pt x="1394" y="6751"/>
                    </a:lnTo>
                    <a:close/>
                    <a:moveTo>
                      <a:pt x="9430" y="333"/>
                    </a:moveTo>
                    <a:cubicBezTo>
                      <a:pt x="9728" y="333"/>
                      <a:pt x="9990" y="572"/>
                      <a:pt x="9990" y="881"/>
                    </a:cubicBezTo>
                    <a:lnTo>
                      <a:pt x="9990" y="5870"/>
                    </a:lnTo>
                    <a:cubicBezTo>
                      <a:pt x="9990" y="6168"/>
                      <a:pt x="9752" y="6418"/>
                      <a:pt x="9430" y="6418"/>
                    </a:cubicBezTo>
                    <a:lnTo>
                      <a:pt x="6597" y="6418"/>
                    </a:lnTo>
                    <a:cubicBezTo>
                      <a:pt x="6561" y="6418"/>
                      <a:pt x="6537" y="6429"/>
                      <a:pt x="6501" y="6441"/>
                    </a:cubicBezTo>
                    <a:lnTo>
                      <a:pt x="3489" y="8501"/>
                    </a:lnTo>
                    <a:cubicBezTo>
                      <a:pt x="3465" y="8501"/>
                      <a:pt x="3465" y="8489"/>
                      <a:pt x="3465" y="8489"/>
                    </a:cubicBezTo>
                    <a:lnTo>
                      <a:pt x="3906" y="6608"/>
                    </a:lnTo>
                    <a:cubicBezTo>
                      <a:pt x="3918" y="6560"/>
                      <a:pt x="3906" y="6501"/>
                      <a:pt x="3870" y="6477"/>
                    </a:cubicBezTo>
                    <a:cubicBezTo>
                      <a:pt x="3834" y="6429"/>
                      <a:pt x="3799" y="6418"/>
                      <a:pt x="3739" y="6418"/>
                    </a:cubicBezTo>
                    <a:lnTo>
                      <a:pt x="894" y="6418"/>
                    </a:lnTo>
                    <a:cubicBezTo>
                      <a:pt x="596" y="6418"/>
                      <a:pt x="346" y="6179"/>
                      <a:pt x="346" y="5870"/>
                    </a:cubicBezTo>
                    <a:lnTo>
                      <a:pt x="346" y="881"/>
                    </a:lnTo>
                    <a:cubicBezTo>
                      <a:pt x="346" y="584"/>
                      <a:pt x="584" y="333"/>
                      <a:pt x="894" y="333"/>
                    </a:cubicBezTo>
                    <a:close/>
                    <a:moveTo>
                      <a:pt x="10502" y="1405"/>
                    </a:moveTo>
                    <a:cubicBezTo>
                      <a:pt x="10800" y="1405"/>
                      <a:pt x="11061" y="1643"/>
                      <a:pt x="11061" y="1953"/>
                    </a:cubicBezTo>
                    <a:lnTo>
                      <a:pt x="11061" y="6941"/>
                    </a:lnTo>
                    <a:cubicBezTo>
                      <a:pt x="11050" y="7239"/>
                      <a:pt x="10788" y="7489"/>
                      <a:pt x="10490" y="7489"/>
                    </a:cubicBezTo>
                    <a:lnTo>
                      <a:pt x="7656" y="7489"/>
                    </a:lnTo>
                    <a:cubicBezTo>
                      <a:pt x="7609" y="7489"/>
                      <a:pt x="7549" y="7525"/>
                      <a:pt x="7513" y="7549"/>
                    </a:cubicBezTo>
                    <a:cubicBezTo>
                      <a:pt x="7490" y="7596"/>
                      <a:pt x="7478" y="7644"/>
                      <a:pt x="7490" y="7680"/>
                    </a:cubicBezTo>
                    <a:lnTo>
                      <a:pt x="7918" y="9561"/>
                    </a:lnTo>
                    <a:lnTo>
                      <a:pt x="7918" y="9573"/>
                    </a:lnTo>
                    <a:lnTo>
                      <a:pt x="7906" y="9573"/>
                    </a:lnTo>
                    <a:lnTo>
                      <a:pt x="5216" y="7727"/>
                    </a:lnTo>
                    <a:lnTo>
                      <a:pt x="6644" y="6751"/>
                    </a:lnTo>
                    <a:lnTo>
                      <a:pt x="9430" y="6751"/>
                    </a:lnTo>
                    <a:cubicBezTo>
                      <a:pt x="9930" y="6751"/>
                      <a:pt x="10311" y="6358"/>
                      <a:pt x="10311" y="5870"/>
                    </a:cubicBezTo>
                    <a:lnTo>
                      <a:pt x="10311" y="1405"/>
                    </a:lnTo>
                    <a:close/>
                    <a:moveTo>
                      <a:pt x="882" y="0"/>
                    </a:moveTo>
                    <a:cubicBezTo>
                      <a:pt x="393" y="0"/>
                      <a:pt x="1" y="393"/>
                      <a:pt x="1" y="881"/>
                    </a:cubicBezTo>
                    <a:lnTo>
                      <a:pt x="1" y="5870"/>
                    </a:lnTo>
                    <a:cubicBezTo>
                      <a:pt x="1" y="6358"/>
                      <a:pt x="393" y="6739"/>
                      <a:pt x="882" y="6739"/>
                    </a:cubicBezTo>
                    <a:lnTo>
                      <a:pt x="1072" y="6739"/>
                    </a:lnTo>
                    <a:lnTo>
                      <a:pt x="1072" y="6941"/>
                    </a:lnTo>
                    <a:cubicBezTo>
                      <a:pt x="1072" y="7430"/>
                      <a:pt x="1465" y="7811"/>
                      <a:pt x="1953" y="7811"/>
                    </a:cubicBezTo>
                    <a:lnTo>
                      <a:pt x="3275" y="7811"/>
                    </a:lnTo>
                    <a:lnTo>
                      <a:pt x="3144" y="8406"/>
                    </a:lnTo>
                    <a:cubicBezTo>
                      <a:pt x="3108" y="8549"/>
                      <a:pt x="3168" y="8692"/>
                      <a:pt x="3287" y="8763"/>
                    </a:cubicBezTo>
                    <a:cubicBezTo>
                      <a:pt x="3346" y="8811"/>
                      <a:pt x="3430" y="8823"/>
                      <a:pt x="3489" y="8823"/>
                    </a:cubicBezTo>
                    <a:cubicBezTo>
                      <a:pt x="3561" y="8823"/>
                      <a:pt x="3620" y="8811"/>
                      <a:pt x="3680" y="8763"/>
                    </a:cubicBezTo>
                    <a:lnTo>
                      <a:pt x="4918" y="7918"/>
                    </a:lnTo>
                    <a:lnTo>
                      <a:pt x="7704" y="9835"/>
                    </a:lnTo>
                    <a:cubicBezTo>
                      <a:pt x="7763" y="9882"/>
                      <a:pt x="7847" y="9894"/>
                      <a:pt x="7906" y="9894"/>
                    </a:cubicBezTo>
                    <a:cubicBezTo>
                      <a:pt x="7978" y="9894"/>
                      <a:pt x="8037" y="9882"/>
                      <a:pt x="8097" y="9835"/>
                    </a:cubicBezTo>
                    <a:cubicBezTo>
                      <a:pt x="8216" y="9763"/>
                      <a:pt x="8275" y="9620"/>
                      <a:pt x="8240" y="9477"/>
                    </a:cubicBezTo>
                    <a:lnTo>
                      <a:pt x="7859" y="7811"/>
                    </a:lnTo>
                    <a:lnTo>
                      <a:pt x="10490" y="7811"/>
                    </a:lnTo>
                    <a:cubicBezTo>
                      <a:pt x="10978" y="7811"/>
                      <a:pt x="11371" y="7430"/>
                      <a:pt x="11371" y="6941"/>
                    </a:cubicBezTo>
                    <a:lnTo>
                      <a:pt x="11371" y="1953"/>
                    </a:lnTo>
                    <a:cubicBezTo>
                      <a:pt x="11371" y="1476"/>
                      <a:pt x="10966" y="1072"/>
                      <a:pt x="10490" y="1072"/>
                    </a:cubicBezTo>
                    <a:lnTo>
                      <a:pt x="10299" y="1072"/>
                    </a:lnTo>
                    <a:lnTo>
                      <a:pt x="10299" y="881"/>
                    </a:lnTo>
                    <a:cubicBezTo>
                      <a:pt x="10299" y="393"/>
                      <a:pt x="9918" y="0"/>
                      <a:pt x="9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336" name="Google Shape;13336;p68"/>
          <p:cNvGrpSpPr/>
          <p:nvPr/>
        </p:nvGrpSpPr>
        <p:grpSpPr>
          <a:xfrm>
            <a:off x="7011924" y="1633752"/>
            <a:ext cx="499533" cy="305136"/>
            <a:chOff x="7009649" y="1541981"/>
            <a:chExt cx="524940" cy="320655"/>
          </a:xfrm>
        </p:grpSpPr>
        <p:sp>
          <p:nvSpPr>
            <p:cNvPr id="13337" name="Google Shape;13337;p68"/>
            <p:cNvSpPr/>
            <p:nvPr/>
          </p:nvSpPr>
          <p:spPr>
            <a:xfrm>
              <a:off x="7009649" y="1541981"/>
              <a:ext cx="524940" cy="320655"/>
            </a:xfrm>
            <a:custGeom>
              <a:avLst/>
              <a:gdLst/>
              <a:ahLst/>
              <a:cxnLst/>
              <a:rect l="l" t="t" r="r" b="b"/>
              <a:pathLst>
                <a:path w="16492" h="10074" extrusionOk="0">
                  <a:moveTo>
                    <a:pt x="13979" y="1227"/>
                  </a:moveTo>
                  <a:lnTo>
                    <a:pt x="13979" y="6764"/>
                  </a:lnTo>
                  <a:lnTo>
                    <a:pt x="11348" y="6764"/>
                  </a:lnTo>
                  <a:cubicBezTo>
                    <a:pt x="11205" y="6764"/>
                    <a:pt x="11109" y="6871"/>
                    <a:pt x="11109" y="7002"/>
                  </a:cubicBezTo>
                  <a:cubicBezTo>
                    <a:pt x="11109" y="7145"/>
                    <a:pt x="11205" y="7240"/>
                    <a:pt x="11348" y="7240"/>
                  </a:cubicBezTo>
                  <a:lnTo>
                    <a:pt x="13979" y="7240"/>
                  </a:lnTo>
                  <a:lnTo>
                    <a:pt x="13979" y="7514"/>
                  </a:lnTo>
                  <a:lnTo>
                    <a:pt x="2537" y="7514"/>
                  </a:lnTo>
                  <a:lnTo>
                    <a:pt x="2537" y="7240"/>
                  </a:lnTo>
                  <a:lnTo>
                    <a:pt x="10336" y="7240"/>
                  </a:lnTo>
                  <a:cubicBezTo>
                    <a:pt x="10466" y="7240"/>
                    <a:pt x="10574" y="7145"/>
                    <a:pt x="10574" y="7002"/>
                  </a:cubicBezTo>
                  <a:cubicBezTo>
                    <a:pt x="10574" y="6871"/>
                    <a:pt x="10466" y="6764"/>
                    <a:pt x="10336" y="6764"/>
                  </a:cubicBezTo>
                  <a:lnTo>
                    <a:pt x="7014" y="6764"/>
                  </a:lnTo>
                  <a:lnTo>
                    <a:pt x="7014" y="1227"/>
                  </a:lnTo>
                  <a:close/>
                  <a:moveTo>
                    <a:pt x="14169" y="7990"/>
                  </a:moveTo>
                  <a:lnTo>
                    <a:pt x="14943" y="8287"/>
                  </a:lnTo>
                  <a:lnTo>
                    <a:pt x="1537" y="8287"/>
                  </a:lnTo>
                  <a:lnTo>
                    <a:pt x="2323" y="7990"/>
                  </a:lnTo>
                  <a:close/>
                  <a:moveTo>
                    <a:pt x="10240" y="8776"/>
                  </a:moveTo>
                  <a:lnTo>
                    <a:pt x="10014" y="9002"/>
                  </a:lnTo>
                  <a:lnTo>
                    <a:pt x="6526" y="9002"/>
                  </a:lnTo>
                  <a:lnTo>
                    <a:pt x="6299" y="8776"/>
                  </a:lnTo>
                  <a:close/>
                  <a:moveTo>
                    <a:pt x="16003" y="8776"/>
                  </a:moveTo>
                  <a:lnTo>
                    <a:pt x="16003" y="8823"/>
                  </a:lnTo>
                  <a:lnTo>
                    <a:pt x="16015" y="8823"/>
                  </a:lnTo>
                  <a:cubicBezTo>
                    <a:pt x="16015" y="9252"/>
                    <a:pt x="15658" y="9609"/>
                    <a:pt x="15229" y="9609"/>
                  </a:cubicBezTo>
                  <a:lnTo>
                    <a:pt x="1287" y="9609"/>
                  </a:lnTo>
                  <a:cubicBezTo>
                    <a:pt x="846" y="9609"/>
                    <a:pt x="489" y="9252"/>
                    <a:pt x="489" y="8823"/>
                  </a:cubicBezTo>
                  <a:lnTo>
                    <a:pt x="489" y="8776"/>
                  </a:lnTo>
                  <a:lnTo>
                    <a:pt x="5633" y="8776"/>
                  </a:lnTo>
                  <a:lnTo>
                    <a:pt x="6252" y="9407"/>
                  </a:lnTo>
                  <a:cubicBezTo>
                    <a:pt x="6299" y="9454"/>
                    <a:pt x="6359" y="9478"/>
                    <a:pt x="6418" y="9478"/>
                  </a:cubicBezTo>
                  <a:lnTo>
                    <a:pt x="10121" y="9478"/>
                  </a:lnTo>
                  <a:cubicBezTo>
                    <a:pt x="10181" y="9478"/>
                    <a:pt x="10240" y="9454"/>
                    <a:pt x="10288" y="9407"/>
                  </a:cubicBezTo>
                  <a:lnTo>
                    <a:pt x="10907" y="8776"/>
                  </a:lnTo>
                  <a:close/>
                  <a:moveTo>
                    <a:pt x="2811" y="1"/>
                  </a:moveTo>
                  <a:cubicBezTo>
                    <a:pt x="2382" y="1"/>
                    <a:pt x="2037" y="346"/>
                    <a:pt x="2037" y="775"/>
                  </a:cubicBezTo>
                  <a:lnTo>
                    <a:pt x="2037" y="3799"/>
                  </a:lnTo>
                  <a:cubicBezTo>
                    <a:pt x="2037" y="3930"/>
                    <a:pt x="2144" y="4037"/>
                    <a:pt x="2275" y="4037"/>
                  </a:cubicBezTo>
                  <a:cubicBezTo>
                    <a:pt x="2418" y="4037"/>
                    <a:pt x="2513" y="3930"/>
                    <a:pt x="2513" y="3799"/>
                  </a:cubicBezTo>
                  <a:lnTo>
                    <a:pt x="2513" y="1215"/>
                  </a:lnTo>
                  <a:lnTo>
                    <a:pt x="6526" y="1215"/>
                  </a:lnTo>
                  <a:lnTo>
                    <a:pt x="6526" y="6752"/>
                  </a:lnTo>
                  <a:lnTo>
                    <a:pt x="2513" y="6752"/>
                  </a:lnTo>
                  <a:lnTo>
                    <a:pt x="2513" y="4763"/>
                  </a:lnTo>
                  <a:cubicBezTo>
                    <a:pt x="2513" y="4632"/>
                    <a:pt x="2418" y="4525"/>
                    <a:pt x="2275" y="4525"/>
                  </a:cubicBezTo>
                  <a:cubicBezTo>
                    <a:pt x="2144" y="4525"/>
                    <a:pt x="2037" y="4632"/>
                    <a:pt x="2037" y="4763"/>
                  </a:cubicBezTo>
                  <a:lnTo>
                    <a:pt x="2037" y="7573"/>
                  </a:lnTo>
                  <a:lnTo>
                    <a:pt x="156" y="8299"/>
                  </a:lnTo>
                  <a:cubicBezTo>
                    <a:pt x="60" y="8335"/>
                    <a:pt x="1" y="8430"/>
                    <a:pt x="1" y="8526"/>
                  </a:cubicBezTo>
                  <a:lnTo>
                    <a:pt x="1" y="8811"/>
                  </a:lnTo>
                  <a:cubicBezTo>
                    <a:pt x="1" y="9502"/>
                    <a:pt x="572" y="10073"/>
                    <a:pt x="1263" y="10073"/>
                  </a:cubicBezTo>
                  <a:lnTo>
                    <a:pt x="15217" y="10073"/>
                  </a:lnTo>
                  <a:cubicBezTo>
                    <a:pt x="15908" y="10073"/>
                    <a:pt x="16479" y="9502"/>
                    <a:pt x="16479" y="8811"/>
                  </a:cubicBezTo>
                  <a:lnTo>
                    <a:pt x="16479" y="8526"/>
                  </a:lnTo>
                  <a:cubicBezTo>
                    <a:pt x="16491" y="8430"/>
                    <a:pt x="16432" y="8347"/>
                    <a:pt x="16348" y="8323"/>
                  </a:cubicBezTo>
                  <a:lnTo>
                    <a:pt x="14467" y="7585"/>
                  </a:lnTo>
                  <a:lnTo>
                    <a:pt x="14467" y="775"/>
                  </a:lnTo>
                  <a:cubicBezTo>
                    <a:pt x="14467" y="346"/>
                    <a:pt x="14122" y="1"/>
                    <a:pt x="13693" y="1"/>
                  </a:cubicBezTo>
                  <a:lnTo>
                    <a:pt x="11550" y="1"/>
                  </a:lnTo>
                  <a:cubicBezTo>
                    <a:pt x="11419" y="1"/>
                    <a:pt x="11312" y="108"/>
                    <a:pt x="11312" y="239"/>
                  </a:cubicBezTo>
                  <a:cubicBezTo>
                    <a:pt x="11312" y="370"/>
                    <a:pt x="11419" y="477"/>
                    <a:pt x="11550" y="477"/>
                  </a:cubicBezTo>
                  <a:lnTo>
                    <a:pt x="13693" y="477"/>
                  </a:lnTo>
                  <a:cubicBezTo>
                    <a:pt x="13848" y="477"/>
                    <a:pt x="13967" y="596"/>
                    <a:pt x="13979" y="739"/>
                  </a:cubicBezTo>
                  <a:lnTo>
                    <a:pt x="2537" y="739"/>
                  </a:lnTo>
                  <a:cubicBezTo>
                    <a:pt x="2549" y="596"/>
                    <a:pt x="2668" y="477"/>
                    <a:pt x="2811" y="477"/>
                  </a:cubicBezTo>
                  <a:lnTo>
                    <a:pt x="10586" y="477"/>
                  </a:lnTo>
                  <a:cubicBezTo>
                    <a:pt x="10717" y="477"/>
                    <a:pt x="10824" y="370"/>
                    <a:pt x="10824" y="239"/>
                  </a:cubicBezTo>
                  <a:cubicBezTo>
                    <a:pt x="10824" y="108"/>
                    <a:pt x="10717" y="1"/>
                    <a:pt x="105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68"/>
            <p:cNvSpPr/>
            <p:nvPr/>
          </p:nvSpPr>
          <p:spPr>
            <a:xfrm>
              <a:off x="7110104" y="1604909"/>
              <a:ext cx="61782" cy="41697"/>
            </a:xfrm>
            <a:custGeom>
              <a:avLst/>
              <a:gdLst/>
              <a:ahLst/>
              <a:cxnLst/>
              <a:rect l="l" t="t" r="r" b="b"/>
              <a:pathLst>
                <a:path w="1941" h="1310" extrusionOk="0">
                  <a:moveTo>
                    <a:pt x="1441" y="488"/>
                  </a:moveTo>
                  <a:lnTo>
                    <a:pt x="1441" y="834"/>
                  </a:lnTo>
                  <a:lnTo>
                    <a:pt x="488" y="834"/>
                  </a:lnTo>
                  <a:lnTo>
                    <a:pt x="488" y="488"/>
                  </a:lnTo>
                  <a:close/>
                  <a:moveTo>
                    <a:pt x="238" y="0"/>
                  </a:moveTo>
                  <a:cubicBezTo>
                    <a:pt x="107" y="0"/>
                    <a:pt x="0" y="107"/>
                    <a:pt x="0" y="238"/>
                  </a:cubicBezTo>
                  <a:lnTo>
                    <a:pt x="0" y="1072"/>
                  </a:lnTo>
                  <a:cubicBezTo>
                    <a:pt x="0" y="1203"/>
                    <a:pt x="107" y="1310"/>
                    <a:pt x="238" y="1310"/>
                  </a:cubicBezTo>
                  <a:lnTo>
                    <a:pt x="1679" y="1310"/>
                  </a:lnTo>
                  <a:cubicBezTo>
                    <a:pt x="1822" y="1310"/>
                    <a:pt x="1917" y="1203"/>
                    <a:pt x="1917" y="1072"/>
                  </a:cubicBezTo>
                  <a:lnTo>
                    <a:pt x="1917" y="238"/>
                  </a:lnTo>
                  <a:cubicBezTo>
                    <a:pt x="1941" y="119"/>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68"/>
            <p:cNvSpPr/>
            <p:nvPr/>
          </p:nvSpPr>
          <p:spPr>
            <a:xfrm>
              <a:off x="7110455" y="1655296"/>
              <a:ext cx="96700" cy="15183"/>
            </a:xfrm>
            <a:custGeom>
              <a:avLst/>
              <a:gdLst/>
              <a:ahLst/>
              <a:cxnLst/>
              <a:rect l="l" t="t" r="r" b="b"/>
              <a:pathLst>
                <a:path w="3038" h="477" extrusionOk="0">
                  <a:moveTo>
                    <a:pt x="239" y="1"/>
                  </a:moveTo>
                  <a:cubicBezTo>
                    <a:pt x="108" y="1"/>
                    <a:pt x="1" y="96"/>
                    <a:pt x="1" y="239"/>
                  </a:cubicBezTo>
                  <a:cubicBezTo>
                    <a:pt x="1" y="370"/>
                    <a:pt x="108" y="477"/>
                    <a:pt x="239" y="477"/>
                  </a:cubicBezTo>
                  <a:lnTo>
                    <a:pt x="2799" y="477"/>
                  </a:lnTo>
                  <a:cubicBezTo>
                    <a:pt x="2942" y="477"/>
                    <a:pt x="3037" y="370"/>
                    <a:pt x="3037" y="239"/>
                  </a:cubicBezTo>
                  <a:cubicBezTo>
                    <a:pt x="3037" y="96"/>
                    <a:pt x="294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68"/>
            <p:cNvSpPr/>
            <p:nvPr/>
          </p:nvSpPr>
          <p:spPr>
            <a:xfrm>
              <a:off x="7146104" y="1676909"/>
              <a:ext cx="61050" cy="41729"/>
            </a:xfrm>
            <a:custGeom>
              <a:avLst/>
              <a:gdLst/>
              <a:ahLst/>
              <a:cxnLst/>
              <a:rect l="l" t="t" r="r" b="b"/>
              <a:pathLst>
                <a:path w="1918" h="1311" extrusionOk="0">
                  <a:moveTo>
                    <a:pt x="1441" y="489"/>
                  </a:moveTo>
                  <a:lnTo>
                    <a:pt x="1441" y="834"/>
                  </a:lnTo>
                  <a:lnTo>
                    <a:pt x="488" y="834"/>
                  </a:lnTo>
                  <a:lnTo>
                    <a:pt x="488" y="489"/>
                  </a:lnTo>
                  <a:close/>
                  <a:moveTo>
                    <a:pt x="238" y="0"/>
                  </a:moveTo>
                  <a:cubicBezTo>
                    <a:pt x="107" y="0"/>
                    <a:pt x="0" y="108"/>
                    <a:pt x="0" y="239"/>
                  </a:cubicBezTo>
                  <a:lnTo>
                    <a:pt x="0" y="1072"/>
                  </a:lnTo>
                  <a:cubicBezTo>
                    <a:pt x="0" y="1203"/>
                    <a:pt x="107" y="1310"/>
                    <a:pt x="238" y="1310"/>
                  </a:cubicBezTo>
                  <a:lnTo>
                    <a:pt x="1679" y="1310"/>
                  </a:lnTo>
                  <a:cubicBezTo>
                    <a:pt x="1822" y="1310"/>
                    <a:pt x="1917" y="1203"/>
                    <a:pt x="1917" y="1072"/>
                  </a:cubicBezTo>
                  <a:lnTo>
                    <a:pt x="1917" y="239"/>
                  </a:lnTo>
                  <a:cubicBezTo>
                    <a:pt x="1917" y="108"/>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68"/>
            <p:cNvSpPr/>
            <p:nvPr/>
          </p:nvSpPr>
          <p:spPr>
            <a:xfrm>
              <a:off x="7110455" y="1726563"/>
              <a:ext cx="96700" cy="15183"/>
            </a:xfrm>
            <a:custGeom>
              <a:avLst/>
              <a:gdLst/>
              <a:ahLst/>
              <a:cxnLst/>
              <a:rect l="l" t="t" r="r" b="b"/>
              <a:pathLst>
                <a:path w="3038" h="477" extrusionOk="0">
                  <a:moveTo>
                    <a:pt x="239" y="0"/>
                  </a:moveTo>
                  <a:cubicBezTo>
                    <a:pt x="108" y="0"/>
                    <a:pt x="1" y="107"/>
                    <a:pt x="1" y="238"/>
                  </a:cubicBezTo>
                  <a:cubicBezTo>
                    <a:pt x="1" y="381"/>
                    <a:pt x="108" y="476"/>
                    <a:pt x="239" y="476"/>
                  </a:cubicBezTo>
                  <a:lnTo>
                    <a:pt x="2799" y="476"/>
                  </a:lnTo>
                  <a:cubicBezTo>
                    <a:pt x="2942" y="476"/>
                    <a:pt x="3037" y="381"/>
                    <a:pt x="3037" y="238"/>
                  </a:cubicBezTo>
                  <a:cubicBezTo>
                    <a:pt x="3037" y="107"/>
                    <a:pt x="294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2" name="Google Shape;13342;p68"/>
            <p:cNvSpPr/>
            <p:nvPr/>
          </p:nvSpPr>
          <p:spPr>
            <a:xfrm>
              <a:off x="7262825" y="1636739"/>
              <a:ext cx="48541" cy="80371"/>
            </a:xfrm>
            <a:custGeom>
              <a:avLst/>
              <a:gdLst/>
              <a:ahLst/>
              <a:cxnLst/>
              <a:rect l="l" t="t" r="r" b="b"/>
              <a:pathLst>
                <a:path w="1525" h="2525" extrusionOk="0">
                  <a:moveTo>
                    <a:pt x="1268" y="0"/>
                  </a:moveTo>
                  <a:cubicBezTo>
                    <a:pt x="1206" y="0"/>
                    <a:pt x="1143" y="24"/>
                    <a:pt x="1096" y="72"/>
                  </a:cubicBezTo>
                  <a:lnTo>
                    <a:pt x="72" y="1096"/>
                  </a:lnTo>
                  <a:cubicBezTo>
                    <a:pt x="24" y="1143"/>
                    <a:pt x="0" y="1203"/>
                    <a:pt x="0" y="1262"/>
                  </a:cubicBezTo>
                  <a:cubicBezTo>
                    <a:pt x="0" y="1322"/>
                    <a:pt x="24" y="1381"/>
                    <a:pt x="72" y="1429"/>
                  </a:cubicBezTo>
                  <a:lnTo>
                    <a:pt x="1096" y="2453"/>
                  </a:lnTo>
                  <a:cubicBezTo>
                    <a:pt x="1143" y="2501"/>
                    <a:pt x="1203" y="2524"/>
                    <a:pt x="1262" y="2524"/>
                  </a:cubicBezTo>
                  <a:cubicBezTo>
                    <a:pt x="1322" y="2524"/>
                    <a:pt x="1381" y="2501"/>
                    <a:pt x="1429" y="2453"/>
                  </a:cubicBezTo>
                  <a:cubicBezTo>
                    <a:pt x="1524" y="2370"/>
                    <a:pt x="1524" y="2215"/>
                    <a:pt x="1441" y="2108"/>
                  </a:cubicBezTo>
                  <a:lnTo>
                    <a:pt x="596" y="1262"/>
                  </a:lnTo>
                  <a:lnTo>
                    <a:pt x="1441" y="417"/>
                  </a:lnTo>
                  <a:cubicBezTo>
                    <a:pt x="1524" y="322"/>
                    <a:pt x="1524" y="167"/>
                    <a:pt x="1441" y="72"/>
                  </a:cubicBezTo>
                  <a:cubicBezTo>
                    <a:pt x="1393" y="24"/>
                    <a:pt x="1331" y="0"/>
                    <a:pt x="1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3" name="Google Shape;13343;p68"/>
            <p:cNvSpPr/>
            <p:nvPr/>
          </p:nvSpPr>
          <p:spPr>
            <a:xfrm>
              <a:off x="7380691" y="1636357"/>
              <a:ext cx="48891" cy="80371"/>
            </a:xfrm>
            <a:custGeom>
              <a:avLst/>
              <a:gdLst/>
              <a:ahLst/>
              <a:cxnLst/>
              <a:rect l="l" t="t" r="r" b="b"/>
              <a:pathLst>
                <a:path w="1536" h="2525" extrusionOk="0">
                  <a:moveTo>
                    <a:pt x="261" y="0"/>
                  </a:moveTo>
                  <a:cubicBezTo>
                    <a:pt x="197" y="0"/>
                    <a:pt x="131" y="24"/>
                    <a:pt x="83" y="72"/>
                  </a:cubicBezTo>
                  <a:cubicBezTo>
                    <a:pt x="0" y="155"/>
                    <a:pt x="0" y="322"/>
                    <a:pt x="83" y="417"/>
                  </a:cubicBezTo>
                  <a:lnTo>
                    <a:pt x="941" y="1262"/>
                  </a:lnTo>
                  <a:lnTo>
                    <a:pt x="83" y="2108"/>
                  </a:lnTo>
                  <a:cubicBezTo>
                    <a:pt x="0" y="2203"/>
                    <a:pt x="0" y="2358"/>
                    <a:pt x="83" y="2453"/>
                  </a:cubicBezTo>
                  <a:cubicBezTo>
                    <a:pt x="131" y="2501"/>
                    <a:pt x="191" y="2525"/>
                    <a:pt x="250" y="2525"/>
                  </a:cubicBezTo>
                  <a:cubicBezTo>
                    <a:pt x="310" y="2525"/>
                    <a:pt x="369" y="2501"/>
                    <a:pt x="417" y="2453"/>
                  </a:cubicBezTo>
                  <a:lnTo>
                    <a:pt x="1441" y="1429"/>
                  </a:lnTo>
                  <a:cubicBezTo>
                    <a:pt x="1488" y="1382"/>
                    <a:pt x="1512" y="1322"/>
                    <a:pt x="1512" y="1262"/>
                  </a:cubicBezTo>
                  <a:cubicBezTo>
                    <a:pt x="1536" y="1203"/>
                    <a:pt x="1500" y="1143"/>
                    <a:pt x="1453" y="1096"/>
                  </a:cubicBezTo>
                  <a:lnTo>
                    <a:pt x="429" y="72"/>
                  </a:lnTo>
                  <a:cubicBezTo>
                    <a:pt x="387" y="24"/>
                    <a:pt x="325" y="0"/>
                    <a:pt x="2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68"/>
            <p:cNvSpPr/>
            <p:nvPr/>
          </p:nvSpPr>
          <p:spPr>
            <a:xfrm>
              <a:off x="7321933" y="1626744"/>
              <a:ext cx="48923" cy="99851"/>
            </a:xfrm>
            <a:custGeom>
              <a:avLst/>
              <a:gdLst/>
              <a:ahLst/>
              <a:cxnLst/>
              <a:rect l="l" t="t" r="r" b="b"/>
              <a:pathLst>
                <a:path w="1537" h="3137" extrusionOk="0">
                  <a:moveTo>
                    <a:pt x="1249" y="0"/>
                  </a:moveTo>
                  <a:cubicBezTo>
                    <a:pt x="1154" y="0"/>
                    <a:pt x="1061" y="59"/>
                    <a:pt x="1025" y="160"/>
                  </a:cubicBezTo>
                  <a:lnTo>
                    <a:pt x="48" y="2815"/>
                  </a:lnTo>
                  <a:cubicBezTo>
                    <a:pt x="1" y="2934"/>
                    <a:pt x="60" y="3077"/>
                    <a:pt x="191" y="3124"/>
                  </a:cubicBezTo>
                  <a:cubicBezTo>
                    <a:pt x="227" y="3136"/>
                    <a:pt x="251" y="3136"/>
                    <a:pt x="286" y="3136"/>
                  </a:cubicBezTo>
                  <a:cubicBezTo>
                    <a:pt x="382" y="3136"/>
                    <a:pt x="477" y="3077"/>
                    <a:pt x="501" y="2981"/>
                  </a:cubicBezTo>
                  <a:lnTo>
                    <a:pt x="1489" y="326"/>
                  </a:lnTo>
                  <a:cubicBezTo>
                    <a:pt x="1537" y="207"/>
                    <a:pt x="1477" y="64"/>
                    <a:pt x="1334" y="17"/>
                  </a:cubicBezTo>
                  <a:cubicBezTo>
                    <a:pt x="1307" y="6"/>
                    <a:pt x="1278" y="0"/>
                    <a:pt x="12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5" name="Google Shape;13345;p68"/>
          <p:cNvGrpSpPr/>
          <p:nvPr/>
        </p:nvGrpSpPr>
        <p:grpSpPr>
          <a:xfrm>
            <a:off x="8034034" y="1594309"/>
            <a:ext cx="282746" cy="340358"/>
            <a:chOff x="8034034" y="1518109"/>
            <a:chExt cx="282746" cy="340358"/>
          </a:xfrm>
        </p:grpSpPr>
        <p:sp>
          <p:nvSpPr>
            <p:cNvPr id="13346" name="Google Shape;13346;p68"/>
            <p:cNvSpPr/>
            <p:nvPr/>
          </p:nvSpPr>
          <p:spPr>
            <a:xfrm>
              <a:off x="8034034" y="1518109"/>
              <a:ext cx="282746" cy="340358"/>
            </a:xfrm>
            <a:custGeom>
              <a:avLst/>
              <a:gdLst/>
              <a:ahLst/>
              <a:cxnLst/>
              <a:rect l="l" t="t" r="r" b="b"/>
              <a:pathLst>
                <a:path w="8883" h="10693" extrusionOk="0">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7" name="Google Shape;13347;p68"/>
            <p:cNvSpPr/>
            <p:nvPr/>
          </p:nvSpPr>
          <p:spPr>
            <a:xfrm>
              <a:off x="8161736" y="1632569"/>
              <a:ext cx="28456" cy="173601"/>
            </a:xfrm>
            <a:custGeom>
              <a:avLst/>
              <a:gdLst/>
              <a:ahLst/>
              <a:cxnLst/>
              <a:rect l="l" t="t" r="r" b="b"/>
              <a:pathLst>
                <a:path w="894" h="5454" extrusionOk="0">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8" name="Google Shape;13348;p68"/>
            <p:cNvSpPr/>
            <p:nvPr/>
          </p:nvSpPr>
          <p:spPr>
            <a:xfrm>
              <a:off x="8214796" y="1632951"/>
              <a:ext cx="33008" cy="173601"/>
            </a:xfrm>
            <a:custGeom>
              <a:avLst/>
              <a:gdLst/>
              <a:ahLst/>
              <a:cxnLst/>
              <a:rect l="l" t="t" r="r" b="b"/>
              <a:pathLst>
                <a:path w="1037" h="5454" extrusionOk="0">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68"/>
            <p:cNvSpPr/>
            <p:nvPr/>
          </p:nvSpPr>
          <p:spPr>
            <a:xfrm>
              <a:off x="8103391" y="1632569"/>
              <a:ext cx="33390" cy="173601"/>
            </a:xfrm>
            <a:custGeom>
              <a:avLst/>
              <a:gdLst/>
              <a:ahLst/>
              <a:cxnLst/>
              <a:rect l="l" t="t" r="r" b="b"/>
              <a:pathLst>
                <a:path w="1049" h="5454" extrusionOk="0">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0" name="Google Shape;13350;p68"/>
          <p:cNvGrpSpPr/>
          <p:nvPr/>
        </p:nvGrpSpPr>
        <p:grpSpPr>
          <a:xfrm>
            <a:off x="7582302" y="1576134"/>
            <a:ext cx="369133" cy="360411"/>
            <a:chOff x="7582302" y="1499934"/>
            <a:chExt cx="369133" cy="360411"/>
          </a:xfrm>
        </p:grpSpPr>
        <p:sp>
          <p:nvSpPr>
            <p:cNvPr id="13351" name="Google Shape;13351;p68"/>
            <p:cNvSpPr/>
            <p:nvPr/>
          </p:nvSpPr>
          <p:spPr>
            <a:xfrm>
              <a:off x="7582302" y="1499934"/>
              <a:ext cx="369133" cy="360411"/>
            </a:xfrm>
            <a:custGeom>
              <a:avLst/>
              <a:gdLst/>
              <a:ahLst/>
              <a:cxnLst/>
              <a:rect l="l" t="t" r="r" b="b"/>
              <a:pathLst>
                <a:path w="11597" h="11323" extrusionOk="0">
                  <a:moveTo>
                    <a:pt x="7204" y="595"/>
                  </a:moveTo>
                  <a:cubicBezTo>
                    <a:pt x="7418" y="595"/>
                    <a:pt x="7573" y="738"/>
                    <a:pt x="7608" y="917"/>
                  </a:cubicBezTo>
                  <a:cubicBezTo>
                    <a:pt x="7608" y="941"/>
                    <a:pt x="7620" y="976"/>
                    <a:pt x="7620" y="1000"/>
                  </a:cubicBezTo>
                  <a:lnTo>
                    <a:pt x="7620" y="1750"/>
                  </a:lnTo>
                  <a:lnTo>
                    <a:pt x="3322" y="1750"/>
                  </a:lnTo>
                  <a:lnTo>
                    <a:pt x="3322" y="1631"/>
                  </a:lnTo>
                  <a:cubicBezTo>
                    <a:pt x="3322" y="1227"/>
                    <a:pt x="3191" y="869"/>
                    <a:pt x="2953" y="595"/>
                  </a:cubicBezTo>
                  <a:close/>
                  <a:moveTo>
                    <a:pt x="1667" y="310"/>
                  </a:moveTo>
                  <a:cubicBezTo>
                    <a:pt x="2405" y="310"/>
                    <a:pt x="3001" y="905"/>
                    <a:pt x="3001" y="1631"/>
                  </a:cubicBezTo>
                  <a:cubicBezTo>
                    <a:pt x="3001" y="2358"/>
                    <a:pt x="2405" y="2953"/>
                    <a:pt x="1667" y="2953"/>
                  </a:cubicBezTo>
                  <a:cubicBezTo>
                    <a:pt x="941" y="2953"/>
                    <a:pt x="346" y="2358"/>
                    <a:pt x="346" y="1631"/>
                  </a:cubicBezTo>
                  <a:cubicBezTo>
                    <a:pt x="346" y="905"/>
                    <a:pt x="941" y="310"/>
                    <a:pt x="1667" y="310"/>
                  </a:cubicBezTo>
                  <a:close/>
                  <a:moveTo>
                    <a:pt x="7644" y="9775"/>
                  </a:moveTo>
                  <a:lnTo>
                    <a:pt x="7644" y="10513"/>
                  </a:lnTo>
                  <a:cubicBezTo>
                    <a:pt x="7644" y="10549"/>
                    <a:pt x="7644" y="10573"/>
                    <a:pt x="7620" y="10609"/>
                  </a:cubicBezTo>
                  <a:cubicBezTo>
                    <a:pt x="7585" y="10799"/>
                    <a:pt x="7418" y="10930"/>
                    <a:pt x="7227" y="10930"/>
                  </a:cubicBezTo>
                  <a:lnTo>
                    <a:pt x="2358" y="10930"/>
                  </a:lnTo>
                  <a:cubicBezTo>
                    <a:pt x="2131" y="10930"/>
                    <a:pt x="1941" y="10740"/>
                    <a:pt x="1941" y="10513"/>
                  </a:cubicBezTo>
                  <a:lnTo>
                    <a:pt x="1941" y="9775"/>
                  </a:lnTo>
                  <a:close/>
                  <a:moveTo>
                    <a:pt x="1667" y="0"/>
                  </a:moveTo>
                  <a:cubicBezTo>
                    <a:pt x="750" y="0"/>
                    <a:pt x="0" y="738"/>
                    <a:pt x="0" y="1667"/>
                  </a:cubicBezTo>
                  <a:cubicBezTo>
                    <a:pt x="0" y="2560"/>
                    <a:pt x="715" y="3298"/>
                    <a:pt x="1608" y="3334"/>
                  </a:cubicBezTo>
                  <a:lnTo>
                    <a:pt x="1608" y="4917"/>
                  </a:lnTo>
                  <a:cubicBezTo>
                    <a:pt x="1608" y="5013"/>
                    <a:pt x="1691" y="5084"/>
                    <a:pt x="1774" y="5084"/>
                  </a:cubicBezTo>
                  <a:cubicBezTo>
                    <a:pt x="1858" y="5084"/>
                    <a:pt x="1941" y="5013"/>
                    <a:pt x="1941" y="4917"/>
                  </a:cubicBezTo>
                  <a:lnTo>
                    <a:pt x="1941" y="3310"/>
                  </a:lnTo>
                  <a:cubicBezTo>
                    <a:pt x="2572" y="3203"/>
                    <a:pt x="3096" y="2739"/>
                    <a:pt x="3263" y="2119"/>
                  </a:cubicBezTo>
                  <a:lnTo>
                    <a:pt x="7644" y="2119"/>
                  </a:lnTo>
                  <a:lnTo>
                    <a:pt x="7644" y="3489"/>
                  </a:lnTo>
                  <a:lnTo>
                    <a:pt x="4929" y="3489"/>
                  </a:lnTo>
                  <a:lnTo>
                    <a:pt x="4929" y="2905"/>
                  </a:lnTo>
                  <a:cubicBezTo>
                    <a:pt x="4929" y="2822"/>
                    <a:pt x="4858" y="2751"/>
                    <a:pt x="4763" y="2751"/>
                  </a:cubicBezTo>
                  <a:cubicBezTo>
                    <a:pt x="4679" y="2751"/>
                    <a:pt x="4608" y="2822"/>
                    <a:pt x="4608" y="2905"/>
                  </a:cubicBezTo>
                  <a:lnTo>
                    <a:pt x="4608" y="3882"/>
                  </a:lnTo>
                  <a:lnTo>
                    <a:pt x="4608" y="7715"/>
                  </a:lnTo>
                  <a:lnTo>
                    <a:pt x="4608" y="8692"/>
                  </a:lnTo>
                  <a:cubicBezTo>
                    <a:pt x="4608" y="8775"/>
                    <a:pt x="4679" y="8847"/>
                    <a:pt x="4763" y="8847"/>
                  </a:cubicBezTo>
                  <a:cubicBezTo>
                    <a:pt x="4858" y="8847"/>
                    <a:pt x="4929" y="8775"/>
                    <a:pt x="4929" y="8692"/>
                  </a:cubicBezTo>
                  <a:lnTo>
                    <a:pt x="4929" y="8096"/>
                  </a:lnTo>
                  <a:lnTo>
                    <a:pt x="7644" y="8096"/>
                  </a:lnTo>
                  <a:lnTo>
                    <a:pt x="7644" y="9478"/>
                  </a:lnTo>
                  <a:lnTo>
                    <a:pt x="1941" y="9478"/>
                  </a:lnTo>
                  <a:lnTo>
                    <a:pt x="1941" y="5668"/>
                  </a:lnTo>
                  <a:cubicBezTo>
                    <a:pt x="1941" y="5572"/>
                    <a:pt x="1870" y="5501"/>
                    <a:pt x="1774" y="5501"/>
                  </a:cubicBezTo>
                  <a:cubicBezTo>
                    <a:pt x="1691" y="5501"/>
                    <a:pt x="1608" y="5572"/>
                    <a:pt x="1608" y="5668"/>
                  </a:cubicBezTo>
                  <a:lnTo>
                    <a:pt x="1608" y="9656"/>
                  </a:lnTo>
                  <a:lnTo>
                    <a:pt x="1608" y="10561"/>
                  </a:lnTo>
                  <a:cubicBezTo>
                    <a:pt x="1608" y="10978"/>
                    <a:pt x="1953" y="11323"/>
                    <a:pt x="2370" y="11323"/>
                  </a:cubicBezTo>
                  <a:lnTo>
                    <a:pt x="7239" y="11323"/>
                  </a:lnTo>
                  <a:cubicBezTo>
                    <a:pt x="7620" y="11323"/>
                    <a:pt x="7954" y="11025"/>
                    <a:pt x="8001" y="10632"/>
                  </a:cubicBezTo>
                  <a:lnTo>
                    <a:pt x="8001" y="10561"/>
                  </a:lnTo>
                  <a:lnTo>
                    <a:pt x="8001" y="9656"/>
                  </a:lnTo>
                  <a:lnTo>
                    <a:pt x="8001" y="8096"/>
                  </a:lnTo>
                  <a:lnTo>
                    <a:pt x="9025" y="8096"/>
                  </a:lnTo>
                  <a:cubicBezTo>
                    <a:pt x="9109" y="8096"/>
                    <a:pt x="9192" y="8013"/>
                    <a:pt x="9192" y="7930"/>
                  </a:cubicBezTo>
                  <a:cubicBezTo>
                    <a:pt x="9192" y="7834"/>
                    <a:pt x="9109" y="7763"/>
                    <a:pt x="9025" y="7763"/>
                  </a:cubicBezTo>
                  <a:lnTo>
                    <a:pt x="4977" y="7763"/>
                  </a:lnTo>
                  <a:cubicBezTo>
                    <a:pt x="4965" y="7763"/>
                    <a:pt x="4941" y="7751"/>
                    <a:pt x="4941" y="7727"/>
                  </a:cubicBezTo>
                  <a:lnTo>
                    <a:pt x="4941" y="3894"/>
                  </a:lnTo>
                  <a:cubicBezTo>
                    <a:pt x="4941" y="3882"/>
                    <a:pt x="4965" y="3858"/>
                    <a:pt x="4977" y="3858"/>
                  </a:cubicBezTo>
                  <a:lnTo>
                    <a:pt x="11228" y="3858"/>
                  </a:lnTo>
                  <a:cubicBezTo>
                    <a:pt x="11240" y="3858"/>
                    <a:pt x="11252" y="3882"/>
                    <a:pt x="11252" y="3894"/>
                  </a:cubicBezTo>
                  <a:lnTo>
                    <a:pt x="11252" y="7727"/>
                  </a:lnTo>
                  <a:cubicBezTo>
                    <a:pt x="11252" y="7751"/>
                    <a:pt x="11240" y="7763"/>
                    <a:pt x="11228" y="7763"/>
                  </a:cubicBezTo>
                  <a:lnTo>
                    <a:pt x="9763" y="7763"/>
                  </a:lnTo>
                  <a:cubicBezTo>
                    <a:pt x="9680" y="7763"/>
                    <a:pt x="9609" y="7834"/>
                    <a:pt x="9609" y="7930"/>
                  </a:cubicBezTo>
                  <a:cubicBezTo>
                    <a:pt x="9609" y="8013"/>
                    <a:pt x="9680" y="8096"/>
                    <a:pt x="9763" y="8096"/>
                  </a:cubicBezTo>
                  <a:lnTo>
                    <a:pt x="11228" y="8096"/>
                  </a:lnTo>
                  <a:cubicBezTo>
                    <a:pt x="11430" y="8096"/>
                    <a:pt x="11597" y="7930"/>
                    <a:pt x="11597" y="7715"/>
                  </a:cubicBezTo>
                  <a:lnTo>
                    <a:pt x="11597" y="3882"/>
                  </a:lnTo>
                  <a:cubicBezTo>
                    <a:pt x="11585" y="3632"/>
                    <a:pt x="11418" y="3465"/>
                    <a:pt x="11216" y="3465"/>
                  </a:cubicBezTo>
                  <a:lnTo>
                    <a:pt x="7977" y="3465"/>
                  </a:lnTo>
                  <a:lnTo>
                    <a:pt x="7977" y="1929"/>
                  </a:lnTo>
                  <a:lnTo>
                    <a:pt x="7977" y="1024"/>
                  </a:lnTo>
                  <a:lnTo>
                    <a:pt x="7977" y="953"/>
                  </a:lnTo>
                  <a:cubicBezTo>
                    <a:pt x="7942" y="560"/>
                    <a:pt x="7620" y="262"/>
                    <a:pt x="7227" y="262"/>
                  </a:cubicBezTo>
                  <a:lnTo>
                    <a:pt x="2655" y="262"/>
                  </a:lnTo>
                  <a:cubicBezTo>
                    <a:pt x="2643" y="262"/>
                    <a:pt x="2620" y="262"/>
                    <a:pt x="2608" y="274"/>
                  </a:cubicBezTo>
                  <a:cubicBezTo>
                    <a:pt x="2346" y="95"/>
                    <a:pt x="2012" y="0"/>
                    <a:pt x="1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68"/>
            <p:cNvSpPr/>
            <p:nvPr/>
          </p:nvSpPr>
          <p:spPr>
            <a:xfrm>
              <a:off x="7850598" y="1634829"/>
              <a:ext cx="77729" cy="51214"/>
            </a:xfrm>
            <a:custGeom>
              <a:avLst/>
              <a:gdLst/>
              <a:ahLst/>
              <a:cxnLst/>
              <a:rect l="l" t="t" r="r" b="b"/>
              <a:pathLst>
                <a:path w="2442" h="1609" extrusionOk="0">
                  <a:moveTo>
                    <a:pt x="1656" y="322"/>
                  </a:moveTo>
                  <a:cubicBezTo>
                    <a:pt x="1906" y="322"/>
                    <a:pt x="2108" y="537"/>
                    <a:pt x="2108" y="787"/>
                  </a:cubicBezTo>
                  <a:cubicBezTo>
                    <a:pt x="2108" y="1037"/>
                    <a:pt x="1906" y="1251"/>
                    <a:pt x="1656" y="1251"/>
                  </a:cubicBezTo>
                  <a:cubicBezTo>
                    <a:pt x="1394" y="1251"/>
                    <a:pt x="1191" y="1037"/>
                    <a:pt x="1191" y="787"/>
                  </a:cubicBezTo>
                  <a:cubicBezTo>
                    <a:pt x="1191" y="537"/>
                    <a:pt x="1394" y="322"/>
                    <a:pt x="1656" y="322"/>
                  </a:cubicBezTo>
                  <a:close/>
                  <a:moveTo>
                    <a:pt x="799" y="322"/>
                  </a:moveTo>
                  <a:cubicBezTo>
                    <a:pt x="858" y="322"/>
                    <a:pt x="906" y="346"/>
                    <a:pt x="965" y="358"/>
                  </a:cubicBezTo>
                  <a:cubicBezTo>
                    <a:pt x="894" y="477"/>
                    <a:pt x="834" y="632"/>
                    <a:pt x="834" y="787"/>
                  </a:cubicBezTo>
                  <a:cubicBezTo>
                    <a:pt x="834" y="929"/>
                    <a:pt x="870" y="1096"/>
                    <a:pt x="965" y="1215"/>
                  </a:cubicBezTo>
                  <a:cubicBezTo>
                    <a:pt x="918" y="1227"/>
                    <a:pt x="858" y="1251"/>
                    <a:pt x="799" y="1251"/>
                  </a:cubicBezTo>
                  <a:cubicBezTo>
                    <a:pt x="792" y="1251"/>
                    <a:pt x="785" y="1251"/>
                    <a:pt x="779" y="1251"/>
                  </a:cubicBezTo>
                  <a:cubicBezTo>
                    <a:pt x="538" y="1251"/>
                    <a:pt x="346" y="1042"/>
                    <a:pt x="346" y="787"/>
                  </a:cubicBezTo>
                  <a:cubicBezTo>
                    <a:pt x="346" y="537"/>
                    <a:pt x="549" y="322"/>
                    <a:pt x="799" y="322"/>
                  </a:cubicBezTo>
                  <a:close/>
                  <a:moveTo>
                    <a:pt x="799" y="1"/>
                  </a:moveTo>
                  <a:cubicBezTo>
                    <a:pt x="358" y="1"/>
                    <a:pt x="1" y="358"/>
                    <a:pt x="1" y="799"/>
                  </a:cubicBezTo>
                  <a:cubicBezTo>
                    <a:pt x="1" y="1251"/>
                    <a:pt x="358" y="1608"/>
                    <a:pt x="799" y="1608"/>
                  </a:cubicBezTo>
                  <a:cubicBezTo>
                    <a:pt x="953" y="1596"/>
                    <a:pt x="1096" y="1561"/>
                    <a:pt x="1215" y="1489"/>
                  </a:cubicBezTo>
                  <a:cubicBezTo>
                    <a:pt x="1334" y="1561"/>
                    <a:pt x="1489" y="1608"/>
                    <a:pt x="1632" y="1608"/>
                  </a:cubicBezTo>
                  <a:cubicBezTo>
                    <a:pt x="2084" y="1608"/>
                    <a:pt x="2442" y="1251"/>
                    <a:pt x="2442" y="799"/>
                  </a:cubicBezTo>
                  <a:cubicBezTo>
                    <a:pt x="2442" y="358"/>
                    <a:pt x="2084" y="1"/>
                    <a:pt x="1632" y="1"/>
                  </a:cubicBezTo>
                  <a:cubicBezTo>
                    <a:pt x="1489" y="1"/>
                    <a:pt x="1334" y="48"/>
                    <a:pt x="1215" y="120"/>
                  </a:cubicBezTo>
                  <a:cubicBezTo>
                    <a:pt x="1096" y="48"/>
                    <a:pt x="953" y="1"/>
                    <a:pt x="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68"/>
            <p:cNvSpPr/>
            <p:nvPr/>
          </p:nvSpPr>
          <p:spPr>
            <a:xfrm>
              <a:off x="7753962" y="1635593"/>
              <a:ext cx="70917" cy="48541"/>
            </a:xfrm>
            <a:custGeom>
              <a:avLst/>
              <a:gdLst/>
              <a:ahLst/>
              <a:cxnLst/>
              <a:rect l="l" t="t" r="r" b="b"/>
              <a:pathLst>
                <a:path w="2228" h="1525" extrusionOk="0">
                  <a:moveTo>
                    <a:pt x="1858" y="346"/>
                  </a:moveTo>
                  <a:cubicBezTo>
                    <a:pt x="1870" y="346"/>
                    <a:pt x="1894" y="358"/>
                    <a:pt x="1894" y="382"/>
                  </a:cubicBezTo>
                  <a:lnTo>
                    <a:pt x="1894" y="1156"/>
                  </a:lnTo>
                  <a:cubicBezTo>
                    <a:pt x="1894" y="1167"/>
                    <a:pt x="1870" y="1179"/>
                    <a:pt x="1858" y="1179"/>
                  </a:cubicBezTo>
                  <a:lnTo>
                    <a:pt x="370" y="1179"/>
                  </a:lnTo>
                  <a:cubicBezTo>
                    <a:pt x="358" y="1179"/>
                    <a:pt x="346" y="1167"/>
                    <a:pt x="346" y="1156"/>
                  </a:cubicBezTo>
                  <a:lnTo>
                    <a:pt x="346" y="382"/>
                  </a:lnTo>
                  <a:cubicBezTo>
                    <a:pt x="346" y="358"/>
                    <a:pt x="358" y="346"/>
                    <a:pt x="370" y="346"/>
                  </a:cubicBezTo>
                  <a:close/>
                  <a:moveTo>
                    <a:pt x="370" y="1"/>
                  </a:moveTo>
                  <a:cubicBezTo>
                    <a:pt x="167" y="1"/>
                    <a:pt x="1" y="167"/>
                    <a:pt x="1" y="382"/>
                  </a:cubicBezTo>
                  <a:lnTo>
                    <a:pt x="1" y="1156"/>
                  </a:lnTo>
                  <a:cubicBezTo>
                    <a:pt x="1" y="1358"/>
                    <a:pt x="167" y="1525"/>
                    <a:pt x="370" y="1525"/>
                  </a:cubicBezTo>
                  <a:lnTo>
                    <a:pt x="1858" y="1525"/>
                  </a:lnTo>
                  <a:cubicBezTo>
                    <a:pt x="2072" y="1525"/>
                    <a:pt x="2227" y="1358"/>
                    <a:pt x="2227" y="1156"/>
                  </a:cubicBezTo>
                  <a:lnTo>
                    <a:pt x="2227" y="382"/>
                  </a:lnTo>
                  <a:cubicBezTo>
                    <a:pt x="2227" y="167"/>
                    <a:pt x="2072" y="1"/>
                    <a:pt x="1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68"/>
            <p:cNvSpPr/>
            <p:nvPr/>
          </p:nvSpPr>
          <p:spPr>
            <a:xfrm>
              <a:off x="7750174" y="1695465"/>
              <a:ext cx="180794" cy="31862"/>
            </a:xfrm>
            <a:custGeom>
              <a:avLst/>
              <a:gdLst/>
              <a:ahLst/>
              <a:cxnLst/>
              <a:rect l="l" t="t" r="r" b="b"/>
              <a:pathLst>
                <a:path w="5680" h="1001" extrusionOk="0">
                  <a:moveTo>
                    <a:pt x="5311" y="346"/>
                  </a:moveTo>
                  <a:cubicBezTo>
                    <a:pt x="5323" y="346"/>
                    <a:pt x="5347" y="358"/>
                    <a:pt x="5347" y="370"/>
                  </a:cubicBezTo>
                  <a:lnTo>
                    <a:pt x="5347" y="620"/>
                  </a:lnTo>
                  <a:cubicBezTo>
                    <a:pt x="5347" y="644"/>
                    <a:pt x="5323" y="656"/>
                    <a:pt x="5311" y="656"/>
                  </a:cubicBezTo>
                  <a:lnTo>
                    <a:pt x="370" y="656"/>
                  </a:lnTo>
                  <a:cubicBezTo>
                    <a:pt x="358" y="656"/>
                    <a:pt x="346" y="632"/>
                    <a:pt x="346" y="620"/>
                  </a:cubicBezTo>
                  <a:lnTo>
                    <a:pt x="346" y="370"/>
                  </a:lnTo>
                  <a:cubicBezTo>
                    <a:pt x="346" y="358"/>
                    <a:pt x="358" y="346"/>
                    <a:pt x="370" y="346"/>
                  </a:cubicBezTo>
                  <a:close/>
                  <a:moveTo>
                    <a:pt x="352" y="0"/>
                  </a:moveTo>
                  <a:cubicBezTo>
                    <a:pt x="168" y="0"/>
                    <a:pt x="1" y="174"/>
                    <a:pt x="1" y="370"/>
                  </a:cubicBezTo>
                  <a:lnTo>
                    <a:pt x="1" y="620"/>
                  </a:lnTo>
                  <a:cubicBezTo>
                    <a:pt x="1" y="834"/>
                    <a:pt x="167" y="1001"/>
                    <a:pt x="370" y="1001"/>
                  </a:cubicBezTo>
                  <a:lnTo>
                    <a:pt x="5311" y="1001"/>
                  </a:lnTo>
                  <a:cubicBezTo>
                    <a:pt x="5525" y="1001"/>
                    <a:pt x="5680" y="834"/>
                    <a:pt x="5680" y="620"/>
                  </a:cubicBezTo>
                  <a:lnTo>
                    <a:pt x="5680" y="370"/>
                  </a:lnTo>
                  <a:cubicBezTo>
                    <a:pt x="5680" y="167"/>
                    <a:pt x="5525" y="1"/>
                    <a:pt x="5311" y="1"/>
                  </a:cubicBezTo>
                  <a:lnTo>
                    <a:pt x="370" y="1"/>
                  </a:lnTo>
                  <a:cubicBezTo>
                    <a:pt x="364" y="0"/>
                    <a:pt x="35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68"/>
            <p:cNvSpPr/>
            <p:nvPr/>
          </p:nvSpPr>
          <p:spPr>
            <a:xfrm>
              <a:off x="7613750" y="1535424"/>
              <a:ext cx="43225" cy="32371"/>
            </a:xfrm>
            <a:custGeom>
              <a:avLst/>
              <a:gdLst/>
              <a:ahLst/>
              <a:cxnLst/>
              <a:rect l="l" t="t" r="r" b="b"/>
              <a:pathLst>
                <a:path w="1358" h="1017" extrusionOk="0">
                  <a:moveTo>
                    <a:pt x="1179" y="1"/>
                  </a:moveTo>
                  <a:cubicBezTo>
                    <a:pt x="1136" y="1"/>
                    <a:pt x="1093" y="19"/>
                    <a:pt x="1060" y="52"/>
                  </a:cubicBezTo>
                  <a:lnTo>
                    <a:pt x="548" y="600"/>
                  </a:lnTo>
                  <a:lnTo>
                    <a:pt x="322" y="326"/>
                  </a:lnTo>
                  <a:cubicBezTo>
                    <a:pt x="287" y="277"/>
                    <a:pt x="240" y="253"/>
                    <a:pt x="191" y="253"/>
                  </a:cubicBezTo>
                  <a:cubicBezTo>
                    <a:pt x="155" y="253"/>
                    <a:pt x="119" y="265"/>
                    <a:pt x="84" y="290"/>
                  </a:cubicBezTo>
                  <a:cubicBezTo>
                    <a:pt x="12" y="350"/>
                    <a:pt x="0" y="457"/>
                    <a:pt x="60" y="528"/>
                  </a:cubicBezTo>
                  <a:lnTo>
                    <a:pt x="405" y="957"/>
                  </a:lnTo>
                  <a:cubicBezTo>
                    <a:pt x="429" y="1004"/>
                    <a:pt x="477" y="1016"/>
                    <a:pt x="536" y="1016"/>
                  </a:cubicBezTo>
                  <a:cubicBezTo>
                    <a:pt x="584" y="1016"/>
                    <a:pt x="620" y="1004"/>
                    <a:pt x="655" y="957"/>
                  </a:cubicBezTo>
                  <a:lnTo>
                    <a:pt x="1298" y="278"/>
                  </a:lnTo>
                  <a:cubicBezTo>
                    <a:pt x="1358" y="207"/>
                    <a:pt x="1358" y="100"/>
                    <a:pt x="1274" y="40"/>
                  </a:cubicBezTo>
                  <a:cubicBezTo>
                    <a:pt x="1248" y="13"/>
                    <a:pt x="121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6" name="Google Shape;13356;p68"/>
          <p:cNvGrpSpPr/>
          <p:nvPr/>
        </p:nvGrpSpPr>
        <p:grpSpPr>
          <a:xfrm>
            <a:off x="6196089" y="3893352"/>
            <a:ext cx="346056" cy="345674"/>
            <a:chOff x="2238181" y="4120624"/>
            <a:chExt cx="346056" cy="345674"/>
          </a:xfrm>
        </p:grpSpPr>
        <p:grpSp>
          <p:nvGrpSpPr>
            <p:cNvPr id="13357" name="Google Shape;13357;p68"/>
            <p:cNvGrpSpPr/>
            <p:nvPr/>
          </p:nvGrpSpPr>
          <p:grpSpPr>
            <a:xfrm>
              <a:off x="2309155" y="4177413"/>
              <a:ext cx="203862" cy="231903"/>
              <a:chOff x="1512725" y="258500"/>
              <a:chExt cx="4570900" cy="5199625"/>
            </a:xfrm>
          </p:grpSpPr>
          <p:sp>
            <p:nvSpPr>
              <p:cNvPr id="13358" name="Google Shape;13358;p68"/>
              <p:cNvSpPr/>
              <p:nvPr/>
            </p:nvSpPr>
            <p:spPr>
              <a:xfrm>
                <a:off x="1512725" y="2700900"/>
                <a:ext cx="2654475" cy="2757225"/>
              </a:xfrm>
              <a:custGeom>
                <a:avLst/>
                <a:gdLst/>
                <a:ahLst/>
                <a:cxnLst/>
                <a:rect l="l" t="t" r="r" b="b"/>
                <a:pathLst>
                  <a:path w="106179" h="110289" extrusionOk="0">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68"/>
              <p:cNvSpPr/>
              <p:nvPr/>
            </p:nvSpPr>
            <p:spPr>
              <a:xfrm>
                <a:off x="2323325" y="258500"/>
                <a:ext cx="3760300" cy="4390225"/>
              </a:xfrm>
              <a:custGeom>
                <a:avLst/>
                <a:gdLst/>
                <a:ahLst/>
                <a:cxnLst/>
                <a:rect l="l" t="t" r="r" b="b"/>
                <a:pathLst>
                  <a:path w="150412" h="175609" extrusionOk="0">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60" name="Google Shape;13360;p68"/>
            <p:cNvSpPr/>
            <p:nvPr/>
          </p:nvSpPr>
          <p:spPr>
            <a:xfrm>
              <a:off x="2238181" y="4120624"/>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61" name="Google Shape;13361;p68"/>
          <p:cNvSpPr txBox="1"/>
          <p:nvPr/>
        </p:nvSpPr>
        <p:spPr>
          <a:xfrm>
            <a:off x="1048350" y="719652"/>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SEO &amp; Marketing Icons</a:t>
            </a:r>
            <a:endParaRPr sz="2400">
              <a:solidFill>
                <a:srgbClr val="FFFFFF"/>
              </a:solidFil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3365"/>
        <p:cNvGrpSpPr/>
        <p:nvPr/>
      </p:nvGrpSpPr>
      <p:grpSpPr>
        <a:xfrm>
          <a:off x="0" y="0"/>
          <a:ext cx="0" cy="0"/>
          <a:chOff x="0" y="0"/>
          <a:chExt cx="0" cy="0"/>
        </a:xfrm>
      </p:grpSpPr>
      <p:pic>
        <p:nvPicPr>
          <p:cNvPr id="13366" name="Google Shape;13366;p69">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IT Department Meeting by Slidesgo">
  <a:themeElements>
    <a:clrScheme name="Simple Light">
      <a:dk1>
        <a:srgbClr val="F6F6FF"/>
      </a:dk1>
      <a:lt1>
        <a:srgbClr val="4E5EA3"/>
      </a:lt1>
      <a:dk2>
        <a:srgbClr val="FFFFFF"/>
      </a:dk2>
      <a:lt2>
        <a:srgbClr val="FFFFFF"/>
      </a:lt2>
      <a:accent1>
        <a:srgbClr val="FFFFFF"/>
      </a:accent1>
      <a:accent2>
        <a:srgbClr val="FFFFFF"/>
      </a:accent2>
      <a:accent3>
        <a:srgbClr val="FFFFFF"/>
      </a:accent3>
      <a:accent4>
        <a:srgbClr val="FFFFFF"/>
      </a:accent4>
      <a:accent5>
        <a:srgbClr val="FFFFFF"/>
      </a:accent5>
      <a:accent6>
        <a:srgbClr val="FFFFFF"/>
      </a:accent6>
      <a:hlink>
        <a:srgbClr val="4E5EA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olidFill>
            <a:schemeClr val="bg1">
              <a:lumMod val="50000"/>
            </a:schemeClr>
          </a:solidFill>
        </a:ln>
      </a:spPr>
      <a:bodyPr rtlCol="0" anchor="ctr"/>
      <a:lstStyle>
        <a:defPPr algn="ctr">
          <a:defRPr sz="1800" dirty="0" smtClean="0">
            <a:latin typeface="Montserrat" panose="00000500000000000000" pitchFamily="2" charset="0"/>
          </a:defRPr>
        </a:defPPr>
      </a:lstStyle>
      <a:style>
        <a:lnRef idx="2">
          <a:schemeClr val="accent6"/>
        </a:lnRef>
        <a:fillRef idx="1">
          <a:schemeClr val="lt1"/>
        </a:fillRef>
        <a:effectRef idx="0">
          <a:schemeClr val="accent6"/>
        </a:effectRef>
        <a:fontRef idx="minor">
          <a:schemeClr val="dk1"/>
        </a:fontRef>
      </a:style>
    </a:spDef>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342</TotalTime>
  <Words>3757</Words>
  <Application>Microsoft Office PowerPoint</Application>
  <PresentationFormat>On-screen Show (16:9)</PresentationFormat>
  <Paragraphs>475</Paragraphs>
  <Slides>70</Slides>
  <Notes>70</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70</vt:i4>
      </vt:variant>
    </vt:vector>
  </HeadingPairs>
  <TitlesOfParts>
    <vt:vector size="84" baseType="lpstr">
      <vt:lpstr>Montserrat</vt:lpstr>
      <vt:lpstr>Amatic SC</vt:lpstr>
      <vt:lpstr>Proxima Nova</vt:lpstr>
      <vt:lpstr>Arial</vt:lpstr>
      <vt:lpstr>Roboto Medium</vt:lpstr>
      <vt:lpstr>Jost</vt:lpstr>
      <vt:lpstr>Montserrat Bold</vt:lpstr>
      <vt:lpstr>Montserrat Medium</vt:lpstr>
      <vt:lpstr>Bahnschrift</vt:lpstr>
      <vt:lpstr>Cambria Math</vt:lpstr>
      <vt:lpstr>Tajawal</vt:lpstr>
      <vt:lpstr>Calibri</vt:lpstr>
      <vt:lpstr>IT Department Meeting by Slidesgo</vt:lpstr>
      <vt:lpstr>Slidesgo Final Pages</vt:lpstr>
      <vt:lpstr>DIGITAL SIGNAL PROCESSING SPEECH AND SILENCE SEGMENTATION</vt:lpstr>
      <vt:lpstr>TABLE OF CONTENTS</vt:lpstr>
      <vt:lpstr>01</vt:lpstr>
      <vt:lpstr>HISTOGRAM: IDEA</vt:lpstr>
      <vt:lpstr>HISTOGRAM: IDEA</vt:lpstr>
      <vt:lpstr>HISTOGRAM: IDEA</vt:lpstr>
      <vt:lpstr>HISTOGRAM: IDEA</vt:lpstr>
      <vt:lpstr>HISTOGRAM: IDEA</vt:lpstr>
      <vt:lpstr>HISTOGRAM: IDEA</vt:lpstr>
      <vt:lpstr>HISTOGRAM: IDEA</vt:lpstr>
      <vt:lpstr>HISTOGRAM: IDEA</vt:lpstr>
      <vt:lpstr>HISTOGRAM: IDEA</vt:lpstr>
      <vt:lpstr>HISTOGRAM: IDEA</vt:lpstr>
      <vt:lpstr>HISTOGRAM: IDEA</vt:lpstr>
      <vt:lpstr>HISTOGRAM: RESULTS</vt:lpstr>
      <vt:lpstr>HISTOGRAM: RESULTS</vt:lpstr>
      <vt:lpstr>02</vt:lpstr>
      <vt:lpstr>HISTOGRAM ALGORITHM</vt:lpstr>
      <vt:lpstr>PHÁT BIỂU BÀI TOÁN</vt:lpstr>
      <vt:lpstr>03</vt:lpstr>
      <vt:lpstr>PHÂN TÍCH LỰA CHỌN</vt:lpstr>
      <vt:lpstr>XÂY DỰNG THUẬT TOÁN</vt:lpstr>
      <vt:lpstr>XÂY DỰNG THUẬT TOÁN</vt:lpstr>
      <vt:lpstr>XÂY DỰNG THUẬT TOÁN</vt:lpstr>
      <vt:lpstr>XÂY DỰNG THUẬT TOÁN</vt:lpstr>
      <vt:lpstr>XÂY DỰNG THUẬT TOÁN</vt:lpstr>
      <vt:lpstr>XÂY DỰNG THUẬT TOÁN</vt:lpstr>
      <vt:lpstr>04</vt:lpstr>
      <vt:lpstr>KẾT QUẢ CHƯƠNG TRÌNH</vt:lpstr>
      <vt:lpstr>KẾT QUẢ CHƯƠNG TRÌNH</vt:lpstr>
      <vt:lpstr>KẾT QUẢ CHƯƠNG TRÌNH</vt:lpstr>
      <vt:lpstr>KẾT QUẢ CHƯƠNG TRÌNH</vt:lpstr>
      <vt:lpstr>KẾT QUẢ CHƯƠNG TRÌNH</vt:lpstr>
      <vt:lpstr>KẾT QUẢ CHƯƠNG TRÌNH</vt:lpstr>
      <vt:lpstr>KẾT QUẢ CHƯƠNG TRÌNH</vt:lpstr>
      <vt:lpstr>À PROPOS DU PROJET</vt:lpstr>
      <vt:lpstr>—QUELQU'UN DE CÉLÈBRE</vt:lpstr>
      <vt:lpstr>CALENDRIER DU PROJET</vt:lpstr>
      <vt:lpstr>POINTS CLÉS</vt:lpstr>
      <vt:lpstr>150 000</vt:lpstr>
      <vt:lpstr>Mots Géniaux</vt:lpstr>
      <vt:lpstr>TABLEAU DE BORD KPI</vt:lpstr>
      <vt:lpstr>RAPPORT DE SITUATION</vt:lpstr>
      <vt:lpstr>RÉSUMÉ DU RAID</vt:lpstr>
      <vt:lpstr>UNE IMAGE VAUT MILLE MOTS</vt:lpstr>
      <vt:lpstr>ÉVÉNEMENTS À VENIR</vt:lpstr>
      <vt:lpstr>OÙ NOUS VOULONS ÊTRE</vt:lpstr>
      <vt:lpstr>9h 55m 23s</vt:lpstr>
      <vt:lpstr>MULTIMÉDIA</vt:lpstr>
      <vt:lpstr>MERCI !</vt:lpstr>
      <vt:lpstr>RESSOURCES ALTERNATIVES</vt:lpstr>
      <vt:lpstr>RESSOURCES</vt:lpstr>
      <vt:lpstr>Instructions for use</vt:lpstr>
      <vt:lpstr>Instructions for use (premium users)</vt:lpstr>
      <vt:lpstr>Fonts &amp; colors used</vt:lpstr>
      <vt:lpstr>Storyset</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Phan Thanh Duy</cp:lastModifiedBy>
  <cp:revision>1</cp:revision>
  <dcterms:modified xsi:type="dcterms:W3CDTF">2026-10-06T08:21:40Z</dcterms:modified>
</cp:coreProperties>
</file>